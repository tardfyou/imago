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e8f837bf964086" /><Relationship Type="http://schemas.openxmlformats.org/officeDocument/2006/relationships/extended-properties" Target="/docProps/app.xml" Id="Rb1d5653694d7471e" /><Relationship Type="http://schemas.openxmlformats.org/officeDocument/2006/relationships/officeDocument" Target="/ppt/presentation.xml" Id="R8d7498bfea0b4e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6b98df7fe4524"/>
  </p:sldMasterIdLst>
  <p:notesMasterIdLst>
    <p:notesMasterId xmlns:r="http://schemas.openxmlformats.org/officeDocument/2006/relationships" r:id="R00517c64f01b4426"/>
  </p:notesMasterIdLst>
  <p:sldIdLst>
    <p:sldId xmlns:r="http://schemas.openxmlformats.org/officeDocument/2006/relationships" id="256" r:id="Ref74276eccde4583"/>
  </p:sldIdLst>
  <p:sldSz cx="7258050" cy="11944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aefa45818a47f8" /><Relationship Type="http://schemas.openxmlformats.org/officeDocument/2006/relationships/slideMaster" Target="/ppt/slideMasters/slideMaster1.xml" Id="R82a6b98df7fe4524" /><Relationship Type="http://schemas.openxmlformats.org/officeDocument/2006/relationships/notesMaster" Target="/ppt/notesMasters/notesMaster1.xml" Id="R00517c64f01b4426" /><Relationship Type="http://schemas.openxmlformats.org/officeDocument/2006/relationships/presProps" Target="/ppt/presProps.xml" Id="Rc5690c4422794d0a" /><Relationship Type="http://schemas.openxmlformats.org/officeDocument/2006/relationships/tableStyles" Target="/ppt/tableStyles.xml" Id="R7956156f4281401b" /><Relationship Type="http://schemas.openxmlformats.org/officeDocument/2006/relationships/slide" Target="/ppt/slides/slide1.xml" Id="Ref74276eccde45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4c2f263cdb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dff9ff978a40f7" /><Relationship Type="http://schemas.openxmlformats.org/officeDocument/2006/relationships/notesMaster" Target="/ppt/notesMasters/notesMaster1.xml" Id="R02b6a4c32a30415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素材ID：SE-074</ns1:t>
            </ns1:r>
          </ns1:p>
          <ns1:p>
            <ns1:r>
              <ns1:t>论文：Finding Bugs in MLIR Compiler Infrastructure via Lowering Space Exploration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类型：动机示例</ns1:t>
            </ns1:r>
          </ns1:p>
          <ns1:p>
            <ns1:r>
              <ns1:t>借鉴点：自上而下串联源IR、逐步尝试的转换路径和并行降级空间，用失败箭头、成功路径及不同输出说明为何要比较组合路径。</ns1:t>
            </ns1:r>
          </ns1:p>
          <ns1:p>
            <ns1:r>
              <ns1:t>论文URL：https://tingsu.github.io/files/ASE25-MLIR.pdf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473原生对象重建图形。中间(b)原为整块位图，已以原生圆角框、代码文字、箭头与编号重绘；上下原代码/组合树保留原矢量结构，点划线已保留。只保留底部小叉号原图标1枚，无核心整图位图。中段用Courier New近似源等宽字形；箭头/转角有小幅视觉差异。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595314d0242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85138604af471a" /><Relationship Type="http://schemas.openxmlformats.org/officeDocument/2006/relationships/slideLayout" Target="/ppt/slideLayouts/slideLayout1.xml" Id="R02af02de40f3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af02de40f3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6974d29fd42cf" /><Relationship Type="http://schemas.openxmlformats.org/officeDocument/2006/relationships/image" Target="/ppt/media/image.png" Id="Rc87cbcba7cb7444f" /><Relationship Type="http://schemas.openxmlformats.org/officeDocument/2006/relationships/notesSlide" Target="/ppt/notesSlides/notesSlide1.xml" Id="Rc9e5c13b1abb4d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5" name="Original vector context 1">
            <a:extLst xmlns:a="http://schemas.openxmlformats.org/drawingml/2006/main">
              <a:ext uri="{FF2B5EF4-FFF2-40B4-BE49-F238E27FC236}">
                <a16:creationId xmlns:a16="http://schemas.microsoft.com/office/drawing/2014/main" id="{5E0B9250-0FB2-4626-80F3-5F7E104F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" y="44038"/>
            <a:ext cx="7230504" cy="3005944"/>
          </a:xfrm>
          <a:custGeom xmlns:a="http://schemas.openxmlformats.org/drawingml/2006/main">
            <a:pathLst>
              <a:path w="7230504" h="3005944">
                <a:moveTo>
                  <a:pt x="7230504" y="3005944"/>
                </a:moveTo>
                <a:lnTo>
                  <a:pt x="7230504" y="0"/>
                </a:lnTo>
                <a:lnTo>
                  <a:pt x="0" y="0"/>
                </a:lnTo>
                <a:lnTo>
                  <a:pt x="0" y="3005944"/>
                </a:lnTo>
                <a:lnTo>
                  <a:pt x="7230504" y="30059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Original vector context 2">
            <a:extLst xmlns:a="http://schemas.openxmlformats.org/drawingml/2006/main">
              <a:ext uri="{FF2B5EF4-FFF2-40B4-BE49-F238E27FC236}">
                <a16:creationId xmlns:a16="http://schemas.microsoft.com/office/drawing/2014/main" id="{2E528D35-FCCB-4421-8C2D-FFC061F5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85" y="185125"/>
            <a:ext cx="82335" cy="136085"/>
          </a:xfrm>
          <a:custGeom xmlns:a="http://schemas.openxmlformats.org/drawingml/2006/main">
            <a:pathLst>
              <a:path w="82335" h="136085">
                <a:moveTo>
                  <a:pt x="33320" y="122406"/>
                </a:moveTo>
                <a:lnTo>
                  <a:pt x="33320" y="17424"/>
                </a:lnTo>
                <a:lnTo>
                  <a:pt x="32095" y="18392"/>
                </a:lnTo>
                <a:lnTo>
                  <a:pt x="30877" y="19335"/>
                </a:lnTo>
                <a:lnTo>
                  <a:pt x="29664" y="20254"/>
                </a:lnTo>
                <a:lnTo>
                  <a:pt x="28458" y="21148"/>
                </a:lnTo>
                <a:lnTo>
                  <a:pt x="27258" y="22018"/>
                </a:lnTo>
                <a:lnTo>
                  <a:pt x="26064" y="22863"/>
                </a:lnTo>
                <a:lnTo>
                  <a:pt x="24876" y="23685"/>
                </a:lnTo>
                <a:lnTo>
                  <a:pt x="23694" y="24482"/>
                </a:lnTo>
                <a:lnTo>
                  <a:pt x="22518" y="25254"/>
                </a:lnTo>
                <a:lnTo>
                  <a:pt x="21348" y="26002"/>
                </a:lnTo>
                <a:lnTo>
                  <a:pt x="20185" y="26726"/>
                </a:lnTo>
                <a:lnTo>
                  <a:pt x="19027" y="27426"/>
                </a:lnTo>
                <a:lnTo>
                  <a:pt x="17837" y="28114"/>
                </a:lnTo>
                <a:lnTo>
                  <a:pt x="16575" y="28804"/>
                </a:lnTo>
                <a:lnTo>
                  <a:pt x="15240" y="29497"/>
                </a:lnTo>
                <a:lnTo>
                  <a:pt x="13835" y="30193"/>
                </a:lnTo>
                <a:lnTo>
                  <a:pt x="12357" y="30890"/>
                </a:lnTo>
                <a:lnTo>
                  <a:pt x="10807" y="31591"/>
                </a:lnTo>
                <a:lnTo>
                  <a:pt x="9185" y="32293"/>
                </a:lnTo>
                <a:lnTo>
                  <a:pt x="7492" y="32999"/>
                </a:lnTo>
                <a:lnTo>
                  <a:pt x="5727" y="33706"/>
                </a:lnTo>
                <a:lnTo>
                  <a:pt x="3890" y="34416"/>
                </a:lnTo>
                <a:lnTo>
                  <a:pt x="1981" y="35129"/>
                </a:lnTo>
                <a:lnTo>
                  <a:pt x="0" y="35843"/>
                </a:lnTo>
                <a:lnTo>
                  <a:pt x="0" y="21115"/>
                </a:lnTo>
                <a:lnTo>
                  <a:pt x="3165" y="19724"/>
                </a:lnTo>
                <a:lnTo>
                  <a:pt x="6260" y="18265"/>
                </a:lnTo>
                <a:lnTo>
                  <a:pt x="9283" y="16740"/>
                </a:lnTo>
                <a:lnTo>
                  <a:pt x="12237" y="15147"/>
                </a:lnTo>
                <a:lnTo>
                  <a:pt x="15119" y="13488"/>
                </a:lnTo>
                <a:lnTo>
                  <a:pt x="17931" y="11762"/>
                </a:lnTo>
                <a:lnTo>
                  <a:pt x="20673" y="9969"/>
                </a:lnTo>
                <a:lnTo>
                  <a:pt x="23343" y="8109"/>
                </a:lnTo>
                <a:lnTo>
                  <a:pt x="25943" y="6182"/>
                </a:lnTo>
                <a:lnTo>
                  <a:pt x="28473" y="4188"/>
                </a:lnTo>
                <a:lnTo>
                  <a:pt x="30932" y="2128"/>
                </a:lnTo>
                <a:lnTo>
                  <a:pt x="33320" y="0"/>
                </a:lnTo>
                <a:lnTo>
                  <a:pt x="49629" y="0"/>
                </a:lnTo>
                <a:lnTo>
                  <a:pt x="49629" y="122406"/>
                </a:lnTo>
                <a:lnTo>
                  <a:pt x="82335" y="122406"/>
                </a:lnTo>
                <a:lnTo>
                  <a:pt x="82335" y="136085"/>
                </a:lnTo>
                <a:lnTo>
                  <a:pt x="0" y="136085"/>
                </a:lnTo>
                <a:lnTo>
                  <a:pt x="0" y="122406"/>
                </a:lnTo>
                <a:lnTo>
                  <a:pt x="33320" y="122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Original vector context 3">
            <a:extLst xmlns:a="http://schemas.openxmlformats.org/drawingml/2006/main">
              <a:ext uri="{FF2B5EF4-FFF2-40B4-BE49-F238E27FC236}">
                <a16:creationId xmlns:a16="http://schemas.microsoft.com/office/drawing/2014/main" id="{551E5344-07E2-4C39-AF59-F6A7EDF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54" y="177058"/>
            <a:ext cx="940174" cy="148361"/>
          </a:xfrm>
          <a:custGeom xmlns:a="http://schemas.openxmlformats.org/drawingml/2006/main">
            <a:pathLst>
              <a:path w="940174" h="148361">
                <a:moveTo>
                  <a:pt x="21746" y="144152"/>
                </a:moveTo>
                <a:lnTo>
                  <a:pt x="21746" y="68042"/>
                </a:lnTo>
                <a:lnTo>
                  <a:pt x="0" y="68042"/>
                </a:lnTo>
                <a:lnTo>
                  <a:pt x="0" y="54364"/>
                </a:lnTo>
                <a:lnTo>
                  <a:pt x="21746" y="54364"/>
                </a:lnTo>
                <a:lnTo>
                  <a:pt x="21746" y="49812"/>
                </a:lnTo>
                <a:lnTo>
                  <a:pt x="21776" y="46658"/>
                </a:lnTo>
                <a:lnTo>
                  <a:pt x="21867" y="43643"/>
                </a:lnTo>
                <a:lnTo>
                  <a:pt x="22020" y="40768"/>
                </a:lnTo>
                <a:lnTo>
                  <a:pt x="22233" y="38033"/>
                </a:lnTo>
                <a:lnTo>
                  <a:pt x="22507" y="35437"/>
                </a:lnTo>
                <a:lnTo>
                  <a:pt x="22842" y="32982"/>
                </a:lnTo>
                <a:lnTo>
                  <a:pt x="23237" y="30666"/>
                </a:lnTo>
                <a:lnTo>
                  <a:pt x="23694" y="28491"/>
                </a:lnTo>
                <a:lnTo>
                  <a:pt x="24212" y="26455"/>
                </a:lnTo>
                <a:lnTo>
                  <a:pt x="24790" y="24559"/>
                </a:lnTo>
                <a:lnTo>
                  <a:pt x="25429" y="22803"/>
                </a:lnTo>
                <a:lnTo>
                  <a:pt x="26130" y="21187"/>
                </a:lnTo>
                <a:lnTo>
                  <a:pt x="26894" y="19663"/>
                </a:lnTo>
                <a:lnTo>
                  <a:pt x="27724" y="18185"/>
                </a:lnTo>
                <a:lnTo>
                  <a:pt x="28620" y="16754"/>
                </a:lnTo>
                <a:lnTo>
                  <a:pt x="29583" y="15369"/>
                </a:lnTo>
                <a:lnTo>
                  <a:pt x="30613" y="14031"/>
                </a:lnTo>
                <a:lnTo>
                  <a:pt x="31709" y="12738"/>
                </a:lnTo>
                <a:lnTo>
                  <a:pt x="32871" y="11492"/>
                </a:lnTo>
                <a:lnTo>
                  <a:pt x="34099" y="10292"/>
                </a:lnTo>
                <a:lnTo>
                  <a:pt x="35394" y="9138"/>
                </a:lnTo>
                <a:lnTo>
                  <a:pt x="36755" y="8031"/>
                </a:lnTo>
                <a:lnTo>
                  <a:pt x="38183" y="6969"/>
                </a:lnTo>
                <a:lnTo>
                  <a:pt x="39677" y="5954"/>
                </a:lnTo>
                <a:lnTo>
                  <a:pt x="41245" y="5003"/>
                </a:lnTo>
                <a:lnTo>
                  <a:pt x="42896" y="4135"/>
                </a:lnTo>
                <a:lnTo>
                  <a:pt x="44628" y="3349"/>
                </a:lnTo>
                <a:lnTo>
                  <a:pt x="46443" y="2646"/>
                </a:lnTo>
                <a:lnTo>
                  <a:pt x="48340" y="2026"/>
                </a:lnTo>
                <a:lnTo>
                  <a:pt x="50319" y="1489"/>
                </a:lnTo>
                <a:lnTo>
                  <a:pt x="52381" y="1034"/>
                </a:lnTo>
                <a:lnTo>
                  <a:pt x="54525" y="662"/>
                </a:lnTo>
                <a:lnTo>
                  <a:pt x="56750" y="372"/>
                </a:lnTo>
                <a:lnTo>
                  <a:pt x="59058" y="165"/>
                </a:lnTo>
                <a:lnTo>
                  <a:pt x="61449" y="41"/>
                </a:lnTo>
                <a:lnTo>
                  <a:pt x="63921" y="0"/>
                </a:lnTo>
                <a:lnTo>
                  <a:pt x="65824" y="16"/>
                </a:lnTo>
                <a:lnTo>
                  <a:pt x="67731" y="66"/>
                </a:lnTo>
                <a:lnTo>
                  <a:pt x="69643" y="148"/>
                </a:lnTo>
                <a:lnTo>
                  <a:pt x="71559" y="263"/>
                </a:lnTo>
                <a:lnTo>
                  <a:pt x="73481" y="411"/>
                </a:lnTo>
                <a:lnTo>
                  <a:pt x="75408" y="592"/>
                </a:lnTo>
                <a:lnTo>
                  <a:pt x="77339" y="806"/>
                </a:lnTo>
                <a:lnTo>
                  <a:pt x="79276" y="1052"/>
                </a:lnTo>
                <a:lnTo>
                  <a:pt x="81217" y="1332"/>
                </a:lnTo>
                <a:lnTo>
                  <a:pt x="83163" y="1644"/>
                </a:lnTo>
                <a:lnTo>
                  <a:pt x="85114" y="1989"/>
                </a:lnTo>
                <a:lnTo>
                  <a:pt x="87070" y="2367"/>
                </a:lnTo>
                <a:lnTo>
                  <a:pt x="87070" y="17887"/>
                </a:lnTo>
                <a:lnTo>
                  <a:pt x="84971" y="17215"/>
                </a:lnTo>
                <a:lnTo>
                  <a:pt x="82912" y="16601"/>
                </a:lnTo>
                <a:lnTo>
                  <a:pt x="80894" y="16046"/>
                </a:lnTo>
                <a:lnTo>
                  <a:pt x="78915" y="15549"/>
                </a:lnTo>
                <a:lnTo>
                  <a:pt x="76977" y="15111"/>
                </a:lnTo>
                <a:lnTo>
                  <a:pt x="75079" y="14731"/>
                </a:lnTo>
                <a:lnTo>
                  <a:pt x="73221" y="14409"/>
                </a:lnTo>
                <a:lnTo>
                  <a:pt x="71404" y="14146"/>
                </a:lnTo>
                <a:lnTo>
                  <a:pt x="69626" y="13942"/>
                </a:lnTo>
                <a:lnTo>
                  <a:pt x="67889" y="13796"/>
                </a:lnTo>
                <a:lnTo>
                  <a:pt x="66192" y="13708"/>
                </a:lnTo>
                <a:lnTo>
                  <a:pt x="64535" y="13679"/>
                </a:lnTo>
                <a:lnTo>
                  <a:pt x="63247" y="13699"/>
                </a:lnTo>
                <a:lnTo>
                  <a:pt x="61985" y="13759"/>
                </a:lnTo>
                <a:lnTo>
                  <a:pt x="60748" y="13859"/>
                </a:lnTo>
                <a:lnTo>
                  <a:pt x="59537" y="14000"/>
                </a:lnTo>
                <a:lnTo>
                  <a:pt x="58352" y="14180"/>
                </a:lnTo>
                <a:lnTo>
                  <a:pt x="57192" y="14401"/>
                </a:lnTo>
                <a:lnTo>
                  <a:pt x="56057" y="14661"/>
                </a:lnTo>
                <a:lnTo>
                  <a:pt x="54948" y="14962"/>
                </a:lnTo>
                <a:lnTo>
                  <a:pt x="53865" y="15303"/>
                </a:lnTo>
                <a:lnTo>
                  <a:pt x="52807" y="15684"/>
                </a:lnTo>
                <a:lnTo>
                  <a:pt x="51775" y="16105"/>
                </a:lnTo>
                <a:lnTo>
                  <a:pt x="50769" y="16567"/>
                </a:lnTo>
                <a:lnTo>
                  <a:pt x="49793" y="17073"/>
                </a:lnTo>
                <a:lnTo>
                  <a:pt x="48853" y="17629"/>
                </a:lnTo>
                <a:lnTo>
                  <a:pt x="47949" y="18236"/>
                </a:lnTo>
                <a:lnTo>
                  <a:pt x="47081" y="18894"/>
                </a:lnTo>
                <a:lnTo>
                  <a:pt x="46249" y="19602"/>
                </a:lnTo>
                <a:lnTo>
                  <a:pt x="45453" y="20360"/>
                </a:lnTo>
                <a:lnTo>
                  <a:pt x="44693" y="21169"/>
                </a:lnTo>
                <a:lnTo>
                  <a:pt x="43968" y="22029"/>
                </a:lnTo>
                <a:lnTo>
                  <a:pt x="43280" y="22938"/>
                </a:lnTo>
                <a:lnTo>
                  <a:pt x="42628" y="23899"/>
                </a:lnTo>
                <a:lnTo>
                  <a:pt x="42011" y="24910"/>
                </a:lnTo>
                <a:lnTo>
                  <a:pt x="41430" y="25971"/>
                </a:lnTo>
                <a:lnTo>
                  <a:pt x="40891" y="27120"/>
                </a:lnTo>
                <a:lnTo>
                  <a:pt x="40399" y="28395"/>
                </a:lnTo>
                <a:lnTo>
                  <a:pt x="39954" y="29796"/>
                </a:lnTo>
                <a:lnTo>
                  <a:pt x="39555" y="31323"/>
                </a:lnTo>
                <a:lnTo>
                  <a:pt x="39203" y="32975"/>
                </a:lnTo>
                <a:lnTo>
                  <a:pt x="38899" y="34753"/>
                </a:lnTo>
                <a:lnTo>
                  <a:pt x="38641" y="36658"/>
                </a:lnTo>
                <a:lnTo>
                  <a:pt x="38430" y="38687"/>
                </a:lnTo>
                <a:lnTo>
                  <a:pt x="38266" y="40843"/>
                </a:lnTo>
                <a:lnTo>
                  <a:pt x="38148" y="43124"/>
                </a:lnTo>
                <a:lnTo>
                  <a:pt x="38078" y="45531"/>
                </a:lnTo>
                <a:lnTo>
                  <a:pt x="38055" y="48064"/>
                </a:lnTo>
                <a:lnTo>
                  <a:pt x="38055" y="54364"/>
                </a:lnTo>
                <a:lnTo>
                  <a:pt x="76898" y="54364"/>
                </a:lnTo>
                <a:lnTo>
                  <a:pt x="76898" y="68042"/>
                </a:lnTo>
                <a:lnTo>
                  <a:pt x="38055" y="68042"/>
                </a:lnTo>
                <a:lnTo>
                  <a:pt x="38055" y="144152"/>
                </a:lnTo>
                <a:lnTo>
                  <a:pt x="21746" y="144152"/>
                </a:lnTo>
                <a:close/>
                <a:moveTo>
                  <a:pt x="186879" y="46122"/>
                </a:moveTo>
                <a:lnTo>
                  <a:pt x="186879" y="144152"/>
                </a:lnTo>
                <a:lnTo>
                  <a:pt x="170570" y="144152"/>
                </a:lnTo>
                <a:lnTo>
                  <a:pt x="170570" y="122502"/>
                </a:lnTo>
                <a:lnTo>
                  <a:pt x="169243" y="124483"/>
                </a:lnTo>
                <a:lnTo>
                  <a:pt x="167891" y="126381"/>
                </a:lnTo>
                <a:lnTo>
                  <a:pt x="166515" y="128193"/>
                </a:lnTo>
                <a:lnTo>
                  <a:pt x="165114" y="129922"/>
                </a:lnTo>
                <a:lnTo>
                  <a:pt x="163690" y="131566"/>
                </a:lnTo>
                <a:lnTo>
                  <a:pt x="162240" y="133125"/>
                </a:lnTo>
                <a:lnTo>
                  <a:pt x="160767" y="134601"/>
                </a:lnTo>
                <a:lnTo>
                  <a:pt x="159269" y="135992"/>
                </a:lnTo>
                <a:lnTo>
                  <a:pt x="157747" y="137299"/>
                </a:lnTo>
                <a:lnTo>
                  <a:pt x="156200" y="138521"/>
                </a:lnTo>
                <a:lnTo>
                  <a:pt x="154629" y="139659"/>
                </a:lnTo>
                <a:lnTo>
                  <a:pt x="153034" y="140713"/>
                </a:lnTo>
                <a:lnTo>
                  <a:pt x="151426" y="141682"/>
                </a:lnTo>
                <a:lnTo>
                  <a:pt x="149818" y="142567"/>
                </a:lnTo>
                <a:lnTo>
                  <a:pt x="148211" y="143368"/>
                </a:lnTo>
                <a:lnTo>
                  <a:pt x="146603" y="144085"/>
                </a:lnTo>
                <a:lnTo>
                  <a:pt x="144996" y="144717"/>
                </a:lnTo>
                <a:lnTo>
                  <a:pt x="143388" y="145265"/>
                </a:lnTo>
                <a:lnTo>
                  <a:pt x="141781" y="145729"/>
                </a:lnTo>
                <a:lnTo>
                  <a:pt x="140173" y="146108"/>
                </a:lnTo>
                <a:lnTo>
                  <a:pt x="138566" y="146403"/>
                </a:lnTo>
                <a:lnTo>
                  <a:pt x="136958" y="146614"/>
                </a:lnTo>
                <a:lnTo>
                  <a:pt x="135351" y="146740"/>
                </a:lnTo>
                <a:lnTo>
                  <a:pt x="133743" y="146782"/>
                </a:lnTo>
                <a:lnTo>
                  <a:pt x="132321" y="146750"/>
                </a:lnTo>
                <a:lnTo>
                  <a:pt x="130919" y="146654"/>
                </a:lnTo>
                <a:lnTo>
                  <a:pt x="129537" y="146494"/>
                </a:lnTo>
                <a:lnTo>
                  <a:pt x="128175" y="146271"/>
                </a:lnTo>
                <a:lnTo>
                  <a:pt x="126834" y="145983"/>
                </a:lnTo>
                <a:lnTo>
                  <a:pt x="125512" y="145631"/>
                </a:lnTo>
                <a:lnTo>
                  <a:pt x="124210" y="145216"/>
                </a:lnTo>
                <a:lnTo>
                  <a:pt x="122929" y="144736"/>
                </a:lnTo>
                <a:lnTo>
                  <a:pt x="121667" y="144193"/>
                </a:lnTo>
                <a:lnTo>
                  <a:pt x="120426" y="143585"/>
                </a:lnTo>
                <a:lnTo>
                  <a:pt x="119205" y="142914"/>
                </a:lnTo>
                <a:lnTo>
                  <a:pt x="118004" y="142179"/>
                </a:lnTo>
                <a:lnTo>
                  <a:pt x="116843" y="141391"/>
                </a:lnTo>
                <a:lnTo>
                  <a:pt x="115742" y="140564"/>
                </a:lnTo>
                <a:lnTo>
                  <a:pt x="114702" y="139696"/>
                </a:lnTo>
                <a:lnTo>
                  <a:pt x="113722" y="138788"/>
                </a:lnTo>
                <a:lnTo>
                  <a:pt x="112802" y="137840"/>
                </a:lnTo>
                <a:lnTo>
                  <a:pt x="111943" y="136852"/>
                </a:lnTo>
                <a:lnTo>
                  <a:pt x="111144" y="135824"/>
                </a:lnTo>
                <a:lnTo>
                  <a:pt x="110405" y="134755"/>
                </a:lnTo>
                <a:lnTo>
                  <a:pt x="109726" y="133646"/>
                </a:lnTo>
                <a:lnTo>
                  <a:pt x="109108" y="132497"/>
                </a:lnTo>
                <a:lnTo>
                  <a:pt x="108550" y="131308"/>
                </a:lnTo>
                <a:lnTo>
                  <a:pt x="108052" y="130078"/>
                </a:lnTo>
                <a:lnTo>
                  <a:pt x="107604" y="128730"/>
                </a:lnTo>
                <a:lnTo>
                  <a:pt x="107195" y="127184"/>
                </a:lnTo>
                <a:lnTo>
                  <a:pt x="106824" y="125439"/>
                </a:lnTo>
                <a:lnTo>
                  <a:pt x="106493" y="123497"/>
                </a:lnTo>
                <a:lnTo>
                  <a:pt x="106201" y="121357"/>
                </a:lnTo>
                <a:lnTo>
                  <a:pt x="105947" y="119019"/>
                </a:lnTo>
                <a:lnTo>
                  <a:pt x="105733" y="116484"/>
                </a:lnTo>
                <a:lnTo>
                  <a:pt x="105558" y="113750"/>
                </a:lnTo>
                <a:lnTo>
                  <a:pt x="105421" y="110818"/>
                </a:lnTo>
                <a:lnTo>
                  <a:pt x="105324" y="107689"/>
                </a:lnTo>
                <a:lnTo>
                  <a:pt x="105265" y="104361"/>
                </a:lnTo>
                <a:lnTo>
                  <a:pt x="105246" y="100836"/>
                </a:lnTo>
                <a:lnTo>
                  <a:pt x="105246" y="46122"/>
                </a:lnTo>
                <a:lnTo>
                  <a:pt x="121555" y="46122"/>
                </a:lnTo>
                <a:lnTo>
                  <a:pt x="121555" y="102795"/>
                </a:lnTo>
                <a:lnTo>
                  <a:pt x="121565" y="105079"/>
                </a:lnTo>
                <a:lnTo>
                  <a:pt x="121593" y="107230"/>
                </a:lnTo>
                <a:lnTo>
                  <a:pt x="121640" y="109247"/>
                </a:lnTo>
                <a:lnTo>
                  <a:pt x="121706" y="111132"/>
                </a:lnTo>
                <a:lnTo>
                  <a:pt x="121791" y="112883"/>
                </a:lnTo>
                <a:lnTo>
                  <a:pt x="121895" y="114500"/>
                </a:lnTo>
                <a:lnTo>
                  <a:pt x="122018" y="115985"/>
                </a:lnTo>
                <a:lnTo>
                  <a:pt x="122159" y="117336"/>
                </a:lnTo>
                <a:lnTo>
                  <a:pt x="122320" y="118554"/>
                </a:lnTo>
                <a:lnTo>
                  <a:pt x="122499" y="119639"/>
                </a:lnTo>
                <a:lnTo>
                  <a:pt x="122697" y="120590"/>
                </a:lnTo>
                <a:lnTo>
                  <a:pt x="122914" y="121409"/>
                </a:lnTo>
                <a:lnTo>
                  <a:pt x="123157" y="122149"/>
                </a:lnTo>
                <a:lnTo>
                  <a:pt x="123431" y="122867"/>
                </a:lnTo>
                <a:lnTo>
                  <a:pt x="123736" y="123563"/>
                </a:lnTo>
                <a:lnTo>
                  <a:pt x="124074" y="124236"/>
                </a:lnTo>
                <a:lnTo>
                  <a:pt x="124443" y="124886"/>
                </a:lnTo>
                <a:lnTo>
                  <a:pt x="124843" y="125514"/>
                </a:lnTo>
                <a:lnTo>
                  <a:pt x="125276" y="126120"/>
                </a:lnTo>
                <a:lnTo>
                  <a:pt x="125740" y="126703"/>
                </a:lnTo>
                <a:lnTo>
                  <a:pt x="126235" y="127263"/>
                </a:lnTo>
                <a:lnTo>
                  <a:pt x="126763" y="127801"/>
                </a:lnTo>
                <a:lnTo>
                  <a:pt x="127322" y="128317"/>
                </a:lnTo>
                <a:lnTo>
                  <a:pt x="127912" y="128810"/>
                </a:lnTo>
                <a:lnTo>
                  <a:pt x="128523" y="129272"/>
                </a:lnTo>
                <a:lnTo>
                  <a:pt x="129141" y="129693"/>
                </a:lnTo>
                <a:lnTo>
                  <a:pt x="129767" y="130075"/>
                </a:lnTo>
                <a:lnTo>
                  <a:pt x="130401" y="130416"/>
                </a:lnTo>
                <a:lnTo>
                  <a:pt x="131044" y="130717"/>
                </a:lnTo>
                <a:lnTo>
                  <a:pt x="131694" y="130978"/>
                </a:lnTo>
                <a:lnTo>
                  <a:pt x="132351" y="131199"/>
                </a:lnTo>
                <a:lnTo>
                  <a:pt x="133017" y="131379"/>
                </a:lnTo>
                <a:lnTo>
                  <a:pt x="133691" y="131520"/>
                </a:lnTo>
                <a:lnTo>
                  <a:pt x="134373" y="131620"/>
                </a:lnTo>
                <a:lnTo>
                  <a:pt x="135062" y="131681"/>
                </a:lnTo>
                <a:lnTo>
                  <a:pt x="135760" y="131701"/>
                </a:lnTo>
                <a:lnTo>
                  <a:pt x="137201" y="131644"/>
                </a:lnTo>
                <a:lnTo>
                  <a:pt x="138660" y="131476"/>
                </a:lnTo>
                <a:lnTo>
                  <a:pt x="140136" y="131194"/>
                </a:lnTo>
                <a:lnTo>
                  <a:pt x="141630" y="130800"/>
                </a:lnTo>
                <a:lnTo>
                  <a:pt x="143141" y="130294"/>
                </a:lnTo>
                <a:lnTo>
                  <a:pt x="144671" y="129675"/>
                </a:lnTo>
                <a:lnTo>
                  <a:pt x="146218" y="128944"/>
                </a:lnTo>
                <a:lnTo>
                  <a:pt x="147782" y="128100"/>
                </a:lnTo>
                <a:lnTo>
                  <a:pt x="149365" y="127143"/>
                </a:lnTo>
                <a:lnTo>
                  <a:pt x="150964" y="126074"/>
                </a:lnTo>
                <a:lnTo>
                  <a:pt x="152582" y="124892"/>
                </a:lnTo>
                <a:lnTo>
                  <a:pt x="154217" y="123598"/>
                </a:lnTo>
                <a:lnTo>
                  <a:pt x="155838" y="122218"/>
                </a:lnTo>
                <a:lnTo>
                  <a:pt x="157412" y="120779"/>
                </a:lnTo>
                <a:lnTo>
                  <a:pt x="158938" y="119281"/>
                </a:lnTo>
                <a:lnTo>
                  <a:pt x="160418" y="117725"/>
                </a:lnTo>
                <a:lnTo>
                  <a:pt x="161852" y="116109"/>
                </a:lnTo>
                <a:lnTo>
                  <a:pt x="163238" y="114434"/>
                </a:lnTo>
                <a:lnTo>
                  <a:pt x="164577" y="112700"/>
                </a:lnTo>
                <a:lnTo>
                  <a:pt x="165869" y="110907"/>
                </a:lnTo>
                <a:lnTo>
                  <a:pt x="167115" y="109055"/>
                </a:lnTo>
                <a:lnTo>
                  <a:pt x="168314" y="107145"/>
                </a:lnTo>
                <a:lnTo>
                  <a:pt x="169465" y="105175"/>
                </a:lnTo>
                <a:lnTo>
                  <a:pt x="170570" y="103146"/>
                </a:lnTo>
                <a:lnTo>
                  <a:pt x="170570" y="46122"/>
                </a:lnTo>
                <a:lnTo>
                  <a:pt x="186879" y="46122"/>
                </a:lnTo>
                <a:close/>
                <a:moveTo>
                  <a:pt x="213649" y="144152"/>
                </a:moveTo>
                <a:lnTo>
                  <a:pt x="213649" y="46122"/>
                </a:lnTo>
                <a:lnTo>
                  <a:pt x="229958" y="46122"/>
                </a:lnTo>
                <a:lnTo>
                  <a:pt x="229958" y="67683"/>
                </a:lnTo>
                <a:lnTo>
                  <a:pt x="231147" y="65826"/>
                </a:lnTo>
                <a:lnTo>
                  <a:pt x="232376" y="64037"/>
                </a:lnTo>
                <a:lnTo>
                  <a:pt x="233646" y="62317"/>
                </a:lnTo>
                <a:lnTo>
                  <a:pt x="234956" y="60665"/>
                </a:lnTo>
                <a:lnTo>
                  <a:pt x="236306" y="59081"/>
                </a:lnTo>
                <a:lnTo>
                  <a:pt x="237696" y="57566"/>
                </a:lnTo>
                <a:lnTo>
                  <a:pt x="239126" y="56120"/>
                </a:lnTo>
                <a:lnTo>
                  <a:pt x="240597" y="54742"/>
                </a:lnTo>
                <a:lnTo>
                  <a:pt x="242107" y="53432"/>
                </a:lnTo>
                <a:lnTo>
                  <a:pt x="243658" y="52191"/>
                </a:lnTo>
                <a:lnTo>
                  <a:pt x="245249" y="51018"/>
                </a:lnTo>
                <a:lnTo>
                  <a:pt x="246881" y="49914"/>
                </a:lnTo>
                <a:lnTo>
                  <a:pt x="248532" y="48888"/>
                </a:lnTo>
                <a:lnTo>
                  <a:pt x="250183" y="47951"/>
                </a:lnTo>
                <a:lnTo>
                  <a:pt x="251835" y="47104"/>
                </a:lnTo>
                <a:lnTo>
                  <a:pt x="253486" y="46346"/>
                </a:lnTo>
                <a:lnTo>
                  <a:pt x="255138" y="45677"/>
                </a:lnTo>
                <a:lnTo>
                  <a:pt x="256789" y="45097"/>
                </a:lnTo>
                <a:lnTo>
                  <a:pt x="258440" y="44606"/>
                </a:lnTo>
                <a:lnTo>
                  <a:pt x="260092" y="44205"/>
                </a:lnTo>
                <a:lnTo>
                  <a:pt x="261743" y="43892"/>
                </a:lnTo>
                <a:lnTo>
                  <a:pt x="263394" y="43669"/>
                </a:lnTo>
                <a:lnTo>
                  <a:pt x="265046" y="43536"/>
                </a:lnTo>
                <a:lnTo>
                  <a:pt x="266697" y="43491"/>
                </a:lnTo>
                <a:lnTo>
                  <a:pt x="268133" y="43523"/>
                </a:lnTo>
                <a:lnTo>
                  <a:pt x="269547" y="43619"/>
                </a:lnTo>
                <a:lnTo>
                  <a:pt x="270939" y="43779"/>
                </a:lnTo>
                <a:lnTo>
                  <a:pt x="272309" y="44003"/>
                </a:lnTo>
                <a:lnTo>
                  <a:pt x="273657" y="44290"/>
                </a:lnTo>
                <a:lnTo>
                  <a:pt x="274983" y="44642"/>
                </a:lnTo>
                <a:lnTo>
                  <a:pt x="276288" y="45057"/>
                </a:lnTo>
                <a:lnTo>
                  <a:pt x="277570" y="45537"/>
                </a:lnTo>
                <a:lnTo>
                  <a:pt x="278830" y="46080"/>
                </a:lnTo>
                <a:lnTo>
                  <a:pt x="280069" y="46688"/>
                </a:lnTo>
                <a:lnTo>
                  <a:pt x="281286" y="47359"/>
                </a:lnTo>
                <a:lnTo>
                  <a:pt x="282480" y="48094"/>
                </a:lnTo>
                <a:lnTo>
                  <a:pt x="283634" y="48881"/>
                </a:lnTo>
                <a:lnTo>
                  <a:pt x="284730" y="49708"/>
                </a:lnTo>
                <a:lnTo>
                  <a:pt x="285766" y="50574"/>
                </a:lnTo>
                <a:lnTo>
                  <a:pt x="286743" y="51480"/>
                </a:lnTo>
                <a:lnTo>
                  <a:pt x="287661" y="52425"/>
                </a:lnTo>
                <a:lnTo>
                  <a:pt x="288519" y="53410"/>
                </a:lnTo>
                <a:lnTo>
                  <a:pt x="289319" y="54435"/>
                </a:lnTo>
                <a:lnTo>
                  <a:pt x="290060" y="55499"/>
                </a:lnTo>
                <a:lnTo>
                  <a:pt x="290742" y="56602"/>
                </a:lnTo>
                <a:lnTo>
                  <a:pt x="291364" y="57746"/>
                </a:lnTo>
                <a:lnTo>
                  <a:pt x="291928" y="58928"/>
                </a:lnTo>
                <a:lnTo>
                  <a:pt x="292432" y="60151"/>
                </a:lnTo>
                <a:lnTo>
                  <a:pt x="292887" y="61493"/>
                </a:lnTo>
                <a:lnTo>
                  <a:pt x="293303" y="63035"/>
                </a:lnTo>
                <a:lnTo>
                  <a:pt x="293679" y="64776"/>
                </a:lnTo>
                <a:lnTo>
                  <a:pt x="294015" y="66717"/>
                </a:lnTo>
                <a:lnTo>
                  <a:pt x="294312" y="68858"/>
                </a:lnTo>
                <a:lnTo>
                  <a:pt x="294570" y="71199"/>
                </a:lnTo>
                <a:lnTo>
                  <a:pt x="294787" y="73739"/>
                </a:lnTo>
                <a:lnTo>
                  <a:pt x="294965" y="76480"/>
                </a:lnTo>
                <a:lnTo>
                  <a:pt x="295104" y="79419"/>
                </a:lnTo>
                <a:lnTo>
                  <a:pt x="295203" y="82559"/>
                </a:lnTo>
                <a:lnTo>
                  <a:pt x="295262" y="85898"/>
                </a:lnTo>
                <a:lnTo>
                  <a:pt x="295282" y="89437"/>
                </a:lnTo>
                <a:lnTo>
                  <a:pt x="295282" y="144152"/>
                </a:lnTo>
                <a:lnTo>
                  <a:pt x="278973" y="144152"/>
                </a:lnTo>
                <a:lnTo>
                  <a:pt x="278973" y="87478"/>
                </a:lnTo>
                <a:lnTo>
                  <a:pt x="278963" y="85194"/>
                </a:lnTo>
                <a:lnTo>
                  <a:pt x="278935" y="83043"/>
                </a:lnTo>
                <a:lnTo>
                  <a:pt x="278888" y="81026"/>
                </a:lnTo>
                <a:lnTo>
                  <a:pt x="278822" y="79142"/>
                </a:lnTo>
                <a:lnTo>
                  <a:pt x="278737" y="77391"/>
                </a:lnTo>
                <a:lnTo>
                  <a:pt x="278633" y="75773"/>
                </a:lnTo>
                <a:lnTo>
                  <a:pt x="278510" y="74288"/>
                </a:lnTo>
                <a:lnTo>
                  <a:pt x="278369" y="72937"/>
                </a:lnTo>
                <a:lnTo>
                  <a:pt x="278208" y="71719"/>
                </a:lnTo>
                <a:lnTo>
                  <a:pt x="278029" y="70634"/>
                </a:lnTo>
                <a:lnTo>
                  <a:pt x="277831" y="69683"/>
                </a:lnTo>
                <a:lnTo>
                  <a:pt x="277614" y="68864"/>
                </a:lnTo>
                <a:lnTo>
                  <a:pt x="277371" y="68124"/>
                </a:lnTo>
                <a:lnTo>
                  <a:pt x="277097" y="67406"/>
                </a:lnTo>
                <a:lnTo>
                  <a:pt x="276792" y="66711"/>
                </a:lnTo>
                <a:lnTo>
                  <a:pt x="276454" y="66038"/>
                </a:lnTo>
                <a:lnTo>
                  <a:pt x="276085" y="65387"/>
                </a:lnTo>
                <a:lnTo>
                  <a:pt x="275685" y="64759"/>
                </a:lnTo>
                <a:lnTo>
                  <a:pt x="275252" y="64154"/>
                </a:lnTo>
                <a:lnTo>
                  <a:pt x="274788" y="63571"/>
                </a:lnTo>
                <a:lnTo>
                  <a:pt x="274293" y="63010"/>
                </a:lnTo>
                <a:lnTo>
                  <a:pt x="273765" y="62472"/>
                </a:lnTo>
                <a:lnTo>
                  <a:pt x="273206" y="61956"/>
                </a:lnTo>
                <a:lnTo>
                  <a:pt x="272616" y="61463"/>
                </a:lnTo>
                <a:lnTo>
                  <a:pt x="272005" y="61002"/>
                </a:lnTo>
                <a:lnTo>
                  <a:pt x="271385" y="60580"/>
                </a:lnTo>
                <a:lnTo>
                  <a:pt x="270755" y="60199"/>
                </a:lnTo>
                <a:lnTo>
                  <a:pt x="270117" y="59857"/>
                </a:lnTo>
                <a:lnTo>
                  <a:pt x="269469" y="59556"/>
                </a:lnTo>
                <a:lnTo>
                  <a:pt x="268813" y="59295"/>
                </a:lnTo>
                <a:lnTo>
                  <a:pt x="268147" y="59074"/>
                </a:lnTo>
                <a:lnTo>
                  <a:pt x="267472" y="58894"/>
                </a:lnTo>
                <a:lnTo>
                  <a:pt x="266788" y="58753"/>
                </a:lnTo>
                <a:lnTo>
                  <a:pt x="266094" y="58653"/>
                </a:lnTo>
                <a:lnTo>
                  <a:pt x="265392" y="58593"/>
                </a:lnTo>
                <a:lnTo>
                  <a:pt x="264680" y="58573"/>
                </a:lnTo>
                <a:lnTo>
                  <a:pt x="263239" y="58629"/>
                </a:lnTo>
                <a:lnTo>
                  <a:pt x="261781" y="58799"/>
                </a:lnTo>
                <a:lnTo>
                  <a:pt x="260305" y="59082"/>
                </a:lnTo>
                <a:lnTo>
                  <a:pt x="258811" y="59478"/>
                </a:lnTo>
                <a:lnTo>
                  <a:pt x="257299" y="59987"/>
                </a:lnTo>
                <a:lnTo>
                  <a:pt x="255770" y="60609"/>
                </a:lnTo>
                <a:lnTo>
                  <a:pt x="254223" y="61345"/>
                </a:lnTo>
                <a:lnTo>
                  <a:pt x="252658" y="62193"/>
                </a:lnTo>
                <a:lnTo>
                  <a:pt x="251076" y="63155"/>
                </a:lnTo>
                <a:lnTo>
                  <a:pt x="249476" y="64230"/>
                </a:lnTo>
                <a:lnTo>
                  <a:pt x="247858" y="65418"/>
                </a:lnTo>
                <a:lnTo>
                  <a:pt x="246223" y="66719"/>
                </a:lnTo>
                <a:lnTo>
                  <a:pt x="244603" y="68105"/>
                </a:lnTo>
                <a:lnTo>
                  <a:pt x="243031" y="69549"/>
                </a:lnTo>
                <a:lnTo>
                  <a:pt x="241507" y="71049"/>
                </a:lnTo>
                <a:lnTo>
                  <a:pt x="240032" y="72607"/>
                </a:lnTo>
                <a:lnTo>
                  <a:pt x="238604" y="74222"/>
                </a:lnTo>
                <a:lnTo>
                  <a:pt x="237225" y="75894"/>
                </a:lnTo>
                <a:lnTo>
                  <a:pt x="235893" y="77623"/>
                </a:lnTo>
                <a:lnTo>
                  <a:pt x="234610" y="79410"/>
                </a:lnTo>
                <a:lnTo>
                  <a:pt x="233375" y="81254"/>
                </a:lnTo>
                <a:lnTo>
                  <a:pt x="232188" y="83154"/>
                </a:lnTo>
                <a:lnTo>
                  <a:pt x="231049" y="85112"/>
                </a:lnTo>
                <a:lnTo>
                  <a:pt x="229958" y="87127"/>
                </a:lnTo>
                <a:lnTo>
                  <a:pt x="229958" y="144152"/>
                </a:lnTo>
                <a:lnTo>
                  <a:pt x="213649" y="144152"/>
                </a:lnTo>
                <a:close/>
                <a:moveTo>
                  <a:pt x="403422" y="141225"/>
                </a:moveTo>
                <a:lnTo>
                  <a:pt x="400700" y="142113"/>
                </a:lnTo>
                <a:lnTo>
                  <a:pt x="398000" y="142923"/>
                </a:lnTo>
                <a:lnTo>
                  <a:pt x="395322" y="143656"/>
                </a:lnTo>
                <a:lnTo>
                  <a:pt x="392666" y="144312"/>
                </a:lnTo>
                <a:lnTo>
                  <a:pt x="390032" y="144891"/>
                </a:lnTo>
                <a:lnTo>
                  <a:pt x="387419" y="145393"/>
                </a:lnTo>
                <a:lnTo>
                  <a:pt x="384829" y="145817"/>
                </a:lnTo>
                <a:lnTo>
                  <a:pt x="382261" y="146165"/>
                </a:lnTo>
                <a:lnTo>
                  <a:pt x="379714" y="146435"/>
                </a:lnTo>
                <a:lnTo>
                  <a:pt x="377190" y="146628"/>
                </a:lnTo>
                <a:lnTo>
                  <a:pt x="374687" y="146744"/>
                </a:lnTo>
                <a:lnTo>
                  <a:pt x="372206" y="146782"/>
                </a:lnTo>
                <a:lnTo>
                  <a:pt x="369774" y="146735"/>
                </a:lnTo>
                <a:lnTo>
                  <a:pt x="367387" y="146594"/>
                </a:lnTo>
                <a:lnTo>
                  <a:pt x="365046" y="146358"/>
                </a:lnTo>
                <a:lnTo>
                  <a:pt x="362751" y="146028"/>
                </a:lnTo>
                <a:lnTo>
                  <a:pt x="360502" y="145603"/>
                </a:lnTo>
                <a:lnTo>
                  <a:pt x="358298" y="145085"/>
                </a:lnTo>
                <a:lnTo>
                  <a:pt x="356139" y="144472"/>
                </a:lnTo>
                <a:lnTo>
                  <a:pt x="354027" y="143764"/>
                </a:lnTo>
                <a:lnTo>
                  <a:pt x="351960" y="142963"/>
                </a:lnTo>
                <a:lnTo>
                  <a:pt x="349938" y="142067"/>
                </a:lnTo>
                <a:lnTo>
                  <a:pt x="347963" y="141077"/>
                </a:lnTo>
                <a:lnTo>
                  <a:pt x="346033" y="139992"/>
                </a:lnTo>
                <a:lnTo>
                  <a:pt x="344161" y="138827"/>
                </a:lnTo>
                <a:lnTo>
                  <a:pt x="342359" y="137595"/>
                </a:lnTo>
                <a:lnTo>
                  <a:pt x="340627" y="136296"/>
                </a:lnTo>
                <a:lnTo>
                  <a:pt x="338965" y="134930"/>
                </a:lnTo>
                <a:lnTo>
                  <a:pt x="337373" y="133498"/>
                </a:lnTo>
                <a:lnTo>
                  <a:pt x="335851" y="131998"/>
                </a:lnTo>
                <a:lnTo>
                  <a:pt x="334399" y="130431"/>
                </a:lnTo>
                <a:lnTo>
                  <a:pt x="333017" y="128798"/>
                </a:lnTo>
                <a:lnTo>
                  <a:pt x="331705" y="127098"/>
                </a:lnTo>
                <a:lnTo>
                  <a:pt x="330463" y="125330"/>
                </a:lnTo>
                <a:lnTo>
                  <a:pt x="329291" y="123496"/>
                </a:lnTo>
                <a:lnTo>
                  <a:pt x="328189" y="121595"/>
                </a:lnTo>
                <a:lnTo>
                  <a:pt x="327167" y="119638"/>
                </a:lnTo>
                <a:lnTo>
                  <a:pt x="326233" y="117636"/>
                </a:lnTo>
                <a:lnTo>
                  <a:pt x="325389" y="115591"/>
                </a:lnTo>
                <a:lnTo>
                  <a:pt x="324633" y="113500"/>
                </a:lnTo>
                <a:lnTo>
                  <a:pt x="323966" y="111366"/>
                </a:lnTo>
                <a:lnTo>
                  <a:pt x="323389" y="109187"/>
                </a:lnTo>
                <a:lnTo>
                  <a:pt x="322900" y="106963"/>
                </a:lnTo>
                <a:lnTo>
                  <a:pt x="322500" y="104695"/>
                </a:lnTo>
                <a:lnTo>
                  <a:pt x="322188" y="102383"/>
                </a:lnTo>
                <a:lnTo>
                  <a:pt x="321966" y="100027"/>
                </a:lnTo>
                <a:lnTo>
                  <a:pt x="321833" y="97626"/>
                </a:lnTo>
                <a:lnTo>
                  <a:pt x="321788" y="95180"/>
                </a:lnTo>
                <a:lnTo>
                  <a:pt x="321889" y="91524"/>
                </a:lnTo>
                <a:lnTo>
                  <a:pt x="322191" y="87972"/>
                </a:lnTo>
                <a:lnTo>
                  <a:pt x="322695" y="84525"/>
                </a:lnTo>
                <a:lnTo>
                  <a:pt x="323401" y="81183"/>
                </a:lnTo>
                <a:lnTo>
                  <a:pt x="324308" y="77945"/>
                </a:lnTo>
                <a:lnTo>
                  <a:pt x="325416" y="74812"/>
                </a:lnTo>
                <a:lnTo>
                  <a:pt x="326726" y="71783"/>
                </a:lnTo>
                <a:lnTo>
                  <a:pt x="328238" y="68860"/>
                </a:lnTo>
                <a:lnTo>
                  <a:pt x="329951" y="66040"/>
                </a:lnTo>
                <a:lnTo>
                  <a:pt x="331866" y="63326"/>
                </a:lnTo>
                <a:lnTo>
                  <a:pt x="333982" y="60716"/>
                </a:lnTo>
                <a:lnTo>
                  <a:pt x="336300" y="58211"/>
                </a:lnTo>
                <a:lnTo>
                  <a:pt x="338760" y="55860"/>
                </a:lnTo>
                <a:lnTo>
                  <a:pt x="341304" y="53713"/>
                </a:lnTo>
                <a:lnTo>
                  <a:pt x="343931" y="51771"/>
                </a:lnTo>
                <a:lnTo>
                  <a:pt x="346642" y="50033"/>
                </a:lnTo>
                <a:lnTo>
                  <a:pt x="349436" y="48500"/>
                </a:lnTo>
                <a:lnTo>
                  <a:pt x="352313" y="47171"/>
                </a:lnTo>
                <a:lnTo>
                  <a:pt x="355274" y="46047"/>
                </a:lnTo>
                <a:lnTo>
                  <a:pt x="358318" y="45127"/>
                </a:lnTo>
                <a:lnTo>
                  <a:pt x="361446" y="44411"/>
                </a:lnTo>
                <a:lnTo>
                  <a:pt x="364657" y="43900"/>
                </a:lnTo>
                <a:lnTo>
                  <a:pt x="367952" y="43593"/>
                </a:lnTo>
                <a:lnTo>
                  <a:pt x="371330" y="43491"/>
                </a:lnTo>
                <a:lnTo>
                  <a:pt x="373870" y="43531"/>
                </a:lnTo>
                <a:lnTo>
                  <a:pt x="376435" y="43650"/>
                </a:lnTo>
                <a:lnTo>
                  <a:pt x="379024" y="43849"/>
                </a:lnTo>
                <a:lnTo>
                  <a:pt x="381637" y="44128"/>
                </a:lnTo>
                <a:lnTo>
                  <a:pt x="384275" y="44487"/>
                </a:lnTo>
                <a:lnTo>
                  <a:pt x="386937" y="44925"/>
                </a:lnTo>
                <a:lnTo>
                  <a:pt x="389624" y="45443"/>
                </a:lnTo>
                <a:lnTo>
                  <a:pt x="392335" y="46040"/>
                </a:lnTo>
                <a:lnTo>
                  <a:pt x="395070" y="46717"/>
                </a:lnTo>
                <a:lnTo>
                  <a:pt x="397829" y="47474"/>
                </a:lnTo>
                <a:lnTo>
                  <a:pt x="400613" y="48310"/>
                </a:lnTo>
                <a:lnTo>
                  <a:pt x="403422" y="49226"/>
                </a:lnTo>
                <a:lnTo>
                  <a:pt x="403422" y="64946"/>
                </a:lnTo>
                <a:lnTo>
                  <a:pt x="400597" y="63704"/>
                </a:lnTo>
                <a:lnTo>
                  <a:pt x="397822" y="62570"/>
                </a:lnTo>
                <a:lnTo>
                  <a:pt x="395097" y="61544"/>
                </a:lnTo>
                <a:lnTo>
                  <a:pt x="392422" y="60626"/>
                </a:lnTo>
                <a:lnTo>
                  <a:pt x="389797" y="59816"/>
                </a:lnTo>
                <a:lnTo>
                  <a:pt x="387222" y="59114"/>
                </a:lnTo>
                <a:lnTo>
                  <a:pt x="384697" y="58520"/>
                </a:lnTo>
                <a:lnTo>
                  <a:pt x="382222" y="58034"/>
                </a:lnTo>
                <a:lnTo>
                  <a:pt x="379796" y="57656"/>
                </a:lnTo>
                <a:lnTo>
                  <a:pt x="377421" y="57386"/>
                </a:lnTo>
                <a:lnTo>
                  <a:pt x="375096" y="57224"/>
                </a:lnTo>
                <a:lnTo>
                  <a:pt x="372820" y="57170"/>
                </a:lnTo>
                <a:lnTo>
                  <a:pt x="371337" y="57200"/>
                </a:lnTo>
                <a:lnTo>
                  <a:pt x="369868" y="57292"/>
                </a:lnTo>
                <a:lnTo>
                  <a:pt x="368414" y="57446"/>
                </a:lnTo>
                <a:lnTo>
                  <a:pt x="366975" y="57660"/>
                </a:lnTo>
                <a:lnTo>
                  <a:pt x="365550" y="57936"/>
                </a:lnTo>
                <a:lnTo>
                  <a:pt x="364139" y="58273"/>
                </a:lnTo>
                <a:lnTo>
                  <a:pt x="362744" y="58672"/>
                </a:lnTo>
                <a:lnTo>
                  <a:pt x="361363" y="59132"/>
                </a:lnTo>
                <a:lnTo>
                  <a:pt x="359996" y="59653"/>
                </a:lnTo>
                <a:lnTo>
                  <a:pt x="358645" y="60235"/>
                </a:lnTo>
                <a:lnTo>
                  <a:pt x="357307" y="60879"/>
                </a:lnTo>
                <a:lnTo>
                  <a:pt x="355985" y="61584"/>
                </a:lnTo>
                <a:lnTo>
                  <a:pt x="354695" y="62354"/>
                </a:lnTo>
                <a:lnTo>
                  <a:pt x="353454" y="63192"/>
                </a:lnTo>
                <a:lnTo>
                  <a:pt x="352264" y="64098"/>
                </a:lnTo>
                <a:lnTo>
                  <a:pt x="351123" y="65074"/>
                </a:lnTo>
                <a:lnTo>
                  <a:pt x="350033" y="66118"/>
                </a:lnTo>
                <a:lnTo>
                  <a:pt x="348992" y="67230"/>
                </a:lnTo>
                <a:lnTo>
                  <a:pt x="348001" y="68411"/>
                </a:lnTo>
                <a:lnTo>
                  <a:pt x="347061" y="69661"/>
                </a:lnTo>
                <a:lnTo>
                  <a:pt x="346170" y="70979"/>
                </a:lnTo>
                <a:lnTo>
                  <a:pt x="345329" y="72366"/>
                </a:lnTo>
                <a:lnTo>
                  <a:pt x="344538" y="73821"/>
                </a:lnTo>
                <a:lnTo>
                  <a:pt x="343797" y="75345"/>
                </a:lnTo>
                <a:lnTo>
                  <a:pt x="343111" y="76907"/>
                </a:lnTo>
                <a:lnTo>
                  <a:pt x="342484" y="78476"/>
                </a:lnTo>
                <a:lnTo>
                  <a:pt x="341917" y="80052"/>
                </a:lnTo>
                <a:lnTo>
                  <a:pt x="341410" y="81636"/>
                </a:lnTo>
                <a:lnTo>
                  <a:pt x="340962" y="83227"/>
                </a:lnTo>
                <a:lnTo>
                  <a:pt x="340575" y="84825"/>
                </a:lnTo>
                <a:lnTo>
                  <a:pt x="340246" y="86430"/>
                </a:lnTo>
                <a:lnTo>
                  <a:pt x="339978" y="88043"/>
                </a:lnTo>
                <a:lnTo>
                  <a:pt x="339769" y="89663"/>
                </a:lnTo>
                <a:lnTo>
                  <a:pt x="339620" y="91290"/>
                </a:lnTo>
                <a:lnTo>
                  <a:pt x="339530" y="92925"/>
                </a:lnTo>
                <a:lnTo>
                  <a:pt x="339500" y="94567"/>
                </a:lnTo>
                <a:lnTo>
                  <a:pt x="339558" y="96757"/>
                </a:lnTo>
                <a:lnTo>
                  <a:pt x="339731" y="98931"/>
                </a:lnTo>
                <a:lnTo>
                  <a:pt x="340018" y="101087"/>
                </a:lnTo>
                <a:lnTo>
                  <a:pt x="340421" y="103227"/>
                </a:lnTo>
                <a:lnTo>
                  <a:pt x="340939" y="105349"/>
                </a:lnTo>
                <a:lnTo>
                  <a:pt x="341572" y="107455"/>
                </a:lnTo>
                <a:lnTo>
                  <a:pt x="342320" y="109543"/>
                </a:lnTo>
                <a:lnTo>
                  <a:pt x="343183" y="111615"/>
                </a:lnTo>
                <a:lnTo>
                  <a:pt x="344161" y="113670"/>
                </a:lnTo>
                <a:lnTo>
                  <a:pt x="345255" y="115707"/>
                </a:lnTo>
                <a:lnTo>
                  <a:pt x="346463" y="117728"/>
                </a:lnTo>
                <a:lnTo>
                  <a:pt x="347786" y="119732"/>
                </a:lnTo>
                <a:lnTo>
                  <a:pt x="349233" y="121644"/>
                </a:lnTo>
                <a:lnTo>
                  <a:pt x="350810" y="123389"/>
                </a:lnTo>
                <a:lnTo>
                  <a:pt x="352519" y="124968"/>
                </a:lnTo>
                <a:lnTo>
                  <a:pt x="354358" y="126381"/>
                </a:lnTo>
                <a:lnTo>
                  <a:pt x="356328" y="127628"/>
                </a:lnTo>
                <a:lnTo>
                  <a:pt x="358429" y="128708"/>
                </a:lnTo>
                <a:lnTo>
                  <a:pt x="360661" y="129623"/>
                </a:lnTo>
                <a:lnTo>
                  <a:pt x="363024" y="130371"/>
                </a:lnTo>
                <a:lnTo>
                  <a:pt x="365518" y="130953"/>
                </a:lnTo>
                <a:lnTo>
                  <a:pt x="368142" y="131368"/>
                </a:lnTo>
                <a:lnTo>
                  <a:pt x="370898" y="131618"/>
                </a:lnTo>
                <a:lnTo>
                  <a:pt x="373785" y="131701"/>
                </a:lnTo>
                <a:lnTo>
                  <a:pt x="374675" y="131695"/>
                </a:lnTo>
                <a:lnTo>
                  <a:pt x="375563" y="131680"/>
                </a:lnTo>
                <a:lnTo>
                  <a:pt x="376448" y="131654"/>
                </a:lnTo>
                <a:lnTo>
                  <a:pt x="377331" y="131618"/>
                </a:lnTo>
                <a:lnTo>
                  <a:pt x="378211" y="131572"/>
                </a:lnTo>
                <a:lnTo>
                  <a:pt x="379089" y="131515"/>
                </a:lnTo>
                <a:lnTo>
                  <a:pt x="379965" y="131448"/>
                </a:lnTo>
                <a:lnTo>
                  <a:pt x="380838" y="131371"/>
                </a:lnTo>
                <a:lnTo>
                  <a:pt x="381709" y="131283"/>
                </a:lnTo>
                <a:lnTo>
                  <a:pt x="382577" y="131185"/>
                </a:lnTo>
                <a:lnTo>
                  <a:pt x="383443" y="131077"/>
                </a:lnTo>
                <a:lnTo>
                  <a:pt x="384307" y="130958"/>
                </a:lnTo>
                <a:lnTo>
                  <a:pt x="385230" y="130807"/>
                </a:lnTo>
                <a:lnTo>
                  <a:pt x="386275" y="130600"/>
                </a:lnTo>
                <a:lnTo>
                  <a:pt x="387441" y="130338"/>
                </a:lnTo>
                <a:lnTo>
                  <a:pt x="388730" y="130021"/>
                </a:lnTo>
                <a:lnTo>
                  <a:pt x="390140" y="129649"/>
                </a:lnTo>
                <a:lnTo>
                  <a:pt x="391672" y="129222"/>
                </a:lnTo>
                <a:lnTo>
                  <a:pt x="393326" y="128739"/>
                </a:lnTo>
                <a:lnTo>
                  <a:pt x="395101" y="128201"/>
                </a:lnTo>
                <a:lnTo>
                  <a:pt x="396999" y="127608"/>
                </a:lnTo>
                <a:lnTo>
                  <a:pt x="399018" y="126959"/>
                </a:lnTo>
                <a:lnTo>
                  <a:pt x="401159" y="126256"/>
                </a:lnTo>
                <a:lnTo>
                  <a:pt x="403422" y="125497"/>
                </a:lnTo>
                <a:lnTo>
                  <a:pt x="403422" y="141225"/>
                </a:lnTo>
                <a:close/>
                <a:moveTo>
                  <a:pt x="468596" y="148361"/>
                </a:moveTo>
                <a:lnTo>
                  <a:pt x="467629" y="148331"/>
                </a:lnTo>
                <a:lnTo>
                  <a:pt x="466684" y="148244"/>
                </a:lnTo>
                <a:lnTo>
                  <a:pt x="465763" y="148097"/>
                </a:lnTo>
                <a:lnTo>
                  <a:pt x="464865" y="147893"/>
                </a:lnTo>
                <a:lnTo>
                  <a:pt x="463990" y="147630"/>
                </a:lnTo>
                <a:lnTo>
                  <a:pt x="463138" y="147308"/>
                </a:lnTo>
                <a:lnTo>
                  <a:pt x="462309" y="146928"/>
                </a:lnTo>
                <a:lnTo>
                  <a:pt x="461504" y="146490"/>
                </a:lnTo>
                <a:lnTo>
                  <a:pt x="460721" y="145993"/>
                </a:lnTo>
                <a:lnTo>
                  <a:pt x="459962" y="145438"/>
                </a:lnTo>
                <a:lnTo>
                  <a:pt x="459226" y="144824"/>
                </a:lnTo>
                <a:lnTo>
                  <a:pt x="458513" y="144152"/>
                </a:lnTo>
                <a:lnTo>
                  <a:pt x="457840" y="143439"/>
                </a:lnTo>
                <a:lnTo>
                  <a:pt x="457227" y="142702"/>
                </a:lnTo>
                <a:lnTo>
                  <a:pt x="456671" y="141943"/>
                </a:lnTo>
                <a:lnTo>
                  <a:pt x="456174" y="141161"/>
                </a:lnTo>
                <a:lnTo>
                  <a:pt x="455736" y="140355"/>
                </a:lnTo>
                <a:lnTo>
                  <a:pt x="455356" y="139526"/>
                </a:lnTo>
                <a:lnTo>
                  <a:pt x="455035" y="138675"/>
                </a:lnTo>
                <a:lnTo>
                  <a:pt x="454771" y="137800"/>
                </a:lnTo>
                <a:lnTo>
                  <a:pt x="454567" y="136901"/>
                </a:lnTo>
                <a:lnTo>
                  <a:pt x="454421" y="135980"/>
                </a:lnTo>
                <a:lnTo>
                  <a:pt x="454333" y="135036"/>
                </a:lnTo>
                <a:lnTo>
                  <a:pt x="454304" y="134068"/>
                </a:lnTo>
                <a:lnTo>
                  <a:pt x="454333" y="133087"/>
                </a:lnTo>
                <a:lnTo>
                  <a:pt x="454422" y="132131"/>
                </a:lnTo>
                <a:lnTo>
                  <a:pt x="454570" y="131199"/>
                </a:lnTo>
                <a:lnTo>
                  <a:pt x="454776" y="130293"/>
                </a:lnTo>
                <a:lnTo>
                  <a:pt x="455042" y="129411"/>
                </a:lnTo>
                <a:lnTo>
                  <a:pt x="455367" y="128555"/>
                </a:lnTo>
                <a:lnTo>
                  <a:pt x="455751" y="127724"/>
                </a:lnTo>
                <a:lnTo>
                  <a:pt x="456194" y="126917"/>
                </a:lnTo>
                <a:lnTo>
                  <a:pt x="456696" y="126135"/>
                </a:lnTo>
                <a:lnTo>
                  <a:pt x="457257" y="125379"/>
                </a:lnTo>
                <a:lnTo>
                  <a:pt x="457877" y="124647"/>
                </a:lnTo>
                <a:lnTo>
                  <a:pt x="458556" y="123941"/>
                </a:lnTo>
                <a:lnTo>
                  <a:pt x="459276" y="123275"/>
                </a:lnTo>
                <a:lnTo>
                  <a:pt x="460017" y="122668"/>
                </a:lnTo>
                <a:lnTo>
                  <a:pt x="460779" y="122118"/>
                </a:lnTo>
                <a:lnTo>
                  <a:pt x="461562" y="121627"/>
                </a:lnTo>
                <a:lnTo>
                  <a:pt x="462367" y="121193"/>
                </a:lnTo>
                <a:lnTo>
                  <a:pt x="463193" y="120817"/>
                </a:lnTo>
                <a:lnTo>
                  <a:pt x="464040" y="120499"/>
                </a:lnTo>
                <a:lnTo>
                  <a:pt x="464909" y="120238"/>
                </a:lnTo>
                <a:lnTo>
                  <a:pt x="465799" y="120036"/>
                </a:lnTo>
                <a:lnTo>
                  <a:pt x="466710" y="119891"/>
                </a:lnTo>
                <a:lnTo>
                  <a:pt x="467642" y="119805"/>
                </a:lnTo>
                <a:lnTo>
                  <a:pt x="468596" y="119776"/>
                </a:lnTo>
                <a:lnTo>
                  <a:pt x="469550" y="119805"/>
                </a:lnTo>
                <a:lnTo>
                  <a:pt x="470483" y="119891"/>
                </a:lnTo>
                <a:lnTo>
                  <a:pt x="471394" y="120036"/>
                </a:lnTo>
                <a:lnTo>
                  <a:pt x="472284" y="120238"/>
                </a:lnTo>
                <a:lnTo>
                  <a:pt x="473152" y="120499"/>
                </a:lnTo>
                <a:lnTo>
                  <a:pt x="474000" y="120817"/>
                </a:lnTo>
                <a:lnTo>
                  <a:pt x="474826" y="121193"/>
                </a:lnTo>
                <a:lnTo>
                  <a:pt x="475630" y="121627"/>
                </a:lnTo>
                <a:lnTo>
                  <a:pt x="476414" y="122118"/>
                </a:lnTo>
                <a:lnTo>
                  <a:pt x="477176" y="122668"/>
                </a:lnTo>
                <a:lnTo>
                  <a:pt x="477917" y="123275"/>
                </a:lnTo>
                <a:lnTo>
                  <a:pt x="478636" y="123941"/>
                </a:lnTo>
                <a:lnTo>
                  <a:pt x="479315" y="124647"/>
                </a:lnTo>
                <a:lnTo>
                  <a:pt x="479935" y="125379"/>
                </a:lnTo>
                <a:lnTo>
                  <a:pt x="480497" y="126135"/>
                </a:lnTo>
                <a:lnTo>
                  <a:pt x="480999" y="126917"/>
                </a:lnTo>
                <a:lnTo>
                  <a:pt x="481442" y="127724"/>
                </a:lnTo>
                <a:lnTo>
                  <a:pt x="481826" y="128555"/>
                </a:lnTo>
                <a:lnTo>
                  <a:pt x="482150" y="129411"/>
                </a:lnTo>
                <a:lnTo>
                  <a:pt x="482416" y="130293"/>
                </a:lnTo>
                <a:lnTo>
                  <a:pt x="482623" y="131199"/>
                </a:lnTo>
                <a:lnTo>
                  <a:pt x="482771" y="132131"/>
                </a:lnTo>
                <a:lnTo>
                  <a:pt x="482859" y="133087"/>
                </a:lnTo>
                <a:lnTo>
                  <a:pt x="482889" y="134068"/>
                </a:lnTo>
                <a:lnTo>
                  <a:pt x="482859" y="135036"/>
                </a:lnTo>
                <a:lnTo>
                  <a:pt x="482772" y="135980"/>
                </a:lnTo>
                <a:lnTo>
                  <a:pt x="482626" y="136901"/>
                </a:lnTo>
                <a:lnTo>
                  <a:pt x="482421" y="137800"/>
                </a:lnTo>
                <a:lnTo>
                  <a:pt x="482158" y="138675"/>
                </a:lnTo>
                <a:lnTo>
                  <a:pt x="481836" y="139526"/>
                </a:lnTo>
                <a:lnTo>
                  <a:pt x="481457" y="140355"/>
                </a:lnTo>
                <a:lnTo>
                  <a:pt x="481018" y="141161"/>
                </a:lnTo>
                <a:lnTo>
                  <a:pt x="480521" y="141943"/>
                </a:lnTo>
                <a:lnTo>
                  <a:pt x="479966" y="142702"/>
                </a:lnTo>
                <a:lnTo>
                  <a:pt x="479352" y="143439"/>
                </a:lnTo>
                <a:lnTo>
                  <a:pt x="478680" y="144152"/>
                </a:lnTo>
                <a:lnTo>
                  <a:pt x="477967" y="144824"/>
                </a:lnTo>
                <a:lnTo>
                  <a:pt x="477231" y="145438"/>
                </a:lnTo>
                <a:lnTo>
                  <a:pt x="476471" y="145993"/>
                </a:lnTo>
                <a:lnTo>
                  <a:pt x="475689" y="146490"/>
                </a:lnTo>
                <a:lnTo>
                  <a:pt x="474883" y="146928"/>
                </a:lnTo>
                <a:lnTo>
                  <a:pt x="474055" y="147308"/>
                </a:lnTo>
                <a:lnTo>
                  <a:pt x="473203" y="147630"/>
                </a:lnTo>
                <a:lnTo>
                  <a:pt x="472328" y="147893"/>
                </a:lnTo>
                <a:lnTo>
                  <a:pt x="471430" y="148097"/>
                </a:lnTo>
                <a:lnTo>
                  <a:pt x="470508" y="148244"/>
                </a:lnTo>
                <a:lnTo>
                  <a:pt x="469564" y="148331"/>
                </a:lnTo>
                <a:lnTo>
                  <a:pt x="468596" y="148361"/>
                </a:lnTo>
                <a:close/>
                <a:moveTo>
                  <a:pt x="558498" y="144152"/>
                </a:moveTo>
                <a:lnTo>
                  <a:pt x="558498" y="68042"/>
                </a:lnTo>
                <a:lnTo>
                  <a:pt x="536752" y="68042"/>
                </a:lnTo>
                <a:lnTo>
                  <a:pt x="536752" y="54364"/>
                </a:lnTo>
                <a:lnTo>
                  <a:pt x="558498" y="54364"/>
                </a:lnTo>
                <a:lnTo>
                  <a:pt x="558498" y="49812"/>
                </a:lnTo>
                <a:lnTo>
                  <a:pt x="558528" y="46658"/>
                </a:lnTo>
                <a:lnTo>
                  <a:pt x="558619" y="43643"/>
                </a:lnTo>
                <a:lnTo>
                  <a:pt x="558772" y="40768"/>
                </a:lnTo>
                <a:lnTo>
                  <a:pt x="558985" y="38033"/>
                </a:lnTo>
                <a:lnTo>
                  <a:pt x="559259" y="35437"/>
                </a:lnTo>
                <a:lnTo>
                  <a:pt x="559594" y="32982"/>
                </a:lnTo>
                <a:lnTo>
                  <a:pt x="559989" y="30666"/>
                </a:lnTo>
                <a:lnTo>
                  <a:pt x="560446" y="28491"/>
                </a:lnTo>
                <a:lnTo>
                  <a:pt x="560964" y="26455"/>
                </a:lnTo>
                <a:lnTo>
                  <a:pt x="561542" y="24559"/>
                </a:lnTo>
                <a:lnTo>
                  <a:pt x="562182" y="22803"/>
                </a:lnTo>
                <a:lnTo>
                  <a:pt x="562882" y="21187"/>
                </a:lnTo>
                <a:lnTo>
                  <a:pt x="563646" y="19663"/>
                </a:lnTo>
                <a:lnTo>
                  <a:pt x="564476" y="18185"/>
                </a:lnTo>
                <a:lnTo>
                  <a:pt x="565373" y="16754"/>
                </a:lnTo>
                <a:lnTo>
                  <a:pt x="566336" y="15369"/>
                </a:lnTo>
                <a:lnTo>
                  <a:pt x="567365" y="14031"/>
                </a:lnTo>
                <a:lnTo>
                  <a:pt x="568461" y="12738"/>
                </a:lnTo>
                <a:lnTo>
                  <a:pt x="569623" y="11492"/>
                </a:lnTo>
                <a:lnTo>
                  <a:pt x="570851" y="10292"/>
                </a:lnTo>
                <a:lnTo>
                  <a:pt x="572146" y="9138"/>
                </a:lnTo>
                <a:lnTo>
                  <a:pt x="573507" y="8031"/>
                </a:lnTo>
                <a:lnTo>
                  <a:pt x="574935" y="6969"/>
                </a:lnTo>
                <a:lnTo>
                  <a:pt x="576429" y="5954"/>
                </a:lnTo>
                <a:lnTo>
                  <a:pt x="577997" y="5003"/>
                </a:lnTo>
                <a:lnTo>
                  <a:pt x="579648" y="4135"/>
                </a:lnTo>
                <a:lnTo>
                  <a:pt x="581380" y="3349"/>
                </a:lnTo>
                <a:lnTo>
                  <a:pt x="583195" y="2646"/>
                </a:lnTo>
                <a:lnTo>
                  <a:pt x="585092" y="2026"/>
                </a:lnTo>
                <a:lnTo>
                  <a:pt x="587072" y="1489"/>
                </a:lnTo>
                <a:lnTo>
                  <a:pt x="589133" y="1034"/>
                </a:lnTo>
                <a:lnTo>
                  <a:pt x="591277" y="662"/>
                </a:lnTo>
                <a:lnTo>
                  <a:pt x="593503" y="372"/>
                </a:lnTo>
                <a:lnTo>
                  <a:pt x="595811" y="165"/>
                </a:lnTo>
                <a:lnTo>
                  <a:pt x="598201" y="41"/>
                </a:lnTo>
                <a:lnTo>
                  <a:pt x="600673" y="0"/>
                </a:lnTo>
                <a:lnTo>
                  <a:pt x="602576" y="16"/>
                </a:lnTo>
                <a:lnTo>
                  <a:pt x="604483" y="66"/>
                </a:lnTo>
                <a:lnTo>
                  <a:pt x="606395" y="148"/>
                </a:lnTo>
                <a:lnTo>
                  <a:pt x="608312" y="263"/>
                </a:lnTo>
                <a:lnTo>
                  <a:pt x="610233" y="411"/>
                </a:lnTo>
                <a:lnTo>
                  <a:pt x="612160" y="592"/>
                </a:lnTo>
                <a:lnTo>
                  <a:pt x="614091" y="806"/>
                </a:lnTo>
                <a:lnTo>
                  <a:pt x="616028" y="1052"/>
                </a:lnTo>
                <a:lnTo>
                  <a:pt x="617969" y="1332"/>
                </a:lnTo>
                <a:lnTo>
                  <a:pt x="619915" y="1644"/>
                </a:lnTo>
                <a:lnTo>
                  <a:pt x="621866" y="1989"/>
                </a:lnTo>
                <a:lnTo>
                  <a:pt x="623822" y="2367"/>
                </a:lnTo>
                <a:lnTo>
                  <a:pt x="623822" y="17887"/>
                </a:lnTo>
                <a:lnTo>
                  <a:pt x="621723" y="17215"/>
                </a:lnTo>
                <a:lnTo>
                  <a:pt x="619664" y="16601"/>
                </a:lnTo>
                <a:lnTo>
                  <a:pt x="617646" y="16046"/>
                </a:lnTo>
                <a:lnTo>
                  <a:pt x="615667" y="15549"/>
                </a:lnTo>
                <a:lnTo>
                  <a:pt x="613729" y="15111"/>
                </a:lnTo>
                <a:lnTo>
                  <a:pt x="611831" y="14731"/>
                </a:lnTo>
                <a:lnTo>
                  <a:pt x="609973" y="14409"/>
                </a:lnTo>
                <a:lnTo>
                  <a:pt x="608156" y="14146"/>
                </a:lnTo>
                <a:lnTo>
                  <a:pt x="606378" y="13942"/>
                </a:lnTo>
                <a:lnTo>
                  <a:pt x="604641" y="13796"/>
                </a:lnTo>
                <a:lnTo>
                  <a:pt x="602944" y="13708"/>
                </a:lnTo>
                <a:lnTo>
                  <a:pt x="601287" y="13679"/>
                </a:lnTo>
                <a:lnTo>
                  <a:pt x="599999" y="13699"/>
                </a:lnTo>
                <a:lnTo>
                  <a:pt x="598737" y="13759"/>
                </a:lnTo>
                <a:lnTo>
                  <a:pt x="597500" y="13859"/>
                </a:lnTo>
                <a:lnTo>
                  <a:pt x="596289" y="14000"/>
                </a:lnTo>
                <a:lnTo>
                  <a:pt x="595104" y="14180"/>
                </a:lnTo>
                <a:lnTo>
                  <a:pt x="593944" y="14401"/>
                </a:lnTo>
                <a:lnTo>
                  <a:pt x="592809" y="14661"/>
                </a:lnTo>
                <a:lnTo>
                  <a:pt x="591700" y="14962"/>
                </a:lnTo>
                <a:lnTo>
                  <a:pt x="590617" y="15303"/>
                </a:lnTo>
                <a:lnTo>
                  <a:pt x="589560" y="15684"/>
                </a:lnTo>
                <a:lnTo>
                  <a:pt x="588527" y="16105"/>
                </a:lnTo>
                <a:lnTo>
                  <a:pt x="587521" y="16567"/>
                </a:lnTo>
                <a:lnTo>
                  <a:pt x="586545" y="17073"/>
                </a:lnTo>
                <a:lnTo>
                  <a:pt x="585605" y="17629"/>
                </a:lnTo>
                <a:lnTo>
                  <a:pt x="584701" y="18236"/>
                </a:lnTo>
                <a:lnTo>
                  <a:pt x="583833" y="18894"/>
                </a:lnTo>
                <a:lnTo>
                  <a:pt x="583001" y="19602"/>
                </a:lnTo>
                <a:lnTo>
                  <a:pt x="582205" y="20360"/>
                </a:lnTo>
                <a:lnTo>
                  <a:pt x="581445" y="21169"/>
                </a:lnTo>
                <a:lnTo>
                  <a:pt x="580721" y="22029"/>
                </a:lnTo>
                <a:lnTo>
                  <a:pt x="580032" y="22938"/>
                </a:lnTo>
                <a:lnTo>
                  <a:pt x="579380" y="23899"/>
                </a:lnTo>
                <a:lnTo>
                  <a:pt x="578763" y="24910"/>
                </a:lnTo>
                <a:lnTo>
                  <a:pt x="578183" y="25971"/>
                </a:lnTo>
                <a:lnTo>
                  <a:pt x="577643" y="27120"/>
                </a:lnTo>
                <a:lnTo>
                  <a:pt x="577151" y="28395"/>
                </a:lnTo>
                <a:lnTo>
                  <a:pt x="576706" y="29796"/>
                </a:lnTo>
                <a:lnTo>
                  <a:pt x="576307" y="31323"/>
                </a:lnTo>
                <a:lnTo>
                  <a:pt x="575956" y="32975"/>
                </a:lnTo>
                <a:lnTo>
                  <a:pt x="575651" y="34753"/>
                </a:lnTo>
                <a:lnTo>
                  <a:pt x="575393" y="36658"/>
                </a:lnTo>
                <a:lnTo>
                  <a:pt x="575182" y="38687"/>
                </a:lnTo>
                <a:lnTo>
                  <a:pt x="575018" y="40843"/>
                </a:lnTo>
                <a:lnTo>
                  <a:pt x="574901" y="43124"/>
                </a:lnTo>
                <a:lnTo>
                  <a:pt x="574830" y="45531"/>
                </a:lnTo>
                <a:lnTo>
                  <a:pt x="574807" y="48064"/>
                </a:lnTo>
                <a:lnTo>
                  <a:pt x="574807" y="54364"/>
                </a:lnTo>
                <a:lnTo>
                  <a:pt x="613651" y="54364"/>
                </a:lnTo>
                <a:lnTo>
                  <a:pt x="613651" y="68042"/>
                </a:lnTo>
                <a:lnTo>
                  <a:pt x="574807" y="68042"/>
                </a:lnTo>
                <a:lnTo>
                  <a:pt x="574807" y="144152"/>
                </a:lnTo>
                <a:lnTo>
                  <a:pt x="558498" y="144152"/>
                </a:lnTo>
                <a:close/>
                <a:moveTo>
                  <a:pt x="723632" y="46122"/>
                </a:moveTo>
                <a:lnTo>
                  <a:pt x="723632" y="144152"/>
                </a:lnTo>
                <a:lnTo>
                  <a:pt x="707322" y="144152"/>
                </a:lnTo>
                <a:lnTo>
                  <a:pt x="707322" y="122502"/>
                </a:lnTo>
                <a:lnTo>
                  <a:pt x="705995" y="124483"/>
                </a:lnTo>
                <a:lnTo>
                  <a:pt x="704643" y="126381"/>
                </a:lnTo>
                <a:lnTo>
                  <a:pt x="703267" y="128193"/>
                </a:lnTo>
                <a:lnTo>
                  <a:pt x="701867" y="129922"/>
                </a:lnTo>
                <a:lnTo>
                  <a:pt x="700442" y="131566"/>
                </a:lnTo>
                <a:lnTo>
                  <a:pt x="698993" y="133125"/>
                </a:lnTo>
                <a:lnTo>
                  <a:pt x="697519" y="134601"/>
                </a:lnTo>
                <a:lnTo>
                  <a:pt x="696021" y="135992"/>
                </a:lnTo>
                <a:lnTo>
                  <a:pt x="694499" y="137299"/>
                </a:lnTo>
                <a:lnTo>
                  <a:pt x="692952" y="138521"/>
                </a:lnTo>
                <a:lnTo>
                  <a:pt x="691381" y="139659"/>
                </a:lnTo>
                <a:lnTo>
                  <a:pt x="689786" y="140713"/>
                </a:lnTo>
                <a:lnTo>
                  <a:pt x="688178" y="141682"/>
                </a:lnTo>
                <a:lnTo>
                  <a:pt x="686571" y="142567"/>
                </a:lnTo>
                <a:lnTo>
                  <a:pt x="684963" y="143368"/>
                </a:lnTo>
                <a:lnTo>
                  <a:pt x="683356" y="144085"/>
                </a:lnTo>
                <a:lnTo>
                  <a:pt x="681748" y="144717"/>
                </a:lnTo>
                <a:lnTo>
                  <a:pt x="680141" y="145265"/>
                </a:lnTo>
                <a:lnTo>
                  <a:pt x="678533" y="145729"/>
                </a:lnTo>
                <a:lnTo>
                  <a:pt x="676926" y="146108"/>
                </a:lnTo>
                <a:lnTo>
                  <a:pt x="675318" y="146403"/>
                </a:lnTo>
                <a:lnTo>
                  <a:pt x="673710" y="146614"/>
                </a:lnTo>
                <a:lnTo>
                  <a:pt x="672103" y="146740"/>
                </a:lnTo>
                <a:lnTo>
                  <a:pt x="670495" y="146782"/>
                </a:lnTo>
                <a:lnTo>
                  <a:pt x="669073" y="146750"/>
                </a:lnTo>
                <a:lnTo>
                  <a:pt x="667671" y="146654"/>
                </a:lnTo>
                <a:lnTo>
                  <a:pt x="666289" y="146494"/>
                </a:lnTo>
                <a:lnTo>
                  <a:pt x="664927" y="146271"/>
                </a:lnTo>
                <a:lnTo>
                  <a:pt x="663586" y="145983"/>
                </a:lnTo>
                <a:lnTo>
                  <a:pt x="662264" y="145631"/>
                </a:lnTo>
                <a:lnTo>
                  <a:pt x="660963" y="145216"/>
                </a:lnTo>
                <a:lnTo>
                  <a:pt x="659681" y="144736"/>
                </a:lnTo>
                <a:lnTo>
                  <a:pt x="658420" y="144193"/>
                </a:lnTo>
                <a:lnTo>
                  <a:pt x="657178" y="143585"/>
                </a:lnTo>
                <a:lnTo>
                  <a:pt x="655957" y="142914"/>
                </a:lnTo>
                <a:lnTo>
                  <a:pt x="654756" y="142179"/>
                </a:lnTo>
                <a:lnTo>
                  <a:pt x="653595" y="141391"/>
                </a:lnTo>
                <a:lnTo>
                  <a:pt x="652495" y="140564"/>
                </a:lnTo>
                <a:lnTo>
                  <a:pt x="651454" y="139696"/>
                </a:lnTo>
                <a:lnTo>
                  <a:pt x="650474" y="138788"/>
                </a:lnTo>
                <a:lnTo>
                  <a:pt x="649555" y="137840"/>
                </a:lnTo>
                <a:lnTo>
                  <a:pt x="648695" y="136852"/>
                </a:lnTo>
                <a:lnTo>
                  <a:pt x="647896" y="135824"/>
                </a:lnTo>
                <a:lnTo>
                  <a:pt x="647157" y="134755"/>
                </a:lnTo>
                <a:lnTo>
                  <a:pt x="646478" y="133646"/>
                </a:lnTo>
                <a:lnTo>
                  <a:pt x="645860" y="132497"/>
                </a:lnTo>
                <a:lnTo>
                  <a:pt x="645302" y="131308"/>
                </a:lnTo>
                <a:lnTo>
                  <a:pt x="644804" y="130078"/>
                </a:lnTo>
                <a:lnTo>
                  <a:pt x="644356" y="128730"/>
                </a:lnTo>
                <a:lnTo>
                  <a:pt x="643947" y="127184"/>
                </a:lnTo>
                <a:lnTo>
                  <a:pt x="643577" y="125439"/>
                </a:lnTo>
                <a:lnTo>
                  <a:pt x="643245" y="123497"/>
                </a:lnTo>
                <a:lnTo>
                  <a:pt x="642953" y="121357"/>
                </a:lnTo>
                <a:lnTo>
                  <a:pt x="642700" y="119019"/>
                </a:lnTo>
                <a:lnTo>
                  <a:pt x="642485" y="116484"/>
                </a:lnTo>
                <a:lnTo>
                  <a:pt x="642310" y="113750"/>
                </a:lnTo>
                <a:lnTo>
                  <a:pt x="642174" y="110818"/>
                </a:lnTo>
                <a:lnTo>
                  <a:pt x="642076" y="107689"/>
                </a:lnTo>
                <a:lnTo>
                  <a:pt x="642018" y="104361"/>
                </a:lnTo>
                <a:lnTo>
                  <a:pt x="641998" y="100836"/>
                </a:lnTo>
                <a:lnTo>
                  <a:pt x="641998" y="46122"/>
                </a:lnTo>
                <a:lnTo>
                  <a:pt x="658307" y="46122"/>
                </a:lnTo>
                <a:lnTo>
                  <a:pt x="658307" y="102795"/>
                </a:lnTo>
                <a:lnTo>
                  <a:pt x="658317" y="105079"/>
                </a:lnTo>
                <a:lnTo>
                  <a:pt x="658345" y="107230"/>
                </a:lnTo>
                <a:lnTo>
                  <a:pt x="658392" y="109247"/>
                </a:lnTo>
                <a:lnTo>
                  <a:pt x="658458" y="111132"/>
                </a:lnTo>
                <a:lnTo>
                  <a:pt x="658543" y="112883"/>
                </a:lnTo>
                <a:lnTo>
                  <a:pt x="658647" y="114500"/>
                </a:lnTo>
                <a:lnTo>
                  <a:pt x="658770" y="115985"/>
                </a:lnTo>
                <a:lnTo>
                  <a:pt x="658911" y="117336"/>
                </a:lnTo>
                <a:lnTo>
                  <a:pt x="659072" y="118554"/>
                </a:lnTo>
                <a:lnTo>
                  <a:pt x="659251" y="119639"/>
                </a:lnTo>
                <a:lnTo>
                  <a:pt x="659449" y="120590"/>
                </a:lnTo>
                <a:lnTo>
                  <a:pt x="659666" y="121409"/>
                </a:lnTo>
                <a:lnTo>
                  <a:pt x="659909" y="122149"/>
                </a:lnTo>
                <a:lnTo>
                  <a:pt x="660183" y="122867"/>
                </a:lnTo>
                <a:lnTo>
                  <a:pt x="660489" y="123563"/>
                </a:lnTo>
                <a:lnTo>
                  <a:pt x="660826" y="124236"/>
                </a:lnTo>
                <a:lnTo>
                  <a:pt x="661195" y="124886"/>
                </a:lnTo>
                <a:lnTo>
                  <a:pt x="661596" y="125514"/>
                </a:lnTo>
                <a:lnTo>
                  <a:pt x="662028" y="126120"/>
                </a:lnTo>
                <a:lnTo>
                  <a:pt x="662492" y="126703"/>
                </a:lnTo>
                <a:lnTo>
                  <a:pt x="662987" y="127263"/>
                </a:lnTo>
                <a:lnTo>
                  <a:pt x="663515" y="127801"/>
                </a:lnTo>
                <a:lnTo>
                  <a:pt x="664074" y="128317"/>
                </a:lnTo>
                <a:lnTo>
                  <a:pt x="664664" y="128810"/>
                </a:lnTo>
                <a:lnTo>
                  <a:pt x="665275" y="129272"/>
                </a:lnTo>
                <a:lnTo>
                  <a:pt x="665893" y="129693"/>
                </a:lnTo>
                <a:lnTo>
                  <a:pt x="666519" y="130075"/>
                </a:lnTo>
                <a:lnTo>
                  <a:pt x="667154" y="130416"/>
                </a:lnTo>
                <a:lnTo>
                  <a:pt x="667796" y="130717"/>
                </a:lnTo>
                <a:lnTo>
                  <a:pt x="668446" y="130978"/>
                </a:lnTo>
                <a:lnTo>
                  <a:pt x="669104" y="131199"/>
                </a:lnTo>
                <a:lnTo>
                  <a:pt x="669770" y="131379"/>
                </a:lnTo>
                <a:lnTo>
                  <a:pt x="670443" y="131520"/>
                </a:lnTo>
                <a:lnTo>
                  <a:pt x="671125" y="131620"/>
                </a:lnTo>
                <a:lnTo>
                  <a:pt x="671815" y="131681"/>
                </a:lnTo>
                <a:lnTo>
                  <a:pt x="672512" y="131701"/>
                </a:lnTo>
                <a:lnTo>
                  <a:pt x="673953" y="131644"/>
                </a:lnTo>
                <a:lnTo>
                  <a:pt x="675412" y="131476"/>
                </a:lnTo>
                <a:lnTo>
                  <a:pt x="676888" y="131194"/>
                </a:lnTo>
                <a:lnTo>
                  <a:pt x="678382" y="130800"/>
                </a:lnTo>
                <a:lnTo>
                  <a:pt x="679894" y="130294"/>
                </a:lnTo>
                <a:lnTo>
                  <a:pt x="681423" y="129675"/>
                </a:lnTo>
                <a:lnTo>
                  <a:pt x="682970" y="128944"/>
                </a:lnTo>
                <a:lnTo>
                  <a:pt x="684534" y="128100"/>
                </a:lnTo>
                <a:lnTo>
                  <a:pt x="686117" y="127143"/>
                </a:lnTo>
                <a:lnTo>
                  <a:pt x="687717" y="126074"/>
                </a:lnTo>
                <a:lnTo>
                  <a:pt x="689334" y="124892"/>
                </a:lnTo>
                <a:lnTo>
                  <a:pt x="690969" y="123598"/>
                </a:lnTo>
                <a:lnTo>
                  <a:pt x="692590" y="122218"/>
                </a:lnTo>
                <a:lnTo>
                  <a:pt x="694164" y="120779"/>
                </a:lnTo>
                <a:lnTo>
                  <a:pt x="695691" y="119281"/>
                </a:lnTo>
                <a:lnTo>
                  <a:pt x="697171" y="117725"/>
                </a:lnTo>
                <a:lnTo>
                  <a:pt x="698604" y="116109"/>
                </a:lnTo>
                <a:lnTo>
                  <a:pt x="699990" y="114434"/>
                </a:lnTo>
                <a:lnTo>
                  <a:pt x="701329" y="112700"/>
                </a:lnTo>
                <a:lnTo>
                  <a:pt x="702622" y="110907"/>
                </a:lnTo>
                <a:lnTo>
                  <a:pt x="703867" y="109055"/>
                </a:lnTo>
                <a:lnTo>
                  <a:pt x="705066" y="107145"/>
                </a:lnTo>
                <a:lnTo>
                  <a:pt x="706218" y="105175"/>
                </a:lnTo>
                <a:lnTo>
                  <a:pt x="707322" y="103146"/>
                </a:lnTo>
                <a:lnTo>
                  <a:pt x="707322" y="46122"/>
                </a:lnTo>
                <a:lnTo>
                  <a:pt x="723632" y="46122"/>
                </a:lnTo>
                <a:close/>
                <a:moveTo>
                  <a:pt x="750401" y="144152"/>
                </a:moveTo>
                <a:lnTo>
                  <a:pt x="750401" y="46122"/>
                </a:lnTo>
                <a:lnTo>
                  <a:pt x="766710" y="46122"/>
                </a:lnTo>
                <a:lnTo>
                  <a:pt x="766710" y="67683"/>
                </a:lnTo>
                <a:lnTo>
                  <a:pt x="767899" y="65826"/>
                </a:lnTo>
                <a:lnTo>
                  <a:pt x="769129" y="64037"/>
                </a:lnTo>
                <a:lnTo>
                  <a:pt x="770398" y="62317"/>
                </a:lnTo>
                <a:lnTo>
                  <a:pt x="771708" y="60665"/>
                </a:lnTo>
                <a:lnTo>
                  <a:pt x="773058" y="59081"/>
                </a:lnTo>
                <a:lnTo>
                  <a:pt x="774448" y="57566"/>
                </a:lnTo>
                <a:lnTo>
                  <a:pt x="775878" y="56120"/>
                </a:lnTo>
                <a:lnTo>
                  <a:pt x="777349" y="54742"/>
                </a:lnTo>
                <a:lnTo>
                  <a:pt x="778860" y="53432"/>
                </a:lnTo>
                <a:lnTo>
                  <a:pt x="780411" y="52191"/>
                </a:lnTo>
                <a:lnTo>
                  <a:pt x="782002" y="51018"/>
                </a:lnTo>
                <a:lnTo>
                  <a:pt x="783633" y="49914"/>
                </a:lnTo>
                <a:lnTo>
                  <a:pt x="785284" y="48888"/>
                </a:lnTo>
                <a:lnTo>
                  <a:pt x="786936" y="47951"/>
                </a:lnTo>
                <a:lnTo>
                  <a:pt x="788587" y="47104"/>
                </a:lnTo>
                <a:lnTo>
                  <a:pt x="790238" y="46346"/>
                </a:lnTo>
                <a:lnTo>
                  <a:pt x="791890" y="45677"/>
                </a:lnTo>
                <a:lnTo>
                  <a:pt x="793541" y="45097"/>
                </a:lnTo>
                <a:lnTo>
                  <a:pt x="795192" y="44606"/>
                </a:lnTo>
                <a:lnTo>
                  <a:pt x="796844" y="44205"/>
                </a:lnTo>
                <a:lnTo>
                  <a:pt x="798495" y="43892"/>
                </a:lnTo>
                <a:lnTo>
                  <a:pt x="800147" y="43669"/>
                </a:lnTo>
                <a:lnTo>
                  <a:pt x="801798" y="43536"/>
                </a:lnTo>
                <a:lnTo>
                  <a:pt x="803449" y="43491"/>
                </a:lnTo>
                <a:lnTo>
                  <a:pt x="804885" y="43523"/>
                </a:lnTo>
                <a:lnTo>
                  <a:pt x="806299" y="43619"/>
                </a:lnTo>
                <a:lnTo>
                  <a:pt x="807691" y="43779"/>
                </a:lnTo>
                <a:lnTo>
                  <a:pt x="809061" y="44003"/>
                </a:lnTo>
                <a:lnTo>
                  <a:pt x="810409" y="44290"/>
                </a:lnTo>
                <a:lnTo>
                  <a:pt x="811735" y="44642"/>
                </a:lnTo>
                <a:lnTo>
                  <a:pt x="813040" y="45057"/>
                </a:lnTo>
                <a:lnTo>
                  <a:pt x="814322" y="45537"/>
                </a:lnTo>
                <a:lnTo>
                  <a:pt x="815583" y="46080"/>
                </a:lnTo>
                <a:lnTo>
                  <a:pt x="816821" y="46688"/>
                </a:lnTo>
                <a:lnTo>
                  <a:pt x="818038" y="47359"/>
                </a:lnTo>
                <a:lnTo>
                  <a:pt x="819232" y="48094"/>
                </a:lnTo>
                <a:lnTo>
                  <a:pt x="820387" y="48881"/>
                </a:lnTo>
                <a:lnTo>
                  <a:pt x="821482" y="49708"/>
                </a:lnTo>
                <a:lnTo>
                  <a:pt x="822518" y="50574"/>
                </a:lnTo>
                <a:lnTo>
                  <a:pt x="823495" y="51480"/>
                </a:lnTo>
                <a:lnTo>
                  <a:pt x="824413" y="52425"/>
                </a:lnTo>
                <a:lnTo>
                  <a:pt x="825272" y="53410"/>
                </a:lnTo>
                <a:lnTo>
                  <a:pt x="826071" y="54435"/>
                </a:lnTo>
                <a:lnTo>
                  <a:pt x="826812" y="55499"/>
                </a:lnTo>
                <a:lnTo>
                  <a:pt x="827494" y="56602"/>
                </a:lnTo>
                <a:lnTo>
                  <a:pt x="828116" y="57746"/>
                </a:lnTo>
                <a:lnTo>
                  <a:pt x="828680" y="58928"/>
                </a:lnTo>
                <a:lnTo>
                  <a:pt x="829184" y="60151"/>
                </a:lnTo>
                <a:lnTo>
                  <a:pt x="829640" y="61493"/>
                </a:lnTo>
                <a:lnTo>
                  <a:pt x="830055" y="63035"/>
                </a:lnTo>
                <a:lnTo>
                  <a:pt x="830431" y="64776"/>
                </a:lnTo>
                <a:lnTo>
                  <a:pt x="830768" y="66717"/>
                </a:lnTo>
                <a:lnTo>
                  <a:pt x="831064" y="68858"/>
                </a:lnTo>
                <a:lnTo>
                  <a:pt x="831322" y="71199"/>
                </a:lnTo>
                <a:lnTo>
                  <a:pt x="831539" y="73739"/>
                </a:lnTo>
                <a:lnTo>
                  <a:pt x="831718" y="76480"/>
                </a:lnTo>
                <a:lnTo>
                  <a:pt x="831856" y="79419"/>
                </a:lnTo>
                <a:lnTo>
                  <a:pt x="831955" y="82559"/>
                </a:lnTo>
                <a:lnTo>
                  <a:pt x="832014" y="85898"/>
                </a:lnTo>
                <a:lnTo>
                  <a:pt x="832034" y="89437"/>
                </a:lnTo>
                <a:lnTo>
                  <a:pt x="832034" y="144152"/>
                </a:lnTo>
                <a:lnTo>
                  <a:pt x="815725" y="144152"/>
                </a:lnTo>
                <a:lnTo>
                  <a:pt x="815725" y="87478"/>
                </a:lnTo>
                <a:lnTo>
                  <a:pt x="815716" y="85194"/>
                </a:lnTo>
                <a:lnTo>
                  <a:pt x="815687" y="83043"/>
                </a:lnTo>
                <a:lnTo>
                  <a:pt x="815640" y="81026"/>
                </a:lnTo>
                <a:lnTo>
                  <a:pt x="815574" y="79142"/>
                </a:lnTo>
                <a:lnTo>
                  <a:pt x="815489" y="77391"/>
                </a:lnTo>
                <a:lnTo>
                  <a:pt x="815385" y="75773"/>
                </a:lnTo>
                <a:lnTo>
                  <a:pt x="815263" y="74288"/>
                </a:lnTo>
                <a:lnTo>
                  <a:pt x="815121" y="72937"/>
                </a:lnTo>
                <a:lnTo>
                  <a:pt x="814961" y="71719"/>
                </a:lnTo>
                <a:lnTo>
                  <a:pt x="814781" y="70634"/>
                </a:lnTo>
                <a:lnTo>
                  <a:pt x="814583" y="69683"/>
                </a:lnTo>
                <a:lnTo>
                  <a:pt x="814366" y="68864"/>
                </a:lnTo>
                <a:lnTo>
                  <a:pt x="814124" y="68124"/>
                </a:lnTo>
                <a:lnTo>
                  <a:pt x="813850" y="67406"/>
                </a:lnTo>
                <a:lnTo>
                  <a:pt x="813544" y="66711"/>
                </a:lnTo>
                <a:lnTo>
                  <a:pt x="813207" y="66038"/>
                </a:lnTo>
                <a:lnTo>
                  <a:pt x="812838" y="65387"/>
                </a:lnTo>
                <a:lnTo>
                  <a:pt x="812437" y="64759"/>
                </a:lnTo>
                <a:lnTo>
                  <a:pt x="812005" y="64154"/>
                </a:lnTo>
                <a:lnTo>
                  <a:pt x="811541" y="63571"/>
                </a:lnTo>
                <a:lnTo>
                  <a:pt x="811045" y="63010"/>
                </a:lnTo>
                <a:lnTo>
                  <a:pt x="810518" y="62472"/>
                </a:lnTo>
                <a:lnTo>
                  <a:pt x="809959" y="61956"/>
                </a:lnTo>
                <a:lnTo>
                  <a:pt x="809368" y="61463"/>
                </a:lnTo>
                <a:lnTo>
                  <a:pt x="808757" y="61002"/>
                </a:lnTo>
                <a:lnTo>
                  <a:pt x="808137" y="60580"/>
                </a:lnTo>
                <a:lnTo>
                  <a:pt x="807507" y="60199"/>
                </a:lnTo>
                <a:lnTo>
                  <a:pt x="806869" y="59857"/>
                </a:lnTo>
                <a:lnTo>
                  <a:pt x="806221" y="59556"/>
                </a:lnTo>
                <a:lnTo>
                  <a:pt x="805565" y="59295"/>
                </a:lnTo>
                <a:lnTo>
                  <a:pt x="804899" y="59074"/>
                </a:lnTo>
                <a:lnTo>
                  <a:pt x="804224" y="58894"/>
                </a:lnTo>
                <a:lnTo>
                  <a:pt x="803540" y="58753"/>
                </a:lnTo>
                <a:lnTo>
                  <a:pt x="802847" y="58653"/>
                </a:lnTo>
                <a:lnTo>
                  <a:pt x="802144" y="58593"/>
                </a:lnTo>
                <a:lnTo>
                  <a:pt x="801433" y="58573"/>
                </a:lnTo>
                <a:lnTo>
                  <a:pt x="799992" y="58629"/>
                </a:lnTo>
                <a:lnTo>
                  <a:pt x="798533" y="58799"/>
                </a:lnTo>
                <a:lnTo>
                  <a:pt x="797057" y="59082"/>
                </a:lnTo>
                <a:lnTo>
                  <a:pt x="795563" y="59478"/>
                </a:lnTo>
                <a:lnTo>
                  <a:pt x="794051" y="59987"/>
                </a:lnTo>
                <a:lnTo>
                  <a:pt x="792522" y="60609"/>
                </a:lnTo>
                <a:lnTo>
                  <a:pt x="790975" y="61345"/>
                </a:lnTo>
                <a:lnTo>
                  <a:pt x="789410" y="62193"/>
                </a:lnTo>
                <a:lnTo>
                  <a:pt x="787828" y="63155"/>
                </a:lnTo>
                <a:lnTo>
                  <a:pt x="786228" y="64230"/>
                </a:lnTo>
                <a:lnTo>
                  <a:pt x="784610" y="65418"/>
                </a:lnTo>
                <a:lnTo>
                  <a:pt x="782975" y="66719"/>
                </a:lnTo>
                <a:lnTo>
                  <a:pt x="781355" y="68105"/>
                </a:lnTo>
                <a:lnTo>
                  <a:pt x="779783" y="69549"/>
                </a:lnTo>
                <a:lnTo>
                  <a:pt x="778260" y="71049"/>
                </a:lnTo>
                <a:lnTo>
                  <a:pt x="776784" y="72607"/>
                </a:lnTo>
                <a:lnTo>
                  <a:pt x="775356" y="74222"/>
                </a:lnTo>
                <a:lnTo>
                  <a:pt x="773977" y="75894"/>
                </a:lnTo>
                <a:lnTo>
                  <a:pt x="772645" y="77623"/>
                </a:lnTo>
                <a:lnTo>
                  <a:pt x="771362" y="79410"/>
                </a:lnTo>
                <a:lnTo>
                  <a:pt x="770127" y="81254"/>
                </a:lnTo>
                <a:lnTo>
                  <a:pt x="768940" y="83154"/>
                </a:lnTo>
                <a:lnTo>
                  <a:pt x="767801" y="85112"/>
                </a:lnTo>
                <a:lnTo>
                  <a:pt x="766710" y="87127"/>
                </a:lnTo>
                <a:lnTo>
                  <a:pt x="766710" y="144152"/>
                </a:lnTo>
                <a:lnTo>
                  <a:pt x="750401" y="144152"/>
                </a:lnTo>
                <a:close/>
                <a:moveTo>
                  <a:pt x="940174" y="141225"/>
                </a:moveTo>
                <a:lnTo>
                  <a:pt x="937452" y="142113"/>
                </a:lnTo>
                <a:lnTo>
                  <a:pt x="934752" y="142923"/>
                </a:lnTo>
                <a:lnTo>
                  <a:pt x="932074" y="143656"/>
                </a:lnTo>
                <a:lnTo>
                  <a:pt x="929418" y="144312"/>
                </a:lnTo>
                <a:lnTo>
                  <a:pt x="926784" y="144891"/>
                </a:lnTo>
                <a:lnTo>
                  <a:pt x="924171" y="145393"/>
                </a:lnTo>
                <a:lnTo>
                  <a:pt x="921581" y="145817"/>
                </a:lnTo>
                <a:lnTo>
                  <a:pt x="919013" y="146165"/>
                </a:lnTo>
                <a:lnTo>
                  <a:pt x="916466" y="146435"/>
                </a:lnTo>
                <a:lnTo>
                  <a:pt x="913942" y="146628"/>
                </a:lnTo>
                <a:lnTo>
                  <a:pt x="911439" y="146744"/>
                </a:lnTo>
                <a:lnTo>
                  <a:pt x="908958" y="146782"/>
                </a:lnTo>
                <a:lnTo>
                  <a:pt x="906526" y="146735"/>
                </a:lnTo>
                <a:lnTo>
                  <a:pt x="904139" y="146594"/>
                </a:lnTo>
                <a:lnTo>
                  <a:pt x="901798" y="146358"/>
                </a:lnTo>
                <a:lnTo>
                  <a:pt x="899503" y="146028"/>
                </a:lnTo>
                <a:lnTo>
                  <a:pt x="897254" y="145603"/>
                </a:lnTo>
                <a:lnTo>
                  <a:pt x="895050" y="145085"/>
                </a:lnTo>
                <a:lnTo>
                  <a:pt x="892891" y="144472"/>
                </a:lnTo>
                <a:lnTo>
                  <a:pt x="890779" y="143764"/>
                </a:lnTo>
                <a:lnTo>
                  <a:pt x="888712" y="142963"/>
                </a:lnTo>
                <a:lnTo>
                  <a:pt x="886690" y="142067"/>
                </a:lnTo>
                <a:lnTo>
                  <a:pt x="884715" y="141077"/>
                </a:lnTo>
                <a:lnTo>
                  <a:pt x="882785" y="139992"/>
                </a:lnTo>
                <a:lnTo>
                  <a:pt x="880913" y="138827"/>
                </a:lnTo>
                <a:lnTo>
                  <a:pt x="879111" y="137595"/>
                </a:lnTo>
                <a:lnTo>
                  <a:pt x="877379" y="136296"/>
                </a:lnTo>
                <a:lnTo>
                  <a:pt x="875717" y="134930"/>
                </a:lnTo>
                <a:lnTo>
                  <a:pt x="874125" y="133498"/>
                </a:lnTo>
                <a:lnTo>
                  <a:pt x="872603" y="131998"/>
                </a:lnTo>
                <a:lnTo>
                  <a:pt x="871151" y="130431"/>
                </a:lnTo>
                <a:lnTo>
                  <a:pt x="869769" y="128798"/>
                </a:lnTo>
                <a:lnTo>
                  <a:pt x="868457" y="127098"/>
                </a:lnTo>
                <a:lnTo>
                  <a:pt x="867215" y="125330"/>
                </a:lnTo>
                <a:lnTo>
                  <a:pt x="866043" y="123496"/>
                </a:lnTo>
                <a:lnTo>
                  <a:pt x="864941" y="121595"/>
                </a:lnTo>
                <a:lnTo>
                  <a:pt x="863919" y="119638"/>
                </a:lnTo>
                <a:lnTo>
                  <a:pt x="862985" y="117636"/>
                </a:lnTo>
                <a:lnTo>
                  <a:pt x="862141" y="115591"/>
                </a:lnTo>
                <a:lnTo>
                  <a:pt x="861385" y="113500"/>
                </a:lnTo>
                <a:lnTo>
                  <a:pt x="860718" y="111366"/>
                </a:lnTo>
                <a:lnTo>
                  <a:pt x="860141" y="109187"/>
                </a:lnTo>
                <a:lnTo>
                  <a:pt x="859652" y="106963"/>
                </a:lnTo>
                <a:lnTo>
                  <a:pt x="859252" y="104695"/>
                </a:lnTo>
                <a:lnTo>
                  <a:pt x="858940" y="102383"/>
                </a:lnTo>
                <a:lnTo>
                  <a:pt x="858718" y="100027"/>
                </a:lnTo>
                <a:lnTo>
                  <a:pt x="858585" y="97626"/>
                </a:lnTo>
                <a:lnTo>
                  <a:pt x="858540" y="95180"/>
                </a:lnTo>
                <a:lnTo>
                  <a:pt x="858641" y="91524"/>
                </a:lnTo>
                <a:lnTo>
                  <a:pt x="858943" y="87972"/>
                </a:lnTo>
                <a:lnTo>
                  <a:pt x="859447" y="84525"/>
                </a:lnTo>
                <a:lnTo>
                  <a:pt x="860153" y="81183"/>
                </a:lnTo>
                <a:lnTo>
                  <a:pt x="861060" y="77945"/>
                </a:lnTo>
                <a:lnTo>
                  <a:pt x="862168" y="74812"/>
                </a:lnTo>
                <a:lnTo>
                  <a:pt x="863478" y="71783"/>
                </a:lnTo>
                <a:lnTo>
                  <a:pt x="864990" y="68860"/>
                </a:lnTo>
                <a:lnTo>
                  <a:pt x="866703" y="66040"/>
                </a:lnTo>
                <a:lnTo>
                  <a:pt x="868618" y="63326"/>
                </a:lnTo>
                <a:lnTo>
                  <a:pt x="870734" y="60716"/>
                </a:lnTo>
                <a:lnTo>
                  <a:pt x="873052" y="58211"/>
                </a:lnTo>
                <a:lnTo>
                  <a:pt x="875512" y="55860"/>
                </a:lnTo>
                <a:lnTo>
                  <a:pt x="878056" y="53713"/>
                </a:lnTo>
                <a:lnTo>
                  <a:pt x="880683" y="51771"/>
                </a:lnTo>
                <a:lnTo>
                  <a:pt x="883394" y="50033"/>
                </a:lnTo>
                <a:lnTo>
                  <a:pt x="886188" y="48500"/>
                </a:lnTo>
                <a:lnTo>
                  <a:pt x="889065" y="47171"/>
                </a:lnTo>
                <a:lnTo>
                  <a:pt x="892026" y="46047"/>
                </a:lnTo>
                <a:lnTo>
                  <a:pt x="895070" y="45127"/>
                </a:lnTo>
                <a:lnTo>
                  <a:pt x="898198" y="44411"/>
                </a:lnTo>
                <a:lnTo>
                  <a:pt x="901409" y="43900"/>
                </a:lnTo>
                <a:lnTo>
                  <a:pt x="904704" y="43593"/>
                </a:lnTo>
                <a:lnTo>
                  <a:pt x="908082" y="43491"/>
                </a:lnTo>
                <a:lnTo>
                  <a:pt x="910622" y="43531"/>
                </a:lnTo>
                <a:lnTo>
                  <a:pt x="913187" y="43650"/>
                </a:lnTo>
                <a:lnTo>
                  <a:pt x="915776" y="43849"/>
                </a:lnTo>
                <a:lnTo>
                  <a:pt x="918389" y="44128"/>
                </a:lnTo>
                <a:lnTo>
                  <a:pt x="921027" y="44487"/>
                </a:lnTo>
                <a:lnTo>
                  <a:pt x="923689" y="44925"/>
                </a:lnTo>
                <a:lnTo>
                  <a:pt x="926376" y="45443"/>
                </a:lnTo>
                <a:lnTo>
                  <a:pt x="929087" y="46040"/>
                </a:lnTo>
                <a:lnTo>
                  <a:pt x="931822" y="46717"/>
                </a:lnTo>
                <a:lnTo>
                  <a:pt x="934581" y="47474"/>
                </a:lnTo>
                <a:lnTo>
                  <a:pt x="937365" y="48310"/>
                </a:lnTo>
                <a:lnTo>
                  <a:pt x="940174" y="49226"/>
                </a:lnTo>
                <a:lnTo>
                  <a:pt x="940174" y="64946"/>
                </a:lnTo>
                <a:lnTo>
                  <a:pt x="937349" y="63704"/>
                </a:lnTo>
                <a:lnTo>
                  <a:pt x="934574" y="62570"/>
                </a:lnTo>
                <a:lnTo>
                  <a:pt x="931849" y="61544"/>
                </a:lnTo>
                <a:lnTo>
                  <a:pt x="929174" y="60626"/>
                </a:lnTo>
                <a:lnTo>
                  <a:pt x="926549" y="59816"/>
                </a:lnTo>
                <a:lnTo>
                  <a:pt x="923974" y="59114"/>
                </a:lnTo>
                <a:lnTo>
                  <a:pt x="921449" y="58520"/>
                </a:lnTo>
                <a:lnTo>
                  <a:pt x="918974" y="58034"/>
                </a:lnTo>
                <a:lnTo>
                  <a:pt x="916548" y="57656"/>
                </a:lnTo>
                <a:lnTo>
                  <a:pt x="914173" y="57386"/>
                </a:lnTo>
                <a:lnTo>
                  <a:pt x="911848" y="57224"/>
                </a:lnTo>
                <a:lnTo>
                  <a:pt x="909572" y="57170"/>
                </a:lnTo>
                <a:lnTo>
                  <a:pt x="908089" y="57200"/>
                </a:lnTo>
                <a:lnTo>
                  <a:pt x="906620" y="57292"/>
                </a:lnTo>
                <a:lnTo>
                  <a:pt x="905166" y="57446"/>
                </a:lnTo>
                <a:lnTo>
                  <a:pt x="903727" y="57660"/>
                </a:lnTo>
                <a:lnTo>
                  <a:pt x="902302" y="57936"/>
                </a:lnTo>
                <a:lnTo>
                  <a:pt x="900891" y="58273"/>
                </a:lnTo>
                <a:lnTo>
                  <a:pt x="899496" y="58672"/>
                </a:lnTo>
                <a:lnTo>
                  <a:pt x="898115" y="59132"/>
                </a:lnTo>
                <a:lnTo>
                  <a:pt x="896748" y="59653"/>
                </a:lnTo>
                <a:lnTo>
                  <a:pt x="895397" y="60235"/>
                </a:lnTo>
                <a:lnTo>
                  <a:pt x="894059" y="60879"/>
                </a:lnTo>
                <a:lnTo>
                  <a:pt x="892737" y="61584"/>
                </a:lnTo>
                <a:lnTo>
                  <a:pt x="891447" y="62354"/>
                </a:lnTo>
                <a:lnTo>
                  <a:pt x="890206" y="63192"/>
                </a:lnTo>
                <a:lnTo>
                  <a:pt x="889016" y="64098"/>
                </a:lnTo>
                <a:lnTo>
                  <a:pt x="887875" y="65074"/>
                </a:lnTo>
                <a:lnTo>
                  <a:pt x="886785" y="66118"/>
                </a:lnTo>
                <a:lnTo>
                  <a:pt x="885744" y="67230"/>
                </a:lnTo>
                <a:lnTo>
                  <a:pt x="884753" y="68411"/>
                </a:lnTo>
                <a:lnTo>
                  <a:pt x="883813" y="69661"/>
                </a:lnTo>
                <a:lnTo>
                  <a:pt x="882922" y="70979"/>
                </a:lnTo>
                <a:lnTo>
                  <a:pt x="882081" y="72366"/>
                </a:lnTo>
                <a:lnTo>
                  <a:pt x="881290" y="73821"/>
                </a:lnTo>
                <a:lnTo>
                  <a:pt x="880549" y="75345"/>
                </a:lnTo>
                <a:lnTo>
                  <a:pt x="879863" y="76907"/>
                </a:lnTo>
                <a:lnTo>
                  <a:pt x="879236" y="78476"/>
                </a:lnTo>
                <a:lnTo>
                  <a:pt x="878669" y="80052"/>
                </a:lnTo>
                <a:lnTo>
                  <a:pt x="878162" y="81636"/>
                </a:lnTo>
                <a:lnTo>
                  <a:pt x="877714" y="83227"/>
                </a:lnTo>
                <a:lnTo>
                  <a:pt x="877327" y="84825"/>
                </a:lnTo>
                <a:lnTo>
                  <a:pt x="876998" y="86430"/>
                </a:lnTo>
                <a:lnTo>
                  <a:pt x="876730" y="88043"/>
                </a:lnTo>
                <a:lnTo>
                  <a:pt x="876521" y="89663"/>
                </a:lnTo>
                <a:lnTo>
                  <a:pt x="876372" y="91290"/>
                </a:lnTo>
                <a:lnTo>
                  <a:pt x="876282" y="92925"/>
                </a:lnTo>
                <a:lnTo>
                  <a:pt x="876252" y="94567"/>
                </a:lnTo>
                <a:lnTo>
                  <a:pt x="876310" y="96757"/>
                </a:lnTo>
                <a:lnTo>
                  <a:pt x="876483" y="98931"/>
                </a:lnTo>
                <a:lnTo>
                  <a:pt x="876770" y="101087"/>
                </a:lnTo>
                <a:lnTo>
                  <a:pt x="877173" y="103227"/>
                </a:lnTo>
                <a:lnTo>
                  <a:pt x="877691" y="105349"/>
                </a:lnTo>
                <a:lnTo>
                  <a:pt x="878324" y="107455"/>
                </a:lnTo>
                <a:lnTo>
                  <a:pt x="879072" y="109543"/>
                </a:lnTo>
                <a:lnTo>
                  <a:pt x="879935" y="111615"/>
                </a:lnTo>
                <a:lnTo>
                  <a:pt x="880913" y="113670"/>
                </a:lnTo>
                <a:lnTo>
                  <a:pt x="882007" y="115707"/>
                </a:lnTo>
                <a:lnTo>
                  <a:pt x="883215" y="117728"/>
                </a:lnTo>
                <a:lnTo>
                  <a:pt x="884539" y="119732"/>
                </a:lnTo>
                <a:lnTo>
                  <a:pt x="885985" y="121644"/>
                </a:lnTo>
                <a:lnTo>
                  <a:pt x="887562" y="123389"/>
                </a:lnTo>
                <a:lnTo>
                  <a:pt x="889271" y="124968"/>
                </a:lnTo>
                <a:lnTo>
                  <a:pt x="891110" y="126381"/>
                </a:lnTo>
                <a:lnTo>
                  <a:pt x="893080" y="127628"/>
                </a:lnTo>
                <a:lnTo>
                  <a:pt x="895181" y="128708"/>
                </a:lnTo>
                <a:lnTo>
                  <a:pt x="897413" y="129623"/>
                </a:lnTo>
                <a:lnTo>
                  <a:pt x="899776" y="130371"/>
                </a:lnTo>
                <a:lnTo>
                  <a:pt x="902270" y="130953"/>
                </a:lnTo>
                <a:lnTo>
                  <a:pt x="904894" y="131368"/>
                </a:lnTo>
                <a:lnTo>
                  <a:pt x="907650" y="131618"/>
                </a:lnTo>
                <a:lnTo>
                  <a:pt x="910537" y="131701"/>
                </a:lnTo>
                <a:lnTo>
                  <a:pt x="911427" y="131695"/>
                </a:lnTo>
                <a:lnTo>
                  <a:pt x="912315" y="131680"/>
                </a:lnTo>
                <a:lnTo>
                  <a:pt x="913200" y="131654"/>
                </a:lnTo>
                <a:lnTo>
                  <a:pt x="914083" y="131618"/>
                </a:lnTo>
                <a:lnTo>
                  <a:pt x="914963" y="131572"/>
                </a:lnTo>
                <a:lnTo>
                  <a:pt x="915842" y="131515"/>
                </a:lnTo>
                <a:lnTo>
                  <a:pt x="916717" y="131448"/>
                </a:lnTo>
                <a:lnTo>
                  <a:pt x="917590" y="131371"/>
                </a:lnTo>
                <a:lnTo>
                  <a:pt x="918461" y="131283"/>
                </a:lnTo>
                <a:lnTo>
                  <a:pt x="919329" y="131185"/>
                </a:lnTo>
                <a:lnTo>
                  <a:pt x="920195" y="131077"/>
                </a:lnTo>
                <a:lnTo>
                  <a:pt x="921059" y="130958"/>
                </a:lnTo>
                <a:lnTo>
                  <a:pt x="921982" y="130807"/>
                </a:lnTo>
                <a:lnTo>
                  <a:pt x="923027" y="130600"/>
                </a:lnTo>
                <a:lnTo>
                  <a:pt x="924193" y="130338"/>
                </a:lnTo>
                <a:lnTo>
                  <a:pt x="925482" y="130021"/>
                </a:lnTo>
                <a:lnTo>
                  <a:pt x="926892" y="129649"/>
                </a:lnTo>
                <a:lnTo>
                  <a:pt x="928424" y="129222"/>
                </a:lnTo>
                <a:lnTo>
                  <a:pt x="930078" y="128739"/>
                </a:lnTo>
                <a:lnTo>
                  <a:pt x="931854" y="128201"/>
                </a:lnTo>
                <a:lnTo>
                  <a:pt x="933751" y="127608"/>
                </a:lnTo>
                <a:lnTo>
                  <a:pt x="935770" y="126959"/>
                </a:lnTo>
                <a:lnTo>
                  <a:pt x="937911" y="126256"/>
                </a:lnTo>
                <a:lnTo>
                  <a:pt x="940174" y="125497"/>
                </a:lnTo>
                <a:lnTo>
                  <a:pt x="940174" y="141225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4" name="Original vector context 4">
            <a:extLst xmlns:a="http://schemas.openxmlformats.org/drawingml/2006/main">
              <a:ext uri="{FF2B5EF4-FFF2-40B4-BE49-F238E27FC236}">
                <a16:creationId xmlns:a16="http://schemas.microsoft.com/office/drawing/2014/main" id="{F91BF7F5-2C2F-4DDB-B4E8-0668721A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25" y="176882"/>
            <a:ext cx="4051050" cy="182382"/>
          </a:xfrm>
          <a:custGeom xmlns:a="http://schemas.openxmlformats.org/drawingml/2006/main">
            <a:pathLst>
              <a:path w="4051050" h="182382">
                <a:moveTo>
                  <a:pt x="16309" y="68393"/>
                </a:moveTo>
                <a:lnTo>
                  <a:pt x="17586" y="66389"/>
                </a:lnTo>
                <a:lnTo>
                  <a:pt x="18903" y="64469"/>
                </a:lnTo>
                <a:lnTo>
                  <a:pt x="20260" y="62633"/>
                </a:lnTo>
                <a:lnTo>
                  <a:pt x="21658" y="60882"/>
                </a:lnTo>
                <a:lnTo>
                  <a:pt x="23095" y="59214"/>
                </a:lnTo>
                <a:lnTo>
                  <a:pt x="24573" y="57630"/>
                </a:lnTo>
                <a:lnTo>
                  <a:pt x="26091" y="56130"/>
                </a:lnTo>
                <a:lnTo>
                  <a:pt x="27650" y="54715"/>
                </a:lnTo>
                <a:lnTo>
                  <a:pt x="29248" y="53383"/>
                </a:lnTo>
                <a:lnTo>
                  <a:pt x="30887" y="52135"/>
                </a:lnTo>
                <a:lnTo>
                  <a:pt x="32565" y="50972"/>
                </a:lnTo>
                <a:lnTo>
                  <a:pt x="34284" y="49892"/>
                </a:lnTo>
                <a:lnTo>
                  <a:pt x="36012" y="48898"/>
                </a:lnTo>
                <a:lnTo>
                  <a:pt x="37716" y="47990"/>
                </a:lnTo>
                <a:lnTo>
                  <a:pt x="39397" y="47168"/>
                </a:lnTo>
                <a:lnTo>
                  <a:pt x="41055" y="46433"/>
                </a:lnTo>
                <a:lnTo>
                  <a:pt x="42690" y="45785"/>
                </a:lnTo>
                <a:lnTo>
                  <a:pt x="44302" y="45223"/>
                </a:lnTo>
                <a:lnTo>
                  <a:pt x="45891" y="44747"/>
                </a:lnTo>
                <a:lnTo>
                  <a:pt x="47456" y="44358"/>
                </a:lnTo>
                <a:lnTo>
                  <a:pt x="48999" y="44055"/>
                </a:lnTo>
                <a:lnTo>
                  <a:pt x="50518" y="43839"/>
                </a:lnTo>
                <a:lnTo>
                  <a:pt x="52014" y="43710"/>
                </a:lnTo>
                <a:lnTo>
                  <a:pt x="53487" y="43666"/>
                </a:lnTo>
                <a:lnTo>
                  <a:pt x="55516" y="43740"/>
                </a:lnTo>
                <a:lnTo>
                  <a:pt x="57511" y="43961"/>
                </a:lnTo>
                <a:lnTo>
                  <a:pt x="59471" y="44329"/>
                </a:lnTo>
                <a:lnTo>
                  <a:pt x="61398" y="44845"/>
                </a:lnTo>
                <a:lnTo>
                  <a:pt x="63290" y="45508"/>
                </a:lnTo>
                <a:lnTo>
                  <a:pt x="65149" y="46319"/>
                </a:lnTo>
                <a:lnTo>
                  <a:pt x="66973" y="47277"/>
                </a:lnTo>
                <a:lnTo>
                  <a:pt x="68763" y="48382"/>
                </a:lnTo>
                <a:lnTo>
                  <a:pt x="70519" y="49634"/>
                </a:lnTo>
                <a:lnTo>
                  <a:pt x="72241" y="51034"/>
                </a:lnTo>
                <a:lnTo>
                  <a:pt x="73929" y="52581"/>
                </a:lnTo>
                <a:lnTo>
                  <a:pt x="75583" y="54276"/>
                </a:lnTo>
                <a:lnTo>
                  <a:pt x="77152" y="56120"/>
                </a:lnTo>
                <a:lnTo>
                  <a:pt x="78584" y="58117"/>
                </a:lnTo>
                <a:lnTo>
                  <a:pt x="79880" y="60266"/>
                </a:lnTo>
                <a:lnTo>
                  <a:pt x="81039" y="62567"/>
                </a:lnTo>
                <a:lnTo>
                  <a:pt x="82062" y="65020"/>
                </a:lnTo>
                <a:lnTo>
                  <a:pt x="82949" y="67626"/>
                </a:lnTo>
                <a:lnTo>
                  <a:pt x="83699" y="70384"/>
                </a:lnTo>
                <a:lnTo>
                  <a:pt x="84313" y="73294"/>
                </a:lnTo>
                <a:lnTo>
                  <a:pt x="84790" y="76356"/>
                </a:lnTo>
                <a:lnTo>
                  <a:pt x="85131" y="79570"/>
                </a:lnTo>
                <a:lnTo>
                  <a:pt x="85336" y="82937"/>
                </a:lnTo>
                <a:lnTo>
                  <a:pt x="85404" y="86456"/>
                </a:lnTo>
                <a:lnTo>
                  <a:pt x="85358" y="89266"/>
                </a:lnTo>
                <a:lnTo>
                  <a:pt x="85222" y="92025"/>
                </a:lnTo>
                <a:lnTo>
                  <a:pt x="84995" y="94734"/>
                </a:lnTo>
                <a:lnTo>
                  <a:pt x="84678" y="97392"/>
                </a:lnTo>
                <a:lnTo>
                  <a:pt x="84270" y="100000"/>
                </a:lnTo>
                <a:lnTo>
                  <a:pt x="83771" y="102557"/>
                </a:lnTo>
                <a:lnTo>
                  <a:pt x="83181" y="105063"/>
                </a:lnTo>
                <a:lnTo>
                  <a:pt x="82500" y="107519"/>
                </a:lnTo>
                <a:lnTo>
                  <a:pt x="81729" y="109925"/>
                </a:lnTo>
                <a:lnTo>
                  <a:pt x="80867" y="112280"/>
                </a:lnTo>
                <a:lnTo>
                  <a:pt x="79915" y="114584"/>
                </a:lnTo>
                <a:lnTo>
                  <a:pt x="78871" y="116838"/>
                </a:lnTo>
                <a:lnTo>
                  <a:pt x="77752" y="119028"/>
                </a:lnTo>
                <a:lnTo>
                  <a:pt x="76573" y="121140"/>
                </a:lnTo>
                <a:lnTo>
                  <a:pt x="75334" y="123173"/>
                </a:lnTo>
                <a:lnTo>
                  <a:pt x="74034" y="125129"/>
                </a:lnTo>
                <a:lnTo>
                  <a:pt x="72674" y="127007"/>
                </a:lnTo>
                <a:lnTo>
                  <a:pt x="71254" y="128807"/>
                </a:lnTo>
                <a:lnTo>
                  <a:pt x="69773" y="130529"/>
                </a:lnTo>
                <a:lnTo>
                  <a:pt x="68232" y="132173"/>
                </a:lnTo>
                <a:lnTo>
                  <a:pt x="66631" y="133739"/>
                </a:lnTo>
                <a:lnTo>
                  <a:pt x="64970" y="135227"/>
                </a:lnTo>
                <a:lnTo>
                  <a:pt x="63248" y="136638"/>
                </a:lnTo>
                <a:lnTo>
                  <a:pt x="61466" y="137970"/>
                </a:lnTo>
                <a:lnTo>
                  <a:pt x="59618" y="139209"/>
                </a:lnTo>
                <a:lnTo>
                  <a:pt x="57698" y="140341"/>
                </a:lnTo>
                <a:lnTo>
                  <a:pt x="55706" y="141365"/>
                </a:lnTo>
                <a:lnTo>
                  <a:pt x="53643" y="142281"/>
                </a:lnTo>
                <a:lnTo>
                  <a:pt x="51507" y="143089"/>
                </a:lnTo>
                <a:lnTo>
                  <a:pt x="49300" y="143790"/>
                </a:lnTo>
                <a:lnTo>
                  <a:pt x="47021" y="144383"/>
                </a:lnTo>
                <a:lnTo>
                  <a:pt x="44670" y="144868"/>
                </a:lnTo>
                <a:lnTo>
                  <a:pt x="42247" y="145245"/>
                </a:lnTo>
                <a:lnTo>
                  <a:pt x="39752" y="145514"/>
                </a:lnTo>
                <a:lnTo>
                  <a:pt x="37186" y="145676"/>
                </a:lnTo>
                <a:lnTo>
                  <a:pt x="34547" y="145730"/>
                </a:lnTo>
                <a:lnTo>
                  <a:pt x="33753" y="145723"/>
                </a:lnTo>
                <a:lnTo>
                  <a:pt x="32891" y="145703"/>
                </a:lnTo>
                <a:lnTo>
                  <a:pt x="31961" y="145670"/>
                </a:lnTo>
                <a:lnTo>
                  <a:pt x="30962" y="145623"/>
                </a:lnTo>
                <a:lnTo>
                  <a:pt x="29895" y="145563"/>
                </a:lnTo>
                <a:lnTo>
                  <a:pt x="28760" y="145489"/>
                </a:lnTo>
                <a:lnTo>
                  <a:pt x="27557" y="145402"/>
                </a:lnTo>
                <a:lnTo>
                  <a:pt x="26286" y="145301"/>
                </a:lnTo>
                <a:lnTo>
                  <a:pt x="24946" y="145187"/>
                </a:lnTo>
                <a:lnTo>
                  <a:pt x="23538" y="145060"/>
                </a:lnTo>
                <a:lnTo>
                  <a:pt x="22062" y="144920"/>
                </a:lnTo>
                <a:lnTo>
                  <a:pt x="20518" y="144765"/>
                </a:lnTo>
                <a:lnTo>
                  <a:pt x="20274" y="144736"/>
                </a:lnTo>
                <a:lnTo>
                  <a:pt x="20011" y="144705"/>
                </a:lnTo>
                <a:lnTo>
                  <a:pt x="19729" y="144672"/>
                </a:lnTo>
                <a:lnTo>
                  <a:pt x="19427" y="144639"/>
                </a:lnTo>
                <a:lnTo>
                  <a:pt x="19105" y="144604"/>
                </a:lnTo>
                <a:lnTo>
                  <a:pt x="18764" y="144568"/>
                </a:lnTo>
                <a:lnTo>
                  <a:pt x="18404" y="144531"/>
                </a:lnTo>
                <a:lnTo>
                  <a:pt x="18024" y="144493"/>
                </a:lnTo>
                <a:lnTo>
                  <a:pt x="17624" y="144453"/>
                </a:lnTo>
                <a:lnTo>
                  <a:pt x="17205" y="144412"/>
                </a:lnTo>
                <a:lnTo>
                  <a:pt x="16767" y="144370"/>
                </a:lnTo>
                <a:lnTo>
                  <a:pt x="16309" y="144327"/>
                </a:lnTo>
                <a:lnTo>
                  <a:pt x="16309" y="182382"/>
                </a:lnTo>
                <a:lnTo>
                  <a:pt x="0" y="182382"/>
                </a:lnTo>
                <a:lnTo>
                  <a:pt x="0" y="46297"/>
                </a:lnTo>
                <a:lnTo>
                  <a:pt x="16309" y="46297"/>
                </a:lnTo>
                <a:lnTo>
                  <a:pt x="16309" y="68393"/>
                </a:lnTo>
                <a:moveTo>
                  <a:pt x="16309" y="87771"/>
                </a:moveTo>
                <a:lnTo>
                  <a:pt x="16309" y="129772"/>
                </a:lnTo>
                <a:lnTo>
                  <a:pt x="17775" y="130136"/>
                </a:lnTo>
                <a:lnTo>
                  <a:pt x="19222" y="130468"/>
                </a:lnTo>
                <a:lnTo>
                  <a:pt x="20649" y="130769"/>
                </a:lnTo>
                <a:lnTo>
                  <a:pt x="22057" y="131038"/>
                </a:lnTo>
                <a:lnTo>
                  <a:pt x="23446" y="131276"/>
                </a:lnTo>
                <a:lnTo>
                  <a:pt x="24814" y="131481"/>
                </a:lnTo>
                <a:lnTo>
                  <a:pt x="26164" y="131656"/>
                </a:lnTo>
                <a:lnTo>
                  <a:pt x="27494" y="131798"/>
                </a:lnTo>
                <a:lnTo>
                  <a:pt x="28804" y="131909"/>
                </a:lnTo>
                <a:lnTo>
                  <a:pt x="30095" y="131988"/>
                </a:lnTo>
                <a:lnTo>
                  <a:pt x="31366" y="132036"/>
                </a:lnTo>
                <a:lnTo>
                  <a:pt x="32618" y="132051"/>
                </a:lnTo>
                <a:lnTo>
                  <a:pt x="35055" y="131971"/>
                </a:lnTo>
                <a:lnTo>
                  <a:pt x="37427" y="131729"/>
                </a:lnTo>
                <a:lnTo>
                  <a:pt x="39734" y="131325"/>
                </a:lnTo>
                <a:lnTo>
                  <a:pt x="41976" y="130760"/>
                </a:lnTo>
                <a:lnTo>
                  <a:pt x="44153" y="130034"/>
                </a:lnTo>
                <a:lnTo>
                  <a:pt x="46264" y="129147"/>
                </a:lnTo>
                <a:lnTo>
                  <a:pt x="48310" y="128098"/>
                </a:lnTo>
                <a:lnTo>
                  <a:pt x="50291" y="126888"/>
                </a:lnTo>
                <a:lnTo>
                  <a:pt x="52207" y="125516"/>
                </a:lnTo>
                <a:lnTo>
                  <a:pt x="54058" y="123983"/>
                </a:lnTo>
                <a:lnTo>
                  <a:pt x="55844" y="122289"/>
                </a:lnTo>
                <a:lnTo>
                  <a:pt x="57564" y="120433"/>
                </a:lnTo>
                <a:lnTo>
                  <a:pt x="59182" y="118438"/>
                </a:lnTo>
                <a:lnTo>
                  <a:pt x="60659" y="116323"/>
                </a:lnTo>
                <a:lnTo>
                  <a:pt x="61995" y="114090"/>
                </a:lnTo>
                <a:lnTo>
                  <a:pt x="63191" y="111738"/>
                </a:lnTo>
                <a:lnTo>
                  <a:pt x="64246" y="109267"/>
                </a:lnTo>
                <a:lnTo>
                  <a:pt x="65160" y="106678"/>
                </a:lnTo>
                <a:lnTo>
                  <a:pt x="65933" y="103970"/>
                </a:lnTo>
                <a:lnTo>
                  <a:pt x="66566" y="101143"/>
                </a:lnTo>
                <a:lnTo>
                  <a:pt x="67059" y="98197"/>
                </a:lnTo>
                <a:lnTo>
                  <a:pt x="67410" y="95133"/>
                </a:lnTo>
                <a:lnTo>
                  <a:pt x="67621" y="91950"/>
                </a:lnTo>
                <a:lnTo>
                  <a:pt x="67692" y="88648"/>
                </a:lnTo>
                <a:lnTo>
                  <a:pt x="67653" y="86258"/>
                </a:lnTo>
                <a:lnTo>
                  <a:pt x="67538" y="83969"/>
                </a:lnTo>
                <a:lnTo>
                  <a:pt x="67346" y="81781"/>
                </a:lnTo>
                <a:lnTo>
                  <a:pt x="67078" y="79695"/>
                </a:lnTo>
                <a:lnTo>
                  <a:pt x="66733" y="77709"/>
                </a:lnTo>
                <a:lnTo>
                  <a:pt x="66311" y="75824"/>
                </a:lnTo>
                <a:lnTo>
                  <a:pt x="65812" y="74041"/>
                </a:lnTo>
                <a:lnTo>
                  <a:pt x="65237" y="72358"/>
                </a:lnTo>
                <a:lnTo>
                  <a:pt x="64584" y="70777"/>
                </a:lnTo>
                <a:lnTo>
                  <a:pt x="63856" y="69297"/>
                </a:lnTo>
                <a:lnTo>
                  <a:pt x="63050" y="67918"/>
                </a:lnTo>
                <a:lnTo>
                  <a:pt x="62168" y="66639"/>
                </a:lnTo>
                <a:lnTo>
                  <a:pt x="61237" y="65463"/>
                </a:lnTo>
                <a:lnTo>
                  <a:pt x="60285" y="64389"/>
                </a:lnTo>
                <a:lnTo>
                  <a:pt x="59312" y="63417"/>
                </a:lnTo>
                <a:lnTo>
                  <a:pt x="58319" y="62548"/>
                </a:lnTo>
                <a:lnTo>
                  <a:pt x="57305" y="61780"/>
                </a:lnTo>
                <a:lnTo>
                  <a:pt x="56271" y="61115"/>
                </a:lnTo>
                <a:lnTo>
                  <a:pt x="55216" y="60553"/>
                </a:lnTo>
                <a:lnTo>
                  <a:pt x="54140" y="60092"/>
                </a:lnTo>
                <a:lnTo>
                  <a:pt x="53043" y="59734"/>
                </a:lnTo>
                <a:lnTo>
                  <a:pt x="51926" y="59479"/>
                </a:lnTo>
                <a:lnTo>
                  <a:pt x="50788" y="59325"/>
                </a:lnTo>
                <a:lnTo>
                  <a:pt x="49629" y="59274"/>
                </a:lnTo>
                <a:lnTo>
                  <a:pt x="48347" y="59328"/>
                </a:lnTo>
                <a:lnTo>
                  <a:pt x="47043" y="59488"/>
                </a:lnTo>
                <a:lnTo>
                  <a:pt x="45719" y="59756"/>
                </a:lnTo>
                <a:lnTo>
                  <a:pt x="44373" y="60131"/>
                </a:lnTo>
                <a:lnTo>
                  <a:pt x="43005" y="60614"/>
                </a:lnTo>
                <a:lnTo>
                  <a:pt x="41617" y="61203"/>
                </a:lnTo>
                <a:lnTo>
                  <a:pt x="40207" y="61900"/>
                </a:lnTo>
                <a:lnTo>
                  <a:pt x="38776" y="62703"/>
                </a:lnTo>
                <a:lnTo>
                  <a:pt x="37323" y="63614"/>
                </a:lnTo>
                <a:lnTo>
                  <a:pt x="35849" y="64632"/>
                </a:lnTo>
                <a:lnTo>
                  <a:pt x="34354" y="65758"/>
                </a:lnTo>
                <a:lnTo>
                  <a:pt x="32837" y="66990"/>
                </a:lnTo>
                <a:lnTo>
                  <a:pt x="31323" y="68313"/>
                </a:lnTo>
                <a:lnTo>
                  <a:pt x="29833" y="69711"/>
                </a:lnTo>
                <a:lnTo>
                  <a:pt x="28368" y="71183"/>
                </a:lnTo>
                <a:lnTo>
                  <a:pt x="26929" y="72729"/>
                </a:lnTo>
                <a:lnTo>
                  <a:pt x="25514" y="74349"/>
                </a:lnTo>
                <a:lnTo>
                  <a:pt x="24124" y="76044"/>
                </a:lnTo>
                <a:lnTo>
                  <a:pt x="22759" y="77812"/>
                </a:lnTo>
                <a:lnTo>
                  <a:pt x="21419" y="79656"/>
                </a:lnTo>
                <a:lnTo>
                  <a:pt x="20104" y="81573"/>
                </a:lnTo>
                <a:lnTo>
                  <a:pt x="18814" y="83565"/>
                </a:lnTo>
                <a:lnTo>
                  <a:pt x="17549" y="85631"/>
                </a:lnTo>
                <a:lnTo>
                  <a:pt x="16309" y="87771"/>
                </a:lnTo>
                <a:close/>
                <a:moveTo>
                  <a:pt x="116908" y="144327"/>
                </a:moveTo>
                <a:lnTo>
                  <a:pt x="116908" y="46297"/>
                </a:lnTo>
                <a:lnTo>
                  <a:pt x="133217" y="46297"/>
                </a:lnTo>
                <a:lnTo>
                  <a:pt x="133217" y="67831"/>
                </a:lnTo>
                <a:lnTo>
                  <a:pt x="134504" y="65853"/>
                </a:lnTo>
                <a:lnTo>
                  <a:pt x="135822" y="63959"/>
                </a:lnTo>
                <a:lnTo>
                  <a:pt x="137171" y="62149"/>
                </a:lnTo>
                <a:lnTo>
                  <a:pt x="138551" y="60425"/>
                </a:lnTo>
                <a:lnTo>
                  <a:pt x="139962" y="58786"/>
                </a:lnTo>
                <a:lnTo>
                  <a:pt x="141405" y="57231"/>
                </a:lnTo>
                <a:lnTo>
                  <a:pt x="142878" y="55762"/>
                </a:lnTo>
                <a:lnTo>
                  <a:pt x="144382" y="54377"/>
                </a:lnTo>
                <a:lnTo>
                  <a:pt x="145917" y="53077"/>
                </a:lnTo>
                <a:lnTo>
                  <a:pt x="147484" y="51862"/>
                </a:lnTo>
                <a:lnTo>
                  <a:pt x="149081" y="50732"/>
                </a:lnTo>
                <a:lnTo>
                  <a:pt x="150710" y="49686"/>
                </a:lnTo>
                <a:lnTo>
                  <a:pt x="152370" y="48725"/>
                </a:lnTo>
                <a:lnTo>
                  <a:pt x="154060" y="47847"/>
                </a:lnTo>
                <a:lnTo>
                  <a:pt x="155782" y="47053"/>
                </a:lnTo>
                <a:lnTo>
                  <a:pt x="157535" y="46342"/>
                </a:lnTo>
                <a:lnTo>
                  <a:pt x="159318" y="45715"/>
                </a:lnTo>
                <a:lnTo>
                  <a:pt x="161133" y="45171"/>
                </a:lnTo>
                <a:lnTo>
                  <a:pt x="162979" y="44712"/>
                </a:lnTo>
                <a:lnTo>
                  <a:pt x="164856" y="44335"/>
                </a:lnTo>
                <a:lnTo>
                  <a:pt x="166764" y="44043"/>
                </a:lnTo>
                <a:lnTo>
                  <a:pt x="168703" y="43834"/>
                </a:lnTo>
                <a:lnTo>
                  <a:pt x="170673" y="43708"/>
                </a:lnTo>
                <a:lnTo>
                  <a:pt x="172675" y="43666"/>
                </a:lnTo>
                <a:lnTo>
                  <a:pt x="174151" y="43685"/>
                </a:lnTo>
                <a:lnTo>
                  <a:pt x="175627" y="43739"/>
                </a:lnTo>
                <a:lnTo>
                  <a:pt x="177103" y="43831"/>
                </a:lnTo>
                <a:lnTo>
                  <a:pt x="178579" y="43959"/>
                </a:lnTo>
                <a:lnTo>
                  <a:pt x="180055" y="44123"/>
                </a:lnTo>
                <a:lnTo>
                  <a:pt x="181531" y="44324"/>
                </a:lnTo>
                <a:lnTo>
                  <a:pt x="183007" y="44561"/>
                </a:lnTo>
                <a:lnTo>
                  <a:pt x="184483" y="44836"/>
                </a:lnTo>
                <a:lnTo>
                  <a:pt x="185959" y="45146"/>
                </a:lnTo>
                <a:lnTo>
                  <a:pt x="187435" y="45493"/>
                </a:lnTo>
                <a:lnTo>
                  <a:pt x="188911" y="45877"/>
                </a:lnTo>
                <a:lnTo>
                  <a:pt x="190387" y="46297"/>
                </a:lnTo>
                <a:lnTo>
                  <a:pt x="190387" y="81721"/>
                </a:lnTo>
                <a:lnTo>
                  <a:pt x="174691" y="81721"/>
                </a:lnTo>
                <a:lnTo>
                  <a:pt x="174691" y="59447"/>
                </a:lnTo>
                <a:lnTo>
                  <a:pt x="174017" y="59335"/>
                </a:lnTo>
                <a:lnTo>
                  <a:pt x="173366" y="59233"/>
                </a:lnTo>
                <a:lnTo>
                  <a:pt x="172740" y="59141"/>
                </a:lnTo>
                <a:lnTo>
                  <a:pt x="172139" y="59059"/>
                </a:lnTo>
                <a:lnTo>
                  <a:pt x="171562" y="58986"/>
                </a:lnTo>
                <a:lnTo>
                  <a:pt x="171009" y="58923"/>
                </a:lnTo>
                <a:lnTo>
                  <a:pt x="170480" y="58869"/>
                </a:lnTo>
                <a:lnTo>
                  <a:pt x="169976" y="58826"/>
                </a:lnTo>
                <a:lnTo>
                  <a:pt x="169496" y="58792"/>
                </a:lnTo>
                <a:lnTo>
                  <a:pt x="169041" y="58767"/>
                </a:lnTo>
                <a:lnTo>
                  <a:pt x="168610" y="58753"/>
                </a:lnTo>
                <a:lnTo>
                  <a:pt x="168203" y="58748"/>
                </a:lnTo>
                <a:lnTo>
                  <a:pt x="166685" y="58798"/>
                </a:lnTo>
                <a:lnTo>
                  <a:pt x="165173" y="58947"/>
                </a:lnTo>
                <a:lnTo>
                  <a:pt x="163665" y="59196"/>
                </a:lnTo>
                <a:lnTo>
                  <a:pt x="162162" y="59544"/>
                </a:lnTo>
                <a:lnTo>
                  <a:pt x="160664" y="59992"/>
                </a:lnTo>
                <a:lnTo>
                  <a:pt x="159171" y="60540"/>
                </a:lnTo>
                <a:lnTo>
                  <a:pt x="157683" y="61187"/>
                </a:lnTo>
                <a:lnTo>
                  <a:pt x="156200" y="61934"/>
                </a:lnTo>
                <a:lnTo>
                  <a:pt x="154721" y="62780"/>
                </a:lnTo>
                <a:lnTo>
                  <a:pt x="153248" y="63726"/>
                </a:lnTo>
                <a:lnTo>
                  <a:pt x="151779" y="64771"/>
                </a:lnTo>
                <a:lnTo>
                  <a:pt x="150315" y="65916"/>
                </a:lnTo>
                <a:lnTo>
                  <a:pt x="148857" y="67161"/>
                </a:lnTo>
                <a:lnTo>
                  <a:pt x="147405" y="68505"/>
                </a:lnTo>
                <a:lnTo>
                  <a:pt x="145959" y="69948"/>
                </a:lnTo>
                <a:lnTo>
                  <a:pt x="144518" y="71491"/>
                </a:lnTo>
                <a:lnTo>
                  <a:pt x="143084" y="73134"/>
                </a:lnTo>
                <a:lnTo>
                  <a:pt x="141657" y="74876"/>
                </a:lnTo>
                <a:lnTo>
                  <a:pt x="140235" y="76718"/>
                </a:lnTo>
                <a:lnTo>
                  <a:pt x="138819" y="78659"/>
                </a:lnTo>
                <a:lnTo>
                  <a:pt x="137409" y="80700"/>
                </a:lnTo>
                <a:lnTo>
                  <a:pt x="136006" y="82841"/>
                </a:lnTo>
                <a:lnTo>
                  <a:pt x="134608" y="85081"/>
                </a:lnTo>
                <a:lnTo>
                  <a:pt x="133217" y="87420"/>
                </a:lnTo>
                <a:lnTo>
                  <a:pt x="133217" y="144327"/>
                </a:lnTo>
                <a:lnTo>
                  <a:pt x="116908" y="144327"/>
                </a:lnTo>
                <a:close/>
                <a:moveTo>
                  <a:pt x="243373" y="144327"/>
                </a:moveTo>
                <a:lnTo>
                  <a:pt x="243373" y="59976"/>
                </a:lnTo>
                <a:lnTo>
                  <a:pt x="216191" y="59976"/>
                </a:lnTo>
                <a:lnTo>
                  <a:pt x="216191" y="46297"/>
                </a:lnTo>
                <a:lnTo>
                  <a:pt x="259682" y="46297"/>
                </a:lnTo>
                <a:lnTo>
                  <a:pt x="259682" y="130648"/>
                </a:lnTo>
                <a:lnTo>
                  <a:pt x="286952" y="130648"/>
                </a:lnTo>
                <a:lnTo>
                  <a:pt x="286952" y="144327"/>
                </a:lnTo>
                <a:lnTo>
                  <a:pt x="243373" y="144327"/>
                </a:lnTo>
                <a:moveTo>
                  <a:pt x="240655" y="11092"/>
                </a:moveTo>
                <a:lnTo>
                  <a:pt x="240681" y="10194"/>
                </a:lnTo>
                <a:lnTo>
                  <a:pt x="240760" y="9336"/>
                </a:lnTo>
                <a:lnTo>
                  <a:pt x="240891" y="8516"/>
                </a:lnTo>
                <a:lnTo>
                  <a:pt x="241074" y="7734"/>
                </a:lnTo>
                <a:lnTo>
                  <a:pt x="241310" y="6992"/>
                </a:lnTo>
                <a:lnTo>
                  <a:pt x="241598" y="6289"/>
                </a:lnTo>
                <a:lnTo>
                  <a:pt x="241938" y="5624"/>
                </a:lnTo>
                <a:lnTo>
                  <a:pt x="242331" y="4998"/>
                </a:lnTo>
                <a:lnTo>
                  <a:pt x="242776" y="4411"/>
                </a:lnTo>
                <a:lnTo>
                  <a:pt x="243273" y="3863"/>
                </a:lnTo>
                <a:lnTo>
                  <a:pt x="243823" y="3353"/>
                </a:lnTo>
                <a:lnTo>
                  <a:pt x="244426" y="2883"/>
                </a:lnTo>
                <a:lnTo>
                  <a:pt x="245051" y="2450"/>
                </a:lnTo>
                <a:lnTo>
                  <a:pt x="245670" y="2055"/>
                </a:lnTo>
                <a:lnTo>
                  <a:pt x="246283" y="1698"/>
                </a:lnTo>
                <a:lnTo>
                  <a:pt x="246890" y="1379"/>
                </a:lnTo>
                <a:lnTo>
                  <a:pt x="247491" y="1097"/>
                </a:lnTo>
                <a:lnTo>
                  <a:pt x="248086" y="852"/>
                </a:lnTo>
                <a:lnTo>
                  <a:pt x="248675" y="645"/>
                </a:lnTo>
                <a:lnTo>
                  <a:pt x="249258" y="476"/>
                </a:lnTo>
                <a:lnTo>
                  <a:pt x="249835" y="345"/>
                </a:lnTo>
                <a:lnTo>
                  <a:pt x="250405" y="251"/>
                </a:lnTo>
                <a:lnTo>
                  <a:pt x="250970" y="194"/>
                </a:lnTo>
                <a:lnTo>
                  <a:pt x="251528" y="175"/>
                </a:lnTo>
                <a:lnTo>
                  <a:pt x="252100" y="194"/>
                </a:lnTo>
                <a:lnTo>
                  <a:pt x="252678" y="251"/>
                </a:lnTo>
                <a:lnTo>
                  <a:pt x="253260" y="345"/>
                </a:lnTo>
                <a:lnTo>
                  <a:pt x="253847" y="476"/>
                </a:lnTo>
                <a:lnTo>
                  <a:pt x="254439" y="645"/>
                </a:lnTo>
                <a:lnTo>
                  <a:pt x="255035" y="852"/>
                </a:lnTo>
                <a:lnTo>
                  <a:pt x="255637" y="1097"/>
                </a:lnTo>
                <a:lnTo>
                  <a:pt x="256243" y="1379"/>
                </a:lnTo>
                <a:lnTo>
                  <a:pt x="256855" y="1698"/>
                </a:lnTo>
                <a:lnTo>
                  <a:pt x="257471" y="2055"/>
                </a:lnTo>
                <a:lnTo>
                  <a:pt x="258092" y="2450"/>
                </a:lnTo>
                <a:lnTo>
                  <a:pt x="258718" y="2883"/>
                </a:lnTo>
                <a:lnTo>
                  <a:pt x="259320" y="3353"/>
                </a:lnTo>
                <a:lnTo>
                  <a:pt x="259870" y="3863"/>
                </a:lnTo>
                <a:lnTo>
                  <a:pt x="260368" y="4411"/>
                </a:lnTo>
                <a:lnTo>
                  <a:pt x="260813" y="4998"/>
                </a:lnTo>
                <a:lnTo>
                  <a:pt x="261205" y="5624"/>
                </a:lnTo>
                <a:lnTo>
                  <a:pt x="261546" y="6289"/>
                </a:lnTo>
                <a:lnTo>
                  <a:pt x="261834" y="6992"/>
                </a:lnTo>
                <a:lnTo>
                  <a:pt x="262069" y="7734"/>
                </a:lnTo>
                <a:lnTo>
                  <a:pt x="262253" y="8516"/>
                </a:lnTo>
                <a:lnTo>
                  <a:pt x="262384" y="9336"/>
                </a:lnTo>
                <a:lnTo>
                  <a:pt x="262462" y="10194"/>
                </a:lnTo>
                <a:lnTo>
                  <a:pt x="262488" y="11092"/>
                </a:lnTo>
                <a:lnTo>
                  <a:pt x="262462" y="11976"/>
                </a:lnTo>
                <a:lnTo>
                  <a:pt x="262384" y="12822"/>
                </a:lnTo>
                <a:lnTo>
                  <a:pt x="262253" y="13630"/>
                </a:lnTo>
                <a:lnTo>
                  <a:pt x="262069" y="14401"/>
                </a:lnTo>
                <a:lnTo>
                  <a:pt x="261834" y="15134"/>
                </a:lnTo>
                <a:lnTo>
                  <a:pt x="261546" y="15830"/>
                </a:lnTo>
                <a:lnTo>
                  <a:pt x="261205" y="16488"/>
                </a:lnTo>
                <a:lnTo>
                  <a:pt x="260813" y="17108"/>
                </a:lnTo>
                <a:lnTo>
                  <a:pt x="260368" y="17691"/>
                </a:lnTo>
                <a:lnTo>
                  <a:pt x="259870" y="18236"/>
                </a:lnTo>
                <a:lnTo>
                  <a:pt x="259320" y="18744"/>
                </a:lnTo>
                <a:lnTo>
                  <a:pt x="258718" y="19214"/>
                </a:lnTo>
                <a:lnTo>
                  <a:pt x="258092" y="19646"/>
                </a:lnTo>
                <a:lnTo>
                  <a:pt x="257471" y="20041"/>
                </a:lnTo>
                <a:lnTo>
                  <a:pt x="256855" y="20398"/>
                </a:lnTo>
                <a:lnTo>
                  <a:pt x="256243" y="20718"/>
                </a:lnTo>
                <a:lnTo>
                  <a:pt x="255637" y="21000"/>
                </a:lnTo>
                <a:lnTo>
                  <a:pt x="255035" y="21244"/>
                </a:lnTo>
                <a:lnTo>
                  <a:pt x="254439" y="21451"/>
                </a:lnTo>
                <a:lnTo>
                  <a:pt x="253847" y="21620"/>
                </a:lnTo>
                <a:lnTo>
                  <a:pt x="253260" y="21752"/>
                </a:lnTo>
                <a:lnTo>
                  <a:pt x="252678" y="21846"/>
                </a:lnTo>
                <a:lnTo>
                  <a:pt x="252100" y="21902"/>
                </a:lnTo>
                <a:lnTo>
                  <a:pt x="251528" y="21921"/>
                </a:lnTo>
                <a:lnTo>
                  <a:pt x="250970" y="21902"/>
                </a:lnTo>
                <a:lnTo>
                  <a:pt x="250405" y="21846"/>
                </a:lnTo>
                <a:lnTo>
                  <a:pt x="249835" y="21752"/>
                </a:lnTo>
                <a:lnTo>
                  <a:pt x="249258" y="21620"/>
                </a:lnTo>
                <a:lnTo>
                  <a:pt x="248675" y="21451"/>
                </a:lnTo>
                <a:lnTo>
                  <a:pt x="248086" y="21244"/>
                </a:lnTo>
                <a:lnTo>
                  <a:pt x="247491" y="21000"/>
                </a:lnTo>
                <a:lnTo>
                  <a:pt x="246890" y="20718"/>
                </a:lnTo>
                <a:lnTo>
                  <a:pt x="246283" y="20398"/>
                </a:lnTo>
                <a:lnTo>
                  <a:pt x="245670" y="20041"/>
                </a:lnTo>
                <a:lnTo>
                  <a:pt x="245051" y="19646"/>
                </a:lnTo>
                <a:lnTo>
                  <a:pt x="244426" y="19214"/>
                </a:lnTo>
                <a:lnTo>
                  <a:pt x="243823" y="18744"/>
                </a:lnTo>
                <a:lnTo>
                  <a:pt x="243273" y="18236"/>
                </a:lnTo>
                <a:lnTo>
                  <a:pt x="242776" y="17691"/>
                </a:lnTo>
                <a:lnTo>
                  <a:pt x="242331" y="17108"/>
                </a:lnTo>
                <a:lnTo>
                  <a:pt x="241938" y="16488"/>
                </a:lnTo>
                <a:lnTo>
                  <a:pt x="241598" y="15830"/>
                </a:lnTo>
                <a:lnTo>
                  <a:pt x="241310" y="15134"/>
                </a:lnTo>
                <a:lnTo>
                  <a:pt x="241074" y="14401"/>
                </a:lnTo>
                <a:lnTo>
                  <a:pt x="240891" y="13630"/>
                </a:lnTo>
                <a:lnTo>
                  <a:pt x="240760" y="12822"/>
                </a:lnTo>
                <a:lnTo>
                  <a:pt x="240681" y="11976"/>
                </a:lnTo>
                <a:lnTo>
                  <a:pt x="240655" y="11092"/>
                </a:lnTo>
                <a:close/>
                <a:moveTo>
                  <a:pt x="355108" y="144327"/>
                </a:moveTo>
                <a:lnTo>
                  <a:pt x="312582" y="46297"/>
                </a:lnTo>
                <a:lnTo>
                  <a:pt x="330469" y="46297"/>
                </a:lnTo>
                <a:lnTo>
                  <a:pt x="364052" y="123968"/>
                </a:lnTo>
                <a:lnTo>
                  <a:pt x="398336" y="46297"/>
                </a:lnTo>
                <a:lnTo>
                  <a:pt x="414645" y="46297"/>
                </a:lnTo>
                <a:lnTo>
                  <a:pt x="371768" y="144327"/>
                </a:lnTo>
                <a:lnTo>
                  <a:pt x="355108" y="144327"/>
                </a:lnTo>
                <a:close/>
                <a:moveTo>
                  <a:pt x="494989" y="122132"/>
                </a:moveTo>
                <a:lnTo>
                  <a:pt x="493726" y="124144"/>
                </a:lnTo>
                <a:lnTo>
                  <a:pt x="492421" y="126072"/>
                </a:lnTo>
                <a:lnTo>
                  <a:pt x="491073" y="127915"/>
                </a:lnTo>
                <a:lnTo>
                  <a:pt x="489684" y="129674"/>
                </a:lnTo>
                <a:lnTo>
                  <a:pt x="488253" y="131348"/>
                </a:lnTo>
                <a:lnTo>
                  <a:pt x="486780" y="132938"/>
                </a:lnTo>
                <a:lnTo>
                  <a:pt x="485264" y="134444"/>
                </a:lnTo>
                <a:lnTo>
                  <a:pt x="483707" y="135866"/>
                </a:lnTo>
                <a:lnTo>
                  <a:pt x="482108" y="137203"/>
                </a:lnTo>
                <a:lnTo>
                  <a:pt x="480466" y="138455"/>
                </a:lnTo>
                <a:lnTo>
                  <a:pt x="478783" y="139623"/>
                </a:lnTo>
                <a:lnTo>
                  <a:pt x="477058" y="140707"/>
                </a:lnTo>
                <a:lnTo>
                  <a:pt x="475323" y="141706"/>
                </a:lnTo>
                <a:lnTo>
                  <a:pt x="473612" y="142617"/>
                </a:lnTo>
                <a:lnTo>
                  <a:pt x="471925" y="143442"/>
                </a:lnTo>
                <a:lnTo>
                  <a:pt x="470262" y="144180"/>
                </a:lnTo>
                <a:lnTo>
                  <a:pt x="468623" y="144831"/>
                </a:lnTo>
                <a:lnTo>
                  <a:pt x="467007" y="145395"/>
                </a:lnTo>
                <a:lnTo>
                  <a:pt x="465415" y="145872"/>
                </a:lnTo>
                <a:lnTo>
                  <a:pt x="463847" y="146263"/>
                </a:lnTo>
                <a:lnTo>
                  <a:pt x="462302" y="146567"/>
                </a:lnTo>
                <a:lnTo>
                  <a:pt x="460781" y="146784"/>
                </a:lnTo>
                <a:lnTo>
                  <a:pt x="459284" y="146914"/>
                </a:lnTo>
                <a:lnTo>
                  <a:pt x="457811" y="146958"/>
                </a:lnTo>
                <a:lnTo>
                  <a:pt x="455783" y="146884"/>
                </a:lnTo>
                <a:lnTo>
                  <a:pt x="453789" y="146663"/>
                </a:lnTo>
                <a:lnTo>
                  <a:pt x="451829" y="146294"/>
                </a:lnTo>
                <a:lnTo>
                  <a:pt x="449905" y="145779"/>
                </a:lnTo>
                <a:lnTo>
                  <a:pt x="448015" y="145116"/>
                </a:lnTo>
                <a:lnTo>
                  <a:pt x="446160" y="144305"/>
                </a:lnTo>
                <a:lnTo>
                  <a:pt x="444340" y="143347"/>
                </a:lnTo>
                <a:lnTo>
                  <a:pt x="442554" y="142242"/>
                </a:lnTo>
                <a:lnTo>
                  <a:pt x="440803" y="140990"/>
                </a:lnTo>
                <a:lnTo>
                  <a:pt x="439087" y="139590"/>
                </a:lnTo>
                <a:lnTo>
                  <a:pt x="437406" y="138042"/>
                </a:lnTo>
                <a:lnTo>
                  <a:pt x="435759" y="136348"/>
                </a:lnTo>
                <a:lnTo>
                  <a:pt x="434197" y="134503"/>
                </a:lnTo>
                <a:lnTo>
                  <a:pt x="432771" y="132507"/>
                </a:lnTo>
                <a:lnTo>
                  <a:pt x="431481" y="130358"/>
                </a:lnTo>
                <a:lnTo>
                  <a:pt x="430327" y="128057"/>
                </a:lnTo>
                <a:lnTo>
                  <a:pt x="429309" y="125604"/>
                </a:lnTo>
                <a:lnTo>
                  <a:pt x="428426" y="122998"/>
                </a:lnTo>
                <a:lnTo>
                  <a:pt x="427679" y="120240"/>
                </a:lnTo>
                <a:lnTo>
                  <a:pt x="427068" y="117330"/>
                </a:lnTo>
                <a:lnTo>
                  <a:pt x="426593" y="114268"/>
                </a:lnTo>
                <a:lnTo>
                  <a:pt x="426254" y="111054"/>
                </a:lnTo>
                <a:lnTo>
                  <a:pt x="426050" y="107687"/>
                </a:lnTo>
                <a:lnTo>
                  <a:pt x="425982" y="104168"/>
                </a:lnTo>
                <a:lnTo>
                  <a:pt x="426027" y="101358"/>
                </a:lnTo>
                <a:lnTo>
                  <a:pt x="426162" y="98599"/>
                </a:lnTo>
                <a:lnTo>
                  <a:pt x="426388" y="95890"/>
                </a:lnTo>
                <a:lnTo>
                  <a:pt x="426703" y="93232"/>
                </a:lnTo>
                <a:lnTo>
                  <a:pt x="427109" y="90624"/>
                </a:lnTo>
                <a:lnTo>
                  <a:pt x="427604" y="88067"/>
                </a:lnTo>
                <a:lnTo>
                  <a:pt x="428190" y="85561"/>
                </a:lnTo>
                <a:lnTo>
                  <a:pt x="428866" y="83104"/>
                </a:lnTo>
                <a:lnTo>
                  <a:pt x="429632" y="80699"/>
                </a:lnTo>
                <a:lnTo>
                  <a:pt x="430488" y="78344"/>
                </a:lnTo>
                <a:lnTo>
                  <a:pt x="431434" y="76040"/>
                </a:lnTo>
                <a:lnTo>
                  <a:pt x="432471" y="73786"/>
                </a:lnTo>
                <a:lnTo>
                  <a:pt x="433582" y="71596"/>
                </a:lnTo>
                <a:lnTo>
                  <a:pt x="434755" y="69484"/>
                </a:lnTo>
                <a:lnTo>
                  <a:pt x="435989" y="67451"/>
                </a:lnTo>
                <a:lnTo>
                  <a:pt x="437283" y="65495"/>
                </a:lnTo>
                <a:lnTo>
                  <a:pt x="438639" y="63617"/>
                </a:lnTo>
                <a:lnTo>
                  <a:pt x="440055" y="61817"/>
                </a:lnTo>
                <a:lnTo>
                  <a:pt x="441532" y="60095"/>
                </a:lnTo>
                <a:lnTo>
                  <a:pt x="443071" y="58451"/>
                </a:lnTo>
                <a:lnTo>
                  <a:pt x="444670" y="56885"/>
                </a:lnTo>
                <a:lnTo>
                  <a:pt x="446329" y="55396"/>
                </a:lnTo>
                <a:lnTo>
                  <a:pt x="448050" y="53986"/>
                </a:lnTo>
                <a:lnTo>
                  <a:pt x="449832" y="52654"/>
                </a:lnTo>
                <a:lnTo>
                  <a:pt x="451680" y="51415"/>
                </a:lnTo>
                <a:lnTo>
                  <a:pt x="453600" y="50283"/>
                </a:lnTo>
                <a:lnTo>
                  <a:pt x="455592" y="49259"/>
                </a:lnTo>
                <a:lnTo>
                  <a:pt x="457655" y="48343"/>
                </a:lnTo>
                <a:lnTo>
                  <a:pt x="459791" y="47535"/>
                </a:lnTo>
                <a:lnTo>
                  <a:pt x="461998" y="46834"/>
                </a:lnTo>
                <a:lnTo>
                  <a:pt x="464277" y="46241"/>
                </a:lnTo>
                <a:lnTo>
                  <a:pt x="466628" y="45756"/>
                </a:lnTo>
                <a:lnTo>
                  <a:pt x="469051" y="45379"/>
                </a:lnTo>
                <a:lnTo>
                  <a:pt x="471546" y="45110"/>
                </a:lnTo>
                <a:lnTo>
                  <a:pt x="474112" y="44948"/>
                </a:lnTo>
                <a:lnTo>
                  <a:pt x="476751" y="44894"/>
                </a:lnTo>
                <a:lnTo>
                  <a:pt x="477558" y="44901"/>
                </a:lnTo>
                <a:lnTo>
                  <a:pt x="478431" y="44921"/>
                </a:lnTo>
                <a:lnTo>
                  <a:pt x="479370" y="44954"/>
                </a:lnTo>
                <a:lnTo>
                  <a:pt x="480375" y="45001"/>
                </a:lnTo>
                <a:lnTo>
                  <a:pt x="481445" y="45061"/>
                </a:lnTo>
                <a:lnTo>
                  <a:pt x="482582" y="45135"/>
                </a:lnTo>
                <a:lnTo>
                  <a:pt x="483784" y="45222"/>
                </a:lnTo>
                <a:lnTo>
                  <a:pt x="485051" y="45323"/>
                </a:lnTo>
                <a:lnTo>
                  <a:pt x="486385" y="45437"/>
                </a:lnTo>
                <a:lnTo>
                  <a:pt x="487784" y="45564"/>
                </a:lnTo>
                <a:lnTo>
                  <a:pt x="489249" y="45704"/>
                </a:lnTo>
                <a:lnTo>
                  <a:pt x="490780" y="45858"/>
                </a:lnTo>
                <a:lnTo>
                  <a:pt x="491024" y="45888"/>
                </a:lnTo>
                <a:lnTo>
                  <a:pt x="491287" y="45919"/>
                </a:lnTo>
                <a:lnTo>
                  <a:pt x="491569" y="45952"/>
                </a:lnTo>
                <a:lnTo>
                  <a:pt x="491871" y="45985"/>
                </a:lnTo>
                <a:lnTo>
                  <a:pt x="492193" y="46020"/>
                </a:lnTo>
                <a:lnTo>
                  <a:pt x="492534" y="46056"/>
                </a:lnTo>
                <a:lnTo>
                  <a:pt x="492894" y="46093"/>
                </a:lnTo>
                <a:lnTo>
                  <a:pt x="493274" y="46131"/>
                </a:lnTo>
                <a:lnTo>
                  <a:pt x="493674" y="46171"/>
                </a:lnTo>
                <a:lnTo>
                  <a:pt x="494093" y="46212"/>
                </a:lnTo>
                <a:lnTo>
                  <a:pt x="494531" y="46254"/>
                </a:lnTo>
                <a:lnTo>
                  <a:pt x="494989" y="46297"/>
                </a:lnTo>
                <a:lnTo>
                  <a:pt x="511386" y="46297"/>
                </a:lnTo>
                <a:lnTo>
                  <a:pt x="511386" y="115479"/>
                </a:lnTo>
                <a:lnTo>
                  <a:pt x="511411" y="118394"/>
                </a:lnTo>
                <a:lnTo>
                  <a:pt x="511488" y="121216"/>
                </a:lnTo>
                <a:lnTo>
                  <a:pt x="511616" y="123945"/>
                </a:lnTo>
                <a:lnTo>
                  <a:pt x="511795" y="126581"/>
                </a:lnTo>
                <a:lnTo>
                  <a:pt x="512025" y="129124"/>
                </a:lnTo>
                <a:lnTo>
                  <a:pt x="512306" y="131575"/>
                </a:lnTo>
                <a:lnTo>
                  <a:pt x="512639" y="133932"/>
                </a:lnTo>
                <a:lnTo>
                  <a:pt x="513023" y="136197"/>
                </a:lnTo>
                <a:lnTo>
                  <a:pt x="513457" y="138369"/>
                </a:lnTo>
                <a:lnTo>
                  <a:pt x="513943" y="140448"/>
                </a:lnTo>
                <a:lnTo>
                  <a:pt x="514480" y="142434"/>
                </a:lnTo>
                <a:lnTo>
                  <a:pt x="515068" y="144327"/>
                </a:lnTo>
                <a:lnTo>
                  <a:pt x="498058" y="144327"/>
                </a:lnTo>
                <a:lnTo>
                  <a:pt x="497742" y="142930"/>
                </a:lnTo>
                <a:lnTo>
                  <a:pt x="497437" y="141451"/>
                </a:lnTo>
                <a:lnTo>
                  <a:pt x="497143" y="139889"/>
                </a:lnTo>
                <a:lnTo>
                  <a:pt x="496860" y="138245"/>
                </a:lnTo>
                <a:lnTo>
                  <a:pt x="496587" y="136519"/>
                </a:lnTo>
                <a:lnTo>
                  <a:pt x="496326" y="134711"/>
                </a:lnTo>
                <a:lnTo>
                  <a:pt x="496076" y="132820"/>
                </a:lnTo>
                <a:lnTo>
                  <a:pt x="495837" y="130847"/>
                </a:lnTo>
                <a:lnTo>
                  <a:pt x="495608" y="128792"/>
                </a:lnTo>
                <a:lnTo>
                  <a:pt x="495391" y="126654"/>
                </a:lnTo>
                <a:lnTo>
                  <a:pt x="495184" y="124434"/>
                </a:lnTo>
                <a:lnTo>
                  <a:pt x="494989" y="122132"/>
                </a:lnTo>
                <a:moveTo>
                  <a:pt x="494989" y="102853"/>
                </a:moveTo>
                <a:lnTo>
                  <a:pt x="494989" y="60852"/>
                </a:lnTo>
                <a:lnTo>
                  <a:pt x="493551" y="60488"/>
                </a:lnTo>
                <a:lnTo>
                  <a:pt x="492129" y="60156"/>
                </a:lnTo>
                <a:lnTo>
                  <a:pt x="490725" y="59855"/>
                </a:lnTo>
                <a:lnTo>
                  <a:pt x="489338" y="59586"/>
                </a:lnTo>
                <a:lnTo>
                  <a:pt x="487968" y="59348"/>
                </a:lnTo>
                <a:lnTo>
                  <a:pt x="486615" y="59143"/>
                </a:lnTo>
                <a:lnTo>
                  <a:pt x="485279" y="58968"/>
                </a:lnTo>
                <a:lnTo>
                  <a:pt x="483960" y="58826"/>
                </a:lnTo>
                <a:lnTo>
                  <a:pt x="482658" y="58715"/>
                </a:lnTo>
                <a:lnTo>
                  <a:pt x="481374" y="58636"/>
                </a:lnTo>
                <a:lnTo>
                  <a:pt x="480106" y="58588"/>
                </a:lnTo>
                <a:lnTo>
                  <a:pt x="478855" y="58573"/>
                </a:lnTo>
                <a:lnTo>
                  <a:pt x="476377" y="58654"/>
                </a:lnTo>
                <a:lnTo>
                  <a:pt x="473968" y="58897"/>
                </a:lnTo>
                <a:lnTo>
                  <a:pt x="471630" y="59301"/>
                </a:lnTo>
                <a:lnTo>
                  <a:pt x="469361" y="59868"/>
                </a:lnTo>
                <a:lnTo>
                  <a:pt x="467163" y="60597"/>
                </a:lnTo>
                <a:lnTo>
                  <a:pt x="465034" y="61488"/>
                </a:lnTo>
                <a:lnTo>
                  <a:pt x="462976" y="62541"/>
                </a:lnTo>
                <a:lnTo>
                  <a:pt x="460987" y="63756"/>
                </a:lnTo>
                <a:lnTo>
                  <a:pt x="459069" y="65132"/>
                </a:lnTo>
                <a:lnTo>
                  <a:pt x="457220" y="66671"/>
                </a:lnTo>
                <a:lnTo>
                  <a:pt x="455442" y="68372"/>
                </a:lnTo>
                <a:lnTo>
                  <a:pt x="453734" y="70234"/>
                </a:lnTo>
                <a:lnTo>
                  <a:pt x="452130" y="72237"/>
                </a:lnTo>
                <a:lnTo>
                  <a:pt x="450666" y="74356"/>
                </a:lnTo>
                <a:lnTo>
                  <a:pt x="449341" y="76592"/>
                </a:lnTo>
                <a:lnTo>
                  <a:pt x="448156" y="78944"/>
                </a:lnTo>
                <a:lnTo>
                  <a:pt x="447110" y="81414"/>
                </a:lnTo>
                <a:lnTo>
                  <a:pt x="446204" y="84001"/>
                </a:lnTo>
                <a:lnTo>
                  <a:pt x="445437" y="86704"/>
                </a:lnTo>
                <a:lnTo>
                  <a:pt x="444810" y="89525"/>
                </a:lnTo>
                <a:lnTo>
                  <a:pt x="444322" y="92462"/>
                </a:lnTo>
                <a:lnTo>
                  <a:pt x="443973" y="95517"/>
                </a:lnTo>
                <a:lnTo>
                  <a:pt x="443764" y="98688"/>
                </a:lnTo>
                <a:lnTo>
                  <a:pt x="443694" y="101976"/>
                </a:lnTo>
                <a:lnTo>
                  <a:pt x="443732" y="104352"/>
                </a:lnTo>
                <a:lnTo>
                  <a:pt x="443846" y="106629"/>
                </a:lnTo>
                <a:lnTo>
                  <a:pt x="444037" y="108807"/>
                </a:lnTo>
                <a:lnTo>
                  <a:pt x="444303" y="110886"/>
                </a:lnTo>
                <a:lnTo>
                  <a:pt x="444646" y="112865"/>
                </a:lnTo>
                <a:lnTo>
                  <a:pt x="445064" y="114745"/>
                </a:lnTo>
                <a:lnTo>
                  <a:pt x="445559" y="116526"/>
                </a:lnTo>
                <a:lnTo>
                  <a:pt x="446130" y="118207"/>
                </a:lnTo>
                <a:lnTo>
                  <a:pt x="446777" y="119789"/>
                </a:lnTo>
                <a:lnTo>
                  <a:pt x="447500" y="121272"/>
                </a:lnTo>
                <a:lnTo>
                  <a:pt x="448299" y="122656"/>
                </a:lnTo>
                <a:lnTo>
                  <a:pt x="449174" y="123941"/>
                </a:lnTo>
                <a:lnTo>
                  <a:pt x="450098" y="125124"/>
                </a:lnTo>
                <a:lnTo>
                  <a:pt x="451044" y="126205"/>
                </a:lnTo>
                <a:lnTo>
                  <a:pt x="452010" y="127182"/>
                </a:lnTo>
                <a:lnTo>
                  <a:pt x="452998" y="128057"/>
                </a:lnTo>
                <a:lnTo>
                  <a:pt x="454008" y="128829"/>
                </a:lnTo>
                <a:lnTo>
                  <a:pt x="455038" y="129498"/>
                </a:lnTo>
                <a:lnTo>
                  <a:pt x="456090" y="130064"/>
                </a:lnTo>
                <a:lnTo>
                  <a:pt x="457163" y="130527"/>
                </a:lnTo>
                <a:lnTo>
                  <a:pt x="458258" y="130887"/>
                </a:lnTo>
                <a:lnTo>
                  <a:pt x="459374" y="131144"/>
                </a:lnTo>
                <a:lnTo>
                  <a:pt x="460511" y="131298"/>
                </a:lnTo>
                <a:lnTo>
                  <a:pt x="461669" y="131350"/>
                </a:lnTo>
                <a:lnTo>
                  <a:pt x="462952" y="131296"/>
                </a:lnTo>
                <a:lnTo>
                  <a:pt x="464256" y="131136"/>
                </a:lnTo>
                <a:lnTo>
                  <a:pt x="465582" y="130868"/>
                </a:lnTo>
                <a:lnTo>
                  <a:pt x="466930" y="130493"/>
                </a:lnTo>
                <a:lnTo>
                  <a:pt x="468300" y="130010"/>
                </a:lnTo>
                <a:lnTo>
                  <a:pt x="469692" y="129421"/>
                </a:lnTo>
                <a:lnTo>
                  <a:pt x="471106" y="128724"/>
                </a:lnTo>
                <a:lnTo>
                  <a:pt x="472542" y="127921"/>
                </a:lnTo>
                <a:lnTo>
                  <a:pt x="474000" y="127010"/>
                </a:lnTo>
                <a:lnTo>
                  <a:pt x="475479" y="125991"/>
                </a:lnTo>
                <a:lnTo>
                  <a:pt x="476981" y="124866"/>
                </a:lnTo>
                <a:lnTo>
                  <a:pt x="478504" y="123634"/>
                </a:lnTo>
                <a:lnTo>
                  <a:pt x="480026" y="122311"/>
                </a:lnTo>
                <a:lnTo>
                  <a:pt x="481520" y="120913"/>
                </a:lnTo>
                <a:lnTo>
                  <a:pt x="482987" y="119441"/>
                </a:lnTo>
                <a:lnTo>
                  <a:pt x="484428" y="117895"/>
                </a:lnTo>
                <a:lnTo>
                  <a:pt x="485842" y="116275"/>
                </a:lnTo>
                <a:lnTo>
                  <a:pt x="487229" y="114580"/>
                </a:lnTo>
                <a:lnTo>
                  <a:pt x="488589" y="112812"/>
                </a:lnTo>
                <a:lnTo>
                  <a:pt x="489923" y="110968"/>
                </a:lnTo>
                <a:lnTo>
                  <a:pt x="491230" y="109051"/>
                </a:lnTo>
                <a:lnTo>
                  <a:pt x="492509" y="107059"/>
                </a:lnTo>
                <a:lnTo>
                  <a:pt x="493763" y="104993"/>
                </a:lnTo>
                <a:lnTo>
                  <a:pt x="494989" y="102853"/>
                </a:lnTo>
                <a:close/>
                <a:moveTo>
                  <a:pt x="619876" y="140250"/>
                </a:moveTo>
                <a:lnTo>
                  <a:pt x="618006" y="141032"/>
                </a:lnTo>
                <a:lnTo>
                  <a:pt x="616223" y="141759"/>
                </a:lnTo>
                <a:lnTo>
                  <a:pt x="614528" y="142432"/>
                </a:lnTo>
                <a:lnTo>
                  <a:pt x="612920" y="143050"/>
                </a:lnTo>
                <a:lnTo>
                  <a:pt x="611400" y="143614"/>
                </a:lnTo>
                <a:lnTo>
                  <a:pt x="609968" y="144123"/>
                </a:lnTo>
                <a:lnTo>
                  <a:pt x="608623" y="144577"/>
                </a:lnTo>
                <a:lnTo>
                  <a:pt x="607367" y="144977"/>
                </a:lnTo>
                <a:lnTo>
                  <a:pt x="606198" y="145323"/>
                </a:lnTo>
                <a:lnTo>
                  <a:pt x="605116" y="145614"/>
                </a:lnTo>
                <a:lnTo>
                  <a:pt x="604122" y="145850"/>
                </a:lnTo>
                <a:lnTo>
                  <a:pt x="603216" y="146031"/>
                </a:lnTo>
                <a:lnTo>
                  <a:pt x="602357" y="146179"/>
                </a:lnTo>
                <a:lnTo>
                  <a:pt x="601502" y="146314"/>
                </a:lnTo>
                <a:lnTo>
                  <a:pt x="600652" y="146437"/>
                </a:lnTo>
                <a:lnTo>
                  <a:pt x="599806" y="146546"/>
                </a:lnTo>
                <a:lnTo>
                  <a:pt x="598966" y="146642"/>
                </a:lnTo>
                <a:lnTo>
                  <a:pt x="598131" y="146726"/>
                </a:lnTo>
                <a:lnTo>
                  <a:pt x="597300" y="146797"/>
                </a:lnTo>
                <a:lnTo>
                  <a:pt x="596474" y="146855"/>
                </a:lnTo>
                <a:lnTo>
                  <a:pt x="595654" y="146900"/>
                </a:lnTo>
                <a:lnTo>
                  <a:pt x="594838" y="146932"/>
                </a:lnTo>
                <a:lnTo>
                  <a:pt x="594027" y="146951"/>
                </a:lnTo>
                <a:lnTo>
                  <a:pt x="593220" y="146958"/>
                </a:lnTo>
                <a:lnTo>
                  <a:pt x="591523" y="146930"/>
                </a:lnTo>
                <a:lnTo>
                  <a:pt x="589849" y="146848"/>
                </a:lnTo>
                <a:lnTo>
                  <a:pt x="588201" y="146711"/>
                </a:lnTo>
                <a:lnTo>
                  <a:pt x="586576" y="146519"/>
                </a:lnTo>
                <a:lnTo>
                  <a:pt x="584976" y="146273"/>
                </a:lnTo>
                <a:lnTo>
                  <a:pt x="583400" y="145971"/>
                </a:lnTo>
                <a:lnTo>
                  <a:pt x="581848" y="145615"/>
                </a:lnTo>
                <a:lnTo>
                  <a:pt x="580321" y="145204"/>
                </a:lnTo>
                <a:lnTo>
                  <a:pt x="578818" y="144738"/>
                </a:lnTo>
                <a:lnTo>
                  <a:pt x="577340" y="144217"/>
                </a:lnTo>
                <a:lnTo>
                  <a:pt x="575886" y="143642"/>
                </a:lnTo>
                <a:lnTo>
                  <a:pt x="574456" y="143012"/>
                </a:lnTo>
                <a:lnTo>
                  <a:pt x="573068" y="142328"/>
                </a:lnTo>
                <a:lnTo>
                  <a:pt x="571737" y="141592"/>
                </a:lnTo>
                <a:lnTo>
                  <a:pt x="570464" y="140803"/>
                </a:lnTo>
                <a:lnTo>
                  <a:pt x="569249" y="139962"/>
                </a:lnTo>
                <a:lnTo>
                  <a:pt x="568091" y="139069"/>
                </a:lnTo>
                <a:lnTo>
                  <a:pt x="566992" y="138123"/>
                </a:lnTo>
                <a:lnTo>
                  <a:pt x="565951" y="137125"/>
                </a:lnTo>
                <a:lnTo>
                  <a:pt x="564967" y="136075"/>
                </a:lnTo>
                <a:lnTo>
                  <a:pt x="564041" y="134972"/>
                </a:lnTo>
                <a:lnTo>
                  <a:pt x="563173" y="133817"/>
                </a:lnTo>
                <a:lnTo>
                  <a:pt x="562363" y="132610"/>
                </a:lnTo>
                <a:lnTo>
                  <a:pt x="561611" y="131350"/>
                </a:lnTo>
                <a:lnTo>
                  <a:pt x="560917" y="130005"/>
                </a:lnTo>
                <a:lnTo>
                  <a:pt x="560284" y="128544"/>
                </a:lnTo>
                <a:lnTo>
                  <a:pt x="559712" y="126966"/>
                </a:lnTo>
                <a:lnTo>
                  <a:pt x="559199" y="125271"/>
                </a:lnTo>
                <a:lnTo>
                  <a:pt x="558747" y="123458"/>
                </a:lnTo>
                <a:lnTo>
                  <a:pt x="558355" y="121529"/>
                </a:lnTo>
                <a:lnTo>
                  <a:pt x="558024" y="119483"/>
                </a:lnTo>
                <a:lnTo>
                  <a:pt x="557752" y="117321"/>
                </a:lnTo>
                <a:lnTo>
                  <a:pt x="557541" y="115041"/>
                </a:lnTo>
                <a:lnTo>
                  <a:pt x="557391" y="112644"/>
                </a:lnTo>
                <a:lnTo>
                  <a:pt x="557300" y="110130"/>
                </a:lnTo>
                <a:lnTo>
                  <a:pt x="557270" y="107500"/>
                </a:lnTo>
                <a:lnTo>
                  <a:pt x="557270" y="68042"/>
                </a:lnTo>
                <a:lnTo>
                  <a:pt x="532806" y="68042"/>
                </a:lnTo>
                <a:lnTo>
                  <a:pt x="532806" y="54364"/>
                </a:lnTo>
                <a:lnTo>
                  <a:pt x="557270" y="54364"/>
                </a:lnTo>
                <a:lnTo>
                  <a:pt x="557270" y="14906"/>
                </a:lnTo>
                <a:lnTo>
                  <a:pt x="573579" y="14906"/>
                </a:lnTo>
                <a:lnTo>
                  <a:pt x="573579" y="54364"/>
                </a:lnTo>
                <a:lnTo>
                  <a:pt x="617158" y="54364"/>
                </a:lnTo>
                <a:lnTo>
                  <a:pt x="617158" y="68042"/>
                </a:lnTo>
                <a:lnTo>
                  <a:pt x="573579" y="68042"/>
                </a:lnTo>
                <a:lnTo>
                  <a:pt x="573579" y="107185"/>
                </a:lnTo>
                <a:lnTo>
                  <a:pt x="573599" y="109107"/>
                </a:lnTo>
                <a:lnTo>
                  <a:pt x="573657" y="110932"/>
                </a:lnTo>
                <a:lnTo>
                  <a:pt x="573755" y="112660"/>
                </a:lnTo>
                <a:lnTo>
                  <a:pt x="573891" y="114292"/>
                </a:lnTo>
                <a:lnTo>
                  <a:pt x="574066" y="115827"/>
                </a:lnTo>
                <a:lnTo>
                  <a:pt x="574281" y="117266"/>
                </a:lnTo>
                <a:lnTo>
                  <a:pt x="574534" y="118608"/>
                </a:lnTo>
                <a:lnTo>
                  <a:pt x="574826" y="119853"/>
                </a:lnTo>
                <a:lnTo>
                  <a:pt x="575158" y="121001"/>
                </a:lnTo>
                <a:lnTo>
                  <a:pt x="575528" y="122053"/>
                </a:lnTo>
                <a:lnTo>
                  <a:pt x="575937" y="123008"/>
                </a:lnTo>
                <a:lnTo>
                  <a:pt x="576385" y="123867"/>
                </a:lnTo>
                <a:lnTo>
                  <a:pt x="576866" y="124658"/>
                </a:lnTo>
                <a:lnTo>
                  <a:pt x="577373" y="125414"/>
                </a:lnTo>
                <a:lnTo>
                  <a:pt x="577906" y="126134"/>
                </a:lnTo>
                <a:lnTo>
                  <a:pt x="578465" y="126819"/>
                </a:lnTo>
                <a:lnTo>
                  <a:pt x="579051" y="127467"/>
                </a:lnTo>
                <a:lnTo>
                  <a:pt x="579662" y="128080"/>
                </a:lnTo>
                <a:lnTo>
                  <a:pt x="580300" y="128656"/>
                </a:lnTo>
                <a:lnTo>
                  <a:pt x="580964" y="129197"/>
                </a:lnTo>
                <a:lnTo>
                  <a:pt x="581654" y="129702"/>
                </a:lnTo>
                <a:lnTo>
                  <a:pt x="582371" y="130171"/>
                </a:lnTo>
                <a:lnTo>
                  <a:pt x="583113" y="130604"/>
                </a:lnTo>
                <a:lnTo>
                  <a:pt x="583882" y="131002"/>
                </a:lnTo>
                <a:lnTo>
                  <a:pt x="584676" y="131366"/>
                </a:lnTo>
                <a:lnTo>
                  <a:pt x="585493" y="131698"/>
                </a:lnTo>
                <a:lnTo>
                  <a:pt x="586335" y="131998"/>
                </a:lnTo>
                <a:lnTo>
                  <a:pt x="587199" y="132267"/>
                </a:lnTo>
                <a:lnTo>
                  <a:pt x="588088" y="132504"/>
                </a:lnTo>
                <a:lnTo>
                  <a:pt x="589001" y="132710"/>
                </a:lnTo>
                <a:lnTo>
                  <a:pt x="589937" y="132884"/>
                </a:lnTo>
                <a:lnTo>
                  <a:pt x="590897" y="133026"/>
                </a:lnTo>
                <a:lnTo>
                  <a:pt x="591880" y="133137"/>
                </a:lnTo>
                <a:lnTo>
                  <a:pt x="592888" y="133216"/>
                </a:lnTo>
                <a:lnTo>
                  <a:pt x="593919" y="133263"/>
                </a:lnTo>
                <a:lnTo>
                  <a:pt x="594974" y="133279"/>
                </a:lnTo>
                <a:lnTo>
                  <a:pt x="596955" y="133227"/>
                </a:lnTo>
                <a:lnTo>
                  <a:pt x="598954" y="133072"/>
                </a:lnTo>
                <a:lnTo>
                  <a:pt x="600969" y="132814"/>
                </a:lnTo>
                <a:lnTo>
                  <a:pt x="603002" y="132452"/>
                </a:lnTo>
                <a:lnTo>
                  <a:pt x="605052" y="131987"/>
                </a:lnTo>
                <a:lnTo>
                  <a:pt x="607118" y="131418"/>
                </a:lnTo>
                <a:lnTo>
                  <a:pt x="609202" y="130747"/>
                </a:lnTo>
                <a:lnTo>
                  <a:pt x="611303" y="129971"/>
                </a:lnTo>
                <a:lnTo>
                  <a:pt x="613421" y="129093"/>
                </a:lnTo>
                <a:lnTo>
                  <a:pt x="615555" y="128111"/>
                </a:lnTo>
                <a:lnTo>
                  <a:pt x="617707" y="127025"/>
                </a:lnTo>
                <a:lnTo>
                  <a:pt x="619876" y="125837"/>
                </a:lnTo>
                <a:lnTo>
                  <a:pt x="619876" y="140250"/>
                </a:lnTo>
                <a:close/>
                <a:moveTo>
                  <a:pt x="726788" y="137663"/>
                </a:moveTo>
                <a:lnTo>
                  <a:pt x="723544" y="139148"/>
                </a:lnTo>
                <a:lnTo>
                  <a:pt x="720329" y="140503"/>
                </a:lnTo>
                <a:lnTo>
                  <a:pt x="717143" y="141729"/>
                </a:lnTo>
                <a:lnTo>
                  <a:pt x="713986" y="142827"/>
                </a:lnTo>
                <a:lnTo>
                  <a:pt x="710859" y="143795"/>
                </a:lnTo>
                <a:lnTo>
                  <a:pt x="707761" y="144634"/>
                </a:lnTo>
                <a:lnTo>
                  <a:pt x="704692" y="145344"/>
                </a:lnTo>
                <a:lnTo>
                  <a:pt x="701652" y="145925"/>
                </a:lnTo>
                <a:lnTo>
                  <a:pt x="698642" y="146377"/>
                </a:lnTo>
                <a:lnTo>
                  <a:pt x="695661" y="146699"/>
                </a:lnTo>
                <a:lnTo>
                  <a:pt x="692709" y="146893"/>
                </a:lnTo>
                <a:lnTo>
                  <a:pt x="689786" y="146958"/>
                </a:lnTo>
                <a:lnTo>
                  <a:pt x="687599" y="146912"/>
                </a:lnTo>
                <a:lnTo>
                  <a:pt x="685450" y="146775"/>
                </a:lnTo>
                <a:lnTo>
                  <a:pt x="683341" y="146547"/>
                </a:lnTo>
                <a:lnTo>
                  <a:pt x="681271" y="146228"/>
                </a:lnTo>
                <a:lnTo>
                  <a:pt x="679239" y="145818"/>
                </a:lnTo>
                <a:lnTo>
                  <a:pt x="677247" y="145316"/>
                </a:lnTo>
                <a:lnTo>
                  <a:pt x="675294" y="144724"/>
                </a:lnTo>
                <a:lnTo>
                  <a:pt x="673379" y="144040"/>
                </a:lnTo>
                <a:lnTo>
                  <a:pt x="671504" y="143265"/>
                </a:lnTo>
                <a:lnTo>
                  <a:pt x="669667" y="142398"/>
                </a:lnTo>
                <a:lnTo>
                  <a:pt x="667870" y="141441"/>
                </a:lnTo>
                <a:lnTo>
                  <a:pt x="666111" y="140392"/>
                </a:lnTo>
                <a:lnTo>
                  <a:pt x="664401" y="139259"/>
                </a:lnTo>
                <a:lnTo>
                  <a:pt x="662749" y="138047"/>
                </a:lnTo>
                <a:lnTo>
                  <a:pt x="661154" y="136757"/>
                </a:lnTo>
                <a:lnTo>
                  <a:pt x="659618" y="135388"/>
                </a:lnTo>
                <a:lnTo>
                  <a:pt x="658139" y="133941"/>
                </a:lnTo>
                <a:lnTo>
                  <a:pt x="656718" y="132416"/>
                </a:lnTo>
                <a:lnTo>
                  <a:pt x="655355" y="130812"/>
                </a:lnTo>
                <a:lnTo>
                  <a:pt x="654050" y="129130"/>
                </a:lnTo>
                <a:lnTo>
                  <a:pt x="652803" y="127369"/>
                </a:lnTo>
                <a:lnTo>
                  <a:pt x="651613" y="125530"/>
                </a:lnTo>
                <a:lnTo>
                  <a:pt x="650481" y="123613"/>
                </a:lnTo>
                <a:lnTo>
                  <a:pt x="649408" y="121617"/>
                </a:lnTo>
                <a:lnTo>
                  <a:pt x="648406" y="119570"/>
                </a:lnTo>
                <a:lnTo>
                  <a:pt x="647492" y="117499"/>
                </a:lnTo>
                <a:lnTo>
                  <a:pt x="646665" y="115404"/>
                </a:lnTo>
                <a:lnTo>
                  <a:pt x="645925" y="113286"/>
                </a:lnTo>
                <a:lnTo>
                  <a:pt x="645272" y="111144"/>
                </a:lnTo>
                <a:lnTo>
                  <a:pt x="644706" y="108978"/>
                </a:lnTo>
                <a:lnTo>
                  <a:pt x="644227" y="106789"/>
                </a:lnTo>
                <a:lnTo>
                  <a:pt x="643835" y="104576"/>
                </a:lnTo>
                <a:lnTo>
                  <a:pt x="643530" y="102339"/>
                </a:lnTo>
                <a:lnTo>
                  <a:pt x="643312" y="100079"/>
                </a:lnTo>
                <a:lnTo>
                  <a:pt x="643182" y="97795"/>
                </a:lnTo>
                <a:lnTo>
                  <a:pt x="643138" y="95487"/>
                </a:lnTo>
                <a:lnTo>
                  <a:pt x="643180" y="93262"/>
                </a:lnTo>
                <a:lnTo>
                  <a:pt x="643304" y="91052"/>
                </a:lnTo>
                <a:lnTo>
                  <a:pt x="643511" y="88856"/>
                </a:lnTo>
                <a:lnTo>
                  <a:pt x="643801" y="86675"/>
                </a:lnTo>
                <a:lnTo>
                  <a:pt x="644173" y="84509"/>
                </a:lnTo>
                <a:lnTo>
                  <a:pt x="644629" y="82357"/>
                </a:lnTo>
                <a:lnTo>
                  <a:pt x="645167" y="80219"/>
                </a:lnTo>
                <a:lnTo>
                  <a:pt x="645788" y="78097"/>
                </a:lnTo>
                <a:lnTo>
                  <a:pt x="646492" y="75989"/>
                </a:lnTo>
                <a:lnTo>
                  <a:pt x="647279" y="73895"/>
                </a:lnTo>
                <a:lnTo>
                  <a:pt x="648148" y="71816"/>
                </a:lnTo>
                <a:lnTo>
                  <a:pt x="649101" y="69752"/>
                </a:lnTo>
                <a:lnTo>
                  <a:pt x="650127" y="67733"/>
                </a:lnTo>
                <a:lnTo>
                  <a:pt x="651220" y="65790"/>
                </a:lnTo>
                <a:lnTo>
                  <a:pt x="652378" y="63922"/>
                </a:lnTo>
                <a:lnTo>
                  <a:pt x="653602" y="62131"/>
                </a:lnTo>
                <a:lnTo>
                  <a:pt x="654891" y="60416"/>
                </a:lnTo>
                <a:lnTo>
                  <a:pt x="656247" y="58777"/>
                </a:lnTo>
                <a:lnTo>
                  <a:pt x="657668" y="57214"/>
                </a:lnTo>
                <a:lnTo>
                  <a:pt x="659155" y="55727"/>
                </a:lnTo>
                <a:lnTo>
                  <a:pt x="660708" y="54315"/>
                </a:lnTo>
                <a:lnTo>
                  <a:pt x="662326" y="52980"/>
                </a:lnTo>
                <a:lnTo>
                  <a:pt x="664011" y="51722"/>
                </a:lnTo>
                <a:lnTo>
                  <a:pt x="665761" y="50539"/>
                </a:lnTo>
                <a:lnTo>
                  <a:pt x="667561" y="49441"/>
                </a:lnTo>
                <a:lnTo>
                  <a:pt x="669395" y="48439"/>
                </a:lnTo>
                <a:lnTo>
                  <a:pt x="671263" y="47532"/>
                </a:lnTo>
                <a:lnTo>
                  <a:pt x="673165" y="46721"/>
                </a:lnTo>
                <a:lnTo>
                  <a:pt x="675101" y="46005"/>
                </a:lnTo>
                <a:lnTo>
                  <a:pt x="677072" y="45384"/>
                </a:lnTo>
                <a:lnTo>
                  <a:pt x="679076" y="44859"/>
                </a:lnTo>
                <a:lnTo>
                  <a:pt x="681115" y="44430"/>
                </a:lnTo>
                <a:lnTo>
                  <a:pt x="683188" y="44096"/>
                </a:lnTo>
                <a:lnTo>
                  <a:pt x="685294" y="43857"/>
                </a:lnTo>
                <a:lnTo>
                  <a:pt x="687435" y="43714"/>
                </a:lnTo>
                <a:lnTo>
                  <a:pt x="689610" y="43666"/>
                </a:lnTo>
                <a:lnTo>
                  <a:pt x="692471" y="43753"/>
                </a:lnTo>
                <a:lnTo>
                  <a:pt x="695236" y="44011"/>
                </a:lnTo>
                <a:lnTo>
                  <a:pt x="697905" y="44442"/>
                </a:lnTo>
                <a:lnTo>
                  <a:pt x="700478" y="45046"/>
                </a:lnTo>
                <a:lnTo>
                  <a:pt x="702956" y="45821"/>
                </a:lnTo>
                <a:lnTo>
                  <a:pt x="705339" y="46770"/>
                </a:lnTo>
                <a:lnTo>
                  <a:pt x="707625" y="47890"/>
                </a:lnTo>
                <a:lnTo>
                  <a:pt x="709817" y="49183"/>
                </a:lnTo>
                <a:lnTo>
                  <a:pt x="711912" y="50649"/>
                </a:lnTo>
                <a:lnTo>
                  <a:pt x="713912" y="52286"/>
                </a:lnTo>
                <a:lnTo>
                  <a:pt x="715817" y="54097"/>
                </a:lnTo>
                <a:lnTo>
                  <a:pt x="717625" y="56079"/>
                </a:lnTo>
                <a:lnTo>
                  <a:pt x="719313" y="58241"/>
                </a:lnTo>
                <a:lnTo>
                  <a:pt x="720854" y="60590"/>
                </a:lnTo>
                <a:lnTo>
                  <a:pt x="722248" y="63125"/>
                </a:lnTo>
                <a:lnTo>
                  <a:pt x="723495" y="65848"/>
                </a:lnTo>
                <a:lnTo>
                  <a:pt x="724596" y="68757"/>
                </a:lnTo>
                <a:lnTo>
                  <a:pt x="725550" y="71854"/>
                </a:lnTo>
                <a:lnTo>
                  <a:pt x="726357" y="75137"/>
                </a:lnTo>
                <a:lnTo>
                  <a:pt x="727017" y="78608"/>
                </a:lnTo>
                <a:lnTo>
                  <a:pt x="727531" y="82265"/>
                </a:lnTo>
                <a:lnTo>
                  <a:pt x="727898" y="86109"/>
                </a:lnTo>
                <a:lnTo>
                  <a:pt x="728118" y="90140"/>
                </a:lnTo>
                <a:lnTo>
                  <a:pt x="728191" y="94358"/>
                </a:lnTo>
                <a:lnTo>
                  <a:pt x="728191" y="97855"/>
                </a:lnTo>
                <a:lnTo>
                  <a:pt x="660675" y="97855"/>
                </a:lnTo>
                <a:lnTo>
                  <a:pt x="660704" y="99538"/>
                </a:lnTo>
                <a:lnTo>
                  <a:pt x="660793" y="101197"/>
                </a:lnTo>
                <a:lnTo>
                  <a:pt x="660941" y="102831"/>
                </a:lnTo>
                <a:lnTo>
                  <a:pt x="661147" y="104441"/>
                </a:lnTo>
                <a:lnTo>
                  <a:pt x="661413" y="106026"/>
                </a:lnTo>
                <a:lnTo>
                  <a:pt x="661738" y="107588"/>
                </a:lnTo>
                <a:lnTo>
                  <a:pt x="662122" y="109125"/>
                </a:lnTo>
                <a:lnTo>
                  <a:pt x="662565" y="110637"/>
                </a:lnTo>
                <a:lnTo>
                  <a:pt x="663067" y="112125"/>
                </a:lnTo>
                <a:lnTo>
                  <a:pt x="663628" y="113589"/>
                </a:lnTo>
                <a:lnTo>
                  <a:pt x="664248" y="115029"/>
                </a:lnTo>
                <a:lnTo>
                  <a:pt x="664928" y="116444"/>
                </a:lnTo>
                <a:lnTo>
                  <a:pt x="665655" y="117817"/>
                </a:lnTo>
                <a:lnTo>
                  <a:pt x="666419" y="119133"/>
                </a:lnTo>
                <a:lnTo>
                  <a:pt x="667221" y="120389"/>
                </a:lnTo>
                <a:lnTo>
                  <a:pt x="668060" y="121588"/>
                </a:lnTo>
                <a:lnTo>
                  <a:pt x="668936" y="122728"/>
                </a:lnTo>
                <a:lnTo>
                  <a:pt x="669849" y="123809"/>
                </a:lnTo>
                <a:lnTo>
                  <a:pt x="670799" y="124832"/>
                </a:lnTo>
                <a:lnTo>
                  <a:pt x="671786" y="125797"/>
                </a:lnTo>
                <a:lnTo>
                  <a:pt x="672811" y="126703"/>
                </a:lnTo>
                <a:lnTo>
                  <a:pt x="673873" y="127550"/>
                </a:lnTo>
                <a:lnTo>
                  <a:pt x="674971" y="128339"/>
                </a:lnTo>
                <a:lnTo>
                  <a:pt x="676107" y="129070"/>
                </a:lnTo>
                <a:lnTo>
                  <a:pt x="677275" y="129742"/>
                </a:lnTo>
                <a:lnTo>
                  <a:pt x="678470" y="130356"/>
                </a:lnTo>
                <a:lnTo>
                  <a:pt x="679691" y="130911"/>
                </a:lnTo>
                <a:lnTo>
                  <a:pt x="680940" y="131408"/>
                </a:lnTo>
                <a:lnTo>
                  <a:pt x="682215" y="131847"/>
                </a:lnTo>
                <a:lnTo>
                  <a:pt x="683516" y="132227"/>
                </a:lnTo>
                <a:lnTo>
                  <a:pt x="684845" y="132548"/>
                </a:lnTo>
                <a:lnTo>
                  <a:pt x="686201" y="132811"/>
                </a:lnTo>
                <a:lnTo>
                  <a:pt x="687583" y="133016"/>
                </a:lnTo>
                <a:lnTo>
                  <a:pt x="688992" y="133162"/>
                </a:lnTo>
                <a:lnTo>
                  <a:pt x="690428" y="133250"/>
                </a:lnTo>
                <a:lnTo>
                  <a:pt x="691890" y="133279"/>
                </a:lnTo>
                <a:lnTo>
                  <a:pt x="694544" y="133206"/>
                </a:lnTo>
                <a:lnTo>
                  <a:pt x="697244" y="132987"/>
                </a:lnTo>
                <a:lnTo>
                  <a:pt x="699990" y="132621"/>
                </a:lnTo>
                <a:lnTo>
                  <a:pt x="702782" y="132110"/>
                </a:lnTo>
                <a:lnTo>
                  <a:pt x="705621" y="131452"/>
                </a:lnTo>
                <a:lnTo>
                  <a:pt x="708506" y="130648"/>
                </a:lnTo>
                <a:lnTo>
                  <a:pt x="711438" y="129699"/>
                </a:lnTo>
                <a:lnTo>
                  <a:pt x="714415" y="128602"/>
                </a:lnTo>
                <a:lnTo>
                  <a:pt x="717439" y="127360"/>
                </a:lnTo>
                <a:lnTo>
                  <a:pt x="720509" y="125972"/>
                </a:lnTo>
                <a:lnTo>
                  <a:pt x="723626" y="124438"/>
                </a:lnTo>
                <a:lnTo>
                  <a:pt x="726788" y="122757"/>
                </a:lnTo>
                <a:lnTo>
                  <a:pt x="726788" y="137663"/>
                </a:lnTo>
                <a:moveTo>
                  <a:pt x="661639" y="85579"/>
                </a:moveTo>
                <a:lnTo>
                  <a:pt x="710479" y="85579"/>
                </a:lnTo>
                <a:lnTo>
                  <a:pt x="710479" y="83242"/>
                </a:lnTo>
                <a:lnTo>
                  <a:pt x="710438" y="81298"/>
                </a:lnTo>
                <a:lnTo>
                  <a:pt x="710316" y="79421"/>
                </a:lnTo>
                <a:lnTo>
                  <a:pt x="710112" y="77611"/>
                </a:lnTo>
                <a:lnTo>
                  <a:pt x="709826" y="75869"/>
                </a:lnTo>
                <a:lnTo>
                  <a:pt x="709459" y="74195"/>
                </a:lnTo>
                <a:lnTo>
                  <a:pt x="709010" y="72588"/>
                </a:lnTo>
                <a:lnTo>
                  <a:pt x="708480" y="71048"/>
                </a:lnTo>
                <a:lnTo>
                  <a:pt x="707868" y="69575"/>
                </a:lnTo>
                <a:lnTo>
                  <a:pt x="707175" y="68170"/>
                </a:lnTo>
                <a:lnTo>
                  <a:pt x="706399" y="66833"/>
                </a:lnTo>
                <a:lnTo>
                  <a:pt x="705543" y="65563"/>
                </a:lnTo>
                <a:lnTo>
                  <a:pt x="704604" y="64360"/>
                </a:lnTo>
                <a:lnTo>
                  <a:pt x="703598" y="63239"/>
                </a:lnTo>
                <a:lnTo>
                  <a:pt x="702536" y="62216"/>
                </a:lnTo>
                <a:lnTo>
                  <a:pt x="701420" y="61291"/>
                </a:lnTo>
                <a:lnTo>
                  <a:pt x="700249" y="60463"/>
                </a:lnTo>
                <a:lnTo>
                  <a:pt x="699024" y="59732"/>
                </a:lnTo>
                <a:lnTo>
                  <a:pt x="697743" y="59099"/>
                </a:lnTo>
                <a:lnTo>
                  <a:pt x="696408" y="58563"/>
                </a:lnTo>
                <a:lnTo>
                  <a:pt x="695018" y="58124"/>
                </a:lnTo>
                <a:lnTo>
                  <a:pt x="693573" y="57783"/>
                </a:lnTo>
                <a:lnTo>
                  <a:pt x="692073" y="57540"/>
                </a:lnTo>
                <a:lnTo>
                  <a:pt x="690518" y="57394"/>
                </a:lnTo>
                <a:lnTo>
                  <a:pt x="688909" y="57345"/>
                </a:lnTo>
                <a:lnTo>
                  <a:pt x="687276" y="57395"/>
                </a:lnTo>
                <a:lnTo>
                  <a:pt x="685681" y="57544"/>
                </a:lnTo>
                <a:lnTo>
                  <a:pt x="684122" y="57792"/>
                </a:lnTo>
                <a:lnTo>
                  <a:pt x="682601" y="58139"/>
                </a:lnTo>
                <a:lnTo>
                  <a:pt x="681116" y="58586"/>
                </a:lnTo>
                <a:lnTo>
                  <a:pt x="679669" y="59132"/>
                </a:lnTo>
                <a:lnTo>
                  <a:pt x="678259" y="59777"/>
                </a:lnTo>
                <a:lnTo>
                  <a:pt x="676887" y="60521"/>
                </a:lnTo>
                <a:lnTo>
                  <a:pt x="675551" y="61365"/>
                </a:lnTo>
                <a:lnTo>
                  <a:pt x="674252" y="62308"/>
                </a:lnTo>
                <a:lnTo>
                  <a:pt x="672991" y="63350"/>
                </a:lnTo>
                <a:lnTo>
                  <a:pt x="671767" y="64491"/>
                </a:lnTo>
                <a:lnTo>
                  <a:pt x="670591" y="65729"/>
                </a:lnTo>
                <a:lnTo>
                  <a:pt x="669476" y="67061"/>
                </a:lnTo>
                <a:lnTo>
                  <a:pt x="668421" y="68488"/>
                </a:lnTo>
                <a:lnTo>
                  <a:pt x="667427" y="70009"/>
                </a:lnTo>
                <a:lnTo>
                  <a:pt x="666492" y="71625"/>
                </a:lnTo>
                <a:lnTo>
                  <a:pt x="665618" y="73335"/>
                </a:lnTo>
                <a:lnTo>
                  <a:pt x="664804" y="75139"/>
                </a:lnTo>
                <a:lnTo>
                  <a:pt x="664051" y="77038"/>
                </a:lnTo>
                <a:lnTo>
                  <a:pt x="663357" y="79032"/>
                </a:lnTo>
                <a:lnTo>
                  <a:pt x="662725" y="81120"/>
                </a:lnTo>
                <a:lnTo>
                  <a:pt x="662152" y="83302"/>
                </a:lnTo>
                <a:lnTo>
                  <a:pt x="661639" y="85579"/>
                </a:lnTo>
                <a:close/>
                <a:moveTo>
                  <a:pt x="927196" y="126790"/>
                </a:moveTo>
                <a:lnTo>
                  <a:pt x="927196" y="140576"/>
                </a:lnTo>
                <a:lnTo>
                  <a:pt x="925980" y="141363"/>
                </a:lnTo>
                <a:lnTo>
                  <a:pt x="924788" y="142105"/>
                </a:lnTo>
                <a:lnTo>
                  <a:pt x="923618" y="142800"/>
                </a:lnTo>
                <a:lnTo>
                  <a:pt x="922471" y="143450"/>
                </a:lnTo>
                <a:lnTo>
                  <a:pt x="921348" y="144053"/>
                </a:lnTo>
                <a:lnTo>
                  <a:pt x="920248" y="144611"/>
                </a:lnTo>
                <a:lnTo>
                  <a:pt x="919170" y="145122"/>
                </a:lnTo>
                <a:lnTo>
                  <a:pt x="918116" y="145587"/>
                </a:lnTo>
                <a:lnTo>
                  <a:pt x="917085" y="146006"/>
                </a:lnTo>
                <a:lnTo>
                  <a:pt x="916078" y="146380"/>
                </a:lnTo>
                <a:lnTo>
                  <a:pt x="915093" y="146707"/>
                </a:lnTo>
                <a:lnTo>
                  <a:pt x="914132" y="146988"/>
                </a:lnTo>
                <a:lnTo>
                  <a:pt x="913176" y="147235"/>
                </a:lnTo>
                <a:lnTo>
                  <a:pt x="912207" y="147461"/>
                </a:lnTo>
                <a:lnTo>
                  <a:pt x="911227" y="147665"/>
                </a:lnTo>
                <a:lnTo>
                  <a:pt x="910235" y="147848"/>
                </a:lnTo>
                <a:lnTo>
                  <a:pt x="909230" y="148009"/>
                </a:lnTo>
                <a:lnTo>
                  <a:pt x="908213" y="148149"/>
                </a:lnTo>
                <a:lnTo>
                  <a:pt x="907184" y="148267"/>
                </a:lnTo>
                <a:lnTo>
                  <a:pt x="906143" y="148364"/>
                </a:lnTo>
                <a:lnTo>
                  <a:pt x="905089" y="148439"/>
                </a:lnTo>
                <a:lnTo>
                  <a:pt x="904024" y="148493"/>
                </a:lnTo>
                <a:lnTo>
                  <a:pt x="902946" y="148525"/>
                </a:lnTo>
                <a:lnTo>
                  <a:pt x="901856" y="148536"/>
                </a:lnTo>
                <a:lnTo>
                  <a:pt x="898862" y="148474"/>
                </a:lnTo>
                <a:lnTo>
                  <a:pt x="895960" y="148289"/>
                </a:lnTo>
                <a:lnTo>
                  <a:pt x="893151" y="147979"/>
                </a:lnTo>
                <a:lnTo>
                  <a:pt x="890433" y="147546"/>
                </a:lnTo>
                <a:lnTo>
                  <a:pt x="887807" y="146990"/>
                </a:lnTo>
                <a:lnTo>
                  <a:pt x="885273" y="146310"/>
                </a:lnTo>
                <a:lnTo>
                  <a:pt x="882831" y="145506"/>
                </a:lnTo>
                <a:lnTo>
                  <a:pt x="880481" y="144578"/>
                </a:lnTo>
                <a:lnTo>
                  <a:pt x="878222" y="143527"/>
                </a:lnTo>
                <a:lnTo>
                  <a:pt x="876056" y="142352"/>
                </a:lnTo>
                <a:lnTo>
                  <a:pt x="873982" y="141053"/>
                </a:lnTo>
                <a:lnTo>
                  <a:pt x="872000" y="139631"/>
                </a:lnTo>
                <a:lnTo>
                  <a:pt x="870096" y="138098"/>
                </a:lnTo>
                <a:lnTo>
                  <a:pt x="868259" y="136467"/>
                </a:lnTo>
                <a:lnTo>
                  <a:pt x="866487" y="134739"/>
                </a:lnTo>
                <a:lnTo>
                  <a:pt x="864780" y="132914"/>
                </a:lnTo>
                <a:lnTo>
                  <a:pt x="863140" y="130991"/>
                </a:lnTo>
                <a:lnTo>
                  <a:pt x="861565" y="128971"/>
                </a:lnTo>
                <a:lnTo>
                  <a:pt x="860056" y="126853"/>
                </a:lnTo>
                <a:lnTo>
                  <a:pt x="858613" y="124638"/>
                </a:lnTo>
                <a:lnTo>
                  <a:pt x="857236" y="122325"/>
                </a:lnTo>
                <a:lnTo>
                  <a:pt x="855924" y="119915"/>
                </a:lnTo>
                <a:lnTo>
                  <a:pt x="854679" y="117407"/>
                </a:lnTo>
                <a:lnTo>
                  <a:pt x="853498" y="114802"/>
                </a:lnTo>
                <a:lnTo>
                  <a:pt x="852399" y="112099"/>
                </a:lnTo>
                <a:lnTo>
                  <a:pt x="851395" y="109298"/>
                </a:lnTo>
                <a:lnTo>
                  <a:pt x="850487" y="106398"/>
                </a:lnTo>
                <a:lnTo>
                  <a:pt x="849675" y="103401"/>
                </a:lnTo>
                <a:lnTo>
                  <a:pt x="848958" y="100305"/>
                </a:lnTo>
                <a:lnTo>
                  <a:pt x="848336" y="97112"/>
                </a:lnTo>
                <a:lnTo>
                  <a:pt x="847810" y="93820"/>
                </a:lnTo>
                <a:lnTo>
                  <a:pt x="847380" y="90430"/>
                </a:lnTo>
                <a:lnTo>
                  <a:pt x="847046" y="86942"/>
                </a:lnTo>
                <a:lnTo>
                  <a:pt x="846807" y="83356"/>
                </a:lnTo>
                <a:lnTo>
                  <a:pt x="846663" y="79672"/>
                </a:lnTo>
                <a:lnTo>
                  <a:pt x="846615" y="75890"/>
                </a:lnTo>
                <a:lnTo>
                  <a:pt x="846717" y="70651"/>
                </a:lnTo>
                <a:lnTo>
                  <a:pt x="847022" y="65580"/>
                </a:lnTo>
                <a:lnTo>
                  <a:pt x="847531" y="60676"/>
                </a:lnTo>
                <a:lnTo>
                  <a:pt x="848242" y="55940"/>
                </a:lnTo>
                <a:lnTo>
                  <a:pt x="849158" y="51371"/>
                </a:lnTo>
                <a:lnTo>
                  <a:pt x="850276" y="46970"/>
                </a:lnTo>
                <a:lnTo>
                  <a:pt x="851598" y="42737"/>
                </a:lnTo>
                <a:lnTo>
                  <a:pt x="853123" y="38671"/>
                </a:lnTo>
                <a:lnTo>
                  <a:pt x="854852" y="34773"/>
                </a:lnTo>
                <a:lnTo>
                  <a:pt x="856784" y="31042"/>
                </a:lnTo>
                <a:lnTo>
                  <a:pt x="858920" y="27478"/>
                </a:lnTo>
                <a:lnTo>
                  <a:pt x="861258" y="24083"/>
                </a:lnTo>
                <a:lnTo>
                  <a:pt x="863770" y="20909"/>
                </a:lnTo>
                <a:lnTo>
                  <a:pt x="866424" y="18010"/>
                </a:lnTo>
                <a:lnTo>
                  <a:pt x="869221" y="15388"/>
                </a:lnTo>
                <a:lnTo>
                  <a:pt x="872160" y="13042"/>
                </a:lnTo>
                <a:lnTo>
                  <a:pt x="875242" y="10971"/>
                </a:lnTo>
                <a:lnTo>
                  <a:pt x="878466" y="9177"/>
                </a:lnTo>
                <a:lnTo>
                  <a:pt x="881833" y="7659"/>
                </a:lnTo>
                <a:lnTo>
                  <a:pt x="885342" y="6417"/>
                </a:lnTo>
                <a:lnTo>
                  <a:pt x="888994" y="5451"/>
                </a:lnTo>
                <a:lnTo>
                  <a:pt x="892788" y="4761"/>
                </a:lnTo>
                <a:lnTo>
                  <a:pt x="896725" y="4347"/>
                </a:lnTo>
                <a:lnTo>
                  <a:pt x="900804" y="4209"/>
                </a:lnTo>
                <a:lnTo>
                  <a:pt x="904839" y="4331"/>
                </a:lnTo>
                <a:lnTo>
                  <a:pt x="908731" y="4696"/>
                </a:lnTo>
                <a:lnTo>
                  <a:pt x="912479" y="5305"/>
                </a:lnTo>
                <a:lnTo>
                  <a:pt x="916085" y="6157"/>
                </a:lnTo>
                <a:lnTo>
                  <a:pt x="919548" y="7253"/>
                </a:lnTo>
                <a:lnTo>
                  <a:pt x="922867" y="8593"/>
                </a:lnTo>
                <a:lnTo>
                  <a:pt x="926044" y="10176"/>
                </a:lnTo>
                <a:lnTo>
                  <a:pt x="929077" y="12003"/>
                </a:lnTo>
                <a:lnTo>
                  <a:pt x="931967" y="14073"/>
                </a:lnTo>
                <a:lnTo>
                  <a:pt x="934714" y="16387"/>
                </a:lnTo>
                <a:lnTo>
                  <a:pt x="937318" y="18945"/>
                </a:lnTo>
                <a:lnTo>
                  <a:pt x="939779" y="21746"/>
                </a:lnTo>
                <a:lnTo>
                  <a:pt x="942069" y="24745"/>
                </a:lnTo>
                <a:lnTo>
                  <a:pt x="944160" y="27898"/>
                </a:lnTo>
                <a:lnTo>
                  <a:pt x="946051" y="31204"/>
                </a:lnTo>
                <a:lnTo>
                  <a:pt x="947744" y="34664"/>
                </a:lnTo>
                <a:lnTo>
                  <a:pt x="949237" y="38278"/>
                </a:lnTo>
                <a:lnTo>
                  <a:pt x="950531" y="42044"/>
                </a:lnTo>
                <a:lnTo>
                  <a:pt x="951626" y="45964"/>
                </a:lnTo>
                <a:lnTo>
                  <a:pt x="952522" y="50038"/>
                </a:lnTo>
                <a:lnTo>
                  <a:pt x="953219" y="54265"/>
                </a:lnTo>
                <a:lnTo>
                  <a:pt x="953717" y="58646"/>
                </a:lnTo>
                <a:lnTo>
                  <a:pt x="954016" y="63180"/>
                </a:lnTo>
                <a:lnTo>
                  <a:pt x="954115" y="67867"/>
                </a:lnTo>
                <a:lnTo>
                  <a:pt x="954090" y="69940"/>
                </a:lnTo>
                <a:lnTo>
                  <a:pt x="954013" y="71950"/>
                </a:lnTo>
                <a:lnTo>
                  <a:pt x="953885" y="73898"/>
                </a:lnTo>
                <a:lnTo>
                  <a:pt x="953706" y="75783"/>
                </a:lnTo>
                <a:lnTo>
                  <a:pt x="953476" y="77605"/>
                </a:lnTo>
                <a:lnTo>
                  <a:pt x="953195" y="79365"/>
                </a:lnTo>
                <a:lnTo>
                  <a:pt x="952862" y="81061"/>
                </a:lnTo>
                <a:lnTo>
                  <a:pt x="952479" y="82695"/>
                </a:lnTo>
                <a:lnTo>
                  <a:pt x="952044" y="84267"/>
                </a:lnTo>
                <a:lnTo>
                  <a:pt x="951558" y="85775"/>
                </a:lnTo>
                <a:lnTo>
                  <a:pt x="951021" y="87221"/>
                </a:lnTo>
                <a:lnTo>
                  <a:pt x="950433" y="88604"/>
                </a:lnTo>
                <a:lnTo>
                  <a:pt x="949802" y="89933"/>
                </a:lnTo>
                <a:lnTo>
                  <a:pt x="949139" y="91215"/>
                </a:lnTo>
                <a:lnTo>
                  <a:pt x="948443" y="92451"/>
                </a:lnTo>
                <a:lnTo>
                  <a:pt x="947714" y="93641"/>
                </a:lnTo>
                <a:lnTo>
                  <a:pt x="946953" y="94785"/>
                </a:lnTo>
                <a:lnTo>
                  <a:pt x="946158" y="95882"/>
                </a:lnTo>
                <a:lnTo>
                  <a:pt x="945331" y="96933"/>
                </a:lnTo>
                <a:lnTo>
                  <a:pt x="944470" y="97938"/>
                </a:lnTo>
                <a:lnTo>
                  <a:pt x="943577" y="98896"/>
                </a:lnTo>
                <a:lnTo>
                  <a:pt x="942651" y="99808"/>
                </a:lnTo>
                <a:lnTo>
                  <a:pt x="941692" y="100674"/>
                </a:lnTo>
                <a:lnTo>
                  <a:pt x="940700" y="101494"/>
                </a:lnTo>
                <a:lnTo>
                  <a:pt x="939674" y="102257"/>
                </a:lnTo>
                <a:lnTo>
                  <a:pt x="938612" y="102954"/>
                </a:lnTo>
                <a:lnTo>
                  <a:pt x="937516" y="103584"/>
                </a:lnTo>
                <a:lnTo>
                  <a:pt x="936384" y="104149"/>
                </a:lnTo>
                <a:lnTo>
                  <a:pt x="935216" y="104646"/>
                </a:lnTo>
                <a:lnTo>
                  <a:pt x="934014" y="105078"/>
                </a:lnTo>
                <a:lnTo>
                  <a:pt x="932776" y="105443"/>
                </a:lnTo>
                <a:lnTo>
                  <a:pt x="931503" y="105741"/>
                </a:lnTo>
                <a:lnTo>
                  <a:pt x="930194" y="105974"/>
                </a:lnTo>
                <a:lnTo>
                  <a:pt x="928850" y="106140"/>
                </a:lnTo>
                <a:lnTo>
                  <a:pt x="927471" y="106239"/>
                </a:lnTo>
                <a:lnTo>
                  <a:pt x="926057" y="106272"/>
                </a:lnTo>
                <a:lnTo>
                  <a:pt x="924963" y="106252"/>
                </a:lnTo>
                <a:lnTo>
                  <a:pt x="923903" y="106191"/>
                </a:lnTo>
                <a:lnTo>
                  <a:pt x="922878" y="106089"/>
                </a:lnTo>
                <a:lnTo>
                  <a:pt x="921887" y="105946"/>
                </a:lnTo>
                <a:lnTo>
                  <a:pt x="920930" y="105762"/>
                </a:lnTo>
                <a:lnTo>
                  <a:pt x="920006" y="105538"/>
                </a:lnTo>
                <a:lnTo>
                  <a:pt x="919117" y="105273"/>
                </a:lnTo>
                <a:lnTo>
                  <a:pt x="918263" y="104967"/>
                </a:lnTo>
                <a:lnTo>
                  <a:pt x="917442" y="104620"/>
                </a:lnTo>
                <a:lnTo>
                  <a:pt x="916655" y="104233"/>
                </a:lnTo>
                <a:lnTo>
                  <a:pt x="915902" y="103804"/>
                </a:lnTo>
                <a:lnTo>
                  <a:pt x="915184" y="103335"/>
                </a:lnTo>
                <a:lnTo>
                  <a:pt x="914497" y="102792"/>
                </a:lnTo>
                <a:lnTo>
                  <a:pt x="913839" y="102143"/>
                </a:lnTo>
                <a:lnTo>
                  <a:pt x="913211" y="101387"/>
                </a:lnTo>
                <a:lnTo>
                  <a:pt x="912612" y="100524"/>
                </a:lnTo>
                <a:lnTo>
                  <a:pt x="912042" y="99555"/>
                </a:lnTo>
                <a:lnTo>
                  <a:pt x="911501" y="98480"/>
                </a:lnTo>
                <a:lnTo>
                  <a:pt x="910990" y="97297"/>
                </a:lnTo>
                <a:lnTo>
                  <a:pt x="910507" y="96009"/>
                </a:lnTo>
                <a:lnTo>
                  <a:pt x="910054" y="94613"/>
                </a:lnTo>
                <a:lnTo>
                  <a:pt x="909631" y="93111"/>
                </a:lnTo>
                <a:lnTo>
                  <a:pt x="909236" y="91503"/>
                </a:lnTo>
                <a:lnTo>
                  <a:pt x="908871" y="89788"/>
                </a:lnTo>
                <a:lnTo>
                  <a:pt x="908443" y="90736"/>
                </a:lnTo>
                <a:lnTo>
                  <a:pt x="907979" y="91679"/>
                </a:lnTo>
                <a:lnTo>
                  <a:pt x="907479" y="92618"/>
                </a:lnTo>
                <a:lnTo>
                  <a:pt x="906942" y="93553"/>
                </a:lnTo>
                <a:lnTo>
                  <a:pt x="906368" y="94484"/>
                </a:lnTo>
                <a:lnTo>
                  <a:pt x="905758" y="95411"/>
                </a:lnTo>
                <a:lnTo>
                  <a:pt x="905111" y="96333"/>
                </a:lnTo>
                <a:lnTo>
                  <a:pt x="904428" y="97251"/>
                </a:lnTo>
                <a:lnTo>
                  <a:pt x="903708" y="98164"/>
                </a:lnTo>
                <a:lnTo>
                  <a:pt x="902952" y="99074"/>
                </a:lnTo>
                <a:lnTo>
                  <a:pt x="902159" y="99979"/>
                </a:lnTo>
                <a:lnTo>
                  <a:pt x="901330" y="100880"/>
                </a:lnTo>
                <a:lnTo>
                  <a:pt x="900457" y="101741"/>
                </a:lnTo>
                <a:lnTo>
                  <a:pt x="899535" y="102528"/>
                </a:lnTo>
                <a:lnTo>
                  <a:pt x="898562" y="103239"/>
                </a:lnTo>
                <a:lnTo>
                  <a:pt x="897540" y="103876"/>
                </a:lnTo>
                <a:lnTo>
                  <a:pt x="896468" y="104437"/>
                </a:lnTo>
                <a:lnTo>
                  <a:pt x="895345" y="104924"/>
                </a:lnTo>
                <a:lnTo>
                  <a:pt x="894173" y="105336"/>
                </a:lnTo>
                <a:lnTo>
                  <a:pt x="892951" y="105673"/>
                </a:lnTo>
                <a:lnTo>
                  <a:pt x="891679" y="105935"/>
                </a:lnTo>
                <a:lnTo>
                  <a:pt x="890357" y="106123"/>
                </a:lnTo>
                <a:lnTo>
                  <a:pt x="888985" y="106235"/>
                </a:lnTo>
                <a:lnTo>
                  <a:pt x="887564" y="106272"/>
                </a:lnTo>
                <a:lnTo>
                  <a:pt x="886080" y="106215"/>
                </a:lnTo>
                <a:lnTo>
                  <a:pt x="884640" y="106045"/>
                </a:lnTo>
                <a:lnTo>
                  <a:pt x="883242" y="105760"/>
                </a:lnTo>
                <a:lnTo>
                  <a:pt x="881888" y="105361"/>
                </a:lnTo>
                <a:lnTo>
                  <a:pt x="880578" y="104849"/>
                </a:lnTo>
                <a:lnTo>
                  <a:pt x="879310" y="104223"/>
                </a:lnTo>
                <a:lnTo>
                  <a:pt x="878086" y="103483"/>
                </a:lnTo>
                <a:lnTo>
                  <a:pt x="876905" y="102629"/>
                </a:lnTo>
                <a:lnTo>
                  <a:pt x="875767" y="101661"/>
                </a:lnTo>
                <a:lnTo>
                  <a:pt x="874673" y="100579"/>
                </a:lnTo>
                <a:lnTo>
                  <a:pt x="873622" y="99383"/>
                </a:lnTo>
                <a:lnTo>
                  <a:pt x="872613" y="98074"/>
                </a:lnTo>
                <a:lnTo>
                  <a:pt x="871668" y="96682"/>
                </a:lnTo>
                <a:lnTo>
                  <a:pt x="870805" y="95238"/>
                </a:lnTo>
                <a:lnTo>
                  <a:pt x="870024" y="93742"/>
                </a:lnTo>
                <a:lnTo>
                  <a:pt x="869325" y="92194"/>
                </a:lnTo>
                <a:lnTo>
                  <a:pt x="868709" y="90595"/>
                </a:lnTo>
                <a:lnTo>
                  <a:pt x="868175" y="88944"/>
                </a:lnTo>
                <a:lnTo>
                  <a:pt x="867722" y="87241"/>
                </a:lnTo>
                <a:lnTo>
                  <a:pt x="867352" y="85487"/>
                </a:lnTo>
                <a:lnTo>
                  <a:pt x="867065" y="83680"/>
                </a:lnTo>
                <a:lnTo>
                  <a:pt x="866859" y="81822"/>
                </a:lnTo>
                <a:lnTo>
                  <a:pt x="866736" y="79912"/>
                </a:lnTo>
                <a:lnTo>
                  <a:pt x="866695" y="77951"/>
                </a:lnTo>
                <a:lnTo>
                  <a:pt x="866754" y="75525"/>
                </a:lnTo>
                <a:lnTo>
                  <a:pt x="866930" y="73128"/>
                </a:lnTo>
                <a:lnTo>
                  <a:pt x="867224" y="70761"/>
                </a:lnTo>
                <a:lnTo>
                  <a:pt x="867635" y="68422"/>
                </a:lnTo>
                <a:lnTo>
                  <a:pt x="868164" y="66113"/>
                </a:lnTo>
                <a:lnTo>
                  <a:pt x="868810" y="63834"/>
                </a:lnTo>
                <a:lnTo>
                  <a:pt x="869574" y="61583"/>
                </a:lnTo>
                <a:lnTo>
                  <a:pt x="870456" y="59362"/>
                </a:lnTo>
                <a:lnTo>
                  <a:pt x="871454" y="57170"/>
                </a:lnTo>
                <a:lnTo>
                  <a:pt x="872571" y="55007"/>
                </a:lnTo>
                <a:lnTo>
                  <a:pt x="873805" y="52873"/>
                </a:lnTo>
                <a:lnTo>
                  <a:pt x="875156" y="50769"/>
                </a:lnTo>
                <a:lnTo>
                  <a:pt x="876661" y="48766"/>
                </a:lnTo>
                <a:lnTo>
                  <a:pt x="878356" y="46937"/>
                </a:lnTo>
                <a:lnTo>
                  <a:pt x="880239" y="45283"/>
                </a:lnTo>
                <a:lnTo>
                  <a:pt x="882312" y="43803"/>
                </a:lnTo>
                <a:lnTo>
                  <a:pt x="884575" y="42497"/>
                </a:lnTo>
                <a:lnTo>
                  <a:pt x="887026" y="41365"/>
                </a:lnTo>
                <a:lnTo>
                  <a:pt x="889668" y="40407"/>
                </a:lnTo>
                <a:lnTo>
                  <a:pt x="892498" y="39623"/>
                </a:lnTo>
                <a:lnTo>
                  <a:pt x="895518" y="39014"/>
                </a:lnTo>
                <a:lnTo>
                  <a:pt x="898727" y="38578"/>
                </a:lnTo>
                <a:lnTo>
                  <a:pt x="902126" y="38317"/>
                </a:lnTo>
                <a:lnTo>
                  <a:pt x="905714" y="38230"/>
                </a:lnTo>
                <a:lnTo>
                  <a:pt x="922462" y="38230"/>
                </a:lnTo>
                <a:lnTo>
                  <a:pt x="922462" y="76635"/>
                </a:lnTo>
                <a:lnTo>
                  <a:pt x="922466" y="77876"/>
                </a:lnTo>
                <a:lnTo>
                  <a:pt x="922477" y="79055"/>
                </a:lnTo>
                <a:lnTo>
                  <a:pt x="922497" y="80173"/>
                </a:lnTo>
                <a:lnTo>
                  <a:pt x="922525" y="81229"/>
                </a:lnTo>
                <a:lnTo>
                  <a:pt x="922561" y="82224"/>
                </a:lnTo>
                <a:lnTo>
                  <a:pt x="922604" y="83157"/>
                </a:lnTo>
                <a:lnTo>
                  <a:pt x="922656" y="84029"/>
                </a:lnTo>
                <a:lnTo>
                  <a:pt x="922715" y="84839"/>
                </a:lnTo>
                <a:lnTo>
                  <a:pt x="922782" y="85587"/>
                </a:lnTo>
                <a:lnTo>
                  <a:pt x="922857" y="86274"/>
                </a:lnTo>
                <a:lnTo>
                  <a:pt x="922940" y="86900"/>
                </a:lnTo>
                <a:lnTo>
                  <a:pt x="923032" y="87464"/>
                </a:lnTo>
                <a:lnTo>
                  <a:pt x="923135" y="87987"/>
                </a:lnTo>
                <a:lnTo>
                  <a:pt x="923256" y="88488"/>
                </a:lnTo>
                <a:lnTo>
                  <a:pt x="923393" y="88969"/>
                </a:lnTo>
                <a:lnTo>
                  <a:pt x="923548" y="89427"/>
                </a:lnTo>
                <a:lnTo>
                  <a:pt x="923720" y="89865"/>
                </a:lnTo>
                <a:lnTo>
                  <a:pt x="923908" y="90281"/>
                </a:lnTo>
                <a:lnTo>
                  <a:pt x="924114" y="90676"/>
                </a:lnTo>
                <a:lnTo>
                  <a:pt x="924337" y="91050"/>
                </a:lnTo>
                <a:lnTo>
                  <a:pt x="924577" y="91402"/>
                </a:lnTo>
                <a:lnTo>
                  <a:pt x="924834" y="91733"/>
                </a:lnTo>
                <a:lnTo>
                  <a:pt x="925108" y="92042"/>
                </a:lnTo>
                <a:lnTo>
                  <a:pt x="925399" y="92331"/>
                </a:lnTo>
                <a:lnTo>
                  <a:pt x="925701" y="92597"/>
                </a:lnTo>
                <a:lnTo>
                  <a:pt x="926007" y="92840"/>
                </a:lnTo>
                <a:lnTo>
                  <a:pt x="926317" y="93060"/>
                </a:lnTo>
                <a:lnTo>
                  <a:pt x="926631" y="93256"/>
                </a:lnTo>
                <a:lnTo>
                  <a:pt x="926950" y="93430"/>
                </a:lnTo>
                <a:lnTo>
                  <a:pt x="927273" y="93580"/>
                </a:lnTo>
                <a:lnTo>
                  <a:pt x="927600" y="93707"/>
                </a:lnTo>
                <a:lnTo>
                  <a:pt x="927932" y="93812"/>
                </a:lnTo>
                <a:lnTo>
                  <a:pt x="928268" y="93893"/>
                </a:lnTo>
                <a:lnTo>
                  <a:pt x="928608" y="93950"/>
                </a:lnTo>
                <a:lnTo>
                  <a:pt x="928952" y="93985"/>
                </a:lnTo>
                <a:lnTo>
                  <a:pt x="929301" y="93997"/>
                </a:lnTo>
                <a:lnTo>
                  <a:pt x="929871" y="93974"/>
                </a:lnTo>
                <a:lnTo>
                  <a:pt x="930442" y="93905"/>
                </a:lnTo>
                <a:lnTo>
                  <a:pt x="931013" y="93791"/>
                </a:lnTo>
                <a:lnTo>
                  <a:pt x="931586" y="93631"/>
                </a:lnTo>
                <a:lnTo>
                  <a:pt x="932158" y="93426"/>
                </a:lnTo>
                <a:lnTo>
                  <a:pt x="932732" y="93175"/>
                </a:lnTo>
                <a:lnTo>
                  <a:pt x="933305" y="92878"/>
                </a:lnTo>
                <a:lnTo>
                  <a:pt x="933880" y="92535"/>
                </a:lnTo>
                <a:lnTo>
                  <a:pt x="934455" y="92147"/>
                </a:lnTo>
                <a:lnTo>
                  <a:pt x="935031" y="91713"/>
                </a:lnTo>
                <a:lnTo>
                  <a:pt x="935607" y="91234"/>
                </a:lnTo>
                <a:lnTo>
                  <a:pt x="936184" y="90709"/>
                </a:lnTo>
                <a:lnTo>
                  <a:pt x="936750" y="90142"/>
                </a:lnTo>
                <a:lnTo>
                  <a:pt x="937292" y="89537"/>
                </a:lnTo>
                <a:lnTo>
                  <a:pt x="937812" y="88895"/>
                </a:lnTo>
                <a:lnTo>
                  <a:pt x="938308" y="88214"/>
                </a:lnTo>
                <a:lnTo>
                  <a:pt x="938781" y="87497"/>
                </a:lnTo>
                <a:lnTo>
                  <a:pt x="939231" y="86741"/>
                </a:lnTo>
                <a:lnTo>
                  <a:pt x="939658" y="85948"/>
                </a:lnTo>
                <a:lnTo>
                  <a:pt x="940062" y="85116"/>
                </a:lnTo>
                <a:lnTo>
                  <a:pt x="940442" y="84247"/>
                </a:lnTo>
                <a:lnTo>
                  <a:pt x="940800" y="83341"/>
                </a:lnTo>
                <a:lnTo>
                  <a:pt x="941134" y="82396"/>
                </a:lnTo>
                <a:lnTo>
                  <a:pt x="941445" y="81414"/>
                </a:lnTo>
                <a:lnTo>
                  <a:pt x="941732" y="80406"/>
                </a:lnTo>
                <a:lnTo>
                  <a:pt x="941994" y="79384"/>
                </a:lnTo>
                <a:lnTo>
                  <a:pt x="942231" y="78348"/>
                </a:lnTo>
                <a:lnTo>
                  <a:pt x="942444" y="77298"/>
                </a:lnTo>
                <a:lnTo>
                  <a:pt x="942631" y="76234"/>
                </a:lnTo>
                <a:lnTo>
                  <a:pt x="942793" y="75156"/>
                </a:lnTo>
                <a:lnTo>
                  <a:pt x="942930" y="74064"/>
                </a:lnTo>
                <a:lnTo>
                  <a:pt x="943043" y="72958"/>
                </a:lnTo>
                <a:lnTo>
                  <a:pt x="943130" y="71837"/>
                </a:lnTo>
                <a:lnTo>
                  <a:pt x="943193" y="70703"/>
                </a:lnTo>
                <a:lnTo>
                  <a:pt x="943230" y="69555"/>
                </a:lnTo>
                <a:lnTo>
                  <a:pt x="943243" y="68393"/>
                </a:lnTo>
                <a:lnTo>
                  <a:pt x="943205" y="65958"/>
                </a:lnTo>
                <a:lnTo>
                  <a:pt x="943094" y="63535"/>
                </a:lnTo>
                <a:lnTo>
                  <a:pt x="942908" y="61124"/>
                </a:lnTo>
                <a:lnTo>
                  <a:pt x="942648" y="58724"/>
                </a:lnTo>
                <a:lnTo>
                  <a:pt x="942314" y="56335"/>
                </a:lnTo>
                <a:lnTo>
                  <a:pt x="941905" y="53958"/>
                </a:lnTo>
                <a:lnTo>
                  <a:pt x="941423" y="51593"/>
                </a:lnTo>
                <a:lnTo>
                  <a:pt x="940865" y="49239"/>
                </a:lnTo>
                <a:lnTo>
                  <a:pt x="940234" y="46897"/>
                </a:lnTo>
                <a:lnTo>
                  <a:pt x="939528" y="44566"/>
                </a:lnTo>
                <a:lnTo>
                  <a:pt x="938748" y="42247"/>
                </a:lnTo>
                <a:lnTo>
                  <a:pt x="937894" y="39940"/>
                </a:lnTo>
                <a:lnTo>
                  <a:pt x="936966" y="37693"/>
                </a:lnTo>
                <a:lnTo>
                  <a:pt x="935967" y="35557"/>
                </a:lnTo>
                <a:lnTo>
                  <a:pt x="934896" y="33531"/>
                </a:lnTo>
                <a:lnTo>
                  <a:pt x="933753" y="31615"/>
                </a:lnTo>
                <a:lnTo>
                  <a:pt x="932538" y="29809"/>
                </a:lnTo>
                <a:lnTo>
                  <a:pt x="931252" y="28114"/>
                </a:lnTo>
                <a:lnTo>
                  <a:pt x="929893" y="26528"/>
                </a:lnTo>
                <a:lnTo>
                  <a:pt x="928463" y="25053"/>
                </a:lnTo>
                <a:lnTo>
                  <a:pt x="926961" y="23688"/>
                </a:lnTo>
                <a:lnTo>
                  <a:pt x="925387" y="22434"/>
                </a:lnTo>
                <a:lnTo>
                  <a:pt x="923741" y="21289"/>
                </a:lnTo>
                <a:lnTo>
                  <a:pt x="922023" y="20255"/>
                </a:lnTo>
                <a:lnTo>
                  <a:pt x="920263" y="19317"/>
                </a:lnTo>
                <a:lnTo>
                  <a:pt x="918489" y="18460"/>
                </a:lnTo>
                <a:lnTo>
                  <a:pt x="916702" y="17685"/>
                </a:lnTo>
                <a:lnTo>
                  <a:pt x="914901" y="16991"/>
                </a:lnTo>
                <a:lnTo>
                  <a:pt x="913087" y="16379"/>
                </a:lnTo>
                <a:lnTo>
                  <a:pt x="911260" y="15849"/>
                </a:lnTo>
                <a:lnTo>
                  <a:pt x="909419" y="15400"/>
                </a:lnTo>
                <a:lnTo>
                  <a:pt x="907565" y="15033"/>
                </a:lnTo>
                <a:lnTo>
                  <a:pt x="905698" y="14747"/>
                </a:lnTo>
                <a:lnTo>
                  <a:pt x="903817" y="14543"/>
                </a:lnTo>
                <a:lnTo>
                  <a:pt x="901922" y="14421"/>
                </a:lnTo>
                <a:lnTo>
                  <a:pt x="900015" y="14380"/>
                </a:lnTo>
                <a:lnTo>
                  <a:pt x="898004" y="14431"/>
                </a:lnTo>
                <a:lnTo>
                  <a:pt x="896034" y="14583"/>
                </a:lnTo>
                <a:lnTo>
                  <a:pt x="894104" y="14838"/>
                </a:lnTo>
                <a:lnTo>
                  <a:pt x="892216" y="15194"/>
                </a:lnTo>
                <a:lnTo>
                  <a:pt x="890368" y="15651"/>
                </a:lnTo>
                <a:lnTo>
                  <a:pt x="888561" y="16210"/>
                </a:lnTo>
                <a:lnTo>
                  <a:pt x="886795" y="16871"/>
                </a:lnTo>
                <a:lnTo>
                  <a:pt x="885069" y="17634"/>
                </a:lnTo>
                <a:lnTo>
                  <a:pt x="883385" y="18498"/>
                </a:lnTo>
                <a:lnTo>
                  <a:pt x="881741" y="19465"/>
                </a:lnTo>
                <a:lnTo>
                  <a:pt x="880138" y="20532"/>
                </a:lnTo>
                <a:lnTo>
                  <a:pt x="878576" y="21702"/>
                </a:lnTo>
                <a:lnTo>
                  <a:pt x="877057" y="22973"/>
                </a:lnTo>
                <a:lnTo>
                  <a:pt x="875585" y="24346"/>
                </a:lnTo>
                <a:lnTo>
                  <a:pt x="874159" y="25820"/>
                </a:lnTo>
                <a:lnTo>
                  <a:pt x="872779" y="27396"/>
                </a:lnTo>
                <a:lnTo>
                  <a:pt x="871446" y="29074"/>
                </a:lnTo>
                <a:lnTo>
                  <a:pt x="870158" y="30854"/>
                </a:lnTo>
                <a:lnTo>
                  <a:pt x="868917" y="32735"/>
                </a:lnTo>
                <a:lnTo>
                  <a:pt x="867723" y="34718"/>
                </a:lnTo>
                <a:lnTo>
                  <a:pt x="866574" y="36802"/>
                </a:lnTo>
                <a:lnTo>
                  <a:pt x="865472" y="38989"/>
                </a:lnTo>
                <a:lnTo>
                  <a:pt x="864416" y="41277"/>
                </a:lnTo>
                <a:lnTo>
                  <a:pt x="863407" y="43666"/>
                </a:lnTo>
                <a:lnTo>
                  <a:pt x="862461" y="46128"/>
                </a:lnTo>
                <a:lnTo>
                  <a:pt x="861598" y="48633"/>
                </a:lnTo>
                <a:lnTo>
                  <a:pt x="860817" y="51180"/>
                </a:lnTo>
                <a:lnTo>
                  <a:pt x="860119" y="53769"/>
                </a:lnTo>
                <a:lnTo>
                  <a:pt x="859502" y="56402"/>
                </a:lnTo>
                <a:lnTo>
                  <a:pt x="858968" y="59077"/>
                </a:lnTo>
                <a:lnTo>
                  <a:pt x="858516" y="61794"/>
                </a:lnTo>
                <a:lnTo>
                  <a:pt x="858146" y="64555"/>
                </a:lnTo>
                <a:lnTo>
                  <a:pt x="857858" y="67357"/>
                </a:lnTo>
                <a:lnTo>
                  <a:pt x="857652" y="70203"/>
                </a:lnTo>
                <a:lnTo>
                  <a:pt x="857529" y="73091"/>
                </a:lnTo>
                <a:lnTo>
                  <a:pt x="857488" y="76022"/>
                </a:lnTo>
                <a:lnTo>
                  <a:pt x="857529" y="78970"/>
                </a:lnTo>
                <a:lnTo>
                  <a:pt x="857651" y="81882"/>
                </a:lnTo>
                <a:lnTo>
                  <a:pt x="857855" y="84757"/>
                </a:lnTo>
                <a:lnTo>
                  <a:pt x="858141" y="87596"/>
                </a:lnTo>
                <a:lnTo>
                  <a:pt x="858508" y="90398"/>
                </a:lnTo>
                <a:lnTo>
                  <a:pt x="858957" y="93164"/>
                </a:lnTo>
                <a:lnTo>
                  <a:pt x="859487" y="95893"/>
                </a:lnTo>
                <a:lnTo>
                  <a:pt x="860099" y="98585"/>
                </a:lnTo>
                <a:lnTo>
                  <a:pt x="860793" y="101242"/>
                </a:lnTo>
                <a:lnTo>
                  <a:pt x="861568" y="103861"/>
                </a:lnTo>
                <a:lnTo>
                  <a:pt x="862425" y="106444"/>
                </a:lnTo>
                <a:lnTo>
                  <a:pt x="863363" y="108991"/>
                </a:lnTo>
                <a:lnTo>
                  <a:pt x="864371" y="111462"/>
                </a:lnTo>
                <a:lnTo>
                  <a:pt x="865436" y="113821"/>
                </a:lnTo>
                <a:lnTo>
                  <a:pt x="866558" y="116066"/>
                </a:lnTo>
                <a:lnTo>
                  <a:pt x="867737" y="118197"/>
                </a:lnTo>
                <a:lnTo>
                  <a:pt x="868974" y="120216"/>
                </a:lnTo>
                <a:lnTo>
                  <a:pt x="870268" y="122121"/>
                </a:lnTo>
                <a:lnTo>
                  <a:pt x="871619" y="123913"/>
                </a:lnTo>
                <a:lnTo>
                  <a:pt x="873028" y="125592"/>
                </a:lnTo>
                <a:lnTo>
                  <a:pt x="874493" y="127158"/>
                </a:lnTo>
                <a:lnTo>
                  <a:pt x="876016" y="128610"/>
                </a:lnTo>
                <a:lnTo>
                  <a:pt x="877596" y="129949"/>
                </a:lnTo>
                <a:lnTo>
                  <a:pt x="879234" y="131175"/>
                </a:lnTo>
                <a:lnTo>
                  <a:pt x="880915" y="132295"/>
                </a:lnTo>
                <a:lnTo>
                  <a:pt x="882629" y="133318"/>
                </a:lnTo>
                <a:lnTo>
                  <a:pt x="884374" y="134243"/>
                </a:lnTo>
                <a:lnTo>
                  <a:pt x="886151" y="135072"/>
                </a:lnTo>
                <a:lnTo>
                  <a:pt x="887959" y="135802"/>
                </a:lnTo>
                <a:lnTo>
                  <a:pt x="889799" y="136436"/>
                </a:lnTo>
                <a:lnTo>
                  <a:pt x="891671" y="136971"/>
                </a:lnTo>
                <a:lnTo>
                  <a:pt x="893575" y="137410"/>
                </a:lnTo>
                <a:lnTo>
                  <a:pt x="895510" y="137751"/>
                </a:lnTo>
                <a:lnTo>
                  <a:pt x="897477" y="137994"/>
                </a:lnTo>
                <a:lnTo>
                  <a:pt x="899475" y="138141"/>
                </a:lnTo>
                <a:lnTo>
                  <a:pt x="901505" y="138189"/>
                </a:lnTo>
                <a:lnTo>
                  <a:pt x="903814" y="138110"/>
                </a:lnTo>
                <a:lnTo>
                  <a:pt x="906092" y="137873"/>
                </a:lnTo>
                <a:lnTo>
                  <a:pt x="908339" y="137477"/>
                </a:lnTo>
                <a:lnTo>
                  <a:pt x="910556" y="136923"/>
                </a:lnTo>
                <a:lnTo>
                  <a:pt x="912743" y="136210"/>
                </a:lnTo>
                <a:lnTo>
                  <a:pt x="914899" y="135340"/>
                </a:lnTo>
                <a:lnTo>
                  <a:pt x="917025" y="134310"/>
                </a:lnTo>
                <a:lnTo>
                  <a:pt x="919120" y="133123"/>
                </a:lnTo>
                <a:lnTo>
                  <a:pt x="921185" y="131777"/>
                </a:lnTo>
                <a:lnTo>
                  <a:pt x="923219" y="130273"/>
                </a:lnTo>
                <a:lnTo>
                  <a:pt x="925223" y="128611"/>
                </a:lnTo>
                <a:lnTo>
                  <a:pt x="927196" y="126790"/>
                </a:lnTo>
                <a:moveTo>
                  <a:pt x="908871" y="73391"/>
                </a:moveTo>
                <a:lnTo>
                  <a:pt x="908871" y="49804"/>
                </a:lnTo>
                <a:lnTo>
                  <a:pt x="905714" y="49804"/>
                </a:lnTo>
                <a:lnTo>
                  <a:pt x="904030" y="49827"/>
                </a:lnTo>
                <a:lnTo>
                  <a:pt x="902426" y="49894"/>
                </a:lnTo>
                <a:lnTo>
                  <a:pt x="900902" y="50007"/>
                </a:lnTo>
                <a:lnTo>
                  <a:pt x="899459" y="50165"/>
                </a:lnTo>
                <a:lnTo>
                  <a:pt x="898097" y="50367"/>
                </a:lnTo>
                <a:lnTo>
                  <a:pt x="896814" y="50615"/>
                </a:lnTo>
                <a:lnTo>
                  <a:pt x="895612" y="50908"/>
                </a:lnTo>
                <a:lnTo>
                  <a:pt x="894491" y="51246"/>
                </a:lnTo>
                <a:lnTo>
                  <a:pt x="893449" y="51629"/>
                </a:lnTo>
                <a:lnTo>
                  <a:pt x="892488" y="52057"/>
                </a:lnTo>
                <a:lnTo>
                  <a:pt x="891608" y="52530"/>
                </a:lnTo>
                <a:lnTo>
                  <a:pt x="890808" y="53049"/>
                </a:lnTo>
                <a:lnTo>
                  <a:pt x="890061" y="53615"/>
                </a:lnTo>
                <a:lnTo>
                  <a:pt x="889342" y="54232"/>
                </a:lnTo>
                <a:lnTo>
                  <a:pt x="888649" y="54901"/>
                </a:lnTo>
                <a:lnTo>
                  <a:pt x="887982" y="55621"/>
                </a:lnTo>
                <a:lnTo>
                  <a:pt x="887343" y="56391"/>
                </a:lnTo>
                <a:lnTo>
                  <a:pt x="886731" y="57213"/>
                </a:lnTo>
                <a:lnTo>
                  <a:pt x="886145" y="58087"/>
                </a:lnTo>
                <a:lnTo>
                  <a:pt x="885586" y="59011"/>
                </a:lnTo>
                <a:lnTo>
                  <a:pt x="885054" y="59986"/>
                </a:lnTo>
                <a:lnTo>
                  <a:pt x="884548" y="61013"/>
                </a:lnTo>
                <a:lnTo>
                  <a:pt x="884070" y="62091"/>
                </a:lnTo>
                <a:lnTo>
                  <a:pt x="883618" y="63220"/>
                </a:lnTo>
                <a:lnTo>
                  <a:pt x="883198" y="64384"/>
                </a:lnTo>
                <a:lnTo>
                  <a:pt x="882814" y="65568"/>
                </a:lnTo>
                <a:lnTo>
                  <a:pt x="882467" y="66771"/>
                </a:lnTo>
                <a:lnTo>
                  <a:pt x="882156" y="67994"/>
                </a:lnTo>
                <a:lnTo>
                  <a:pt x="881882" y="69236"/>
                </a:lnTo>
                <a:lnTo>
                  <a:pt x="881645" y="70498"/>
                </a:lnTo>
                <a:lnTo>
                  <a:pt x="881444" y="71779"/>
                </a:lnTo>
                <a:lnTo>
                  <a:pt x="881280" y="73079"/>
                </a:lnTo>
                <a:lnTo>
                  <a:pt x="881152" y="74399"/>
                </a:lnTo>
                <a:lnTo>
                  <a:pt x="881060" y="75739"/>
                </a:lnTo>
                <a:lnTo>
                  <a:pt x="881006" y="77098"/>
                </a:lnTo>
                <a:lnTo>
                  <a:pt x="880987" y="78477"/>
                </a:lnTo>
                <a:lnTo>
                  <a:pt x="881002" y="79581"/>
                </a:lnTo>
                <a:lnTo>
                  <a:pt x="881046" y="80642"/>
                </a:lnTo>
                <a:lnTo>
                  <a:pt x="881119" y="81661"/>
                </a:lnTo>
                <a:lnTo>
                  <a:pt x="881221" y="82637"/>
                </a:lnTo>
                <a:lnTo>
                  <a:pt x="881353" y="83570"/>
                </a:lnTo>
                <a:lnTo>
                  <a:pt x="881513" y="84461"/>
                </a:lnTo>
                <a:lnTo>
                  <a:pt x="881703" y="85309"/>
                </a:lnTo>
                <a:lnTo>
                  <a:pt x="881923" y="86115"/>
                </a:lnTo>
                <a:lnTo>
                  <a:pt x="882171" y="86878"/>
                </a:lnTo>
                <a:lnTo>
                  <a:pt x="882449" y="87598"/>
                </a:lnTo>
                <a:lnTo>
                  <a:pt x="882756" y="88276"/>
                </a:lnTo>
                <a:lnTo>
                  <a:pt x="883092" y="88911"/>
                </a:lnTo>
                <a:lnTo>
                  <a:pt x="883453" y="89499"/>
                </a:lnTo>
                <a:lnTo>
                  <a:pt x="883837" y="90036"/>
                </a:lnTo>
                <a:lnTo>
                  <a:pt x="884243" y="90522"/>
                </a:lnTo>
                <a:lnTo>
                  <a:pt x="884670" y="90957"/>
                </a:lnTo>
                <a:lnTo>
                  <a:pt x="885119" y="91341"/>
                </a:lnTo>
                <a:lnTo>
                  <a:pt x="885591" y="91673"/>
                </a:lnTo>
                <a:lnTo>
                  <a:pt x="886084" y="91954"/>
                </a:lnTo>
                <a:lnTo>
                  <a:pt x="886599" y="92185"/>
                </a:lnTo>
                <a:lnTo>
                  <a:pt x="887136" y="92364"/>
                </a:lnTo>
                <a:lnTo>
                  <a:pt x="887695" y="92491"/>
                </a:lnTo>
                <a:lnTo>
                  <a:pt x="888276" y="92568"/>
                </a:lnTo>
                <a:lnTo>
                  <a:pt x="888879" y="92594"/>
                </a:lnTo>
                <a:lnTo>
                  <a:pt x="889743" y="92552"/>
                </a:lnTo>
                <a:lnTo>
                  <a:pt x="890609" y="92427"/>
                </a:lnTo>
                <a:lnTo>
                  <a:pt x="891479" y="92218"/>
                </a:lnTo>
                <a:lnTo>
                  <a:pt x="892352" y="91926"/>
                </a:lnTo>
                <a:lnTo>
                  <a:pt x="893228" y="91551"/>
                </a:lnTo>
                <a:lnTo>
                  <a:pt x="894107" y="91092"/>
                </a:lnTo>
                <a:lnTo>
                  <a:pt x="894989" y="90550"/>
                </a:lnTo>
                <a:lnTo>
                  <a:pt x="895874" y="89924"/>
                </a:lnTo>
                <a:lnTo>
                  <a:pt x="896762" y="89215"/>
                </a:lnTo>
                <a:lnTo>
                  <a:pt x="897653" y="88423"/>
                </a:lnTo>
                <a:lnTo>
                  <a:pt x="898547" y="87547"/>
                </a:lnTo>
                <a:lnTo>
                  <a:pt x="899445" y="86587"/>
                </a:lnTo>
                <a:lnTo>
                  <a:pt x="900334" y="85578"/>
                </a:lnTo>
                <a:lnTo>
                  <a:pt x="901204" y="84552"/>
                </a:lnTo>
                <a:lnTo>
                  <a:pt x="902056" y="83510"/>
                </a:lnTo>
                <a:lnTo>
                  <a:pt x="902889" y="82452"/>
                </a:lnTo>
                <a:lnTo>
                  <a:pt x="903702" y="81377"/>
                </a:lnTo>
                <a:lnTo>
                  <a:pt x="904497" y="80285"/>
                </a:lnTo>
                <a:lnTo>
                  <a:pt x="905273" y="79177"/>
                </a:lnTo>
                <a:lnTo>
                  <a:pt x="906031" y="78053"/>
                </a:lnTo>
                <a:lnTo>
                  <a:pt x="906769" y="76912"/>
                </a:lnTo>
                <a:lnTo>
                  <a:pt x="907488" y="75755"/>
                </a:lnTo>
                <a:lnTo>
                  <a:pt x="908189" y="74581"/>
                </a:lnTo>
                <a:lnTo>
                  <a:pt x="908871" y="73391"/>
                </a:lnTo>
                <a:close/>
                <a:moveTo>
                  <a:pt x="982463" y="68393"/>
                </a:moveTo>
                <a:lnTo>
                  <a:pt x="983740" y="66389"/>
                </a:lnTo>
                <a:lnTo>
                  <a:pt x="985057" y="64469"/>
                </a:lnTo>
                <a:lnTo>
                  <a:pt x="986414" y="62633"/>
                </a:lnTo>
                <a:lnTo>
                  <a:pt x="987812" y="60882"/>
                </a:lnTo>
                <a:lnTo>
                  <a:pt x="989249" y="59214"/>
                </a:lnTo>
                <a:lnTo>
                  <a:pt x="990727" y="57630"/>
                </a:lnTo>
                <a:lnTo>
                  <a:pt x="992245" y="56130"/>
                </a:lnTo>
                <a:lnTo>
                  <a:pt x="993803" y="54715"/>
                </a:lnTo>
                <a:lnTo>
                  <a:pt x="995402" y="53383"/>
                </a:lnTo>
                <a:lnTo>
                  <a:pt x="997040" y="52135"/>
                </a:lnTo>
                <a:lnTo>
                  <a:pt x="998719" y="50972"/>
                </a:lnTo>
                <a:lnTo>
                  <a:pt x="1000438" y="49892"/>
                </a:lnTo>
                <a:lnTo>
                  <a:pt x="1002166" y="48898"/>
                </a:lnTo>
                <a:lnTo>
                  <a:pt x="1003870" y="47990"/>
                </a:lnTo>
                <a:lnTo>
                  <a:pt x="1005551" y="47168"/>
                </a:lnTo>
                <a:lnTo>
                  <a:pt x="1007209" y="46433"/>
                </a:lnTo>
                <a:lnTo>
                  <a:pt x="1008844" y="45785"/>
                </a:lnTo>
                <a:lnTo>
                  <a:pt x="1010456" y="45223"/>
                </a:lnTo>
                <a:lnTo>
                  <a:pt x="1012045" y="44747"/>
                </a:lnTo>
                <a:lnTo>
                  <a:pt x="1013610" y="44358"/>
                </a:lnTo>
                <a:lnTo>
                  <a:pt x="1015153" y="44055"/>
                </a:lnTo>
                <a:lnTo>
                  <a:pt x="1016672" y="43839"/>
                </a:lnTo>
                <a:lnTo>
                  <a:pt x="1018168" y="43710"/>
                </a:lnTo>
                <a:lnTo>
                  <a:pt x="1019641" y="43666"/>
                </a:lnTo>
                <a:lnTo>
                  <a:pt x="1021670" y="43740"/>
                </a:lnTo>
                <a:lnTo>
                  <a:pt x="1023665" y="43961"/>
                </a:lnTo>
                <a:lnTo>
                  <a:pt x="1025625" y="44329"/>
                </a:lnTo>
                <a:lnTo>
                  <a:pt x="1027552" y="44845"/>
                </a:lnTo>
                <a:lnTo>
                  <a:pt x="1029444" y="45508"/>
                </a:lnTo>
                <a:lnTo>
                  <a:pt x="1031303" y="46319"/>
                </a:lnTo>
                <a:lnTo>
                  <a:pt x="1033127" y="47277"/>
                </a:lnTo>
                <a:lnTo>
                  <a:pt x="1034917" y="48382"/>
                </a:lnTo>
                <a:lnTo>
                  <a:pt x="1036673" y="49634"/>
                </a:lnTo>
                <a:lnTo>
                  <a:pt x="1038395" y="51034"/>
                </a:lnTo>
                <a:lnTo>
                  <a:pt x="1040083" y="52581"/>
                </a:lnTo>
                <a:lnTo>
                  <a:pt x="1041737" y="54276"/>
                </a:lnTo>
                <a:lnTo>
                  <a:pt x="1043306" y="56120"/>
                </a:lnTo>
                <a:lnTo>
                  <a:pt x="1044738" y="58117"/>
                </a:lnTo>
                <a:lnTo>
                  <a:pt x="1046034" y="60266"/>
                </a:lnTo>
                <a:lnTo>
                  <a:pt x="1047193" y="62567"/>
                </a:lnTo>
                <a:lnTo>
                  <a:pt x="1048216" y="65020"/>
                </a:lnTo>
                <a:lnTo>
                  <a:pt x="1049102" y="67626"/>
                </a:lnTo>
                <a:lnTo>
                  <a:pt x="1049853" y="70384"/>
                </a:lnTo>
                <a:lnTo>
                  <a:pt x="1050466" y="73294"/>
                </a:lnTo>
                <a:lnTo>
                  <a:pt x="1050944" y="76356"/>
                </a:lnTo>
                <a:lnTo>
                  <a:pt x="1051285" y="79570"/>
                </a:lnTo>
                <a:lnTo>
                  <a:pt x="1051489" y="82937"/>
                </a:lnTo>
                <a:lnTo>
                  <a:pt x="1051558" y="86456"/>
                </a:lnTo>
                <a:lnTo>
                  <a:pt x="1051512" y="89266"/>
                </a:lnTo>
                <a:lnTo>
                  <a:pt x="1051376" y="92025"/>
                </a:lnTo>
                <a:lnTo>
                  <a:pt x="1051149" y="94734"/>
                </a:lnTo>
                <a:lnTo>
                  <a:pt x="1050832" y="97392"/>
                </a:lnTo>
                <a:lnTo>
                  <a:pt x="1050424" y="100000"/>
                </a:lnTo>
                <a:lnTo>
                  <a:pt x="1049925" y="102557"/>
                </a:lnTo>
                <a:lnTo>
                  <a:pt x="1049335" y="105063"/>
                </a:lnTo>
                <a:lnTo>
                  <a:pt x="1048654" y="107519"/>
                </a:lnTo>
                <a:lnTo>
                  <a:pt x="1047883" y="109925"/>
                </a:lnTo>
                <a:lnTo>
                  <a:pt x="1047021" y="112280"/>
                </a:lnTo>
                <a:lnTo>
                  <a:pt x="1046069" y="114584"/>
                </a:lnTo>
                <a:lnTo>
                  <a:pt x="1045025" y="116838"/>
                </a:lnTo>
                <a:lnTo>
                  <a:pt x="1043906" y="119028"/>
                </a:lnTo>
                <a:lnTo>
                  <a:pt x="1042727" y="121140"/>
                </a:lnTo>
                <a:lnTo>
                  <a:pt x="1041488" y="123173"/>
                </a:lnTo>
                <a:lnTo>
                  <a:pt x="1040188" y="125129"/>
                </a:lnTo>
                <a:lnTo>
                  <a:pt x="1038828" y="127007"/>
                </a:lnTo>
                <a:lnTo>
                  <a:pt x="1037408" y="128807"/>
                </a:lnTo>
                <a:lnTo>
                  <a:pt x="1035927" y="130529"/>
                </a:lnTo>
                <a:lnTo>
                  <a:pt x="1034386" y="132173"/>
                </a:lnTo>
                <a:lnTo>
                  <a:pt x="1032785" y="133739"/>
                </a:lnTo>
                <a:lnTo>
                  <a:pt x="1031124" y="135227"/>
                </a:lnTo>
                <a:lnTo>
                  <a:pt x="1029402" y="136638"/>
                </a:lnTo>
                <a:lnTo>
                  <a:pt x="1027620" y="137970"/>
                </a:lnTo>
                <a:lnTo>
                  <a:pt x="1025772" y="139209"/>
                </a:lnTo>
                <a:lnTo>
                  <a:pt x="1023852" y="140341"/>
                </a:lnTo>
                <a:lnTo>
                  <a:pt x="1021860" y="141365"/>
                </a:lnTo>
                <a:lnTo>
                  <a:pt x="1019797" y="142281"/>
                </a:lnTo>
                <a:lnTo>
                  <a:pt x="1017661" y="143089"/>
                </a:lnTo>
                <a:lnTo>
                  <a:pt x="1015454" y="143790"/>
                </a:lnTo>
                <a:lnTo>
                  <a:pt x="1013175" y="144383"/>
                </a:lnTo>
                <a:lnTo>
                  <a:pt x="1010824" y="144868"/>
                </a:lnTo>
                <a:lnTo>
                  <a:pt x="1008401" y="145245"/>
                </a:lnTo>
                <a:lnTo>
                  <a:pt x="1005906" y="145514"/>
                </a:lnTo>
                <a:lnTo>
                  <a:pt x="1003340" y="145676"/>
                </a:lnTo>
                <a:lnTo>
                  <a:pt x="1000701" y="145730"/>
                </a:lnTo>
                <a:lnTo>
                  <a:pt x="999907" y="145723"/>
                </a:lnTo>
                <a:lnTo>
                  <a:pt x="999045" y="145703"/>
                </a:lnTo>
                <a:lnTo>
                  <a:pt x="998115" y="145670"/>
                </a:lnTo>
                <a:lnTo>
                  <a:pt x="997116" y="145623"/>
                </a:lnTo>
                <a:lnTo>
                  <a:pt x="996049" y="145563"/>
                </a:lnTo>
                <a:lnTo>
                  <a:pt x="994914" y="145489"/>
                </a:lnTo>
                <a:lnTo>
                  <a:pt x="993711" y="145402"/>
                </a:lnTo>
                <a:lnTo>
                  <a:pt x="992439" y="145301"/>
                </a:lnTo>
                <a:lnTo>
                  <a:pt x="991100" y="145187"/>
                </a:lnTo>
                <a:lnTo>
                  <a:pt x="989692" y="145060"/>
                </a:lnTo>
                <a:lnTo>
                  <a:pt x="988216" y="144920"/>
                </a:lnTo>
                <a:lnTo>
                  <a:pt x="986672" y="144765"/>
                </a:lnTo>
                <a:lnTo>
                  <a:pt x="986428" y="144736"/>
                </a:lnTo>
                <a:lnTo>
                  <a:pt x="986165" y="144705"/>
                </a:lnTo>
                <a:lnTo>
                  <a:pt x="985883" y="144672"/>
                </a:lnTo>
                <a:lnTo>
                  <a:pt x="985581" y="144639"/>
                </a:lnTo>
                <a:lnTo>
                  <a:pt x="985259" y="144604"/>
                </a:lnTo>
                <a:lnTo>
                  <a:pt x="984918" y="144568"/>
                </a:lnTo>
                <a:lnTo>
                  <a:pt x="984558" y="144531"/>
                </a:lnTo>
                <a:lnTo>
                  <a:pt x="984178" y="144493"/>
                </a:lnTo>
                <a:lnTo>
                  <a:pt x="983778" y="144453"/>
                </a:lnTo>
                <a:lnTo>
                  <a:pt x="983359" y="144412"/>
                </a:lnTo>
                <a:lnTo>
                  <a:pt x="982921" y="144370"/>
                </a:lnTo>
                <a:lnTo>
                  <a:pt x="982463" y="144327"/>
                </a:lnTo>
                <a:lnTo>
                  <a:pt x="982463" y="182382"/>
                </a:lnTo>
                <a:lnTo>
                  <a:pt x="966154" y="182382"/>
                </a:lnTo>
                <a:lnTo>
                  <a:pt x="966154" y="46297"/>
                </a:lnTo>
                <a:lnTo>
                  <a:pt x="982463" y="46297"/>
                </a:lnTo>
                <a:lnTo>
                  <a:pt x="982463" y="68393"/>
                </a:lnTo>
                <a:moveTo>
                  <a:pt x="982463" y="87771"/>
                </a:moveTo>
                <a:lnTo>
                  <a:pt x="982463" y="129772"/>
                </a:lnTo>
                <a:lnTo>
                  <a:pt x="983929" y="130136"/>
                </a:lnTo>
                <a:lnTo>
                  <a:pt x="985376" y="130468"/>
                </a:lnTo>
                <a:lnTo>
                  <a:pt x="986803" y="130769"/>
                </a:lnTo>
                <a:lnTo>
                  <a:pt x="988211" y="131038"/>
                </a:lnTo>
                <a:lnTo>
                  <a:pt x="989599" y="131276"/>
                </a:lnTo>
                <a:lnTo>
                  <a:pt x="990968" y="131481"/>
                </a:lnTo>
                <a:lnTo>
                  <a:pt x="992318" y="131656"/>
                </a:lnTo>
                <a:lnTo>
                  <a:pt x="993648" y="131798"/>
                </a:lnTo>
                <a:lnTo>
                  <a:pt x="994958" y="131909"/>
                </a:lnTo>
                <a:lnTo>
                  <a:pt x="996249" y="131988"/>
                </a:lnTo>
                <a:lnTo>
                  <a:pt x="997520" y="132036"/>
                </a:lnTo>
                <a:lnTo>
                  <a:pt x="998772" y="132051"/>
                </a:lnTo>
                <a:lnTo>
                  <a:pt x="1001209" y="131971"/>
                </a:lnTo>
                <a:lnTo>
                  <a:pt x="1003581" y="131729"/>
                </a:lnTo>
                <a:lnTo>
                  <a:pt x="1005888" y="131325"/>
                </a:lnTo>
                <a:lnTo>
                  <a:pt x="1008130" y="130760"/>
                </a:lnTo>
                <a:lnTo>
                  <a:pt x="1010307" y="130034"/>
                </a:lnTo>
                <a:lnTo>
                  <a:pt x="1012418" y="129147"/>
                </a:lnTo>
                <a:lnTo>
                  <a:pt x="1014464" y="128098"/>
                </a:lnTo>
                <a:lnTo>
                  <a:pt x="1016445" y="126888"/>
                </a:lnTo>
                <a:lnTo>
                  <a:pt x="1018361" y="125516"/>
                </a:lnTo>
                <a:lnTo>
                  <a:pt x="1020212" y="123983"/>
                </a:lnTo>
                <a:lnTo>
                  <a:pt x="1021998" y="122289"/>
                </a:lnTo>
                <a:lnTo>
                  <a:pt x="1023718" y="120433"/>
                </a:lnTo>
                <a:lnTo>
                  <a:pt x="1025336" y="118438"/>
                </a:lnTo>
                <a:lnTo>
                  <a:pt x="1026813" y="116323"/>
                </a:lnTo>
                <a:lnTo>
                  <a:pt x="1028149" y="114090"/>
                </a:lnTo>
                <a:lnTo>
                  <a:pt x="1029344" y="111738"/>
                </a:lnTo>
                <a:lnTo>
                  <a:pt x="1030399" y="109267"/>
                </a:lnTo>
                <a:lnTo>
                  <a:pt x="1031314" y="106678"/>
                </a:lnTo>
                <a:lnTo>
                  <a:pt x="1032087" y="103970"/>
                </a:lnTo>
                <a:lnTo>
                  <a:pt x="1032720" y="101143"/>
                </a:lnTo>
                <a:lnTo>
                  <a:pt x="1033213" y="98197"/>
                </a:lnTo>
                <a:lnTo>
                  <a:pt x="1033564" y="95133"/>
                </a:lnTo>
                <a:lnTo>
                  <a:pt x="1033775" y="91950"/>
                </a:lnTo>
                <a:lnTo>
                  <a:pt x="1033846" y="88648"/>
                </a:lnTo>
                <a:lnTo>
                  <a:pt x="1033807" y="86258"/>
                </a:lnTo>
                <a:lnTo>
                  <a:pt x="1033692" y="83969"/>
                </a:lnTo>
                <a:lnTo>
                  <a:pt x="1033500" y="81781"/>
                </a:lnTo>
                <a:lnTo>
                  <a:pt x="1033232" y="79695"/>
                </a:lnTo>
                <a:lnTo>
                  <a:pt x="1032887" y="77709"/>
                </a:lnTo>
                <a:lnTo>
                  <a:pt x="1032465" y="75824"/>
                </a:lnTo>
                <a:lnTo>
                  <a:pt x="1031966" y="74041"/>
                </a:lnTo>
                <a:lnTo>
                  <a:pt x="1031390" y="72358"/>
                </a:lnTo>
                <a:lnTo>
                  <a:pt x="1030738" y="70777"/>
                </a:lnTo>
                <a:lnTo>
                  <a:pt x="1030009" y="69297"/>
                </a:lnTo>
                <a:lnTo>
                  <a:pt x="1029204" y="67918"/>
                </a:lnTo>
                <a:lnTo>
                  <a:pt x="1028322" y="66639"/>
                </a:lnTo>
                <a:lnTo>
                  <a:pt x="1027390" y="65463"/>
                </a:lnTo>
                <a:lnTo>
                  <a:pt x="1026439" y="64389"/>
                </a:lnTo>
                <a:lnTo>
                  <a:pt x="1025466" y="63417"/>
                </a:lnTo>
                <a:lnTo>
                  <a:pt x="1024473" y="62548"/>
                </a:lnTo>
                <a:lnTo>
                  <a:pt x="1023459" y="61780"/>
                </a:lnTo>
                <a:lnTo>
                  <a:pt x="1022425" y="61115"/>
                </a:lnTo>
                <a:lnTo>
                  <a:pt x="1021370" y="60553"/>
                </a:lnTo>
                <a:lnTo>
                  <a:pt x="1020294" y="60092"/>
                </a:lnTo>
                <a:lnTo>
                  <a:pt x="1019197" y="59734"/>
                </a:lnTo>
                <a:lnTo>
                  <a:pt x="1018080" y="59479"/>
                </a:lnTo>
                <a:lnTo>
                  <a:pt x="1016942" y="59325"/>
                </a:lnTo>
                <a:lnTo>
                  <a:pt x="1015783" y="59274"/>
                </a:lnTo>
                <a:lnTo>
                  <a:pt x="1014501" y="59328"/>
                </a:lnTo>
                <a:lnTo>
                  <a:pt x="1013197" y="59488"/>
                </a:lnTo>
                <a:lnTo>
                  <a:pt x="1011873" y="59756"/>
                </a:lnTo>
                <a:lnTo>
                  <a:pt x="1010527" y="60131"/>
                </a:lnTo>
                <a:lnTo>
                  <a:pt x="1009159" y="60614"/>
                </a:lnTo>
                <a:lnTo>
                  <a:pt x="1007771" y="61203"/>
                </a:lnTo>
                <a:lnTo>
                  <a:pt x="1006361" y="61900"/>
                </a:lnTo>
                <a:lnTo>
                  <a:pt x="1004929" y="62703"/>
                </a:lnTo>
                <a:lnTo>
                  <a:pt x="1003477" y="63614"/>
                </a:lnTo>
                <a:lnTo>
                  <a:pt x="1002003" y="64632"/>
                </a:lnTo>
                <a:lnTo>
                  <a:pt x="1000508" y="65758"/>
                </a:lnTo>
                <a:lnTo>
                  <a:pt x="998991" y="66990"/>
                </a:lnTo>
                <a:lnTo>
                  <a:pt x="997477" y="68313"/>
                </a:lnTo>
                <a:lnTo>
                  <a:pt x="995987" y="69711"/>
                </a:lnTo>
                <a:lnTo>
                  <a:pt x="994522" y="71183"/>
                </a:lnTo>
                <a:lnTo>
                  <a:pt x="993082" y="72729"/>
                </a:lnTo>
                <a:lnTo>
                  <a:pt x="991668" y="74349"/>
                </a:lnTo>
                <a:lnTo>
                  <a:pt x="990278" y="76044"/>
                </a:lnTo>
                <a:lnTo>
                  <a:pt x="988913" y="77812"/>
                </a:lnTo>
                <a:lnTo>
                  <a:pt x="987573" y="79656"/>
                </a:lnTo>
                <a:lnTo>
                  <a:pt x="986258" y="81573"/>
                </a:lnTo>
                <a:lnTo>
                  <a:pt x="984968" y="83565"/>
                </a:lnTo>
                <a:lnTo>
                  <a:pt x="983703" y="85631"/>
                </a:lnTo>
                <a:lnTo>
                  <a:pt x="982463" y="87771"/>
                </a:lnTo>
                <a:close/>
                <a:moveTo>
                  <a:pt x="1083062" y="144327"/>
                </a:moveTo>
                <a:lnTo>
                  <a:pt x="1083062" y="46297"/>
                </a:lnTo>
                <a:lnTo>
                  <a:pt x="1099371" y="46297"/>
                </a:lnTo>
                <a:lnTo>
                  <a:pt x="1099371" y="67831"/>
                </a:lnTo>
                <a:lnTo>
                  <a:pt x="1100658" y="65853"/>
                </a:lnTo>
                <a:lnTo>
                  <a:pt x="1101976" y="63959"/>
                </a:lnTo>
                <a:lnTo>
                  <a:pt x="1103325" y="62149"/>
                </a:lnTo>
                <a:lnTo>
                  <a:pt x="1104705" y="60425"/>
                </a:lnTo>
                <a:lnTo>
                  <a:pt x="1106116" y="58786"/>
                </a:lnTo>
                <a:lnTo>
                  <a:pt x="1107558" y="57231"/>
                </a:lnTo>
                <a:lnTo>
                  <a:pt x="1109032" y="55762"/>
                </a:lnTo>
                <a:lnTo>
                  <a:pt x="1110536" y="54377"/>
                </a:lnTo>
                <a:lnTo>
                  <a:pt x="1112071" y="53077"/>
                </a:lnTo>
                <a:lnTo>
                  <a:pt x="1113638" y="51862"/>
                </a:lnTo>
                <a:lnTo>
                  <a:pt x="1115235" y="50732"/>
                </a:lnTo>
                <a:lnTo>
                  <a:pt x="1116864" y="49686"/>
                </a:lnTo>
                <a:lnTo>
                  <a:pt x="1118523" y="48725"/>
                </a:lnTo>
                <a:lnTo>
                  <a:pt x="1120214" y="47847"/>
                </a:lnTo>
                <a:lnTo>
                  <a:pt x="1121936" y="47053"/>
                </a:lnTo>
                <a:lnTo>
                  <a:pt x="1123688" y="46342"/>
                </a:lnTo>
                <a:lnTo>
                  <a:pt x="1125472" y="45715"/>
                </a:lnTo>
                <a:lnTo>
                  <a:pt x="1127287" y="45171"/>
                </a:lnTo>
                <a:lnTo>
                  <a:pt x="1129133" y="44712"/>
                </a:lnTo>
                <a:lnTo>
                  <a:pt x="1131010" y="44335"/>
                </a:lnTo>
                <a:lnTo>
                  <a:pt x="1132918" y="44043"/>
                </a:lnTo>
                <a:lnTo>
                  <a:pt x="1134857" y="43834"/>
                </a:lnTo>
                <a:lnTo>
                  <a:pt x="1136827" y="43708"/>
                </a:lnTo>
                <a:lnTo>
                  <a:pt x="1138828" y="43666"/>
                </a:lnTo>
                <a:lnTo>
                  <a:pt x="1140304" y="43685"/>
                </a:lnTo>
                <a:lnTo>
                  <a:pt x="1141780" y="43739"/>
                </a:lnTo>
                <a:lnTo>
                  <a:pt x="1143256" y="43831"/>
                </a:lnTo>
                <a:lnTo>
                  <a:pt x="1144732" y="43959"/>
                </a:lnTo>
                <a:lnTo>
                  <a:pt x="1146208" y="44123"/>
                </a:lnTo>
                <a:lnTo>
                  <a:pt x="1147684" y="44324"/>
                </a:lnTo>
                <a:lnTo>
                  <a:pt x="1149160" y="44561"/>
                </a:lnTo>
                <a:lnTo>
                  <a:pt x="1150636" y="44836"/>
                </a:lnTo>
                <a:lnTo>
                  <a:pt x="1152112" y="45146"/>
                </a:lnTo>
                <a:lnTo>
                  <a:pt x="1153588" y="45493"/>
                </a:lnTo>
                <a:lnTo>
                  <a:pt x="1155064" y="45877"/>
                </a:lnTo>
                <a:lnTo>
                  <a:pt x="1156540" y="46297"/>
                </a:lnTo>
                <a:lnTo>
                  <a:pt x="1156540" y="81721"/>
                </a:lnTo>
                <a:lnTo>
                  <a:pt x="1140845" y="81721"/>
                </a:lnTo>
                <a:lnTo>
                  <a:pt x="1140845" y="59447"/>
                </a:lnTo>
                <a:lnTo>
                  <a:pt x="1140170" y="59335"/>
                </a:lnTo>
                <a:lnTo>
                  <a:pt x="1139520" y="59233"/>
                </a:lnTo>
                <a:lnTo>
                  <a:pt x="1138894" y="59141"/>
                </a:lnTo>
                <a:lnTo>
                  <a:pt x="1138293" y="59059"/>
                </a:lnTo>
                <a:lnTo>
                  <a:pt x="1137715" y="58986"/>
                </a:lnTo>
                <a:lnTo>
                  <a:pt x="1137162" y="58923"/>
                </a:lnTo>
                <a:lnTo>
                  <a:pt x="1136634" y="58869"/>
                </a:lnTo>
                <a:lnTo>
                  <a:pt x="1136130" y="58826"/>
                </a:lnTo>
                <a:lnTo>
                  <a:pt x="1135650" y="58792"/>
                </a:lnTo>
                <a:lnTo>
                  <a:pt x="1135194" y="58767"/>
                </a:lnTo>
                <a:lnTo>
                  <a:pt x="1134763" y="58753"/>
                </a:lnTo>
                <a:lnTo>
                  <a:pt x="1134357" y="58748"/>
                </a:lnTo>
                <a:lnTo>
                  <a:pt x="1132839" y="58798"/>
                </a:lnTo>
                <a:lnTo>
                  <a:pt x="1131327" y="58947"/>
                </a:lnTo>
                <a:lnTo>
                  <a:pt x="1129819" y="59196"/>
                </a:lnTo>
                <a:lnTo>
                  <a:pt x="1128316" y="59544"/>
                </a:lnTo>
                <a:lnTo>
                  <a:pt x="1126818" y="59992"/>
                </a:lnTo>
                <a:lnTo>
                  <a:pt x="1125325" y="60540"/>
                </a:lnTo>
                <a:lnTo>
                  <a:pt x="1123837" y="61187"/>
                </a:lnTo>
                <a:lnTo>
                  <a:pt x="1122354" y="61934"/>
                </a:lnTo>
                <a:lnTo>
                  <a:pt x="1120875" y="62780"/>
                </a:lnTo>
                <a:lnTo>
                  <a:pt x="1119402" y="63726"/>
                </a:lnTo>
                <a:lnTo>
                  <a:pt x="1117933" y="64771"/>
                </a:lnTo>
                <a:lnTo>
                  <a:pt x="1116469" y="65916"/>
                </a:lnTo>
                <a:lnTo>
                  <a:pt x="1115011" y="67161"/>
                </a:lnTo>
                <a:lnTo>
                  <a:pt x="1113558" y="68505"/>
                </a:lnTo>
                <a:lnTo>
                  <a:pt x="1112112" y="69948"/>
                </a:lnTo>
                <a:lnTo>
                  <a:pt x="1110672" y="71491"/>
                </a:lnTo>
                <a:lnTo>
                  <a:pt x="1109238" y="73134"/>
                </a:lnTo>
                <a:lnTo>
                  <a:pt x="1107810" y="74876"/>
                </a:lnTo>
                <a:lnTo>
                  <a:pt x="1106389" y="76718"/>
                </a:lnTo>
                <a:lnTo>
                  <a:pt x="1104973" y="78659"/>
                </a:lnTo>
                <a:lnTo>
                  <a:pt x="1103563" y="80700"/>
                </a:lnTo>
                <a:lnTo>
                  <a:pt x="1102160" y="82841"/>
                </a:lnTo>
                <a:lnTo>
                  <a:pt x="1100762" y="85081"/>
                </a:lnTo>
                <a:lnTo>
                  <a:pt x="1099371" y="87420"/>
                </a:lnTo>
                <a:lnTo>
                  <a:pt x="1099371" y="144327"/>
                </a:lnTo>
                <a:lnTo>
                  <a:pt x="1083062" y="144327"/>
                </a:lnTo>
                <a:close/>
                <a:moveTo>
                  <a:pt x="1209528" y="144327"/>
                </a:moveTo>
                <a:lnTo>
                  <a:pt x="1209528" y="59976"/>
                </a:lnTo>
                <a:lnTo>
                  <a:pt x="1182346" y="59976"/>
                </a:lnTo>
                <a:lnTo>
                  <a:pt x="1182346" y="46297"/>
                </a:lnTo>
                <a:lnTo>
                  <a:pt x="1225837" y="46297"/>
                </a:lnTo>
                <a:lnTo>
                  <a:pt x="1225837" y="130648"/>
                </a:lnTo>
                <a:lnTo>
                  <a:pt x="1253106" y="130648"/>
                </a:lnTo>
                <a:lnTo>
                  <a:pt x="1253106" y="144327"/>
                </a:lnTo>
                <a:lnTo>
                  <a:pt x="1209528" y="144327"/>
                </a:lnTo>
                <a:moveTo>
                  <a:pt x="1206809" y="11092"/>
                </a:moveTo>
                <a:lnTo>
                  <a:pt x="1206836" y="10194"/>
                </a:lnTo>
                <a:lnTo>
                  <a:pt x="1206914" y="9336"/>
                </a:lnTo>
                <a:lnTo>
                  <a:pt x="1207045" y="8516"/>
                </a:lnTo>
                <a:lnTo>
                  <a:pt x="1207228" y="7734"/>
                </a:lnTo>
                <a:lnTo>
                  <a:pt x="1207464" y="6992"/>
                </a:lnTo>
                <a:lnTo>
                  <a:pt x="1207752" y="6289"/>
                </a:lnTo>
                <a:lnTo>
                  <a:pt x="1208092" y="5624"/>
                </a:lnTo>
                <a:lnTo>
                  <a:pt x="1208485" y="4998"/>
                </a:lnTo>
                <a:lnTo>
                  <a:pt x="1208930" y="4411"/>
                </a:lnTo>
                <a:lnTo>
                  <a:pt x="1209428" y="3863"/>
                </a:lnTo>
                <a:lnTo>
                  <a:pt x="1209978" y="3353"/>
                </a:lnTo>
                <a:lnTo>
                  <a:pt x="1210580" y="2883"/>
                </a:lnTo>
                <a:lnTo>
                  <a:pt x="1211205" y="2450"/>
                </a:lnTo>
                <a:lnTo>
                  <a:pt x="1211824" y="2055"/>
                </a:lnTo>
                <a:lnTo>
                  <a:pt x="1212438" y="1698"/>
                </a:lnTo>
                <a:lnTo>
                  <a:pt x="1213045" y="1379"/>
                </a:lnTo>
                <a:lnTo>
                  <a:pt x="1213646" y="1097"/>
                </a:lnTo>
                <a:lnTo>
                  <a:pt x="1214241" y="852"/>
                </a:lnTo>
                <a:lnTo>
                  <a:pt x="1214829" y="645"/>
                </a:lnTo>
                <a:lnTo>
                  <a:pt x="1215412" y="476"/>
                </a:lnTo>
                <a:lnTo>
                  <a:pt x="1215989" y="345"/>
                </a:lnTo>
                <a:lnTo>
                  <a:pt x="1216559" y="251"/>
                </a:lnTo>
                <a:lnTo>
                  <a:pt x="1217124" y="194"/>
                </a:lnTo>
                <a:lnTo>
                  <a:pt x="1217682" y="175"/>
                </a:lnTo>
                <a:lnTo>
                  <a:pt x="1218254" y="194"/>
                </a:lnTo>
                <a:lnTo>
                  <a:pt x="1218832" y="251"/>
                </a:lnTo>
                <a:lnTo>
                  <a:pt x="1219414" y="345"/>
                </a:lnTo>
                <a:lnTo>
                  <a:pt x="1220001" y="476"/>
                </a:lnTo>
                <a:lnTo>
                  <a:pt x="1220593" y="645"/>
                </a:lnTo>
                <a:lnTo>
                  <a:pt x="1221189" y="852"/>
                </a:lnTo>
                <a:lnTo>
                  <a:pt x="1221791" y="1097"/>
                </a:lnTo>
                <a:lnTo>
                  <a:pt x="1222398" y="1379"/>
                </a:lnTo>
                <a:lnTo>
                  <a:pt x="1223009" y="1698"/>
                </a:lnTo>
                <a:lnTo>
                  <a:pt x="1223625" y="2055"/>
                </a:lnTo>
                <a:lnTo>
                  <a:pt x="1224246" y="2450"/>
                </a:lnTo>
                <a:lnTo>
                  <a:pt x="1224872" y="2883"/>
                </a:lnTo>
                <a:lnTo>
                  <a:pt x="1225474" y="3353"/>
                </a:lnTo>
                <a:lnTo>
                  <a:pt x="1226024" y="3863"/>
                </a:lnTo>
                <a:lnTo>
                  <a:pt x="1226522" y="4411"/>
                </a:lnTo>
                <a:lnTo>
                  <a:pt x="1226967" y="4998"/>
                </a:lnTo>
                <a:lnTo>
                  <a:pt x="1227360" y="5624"/>
                </a:lnTo>
                <a:lnTo>
                  <a:pt x="1227700" y="6289"/>
                </a:lnTo>
                <a:lnTo>
                  <a:pt x="1227988" y="6992"/>
                </a:lnTo>
                <a:lnTo>
                  <a:pt x="1228224" y="7734"/>
                </a:lnTo>
                <a:lnTo>
                  <a:pt x="1228407" y="8516"/>
                </a:lnTo>
                <a:lnTo>
                  <a:pt x="1228538" y="9336"/>
                </a:lnTo>
                <a:lnTo>
                  <a:pt x="1228616" y="10194"/>
                </a:lnTo>
                <a:lnTo>
                  <a:pt x="1228643" y="11092"/>
                </a:lnTo>
                <a:lnTo>
                  <a:pt x="1228616" y="11976"/>
                </a:lnTo>
                <a:lnTo>
                  <a:pt x="1228538" y="12822"/>
                </a:lnTo>
                <a:lnTo>
                  <a:pt x="1228407" y="13630"/>
                </a:lnTo>
                <a:lnTo>
                  <a:pt x="1228224" y="14401"/>
                </a:lnTo>
                <a:lnTo>
                  <a:pt x="1227988" y="15134"/>
                </a:lnTo>
                <a:lnTo>
                  <a:pt x="1227700" y="15830"/>
                </a:lnTo>
                <a:lnTo>
                  <a:pt x="1227360" y="16488"/>
                </a:lnTo>
                <a:lnTo>
                  <a:pt x="1226967" y="17108"/>
                </a:lnTo>
                <a:lnTo>
                  <a:pt x="1226522" y="17691"/>
                </a:lnTo>
                <a:lnTo>
                  <a:pt x="1226024" y="18236"/>
                </a:lnTo>
                <a:lnTo>
                  <a:pt x="1225474" y="18744"/>
                </a:lnTo>
                <a:lnTo>
                  <a:pt x="1224872" y="19214"/>
                </a:lnTo>
                <a:lnTo>
                  <a:pt x="1224246" y="19646"/>
                </a:lnTo>
                <a:lnTo>
                  <a:pt x="1223625" y="20041"/>
                </a:lnTo>
                <a:lnTo>
                  <a:pt x="1223009" y="20398"/>
                </a:lnTo>
                <a:lnTo>
                  <a:pt x="1222398" y="20718"/>
                </a:lnTo>
                <a:lnTo>
                  <a:pt x="1221791" y="21000"/>
                </a:lnTo>
                <a:lnTo>
                  <a:pt x="1221189" y="21244"/>
                </a:lnTo>
                <a:lnTo>
                  <a:pt x="1220593" y="21451"/>
                </a:lnTo>
                <a:lnTo>
                  <a:pt x="1220001" y="21620"/>
                </a:lnTo>
                <a:lnTo>
                  <a:pt x="1219414" y="21752"/>
                </a:lnTo>
                <a:lnTo>
                  <a:pt x="1218832" y="21846"/>
                </a:lnTo>
                <a:lnTo>
                  <a:pt x="1218254" y="21902"/>
                </a:lnTo>
                <a:lnTo>
                  <a:pt x="1217682" y="21921"/>
                </a:lnTo>
                <a:lnTo>
                  <a:pt x="1217124" y="21902"/>
                </a:lnTo>
                <a:lnTo>
                  <a:pt x="1216559" y="21846"/>
                </a:lnTo>
                <a:lnTo>
                  <a:pt x="1215989" y="21752"/>
                </a:lnTo>
                <a:lnTo>
                  <a:pt x="1215412" y="21620"/>
                </a:lnTo>
                <a:lnTo>
                  <a:pt x="1214829" y="21451"/>
                </a:lnTo>
                <a:lnTo>
                  <a:pt x="1214241" y="21244"/>
                </a:lnTo>
                <a:lnTo>
                  <a:pt x="1213646" y="21000"/>
                </a:lnTo>
                <a:lnTo>
                  <a:pt x="1213045" y="20718"/>
                </a:lnTo>
                <a:lnTo>
                  <a:pt x="1212438" y="20398"/>
                </a:lnTo>
                <a:lnTo>
                  <a:pt x="1211824" y="20041"/>
                </a:lnTo>
                <a:lnTo>
                  <a:pt x="1211205" y="19646"/>
                </a:lnTo>
                <a:lnTo>
                  <a:pt x="1210580" y="19214"/>
                </a:lnTo>
                <a:lnTo>
                  <a:pt x="1209978" y="18744"/>
                </a:lnTo>
                <a:lnTo>
                  <a:pt x="1209428" y="18236"/>
                </a:lnTo>
                <a:lnTo>
                  <a:pt x="1208930" y="17691"/>
                </a:lnTo>
                <a:lnTo>
                  <a:pt x="1208485" y="17108"/>
                </a:lnTo>
                <a:lnTo>
                  <a:pt x="1208092" y="16488"/>
                </a:lnTo>
                <a:lnTo>
                  <a:pt x="1207752" y="15830"/>
                </a:lnTo>
                <a:lnTo>
                  <a:pt x="1207464" y="15134"/>
                </a:lnTo>
                <a:lnTo>
                  <a:pt x="1207228" y="14401"/>
                </a:lnTo>
                <a:lnTo>
                  <a:pt x="1207045" y="13630"/>
                </a:lnTo>
                <a:lnTo>
                  <a:pt x="1206914" y="12822"/>
                </a:lnTo>
                <a:lnTo>
                  <a:pt x="1206836" y="11976"/>
                </a:lnTo>
                <a:lnTo>
                  <a:pt x="1206809" y="11092"/>
                </a:lnTo>
                <a:close/>
                <a:moveTo>
                  <a:pt x="1289433" y="144327"/>
                </a:moveTo>
                <a:lnTo>
                  <a:pt x="1289433" y="46297"/>
                </a:lnTo>
                <a:lnTo>
                  <a:pt x="1305742" y="46297"/>
                </a:lnTo>
                <a:lnTo>
                  <a:pt x="1305742" y="67859"/>
                </a:lnTo>
                <a:lnTo>
                  <a:pt x="1306931" y="66001"/>
                </a:lnTo>
                <a:lnTo>
                  <a:pt x="1308161" y="64213"/>
                </a:lnTo>
                <a:lnTo>
                  <a:pt x="1309430" y="62492"/>
                </a:lnTo>
                <a:lnTo>
                  <a:pt x="1310740" y="60840"/>
                </a:lnTo>
                <a:lnTo>
                  <a:pt x="1312090" y="59257"/>
                </a:lnTo>
                <a:lnTo>
                  <a:pt x="1313480" y="57742"/>
                </a:lnTo>
                <a:lnTo>
                  <a:pt x="1314910" y="56295"/>
                </a:lnTo>
                <a:lnTo>
                  <a:pt x="1316381" y="54917"/>
                </a:lnTo>
                <a:lnTo>
                  <a:pt x="1317892" y="53607"/>
                </a:lnTo>
                <a:lnTo>
                  <a:pt x="1319443" y="52366"/>
                </a:lnTo>
                <a:lnTo>
                  <a:pt x="1321034" y="51193"/>
                </a:lnTo>
                <a:lnTo>
                  <a:pt x="1322665" y="50089"/>
                </a:lnTo>
                <a:lnTo>
                  <a:pt x="1324316" y="49063"/>
                </a:lnTo>
                <a:lnTo>
                  <a:pt x="1325968" y="48127"/>
                </a:lnTo>
                <a:lnTo>
                  <a:pt x="1327619" y="47279"/>
                </a:lnTo>
                <a:lnTo>
                  <a:pt x="1329270" y="46521"/>
                </a:lnTo>
                <a:lnTo>
                  <a:pt x="1330922" y="45852"/>
                </a:lnTo>
                <a:lnTo>
                  <a:pt x="1332573" y="45272"/>
                </a:lnTo>
                <a:lnTo>
                  <a:pt x="1334225" y="44781"/>
                </a:lnTo>
                <a:lnTo>
                  <a:pt x="1335876" y="44380"/>
                </a:lnTo>
                <a:lnTo>
                  <a:pt x="1337527" y="44068"/>
                </a:lnTo>
                <a:lnTo>
                  <a:pt x="1339179" y="43845"/>
                </a:lnTo>
                <a:lnTo>
                  <a:pt x="1340830" y="43711"/>
                </a:lnTo>
                <a:lnTo>
                  <a:pt x="1342481" y="43666"/>
                </a:lnTo>
                <a:lnTo>
                  <a:pt x="1343917" y="43698"/>
                </a:lnTo>
                <a:lnTo>
                  <a:pt x="1345331" y="43794"/>
                </a:lnTo>
                <a:lnTo>
                  <a:pt x="1346723" y="43954"/>
                </a:lnTo>
                <a:lnTo>
                  <a:pt x="1348093" y="44178"/>
                </a:lnTo>
                <a:lnTo>
                  <a:pt x="1349441" y="44466"/>
                </a:lnTo>
                <a:lnTo>
                  <a:pt x="1350767" y="44817"/>
                </a:lnTo>
                <a:lnTo>
                  <a:pt x="1352072" y="45233"/>
                </a:lnTo>
                <a:lnTo>
                  <a:pt x="1353354" y="45712"/>
                </a:lnTo>
                <a:lnTo>
                  <a:pt x="1354615" y="46256"/>
                </a:lnTo>
                <a:lnTo>
                  <a:pt x="1355853" y="46863"/>
                </a:lnTo>
                <a:lnTo>
                  <a:pt x="1357070" y="47535"/>
                </a:lnTo>
                <a:lnTo>
                  <a:pt x="1358264" y="48270"/>
                </a:lnTo>
                <a:lnTo>
                  <a:pt x="1359419" y="49057"/>
                </a:lnTo>
                <a:lnTo>
                  <a:pt x="1360514" y="49883"/>
                </a:lnTo>
                <a:lnTo>
                  <a:pt x="1361550" y="50750"/>
                </a:lnTo>
                <a:lnTo>
                  <a:pt x="1362527" y="51655"/>
                </a:lnTo>
                <a:lnTo>
                  <a:pt x="1363445" y="52601"/>
                </a:lnTo>
                <a:lnTo>
                  <a:pt x="1364304" y="53586"/>
                </a:lnTo>
                <a:lnTo>
                  <a:pt x="1365103" y="54610"/>
                </a:lnTo>
                <a:lnTo>
                  <a:pt x="1365844" y="55674"/>
                </a:lnTo>
                <a:lnTo>
                  <a:pt x="1366526" y="56778"/>
                </a:lnTo>
                <a:lnTo>
                  <a:pt x="1367148" y="57921"/>
                </a:lnTo>
                <a:lnTo>
                  <a:pt x="1367712" y="59104"/>
                </a:lnTo>
                <a:lnTo>
                  <a:pt x="1368216" y="60326"/>
                </a:lnTo>
                <a:lnTo>
                  <a:pt x="1368672" y="61668"/>
                </a:lnTo>
                <a:lnTo>
                  <a:pt x="1369087" y="63210"/>
                </a:lnTo>
                <a:lnTo>
                  <a:pt x="1369463" y="64952"/>
                </a:lnTo>
                <a:lnTo>
                  <a:pt x="1369800" y="66893"/>
                </a:lnTo>
                <a:lnTo>
                  <a:pt x="1370097" y="69034"/>
                </a:lnTo>
                <a:lnTo>
                  <a:pt x="1370354" y="71374"/>
                </a:lnTo>
                <a:lnTo>
                  <a:pt x="1370571" y="73915"/>
                </a:lnTo>
                <a:lnTo>
                  <a:pt x="1370750" y="76655"/>
                </a:lnTo>
                <a:lnTo>
                  <a:pt x="1370888" y="79595"/>
                </a:lnTo>
                <a:lnTo>
                  <a:pt x="1370987" y="82734"/>
                </a:lnTo>
                <a:lnTo>
                  <a:pt x="1371046" y="86074"/>
                </a:lnTo>
                <a:lnTo>
                  <a:pt x="1371066" y="89613"/>
                </a:lnTo>
                <a:lnTo>
                  <a:pt x="1371066" y="144327"/>
                </a:lnTo>
                <a:lnTo>
                  <a:pt x="1354757" y="144327"/>
                </a:lnTo>
                <a:lnTo>
                  <a:pt x="1354757" y="87653"/>
                </a:lnTo>
                <a:lnTo>
                  <a:pt x="1354748" y="85369"/>
                </a:lnTo>
                <a:lnTo>
                  <a:pt x="1354719" y="83219"/>
                </a:lnTo>
                <a:lnTo>
                  <a:pt x="1354672" y="81201"/>
                </a:lnTo>
                <a:lnTo>
                  <a:pt x="1354606" y="79317"/>
                </a:lnTo>
                <a:lnTo>
                  <a:pt x="1354521" y="77566"/>
                </a:lnTo>
                <a:lnTo>
                  <a:pt x="1354417" y="75948"/>
                </a:lnTo>
                <a:lnTo>
                  <a:pt x="1354295" y="74464"/>
                </a:lnTo>
                <a:lnTo>
                  <a:pt x="1354153" y="73113"/>
                </a:lnTo>
                <a:lnTo>
                  <a:pt x="1353993" y="71894"/>
                </a:lnTo>
                <a:lnTo>
                  <a:pt x="1353813" y="70810"/>
                </a:lnTo>
                <a:lnTo>
                  <a:pt x="1353615" y="69858"/>
                </a:lnTo>
                <a:lnTo>
                  <a:pt x="1353398" y="69040"/>
                </a:lnTo>
                <a:lnTo>
                  <a:pt x="1353156" y="68299"/>
                </a:lnTo>
                <a:lnTo>
                  <a:pt x="1352882" y="67581"/>
                </a:lnTo>
                <a:lnTo>
                  <a:pt x="1352576" y="66886"/>
                </a:lnTo>
                <a:lnTo>
                  <a:pt x="1352239" y="66213"/>
                </a:lnTo>
                <a:lnTo>
                  <a:pt x="1351870" y="65562"/>
                </a:lnTo>
                <a:lnTo>
                  <a:pt x="1351469" y="64934"/>
                </a:lnTo>
                <a:lnTo>
                  <a:pt x="1351037" y="64329"/>
                </a:lnTo>
                <a:lnTo>
                  <a:pt x="1350573" y="63746"/>
                </a:lnTo>
                <a:lnTo>
                  <a:pt x="1350077" y="63185"/>
                </a:lnTo>
                <a:lnTo>
                  <a:pt x="1349550" y="62647"/>
                </a:lnTo>
                <a:lnTo>
                  <a:pt x="1348991" y="62132"/>
                </a:lnTo>
                <a:lnTo>
                  <a:pt x="1348400" y="61639"/>
                </a:lnTo>
                <a:lnTo>
                  <a:pt x="1347789" y="61177"/>
                </a:lnTo>
                <a:lnTo>
                  <a:pt x="1347169" y="60755"/>
                </a:lnTo>
                <a:lnTo>
                  <a:pt x="1346539" y="60374"/>
                </a:lnTo>
                <a:lnTo>
                  <a:pt x="1345901" y="60033"/>
                </a:lnTo>
                <a:lnTo>
                  <a:pt x="1345253" y="59732"/>
                </a:lnTo>
                <a:lnTo>
                  <a:pt x="1344597" y="59471"/>
                </a:lnTo>
                <a:lnTo>
                  <a:pt x="1343931" y="59250"/>
                </a:lnTo>
                <a:lnTo>
                  <a:pt x="1343256" y="59069"/>
                </a:lnTo>
                <a:lnTo>
                  <a:pt x="1342572" y="58929"/>
                </a:lnTo>
                <a:lnTo>
                  <a:pt x="1341879" y="58828"/>
                </a:lnTo>
                <a:lnTo>
                  <a:pt x="1341176" y="58768"/>
                </a:lnTo>
                <a:lnTo>
                  <a:pt x="1340465" y="58748"/>
                </a:lnTo>
                <a:lnTo>
                  <a:pt x="1339024" y="58805"/>
                </a:lnTo>
                <a:lnTo>
                  <a:pt x="1337565" y="58974"/>
                </a:lnTo>
                <a:lnTo>
                  <a:pt x="1336089" y="59257"/>
                </a:lnTo>
                <a:lnTo>
                  <a:pt x="1334595" y="59653"/>
                </a:lnTo>
                <a:lnTo>
                  <a:pt x="1333083" y="60162"/>
                </a:lnTo>
                <a:lnTo>
                  <a:pt x="1331554" y="60785"/>
                </a:lnTo>
                <a:lnTo>
                  <a:pt x="1330007" y="61520"/>
                </a:lnTo>
                <a:lnTo>
                  <a:pt x="1328442" y="62369"/>
                </a:lnTo>
                <a:lnTo>
                  <a:pt x="1326860" y="63330"/>
                </a:lnTo>
                <a:lnTo>
                  <a:pt x="1325260" y="64405"/>
                </a:lnTo>
                <a:lnTo>
                  <a:pt x="1323643" y="65593"/>
                </a:lnTo>
                <a:lnTo>
                  <a:pt x="1322007" y="66894"/>
                </a:lnTo>
                <a:lnTo>
                  <a:pt x="1320387" y="68281"/>
                </a:lnTo>
                <a:lnTo>
                  <a:pt x="1318815" y="69724"/>
                </a:lnTo>
                <a:lnTo>
                  <a:pt x="1317292" y="71225"/>
                </a:lnTo>
                <a:lnTo>
                  <a:pt x="1315816" y="72782"/>
                </a:lnTo>
                <a:lnTo>
                  <a:pt x="1314388" y="74397"/>
                </a:lnTo>
                <a:lnTo>
                  <a:pt x="1313009" y="76070"/>
                </a:lnTo>
                <a:lnTo>
                  <a:pt x="1311677" y="77799"/>
                </a:lnTo>
                <a:lnTo>
                  <a:pt x="1310394" y="79585"/>
                </a:lnTo>
                <a:lnTo>
                  <a:pt x="1309159" y="81429"/>
                </a:lnTo>
                <a:lnTo>
                  <a:pt x="1307972" y="83330"/>
                </a:lnTo>
                <a:lnTo>
                  <a:pt x="1306833" y="85288"/>
                </a:lnTo>
                <a:lnTo>
                  <a:pt x="1305742" y="87303"/>
                </a:lnTo>
                <a:lnTo>
                  <a:pt x="1305742" y="144327"/>
                </a:lnTo>
                <a:lnTo>
                  <a:pt x="1289433" y="144327"/>
                </a:lnTo>
                <a:close/>
                <a:moveTo>
                  <a:pt x="1478680" y="140250"/>
                </a:moveTo>
                <a:lnTo>
                  <a:pt x="1476809" y="141032"/>
                </a:lnTo>
                <a:lnTo>
                  <a:pt x="1475026" y="141759"/>
                </a:lnTo>
                <a:lnTo>
                  <a:pt x="1473331" y="142432"/>
                </a:lnTo>
                <a:lnTo>
                  <a:pt x="1471724" y="143050"/>
                </a:lnTo>
                <a:lnTo>
                  <a:pt x="1470204" y="143614"/>
                </a:lnTo>
                <a:lnTo>
                  <a:pt x="1468772" y="144123"/>
                </a:lnTo>
                <a:lnTo>
                  <a:pt x="1467427" y="144577"/>
                </a:lnTo>
                <a:lnTo>
                  <a:pt x="1466170" y="144977"/>
                </a:lnTo>
                <a:lnTo>
                  <a:pt x="1465001" y="145323"/>
                </a:lnTo>
                <a:lnTo>
                  <a:pt x="1463920" y="145614"/>
                </a:lnTo>
                <a:lnTo>
                  <a:pt x="1462926" y="145850"/>
                </a:lnTo>
                <a:lnTo>
                  <a:pt x="1462020" y="146031"/>
                </a:lnTo>
                <a:lnTo>
                  <a:pt x="1461160" y="146179"/>
                </a:lnTo>
                <a:lnTo>
                  <a:pt x="1460305" y="146314"/>
                </a:lnTo>
                <a:lnTo>
                  <a:pt x="1459455" y="146437"/>
                </a:lnTo>
                <a:lnTo>
                  <a:pt x="1458610" y="146546"/>
                </a:lnTo>
                <a:lnTo>
                  <a:pt x="1457770" y="146642"/>
                </a:lnTo>
                <a:lnTo>
                  <a:pt x="1456934" y="146726"/>
                </a:lnTo>
                <a:lnTo>
                  <a:pt x="1456104" y="146797"/>
                </a:lnTo>
                <a:lnTo>
                  <a:pt x="1455278" y="146855"/>
                </a:lnTo>
                <a:lnTo>
                  <a:pt x="1454457" y="146900"/>
                </a:lnTo>
                <a:lnTo>
                  <a:pt x="1453641" y="146932"/>
                </a:lnTo>
                <a:lnTo>
                  <a:pt x="1452830" y="146951"/>
                </a:lnTo>
                <a:lnTo>
                  <a:pt x="1452024" y="146958"/>
                </a:lnTo>
                <a:lnTo>
                  <a:pt x="1450326" y="146930"/>
                </a:lnTo>
                <a:lnTo>
                  <a:pt x="1448653" y="146848"/>
                </a:lnTo>
                <a:lnTo>
                  <a:pt x="1447004" y="146711"/>
                </a:lnTo>
                <a:lnTo>
                  <a:pt x="1445380" y="146519"/>
                </a:lnTo>
                <a:lnTo>
                  <a:pt x="1443779" y="146273"/>
                </a:lnTo>
                <a:lnTo>
                  <a:pt x="1442203" y="145971"/>
                </a:lnTo>
                <a:lnTo>
                  <a:pt x="1440652" y="145615"/>
                </a:lnTo>
                <a:lnTo>
                  <a:pt x="1439125" y="145204"/>
                </a:lnTo>
                <a:lnTo>
                  <a:pt x="1437622" y="144738"/>
                </a:lnTo>
                <a:lnTo>
                  <a:pt x="1436144" y="144217"/>
                </a:lnTo>
                <a:lnTo>
                  <a:pt x="1434689" y="143642"/>
                </a:lnTo>
                <a:lnTo>
                  <a:pt x="1433260" y="143012"/>
                </a:lnTo>
                <a:lnTo>
                  <a:pt x="1431871" y="142328"/>
                </a:lnTo>
                <a:lnTo>
                  <a:pt x="1430540" y="141592"/>
                </a:lnTo>
                <a:lnTo>
                  <a:pt x="1429267" y="140803"/>
                </a:lnTo>
                <a:lnTo>
                  <a:pt x="1428052" y="139962"/>
                </a:lnTo>
                <a:lnTo>
                  <a:pt x="1426895" y="139069"/>
                </a:lnTo>
                <a:lnTo>
                  <a:pt x="1425796" y="138123"/>
                </a:lnTo>
                <a:lnTo>
                  <a:pt x="1424754" y="137125"/>
                </a:lnTo>
                <a:lnTo>
                  <a:pt x="1423770" y="136075"/>
                </a:lnTo>
                <a:lnTo>
                  <a:pt x="1422845" y="134972"/>
                </a:lnTo>
                <a:lnTo>
                  <a:pt x="1421977" y="133817"/>
                </a:lnTo>
                <a:lnTo>
                  <a:pt x="1421166" y="132610"/>
                </a:lnTo>
                <a:lnTo>
                  <a:pt x="1420414" y="131350"/>
                </a:lnTo>
                <a:lnTo>
                  <a:pt x="1419721" y="130005"/>
                </a:lnTo>
                <a:lnTo>
                  <a:pt x="1419088" y="128544"/>
                </a:lnTo>
                <a:lnTo>
                  <a:pt x="1418515" y="126966"/>
                </a:lnTo>
                <a:lnTo>
                  <a:pt x="1418003" y="125271"/>
                </a:lnTo>
                <a:lnTo>
                  <a:pt x="1417551" y="123458"/>
                </a:lnTo>
                <a:lnTo>
                  <a:pt x="1417159" y="121529"/>
                </a:lnTo>
                <a:lnTo>
                  <a:pt x="1416827" y="119483"/>
                </a:lnTo>
                <a:lnTo>
                  <a:pt x="1416556" y="117321"/>
                </a:lnTo>
                <a:lnTo>
                  <a:pt x="1416345" y="115041"/>
                </a:lnTo>
                <a:lnTo>
                  <a:pt x="1416194" y="112644"/>
                </a:lnTo>
                <a:lnTo>
                  <a:pt x="1416104" y="110130"/>
                </a:lnTo>
                <a:lnTo>
                  <a:pt x="1416074" y="107500"/>
                </a:lnTo>
                <a:lnTo>
                  <a:pt x="1416074" y="68042"/>
                </a:lnTo>
                <a:lnTo>
                  <a:pt x="1391610" y="68042"/>
                </a:lnTo>
                <a:lnTo>
                  <a:pt x="1391610" y="54364"/>
                </a:lnTo>
                <a:lnTo>
                  <a:pt x="1416074" y="54364"/>
                </a:lnTo>
                <a:lnTo>
                  <a:pt x="1416074" y="14906"/>
                </a:lnTo>
                <a:lnTo>
                  <a:pt x="1432383" y="14906"/>
                </a:lnTo>
                <a:lnTo>
                  <a:pt x="1432383" y="54364"/>
                </a:lnTo>
                <a:lnTo>
                  <a:pt x="1475962" y="54364"/>
                </a:lnTo>
                <a:lnTo>
                  <a:pt x="1475962" y="68042"/>
                </a:lnTo>
                <a:lnTo>
                  <a:pt x="1432383" y="68042"/>
                </a:lnTo>
                <a:lnTo>
                  <a:pt x="1432383" y="107185"/>
                </a:lnTo>
                <a:lnTo>
                  <a:pt x="1432402" y="109107"/>
                </a:lnTo>
                <a:lnTo>
                  <a:pt x="1432461" y="110932"/>
                </a:lnTo>
                <a:lnTo>
                  <a:pt x="1432558" y="112660"/>
                </a:lnTo>
                <a:lnTo>
                  <a:pt x="1432695" y="114292"/>
                </a:lnTo>
                <a:lnTo>
                  <a:pt x="1432870" y="115827"/>
                </a:lnTo>
                <a:lnTo>
                  <a:pt x="1433084" y="117266"/>
                </a:lnTo>
                <a:lnTo>
                  <a:pt x="1433338" y="118608"/>
                </a:lnTo>
                <a:lnTo>
                  <a:pt x="1433630" y="119853"/>
                </a:lnTo>
                <a:lnTo>
                  <a:pt x="1433961" y="121001"/>
                </a:lnTo>
                <a:lnTo>
                  <a:pt x="1434331" y="122053"/>
                </a:lnTo>
                <a:lnTo>
                  <a:pt x="1434741" y="123008"/>
                </a:lnTo>
                <a:lnTo>
                  <a:pt x="1435189" y="123867"/>
                </a:lnTo>
                <a:lnTo>
                  <a:pt x="1435670" y="124658"/>
                </a:lnTo>
                <a:lnTo>
                  <a:pt x="1436176" y="125414"/>
                </a:lnTo>
                <a:lnTo>
                  <a:pt x="1436710" y="126134"/>
                </a:lnTo>
                <a:lnTo>
                  <a:pt x="1437269" y="126819"/>
                </a:lnTo>
                <a:lnTo>
                  <a:pt x="1437854" y="127467"/>
                </a:lnTo>
                <a:lnTo>
                  <a:pt x="1438466" y="128080"/>
                </a:lnTo>
                <a:lnTo>
                  <a:pt x="1439104" y="128656"/>
                </a:lnTo>
                <a:lnTo>
                  <a:pt x="1439768" y="129197"/>
                </a:lnTo>
                <a:lnTo>
                  <a:pt x="1440458" y="129702"/>
                </a:lnTo>
                <a:lnTo>
                  <a:pt x="1441174" y="130171"/>
                </a:lnTo>
                <a:lnTo>
                  <a:pt x="1441917" y="130604"/>
                </a:lnTo>
                <a:lnTo>
                  <a:pt x="1442686" y="131002"/>
                </a:lnTo>
                <a:lnTo>
                  <a:pt x="1443479" y="131366"/>
                </a:lnTo>
                <a:lnTo>
                  <a:pt x="1444297" y="131698"/>
                </a:lnTo>
                <a:lnTo>
                  <a:pt x="1445138" y="131998"/>
                </a:lnTo>
                <a:lnTo>
                  <a:pt x="1446003" y="132267"/>
                </a:lnTo>
                <a:lnTo>
                  <a:pt x="1446892" y="132504"/>
                </a:lnTo>
                <a:lnTo>
                  <a:pt x="1447804" y="132710"/>
                </a:lnTo>
                <a:lnTo>
                  <a:pt x="1448740" y="132884"/>
                </a:lnTo>
                <a:lnTo>
                  <a:pt x="1449700" y="133026"/>
                </a:lnTo>
                <a:lnTo>
                  <a:pt x="1450684" y="133137"/>
                </a:lnTo>
                <a:lnTo>
                  <a:pt x="1451692" y="133216"/>
                </a:lnTo>
                <a:lnTo>
                  <a:pt x="1452723" y="133263"/>
                </a:lnTo>
                <a:lnTo>
                  <a:pt x="1453778" y="133279"/>
                </a:lnTo>
                <a:lnTo>
                  <a:pt x="1455759" y="133227"/>
                </a:lnTo>
                <a:lnTo>
                  <a:pt x="1457758" y="133072"/>
                </a:lnTo>
                <a:lnTo>
                  <a:pt x="1459773" y="132814"/>
                </a:lnTo>
                <a:lnTo>
                  <a:pt x="1461806" y="132452"/>
                </a:lnTo>
                <a:lnTo>
                  <a:pt x="1463855" y="131987"/>
                </a:lnTo>
                <a:lnTo>
                  <a:pt x="1465922" y="131418"/>
                </a:lnTo>
                <a:lnTo>
                  <a:pt x="1468006" y="130747"/>
                </a:lnTo>
                <a:lnTo>
                  <a:pt x="1470106" y="129971"/>
                </a:lnTo>
                <a:lnTo>
                  <a:pt x="1472224" y="129093"/>
                </a:lnTo>
                <a:lnTo>
                  <a:pt x="1474359" y="128111"/>
                </a:lnTo>
                <a:lnTo>
                  <a:pt x="1476511" y="127025"/>
                </a:lnTo>
                <a:lnTo>
                  <a:pt x="1478680" y="125837"/>
                </a:lnTo>
                <a:lnTo>
                  <a:pt x="1478680" y="140250"/>
                </a:lnTo>
                <a:close/>
                <a:moveTo>
                  <a:pt x="1509745" y="144327"/>
                </a:moveTo>
                <a:lnTo>
                  <a:pt x="1495453" y="144327"/>
                </a:lnTo>
                <a:lnTo>
                  <a:pt x="1495453" y="8242"/>
                </a:lnTo>
                <a:lnTo>
                  <a:pt x="1513253" y="8242"/>
                </a:lnTo>
                <a:lnTo>
                  <a:pt x="1544643" y="97879"/>
                </a:lnTo>
                <a:lnTo>
                  <a:pt x="1576034" y="8242"/>
                </a:lnTo>
                <a:lnTo>
                  <a:pt x="1593396" y="8242"/>
                </a:lnTo>
                <a:lnTo>
                  <a:pt x="1593396" y="144327"/>
                </a:lnTo>
                <a:lnTo>
                  <a:pt x="1577086" y="144327"/>
                </a:lnTo>
                <a:lnTo>
                  <a:pt x="1577086" y="57685"/>
                </a:lnTo>
                <a:lnTo>
                  <a:pt x="1577525" y="45771"/>
                </a:lnTo>
                <a:lnTo>
                  <a:pt x="1577086" y="45771"/>
                </a:lnTo>
                <a:lnTo>
                  <a:pt x="1573228" y="57682"/>
                </a:lnTo>
                <a:lnTo>
                  <a:pt x="1552184" y="117145"/>
                </a:lnTo>
                <a:lnTo>
                  <a:pt x="1534472" y="117145"/>
                </a:lnTo>
                <a:lnTo>
                  <a:pt x="1513165" y="57682"/>
                </a:lnTo>
                <a:lnTo>
                  <a:pt x="1509745" y="45771"/>
                </a:lnTo>
                <a:lnTo>
                  <a:pt x="1509307" y="45771"/>
                </a:lnTo>
                <a:lnTo>
                  <a:pt x="1509745" y="57685"/>
                </a:lnTo>
                <a:lnTo>
                  <a:pt x="1509745" y="144327"/>
                </a:lnTo>
                <a:close/>
                <a:moveTo>
                  <a:pt x="1692942" y="137663"/>
                </a:moveTo>
                <a:lnTo>
                  <a:pt x="1689698" y="139148"/>
                </a:lnTo>
                <a:lnTo>
                  <a:pt x="1686483" y="140503"/>
                </a:lnTo>
                <a:lnTo>
                  <a:pt x="1683297" y="141729"/>
                </a:lnTo>
                <a:lnTo>
                  <a:pt x="1680140" y="142827"/>
                </a:lnTo>
                <a:lnTo>
                  <a:pt x="1677013" y="143795"/>
                </a:lnTo>
                <a:lnTo>
                  <a:pt x="1673915" y="144634"/>
                </a:lnTo>
                <a:lnTo>
                  <a:pt x="1670846" y="145344"/>
                </a:lnTo>
                <a:lnTo>
                  <a:pt x="1667806" y="145925"/>
                </a:lnTo>
                <a:lnTo>
                  <a:pt x="1664796" y="146377"/>
                </a:lnTo>
                <a:lnTo>
                  <a:pt x="1661815" y="146699"/>
                </a:lnTo>
                <a:lnTo>
                  <a:pt x="1658863" y="146893"/>
                </a:lnTo>
                <a:lnTo>
                  <a:pt x="1655940" y="146958"/>
                </a:lnTo>
                <a:lnTo>
                  <a:pt x="1653753" y="146912"/>
                </a:lnTo>
                <a:lnTo>
                  <a:pt x="1651604" y="146775"/>
                </a:lnTo>
                <a:lnTo>
                  <a:pt x="1649495" y="146547"/>
                </a:lnTo>
                <a:lnTo>
                  <a:pt x="1647425" y="146228"/>
                </a:lnTo>
                <a:lnTo>
                  <a:pt x="1645393" y="145818"/>
                </a:lnTo>
                <a:lnTo>
                  <a:pt x="1643401" y="145316"/>
                </a:lnTo>
                <a:lnTo>
                  <a:pt x="1641448" y="144724"/>
                </a:lnTo>
                <a:lnTo>
                  <a:pt x="1639533" y="144040"/>
                </a:lnTo>
                <a:lnTo>
                  <a:pt x="1637658" y="143265"/>
                </a:lnTo>
                <a:lnTo>
                  <a:pt x="1635821" y="142398"/>
                </a:lnTo>
                <a:lnTo>
                  <a:pt x="1634024" y="141441"/>
                </a:lnTo>
                <a:lnTo>
                  <a:pt x="1632265" y="140392"/>
                </a:lnTo>
                <a:lnTo>
                  <a:pt x="1630555" y="139259"/>
                </a:lnTo>
                <a:lnTo>
                  <a:pt x="1628903" y="138047"/>
                </a:lnTo>
                <a:lnTo>
                  <a:pt x="1627308" y="136757"/>
                </a:lnTo>
                <a:lnTo>
                  <a:pt x="1625772" y="135388"/>
                </a:lnTo>
                <a:lnTo>
                  <a:pt x="1624293" y="133941"/>
                </a:lnTo>
                <a:lnTo>
                  <a:pt x="1622872" y="132416"/>
                </a:lnTo>
                <a:lnTo>
                  <a:pt x="1621509" y="130812"/>
                </a:lnTo>
                <a:lnTo>
                  <a:pt x="1620204" y="129130"/>
                </a:lnTo>
                <a:lnTo>
                  <a:pt x="1618957" y="127369"/>
                </a:lnTo>
                <a:lnTo>
                  <a:pt x="1617767" y="125530"/>
                </a:lnTo>
                <a:lnTo>
                  <a:pt x="1616635" y="123613"/>
                </a:lnTo>
                <a:lnTo>
                  <a:pt x="1615562" y="121617"/>
                </a:lnTo>
                <a:lnTo>
                  <a:pt x="1614560" y="119570"/>
                </a:lnTo>
                <a:lnTo>
                  <a:pt x="1613646" y="117499"/>
                </a:lnTo>
                <a:lnTo>
                  <a:pt x="1612819" y="115404"/>
                </a:lnTo>
                <a:lnTo>
                  <a:pt x="1612079" y="113286"/>
                </a:lnTo>
                <a:lnTo>
                  <a:pt x="1611425" y="111144"/>
                </a:lnTo>
                <a:lnTo>
                  <a:pt x="1610860" y="108978"/>
                </a:lnTo>
                <a:lnTo>
                  <a:pt x="1610381" y="106789"/>
                </a:lnTo>
                <a:lnTo>
                  <a:pt x="1609989" y="104576"/>
                </a:lnTo>
                <a:lnTo>
                  <a:pt x="1609684" y="102339"/>
                </a:lnTo>
                <a:lnTo>
                  <a:pt x="1609466" y="100079"/>
                </a:lnTo>
                <a:lnTo>
                  <a:pt x="1609336" y="97795"/>
                </a:lnTo>
                <a:lnTo>
                  <a:pt x="1609292" y="95487"/>
                </a:lnTo>
                <a:lnTo>
                  <a:pt x="1609334" y="93262"/>
                </a:lnTo>
                <a:lnTo>
                  <a:pt x="1609458" y="91052"/>
                </a:lnTo>
                <a:lnTo>
                  <a:pt x="1609665" y="88856"/>
                </a:lnTo>
                <a:lnTo>
                  <a:pt x="1609955" y="86675"/>
                </a:lnTo>
                <a:lnTo>
                  <a:pt x="1610327" y="84509"/>
                </a:lnTo>
                <a:lnTo>
                  <a:pt x="1610783" y="82357"/>
                </a:lnTo>
                <a:lnTo>
                  <a:pt x="1611321" y="80219"/>
                </a:lnTo>
                <a:lnTo>
                  <a:pt x="1611942" y="78097"/>
                </a:lnTo>
                <a:lnTo>
                  <a:pt x="1612646" y="75989"/>
                </a:lnTo>
                <a:lnTo>
                  <a:pt x="1613433" y="73895"/>
                </a:lnTo>
                <a:lnTo>
                  <a:pt x="1614302" y="71816"/>
                </a:lnTo>
                <a:lnTo>
                  <a:pt x="1615255" y="69752"/>
                </a:lnTo>
                <a:lnTo>
                  <a:pt x="1616281" y="67733"/>
                </a:lnTo>
                <a:lnTo>
                  <a:pt x="1617374" y="65790"/>
                </a:lnTo>
                <a:lnTo>
                  <a:pt x="1618532" y="63922"/>
                </a:lnTo>
                <a:lnTo>
                  <a:pt x="1619756" y="62131"/>
                </a:lnTo>
                <a:lnTo>
                  <a:pt x="1621045" y="60416"/>
                </a:lnTo>
                <a:lnTo>
                  <a:pt x="1622401" y="58777"/>
                </a:lnTo>
                <a:lnTo>
                  <a:pt x="1623822" y="57214"/>
                </a:lnTo>
                <a:lnTo>
                  <a:pt x="1625309" y="55727"/>
                </a:lnTo>
                <a:lnTo>
                  <a:pt x="1626862" y="54315"/>
                </a:lnTo>
                <a:lnTo>
                  <a:pt x="1628480" y="52980"/>
                </a:lnTo>
                <a:lnTo>
                  <a:pt x="1630164" y="51722"/>
                </a:lnTo>
                <a:lnTo>
                  <a:pt x="1631915" y="50539"/>
                </a:lnTo>
                <a:lnTo>
                  <a:pt x="1633714" y="49441"/>
                </a:lnTo>
                <a:lnTo>
                  <a:pt x="1635549" y="48439"/>
                </a:lnTo>
                <a:lnTo>
                  <a:pt x="1637417" y="47532"/>
                </a:lnTo>
                <a:lnTo>
                  <a:pt x="1639319" y="46721"/>
                </a:lnTo>
                <a:lnTo>
                  <a:pt x="1641255" y="46005"/>
                </a:lnTo>
                <a:lnTo>
                  <a:pt x="1643226" y="45384"/>
                </a:lnTo>
                <a:lnTo>
                  <a:pt x="1645230" y="44859"/>
                </a:lnTo>
                <a:lnTo>
                  <a:pt x="1647269" y="44430"/>
                </a:lnTo>
                <a:lnTo>
                  <a:pt x="1649342" y="44096"/>
                </a:lnTo>
                <a:lnTo>
                  <a:pt x="1651448" y="43857"/>
                </a:lnTo>
                <a:lnTo>
                  <a:pt x="1653589" y="43714"/>
                </a:lnTo>
                <a:lnTo>
                  <a:pt x="1655764" y="43666"/>
                </a:lnTo>
                <a:lnTo>
                  <a:pt x="1658625" y="43753"/>
                </a:lnTo>
                <a:lnTo>
                  <a:pt x="1661390" y="44011"/>
                </a:lnTo>
                <a:lnTo>
                  <a:pt x="1664059" y="44442"/>
                </a:lnTo>
                <a:lnTo>
                  <a:pt x="1666632" y="45046"/>
                </a:lnTo>
                <a:lnTo>
                  <a:pt x="1669110" y="45821"/>
                </a:lnTo>
                <a:lnTo>
                  <a:pt x="1671493" y="46770"/>
                </a:lnTo>
                <a:lnTo>
                  <a:pt x="1673779" y="47890"/>
                </a:lnTo>
                <a:lnTo>
                  <a:pt x="1675971" y="49183"/>
                </a:lnTo>
                <a:lnTo>
                  <a:pt x="1678066" y="50649"/>
                </a:lnTo>
                <a:lnTo>
                  <a:pt x="1680066" y="52286"/>
                </a:lnTo>
                <a:lnTo>
                  <a:pt x="1681971" y="54097"/>
                </a:lnTo>
                <a:lnTo>
                  <a:pt x="1683779" y="56079"/>
                </a:lnTo>
                <a:lnTo>
                  <a:pt x="1685467" y="58241"/>
                </a:lnTo>
                <a:lnTo>
                  <a:pt x="1687008" y="60590"/>
                </a:lnTo>
                <a:lnTo>
                  <a:pt x="1688402" y="63125"/>
                </a:lnTo>
                <a:lnTo>
                  <a:pt x="1689649" y="65848"/>
                </a:lnTo>
                <a:lnTo>
                  <a:pt x="1690750" y="68757"/>
                </a:lnTo>
                <a:lnTo>
                  <a:pt x="1691704" y="71854"/>
                </a:lnTo>
                <a:lnTo>
                  <a:pt x="1692511" y="75137"/>
                </a:lnTo>
                <a:lnTo>
                  <a:pt x="1693171" y="78608"/>
                </a:lnTo>
                <a:lnTo>
                  <a:pt x="1693685" y="82265"/>
                </a:lnTo>
                <a:lnTo>
                  <a:pt x="1694052" y="86109"/>
                </a:lnTo>
                <a:lnTo>
                  <a:pt x="1694272" y="90140"/>
                </a:lnTo>
                <a:lnTo>
                  <a:pt x="1694345" y="94358"/>
                </a:lnTo>
                <a:lnTo>
                  <a:pt x="1694345" y="97855"/>
                </a:lnTo>
                <a:lnTo>
                  <a:pt x="1626829" y="97855"/>
                </a:lnTo>
                <a:lnTo>
                  <a:pt x="1626858" y="99538"/>
                </a:lnTo>
                <a:lnTo>
                  <a:pt x="1626947" y="101197"/>
                </a:lnTo>
                <a:lnTo>
                  <a:pt x="1627095" y="102831"/>
                </a:lnTo>
                <a:lnTo>
                  <a:pt x="1627301" y="104441"/>
                </a:lnTo>
                <a:lnTo>
                  <a:pt x="1627567" y="106026"/>
                </a:lnTo>
                <a:lnTo>
                  <a:pt x="1627892" y="107588"/>
                </a:lnTo>
                <a:lnTo>
                  <a:pt x="1628276" y="109125"/>
                </a:lnTo>
                <a:lnTo>
                  <a:pt x="1628719" y="110637"/>
                </a:lnTo>
                <a:lnTo>
                  <a:pt x="1629221" y="112125"/>
                </a:lnTo>
                <a:lnTo>
                  <a:pt x="1629782" y="113589"/>
                </a:lnTo>
                <a:lnTo>
                  <a:pt x="1630402" y="115029"/>
                </a:lnTo>
                <a:lnTo>
                  <a:pt x="1631082" y="116444"/>
                </a:lnTo>
                <a:lnTo>
                  <a:pt x="1631809" y="117817"/>
                </a:lnTo>
                <a:lnTo>
                  <a:pt x="1632573" y="119133"/>
                </a:lnTo>
                <a:lnTo>
                  <a:pt x="1633375" y="120389"/>
                </a:lnTo>
                <a:lnTo>
                  <a:pt x="1634214" y="121588"/>
                </a:lnTo>
                <a:lnTo>
                  <a:pt x="1635090" y="122728"/>
                </a:lnTo>
                <a:lnTo>
                  <a:pt x="1636003" y="123809"/>
                </a:lnTo>
                <a:lnTo>
                  <a:pt x="1636953" y="124832"/>
                </a:lnTo>
                <a:lnTo>
                  <a:pt x="1637940" y="125797"/>
                </a:lnTo>
                <a:lnTo>
                  <a:pt x="1638965" y="126703"/>
                </a:lnTo>
                <a:lnTo>
                  <a:pt x="1640026" y="127550"/>
                </a:lnTo>
                <a:lnTo>
                  <a:pt x="1641125" y="128339"/>
                </a:lnTo>
                <a:lnTo>
                  <a:pt x="1642261" y="129070"/>
                </a:lnTo>
                <a:lnTo>
                  <a:pt x="1643429" y="129742"/>
                </a:lnTo>
                <a:lnTo>
                  <a:pt x="1644624" y="130356"/>
                </a:lnTo>
                <a:lnTo>
                  <a:pt x="1645845" y="130911"/>
                </a:lnTo>
                <a:lnTo>
                  <a:pt x="1647094" y="131408"/>
                </a:lnTo>
                <a:lnTo>
                  <a:pt x="1648369" y="131847"/>
                </a:lnTo>
                <a:lnTo>
                  <a:pt x="1649670" y="132227"/>
                </a:lnTo>
                <a:lnTo>
                  <a:pt x="1650999" y="132548"/>
                </a:lnTo>
                <a:lnTo>
                  <a:pt x="1652355" y="132811"/>
                </a:lnTo>
                <a:lnTo>
                  <a:pt x="1653737" y="133016"/>
                </a:lnTo>
                <a:lnTo>
                  <a:pt x="1655146" y="133162"/>
                </a:lnTo>
                <a:lnTo>
                  <a:pt x="1656582" y="133250"/>
                </a:lnTo>
                <a:lnTo>
                  <a:pt x="1658044" y="133279"/>
                </a:lnTo>
                <a:lnTo>
                  <a:pt x="1660698" y="133206"/>
                </a:lnTo>
                <a:lnTo>
                  <a:pt x="1663398" y="132987"/>
                </a:lnTo>
                <a:lnTo>
                  <a:pt x="1666144" y="132621"/>
                </a:lnTo>
                <a:lnTo>
                  <a:pt x="1668936" y="132110"/>
                </a:lnTo>
                <a:lnTo>
                  <a:pt x="1671775" y="131452"/>
                </a:lnTo>
                <a:lnTo>
                  <a:pt x="1674660" y="130648"/>
                </a:lnTo>
                <a:lnTo>
                  <a:pt x="1677592" y="129699"/>
                </a:lnTo>
                <a:lnTo>
                  <a:pt x="1680569" y="128602"/>
                </a:lnTo>
                <a:lnTo>
                  <a:pt x="1683593" y="127360"/>
                </a:lnTo>
                <a:lnTo>
                  <a:pt x="1686663" y="125972"/>
                </a:lnTo>
                <a:lnTo>
                  <a:pt x="1689780" y="124438"/>
                </a:lnTo>
                <a:lnTo>
                  <a:pt x="1692942" y="122757"/>
                </a:lnTo>
                <a:lnTo>
                  <a:pt x="1692942" y="137663"/>
                </a:lnTo>
                <a:moveTo>
                  <a:pt x="1627793" y="85579"/>
                </a:moveTo>
                <a:lnTo>
                  <a:pt x="1676633" y="85579"/>
                </a:lnTo>
                <a:lnTo>
                  <a:pt x="1676633" y="83242"/>
                </a:lnTo>
                <a:lnTo>
                  <a:pt x="1676592" y="81298"/>
                </a:lnTo>
                <a:lnTo>
                  <a:pt x="1676470" y="79421"/>
                </a:lnTo>
                <a:lnTo>
                  <a:pt x="1676266" y="77611"/>
                </a:lnTo>
                <a:lnTo>
                  <a:pt x="1675980" y="75869"/>
                </a:lnTo>
                <a:lnTo>
                  <a:pt x="1675613" y="74195"/>
                </a:lnTo>
                <a:lnTo>
                  <a:pt x="1675164" y="72588"/>
                </a:lnTo>
                <a:lnTo>
                  <a:pt x="1674634" y="71048"/>
                </a:lnTo>
                <a:lnTo>
                  <a:pt x="1674022" y="69575"/>
                </a:lnTo>
                <a:lnTo>
                  <a:pt x="1673329" y="68170"/>
                </a:lnTo>
                <a:lnTo>
                  <a:pt x="1672553" y="66833"/>
                </a:lnTo>
                <a:lnTo>
                  <a:pt x="1671697" y="65563"/>
                </a:lnTo>
                <a:lnTo>
                  <a:pt x="1670758" y="64360"/>
                </a:lnTo>
                <a:lnTo>
                  <a:pt x="1669752" y="63239"/>
                </a:lnTo>
                <a:lnTo>
                  <a:pt x="1668690" y="62216"/>
                </a:lnTo>
                <a:lnTo>
                  <a:pt x="1667574" y="61291"/>
                </a:lnTo>
                <a:lnTo>
                  <a:pt x="1666403" y="60463"/>
                </a:lnTo>
                <a:lnTo>
                  <a:pt x="1665178" y="59732"/>
                </a:lnTo>
                <a:lnTo>
                  <a:pt x="1663897" y="59099"/>
                </a:lnTo>
                <a:lnTo>
                  <a:pt x="1662562" y="58563"/>
                </a:lnTo>
                <a:lnTo>
                  <a:pt x="1661172" y="58124"/>
                </a:lnTo>
                <a:lnTo>
                  <a:pt x="1659727" y="57783"/>
                </a:lnTo>
                <a:lnTo>
                  <a:pt x="1658227" y="57540"/>
                </a:lnTo>
                <a:lnTo>
                  <a:pt x="1656672" y="57394"/>
                </a:lnTo>
                <a:lnTo>
                  <a:pt x="1655063" y="57345"/>
                </a:lnTo>
                <a:lnTo>
                  <a:pt x="1653430" y="57395"/>
                </a:lnTo>
                <a:lnTo>
                  <a:pt x="1651835" y="57544"/>
                </a:lnTo>
                <a:lnTo>
                  <a:pt x="1650276" y="57792"/>
                </a:lnTo>
                <a:lnTo>
                  <a:pt x="1648755" y="58139"/>
                </a:lnTo>
                <a:lnTo>
                  <a:pt x="1647270" y="58586"/>
                </a:lnTo>
                <a:lnTo>
                  <a:pt x="1645823" y="59132"/>
                </a:lnTo>
                <a:lnTo>
                  <a:pt x="1644413" y="59777"/>
                </a:lnTo>
                <a:lnTo>
                  <a:pt x="1643041" y="60521"/>
                </a:lnTo>
                <a:lnTo>
                  <a:pt x="1641705" y="61365"/>
                </a:lnTo>
                <a:lnTo>
                  <a:pt x="1640406" y="62308"/>
                </a:lnTo>
                <a:lnTo>
                  <a:pt x="1639145" y="63350"/>
                </a:lnTo>
                <a:lnTo>
                  <a:pt x="1637921" y="64491"/>
                </a:lnTo>
                <a:lnTo>
                  <a:pt x="1636745" y="65729"/>
                </a:lnTo>
                <a:lnTo>
                  <a:pt x="1635630" y="67061"/>
                </a:lnTo>
                <a:lnTo>
                  <a:pt x="1634575" y="68488"/>
                </a:lnTo>
                <a:lnTo>
                  <a:pt x="1633580" y="70009"/>
                </a:lnTo>
                <a:lnTo>
                  <a:pt x="1632646" y="71625"/>
                </a:lnTo>
                <a:lnTo>
                  <a:pt x="1631772" y="73335"/>
                </a:lnTo>
                <a:lnTo>
                  <a:pt x="1630958" y="75139"/>
                </a:lnTo>
                <a:lnTo>
                  <a:pt x="1630205" y="77038"/>
                </a:lnTo>
                <a:lnTo>
                  <a:pt x="1629511" y="79032"/>
                </a:lnTo>
                <a:lnTo>
                  <a:pt x="1628878" y="81120"/>
                </a:lnTo>
                <a:lnTo>
                  <a:pt x="1628306" y="83302"/>
                </a:lnTo>
                <a:lnTo>
                  <a:pt x="1627793" y="85579"/>
                </a:lnTo>
                <a:close/>
                <a:moveTo>
                  <a:pt x="1711469" y="144327"/>
                </a:moveTo>
                <a:lnTo>
                  <a:pt x="1711469" y="46297"/>
                </a:lnTo>
                <a:lnTo>
                  <a:pt x="1725762" y="46297"/>
                </a:lnTo>
                <a:lnTo>
                  <a:pt x="1725762" y="68832"/>
                </a:lnTo>
                <a:lnTo>
                  <a:pt x="1726881" y="66511"/>
                </a:lnTo>
                <a:lnTo>
                  <a:pt x="1727987" y="64313"/>
                </a:lnTo>
                <a:lnTo>
                  <a:pt x="1729080" y="62239"/>
                </a:lnTo>
                <a:lnTo>
                  <a:pt x="1730161" y="60287"/>
                </a:lnTo>
                <a:lnTo>
                  <a:pt x="1731228" y="58459"/>
                </a:lnTo>
                <a:lnTo>
                  <a:pt x="1732283" y="56753"/>
                </a:lnTo>
                <a:lnTo>
                  <a:pt x="1733325" y="55171"/>
                </a:lnTo>
                <a:lnTo>
                  <a:pt x="1734355" y="53711"/>
                </a:lnTo>
                <a:lnTo>
                  <a:pt x="1735371" y="52374"/>
                </a:lnTo>
                <a:lnTo>
                  <a:pt x="1736375" y="51161"/>
                </a:lnTo>
                <a:lnTo>
                  <a:pt x="1737366" y="50070"/>
                </a:lnTo>
                <a:lnTo>
                  <a:pt x="1738344" y="49103"/>
                </a:lnTo>
                <a:lnTo>
                  <a:pt x="1739317" y="48234"/>
                </a:lnTo>
                <a:lnTo>
                  <a:pt x="1740292" y="47442"/>
                </a:lnTo>
                <a:lnTo>
                  <a:pt x="1741268" y="46724"/>
                </a:lnTo>
                <a:lnTo>
                  <a:pt x="1742246" y="46083"/>
                </a:lnTo>
                <a:lnTo>
                  <a:pt x="1743226" y="45516"/>
                </a:lnTo>
                <a:lnTo>
                  <a:pt x="1744208" y="45025"/>
                </a:lnTo>
                <a:lnTo>
                  <a:pt x="1745192" y="44610"/>
                </a:lnTo>
                <a:lnTo>
                  <a:pt x="1746177" y="44270"/>
                </a:lnTo>
                <a:lnTo>
                  <a:pt x="1747165" y="44006"/>
                </a:lnTo>
                <a:lnTo>
                  <a:pt x="1748154" y="43817"/>
                </a:lnTo>
                <a:lnTo>
                  <a:pt x="1749145" y="43704"/>
                </a:lnTo>
                <a:lnTo>
                  <a:pt x="1750138" y="43666"/>
                </a:lnTo>
                <a:lnTo>
                  <a:pt x="1751302" y="43705"/>
                </a:lnTo>
                <a:lnTo>
                  <a:pt x="1752429" y="43821"/>
                </a:lnTo>
                <a:lnTo>
                  <a:pt x="1753516" y="44014"/>
                </a:lnTo>
                <a:lnTo>
                  <a:pt x="1754566" y="44285"/>
                </a:lnTo>
                <a:lnTo>
                  <a:pt x="1755577" y="44633"/>
                </a:lnTo>
                <a:lnTo>
                  <a:pt x="1756550" y="45058"/>
                </a:lnTo>
                <a:lnTo>
                  <a:pt x="1757484" y="45561"/>
                </a:lnTo>
                <a:lnTo>
                  <a:pt x="1758380" y="46141"/>
                </a:lnTo>
                <a:lnTo>
                  <a:pt x="1759238" y="46798"/>
                </a:lnTo>
                <a:lnTo>
                  <a:pt x="1760057" y="47533"/>
                </a:lnTo>
                <a:lnTo>
                  <a:pt x="1760838" y="48345"/>
                </a:lnTo>
                <a:lnTo>
                  <a:pt x="1761581" y="49234"/>
                </a:lnTo>
                <a:lnTo>
                  <a:pt x="1762274" y="50195"/>
                </a:lnTo>
                <a:lnTo>
                  <a:pt x="1762907" y="51221"/>
                </a:lnTo>
                <a:lnTo>
                  <a:pt x="1763479" y="52311"/>
                </a:lnTo>
                <a:lnTo>
                  <a:pt x="1763992" y="53467"/>
                </a:lnTo>
                <a:lnTo>
                  <a:pt x="1764444" y="54689"/>
                </a:lnTo>
                <a:lnTo>
                  <a:pt x="1764836" y="55975"/>
                </a:lnTo>
                <a:lnTo>
                  <a:pt x="1765167" y="57326"/>
                </a:lnTo>
                <a:lnTo>
                  <a:pt x="1765439" y="58743"/>
                </a:lnTo>
                <a:lnTo>
                  <a:pt x="1765650" y="60225"/>
                </a:lnTo>
                <a:lnTo>
                  <a:pt x="1765800" y="61772"/>
                </a:lnTo>
                <a:lnTo>
                  <a:pt x="1765891" y="63384"/>
                </a:lnTo>
                <a:lnTo>
                  <a:pt x="1765921" y="65061"/>
                </a:lnTo>
                <a:lnTo>
                  <a:pt x="1765921" y="70322"/>
                </a:lnTo>
                <a:lnTo>
                  <a:pt x="1766411" y="68855"/>
                </a:lnTo>
                <a:lnTo>
                  <a:pt x="1766918" y="67435"/>
                </a:lnTo>
                <a:lnTo>
                  <a:pt x="1767442" y="66061"/>
                </a:lnTo>
                <a:lnTo>
                  <a:pt x="1767981" y="64735"/>
                </a:lnTo>
                <a:lnTo>
                  <a:pt x="1768538" y="63455"/>
                </a:lnTo>
                <a:lnTo>
                  <a:pt x="1769110" y="62222"/>
                </a:lnTo>
                <a:lnTo>
                  <a:pt x="1769699" y="61037"/>
                </a:lnTo>
                <a:lnTo>
                  <a:pt x="1770305" y="59898"/>
                </a:lnTo>
                <a:lnTo>
                  <a:pt x="1770927" y="58805"/>
                </a:lnTo>
                <a:lnTo>
                  <a:pt x="1771565" y="57760"/>
                </a:lnTo>
                <a:lnTo>
                  <a:pt x="1772220" y="56762"/>
                </a:lnTo>
                <a:lnTo>
                  <a:pt x="1772892" y="55811"/>
                </a:lnTo>
                <a:lnTo>
                  <a:pt x="1773573" y="54898"/>
                </a:lnTo>
                <a:lnTo>
                  <a:pt x="1774259" y="54018"/>
                </a:lnTo>
                <a:lnTo>
                  <a:pt x="1774950" y="53169"/>
                </a:lnTo>
                <a:lnTo>
                  <a:pt x="1775644" y="52352"/>
                </a:lnTo>
                <a:lnTo>
                  <a:pt x="1776343" y="51566"/>
                </a:lnTo>
                <a:lnTo>
                  <a:pt x="1777046" y="50813"/>
                </a:lnTo>
                <a:lnTo>
                  <a:pt x="1777753" y="50090"/>
                </a:lnTo>
                <a:lnTo>
                  <a:pt x="1778464" y="49400"/>
                </a:lnTo>
                <a:lnTo>
                  <a:pt x="1779180" y="48741"/>
                </a:lnTo>
                <a:lnTo>
                  <a:pt x="1779900" y="48114"/>
                </a:lnTo>
                <a:lnTo>
                  <a:pt x="1780625" y="47518"/>
                </a:lnTo>
                <a:lnTo>
                  <a:pt x="1781353" y="46955"/>
                </a:lnTo>
                <a:lnTo>
                  <a:pt x="1782093" y="46429"/>
                </a:lnTo>
                <a:lnTo>
                  <a:pt x="1782851" y="45950"/>
                </a:lnTo>
                <a:lnTo>
                  <a:pt x="1783627" y="45516"/>
                </a:lnTo>
                <a:lnTo>
                  <a:pt x="1784422" y="45128"/>
                </a:lnTo>
                <a:lnTo>
                  <a:pt x="1785235" y="44785"/>
                </a:lnTo>
                <a:lnTo>
                  <a:pt x="1786066" y="44488"/>
                </a:lnTo>
                <a:lnTo>
                  <a:pt x="1786916" y="44237"/>
                </a:lnTo>
                <a:lnTo>
                  <a:pt x="1787783" y="44032"/>
                </a:lnTo>
                <a:lnTo>
                  <a:pt x="1788669" y="43872"/>
                </a:lnTo>
                <a:lnTo>
                  <a:pt x="1789573" y="43758"/>
                </a:lnTo>
                <a:lnTo>
                  <a:pt x="1790496" y="43689"/>
                </a:lnTo>
                <a:lnTo>
                  <a:pt x="1791437" y="43666"/>
                </a:lnTo>
                <a:lnTo>
                  <a:pt x="1792476" y="43704"/>
                </a:lnTo>
                <a:lnTo>
                  <a:pt x="1793490" y="43815"/>
                </a:lnTo>
                <a:lnTo>
                  <a:pt x="1794478" y="44001"/>
                </a:lnTo>
                <a:lnTo>
                  <a:pt x="1795441" y="44261"/>
                </a:lnTo>
                <a:lnTo>
                  <a:pt x="1796378" y="44595"/>
                </a:lnTo>
                <a:lnTo>
                  <a:pt x="1797290" y="45004"/>
                </a:lnTo>
                <a:lnTo>
                  <a:pt x="1798176" y="45486"/>
                </a:lnTo>
                <a:lnTo>
                  <a:pt x="1799036" y="46044"/>
                </a:lnTo>
                <a:lnTo>
                  <a:pt x="1799871" y="46675"/>
                </a:lnTo>
                <a:lnTo>
                  <a:pt x="1800680" y="47381"/>
                </a:lnTo>
                <a:lnTo>
                  <a:pt x="1801464" y="48161"/>
                </a:lnTo>
                <a:lnTo>
                  <a:pt x="1802222" y="49015"/>
                </a:lnTo>
                <a:lnTo>
                  <a:pt x="1802936" y="49980"/>
                </a:lnTo>
                <a:lnTo>
                  <a:pt x="1803588" y="51093"/>
                </a:lnTo>
                <a:lnTo>
                  <a:pt x="1804178" y="52353"/>
                </a:lnTo>
                <a:lnTo>
                  <a:pt x="1804706" y="53760"/>
                </a:lnTo>
                <a:lnTo>
                  <a:pt x="1805172" y="55314"/>
                </a:lnTo>
                <a:lnTo>
                  <a:pt x="1805576" y="57016"/>
                </a:lnTo>
                <a:lnTo>
                  <a:pt x="1805917" y="58865"/>
                </a:lnTo>
                <a:lnTo>
                  <a:pt x="1806197" y="60862"/>
                </a:lnTo>
                <a:lnTo>
                  <a:pt x="1806414" y="63006"/>
                </a:lnTo>
                <a:lnTo>
                  <a:pt x="1806569" y="65297"/>
                </a:lnTo>
                <a:lnTo>
                  <a:pt x="1806663" y="67736"/>
                </a:lnTo>
                <a:lnTo>
                  <a:pt x="1806694" y="70322"/>
                </a:lnTo>
                <a:lnTo>
                  <a:pt x="1806694" y="144327"/>
                </a:lnTo>
                <a:lnTo>
                  <a:pt x="1792401" y="144327"/>
                </a:lnTo>
                <a:lnTo>
                  <a:pt x="1792401" y="77425"/>
                </a:lnTo>
                <a:lnTo>
                  <a:pt x="1792398" y="76087"/>
                </a:lnTo>
                <a:lnTo>
                  <a:pt x="1792387" y="74822"/>
                </a:lnTo>
                <a:lnTo>
                  <a:pt x="1792368" y="73629"/>
                </a:lnTo>
                <a:lnTo>
                  <a:pt x="1792343" y="72509"/>
                </a:lnTo>
                <a:lnTo>
                  <a:pt x="1792310" y="71462"/>
                </a:lnTo>
                <a:lnTo>
                  <a:pt x="1792270" y="70487"/>
                </a:lnTo>
                <a:lnTo>
                  <a:pt x="1792222" y="69584"/>
                </a:lnTo>
                <a:lnTo>
                  <a:pt x="1792167" y="68754"/>
                </a:lnTo>
                <a:lnTo>
                  <a:pt x="1792105" y="67996"/>
                </a:lnTo>
                <a:lnTo>
                  <a:pt x="1792036" y="67310"/>
                </a:lnTo>
                <a:lnTo>
                  <a:pt x="1791959" y="66698"/>
                </a:lnTo>
                <a:lnTo>
                  <a:pt x="1791875" y="66157"/>
                </a:lnTo>
                <a:lnTo>
                  <a:pt x="1791780" y="65663"/>
                </a:lnTo>
                <a:lnTo>
                  <a:pt x="1791671" y="65189"/>
                </a:lnTo>
                <a:lnTo>
                  <a:pt x="1791546" y="64735"/>
                </a:lnTo>
                <a:lnTo>
                  <a:pt x="1791408" y="64301"/>
                </a:lnTo>
                <a:lnTo>
                  <a:pt x="1791254" y="63887"/>
                </a:lnTo>
                <a:lnTo>
                  <a:pt x="1791086" y="63494"/>
                </a:lnTo>
                <a:lnTo>
                  <a:pt x="1790903" y="63120"/>
                </a:lnTo>
                <a:lnTo>
                  <a:pt x="1790706" y="62767"/>
                </a:lnTo>
                <a:lnTo>
                  <a:pt x="1790494" y="62433"/>
                </a:lnTo>
                <a:lnTo>
                  <a:pt x="1790268" y="62120"/>
                </a:lnTo>
                <a:lnTo>
                  <a:pt x="1790027" y="61827"/>
                </a:lnTo>
                <a:lnTo>
                  <a:pt x="1789771" y="61554"/>
                </a:lnTo>
                <a:lnTo>
                  <a:pt x="1789506" y="61302"/>
                </a:lnTo>
                <a:lnTo>
                  <a:pt x="1789237" y="61072"/>
                </a:lnTo>
                <a:lnTo>
                  <a:pt x="1788965" y="60863"/>
                </a:lnTo>
                <a:lnTo>
                  <a:pt x="1788689" y="60677"/>
                </a:lnTo>
                <a:lnTo>
                  <a:pt x="1788410" y="60513"/>
                </a:lnTo>
                <a:lnTo>
                  <a:pt x="1788127" y="60370"/>
                </a:lnTo>
                <a:lnTo>
                  <a:pt x="1787840" y="60250"/>
                </a:lnTo>
                <a:lnTo>
                  <a:pt x="1787549" y="60151"/>
                </a:lnTo>
                <a:lnTo>
                  <a:pt x="1787255" y="60074"/>
                </a:lnTo>
                <a:lnTo>
                  <a:pt x="1786958" y="60019"/>
                </a:lnTo>
                <a:lnTo>
                  <a:pt x="1786656" y="59986"/>
                </a:lnTo>
                <a:lnTo>
                  <a:pt x="1786351" y="59976"/>
                </a:lnTo>
                <a:lnTo>
                  <a:pt x="1785587" y="60024"/>
                </a:lnTo>
                <a:lnTo>
                  <a:pt x="1784813" y="60169"/>
                </a:lnTo>
                <a:lnTo>
                  <a:pt x="1784030" y="60411"/>
                </a:lnTo>
                <a:lnTo>
                  <a:pt x="1783238" y="60750"/>
                </a:lnTo>
                <a:lnTo>
                  <a:pt x="1782437" y="61186"/>
                </a:lnTo>
                <a:lnTo>
                  <a:pt x="1781627" y="61718"/>
                </a:lnTo>
                <a:lnTo>
                  <a:pt x="1780808" y="62348"/>
                </a:lnTo>
                <a:lnTo>
                  <a:pt x="1779979" y="63074"/>
                </a:lnTo>
                <a:lnTo>
                  <a:pt x="1779142" y="63897"/>
                </a:lnTo>
                <a:lnTo>
                  <a:pt x="1778295" y="64816"/>
                </a:lnTo>
                <a:lnTo>
                  <a:pt x="1777439" y="65833"/>
                </a:lnTo>
                <a:lnTo>
                  <a:pt x="1776574" y="66946"/>
                </a:lnTo>
                <a:lnTo>
                  <a:pt x="1775703" y="68172"/>
                </a:lnTo>
                <a:lnTo>
                  <a:pt x="1774829" y="69525"/>
                </a:lnTo>
                <a:lnTo>
                  <a:pt x="1773952" y="71004"/>
                </a:lnTo>
                <a:lnTo>
                  <a:pt x="1773072" y="72612"/>
                </a:lnTo>
                <a:lnTo>
                  <a:pt x="1772189" y="74346"/>
                </a:lnTo>
                <a:lnTo>
                  <a:pt x="1771302" y="76208"/>
                </a:lnTo>
                <a:lnTo>
                  <a:pt x="1770413" y="78197"/>
                </a:lnTo>
                <a:lnTo>
                  <a:pt x="1769521" y="80313"/>
                </a:lnTo>
                <a:lnTo>
                  <a:pt x="1768625" y="82557"/>
                </a:lnTo>
                <a:lnTo>
                  <a:pt x="1767727" y="84928"/>
                </a:lnTo>
                <a:lnTo>
                  <a:pt x="1766825" y="87426"/>
                </a:lnTo>
                <a:lnTo>
                  <a:pt x="1765921" y="90051"/>
                </a:lnTo>
                <a:lnTo>
                  <a:pt x="1765921" y="144327"/>
                </a:lnTo>
                <a:lnTo>
                  <a:pt x="1752242" y="144327"/>
                </a:lnTo>
                <a:lnTo>
                  <a:pt x="1752242" y="77512"/>
                </a:lnTo>
                <a:lnTo>
                  <a:pt x="1752225" y="75424"/>
                </a:lnTo>
                <a:lnTo>
                  <a:pt x="1752172" y="73484"/>
                </a:lnTo>
                <a:lnTo>
                  <a:pt x="1752083" y="71692"/>
                </a:lnTo>
                <a:lnTo>
                  <a:pt x="1751960" y="70049"/>
                </a:lnTo>
                <a:lnTo>
                  <a:pt x="1751801" y="68555"/>
                </a:lnTo>
                <a:lnTo>
                  <a:pt x="1751607" y="67209"/>
                </a:lnTo>
                <a:lnTo>
                  <a:pt x="1751377" y="66012"/>
                </a:lnTo>
                <a:lnTo>
                  <a:pt x="1751112" y="64964"/>
                </a:lnTo>
                <a:lnTo>
                  <a:pt x="1750812" y="64064"/>
                </a:lnTo>
                <a:lnTo>
                  <a:pt x="1750476" y="63312"/>
                </a:lnTo>
                <a:lnTo>
                  <a:pt x="1750106" y="62710"/>
                </a:lnTo>
                <a:lnTo>
                  <a:pt x="1749699" y="62255"/>
                </a:lnTo>
                <a:lnTo>
                  <a:pt x="1749279" y="61891"/>
                </a:lnTo>
                <a:lnTo>
                  <a:pt x="1748866" y="61559"/>
                </a:lnTo>
                <a:lnTo>
                  <a:pt x="1748461" y="61258"/>
                </a:lnTo>
                <a:lnTo>
                  <a:pt x="1748063" y="60989"/>
                </a:lnTo>
                <a:lnTo>
                  <a:pt x="1747672" y="60751"/>
                </a:lnTo>
                <a:lnTo>
                  <a:pt x="1747288" y="60545"/>
                </a:lnTo>
                <a:lnTo>
                  <a:pt x="1746912" y="60371"/>
                </a:lnTo>
                <a:lnTo>
                  <a:pt x="1746543" y="60229"/>
                </a:lnTo>
                <a:lnTo>
                  <a:pt x="1746181" y="60118"/>
                </a:lnTo>
                <a:lnTo>
                  <a:pt x="1745827" y="60039"/>
                </a:lnTo>
                <a:lnTo>
                  <a:pt x="1745480" y="59991"/>
                </a:lnTo>
                <a:lnTo>
                  <a:pt x="1745140" y="59976"/>
                </a:lnTo>
                <a:lnTo>
                  <a:pt x="1744390" y="60030"/>
                </a:lnTo>
                <a:lnTo>
                  <a:pt x="1743631" y="60192"/>
                </a:lnTo>
                <a:lnTo>
                  <a:pt x="1742863" y="60463"/>
                </a:lnTo>
                <a:lnTo>
                  <a:pt x="1742086" y="60843"/>
                </a:lnTo>
                <a:lnTo>
                  <a:pt x="1741299" y="61330"/>
                </a:lnTo>
                <a:lnTo>
                  <a:pt x="1740504" y="61926"/>
                </a:lnTo>
                <a:lnTo>
                  <a:pt x="1739699" y="62631"/>
                </a:lnTo>
                <a:lnTo>
                  <a:pt x="1738885" y="63444"/>
                </a:lnTo>
                <a:lnTo>
                  <a:pt x="1738062" y="64365"/>
                </a:lnTo>
                <a:lnTo>
                  <a:pt x="1737230" y="65395"/>
                </a:lnTo>
                <a:lnTo>
                  <a:pt x="1736389" y="66533"/>
                </a:lnTo>
                <a:lnTo>
                  <a:pt x="1735539" y="67779"/>
                </a:lnTo>
                <a:lnTo>
                  <a:pt x="1734687" y="69110"/>
                </a:lnTo>
                <a:lnTo>
                  <a:pt x="1733842" y="70502"/>
                </a:lnTo>
                <a:lnTo>
                  <a:pt x="1733004" y="71955"/>
                </a:lnTo>
                <a:lnTo>
                  <a:pt x="1732172" y="73469"/>
                </a:lnTo>
                <a:lnTo>
                  <a:pt x="1731348" y="75044"/>
                </a:lnTo>
                <a:lnTo>
                  <a:pt x="1730530" y="76679"/>
                </a:lnTo>
                <a:lnTo>
                  <a:pt x="1729718" y="78376"/>
                </a:lnTo>
                <a:lnTo>
                  <a:pt x="1728914" y="80133"/>
                </a:lnTo>
                <a:lnTo>
                  <a:pt x="1728116" y="81951"/>
                </a:lnTo>
                <a:lnTo>
                  <a:pt x="1727324" y="83830"/>
                </a:lnTo>
                <a:lnTo>
                  <a:pt x="1726540" y="85770"/>
                </a:lnTo>
                <a:lnTo>
                  <a:pt x="1725762" y="87771"/>
                </a:lnTo>
                <a:lnTo>
                  <a:pt x="1725762" y="144327"/>
                </a:lnTo>
                <a:lnTo>
                  <a:pt x="1711469" y="144327"/>
                </a:lnTo>
                <a:close/>
                <a:moveTo>
                  <a:pt x="1834515" y="144327"/>
                </a:moveTo>
                <a:lnTo>
                  <a:pt x="1834515" y="46297"/>
                </a:lnTo>
                <a:lnTo>
                  <a:pt x="1850824" y="46297"/>
                </a:lnTo>
                <a:lnTo>
                  <a:pt x="1850824" y="67831"/>
                </a:lnTo>
                <a:lnTo>
                  <a:pt x="1852111" y="65853"/>
                </a:lnTo>
                <a:lnTo>
                  <a:pt x="1853429" y="63959"/>
                </a:lnTo>
                <a:lnTo>
                  <a:pt x="1854778" y="62149"/>
                </a:lnTo>
                <a:lnTo>
                  <a:pt x="1856158" y="60425"/>
                </a:lnTo>
                <a:lnTo>
                  <a:pt x="1857570" y="58786"/>
                </a:lnTo>
                <a:lnTo>
                  <a:pt x="1859012" y="57231"/>
                </a:lnTo>
                <a:lnTo>
                  <a:pt x="1860485" y="55762"/>
                </a:lnTo>
                <a:lnTo>
                  <a:pt x="1861989" y="54377"/>
                </a:lnTo>
                <a:lnTo>
                  <a:pt x="1863525" y="53077"/>
                </a:lnTo>
                <a:lnTo>
                  <a:pt x="1865091" y="51862"/>
                </a:lnTo>
                <a:lnTo>
                  <a:pt x="1866689" y="50732"/>
                </a:lnTo>
                <a:lnTo>
                  <a:pt x="1868317" y="49686"/>
                </a:lnTo>
                <a:lnTo>
                  <a:pt x="1869977" y="48725"/>
                </a:lnTo>
                <a:lnTo>
                  <a:pt x="1871668" y="47847"/>
                </a:lnTo>
                <a:lnTo>
                  <a:pt x="1873389" y="47053"/>
                </a:lnTo>
                <a:lnTo>
                  <a:pt x="1875142" y="46342"/>
                </a:lnTo>
                <a:lnTo>
                  <a:pt x="1876926" y="45715"/>
                </a:lnTo>
                <a:lnTo>
                  <a:pt x="1878741" y="45171"/>
                </a:lnTo>
                <a:lnTo>
                  <a:pt x="1880587" y="44712"/>
                </a:lnTo>
                <a:lnTo>
                  <a:pt x="1882464" y="44335"/>
                </a:lnTo>
                <a:lnTo>
                  <a:pt x="1884372" y="44043"/>
                </a:lnTo>
                <a:lnTo>
                  <a:pt x="1886311" y="43834"/>
                </a:lnTo>
                <a:lnTo>
                  <a:pt x="1888281" y="43708"/>
                </a:lnTo>
                <a:lnTo>
                  <a:pt x="1890282" y="43666"/>
                </a:lnTo>
                <a:lnTo>
                  <a:pt x="1891758" y="43685"/>
                </a:lnTo>
                <a:lnTo>
                  <a:pt x="1893234" y="43739"/>
                </a:lnTo>
                <a:lnTo>
                  <a:pt x="1894710" y="43831"/>
                </a:lnTo>
                <a:lnTo>
                  <a:pt x="1896186" y="43959"/>
                </a:lnTo>
                <a:lnTo>
                  <a:pt x="1897662" y="44123"/>
                </a:lnTo>
                <a:lnTo>
                  <a:pt x="1899138" y="44324"/>
                </a:lnTo>
                <a:lnTo>
                  <a:pt x="1900614" y="44561"/>
                </a:lnTo>
                <a:lnTo>
                  <a:pt x="1902090" y="44836"/>
                </a:lnTo>
                <a:lnTo>
                  <a:pt x="1903566" y="45146"/>
                </a:lnTo>
                <a:lnTo>
                  <a:pt x="1905042" y="45493"/>
                </a:lnTo>
                <a:lnTo>
                  <a:pt x="1906518" y="45877"/>
                </a:lnTo>
                <a:lnTo>
                  <a:pt x="1907994" y="46297"/>
                </a:lnTo>
                <a:lnTo>
                  <a:pt x="1907994" y="81721"/>
                </a:lnTo>
                <a:lnTo>
                  <a:pt x="1892299" y="81721"/>
                </a:lnTo>
                <a:lnTo>
                  <a:pt x="1892299" y="59447"/>
                </a:lnTo>
                <a:lnTo>
                  <a:pt x="1891624" y="59335"/>
                </a:lnTo>
                <a:lnTo>
                  <a:pt x="1890974" y="59233"/>
                </a:lnTo>
                <a:lnTo>
                  <a:pt x="1890348" y="59141"/>
                </a:lnTo>
                <a:lnTo>
                  <a:pt x="1889746" y="59059"/>
                </a:lnTo>
                <a:lnTo>
                  <a:pt x="1889169" y="58986"/>
                </a:lnTo>
                <a:lnTo>
                  <a:pt x="1888616" y="58923"/>
                </a:lnTo>
                <a:lnTo>
                  <a:pt x="1888087" y="58869"/>
                </a:lnTo>
                <a:lnTo>
                  <a:pt x="1887583" y="58826"/>
                </a:lnTo>
                <a:lnTo>
                  <a:pt x="1887103" y="58792"/>
                </a:lnTo>
                <a:lnTo>
                  <a:pt x="1886648" y="58767"/>
                </a:lnTo>
                <a:lnTo>
                  <a:pt x="1886217" y="58753"/>
                </a:lnTo>
                <a:lnTo>
                  <a:pt x="1885810" y="58748"/>
                </a:lnTo>
                <a:lnTo>
                  <a:pt x="1884293" y="58798"/>
                </a:lnTo>
                <a:lnTo>
                  <a:pt x="1882780" y="58947"/>
                </a:lnTo>
                <a:lnTo>
                  <a:pt x="1881273" y="59196"/>
                </a:lnTo>
                <a:lnTo>
                  <a:pt x="1879770" y="59544"/>
                </a:lnTo>
                <a:lnTo>
                  <a:pt x="1878272" y="59992"/>
                </a:lnTo>
                <a:lnTo>
                  <a:pt x="1876779" y="60540"/>
                </a:lnTo>
                <a:lnTo>
                  <a:pt x="1875291" y="61187"/>
                </a:lnTo>
                <a:lnTo>
                  <a:pt x="1873807" y="61934"/>
                </a:lnTo>
                <a:lnTo>
                  <a:pt x="1872329" y="62780"/>
                </a:lnTo>
                <a:lnTo>
                  <a:pt x="1870855" y="63726"/>
                </a:lnTo>
                <a:lnTo>
                  <a:pt x="1869387" y="64771"/>
                </a:lnTo>
                <a:lnTo>
                  <a:pt x="1867923" y="65916"/>
                </a:lnTo>
                <a:lnTo>
                  <a:pt x="1866464" y="67161"/>
                </a:lnTo>
                <a:lnTo>
                  <a:pt x="1865012" y="68505"/>
                </a:lnTo>
                <a:lnTo>
                  <a:pt x="1863566" y="69948"/>
                </a:lnTo>
                <a:lnTo>
                  <a:pt x="1862126" y="71491"/>
                </a:lnTo>
                <a:lnTo>
                  <a:pt x="1860692" y="73134"/>
                </a:lnTo>
                <a:lnTo>
                  <a:pt x="1859264" y="74876"/>
                </a:lnTo>
                <a:lnTo>
                  <a:pt x="1857842" y="76718"/>
                </a:lnTo>
                <a:lnTo>
                  <a:pt x="1856426" y="78659"/>
                </a:lnTo>
                <a:lnTo>
                  <a:pt x="1855017" y="80700"/>
                </a:lnTo>
                <a:lnTo>
                  <a:pt x="1853613" y="82841"/>
                </a:lnTo>
                <a:lnTo>
                  <a:pt x="1852216" y="85081"/>
                </a:lnTo>
                <a:lnTo>
                  <a:pt x="1850824" y="87420"/>
                </a:lnTo>
                <a:lnTo>
                  <a:pt x="1850824" y="144327"/>
                </a:lnTo>
                <a:lnTo>
                  <a:pt x="1834515" y="144327"/>
                </a:lnTo>
                <a:close/>
                <a:moveTo>
                  <a:pt x="2014994" y="137663"/>
                </a:moveTo>
                <a:lnTo>
                  <a:pt x="2011749" y="139148"/>
                </a:lnTo>
                <a:lnTo>
                  <a:pt x="2008534" y="140503"/>
                </a:lnTo>
                <a:lnTo>
                  <a:pt x="2005348" y="141729"/>
                </a:lnTo>
                <a:lnTo>
                  <a:pt x="2002192" y="142827"/>
                </a:lnTo>
                <a:lnTo>
                  <a:pt x="1999064" y="143795"/>
                </a:lnTo>
                <a:lnTo>
                  <a:pt x="1995966" y="144634"/>
                </a:lnTo>
                <a:lnTo>
                  <a:pt x="1992897" y="145344"/>
                </a:lnTo>
                <a:lnTo>
                  <a:pt x="1989858" y="145925"/>
                </a:lnTo>
                <a:lnTo>
                  <a:pt x="1986847" y="146377"/>
                </a:lnTo>
                <a:lnTo>
                  <a:pt x="1983866" y="146699"/>
                </a:lnTo>
                <a:lnTo>
                  <a:pt x="1980914" y="146893"/>
                </a:lnTo>
                <a:lnTo>
                  <a:pt x="1977991" y="146958"/>
                </a:lnTo>
                <a:lnTo>
                  <a:pt x="1975804" y="146912"/>
                </a:lnTo>
                <a:lnTo>
                  <a:pt x="1973656" y="146775"/>
                </a:lnTo>
                <a:lnTo>
                  <a:pt x="1971546" y="146547"/>
                </a:lnTo>
                <a:lnTo>
                  <a:pt x="1969476" y="146228"/>
                </a:lnTo>
                <a:lnTo>
                  <a:pt x="1967445" y="145818"/>
                </a:lnTo>
                <a:lnTo>
                  <a:pt x="1965452" y="145316"/>
                </a:lnTo>
                <a:lnTo>
                  <a:pt x="1963499" y="144724"/>
                </a:lnTo>
                <a:lnTo>
                  <a:pt x="1961585" y="144040"/>
                </a:lnTo>
                <a:lnTo>
                  <a:pt x="1959709" y="143265"/>
                </a:lnTo>
                <a:lnTo>
                  <a:pt x="1957873" y="142398"/>
                </a:lnTo>
                <a:lnTo>
                  <a:pt x="1956075" y="141441"/>
                </a:lnTo>
                <a:lnTo>
                  <a:pt x="1954317" y="140392"/>
                </a:lnTo>
                <a:lnTo>
                  <a:pt x="1952607" y="139259"/>
                </a:lnTo>
                <a:lnTo>
                  <a:pt x="1950954" y="138047"/>
                </a:lnTo>
                <a:lnTo>
                  <a:pt x="1949360" y="136757"/>
                </a:lnTo>
                <a:lnTo>
                  <a:pt x="1947823" y="135388"/>
                </a:lnTo>
                <a:lnTo>
                  <a:pt x="1946344" y="133941"/>
                </a:lnTo>
                <a:lnTo>
                  <a:pt x="1944924" y="132416"/>
                </a:lnTo>
                <a:lnTo>
                  <a:pt x="1943560" y="130812"/>
                </a:lnTo>
                <a:lnTo>
                  <a:pt x="1942255" y="129130"/>
                </a:lnTo>
                <a:lnTo>
                  <a:pt x="1941008" y="127369"/>
                </a:lnTo>
                <a:lnTo>
                  <a:pt x="1939818" y="125530"/>
                </a:lnTo>
                <a:lnTo>
                  <a:pt x="1938687" y="123613"/>
                </a:lnTo>
                <a:lnTo>
                  <a:pt x="1937613" y="121617"/>
                </a:lnTo>
                <a:lnTo>
                  <a:pt x="1936612" y="119570"/>
                </a:lnTo>
                <a:lnTo>
                  <a:pt x="1935697" y="117499"/>
                </a:lnTo>
                <a:lnTo>
                  <a:pt x="1934870" y="115404"/>
                </a:lnTo>
                <a:lnTo>
                  <a:pt x="1934130" y="113286"/>
                </a:lnTo>
                <a:lnTo>
                  <a:pt x="1933477" y="111144"/>
                </a:lnTo>
                <a:lnTo>
                  <a:pt x="1932911" y="108978"/>
                </a:lnTo>
                <a:lnTo>
                  <a:pt x="1932432" y="106789"/>
                </a:lnTo>
                <a:lnTo>
                  <a:pt x="1932040" y="104576"/>
                </a:lnTo>
                <a:lnTo>
                  <a:pt x="1931735" y="102339"/>
                </a:lnTo>
                <a:lnTo>
                  <a:pt x="1931518" y="100079"/>
                </a:lnTo>
                <a:lnTo>
                  <a:pt x="1931387" y="97795"/>
                </a:lnTo>
                <a:lnTo>
                  <a:pt x="1931344" y="95487"/>
                </a:lnTo>
                <a:lnTo>
                  <a:pt x="1931385" y="93262"/>
                </a:lnTo>
                <a:lnTo>
                  <a:pt x="1931509" y="91052"/>
                </a:lnTo>
                <a:lnTo>
                  <a:pt x="1931716" y="88856"/>
                </a:lnTo>
                <a:lnTo>
                  <a:pt x="1932006" y="86675"/>
                </a:lnTo>
                <a:lnTo>
                  <a:pt x="1932379" y="84509"/>
                </a:lnTo>
                <a:lnTo>
                  <a:pt x="1932834" y="82357"/>
                </a:lnTo>
                <a:lnTo>
                  <a:pt x="1933372" y="80219"/>
                </a:lnTo>
                <a:lnTo>
                  <a:pt x="1933994" y="78097"/>
                </a:lnTo>
                <a:lnTo>
                  <a:pt x="1934697" y="75989"/>
                </a:lnTo>
                <a:lnTo>
                  <a:pt x="1935484" y="73895"/>
                </a:lnTo>
                <a:lnTo>
                  <a:pt x="1936354" y="71816"/>
                </a:lnTo>
                <a:lnTo>
                  <a:pt x="1937306" y="69752"/>
                </a:lnTo>
                <a:lnTo>
                  <a:pt x="1938333" y="67733"/>
                </a:lnTo>
                <a:lnTo>
                  <a:pt x="1939425" y="65790"/>
                </a:lnTo>
                <a:lnTo>
                  <a:pt x="1940583" y="63922"/>
                </a:lnTo>
                <a:lnTo>
                  <a:pt x="1941807" y="62131"/>
                </a:lnTo>
                <a:lnTo>
                  <a:pt x="1943097" y="60416"/>
                </a:lnTo>
                <a:lnTo>
                  <a:pt x="1944452" y="58777"/>
                </a:lnTo>
                <a:lnTo>
                  <a:pt x="1945873" y="57214"/>
                </a:lnTo>
                <a:lnTo>
                  <a:pt x="1947360" y="55727"/>
                </a:lnTo>
                <a:lnTo>
                  <a:pt x="1948913" y="54315"/>
                </a:lnTo>
                <a:lnTo>
                  <a:pt x="1950532" y="52980"/>
                </a:lnTo>
                <a:lnTo>
                  <a:pt x="1952216" y="51722"/>
                </a:lnTo>
                <a:lnTo>
                  <a:pt x="1953966" y="50539"/>
                </a:lnTo>
                <a:lnTo>
                  <a:pt x="1955766" y="49441"/>
                </a:lnTo>
                <a:lnTo>
                  <a:pt x="1957600" y="48439"/>
                </a:lnTo>
                <a:lnTo>
                  <a:pt x="1959468" y="47532"/>
                </a:lnTo>
                <a:lnTo>
                  <a:pt x="1961370" y="46721"/>
                </a:lnTo>
                <a:lnTo>
                  <a:pt x="1963307" y="46005"/>
                </a:lnTo>
                <a:lnTo>
                  <a:pt x="1965277" y="45384"/>
                </a:lnTo>
                <a:lnTo>
                  <a:pt x="1967282" y="44859"/>
                </a:lnTo>
                <a:lnTo>
                  <a:pt x="1969320" y="44430"/>
                </a:lnTo>
                <a:lnTo>
                  <a:pt x="1971393" y="44096"/>
                </a:lnTo>
                <a:lnTo>
                  <a:pt x="1973500" y="43857"/>
                </a:lnTo>
                <a:lnTo>
                  <a:pt x="1975641" y="43714"/>
                </a:lnTo>
                <a:lnTo>
                  <a:pt x="1977816" y="43666"/>
                </a:lnTo>
                <a:lnTo>
                  <a:pt x="1980676" y="43753"/>
                </a:lnTo>
                <a:lnTo>
                  <a:pt x="1983441" y="44011"/>
                </a:lnTo>
                <a:lnTo>
                  <a:pt x="1986110" y="44442"/>
                </a:lnTo>
                <a:lnTo>
                  <a:pt x="1988684" y="45046"/>
                </a:lnTo>
                <a:lnTo>
                  <a:pt x="1991162" y="45821"/>
                </a:lnTo>
                <a:lnTo>
                  <a:pt x="1993544" y="46770"/>
                </a:lnTo>
                <a:lnTo>
                  <a:pt x="1995831" y="47890"/>
                </a:lnTo>
                <a:lnTo>
                  <a:pt x="1998022" y="49183"/>
                </a:lnTo>
                <a:lnTo>
                  <a:pt x="2000118" y="50649"/>
                </a:lnTo>
                <a:lnTo>
                  <a:pt x="2002118" y="52286"/>
                </a:lnTo>
                <a:lnTo>
                  <a:pt x="2004022" y="54097"/>
                </a:lnTo>
                <a:lnTo>
                  <a:pt x="2005831" y="56079"/>
                </a:lnTo>
                <a:lnTo>
                  <a:pt x="2007518" y="58241"/>
                </a:lnTo>
                <a:lnTo>
                  <a:pt x="2009059" y="60590"/>
                </a:lnTo>
                <a:lnTo>
                  <a:pt x="2010453" y="63125"/>
                </a:lnTo>
                <a:lnTo>
                  <a:pt x="2011701" y="65848"/>
                </a:lnTo>
                <a:lnTo>
                  <a:pt x="2012801" y="68757"/>
                </a:lnTo>
                <a:lnTo>
                  <a:pt x="2013755" y="71854"/>
                </a:lnTo>
                <a:lnTo>
                  <a:pt x="2014562" y="75137"/>
                </a:lnTo>
                <a:lnTo>
                  <a:pt x="2015223" y="78608"/>
                </a:lnTo>
                <a:lnTo>
                  <a:pt x="2015736" y="82265"/>
                </a:lnTo>
                <a:lnTo>
                  <a:pt x="2016103" y="86109"/>
                </a:lnTo>
                <a:lnTo>
                  <a:pt x="2016323" y="90140"/>
                </a:lnTo>
                <a:lnTo>
                  <a:pt x="2016397" y="94358"/>
                </a:lnTo>
                <a:lnTo>
                  <a:pt x="2016397" y="97855"/>
                </a:lnTo>
                <a:lnTo>
                  <a:pt x="1948880" y="97855"/>
                </a:lnTo>
                <a:lnTo>
                  <a:pt x="1948910" y="99538"/>
                </a:lnTo>
                <a:lnTo>
                  <a:pt x="1948998" y="101197"/>
                </a:lnTo>
                <a:lnTo>
                  <a:pt x="1949146" y="102831"/>
                </a:lnTo>
                <a:lnTo>
                  <a:pt x="1949353" y="104441"/>
                </a:lnTo>
                <a:lnTo>
                  <a:pt x="1949619" y="106026"/>
                </a:lnTo>
                <a:lnTo>
                  <a:pt x="1949943" y="107588"/>
                </a:lnTo>
                <a:lnTo>
                  <a:pt x="1950327" y="109125"/>
                </a:lnTo>
                <a:lnTo>
                  <a:pt x="1950770" y="110637"/>
                </a:lnTo>
                <a:lnTo>
                  <a:pt x="1951272" y="112125"/>
                </a:lnTo>
                <a:lnTo>
                  <a:pt x="1951833" y="113589"/>
                </a:lnTo>
                <a:lnTo>
                  <a:pt x="1952454" y="115029"/>
                </a:lnTo>
                <a:lnTo>
                  <a:pt x="1953133" y="116444"/>
                </a:lnTo>
                <a:lnTo>
                  <a:pt x="1953860" y="117817"/>
                </a:lnTo>
                <a:lnTo>
                  <a:pt x="1954625" y="119133"/>
                </a:lnTo>
                <a:lnTo>
                  <a:pt x="1955426" y="120389"/>
                </a:lnTo>
                <a:lnTo>
                  <a:pt x="1956265" y="121588"/>
                </a:lnTo>
                <a:lnTo>
                  <a:pt x="1957141" y="122728"/>
                </a:lnTo>
                <a:lnTo>
                  <a:pt x="1958054" y="123809"/>
                </a:lnTo>
                <a:lnTo>
                  <a:pt x="1959004" y="124832"/>
                </a:lnTo>
                <a:lnTo>
                  <a:pt x="1959992" y="125797"/>
                </a:lnTo>
                <a:lnTo>
                  <a:pt x="1961016" y="126703"/>
                </a:lnTo>
                <a:lnTo>
                  <a:pt x="1962078" y="127550"/>
                </a:lnTo>
                <a:lnTo>
                  <a:pt x="1963177" y="128339"/>
                </a:lnTo>
                <a:lnTo>
                  <a:pt x="1964313" y="129070"/>
                </a:lnTo>
                <a:lnTo>
                  <a:pt x="1965480" y="129742"/>
                </a:lnTo>
                <a:lnTo>
                  <a:pt x="1966675" y="130356"/>
                </a:lnTo>
                <a:lnTo>
                  <a:pt x="1967897" y="130911"/>
                </a:lnTo>
                <a:lnTo>
                  <a:pt x="1969145" y="131408"/>
                </a:lnTo>
                <a:lnTo>
                  <a:pt x="1970420" y="131847"/>
                </a:lnTo>
                <a:lnTo>
                  <a:pt x="1971722" y="132227"/>
                </a:lnTo>
                <a:lnTo>
                  <a:pt x="1973050" y="132548"/>
                </a:lnTo>
                <a:lnTo>
                  <a:pt x="1974406" y="132811"/>
                </a:lnTo>
                <a:lnTo>
                  <a:pt x="1975788" y="133016"/>
                </a:lnTo>
                <a:lnTo>
                  <a:pt x="1977197" y="133162"/>
                </a:lnTo>
                <a:lnTo>
                  <a:pt x="1978633" y="133250"/>
                </a:lnTo>
                <a:lnTo>
                  <a:pt x="1980096" y="133279"/>
                </a:lnTo>
                <a:lnTo>
                  <a:pt x="1982749" y="133206"/>
                </a:lnTo>
                <a:lnTo>
                  <a:pt x="1985449" y="132987"/>
                </a:lnTo>
                <a:lnTo>
                  <a:pt x="1988195" y="132621"/>
                </a:lnTo>
                <a:lnTo>
                  <a:pt x="1990988" y="132110"/>
                </a:lnTo>
                <a:lnTo>
                  <a:pt x="1993827" y="131452"/>
                </a:lnTo>
                <a:lnTo>
                  <a:pt x="1996712" y="130648"/>
                </a:lnTo>
                <a:lnTo>
                  <a:pt x="1999643" y="129699"/>
                </a:lnTo>
                <a:lnTo>
                  <a:pt x="2002621" y="128602"/>
                </a:lnTo>
                <a:lnTo>
                  <a:pt x="2005644" y="127360"/>
                </a:lnTo>
                <a:lnTo>
                  <a:pt x="2008715" y="125972"/>
                </a:lnTo>
                <a:lnTo>
                  <a:pt x="2011831" y="124438"/>
                </a:lnTo>
                <a:lnTo>
                  <a:pt x="2014994" y="122757"/>
                </a:lnTo>
                <a:lnTo>
                  <a:pt x="2014994" y="137663"/>
                </a:lnTo>
                <a:moveTo>
                  <a:pt x="1949845" y="85579"/>
                </a:moveTo>
                <a:lnTo>
                  <a:pt x="1998685" y="85579"/>
                </a:lnTo>
                <a:lnTo>
                  <a:pt x="1998685" y="83242"/>
                </a:lnTo>
                <a:lnTo>
                  <a:pt x="1998644" y="81298"/>
                </a:lnTo>
                <a:lnTo>
                  <a:pt x="1998521" y="79421"/>
                </a:lnTo>
                <a:lnTo>
                  <a:pt x="1998317" y="77611"/>
                </a:lnTo>
                <a:lnTo>
                  <a:pt x="1998032" y="75869"/>
                </a:lnTo>
                <a:lnTo>
                  <a:pt x="1997665" y="74195"/>
                </a:lnTo>
                <a:lnTo>
                  <a:pt x="1997216" y="72588"/>
                </a:lnTo>
                <a:lnTo>
                  <a:pt x="1996685" y="71048"/>
                </a:lnTo>
                <a:lnTo>
                  <a:pt x="1996073" y="69575"/>
                </a:lnTo>
                <a:lnTo>
                  <a:pt x="1995380" y="68170"/>
                </a:lnTo>
                <a:lnTo>
                  <a:pt x="1994605" y="66833"/>
                </a:lnTo>
                <a:lnTo>
                  <a:pt x="1993748" y="65563"/>
                </a:lnTo>
                <a:lnTo>
                  <a:pt x="1992810" y="64360"/>
                </a:lnTo>
                <a:lnTo>
                  <a:pt x="1991803" y="63239"/>
                </a:lnTo>
                <a:lnTo>
                  <a:pt x="1990742" y="62216"/>
                </a:lnTo>
                <a:lnTo>
                  <a:pt x="1989626" y="61291"/>
                </a:lnTo>
                <a:lnTo>
                  <a:pt x="1988455" y="60463"/>
                </a:lnTo>
                <a:lnTo>
                  <a:pt x="1987229" y="59732"/>
                </a:lnTo>
                <a:lnTo>
                  <a:pt x="1985948" y="59099"/>
                </a:lnTo>
                <a:lnTo>
                  <a:pt x="1984613" y="58563"/>
                </a:lnTo>
                <a:lnTo>
                  <a:pt x="1983223" y="58124"/>
                </a:lnTo>
                <a:lnTo>
                  <a:pt x="1981778" y="57783"/>
                </a:lnTo>
                <a:lnTo>
                  <a:pt x="1980278" y="57540"/>
                </a:lnTo>
                <a:lnTo>
                  <a:pt x="1978724" y="57394"/>
                </a:lnTo>
                <a:lnTo>
                  <a:pt x="1977114" y="57345"/>
                </a:lnTo>
                <a:lnTo>
                  <a:pt x="1975482" y="57395"/>
                </a:lnTo>
                <a:lnTo>
                  <a:pt x="1973886" y="57544"/>
                </a:lnTo>
                <a:lnTo>
                  <a:pt x="1972327" y="57792"/>
                </a:lnTo>
                <a:lnTo>
                  <a:pt x="1970806" y="58139"/>
                </a:lnTo>
                <a:lnTo>
                  <a:pt x="1969322" y="58586"/>
                </a:lnTo>
                <a:lnTo>
                  <a:pt x="1967875" y="59132"/>
                </a:lnTo>
                <a:lnTo>
                  <a:pt x="1966465" y="59777"/>
                </a:lnTo>
                <a:lnTo>
                  <a:pt x="1965092" y="60521"/>
                </a:lnTo>
                <a:lnTo>
                  <a:pt x="1963756" y="61365"/>
                </a:lnTo>
                <a:lnTo>
                  <a:pt x="1962458" y="62308"/>
                </a:lnTo>
                <a:lnTo>
                  <a:pt x="1961196" y="63350"/>
                </a:lnTo>
                <a:lnTo>
                  <a:pt x="1959972" y="64491"/>
                </a:lnTo>
                <a:lnTo>
                  <a:pt x="1958797" y="65729"/>
                </a:lnTo>
                <a:lnTo>
                  <a:pt x="1957681" y="67061"/>
                </a:lnTo>
                <a:lnTo>
                  <a:pt x="1956627" y="68488"/>
                </a:lnTo>
                <a:lnTo>
                  <a:pt x="1955632" y="70009"/>
                </a:lnTo>
                <a:lnTo>
                  <a:pt x="1954698" y="71625"/>
                </a:lnTo>
                <a:lnTo>
                  <a:pt x="1953823" y="73335"/>
                </a:lnTo>
                <a:lnTo>
                  <a:pt x="1953010" y="75139"/>
                </a:lnTo>
                <a:lnTo>
                  <a:pt x="1952256" y="77038"/>
                </a:lnTo>
                <a:lnTo>
                  <a:pt x="1951563" y="79032"/>
                </a:lnTo>
                <a:lnTo>
                  <a:pt x="1950930" y="81120"/>
                </a:lnTo>
                <a:lnTo>
                  <a:pt x="1950357" y="83302"/>
                </a:lnTo>
                <a:lnTo>
                  <a:pt x="1949845" y="85579"/>
                </a:lnTo>
                <a:close/>
                <a:moveTo>
                  <a:pt x="2063684" y="144327"/>
                </a:moveTo>
                <a:lnTo>
                  <a:pt x="2063684" y="68218"/>
                </a:lnTo>
                <a:lnTo>
                  <a:pt x="2041938" y="68218"/>
                </a:lnTo>
                <a:lnTo>
                  <a:pt x="2041938" y="54539"/>
                </a:lnTo>
                <a:lnTo>
                  <a:pt x="2063684" y="54539"/>
                </a:lnTo>
                <a:lnTo>
                  <a:pt x="2063684" y="49988"/>
                </a:lnTo>
                <a:lnTo>
                  <a:pt x="2063714" y="46833"/>
                </a:lnTo>
                <a:lnTo>
                  <a:pt x="2063805" y="43818"/>
                </a:lnTo>
                <a:lnTo>
                  <a:pt x="2063958" y="40943"/>
                </a:lnTo>
                <a:lnTo>
                  <a:pt x="2064171" y="38208"/>
                </a:lnTo>
                <a:lnTo>
                  <a:pt x="2064445" y="35613"/>
                </a:lnTo>
                <a:lnTo>
                  <a:pt x="2064780" y="33157"/>
                </a:lnTo>
                <a:lnTo>
                  <a:pt x="2065175" y="30842"/>
                </a:lnTo>
                <a:lnTo>
                  <a:pt x="2065632" y="28666"/>
                </a:lnTo>
                <a:lnTo>
                  <a:pt x="2066150" y="26630"/>
                </a:lnTo>
                <a:lnTo>
                  <a:pt x="2066728" y="24734"/>
                </a:lnTo>
                <a:lnTo>
                  <a:pt x="2067368" y="22978"/>
                </a:lnTo>
                <a:lnTo>
                  <a:pt x="2068068" y="21362"/>
                </a:lnTo>
                <a:lnTo>
                  <a:pt x="2068832" y="19838"/>
                </a:lnTo>
                <a:lnTo>
                  <a:pt x="2069662" y="18361"/>
                </a:lnTo>
                <a:lnTo>
                  <a:pt x="2070559" y="16930"/>
                </a:lnTo>
                <a:lnTo>
                  <a:pt x="2071522" y="15545"/>
                </a:lnTo>
                <a:lnTo>
                  <a:pt x="2072551" y="14206"/>
                </a:lnTo>
                <a:lnTo>
                  <a:pt x="2073647" y="12913"/>
                </a:lnTo>
                <a:lnTo>
                  <a:pt x="2074809" y="11667"/>
                </a:lnTo>
                <a:lnTo>
                  <a:pt x="2076037" y="10467"/>
                </a:lnTo>
                <a:lnTo>
                  <a:pt x="2077332" y="9313"/>
                </a:lnTo>
                <a:lnTo>
                  <a:pt x="2078693" y="8206"/>
                </a:lnTo>
                <a:lnTo>
                  <a:pt x="2080121" y="7145"/>
                </a:lnTo>
                <a:lnTo>
                  <a:pt x="2081615" y="6130"/>
                </a:lnTo>
                <a:lnTo>
                  <a:pt x="2083183" y="5179"/>
                </a:lnTo>
                <a:lnTo>
                  <a:pt x="2084834" y="4310"/>
                </a:lnTo>
                <a:lnTo>
                  <a:pt x="2086566" y="3525"/>
                </a:lnTo>
                <a:lnTo>
                  <a:pt x="2088381" y="2822"/>
                </a:lnTo>
                <a:lnTo>
                  <a:pt x="2090278" y="2201"/>
                </a:lnTo>
                <a:lnTo>
                  <a:pt x="2092258" y="1664"/>
                </a:lnTo>
                <a:lnTo>
                  <a:pt x="2094319" y="1209"/>
                </a:lnTo>
                <a:lnTo>
                  <a:pt x="2096463" y="837"/>
                </a:lnTo>
                <a:lnTo>
                  <a:pt x="2098689" y="548"/>
                </a:lnTo>
                <a:lnTo>
                  <a:pt x="2100997" y="341"/>
                </a:lnTo>
                <a:lnTo>
                  <a:pt x="2103387" y="217"/>
                </a:lnTo>
                <a:lnTo>
                  <a:pt x="2105859" y="175"/>
                </a:lnTo>
                <a:lnTo>
                  <a:pt x="2107762" y="192"/>
                </a:lnTo>
                <a:lnTo>
                  <a:pt x="2109669" y="241"/>
                </a:lnTo>
                <a:lnTo>
                  <a:pt x="2111581" y="323"/>
                </a:lnTo>
                <a:lnTo>
                  <a:pt x="2113498" y="438"/>
                </a:lnTo>
                <a:lnTo>
                  <a:pt x="2115419" y="586"/>
                </a:lnTo>
                <a:lnTo>
                  <a:pt x="2117346" y="767"/>
                </a:lnTo>
                <a:lnTo>
                  <a:pt x="2119277" y="981"/>
                </a:lnTo>
                <a:lnTo>
                  <a:pt x="2121214" y="1228"/>
                </a:lnTo>
                <a:lnTo>
                  <a:pt x="2123155" y="1507"/>
                </a:lnTo>
                <a:lnTo>
                  <a:pt x="2125101" y="1819"/>
                </a:lnTo>
                <a:lnTo>
                  <a:pt x="2127052" y="2165"/>
                </a:lnTo>
                <a:lnTo>
                  <a:pt x="2129008" y="2543"/>
                </a:lnTo>
                <a:lnTo>
                  <a:pt x="2129008" y="18063"/>
                </a:lnTo>
                <a:lnTo>
                  <a:pt x="2126909" y="17391"/>
                </a:lnTo>
                <a:lnTo>
                  <a:pt x="2124850" y="16777"/>
                </a:lnTo>
                <a:lnTo>
                  <a:pt x="2122832" y="16221"/>
                </a:lnTo>
                <a:lnTo>
                  <a:pt x="2120853" y="15725"/>
                </a:lnTo>
                <a:lnTo>
                  <a:pt x="2118915" y="15286"/>
                </a:lnTo>
                <a:lnTo>
                  <a:pt x="2117017" y="14906"/>
                </a:lnTo>
                <a:lnTo>
                  <a:pt x="2115159" y="14585"/>
                </a:lnTo>
                <a:lnTo>
                  <a:pt x="2113342" y="14322"/>
                </a:lnTo>
                <a:lnTo>
                  <a:pt x="2111564" y="14117"/>
                </a:lnTo>
                <a:lnTo>
                  <a:pt x="2109827" y="13971"/>
                </a:lnTo>
                <a:lnTo>
                  <a:pt x="2108130" y="13883"/>
                </a:lnTo>
                <a:lnTo>
                  <a:pt x="2106473" y="13854"/>
                </a:lnTo>
                <a:lnTo>
                  <a:pt x="2105185" y="13874"/>
                </a:lnTo>
                <a:lnTo>
                  <a:pt x="2103923" y="13934"/>
                </a:lnTo>
                <a:lnTo>
                  <a:pt x="2102686" y="14035"/>
                </a:lnTo>
                <a:lnTo>
                  <a:pt x="2101475" y="14175"/>
                </a:lnTo>
                <a:lnTo>
                  <a:pt x="2100290" y="14355"/>
                </a:lnTo>
                <a:lnTo>
                  <a:pt x="2099130" y="14576"/>
                </a:lnTo>
                <a:lnTo>
                  <a:pt x="2097995" y="14837"/>
                </a:lnTo>
                <a:lnTo>
                  <a:pt x="2096886" y="15138"/>
                </a:lnTo>
                <a:lnTo>
                  <a:pt x="2095803" y="15479"/>
                </a:lnTo>
                <a:lnTo>
                  <a:pt x="2094746" y="15860"/>
                </a:lnTo>
                <a:lnTo>
                  <a:pt x="2093713" y="16281"/>
                </a:lnTo>
                <a:lnTo>
                  <a:pt x="2092707" y="16742"/>
                </a:lnTo>
                <a:lnTo>
                  <a:pt x="2091731" y="17248"/>
                </a:lnTo>
                <a:lnTo>
                  <a:pt x="2090791" y="17805"/>
                </a:lnTo>
                <a:lnTo>
                  <a:pt x="2089887" y="18412"/>
                </a:lnTo>
                <a:lnTo>
                  <a:pt x="2089019" y="19069"/>
                </a:lnTo>
                <a:lnTo>
                  <a:pt x="2088187" y="19777"/>
                </a:lnTo>
                <a:lnTo>
                  <a:pt x="2087391" y="20536"/>
                </a:lnTo>
                <a:lnTo>
                  <a:pt x="2086631" y="21345"/>
                </a:lnTo>
                <a:lnTo>
                  <a:pt x="2085907" y="22204"/>
                </a:lnTo>
                <a:lnTo>
                  <a:pt x="2085218" y="23114"/>
                </a:lnTo>
                <a:lnTo>
                  <a:pt x="2084566" y="24074"/>
                </a:lnTo>
                <a:lnTo>
                  <a:pt x="2083949" y="25085"/>
                </a:lnTo>
                <a:lnTo>
                  <a:pt x="2083369" y="26146"/>
                </a:lnTo>
                <a:lnTo>
                  <a:pt x="2082829" y="27295"/>
                </a:lnTo>
                <a:lnTo>
                  <a:pt x="2082337" y="28571"/>
                </a:lnTo>
                <a:lnTo>
                  <a:pt x="2081892" y="29971"/>
                </a:lnTo>
                <a:lnTo>
                  <a:pt x="2081493" y="31498"/>
                </a:lnTo>
                <a:lnTo>
                  <a:pt x="2081141" y="33151"/>
                </a:lnTo>
                <a:lnTo>
                  <a:pt x="2080837" y="34929"/>
                </a:lnTo>
                <a:lnTo>
                  <a:pt x="2080579" y="36833"/>
                </a:lnTo>
                <a:lnTo>
                  <a:pt x="2080368" y="38863"/>
                </a:lnTo>
                <a:lnTo>
                  <a:pt x="2080204" y="41018"/>
                </a:lnTo>
                <a:lnTo>
                  <a:pt x="2080087" y="43300"/>
                </a:lnTo>
                <a:lnTo>
                  <a:pt x="2080016" y="45707"/>
                </a:lnTo>
                <a:lnTo>
                  <a:pt x="2079993" y="48240"/>
                </a:lnTo>
                <a:lnTo>
                  <a:pt x="2079993" y="54539"/>
                </a:lnTo>
                <a:lnTo>
                  <a:pt x="2118837" y="54539"/>
                </a:lnTo>
                <a:lnTo>
                  <a:pt x="2118837" y="68218"/>
                </a:lnTo>
                <a:lnTo>
                  <a:pt x="2079993" y="68218"/>
                </a:lnTo>
                <a:lnTo>
                  <a:pt x="2079993" y="144327"/>
                </a:lnTo>
                <a:lnTo>
                  <a:pt x="2063684" y="144327"/>
                </a:lnTo>
                <a:close/>
                <a:moveTo>
                  <a:pt x="2154549" y="144327"/>
                </a:moveTo>
                <a:lnTo>
                  <a:pt x="2154549" y="8242"/>
                </a:lnTo>
                <a:lnTo>
                  <a:pt x="2229343" y="8242"/>
                </a:lnTo>
                <a:lnTo>
                  <a:pt x="2229343" y="21921"/>
                </a:lnTo>
                <a:lnTo>
                  <a:pt x="2172261" y="21921"/>
                </a:lnTo>
                <a:lnTo>
                  <a:pt x="2172261" y="68042"/>
                </a:lnTo>
                <a:lnTo>
                  <a:pt x="2223907" y="68042"/>
                </a:lnTo>
                <a:lnTo>
                  <a:pt x="2223907" y="81721"/>
                </a:lnTo>
                <a:lnTo>
                  <a:pt x="2172261" y="81721"/>
                </a:lnTo>
                <a:lnTo>
                  <a:pt x="2172261" y="144327"/>
                </a:lnTo>
                <a:lnTo>
                  <a:pt x="2154549" y="144327"/>
                </a:lnTo>
                <a:close/>
                <a:moveTo>
                  <a:pt x="2254710" y="141792"/>
                </a:moveTo>
                <a:lnTo>
                  <a:pt x="2254710" y="124628"/>
                </a:lnTo>
                <a:lnTo>
                  <a:pt x="2258020" y="126234"/>
                </a:lnTo>
                <a:lnTo>
                  <a:pt x="2261255" y="127700"/>
                </a:lnTo>
                <a:lnTo>
                  <a:pt x="2264416" y="129027"/>
                </a:lnTo>
                <a:lnTo>
                  <a:pt x="2267502" y="130214"/>
                </a:lnTo>
                <a:lnTo>
                  <a:pt x="2270515" y="131261"/>
                </a:lnTo>
                <a:lnTo>
                  <a:pt x="2273453" y="132169"/>
                </a:lnTo>
                <a:lnTo>
                  <a:pt x="2276316" y="132936"/>
                </a:lnTo>
                <a:lnTo>
                  <a:pt x="2279106" y="133565"/>
                </a:lnTo>
                <a:lnTo>
                  <a:pt x="2281821" y="134054"/>
                </a:lnTo>
                <a:lnTo>
                  <a:pt x="2284462" y="134403"/>
                </a:lnTo>
                <a:lnTo>
                  <a:pt x="2287028" y="134612"/>
                </a:lnTo>
                <a:lnTo>
                  <a:pt x="2289521" y="134682"/>
                </a:lnTo>
                <a:lnTo>
                  <a:pt x="2291739" y="134625"/>
                </a:lnTo>
                <a:lnTo>
                  <a:pt x="2293891" y="134455"/>
                </a:lnTo>
                <a:lnTo>
                  <a:pt x="2295979" y="134171"/>
                </a:lnTo>
                <a:lnTo>
                  <a:pt x="2298002" y="133774"/>
                </a:lnTo>
                <a:lnTo>
                  <a:pt x="2299959" y="133263"/>
                </a:lnTo>
                <a:lnTo>
                  <a:pt x="2301851" y="132638"/>
                </a:lnTo>
                <a:lnTo>
                  <a:pt x="2303678" y="131901"/>
                </a:lnTo>
                <a:lnTo>
                  <a:pt x="2305440" y="131049"/>
                </a:lnTo>
                <a:lnTo>
                  <a:pt x="2307137" y="130084"/>
                </a:lnTo>
                <a:lnTo>
                  <a:pt x="2308768" y="129006"/>
                </a:lnTo>
                <a:lnTo>
                  <a:pt x="2310335" y="127814"/>
                </a:lnTo>
                <a:lnTo>
                  <a:pt x="2311836" y="126508"/>
                </a:lnTo>
                <a:lnTo>
                  <a:pt x="2313244" y="125113"/>
                </a:lnTo>
                <a:lnTo>
                  <a:pt x="2314529" y="123654"/>
                </a:lnTo>
                <a:lnTo>
                  <a:pt x="2315691" y="122129"/>
                </a:lnTo>
                <a:lnTo>
                  <a:pt x="2316732" y="120539"/>
                </a:lnTo>
                <a:lnTo>
                  <a:pt x="2317650" y="118885"/>
                </a:lnTo>
                <a:lnTo>
                  <a:pt x="2318445" y="117165"/>
                </a:lnTo>
                <a:lnTo>
                  <a:pt x="2319118" y="115380"/>
                </a:lnTo>
                <a:lnTo>
                  <a:pt x="2319669" y="113531"/>
                </a:lnTo>
                <a:lnTo>
                  <a:pt x="2320097" y="111616"/>
                </a:lnTo>
                <a:lnTo>
                  <a:pt x="2320403" y="109637"/>
                </a:lnTo>
                <a:lnTo>
                  <a:pt x="2320587" y="107593"/>
                </a:lnTo>
                <a:lnTo>
                  <a:pt x="2320648" y="105483"/>
                </a:lnTo>
                <a:lnTo>
                  <a:pt x="2320581" y="103360"/>
                </a:lnTo>
                <a:lnTo>
                  <a:pt x="2320379" y="101304"/>
                </a:lnTo>
                <a:lnTo>
                  <a:pt x="2320043" y="99314"/>
                </a:lnTo>
                <a:lnTo>
                  <a:pt x="2319572" y="97392"/>
                </a:lnTo>
                <a:lnTo>
                  <a:pt x="2318966" y="95536"/>
                </a:lnTo>
                <a:lnTo>
                  <a:pt x="2318226" y="93747"/>
                </a:lnTo>
                <a:lnTo>
                  <a:pt x="2317351" y="92024"/>
                </a:lnTo>
                <a:lnTo>
                  <a:pt x="2316342" y="90369"/>
                </a:lnTo>
                <a:lnTo>
                  <a:pt x="2315198" y="88780"/>
                </a:lnTo>
                <a:lnTo>
                  <a:pt x="2313920" y="87258"/>
                </a:lnTo>
                <a:lnTo>
                  <a:pt x="2312507" y="85803"/>
                </a:lnTo>
                <a:lnTo>
                  <a:pt x="2310959" y="84415"/>
                </a:lnTo>
                <a:lnTo>
                  <a:pt x="2309250" y="83116"/>
                </a:lnTo>
                <a:lnTo>
                  <a:pt x="2307353" y="81930"/>
                </a:lnTo>
                <a:lnTo>
                  <a:pt x="2305268" y="80858"/>
                </a:lnTo>
                <a:lnTo>
                  <a:pt x="2302995" y="79898"/>
                </a:lnTo>
                <a:lnTo>
                  <a:pt x="2300533" y="79051"/>
                </a:lnTo>
                <a:lnTo>
                  <a:pt x="2297883" y="78317"/>
                </a:lnTo>
                <a:lnTo>
                  <a:pt x="2295046" y="77696"/>
                </a:lnTo>
                <a:lnTo>
                  <a:pt x="2292020" y="77188"/>
                </a:lnTo>
                <a:lnTo>
                  <a:pt x="2288805" y="76793"/>
                </a:lnTo>
                <a:lnTo>
                  <a:pt x="2285403" y="76510"/>
                </a:lnTo>
                <a:lnTo>
                  <a:pt x="2281813" y="76341"/>
                </a:lnTo>
                <a:lnTo>
                  <a:pt x="2278034" y="76285"/>
                </a:lnTo>
                <a:lnTo>
                  <a:pt x="2269003" y="76285"/>
                </a:lnTo>
                <a:lnTo>
                  <a:pt x="2269003" y="62606"/>
                </a:lnTo>
                <a:lnTo>
                  <a:pt x="2281541" y="62606"/>
                </a:lnTo>
                <a:lnTo>
                  <a:pt x="2284325" y="62553"/>
                </a:lnTo>
                <a:lnTo>
                  <a:pt x="2286978" y="62394"/>
                </a:lnTo>
                <a:lnTo>
                  <a:pt x="2289499" y="62128"/>
                </a:lnTo>
                <a:lnTo>
                  <a:pt x="2291888" y="61757"/>
                </a:lnTo>
                <a:lnTo>
                  <a:pt x="2294146" y="61279"/>
                </a:lnTo>
                <a:lnTo>
                  <a:pt x="2296272" y="60695"/>
                </a:lnTo>
                <a:lnTo>
                  <a:pt x="2298267" y="60006"/>
                </a:lnTo>
                <a:lnTo>
                  <a:pt x="2300130" y="59210"/>
                </a:lnTo>
                <a:lnTo>
                  <a:pt x="2301862" y="58307"/>
                </a:lnTo>
                <a:lnTo>
                  <a:pt x="2303462" y="57299"/>
                </a:lnTo>
                <a:lnTo>
                  <a:pt x="2304931" y="56184"/>
                </a:lnTo>
                <a:lnTo>
                  <a:pt x="2306268" y="54964"/>
                </a:lnTo>
                <a:lnTo>
                  <a:pt x="2307487" y="53678"/>
                </a:lnTo>
                <a:lnTo>
                  <a:pt x="2308599" y="52369"/>
                </a:lnTo>
                <a:lnTo>
                  <a:pt x="2309606" y="51036"/>
                </a:lnTo>
                <a:lnTo>
                  <a:pt x="2310506" y="49680"/>
                </a:lnTo>
                <a:lnTo>
                  <a:pt x="2311301" y="48299"/>
                </a:lnTo>
                <a:lnTo>
                  <a:pt x="2311989" y="46896"/>
                </a:lnTo>
                <a:lnTo>
                  <a:pt x="2312572" y="45468"/>
                </a:lnTo>
                <a:lnTo>
                  <a:pt x="2313049" y="44017"/>
                </a:lnTo>
                <a:lnTo>
                  <a:pt x="2313420" y="42542"/>
                </a:lnTo>
                <a:lnTo>
                  <a:pt x="2313685" y="41043"/>
                </a:lnTo>
                <a:lnTo>
                  <a:pt x="2313844" y="39521"/>
                </a:lnTo>
                <a:lnTo>
                  <a:pt x="2313897" y="37975"/>
                </a:lnTo>
                <a:lnTo>
                  <a:pt x="2313853" y="36582"/>
                </a:lnTo>
                <a:lnTo>
                  <a:pt x="2313724" y="35225"/>
                </a:lnTo>
                <a:lnTo>
                  <a:pt x="2313507" y="33906"/>
                </a:lnTo>
                <a:lnTo>
                  <a:pt x="2313205" y="32623"/>
                </a:lnTo>
                <a:lnTo>
                  <a:pt x="2312816" y="31378"/>
                </a:lnTo>
                <a:lnTo>
                  <a:pt x="2312340" y="30169"/>
                </a:lnTo>
                <a:lnTo>
                  <a:pt x="2311778" y="28998"/>
                </a:lnTo>
                <a:lnTo>
                  <a:pt x="2311130" y="27864"/>
                </a:lnTo>
                <a:lnTo>
                  <a:pt x="2310395" y="26766"/>
                </a:lnTo>
                <a:lnTo>
                  <a:pt x="2309573" y="25706"/>
                </a:lnTo>
                <a:lnTo>
                  <a:pt x="2308665" y="24683"/>
                </a:lnTo>
                <a:lnTo>
                  <a:pt x="2307671" y="23696"/>
                </a:lnTo>
                <a:lnTo>
                  <a:pt x="2306587" y="22769"/>
                </a:lnTo>
                <a:lnTo>
                  <a:pt x="2305411" y="21921"/>
                </a:lnTo>
                <a:lnTo>
                  <a:pt x="2304142" y="21155"/>
                </a:lnTo>
                <a:lnTo>
                  <a:pt x="2302780" y="20469"/>
                </a:lnTo>
                <a:lnTo>
                  <a:pt x="2301326" y="19864"/>
                </a:lnTo>
                <a:lnTo>
                  <a:pt x="2299780" y="19340"/>
                </a:lnTo>
                <a:lnTo>
                  <a:pt x="2298140" y="18896"/>
                </a:lnTo>
                <a:lnTo>
                  <a:pt x="2296409" y="18533"/>
                </a:lnTo>
                <a:lnTo>
                  <a:pt x="2294584" y="18251"/>
                </a:lnTo>
                <a:lnTo>
                  <a:pt x="2292667" y="18049"/>
                </a:lnTo>
                <a:lnTo>
                  <a:pt x="2290658" y="17928"/>
                </a:lnTo>
                <a:lnTo>
                  <a:pt x="2288556" y="17887"/>
                </a:lnTo>
                <a:lnTo>
                  <a:pt x="2286130" y="17943"/>
                </a:lnTo>
                <a:lnTo>
                  <a:pt x="2283673" y="18111"/>
                </a:lnTo>
                <a:lnTo>
                  <a:pt x="2281185" y="18390"/>
                </a:lnTo>
                <a:lnTo>
                  <a:pt x="2278667" y="18780"/>
                </a:lnTo>
                <a:lnTo>
                  <a:pt x="2276119" y="19282"/>
                </a:lnTo>
                <a:lnTo>
                  <a:pt x="2273540" y="19896"/>
                </a:lnTo>
                <a:lnTo>
                  <a:pt x="2270931" y="20621"/>
                </a:lnTo>
                <a:lnTo>
                  <a:pt x="2268291" y="21458"/>
                </a:lnTo>
                <a:lnTo>
                  <a:pt x="2265621" y="22407"/>
                </a:lnTo>
                <a:lnTo>
                  <a:pt x="2262921" y="23467"/>
                </a:lnTo>
                <a:lnTo>
                  <a:pt x="2260190" y="24638"/>
                </a:lnTo>
                <a:lnTo>
                  <a:pt x="2257428" y="25921"/>
                </a:lnTo>
                <a:lnTo>
                  <a:pt x="2257428" y="10426"/>
                </a:lnTo>
                <a:lnTo>
                  <a:pt x="2260186" y="9433"/>
                </a:lnTo>
                <a:lnTo>
                  <a:pt x="2262904" y="8526"/>
                </a:lnTo>
                <a:lnTo>
                  <a:pt x="2265583" y="7706"/>
                </a:lnTo>
                <a:lnTo>
                  <a:pt x="2268223" y="6972"/>
                </a:lnTo>
                <a:lnTo>
                  <a:pt x="2270824" y="6324"/>
                </a:lnTo>
                <a:lnTo>
                  <a:pt x="2273387" y="5763"/>
                </a:lnTo>
                <a:lnTo>
                  <a:pt x="2275910" y="5288"/>
                </a:lnTo>
                <a:lnTo>
                  <a:pt x="2278394" y="4900"/>
                </a:lnTo>
                <a:lnTo>
                  <a:pt x="2280840" y="4597"/>
                </a:lnTo>
                <a:lnTo>
                  <a:pt x="2283246" y="4382"/>
                </a:lnTo>
                <a:lnTo>
                  <a:pt x="2285614" y="4252"/>
                </a:lnTo>
                <a:lnTo>
                  <a:pt x="2287942" y="4209"/>
                </a:lnTo>
                <a:lnTo>
                  <a:pt x="2291971" y="4277"/>
                </a:lnTo>
                <a:lnTo>
                  <a:pt x="2295786" y="4480"/>
                </a:lnTo>
                <a:lnTo>
                  <a:pt x="2299388" y="4819"/>
                </a:lnTo>
                <a:lnTo>
                  <a:pt x="2302775" y="5294"/>
                </a:lnTo>
                <a:lnTo>
                  <a:pt x="2305949" y="5905"/>
                </a:lnTo>
                <a:lnTo>
                  <a:pt x="2308910" y="6651"/>
                </a:lnTo>
                <a:lnTo>
                  <a:pt x="2311656" y="7533"/>
                </a:lnTo>
                <a:lnTo>
                  <a:pt x="2314189" y="8550"/>
                </a:lnTo>
                <a:lnTo>
                  <a:pt x="2316508" y="9704"/>
                </a:lnTo>
                <a:lnTo>
                  <a:pt x="2318613" y="10992"/>
                </a:lnTo>
                <a:lnTo>
                  <a:pt x="2320505" y="12417"/>
                </a:lnTo>
                <a:lnTo>
                  <a:pt x="2322183" y="13977"/>
                </a:lnTo>
                <a:lnTo>
                  <a:pt x="2323688" y="15625"/>
                </a:lnTo>
                <a:lnTo>
                  <a:pt x="2325063" y="17310"/>
                </a:lnTo>
                <a:lnTo>
                  <a:pt x="2326307" y="19034"/>
                </a:lnTo>
                <a:lnTo>
                  <a:pt x="2327419" y="20796"/>
                </a:lnTo>
                <a:lnTo>
                  <a:pt x="2328401" y="22597"/>
                </a:lnTo>
                <a:lnTo>
                  <a:pt x="2329252" y="24436"/>
                </a:lnTo>
                <a:lnTo>
                  <a:pt x="2329972" y="26313"/>
                </a:lnTo>
                <a:lnTo>
                  <a:pt x="2330561" y="28228"/>
                </a:lnTo>
                <a:lnTo>
                  <a:pt x="2331020" y="30182"/>
                </a:lnTo>
                <a:lnTo>
                  <a:pt x="2331347" y="32174"/>
                </a:lnTo>
                <a:lnTo>
                  <a:pt x="2331543" y="34205"/>
                </a:lnTo>
                <a:lnTo>
                  <a:pt x="2331609" y="36274"/>
                </a:lnTo>
                <a:lnTo>
                  <a:pt x="2331574" y="37814"/>
                </a:lnTo>
                <a:lnTo>
                  <a:pt x="2331470" y="39338"/>
                </a:lnTo>
                <a:lnTo>
                  <a:pt x="2331296" y="40847"/>
                </a:lnTo>
                <a:lnTo>
                  <a:pt x="2331053" y="42340"/>
                </a:lnTo>
                <a:lnTo>
                  <a:pt x="2330741" y="43816"/>
                </a:lnTo>
                <a:lnTo>
                  <a:pt x="2330359" y="45278"/>
                </a:lnTo>
                <a:lnTo>
                  <a:pt x="2329908" y="46723"/>
                </a:lnTo>
                <a:lnTo>
                  <a:pt x="2329387" y="48152"/>
                </a:lnTo>
                <a:lnTo>
                  <a:pt x="2328797" y="49566"/>
                </a:lnTo>
                <a:lnTo>
                  <a:pt x="2328138" y="50964"/>
                </a:lnTo>
                <a:lnTo>
                  <a:pt x="2327409" y="52346"/>
                </a:lnTo>
                <a:lnTo>
                  <a:pt x="2326611" y="53712"/>
                </a:lnTo>
                <a:lnTo>
                  <a:pt x="2325719" y="55057"/>
                </a:lnTo>
                <a:lnTo>
                  <a:pt x="2324711" y="56378"/>
                </a:lnTo>
                <a:lnTo>
                  <a:pt x="2323586" y="57675"/>
                </a:lnTo>
                <a:lnTo>
                  <a:pt x="2322343" y="58948"/>
                </a:lnTo>
                <a:lnTo>
                  <a:pt x="2320984" y="60196"/>
                </a:lnTo>
                <a:lnTo>
                  <a:pt x="2319508" y="61420"/>
                </a:lnTo>
                <a:lnTo>
                  <a:pt x="2317915" y="62620"/>
                </a:lnTo>
                <a:lnTo>
                  <a:pt x="2316206" y="63795"/>
                </a:lnTo>
                <a:lnTo>
                  <a:pt x="2314379" y="64946"/>
                </a:lnTo>
                <a:lnTo>
                  <a:pt x="2312435" y="66073"/>
                </a:lnTo>
                <a:lnTo>
                  <a:pt x="2310375" y="67175"/>
                </a:lnTo>
                <a:lnTo>
                  <a:pt x="2308197" y="68253"/>
                </a:lnTo>
                <a:lnTo>
                  <a:pt x="2310130" y="68848"/>
                </a:lnTo>
                <a:lnTo>
                  <a:pt x="2311982" y="69466"/>
                </a:lnTo>
                <a:lnTo>
                  <a:pt x="2313754" y="70105"/>
                </a:lnTo>
                <a:lnTo>
                  <a:pt x="2315446" y="70765"/>
                </a:lnTo>
                <a:lnTo>
                  <a:pt x="2317057" y="71448"/>
                </a:lnTo>
                <a:lnTo>
                  <a:pt x="2318588" y="72153"/>
                </a:lnTo>
                <a:lnTo>
                  <a:pt x="2320038" y="72880"/>
                </a:lnTo>
                <a:lnTo>
                  <a:pt x="2321408" y="73629"/>
                </a:lnTo>
                <a:lnTo>
                  <a:pt x="2322698" y="74400"/>
                </a:lnTo>
                <a:lnTo>
                  <a:pt x="2323907" y="75192"/>
                </a:lnTo>
                <a:lnTo>
                  <a:pt x="2325036" y="76007"/>
                </a:lnTo>
                <a:lnTo>
                  <a:pt x="2326085" y="76844"/>
                </a:lnTo>
                <a:lnTo>
                  <a:pt x="2327073" y="77704"/>
                </a:lnTo>
                <a:lnTo>
                  <a:pt x="2328020" y="78589"/>
                </a:lnTo>
                <a:lnTo>
                  <a:pt x="2328926" y="79500"/>
                </a:lnTo>
                <a:lnTo>
                  <a:pt x="2329792" y="80437"/>
                </a:lnTo>
                <a:lnTo>
                  <a:pt x="2330616" y="81399"/>
                </a:lnTo>
                <a:lnTo>
                  <a:pt x="2331400" y="82387"/>
                </a:lnTo>
                <a:lnTo>
                  <a:pt x="2332144" y="83400"/>
                </a:lnTo>
                <a:lnTo>
                  <a:pt x="2332846" y="84439"/>
                </a:lnTo>
                <a:lnTo>
                  <a:pt x="2333508" y="85504"/>
                </a:lnTo>
                <a:lnTo>
                  <a:pt x="2334128" y="86594"/>
                </a:lnTo>
                <a:lnTo>
                  <a:pt x="2334708" y="87710"/>
                </a:lnTo>
                <a:lnTo>
                  <a:pt x="2335248" y="88851"/>
                </a:lnTo>
                <a:lnTo>
                  <a:pt x="2335745" y="90016"/>
                </a:lnTo>
                <a:lnTo>
                  <a:pt x="2336199" y="91205"/>
                </a:lnTo>
                <a:lnTo>
                  <a:pt x="2336609" y="92417"/>
                </a:lnTo>
                <a:lnTo>
                  <a:pt x="2336977" y="93652"/>
                </a:lnTo>
                <a:lnTo>
                  <a:pt x="2337301" y="94910"/>
                </a:lnTo>
                <a:lnTo>
                  <a:pt x="2337582" y="96191"/>
                </a:lnTo>
                <a:lnTo>
                  <a:pt x="2337820" y="97495"/>
                </a:lnTo>
                <a:lnTo>
                  <a:pt x="2338014" y="98822"/>
                </a:lnTo>
                <a:lnTo>
                  <a:pt x="2338166" y="100173"/>
                </a:lnTo>
                <a:lnTo>
                  <a:pt x="2338274" y="101546"/>
                </a:lnTo>
                <a:lnTo>
                  <a:pt x="2338339" y="102943"/>
                </a:lnTo>
                <a:lnTo>
                  <a:pt x="2338360" y="104363"/>
                </a:lnTo>
                <a:lnTo>
                  <a:pt x="2338262" y="107501"/>
                </a:lnTo>
                <a:lnTo>
                  <a:pt x="2337967" y="110546"/>
                </a:lnTo>
                <a:lnTo>
                  <a:pt x="2337475" y="113500"/>
                </a:lnTo>
                <a:lnTo>
                  <a:pt x="2336787" y="116360"/>
                </a:lnTo>
                <a:lnTo>
                  <a:pt x="2335902" y="119128"/>
                </a:lnTo>
                <a:lnTo>
                  <a:pt x="2334820" y="121804"/>
                </a:lnTo>
                <a:lnTo>
                  <a:pt x="2333542" y="124387"/>
                </a:lnTo>
                <a:lnTo>
                  <a:pt x="2332067" y="126878"/>
                </a:lnTo>
                <a:lnTo>
                  <a:pt x="2330395" y="129276"/>
                </a:lnTo>
                <a:lnTo>
                  <a:pt x="2328526" y="131581"/>
                </a:lnTo>
                <a:lnTo>
                  <a:pt x="2326461" y="133794"/>
                </a:lnTo>
                <a:lnTo>
                  <a:pt x="2324199" y="135915"/>
                </a:lnTo>
                <a:lnTo>
                  <a:pt x="2321782" y="137903"/>
                </a:lnTo>
                <a:lnTo>
                  <a:pt x="2319249" y="139718"/>
                </a:lnTo>
                <a:lnTo>
                  <a:pt x="2316601" y="141360"/>
                </a:lnTo>
                <a:lnTo>
                  <a:pt x="2313838" y="142829"/>
                </a:lnTo>
                <a:lnTo>
                  <a:pt x="2310960" y="144126"/>
                </a:lnTo>
                <a:lnTo>
                  <a:pt x="2307967" y="145249"/>
                </a:lnTo>
                <a:lnTo>
                  <a:pt x="2304859" y="146200"/>
                </a:lnTo>
                <a:lnTo>
                  <a:pt x="2301636" y="146978"/>
                </a:lnTo>
                <a:lnTo>
                  <a:pt x="2298297" y="147583"/>
                </a:lnTo>
                <a:lnTo>
                  <a:pt x="2294844" y="148015"/>
                </a:lnTo>
                <a:lnTo>
                  <a:pt x="2291275" y="148274"/>
                </a:lnTo>
                <a:lnTo>
                  <a:pt x="2287592" y="148361"/>
                </a:lnTo>
                <a:lnTo>
                  <a:pt x="2286502" y="148354"/>
                </a:lnTo>
                <a:lnTo>
                  <a:pt x="2285396" y="148334"/>
                </a:lnTo>
                <a:lnTo>
                  <a:pt x="2284273" y="148300"/>
                </a:lnTo>
                <a:lnTo>
                  <a:pt x="2283134" y="148253"/>
                </a:lnTo>
                <a:lnTo>
                  <a:pt x="2281979" y="148193"/>
                </a:lnTo>
                <a:lnTo>
                  <a:pt x="2280807" y="148119"/>
                </a:lnTo>
                <a:lnTo>
                  <a:pt x="2279619" y="148032"/>
                </a:lnTo>
                <a:lnTo>
                  <a:pt x="2278414" y="147932"/>
                </a:lnTo>
                <a:lnTo>
                  <a:pt x="2277193" y="147818"/>
                </a:lnTo>
                <a:lnTo>
                  <a:pt x="2275955" y="147691"/>
                </a:lnTo>
                <a:lnTo>
                  <a:pt x="2274701" y="147550"/>
                </a:lnTo>
                <a:lnTo>
                  <a:pt x="2273431" y="147396"/>
                </a:lnTo>
                <a:lnTo>
                  <a:pt x="2272128" y="147210"/>
                </a:lnTo>
                <a:lnTo>
                  <a:pt x="2270779" y="146973"/>
                </a:lnTo>
                <a:lnTo>
                  <a:pt x="2269383" y="146685"/>
                </a:lnTo>
                <a:lnTo>
                  <a:pt x="2267941" y="146346"/>
                </a:lnTo>
                <a:lnTo>
                  <a:pt x="2266451" y="145956"/>
                </a:lnTo>
                <a:lnTo>
                  <a:pt x="2264914" y="145514"/>
                </a:lnTo>
                <a:lnTo>
                  <a:pt x="2263331" y="145022"/>
                </a:lnTo>
                <a:lnTo>
                  <a:pt x="2261701" y="144478"/>
                </a:lnTo>
                <a:lnTo>
                  <a:pt x="2260023" y="143883"/>
                </a:lnTo>
                <a:lnTo>
                  <a:pt x="2258299" y="143237"/>
                </a:lnTo>
                <a:lnTo>
                  <a:pt x="2256528" y="142541"/>
                </a:lnTo>
                <a:lnTo>
                  <a:pt x="2254710" y="141792"/>
                </a:lnTo>
                <a:close/>
                <a:moveTo>
                  <a:pt x="2444746" y="144327"/>
                </a:moveTo>
                <a:lnTo>
                  <a:pt x="2362411" y="144327"/>
                </a:lnTo>
                <a:lnTo>
                  <a:pt x="2362411" y="129322"/>
                </a:lnTo>
                <a:lnTo>
                  <a:pt x="2362428" y="128351"/>
                </a:lnTo>
                <a:lnTo>
                  <a:pt x="2362477" y="127369"/>
                </a:lnTo>
                <a:lnTo>
                  <a:pt x="2362559" y="126375"/>
                </a:lnTo>
                <a:lnTo>
                  <a:pt x="2362674" y="125370"/>
                </a:lnTo>
                <a:lnTo>
                  <a:pt x="2362822" y="124353"/>
                </a:lnTo>
                <a:lnTo>
                  <a:pt x="2363003" y="123324"/>
                </a:lnTo>
                <a:lnTo>
                  <a:pt x="2363217" y="122284"/>
                </a:lnTo>
                <a:lnTo>
                  <a:pt x="2363463" y="121232"/>
                </a:lnTo>
                <a:lnTo>
                  <a:pt x="2363743" y="120169"/>
                </a:lnTo>
                <a:lnTo>
                  <a:pt x="2364055" y="119094"/>
                </a:lnTo>
                <a:lnTo>
                  <a:pt x="2364401" y="118008"/>
                </a:lnTo>
                <a:lnTo>
                  <a:pt x="2364779" y="116910"/>
                </a:lnTo>
                <a:lnTo>
                  <a:pt x="2365203" y="115794"/>
                </a:lnTo>
                <a:lnTo>
                  <a:pt x="2365687" y="114656"/>
                </a:lnTo>
                <a:lnTo>
                  <a:pt x="2366231" y="113495"/>
                </a:lnTo>
                <a:lnTo>
                  <a:pt x="2366834" y="112312"/>
                </a:lnTo>
                <a:lnTo>
                  <a:pt x="2367497" y="111107"/>
                </a:lnTo>
                <a:lnTo>
                  <a:pt x="2368220" y="109878"/>
                </a:lnTo>
                <a:lnTo>
                  <a:pt x="2369003" y="108628"/>
                </a:lnTo>
                <a:lnTo>
                  <a:pt x="2369845" y="107354"/>
                </a:lnTo>
                <a:lnTo>
                  <a:pt x="2370747" y="106059"/>
                </a:lnTo>
                <a:lnTo>
                  <a:pt x="2371708" y="104740"/>
                </a:lnTo>
                <a:lnTo>
                  <a:pt x="2372729" y="103400"/>
                </a:lnTo>
                <a:lnTo>
                  <a:pt x="2373810" y="102036"/>
                </a:lnTo>
                <a:lnTo>
                  <a:pt x="2374926" y="100666"/>
                </a:lnTo>
                <a:lnTo>
                  <a:pt x="2376053" y="99304"/>
                </a:lnTo>
                <a:lnTo>
                  <a:pt x="2377191" y="97952"/>
                </a:lnTo>
                <a:lnTo>
                  <a:pt x="2378340" y="96608"/>
                </a:lnTo>
                <a:lnTo>
                  <a:pt x="2379500" y="95273"/>
                </a:lnTo>
                <a:lnTo>
                  <a:pt x="2380671" y="93946"/>
                </a:lnTo>
                <a:lnTo>
                  <a:pt x="2381853" y="92628"/>
                </a:lnTo>
                <a:lnTo>
                  <a:pt x="2383046" y="91319"/>
                </a:lnTo>
                <a:lnTo>
                  <a:pt x="2384250" y="90019"/>
                </a:lnTo>
                <a:lnTo>
                  <a:pt x="2385465" y="88728"/>
                </a:lnTo>
                <a:lnTo>
                  <a:pt x="2386690" y="87445"/>
                </a:lnTo>
                <a:lnTo>
                  <a:pt x="2387927" y="86171"/>
                </a:lnTo>
                <a:lnTo>
                  <a:pt x="2397222" y="76718"/>
                </a:lnTo>
                <a:lnTo>
                  <a:pt x="2397735" y="76183"/>
                </a:lnTo>
                <a:lnTo>
                  <a:pt x="2398342" y="75543"/>
                </a:lnTo>
                <a:lnTo>
                  <a:pt x="2399041" y="74797"/>
                </a:lnTo>
                <a:lnTo>
                  <a:pt x="2399833" y="73946"/>
                </a:lnTo>
                <a:lnTo>
                  <a:pt x="2400717" y="72988"/>
                </a:lnTo>
                <a:lnTo>
                  <a:pt x="2401693" y="71925"/>
                </a:lnTo>
                <a:lnTo>
                  <a:pt x="2402763" y="70756"/>
                </a:lnTo>
                <a:lnTo>
                  <a:pt x="2403924" y="69481"/>
                </a:lnTo>
                <a:lnTo>
                  <a:pt x="2405179" y="68101"/>
                </a:lnTo>
                <a:lnTo>
                  <a:pt x="2406526" y="66614"/>
                </a:lnTo>
                <a:lnTo>
                  <a:pt x="2407965" y="65022"/>
                </a:lnTo>
                <a:lnTo>
                  <a:pt x="2409497" y="63324"/>
                </a:lnTo>
                <a:lnTo>
                  <a:pt x="2411031" y="61607"/>
                </a:lnTo>
                <a:lnTo>
                  <a:pt x="2412475" y="59958"/>
                </a:lnTo>
                <a:lnTo>
                  <a:pt x="2413829" y="58378"/>
                </a:lnTo>
                <a:lnTo>
                  <a:pt x="2415094" y="56865"/>
                </a:lnTo>
                <a:lnTo>
                  <a:pt x="2416270" y="55420"/>
                </a:lnTo>
                <a:lnTo>
                  <a:pt x="2417356" y="54044"/>
                </a:lnTo>
                <a:lnTo>
                  <a:pt x="2418352" y="52735"/>
                </a:lnTo>
                <a:lnTo>
                  <a:pt x="2419259" y="51495"/>
                </a:lnTo>
                <a:lnTo>
                  <a:pt x="2420077" y="50323"/>
                </a:lnTo>
                <a:lnTo>
                  <a:pt x="2420805" y="49219"/>
                </a:lnTo>
                <a:lnTo>
                  <a:pt x="2421443" y="48183"/>
                </a:lnTo>
                <a:lnTo>
                  <a:pt x="2421992" y="47215"/>
                </a:lnTo>
                <a:lnTo>
                  <a:pt x="2422475" y="46282"/>
                </a:lnTo>
                <a:lnTo>
                  <a:pt x="2422916" y="45352"/>
                </a:lnTo>
                <a:lnTo>
                  <a:pt x="2423316" y="44424"/>
                </a:lnTo>
                <a:lnTo>
                  <a:pt x="2423673" y="43499"/>
                </a:lnTo>
                <a:lnTo>
                  <a:pt x="2423988" y="42576"/>
                </a:lnTo>
                <a:lnTo>
                  <a:pt x="2424261" y="41656"/>
                </a:lnTo>
                <a:lnTo>
                  <a:pt x="2424492" y="40738"/>
                </a:lnTo>
                <a:lnTo>
                  <a:pt x="2424681" y="39823"/>
                </a:lnTo>
                <a:lnTo>
                  <a:pt x="2424828" y="38910"/>
                </a:lnTo>
                <a:lnTo>
                  <a:pt x="2424933" y="37999"/>
                </a:lnTo>
                <a:lnTo>
                  <a:pt x="2424996" y="37091"/>
                </a:lnTo>
                <a:lnTo>
                  <a:pt x="2425017" y="36186"/>
                </a:lnTo>
                <a:lnTo>
                  <a:pt x="2424969" y="34754"/>
                </a:lnTo>
                <a:lnTo>
                  <a:pt x="2424822" y="33378"/>
                </a:lnTo>
                <a:lnTo>
                  <a:pt x="2424579" y="32058"/>
                </a:lnTo>
                <a:lnTo>
                  <a:pt x="2424238" y="30792"/>
                </a:lnTo>
                <a:lnTo>
                  <a:pt x="2423799" y="29582"/>
                </a:lnTo>
                <a:lnTo>
                  <a:pt x="2423264" y="28427"/>
                </a:lnTo>
                <a:lnTo>
                  <a:pt x="2422630" y="27328"/>
                </a:lnTo>
                <a:lnTo>
                  <a:pt x="2421900" y="26284"/>
                </a:lnTo>
                <a:lnTo>
                  <a:pt x="2421071" y="25295"/>
                </a:lnTo>
                <a:lnTo>
                  <a:pt x="2420146" y="24362"/>
                </a:lnTo>
                <a:lnTo>
                  <a:pt x="2419123" y="23483"/>
                </a:lnTo>
                <a:lnTo>
                  <a:pt x="2418003" y="22661"/>
                </a:lnTo>
                <a:lnTo>
                  <a:pt x="2416821" y="21898"/>
                </a:lnTo>
                <a:lnTo>
                  <a:pt x="2415616" y="21202"/>
                </a:lnTo>
                <a:lnTo>
                  <a:pt x="2414386" y="20572"/>
                </a:lnTo>
                <a:lnTo>
                  <a:pt x="2413131" y="20009"/>
                </a:lnTo>
                <a:lnTo>
                  <a:pt x="2411853" y="19512"/>
                </a:lnTo>
                <a:lnTo>
                  <a:pt x="2410549" y="19081"/>
                </a:lnTo>
                <a:lnTo>
                  <a:pt x="2409222" y="18716"/>
                </a:lnTo>
                <a:lnTo>
                  <a:pt x="2407870" y="18418"/>
                </a:lnTo>
                <a:lnTo>
                  <a:pt x="2406494" y="18186"/>
                </a:lnTo>
                <a:lnTo>
                  <a:pt x="2405094" y="18020"/>
                </a:lnTo>
                <a:lnTo>
                  <a:pt x="2403669" y="17921"/>
                </a:lnTo>
                <a:lnTo>
                  <a:pt x="2402220" y="17887"/>
                </a:lnTo>
                <a:lnTo>
                  <a:pt x="2401378" y="17895"/>
                </a:lnTo>
                <a:lnTo>
                  <a:pt x="2400521" y="17919"/>
                </a:lnTo>
                <a:lnTo>
                  <a:pt x="2399647" y="17959"/>
                </a:lnTo>
                <a:lnTo>
                  <a:pt x="2398756" y="18014"/>
                </a:lnTo>
                <a:lnTo>
                  <a:pt x="2397849" y="18085"/>
                </a:lnTo>
                <a:lnTo>
                  <a:pt x="2396926" y="18172"/>
                </a:lnTo>
                <a:lnTo>
                  <a:pt x="2395986" y="18275"/>
                </a:lnTo>
                <a:lnTo>
                  <a:pt x="2395029" y="18394"/>
                </a:lnTo>
                <a:lnTo>
                  <a:pt x="2394057" y="18529"/>
                </a:lnTo>
                <a:lnTo>
                  <a:pt x="2393068" y="18679"/>
                </a:lnTo>
                <a:lnTo>
                  <a:pt x="2392062" y="18845"/>
                </a:lnTo>
                <a:lnTo>
                  <a:pt x="2391040" y="19027"/>
                </a:lnTo>
                <a:lnTo>
                  <a:pt x="2390020" y="19220"/>
                </a:lnTo>
                <a:lnTo>
                  <a:pt x="2389022" y="19417"/>
                </a:lnTo>
                <a:lnTo>
                  <a:pt x="2388045" y="19621"/>
                </a:lnTo>
                <a:lnTo>
                  <a:pt x="2387089" y="19829"/>
                </a:lnTo>
                <a:lnTo>
                  <a:pt x="2386155" y="20043"/>
                </a:lnTo>
                <a:lnTo>
                  <a:pt x="2385242" y="20263"/>
                </a:lnTo>
                <a:lnTo>
                  <a:pt x="2384350" y="20488"/>
                </a:lnTo>
                <a:lnTo>
                  <a:pt x="2383480" y="20719"/>
                </a:lnTo>
                <a:lnTo>
                  <a:pt x="2382630" y="20955"/>
                </a:lnTo>
                <a:lnTo>
                  <a:pt x="2381803" y="21197"/>
                </a:lnTo>
                <a:lnTo>
                  <a:pt x="2380996" y="21444"/>
                </a:lnTo>
                <a:lnTo>
                  <a:pt x="2380211" y="21696"/>
                </a:lnTo>
                <a:lnTo>
                  <a:pt x="2379396" y="21974"/>
                </a:lnTo>
                <a:lnTo>
                  <a:pt x="2378501" y="22296"/>
                </a:lnTo>
                <a:lnTo>
                  <a:pt x="2377526" y="22662"/>
                </a:lnTo>
                <a:lnTo>
                  <a:pt x="2376470" y="23072"/>
                </a:lnTo>
                <a:lnTo>
                  <a:pt x="2375334" y="23527"/>
                </a:lnTo>
                <a:lnTo>
                  <a:pt x="2374117" y="24027"/>
                </a:lnTo>
                <a:lnTo>
                  <a:pt x="2372820" y="24570"/>
                </a:lnTo>
                <a:lnTo>
                  <a:pt x="2371443" y="25158"/>
                </a:lnTo>
                <a:lnTo>
                  <a:pt x="2369985" y="25791"/>
                </a:lnTo>
                <a:lnTo>
                  <a:pt x="2368447" y="26468"/>
                </a:lnTo>
                <a:lnTo>
                  <a:pt x="2366828" y="27189"/>
                </a:lnTo>
                <a:lnTo>
                  <a:pt x="2365129" y="27955"/>
                </a:lnTo>
                <a:lnTo>
                  <a:pt x="2365129" y="13476"/>
                </a:lnTo>
                <a:lnTo>
                  <a:pt x="2366971" y="12616"/>
                </a:lnTo>
                <a:lnTo>
                  <a:pt x="2368813" y="11802"/>
                </a:lnTo>
                <a:lnTo>
                  <a:pt x="2370656" y="11035"/>
                </a:lnTo>
                <a:lnTo>
                  <a:pt x="2372500" y="10313"/>
                </a:lnTo>
                <a:lnTo>
                  <a:pt x="2374344" y="9637"/>
                </a:lnTo>
                <a:lnTo>
                  <a:pt x="2376188" y="9007"/>
                </a:lnTo>
                <a:lnTo>
                  <a:pt x="2378034" y="8424"/>
                </a:lnTo>
                <a:lnTo>
                  <a:pt x="2379880" y="7886"/>
                </a:lnTo>
                <a:lnTo>
                  <a:pt x="2381726" y="7394"/>
                </a:lnTo>
                <a:lnTo>
                  <a:pt x="2383573" y="6949"/>
                </a:lnTo>
                <a:lnTo>
                  <a:pt x="2385421" y="6549"/>
                </a:lnTo>
                <a:lnTo>
                  <a:pt x="2387269" y="6195"/>
                </a:lnTo>
                <a:lnTo>
                  <a:pt x="2389091" y="5878"/>
                </a:lnTo>
                <a:lnTo>
                  <a:pt x="2390858" y="5588"/>
                </a:lnTo>
                <a:lnTo>
                  <a:pt x="2392572" y="5326"/>
                </a:lnTo>
                <a:lnTo>
                  <a:pt x="2394231" y="5092"/>
                </a:lnTo>
                <a:lnTo>
                  <a:pt x="2395835" y="4885"/>
                </a:lnTo>
                <a:lnTo>
                  <a:pt x="2397386" y="4705"/>
                </a:lnTo>
                <a:lnTo>
                  <a:pt x="2398882" y="4554"/>
                </a:lnTo>
                <a:lnTo>
                  <a:pt x="2400325" y="4430"/>
                </a:lnTo>
                <a:lnTo>
                  <a:pt x="2401713" y="4333"/>
                </a:lnTo>
                <a:lnTo>
                  <a:pt x="2403046" y="4264"/>
                </a:lnTo>
                <a:lnTo>
                  <a:pt x="2404326" y="4223"/>
                </a:lnTo>
                <a:lnTo>
                  <a:pt x="2405552" y="4209"/>
                </a:lnTo>
                <a:lnTo>
                  <a:pt x="2407308" y="4233"/>
                </a:lnTo>
                <a:lnTo>
                  <a:pt x="2409041" y="4305"/>
                </a:lnTo>
                <a:lnTo>
                  <a:pt x="2410749" y="4425"/>
                </a:lnTo>
                <a:lnTo>
                  <a:pt x="2412435" y="4594"/>
                </a:lnTo>
                <a:lnTo>
                  <a:pt x="2414096" y="4811"/>
                </a:lnTo>
                <a:lnTo>
                  <a:pt x="2415734" y="5075"/>
                </a:lnTo>
                <a:lnTo>
                  <a:pt x="2417348" y="5388"/>
                </a:lnTo>
                <a:lnTo>
                  <a:pt x="2418938" y="5749"/>
                </a:lnTo>
                <a:lnTo>
                  <a:pt x="2420504" y="6159"/>
                </a:lnTo>
                <a:lnTo>
                  <a:pt x="2422047" y="6616"/>
                </a:lnTo>
                <a:lnTo>
                  <a:pt x="2423566" y="7121"/>
                </a:lnTo>
                <a:lnTo>
                  <a:pt x="2425061" y="7675"/>
                </a:lnTo>
                <a:lnTo>
                  <a:pt x="2426513" y="8279"/>
                </a:lnTo>
                <a:lnTo>
                  <a:pt x="2427901" y="8936"/>
                </a:lnTo>
                <a:lnTo>
                  <a:pt x="2429226" y="9645"/>
                </a:lnTo>
                <a:lnTo>
                  <a:pt x="2430488" y="10408"/>
                </a:lnTo>
                <a:lnTo>
                  <a:pt x="2431686" y="11224"/>
                </a:lnTo>
                <a:lnTo>
                  <a:pt x="2432821" y="12093"/>
                </a:lnTo>
                <a:lnTo>
                  <a:pt x="2433893" y="13015"/>
                </a:lnTo>
                <a:lnTo>
                  <a:pt x="2434901" y="13989"/>
                </a:lnTo>
                <a:lnTo>
                  <a:pt x="2435846" y="15017"/>
                </a:lnTo>
                <a:lnTo>
                  <a:pt x="2436728" y="16098"/>
                </a:lnTo>
                <a:lnTo>
                  <a:pt x="2437546" y="17232"/>
                </a:lnTo>
                <a:lnTo>
                  <a:pt x="2438301" y="18419"/>
                </a:lnTo>
                <a:lnTo>
                  <a:pt x="2438995" y="19639"/>
                </a:lnTo>
                <a:lnTo>
                  <a:pt x="2439628" y="20872"/>
                </a:lnTo>
                <a:lnTo>
                  <a:pt x="2440200" y="22118"/>
                </a:lnTo>
                <a:lnTo>
                  <a:pt x="2440713" y="23378"/>
                </a:lnTo>
                <a:lnTo>
                  <a:pt x="2441165" y="24652"/>
                </a:lnTo>
                <a:lnTo>
                  <a:pt x="2441557" y="25939"/>
                </a:lnTo>
                <a:lnTo>
                  <a:pt x="2441888" y="27239"/>
                </a:lnTo>
                <a:lnTo>
                  <a:pt x="2442159" y="28553"/>
                </a:lnTo>
                <a:lnTo>
                  <a:pt x="2442370" y="29880"/>
                </a:lnTo>
                <a:lnTo>
                  <a:pt x="2442521" y="31220"/>
                </a:lnTo>
                <a:lnTo>
                  <a:pt x="2442611" y="32574"/>
                </a:lnTo>
                <a:lnTo>
                  <a:pt x="2442642" y="33942"/>
                </a:lnTo>
                <a:lnTo>
                  <a:pt x="2442603" y="35480"/>
                </a:lnTo>
                <a:lnTo>
                  <a:pt x="2442487" y="37024"/>
                </a:lnTo>
                <a:lnTo>
                  <a:pt x="2442294" y="38574"/>
                </a:lnTo>
                <a:lnTo>
                  <a:pt x="2442023" y="40130"/>
                </a:lnTo>
                <a:lnTo>
                  <a:pt x="2441675" y="41692"/>
                </a:lnTo>
                <a:lnTo>
                  <a:pt x="2441250" y="43261"/>
                </a:lnTo>
                <a:lnTo>
                  <a:pt x="2440747" y="44835"/>
                </a:lnTo>
                <a:lnTo>
                  <a:pt x="2440167" y="46416"/>
                </a:lnTo>
                <a:lnTo>
                  <a:pt x="2439510" y="48003"/>
                </a:lnTo>
                <a:lnTo>
                  <a:pt x="2438775" y="49595"/>
                </a:lnTo>
                <a:lnTo>
                  <a:pt x="2437963" y="51194"/>
                </a:lnTo>
                <a:lnTo>
                  <a:pt x="2437074" y="52799"/>
                </a:lnTo>
                <a:lnTo>
                  <a:pt x="2436077" y="54445"/>
                </a:lnTo>
                <a:lnTo>
                  <a:pt x="2434944" y="56168"/>
                </a:lnTo>
                <a:lnTo>
                  <a:pt x="2433673" y="57967"/>
                </a:lnTo>
                <a:lnTo>
                  <a:pt x="2432266" y="59842"/>
                </a:lnTo>
                <a:lnTo>
                  <a:pt x="2430721" y="61794"/>
                </a:lnTo>
                <a:lnTo>
                  <a:pt x="2429040" y="63822"/>
                </a:lnTo>
                <a:lnTo>
                  <a:pt x="2427221" y="65926"/>
                </a:lnTo>
                <a:lnTo>
                  <a:pt x="2425266" y="68107"/>
                </a:lnTo>
                <a:lnTo>
                  <a:pt x="2423173" y="70364"/>
                </a:lnTo>
                <a:lnTo>
                  <a:pt x="2420944" y="72698"/>
                </a:lnTo>
                <a:lnTo>
                  <a:pt x="2418577" y="75108"/>
                </a:lnTo>
                <a:lnTo>
                  <a:pt x="2416074" y="77594"/>
                </a:lnTo>
                <a:lnTo>
                  <a:pt x="2406078" y="87486"/>
                </a:lnTo>
                <a:lnTo>
                  <a:pt x="2397660" y="95715"/>
                </a:lnTo>
                <a:lnTo>
                  <a:pt x="2396351" y="97054"/>
                </a:lnTo>
                <a:lnTo>
                  <a:pt x="2395086" y="98385"/>
                </a:lnTo>
                <a:lnTo>
                  <a:pt x="2393862" y="99710"/>
                </a:lnTo>
                <a:lnTo>
                  <a:pt x="2392682" y="101027"/>
                </a:lnTo>
                <a:lnTo>
                  <a:pt x="2391543" y="102337"/>
                </a:lnTo>
                <a:lnTo>
                  <a:pt x="2390448" y="103639"/>
                </a:lnTo>
                <a:lnTo>
                  <a:pt x="2389395" y="104934"/>
                </a:lnTo>
                <a:lnTo>
                  <a:pt x="2388385" y="106222"/>
                </a:lnTo>
                <a:lnTo>
                  <a:pt x="2387417" y="107503"/>
                </a:lnTo>
                <a:lnTo>
                  <a:pt x="2386493" y="108776"/>
                </a:lnTo>
                <a:lnTo>
                  <a:pt x="2385610" y="110042"/>
                </a:lnTo>
                <a:lnTo>
                  <a:pt x="2384771" y="111301"/>
                </a:lnTo>
                <a:lnTo>
                  <a:pt x="2383983" y="112575"/>
                </a:lnTo>
                <a:lnTo>
                  <a:pt x="2383256" y="113890"/>
                </a:lnTo>
                <a:lnTo>
                  <a:pt x="2382589" y="115245"/>
                </a:lnTo>
                <a:lnTo>
                  <a:pt x="2381984" y="116640"/>
                </a:lnTo>
                <a:lnTo>
                  <a:pt x="2381440" y="118075"/>
                </a:lnTo>
                <a:lnTo>
                  <a:pt x="2380956" y="119550"/>
                </a:lnTo>
                <a:lnTo>
                  <a:pt x="2380534" y="121066"/>
                </a:lnTo>
                <a:lnTo>
                  <a:pt x="2380172" y="122621"/>
                </a:lnTo>
                <a:lnTo>
                  <a:pt x="2379871" y="124217"/>
                </a:lnTo>
                <a:lnTo>
                  <a:pt x="2379631" y="125853"/>
                </a:lnTo>
                <a:lnTo>
                  <a:pt x="2379452" y="127529"/>
                </a:lnTo>
                <a:lnTo>
                  <a:pt x="2379334" y="129246"/>
                </a:lnTo>
                <a:lnTo>
                  <a:pt x="2444746" y="129246"/>
                </a:lnTo>
                <a:lnTo>
                  <a:pt x="2444746" y="144327"/>
                </a:lnTo>
                <a:close/>
                <a:moveTo>
                  <a:pt x="2550693" y="176945"/>
                </a:moveTo>
                <a:lnTo>
                  <a:pt x="2546698" y="176622"/>
                </a:lnTo>
                <a:lnTo>
                  <a:pt x="2542809" y="176150"/>
                </a:lnTo>
                <a:lnTo>
                  <a:pt x="2539026" y="175528"/>
                </a:lnTo>
                <a:lnTo>
                  <a:pt x="2535349" y="174757"/>
                </a:lnTo>
                <a:lnTo>
                  <a:pt x="2531777" y="173837"/>
                </a:lnTo>
                <a:lnTo>
                  <a:pt x="2528312" y="172767"/>
                </a:lnTo>
                <a:lnTo>
                  <a:pt x="2524953" y="171548"/>
                </a:lnTo>
                <a:lnTo>
                  <a:pt x="2521699" y="170180"/>
                </a:lnTo>
                <a:lnTo>
                  <a:pt x="2518552" y="168663"/>
                </a:lnTo>
                <a:lnTo>
                  <a:pt x="2515510" y="166996"/>
                </a:lnTo>
                <a:lnTo>
                  <a:pt x="2512575" y="165180"/>
                </a:lnTo>
                <a:lnTo>
                  <a:pt x="2509745" y="163215"/>
                </a:lnTo>
                <a:lnTo>
                  <a:pt x="2507015" y="161116"/>
                </a:lnTo>
                <a:lnTo>
                  <a:pt x="2504378" y="158898"/>
                </a:lnTo>
                <a:lnTo>
                  <a:pt x="2501834" y="156561"/>
                </a:lnTo>
                <a:lnTo>
                  <a:pt x="2499384" y="154106"/>
                </a:lnTo>
                <a:lnTo>
                  <a:pt x="2497026" y="151532"/>
                </a:lnTo>
                <a:lnTo>
                  <a:pt x="2494762" y="148839"/>
                </a:lnTo>
                <a:lnTo>
                  <a:pt x="2492591" y="146028"/>
                </a:lnTo>
                <a:lnTo>
                  <a:pt x="2490513" y="143097"/>
                </a:lnTo>
                <a:lnTo>
                  <a:pt x="2488529" y="140048"/>
                </a:lnTo>
                <a:lnTo>
                  <a:pt x="2486637" y="136880"/>
                </a:lnTo>
                <a:lnTo>
                  <a:pt x="2484838" y="133594"/>
                </a:lnTo>
                <a:lnTo>
                  <a:pt x="2483133" y="130188"/>
                </a:lnTo>
                <a:lnTo>
                  <a:pt x="2481544" y="126722"/>
                </a:lnTo>
                <a:lnTo>
                  <a:pt x="2480092" y="123255"/>
                </a:lnTo>
                <a:lnTo>
                  <a:pt x="2478779" y="119787"/>
                </a:lnTo>
                <a:lnTo>
                  <a:pt x="2477604" y="116317"/>
                </a:lnTo>
                <a:lnTo>
                  <a:pt x="2476568" y="112846"/>
                </a:lnTo>
                <a:lnTo>
                  <a:pt x="2475669" y="109374"/>
                </a:lnTo>
                <a:lnTo>
                  <a:pt x="2474909" y="105901"/>
                </a:lnTo>
                <a:lnTo>
                  <a:pt x="2474287" y="102427"/>
                </a:lnTo>
                <a:lnTo>
                  <a:pt x="2473803" y="98951"/>
                </a:lnTo>
                <a:lnTo>
                  <a:pt x="2473458" y="95474"/>
                </a:lnTo>
                <a:lnTo>
                  <a:pt x="2473250" y="91996"/>
                </a:lnTo>
                <a:lnTo>
                  <a:pt x="2473181" y="88517"/>
                </a:lnTo>
                <a:lnTo>
                  <a:pt x="2473250" y="85037"/>
                </a:lnTo>
                <a:lnTo>
                  <a:pt x="2473458" y="81559"/>
                </a:lnTo>
                <a:lnTo>
                  <a:pt x="2473803" y="78082"/>
                </a:lnTo>
                <a:lnTo>
                  <a:pt x="2474287" y="74607"/>
                </a:lnTo>
                <a:lnTo>
                  <a:pt x="2474909" y="71133"/>
                </a:lnTo>
                <a:lnTo>
                  <a:pt x="2475669" y="67659"/>
                </a:lnTo>
                <a:lnTo>
                  <a:pt x="2476568" y="64188"/>
                </a:lnTo>
                <a:lnTo>
                  <a:pt x="2477604" y="60717"/>
                </a:lnTo>
                <a:lnTo>
                  <a:pt x="2478779" y="57248"/>
                </a:lnTo>
                <a:lnTo>
                  <a:pt x="2480092" y="53780"/>
                </a:lnTo>
                <a:lnTo>
                  <a:pt x="2481544" y="50313"/>
                </a:lnTo>
                <a:lnTo>
                  <a:pt x="2483133" y="46848"/>
                </a:lnTo>
                <a:lnTo>
                  <a:pt x="2484838" y="43442"/>
                </a:lnTo>
                <a:lnTo>
                  <a:pt x="2486637" y="40155"/>
                </a:lnTo>
                <a:lnTo>
                  <a:pt x="2488529" y="36986"/>
                </a:lnTo>
                <a:lnTo>
                  <a:pt x="2490513" y="33937"/>
                </a:lnTo>
                <a:lnTo>
                  <a:pt x="2492591" y="31006"/>
                </a:lnTo>
                <a:lnTo>
                  <a:pt x="2494762" y="28194"/>
                </a:lnTo>
                <a:lnTo>
                  <a:pt x="2497026" y="25501"/>
                </a:lnTo>
                <a:lnTo>
                  <a:pt x="2499384" y="22927"/>
                </a:lnTo>
                <a:lnTo>
                  <a:pt x="2501834" y="20472"/>
                </a:lnTo>
                <a:lnTo>
                  <a:pt x="2504378" y="18135"/>
                </a:lnTo>
                <a:lnTo>
                  <a:pt x="2507015" y="15917"/>
                </a:lnTo>
                <a:lnTo>
                  <a:pt x="2509745" y="13818"/>
                </a:lnTo>
                <a:lnTo>
                  <a:pt x="2512575" y="11852"/>
                </a:lnTo>
                <a:lnTo>
                  <a:pt x="2515510" y="10035"/>
                </a:lnTo>
                <a:lnTo>
                  <a:pt x="2518552" y="8365"/>
                </a:lnTo>
                <a:lnTo>
                  <a:pt x="2521699" y="6843"/>
                </a:lnTo>
                <a:lnTo>
                  <a:pt x="2524953" y="5469"/>
                </a:lnTo>
                <a:lnTo>
                  <a:pt x="2528312" y="4244"/>
                </a:lnTo>
                <a:lnTo>
                  <a:pt x="2531777" y="3166"/>
                </a:lnTo>
                <a:lnTo>
                  <a:pt x="2535349" y="2237"/>
                </a:lnTo>
                <a:lnTo>
                  <a:pt x="2539026" y="1456"/>
                </a:lnTo>
                <a:lnTo>
                  <a:pt x="2542809" y="822"/>
                </a:lnTo>
                <a:lnTo>
                  <a:pt x="2546698" y="337"/>
                </a:lnTo>
                <a:lnTo>
                  <a:pt x="2550693" y="0"/>
                </a:lnTo>
                <a:lnTo>
                  <a:pt x="2550693" y="13679"/>
                </a:lnTo>
                <a:lnTo>
                  <a:pt x="2547675" y="14019"/>
                </a:lnTo>
                <a:lnTo>
                  <a:pt x="2544727" y="14484"/>
                </a:lnTo>
                <a:lnTo>
                  <a:pt x="2541851" y="15073"/>
                </a:lnTo>
                <a:lnTo>
                  <a:pt x="2539046" y="15788"/>
                </a:lnTo>
                <a:lnTo>
                  <a:pt x="2536312" y="16627"/>
                </a:lnTo>
                <a:lnTo>
                  <a:pt x="2533650" y="17592"/>
                </a:lnTo>
                <a:lnTo>
                  <a:pt x="2531059" y="18681"/>
                </a:lnTo>
                <a:lnTo>
                  <a:pt x="2528539" y="19894"/>
                </a:lnTo>
                <a:lnTo>
                  <a:pt x="2526090" y="21233"/>
                </a:lnTo>
                <a:lnTo>
                  <a:pt x="2523712" y="22697"/>
                </a:lnTo>
                <a:lnTo>
                  <a:pt x="2521406" y="24285"/>
                </a:lnTo>
                <a:lnTo>
                  <a:pt x="2519171" y="25998"/>
                </a:lnTo>
                <a:lnTo>
                  <a:pt x="2517011" y="27814"/>
                </a:lnTo>
                <a:lnTo>
                  <a:pt x="2514929" y="29711"/>
                </a:lnTo>
                <a:lnTo>
                  <a:pt x="2512926" y="31689"/>
                </a:lnTo>
                <a:lnTo>
                  <a:pt x="2511002" y="33748"/>
                </a:lnTo>
                <a:lnTo>
                  <a:pt x="2509156" y="35888"/>
                </a:lnTo>
                <a:lnTo>
                  <a:pt x="2507389" y="38109"/>
                </a:lnTo>
                <a:lnTo>
                  <a:pt x="2505700" y="40411"/>
                </a:lnTo>
                <a:lnTo>
                  <a:pt x="2504090" y="42794"/>
                </a:lnTo>
                <a:lnTo>
                  <a:pt x="2502558" y="45258"/>
                </a:lnTo>
                <a:lnTo>
                  <a:pt x="2501105" y="47803"/>
                </a:lnTo>
                <a:lnTo>
                  <a:pt x="2499730" y="50429"/>
                </a:lnTo>
                <a:lnTo>
                  <a:pt x="2498434" y="53136"/>
                </a:lnTo>
                <a:lnTo>
                  <a:pt x="2497230" y="55900"/>
                </a:lnTo>
                <a:lnTo>
                  <a:pt x="2496130" y="58697"/>
                </a:lnTo>
                <a:lnTo>
                  <a:pt x="2495135" y="61526"/>
                </a:lnTo>
                <a:lnTo>
                  <a:pt x="2494245" y="64389"/>
                </a:lnTo>
                <a:lnTo>
                  <a:pt x="2493459" y="67284"/>
                </a:lnTo>
                <a:lnTo>
                  <a:pt x="2492778" y="70213"/>
                </a:lnTo>
                <a:lnTo>
                  <a:pt x="2492202" y="73174"/>
                </a:lnTo>
                <a:lnTo>
                  <a:pt x="2491731" y="76168"/>
                </a:lnTo>
                <a:lnTo>
                  <a:pt x="2491365" y="79195"/>
                </a:lnTo>
                <a:lnTo>
                  <a:pt x="2491103" y="82254"/>
                </a:lnTo>
                <a:lnTo>
                  <a:pt x="2490946" y="85347"/>
                </a:lnTo>
                <a:lnTo>
                  <a:pt x="2490893" y="88473"/>
                </a:lnTo>
                <a:lnTo>
                  <a:pt x="2490946" y="91598"/>
                </a:lnTo>
                <a:lnTo>
                  <a:pt x="2491103" y="94691"/>
                </a:lnTo>
                <a:lnTo>
                  <a:pt x="2491365" y="97751"/>
                </a:lnTo>
                <a:lnTo>
                  <a:pt x="2491731" y="100778"/>
                </a:lnTo>
                <a:lnTo>
                  <a:pt x="2492202" y="103772"/>
                </a:lnTo>
                <a:lnTo>
                  <a:pt x="2492778" y="106733"/>
                </a:lnTo>
                <a:lnTo>
                  <a:pt x="2493459" y="109661"/>
                </a:lnTo>
                <a:lnTo>
                  <a:pt x="2494245" y="112556"/>
                </a:lnTo>
                <a:lnTo>
                  <a:pt x="2495135" y="115419"/>
                </a:lnTo>
                <a:lnTo>
                  <a:pt x="2496130" y="118249"/>
                </a:lnTo>
                <a:lnTo>
                  <a:pt x="2497230" y="121045"/>
                </a:lnTo>
                <a:lnTo>
                  <a:pt x="2498434" y="123809"/>
                </a:lnTo>
                <a:lnTo>
                  <a:pt x="2499730" y="126516"/>
                </a:lnTo>
                <a:lnTo>
                  <a:pt x="2501105" y="129141"/>
                </a:lnTo>
                <a:lnTo>
                  <a:pt x="2502558" y="131684"/>
                </a:lnTo>
                <a:lnTo>
                  <a:pt x="2504090" y="134146"/>
                </a:lnTo>
                <a:lnTo>
                  <a:pt x="2505700" y="136526"/>
                </a:lnTo>
                <a:lnTo>
                  <a:pt x="2507389" y="138825"/>
                </a:lnTo>
                <a:lnTo>
                  <a:pt x="2509156" y="141042"/>
                </a:lnTo>
                <a:lnTo>
                  <a:pt x="2511002" y="143177"/>
                </a:lnTo>
                <a:lnTo>
                  <a:pt x="2512926" y="145231"/>
                </a:lnTo>
                <a:lnTo>
                  <a:pt x="2514929" y="147204"/>
                </a:lnTo>
                <a:lnTo>
                  <a:pt x="2517011" y="149094"/>
                </a:lnTo>
                <a:lnTo>
                  <a:pt x="2519171" y="150903"/>
                </a:lnTo>
                <a:lnTo>
                  <a:pt x="2521406" y="152610"/>
                </a:lnTo>
                <a:lnTo>
                  <a:pt x="2523712" y="154194"/>
                </a:lnTo>
                <a:lnTo>
                  <a:pt x="2526090" y="155655"/>
                </a:lnTo>
                <a:lnTo>
                  <a:pt x="2528539" y="156992"/>
                </a:lnTo>
                <a:lnTo>
                  <a:pt x="2531059" y="158207"/>
                </a:lnTo>
                <a:lnTo>
                  <a:pt x="2533650" y="159299"/>
                </a:lnTo>
                <a:lnTo>
                  <a:pt x="2536312" y="160268"/>
                </a:lnTo>
                <a:lnTo>
                  <a:pt x="2539046" y="161114"/>
                </a:lnTo>
                <a:lnTo>
                  <a:pt x="2541851" y="161836"/>
                </a:lnTo>
                <a:lnTo>
                  <a:pt x="2544727" y="162436"/>
                </a:lnTo>
                <a:lnTo>
                  <a:pt x="2547675" y="162913"/>
                </a:lnTo>
                <a:lnTo>
                  <a:pt x="2550693" y="163267"/>
                </a:lnTo>
                <a:lnTo>
                  <a:pt x="2550693" y="176945"/>
                </a:lnTo>
                <a:close/>
                <a:moveTo>
                  <a:pt x="2659534" y="140250"/>
                </a:moveTo>
                <a:lnTo>
                  <a:pt x="2657664" y="141032"/>
                </a:lnTo>
                <a:lnTo>
                  <a:pt x="2655881" y="141759"/>
                </a:lnTo>
                <a:lnTo>
                  <a:pt x="2654186" y="142432"/>
                </a:lnTo>
                <a:lnTo>
                  <a:pt x="2652578" y="143050"/>
                </a:lnTo>
                <a:lnTo>
                  <a:pt x="2651058" y="143614"/>
                </a:lnTo>
                <a:lnTo>
                  <a:pt x="2649626" y="144123"/>
                </a:lnTo>
                <a:lnTo>
                  <a:pt x="2648282" y="144577"/>
                </a:lnTo>
                <a:lnTo>
                  <a:pt x="2647025" y="144977"/>
                </a:lnTo>
                <a:lnTo>
                  <a:pt x="2645856" y="145323"/>
                </a:lnTo>
                <a:lnTo>
                  <a:pt x="2644774" y="145614"/>
                </a:lnTo>
                <a:lnTo>
                  <a:pt x="2643780" y="145850"/>
                </a:lnTo>
                <a:lnTo>
                  <a:pt x="2642874" y="146031"/>
                </a:lnTo>
                <a:lnTo>
                  <a:pt x="2642015" y="146179"/>
                </a:lnTo>
                <a:lnTo>
                  <a:pt x="2641160" y="146314"/>
                </a:lnTo>
                <a:lnTo>
                  <a:pt x="2640310" y="146437"/>
                </a:lnTo>
                <a:lnTo>
                  <a:pt x="2639464" y="146546"/>
                </a:lnTo>
                <a:lnTo>
                  <a:pt x="2638624" y="146642"/>
                </a:lnTo>
                <a:lnTo>
                  <a:pt x="2637789" y="146726"/>
                </a:lnTo>
                <a:lnTo>
                  <a:pt x="2636958" y="146797"/>
                </a:lnTo>
                <a:lnTo>
                  <a:pt x="2636133" y="146855"/>
                </a:lnTo>
                <a:lnTo>
                  <a:pt x="2635312" y="146900"/>
                </a:lnTo>
                <a:lnTo>
                  <a:pt x="2634496" y="146932"/>
                </a:lnTo>
                <a:lnTo>
                  <a:pt x="2633685" y="146951"/>
                </a:lnTo>
                <a:lnTo>
                  <a:pt x="2632878" y="146958"/>
                </a:lnTo>
                <a:lnTo>
                  <a:pt x="2631181" y="146930"/>
                </a:lnTo>
                <a:lnTo>
                  <a:pt x="2629508" y="146848"/>
                </a:lnTo>
                <a:lnTo>
                  <a:pt x="2627859" y="146711"/>
                </a:lnTo>
                <a:lnTo>
                  <a:pt x="2626234" y="146519"/>
                </a:lnTo>
                <a:lnTo>
                  <a:pt x="2624634" y="146273"/>
                </a:lnTo>
                <a:lnTo>
                  <a:pt x="2623058" y="145971"/>
                </a:lnTo>
                <a:lnTo>
                  <a:pt x="2621506" y="145615"/>
                </a:lnTo>
                <a:lnTo>
                  <a:pt x="2619979" y="145204"/>
                </a:lnTo>
                <a:lnTo>
                  <a:pt x="2618476" y="144738"/>
                </a:lnTo>
                <a:lnTo>
                  <a:pt x="2616998" y="144217"/>
                </a:lnTo>
                <a:lnTo>
                  <a:pt x="2615544" y="143642"/>
                </a:lnTo>
                <a:lnTo>
                  <a:pt x="2614114" y="143012"/>
                </a:lnTo>
                <a:lnTo>
                  <a:pt x="2612726" y="142328"/>
                </a:lnTo>
                <a:lnTo>
                  <a:pt x="2611395" y="141592"/>
                </a:lnTo>
                <a:lnTo>
                  <a:pt x="2610122" y="140803"/>
                </a:lnTo>
                <a:lnTo>
                  <a:pt x="2608907" y="139962"/>
                </a:lnTo>
                <a:lnTo>
                  <a:pt x="2607750" y="139069"/>
                </a:lnTo>
                <a:lnTo>
                  <a:pt x="2606650" y="138123"/>
                </a:lnTo>
                <a:lnTo>
                  <a:pt x="2605609" y="137125"/>
                </a:lnTo>
                <a:lnTo>
                  <a:pt x="2604625" y="136075"/>
                </a:lnTo>
                <a:lnTo>
                  <a:pt x="2603699" y="134972"/>
                </a:lnTo>
                <a:lnTo>
                  <a:pt x="2602831" y="133817"/>
                </a:lnTo>
                <a:lnTo>
                  <a:pt x="2602021" y="132610"/>
                </a:lnTo>
                <a:lnTo>
                  <a:pt x="2601269" y="131350"/>
                </a:lnTo>
                <a:lnTo>
                  <a:pt x="2600575" y="130005"/>
                </a:lnTo>
                <a:lnTo>
                  <a:pt x="2599942" y="128544"/>
                </a:lnTo>
                <a:lnTo>
                  <a:pt x="2599370" y="126966"/>
                </a:lnTo>
                <a:lnTo>
                  <a:pt x="2598857" y="125271"/>
                </a:lnTo>
                <a:lnTo>
                  <a:pt x="2598405" y="123458"/>
                </a:lnTo>
                <a:lnTo>
                  <a:pt x="2598013" y="121529"/>
                </a:lnTo>
                <a:lnTo>
                  <a:pt x="2597682" y="119483"/>
                </a:lnTo>
                <a:lnTo>
                  <a:pt x="2597410" y="117321"/>
                </a:lnTo>
                <a:lnTo>
                  <a:pt x="2597200" y="115041"/>
                </a:lnTo>
                <a:lnTo>
                  <a:pt x="2597049" y="112644"/>
                </a:lnTo>
                <a:lnTo>
                  <a:pt x="2596958" y="110130"/>
                </a:lnTo>
                <a:lnTo>
                  <a:pt x="2596928" y="107500"/>
                </a:lnTo>
                <a:lnTo>
                  <a:pt x="2596928" y="68042"/>
                </a:lnTo>
                <a:lnTo>
                  <a:pt x="2572465" y="68042"/>
                </a:lnTo>
                <a:lnTo>
                  <a:pt x="2572465" y="54364"/>
                </a:lnTo>
                <a:lnTo>
                  <a:pt x="2596928" y="54364"/>
                </a:lnTo>
                <a:lnTo>
                  <a:pt x="2596928" y="14906"/>
                </a:lnTo>
                <a:lnTo>
                  <a:pt x="2613237" y="14906"/>
                </a:lnTo>
                <a:lnTo>
                  <a:pt x="2613237" y="54364"/>
                </a:lnTo>
                <a:lnTo>
                  <a:pt x="2656816" y="54364"/>
                </a:lnTo>
                <a:lnTo>
                  <a:pt x="2656816" y="68042"/>
                </a:lnTo>
                <a:lnTo>
                  <a:pt x="2613237" y="68042"/>
                </a:lnTo>
                <a:lnTo>
                  <a:pt x="2613237" y="107185"/>
                </a:lnTo>
                <a:lnTo>
                  <a:pt x="2613257" y="109107"/>
                </a:lnTo>
                <a:lnTo>
                  <a:pt x="2613315" y="110932"/>
                </a:lnTo>
                <a:lnTo>
                  <a:pt x="2613413" y="112660"/>
                </a:lnTo>
                <a:lnTo>
                  <a:pt x="2613549" y="114292"/>
                </a:lnTo>
                <a:lnTo>
                  <a:pt x="2613725" y="115827"/>
                </a:lnTo>
                <a:lnTo>
                  <a:pt x="2613939" y="117266"/>
                </a:lnTo>
                <a:lnTo>
                  <a:pt x="2614192" y="118608"/>
                </a:lnTo>
                <a:lnTo>
                  <a:pt x="2614484" y="119853"/>
                </a:lnTo>
                <a:lnTo>
                  <a:pt x="2614816" y="121001"/>
                </a:lnTo>
                <a:lnTo>
                  <a:pt x="2615186" y="122053"/>
                </a:lnTo>
                <a:lnTo>
                  <a:pt x="2615595" y="123008"/>
                </a:lnTo>
                <a:lnTo>
                  <a:pt x="2616043" y="123867"/>
                </a:lnTo>
                <a:lnTo>
                  <a:pt x="2616524" y="124658"/>
                </a:lnTo>
                <a:lnTo>
                  <a:pt x="2617031" y="125414"/>
                </a:lnTo>
                <a:lnTo>
                  <a:pt x="2617564" y="126134"/>
                </a:lnTo>
                <a:lnTo>
                  <a:pt x="2618123" y="126819"/>
                </a:lnTo>
                <a:lnTo>
                  <a:pt x="2618709" y="127467"/>
                </a:lnTo>
                <a:lnTo>
                  <a:pt x="2619320" y="128080"/>
                </a:lnTo>
                <a:lnTo>
                  <a:pt x="2619958" y="128656"/>
                </a:lnTo>
                <a:lnTo>
                  <a:pt x="2620622" y="129197"/>
                </a:lnTo>
                <a:lnTo>
                  <a:pt x="2621312" y="129702"/>
                </a:lnTo>
                <a:lnTo>
                  <a:pt x="2622029" y="130171"/>
                </a:lnTo>
                <a:lnTo>
                  <a:pt x="2622771" y="130604"/>
                </a:lnTo>
                <a:lnTo>
                  <a:pt x="2623540" y="131002"/>
                </a:lnTo>
                <a:lnTo>
                  <a:pt x="2624334" y="131366"/>
                </a:lnTo>
                <a:lnTo>
                  <a:pt x="2625151" y="131698"/>
                </a:lnTo>
                <a:lnTo>
                  <a:pt x="2625993" y="131998"/>
                </a:lnTo>
                <a:lnTo>
                  <a:pt x="2626858" y="132267"/>
                </a:lnTo>
                <a:lnTo>
                  <a:pt x="2627746" y="132504"/>
                </a:lnTo>
                <a:lnTo>
                  <a:pt x="2628659" y="132710"/>
                </a:lnTo>
                <a:lnTo>
                  <a:pt x="2629595" y="132884"/>
                </a:lnTo>
                <a:lnTo>
                  <a:pt x="2630555" y="133026"/>
                </a:lnTo>
                <a:lnTo>
                  <a:pt x="2631539" y="133137"/>
                </a:lnTo>
                <a:lnTo>
                  <a:pt x="2632546" y="133216"/>
                </a:lnTo>
                <a:lnTo>
                  <a:pt x="2633577" y="133263"/>
                </a:lnTo>
                <a:lnTo>
                  <a:pt x="2634632" y="133279"/>
                </a:lnTo>
                <a:lnTo>
                  <a:pt x="2636614" y="133227"/>
                </a:lnTo>
                <a:lnTo>
                  <a:pt x="2638612" y="133072"/>
                </a:lnTo>
                <a:lnTo>
                  <a:pt x="2640628" y="132814"/>
                </a:lnTo>
                <a:lnTo>
                  <a:pt x="2642660" y="132452"/>
                </a:lnTo>
                <a:lnTo>
                  <a:pt x="2644710" y="131987"/>
                </a:lnTo>
                <a:lnTo>
                  <a:pt x="2646776" y="131418"/>
                </a:lnTo>
                <a:lnTo>
                  <a:pt x="2648860" y="130747"/>
                </a:lnTo>
                <a:lnTo>
                  <a:pt x="2650961" y="129971"/>
                </a:lnTo>
                <a:lnTo>
                  <a:pt x="2653079" y="129093"/>
                </a:lnTo>
                <a:lnTo>
                  <a:pt x="2655213" y="128111"/>
                </a:lnTo>
                <a:lnTo>
                  <a:pt x="2657365" y="127025"/>
                </a:lnTo>
                <a:lnTo>
                  <a:pt x="2659534" y="125837"/>
                </a:lnTo>
                <a:lnTo>
                  <a:pt x="2659534" y="140250"/>
                </a:lnTo>
                <a:close/>
                <a:moveTo>
                  <a:pt x="2766446" y="137663"/>
                </a:moveTo>
                <a:lnTo>
                  <a:pt x="2763202" y="139148"/>
                </a:lnTo>
                <a:lnTo>
                  <a:pt x="2759987" y="140503"/>
                </a:lnTo>
                <a:lnTo>
                  <a:pt x="2756801" y="141729"/>
                </a:lnTo>
                <a:lnTo>
                  <a:pt x="2753644" y="142827"/>
                </a:lnTo>
                <a:lnTo>
                  <a:pt x="2750517" y="143795"/>
                </a:lnTo>
                <a:lnTo>
                  <a:pt x="2747419" y="144634"/>
                </a:lnTo>
                <a:lnTo>
                  <a:pt x="2744350" y="145344"/>
                </a:lnTo>
                <a:lnTo>
                  <a:pt x="2741310" y="145925"/>
                </a:lnTo>
                <a:lnTo>
                  <a:pt x="2738300" y="146377"/>
                </a:lnTo>
                <a:lnTo>
                  <a:pt x="2735318" y="146699"/>
                </a:lnTo>
                <a:lnTo>
                  <a:pt x="2732366" y="146893"/>
                </a:lnTo>
                <a:lnTo>
                  <a:pt x="2729444" y="146958"/>
                </a:lnTo>
                <a:lnTo>
                  <a:pt x="2727256" y="146912"/>
                </a:lnTo>
                <a:lnTo>
                  <a:pt x="2725108" y="146775"/>
                </a:lnTo>
                <a:lnTo>
                  <a:pt x="2722999" y="146547"/>
                </a:lnTo>
                <a:lnTo>
                  <a:pt x="2720929" y="146228"/>
                </a:lnTo>
                <a:lnTo>
                  <a:pt x="2718897" y="145818"/>
                </a:lnTo>
                <a:lnTo>
                  <a:pt x="2716905" y="145316"/>
                </a:lnTo>
                <a:lnTo>
                  <a:pt x="2714952" y="144724"/>
                </a:lnTo>
                <a:lnTo>
                  <a:pt x="2713037" y="144040"/>
                </a:lnTo>
                <a:lnTo>
                  <a:pt x="2711162" y="143265"/>
                </a:lnTo>
                <a:lnTo>
                  <a:pt x="2709325" y="142398"/>
                </a:lnTo>
                <a:lnTo>
                  <a:pt x="2707528" y="141441"/>
                </a:lnTo>
                <a:lnTo>
                  <a:pt x="2705769" y="140392"/>
                </a:lnTo>
                <a:lnTo>
                  <a:pt x="2704059" y="139259"/>
                </a:lnTo>
                <a:lnTo>
                  <a:pt x="2702407" y="138047"/>
                </a:lnTo>
                <a:lnTo>
                  <a:pt x="2700812" y="136757"/>
                </a:lnTo>
                <a:lnTo>
                  <a:pt x="2699276" y="135388"/>
                </a:lnTo>
                <a:lnTo>
                  <a:pt x="2697797" y="133941"/>
                </a:lnTo>
                <a:lnTo>
                  <a:pt x="2696376" y="132416"/>
                </a:lnTo>
                <a:lnTo>
                  <a:pt x="2695013" y="130812"/>
                </a:lnTo>
                <a:lnTo>
                  <a:pt x="2693708" y="129130"/>
                </a:lnTo>
                <a:lnTo>
                  <a:pt x="2692460" y="127369"/>
                </a:lnTo>
                <a:lnTo>
                  <a:pt x="2691271" y="125530"/>
                </a:lnTo>
                <a:lnTo>
                  <a:pt x="2690139" y="123613"/>
                </a:lnTo>
                <a:lnTo>
                  <a:pt x="2689065" y="121617"/>
                </a:lnTo>
                <a:lnTo>
                  <a:pt x="2688064" y="119570"/>
                </a:lnTo>
                <a:lnTo>
                  <a:pt x="2687150" y="117499"/>
                </a:lnTo>
                <a:lnTo>
                  <a:pt x="2686323" y="115404"/>
                </a:lnTo>
                <a:lnTo>
                  <a:pt x="2685582" y="113286"/>
                </a:lnTo>
                <a:lnTo>
                  <a:pt x="2684929" y="111144"/>
                </a:lnTo>
                <a:lnTo>
                  <a:pt x="2684363" y="108978"/>
                </a:lnTo>
                <a:lnTo>
                  <a:pt x="2683884" y="106789"/>
                </a:lnTo>
                <a:lnTo>
                  <a:pt x="2683493" y="104576"/>
                </a:lnTo>
                <a:lnTo>
                  <a:pt x="2683188" y="102339"/>
                </a:lnTo>
                <a:lnTo>
                  <a:pt x="2682970" y="100079"/>
                </a:lnTo>
                <a:lnTo>
                  <a:pt x="2682840" y="97795"/>
                </a:lnTo>
                <a:lnTo>
                  <a:pt x="2682796" y="95487"/>
                </a:lnTo>
                <a:lnTo>
                  <a:pt x="2682837" y="93262"/>
                </a:lnTo>
                <a:lnTo>
                  <a:pt x="2682962" y="91052"/>
                </a:lnTo>
                <a:lnTo>
                  <a:pt x="2683169" y="88856"/>
                </a:lnTo>
                <a:lnTo>
                  <a:pt x="2683459" y="86675"/>
                </a:lnTo>
                <a:lnTo>
                  <a:pt x="2683831" y="84509"/>
                </a:lnTo>
                <a:lnTo>
                  <a:pt x="2684287" y="82357"/>
                </a:lnTo>
                <a:lnTo>
                  <a:pt x="2684825" y="80219"/>
                </a:lnTo>
                <a:lnTo>
                  <a:pt x="2685446" y="78097"/>
                </a:lnTo>
                <a:lnTo>
                  <a:pt x="2686150" y="75989"/>
                </a:lnTo>
                <a:lnTo>
                  <a:pt x="2686937" y="73895"/>
                </a:lnTo>
                <a:lnTo>
                  <a:pt x="2687806" y="71816"/>
                </a:lnTo>
                <a:lnTo>
                  <a:pt x="2688759" y="69752"/>
                </a:lnTo>
                <a:lnTo>
                  <a:pt x="2689785" y="67733"/>
                </a:lnTo>
                <a:lnTo>
                  <a:pt x="2690878" y="65790"/>
                </a:lnTo>
                <a:lnTo>
                  <a:pt x="2692036" y="63922"/>
                </a:lnTo>
                <a:lnTo>
                  <a:pt x="2693260" y="62131"/>
                </a:lnTo>
                <a:lnTo>
                  <a:pt x="2694549" y="60416"/>
                </a:lnTo>
                <a:lnTo>
                  <a:pt x="2695905" y="58777"/>
                </a:lnTo>
                <a:lnTo>
                  <a:pt x="2697326" y="57214"/>
                </a:lnTo>
                <a:lnTo>
                  <a:pt x="2698813" y="55727"/>
                </a:lnTo>
                <a:lnTo>
                  <a:pt x="2700366" y="54315"/>
                </a:lnTo>
                <a:lnTo>
                  <a:pt x="2701984" y="52980"/>
                </a:lnTo>
                <a:lnTo>
                  <a:pt x="2703668" y="51722"/>
                </a:lnTo>
                <a:lnTo>
                  <a:pt x="2705418" y="50539"/>
                </a:lnTo>
                <a:lnTo>
                  <a:pt x="2707218" y="49441"/>
                </a:lnTo>
                <a:lnTo>
                  <a:pt x="2709052" y="48439"/>
                </a:lnTo>
                <a:lnTo>
                  <a:pt x="2710921" y="47532"/>
                </a:lnTo>
                <a:lnTo>
                  <a:pt x="2712823" y="46721"/>
                </a:lnTo>
                <a:lnTo>
                  <a:pt x="2714759" y="46005"/>
                </a:lnTo>
                <a:lnTo>
                  <a:pt x="2716730" y="45384"/>
                </a:lnTo>
                <a:lnTo>
                  <a:pt x="2718734" y="44859"/>
                </a:lnTo>
                <a:lnTo>
                  <a:pt x="2720773" y="44430"/>
                </a:lnTo>
                <a:lnTo>
                  <a:pt x="2722845" y="44096"/>
                </a:lnTo>
                <a:lnTo>
                  <a:pt x="2724952" y="43857"/>
                </a:lnTo>
                <a:lnTo>
                  <a:pt x="2727093" y="43714"/>
                </a:lnTo>
                <a:lnTo>
                  <a:pt x="2729268" y="43666"/>
                </a:lnTo>
                <a:lnTo>
                  <a:pt x="2732129" y="43753"/>
                </a:lnTo>
                <a:lnTo>
                  <a:pt x="2734893" y="44011"/>
                </a:lnTo>
                <a:lnTo>
                  <a:pt x="2737563" y="44442"/>
                </a:lnTo>
                <a:lnTo>
                  <a:pt x="2740136" y="45046"/>
                </a:lnTo>
                <a:lnTo>
                  <a:pt x="2742614" y="45821"/>
                </a:lnTo>
                <a:lnTo>
                  <a:pt x="2744997" y="46770"/>
                </a:lnTo>
                <a:lnTo>
                  <a:pt x="2747283" y="47890"/>
                </a:lnTo>
                <a:lnTo>
                  <a:pt x="2749474" y="49183"/>
                </a:lnTo>
                <a:lnTo>
                  <a:pt x="2751570" y="50649"/>
                </a:lnTo>
                <a:lnTo>
                  <a:pt x="2753570" y="52286"/>
                </a:lnTo>
                <a:lnTo>
                  <a:pt x="2755474" y="54097"/>
                </a:lnTo>
                <a:lnTo>
                  <a:pt x="2757283" y="56079"/>
                </a:lnTo>
                <a:lnTo>
                  <a:pt x="2758971" y="58241"/>
                </a:lnTo>
                <a:lnTo>
                  <a:pt x="2760512" y="60590"/>
                </a:lnTo>
                <a:lnTo>
                  <a:pt x="2761906" y="63125"/>
                </a:lnTo>
                <a:lnTo>
                  <a:pt x="2763153" y="65848"/>
                </a:lnTo>
                <a:lnTo>
                  <a:pt x="2764254" y="68757"/>
                </a:lnTo>
                <a:lnTo>
                  <a:pt x="2765208" y="71854"/>
                </a:lnTo>
                <a:lnTo>
                  <a:pt x="2766015" y="75137"/>
                </a:lnTo>
                <a:lnTo>
                  <a:pt x="2766675" y="78608"/>
                </a:lnTo>
                <a:lnTo>
                  <a:pt x="2767189" y="82265"/>
                </a:lnTo>
                <a:lnTo>
                  <a:pt x="2767556" y="86109"/>
                </a:lnTo>
                <a:lnTo>
                  <a:pt x="2767776" y="90140"/>
                </a:lnTo>
                <a:lnTo>
                  <a:pt x="2767849" y="94358"/>
                </a:lnTo>
                <a:lnTo>
                  <a:pt x="2767849" y="97855"/>
                </a:lnTo>
                <a:lnTo>
                  <a:pt x="2700333" y="97855"/>
                </a:lnTo>
                <a:lnTo>
                  <a:pt x="2700362" y="99538"/>
                </a:lnTo>
                <a:lnTo>
                  <a:pt x="2700451" y="101197"/>
                </a:lnTo>
                <a:lnTo>
                  <a:pt x="2700599" y="102831"/>
                </a:lnTo>
                <a:lnTo>
                  <a:pt x="2700805" y="104441"/>
                </a:lnTo>
                <a:lnTo>
                  <a:pt x="2701071" y="106026"/>
                </a:lnTo>
                <a:lnTo>
                  <a:pt x="2701396" y="107588"/>
                </a:lnTo>
                <a:lnTo>
                  <a:pt x="2701780" y="109125"/>
                </a:lnTo>
                <a:lnTo>
                  <a:pt x="2702223" y="110637"/>
                </a:lnTo>
                <a:lnTo>
                  <a:pt x="2702725" y="112125"/>
                </a:lnTo>
                <a:lnTo>
                  <a:pt x="2703286" y="113589"/>
                </a:lnTo>
                <a:lnTo>
                  <a:pt x="2703906" y="115029"/>
                </a:lnTo>
                <a:lnTo>
                  <a:pt x="2704585" y="116444"/>
                </a:lnTo>
                <a:lnTo>
                  <a:pt x="2705313" y="117817"/>
                </a:lnTo>
                <a:lnTo>
                  <a:pt x="2706077" y="119133"/>
                </a:lnTo>
                <a:lnTo>
                  <a:pt x="2706879" y="120389"/>
                </a:lnTo>
                <a:lnTo>
                  <a:pt x="2707718" y="121588"/>
                </a:lnTo>
                <a:lnTo>
                  <a:pt x="2708594" y="122728"/>
                </a:lnTo>
                <a:lnTo>
                  <a:pt x="2709507" y="123809"/>
                </a:lnTo>
                <a:lnTo>
                  <a:pt x="2710457" y="124832"/>
                </a:lnTo>
                <a:lnTo>
                  <a:pt x="2711444" y="125797"/>
                </a:lnTo>
                <a:lnTo>
                  <a:pt x="2712469" y="126703"/>
                </a:lnTo>
                <a:lnTo>
                  <a:pt x="2713530" y="127550"/>
                </a:lnTo>
                <a:lnTo>
                  <a:pt x="2714629" y="128339"/>
                </a:lnTo>
                <a:lnTo>
                  <a:pt x="2715765" y="129070"/>
                </a:lnTo>
                <a:lnTo>
                  <a:pt x="2716933" y="129742"/>
                </a:lnTo>
                <a:lnTo>
                  <a:pt x="2718128" y="130356"/>
                </a:lnTo>
                <a:lnTo>
                  <a:pt x="2719349" y="130911"/>
                </a:lnTo>
                <a:lnTo>
                  <a:pt x="2720597" y="131408"/>
                </a:lnTo>
                <a:lnTo>
                  <a:pt x="2721872" y="131847"/>
                </a:lnTo>
                <a:lnTo>
                  <a:pt x="2723174" y="132227"/>
                </a:lnTo>
                <a:lnTo>
                  <a:pt x="2724503" y="132548"/>
                </a:lnTo>
                <a:lnTo>
                  <a:pt x="2725858" y="132811"/>
                </a:lnTo>
                <a:lnTo>
                  <a:pt x="2727241" y="133016"/>
                </a:lnTo>
                <a:lnTo>
                  <a:pt x="2728650" y="133162"/>
                </a:lnTo>
                <a:lnTo>
                  <a:pt x="2730085" y="133250"/>
                </a:lnTo>
                <a:lnTo>
                  <a:pt x="2731548" y="133279"/>
                </a:lnTo>
                <a:lnTo>
                  <a:pt x="2734202" y="133206"/>
                </a:lnTo>
                <a:lnTo>
                  <a:pt x="2736902" y="132987"/>
                </a:lnTo>
                <a:lnTo>
                  <a:pt x="2739648" y="132621"/>
                </a:lnTo>
                <a:lnTo>
                  <a:pt x="2742440" y="132110"/>
                </a:lnTo>
                <a:lnTo>
                  <a:pt x="2745279" y="131452"/>
                </a:lnTo>
                <a:lnTo>
                  <a:pt x="2748164" y="130648"/>
                </a:lnTo>
                <a:lnTo>
                  <a:pt x="2751095" y="129699"/>
                </a:lnTo>
                <a:lnTo>
                  <a:pt x="2754073" y="128602"/>
                </a:lnTo>
                <a:lnTo>
                  <a:pt x="2757097" y="127360"/>
                </a:lnTo>
                <a:lnTo>
                  <a:pt x="2760167" y="125972"/>
                </a:lnTo>
                <a:lnTo>
                  <a:pt x="2763283" y="124438"/>
                </a:lnTo>
                <a:lnTo>
                  <a:pt x="2766446" y="122757"/>
                </a:lnTo>
                <a:lnTo>
                  <a:pt x="2766446" y="137663"/>
                </a:lnTo>
                <a:moveTo>
                  <a:pt x="2701297" y="85579"/>
                </a:moveTo>
                <a:lnTo>
                  <a:pt x="2750137" y="85579"/>
                </a:lnTo>
                <a:lnTo>
                  <a:pt x="2750137" y="83242"/>
                </a:lnTo>
                <a:lnTo>
                  <a:pt x="2750096" y="81298"/>
                </a:lnTo>
                <a:lnTo>
                  <a:pt x="2749974" y="79421"/>
                </a:lnTo>
                <a:lnTo>
                  <a:pt x="2749770" y="77611"/>
                </a:lnTo>
                <a:lnTo>
                  <a:pt x="2749484" y="75869"/>
                </a:lnTo>
                <a:lnTo>
                  <a:pt x="2749117" y="74195"/>
                </a:lnTo>
                <a:lnTo>
                  <a:pt x="2748668" y="72588"/>
                </a:lnTo>
                <a:lnTo>
                  <a:pt x="2748138" y="71048"/>
                </a:lnTo>
                <a:lnTo>
                  <a:pt x="2747526" y="69575"/>
                </a:lnTo>
                <a:lnTo>
                  <a:pt x="2746832" y="68170"/>
                </a:lnTo>
                <a:lnTo>
                  <a:pt x="2746057" y="66833"/>
                </a:lnTo>
                <a:lnTo>
                  <a:pt x="2745201" y="65563"/>
                </a:lnTo>
                <a:lnTo>
                  <a:pt x="2744262" y="64360"/>
                </a:lnTo>
                <a:lnTo>
                  <a:pt x="2743256" y="63239"/>
                </a:lnTo>
                <a:lnTo>
                  <a:pt x="2742194" y="62216"/>
                </a:lnTo>
                <a:lnTo>
                  <a:pt x="2741078" y="61291"/>
                </a:lnTo>
                <a:lnTo>
                  <a:pt x="2739907" y="60463"/>
                </a:lnTo>
                <a:lnTo>
                  <a:pt x="2738682" y="59732"/>
                </a:lnTo>
                <a:lnTo>
                  <a:pt x="2737401" y="59099"/>
                </a:lnTo>
                <a:lnTo>
                  <a:pt x="2736066" y="58563"/>
                </a:lnTo>
                <a:lnTo>
                  <a:pt x="2734675" y="58124"/>
                </a:lnTo>
                <a:lnTo>
                  <a:pt x="2733231" y="57783"/>
                </a:lnTo>
                <a:lnTo>
                  <a:pt x="2731731" y="57540"/>
                </a:lnTo>
                <a:lnTo>
                  <a:pt x="2730176" y="57394"/>
                </a:lnTo>
                <a:lnTo>
                  <a:pt x="2728567" y="57345"/>
                </a:lnTo>
                <a:lnTo>
                  <a:pt x="2726934" y="57395"/>
                </a:lnTo>
                <a:lnTo>
                  <a:pt x="2725338" y="57544"/>
                </a:lnTo>
                <a:lnTo>
                  <a:pt x="2723780" y="57792"/>
                </a:lnTo>
                <a:lnTo>
                  <a:pt x="2722259" y="58139"/>
                </a:lnTo>
                <a:lnTo>
                  <a:pt x="2720774" y="58586"/>
                </a:lnTo>
                <a:lnTo>
                  <a:pt x="2719327" y="59132"/>
                </a:lnTo>
                <a:lnTo>
                  <a:pt x="2717917" y="59777"/>
                </a:lnTo>
                <a:lnTo>
                  <a:pt x="2716544" y="60521"/>
                </a:lnTo>
                <a:lnTo>
                  <a:pt x="2715209" y="61365"/>
                </a:lnTo>
                <a:lnTo>
                  <a:pt x="2713910" y="62308"/>
                </a:lnTo>
                <a:lnTo>
                  <a:pt x="2712649" y="63350"/>
                </a:lnTo>
                <a:lnTo>
                  <a:pt x="2711425" y="64491"/>
                </a:lnTo>
                <a:lnTo>
                  <a:pt x="2710249" y="65729"/>
                </a:lnTo>
                <a:lnTo>
                  <a:pt x="2709134" y="67061"/>
                </a:lnTo>
                <a:lnTo>
                  <a:pt x="2708079" y="68488"/>
                </a:lnTo>
                <a:lnTo>
                  <a:pt x="2707084" y="70009"/>
                </a:lnTo>
                <a:lnTo>
                  <a:pt x="2706150" y="71625"/>
                </a:lnTo>
                <a:lnTo>
                  <a:pt x="2705276" y="73335"/>
                </a:lnTo>
                <a:lnTo>
                  <a:pt x="2704462" y="75139"/>
                </a:lnTo>
                <a:lnTo>
                  <a:pt x="2703709" y="77038"/>
                </a:lnTo>
                <a:lnTo>
                  <a:pt x="2703015" y="79032"/>
                </a:lnTo>
                <a:lnTo>
                  <a:pt x="2702382" y="81120"/>
                </a:lnTo>
                <a:lnTo>
                  <a:pt x="2701810" y="83302"/>
                </a:lnTo>
                <a:lnTo>
                  <a:pt x="2701297" y="85579"/>
                </a:lnTo>
                <a:close/>
                <a:moveTo>
                  <a:pt x="2792339" y="144327"/>
                </a:moveTo>
                <a:lnTo>
                  <a:pt x="2792339" y="46297"/>
                </a:lnTo>
                <a:lnTo>
                  <a:pt x="2808648" y="46297"/>
                </a:lnTo>
                <a:lnTo>
                  <a:pt x="2808648" y="67859"/>
                </a:lnTo>
                <a:lnTo>
                  <a:pt x="2809837" y="66001"/>
                </a:lnTo>
                <a:lnTo>
                  <a:pt x="2811067" y="64213"/>
                </a:lnTo>
                <a:lnTo>
                  <a:pt x="2812336" y="62492"/>
                </a:lnTo>
                <a:lnTo>
                  <a:pt x="2813646" y="60840"/>
                </a:lnTo>
                <a:lnTo>
                  <a:pt x="2814996" y="59257"/>
                </a:lnTo>
                <a:lnTo>
                  <a:pt x="2816386" y="57742"/>
                </a:lnTo>
                <a:lnTo>
                  <a:pt x="2817817" y="56295"/>
                </a:lnTo>
                <a:lnTo>
                  <a:pt x="2819287" y="54917"/>
                </a:lnTo>
                <a:lnTo>
                  <a:pt x="2820798" y="53607"/>
                </a:lnTo>
                <a:lnTo>
                  <a:pt x="2822349" y="52366"/>
                </a:lnTo>
                <a:lnTo>
                  <a:pt x="2823940" y="51193"/>
                </a:lnTo>
                <a:lnTo>
                  <a:pt x="2825571" y="50089"/>
                </a:lnTo>
                <a:lnTo>
                  <a:pt x="2827222" y="49063"/>
                </a:lnTo>
                <a:lnTo>
                  <a:pt x="2828874" y="48127"/>
                </a:lnTo>
                <a:lnTo>
                  <a:pt x="2830525" y="47279"/>
                </a:lnTo>
                <a:lnTo>
                  <a:pt x="2832177" y="46521"/>
                </a:lnTo>
                <a:lnTo>
                  <a:pt x="2833828" y="45852"/>
                </a:lnTo>
                <a:lnTo>
                  <a:pt x="2835479" y="45272"/>
                </a:lnTo>
                <a:lnTo>
                  <a:pt x="2837131" y="44781"/>
                </a:lnTo>
                <a:lnTo>
                  <a:pt x="2838782" y="44380"/>
                </a:lnTo>
                <a:lnTo>
                  <a:pt x="2840433" y="44068"/>
                </a:lnTo>
                <a:lnTo>
                  <a:pt x="2842085" y="43845"/>
                </a:lnTo>
                <a:lnTo>
                  <a:pt x="2843736" y="43711"/>
                </a:lnTo>
                <a:lnTo>
                  <a:pt x="2845388" y="43666"/>
                </a:lnTo>
                <a:lnTo>
                  <a:pt x="2846823" y="43698"/>
                </a:lnTo>
                <a:lnTo>
                  <a:pt x="2848237" y="43794"/>
                </a:lnTo>
                <a:lnTo>
                  <a:pt x="2849629" y="43954"/>
                </a:lnTo>
                <a:lnTo>
                  <a:pt x="2850999" y="44178"/>
                </a:lnTo>
                <a:lnTo>
                  <a:pt x="2852347" y="44466"/>
                </a:lnTo>
                <a:lnTo>
                  <a:pt x="2853674" y="44817"/>
                </a:lnTo>
                <a:lnTo>
                  <a:pt x="2854978" y="45233"/>
                </a:lnTo>
                <a:lnTo>
                  <a:pt x="2856260" y="45712"/>
                </a:lnTo>
                <a:lnTo>
                  <a:pt x="2857521" y="46256"/>
                </a:lnTo>
                <a:lnTo>
                  <a:pt x="2858759" y="46863"/>
                </a:lnTo>
                <a:lnTo>
                  <a:pt x="2859976" y="47535"/>
                </a:lnTo>
                <a:lnTo>
                  <a:pt x="2861171" y="48270"/>
                </a:lnTo>
                <a:lnTo>
                  <a:pt x="2862325" y="49057"/>
                </a:lnTo>
                <a:lnTo>
                  <a:pt x="2863420" y="49883"/>
                </a:lnTo>
                <a:lnTo>
                  <a:pt x="2864456" y="50750"/>
                </a:lnTo>
                <a:lnTo>
                  <a:pt x="2865433" y="51655"/>
                </a:lnTo>
                <a:lnTo>
                  <a:pt x="2866351" y="52601"/>
                </a:lnTo>
                <a:lnTo>
                  <a:pt x="2867210" y="53586"/>
                </a:lnTo>
                <a:lnTo>
                  <a:pt x="2868010" y="54610"/>
                </a:lnTo>
                <a:lnTo>
                  <a:pt x="2868750" y="55674"/>
                </a:lnTo>
                <a:lnTo>
                  <a:pt x="2869432" y="56778"/>
                </a:lnTo>
                <a:lnTo>
                  <a:pt x="2870055" y="57921"/>
                </a:lnTo>
                <a:lnTo>
                  <a:pt x="2870618" y="59104"/>
                </a:lnTo>
                <a:lnTo>
                  <a:pt x="2871123" y="60326"/>
                </a:lnTo>
                <a:lnTo>
                  <a:pt x="2871578" y="61668"/>
                </a:lnTo>
                <a:lnTo>
                  <a:pt x="2871993" y="63210"/>
                </a:lnTo>
                <a:lnTo>
                  <a:pt x="2872369" y="64952"/>
                </a:lnTo>
                <a:lnTo>
                  <a:pt x="2872706" y="66893"/>
                </a:lnTo>
                <a:lnTo>
                  <a:pt x="2873003" y="69034"/>
                </a:lnTo>
                <a:lnTo>
                  <a:pt x="2873260" y="71374"/>
                </a:lnTo>
                <a:lnTo>
                  <a:pt x="2873478" y="73915"/>
                </a:lnTo>
                <a:lnTo>
                  <a:pt x="2873656" y="76655"/>
                </a:lnTo>
                <a:lnTo>
                  <a:pt x="2873794" y="79595"/>
                </a:lnTo>
                <a:lnTo>
                  <a:pt x="2873893" y="82734"/>
                </a:lnTo>
                <a:lnTo>
                  <a:pt x="2873953" y="86074"/>
                </a:lnTo>
                <a:lnTo>
                  <a:pt x="2873972" y="89613"/>
                </a:lnTo>
                <a:lnTo>
                  <a:pt x="2873972" y="144327"/>
                </a:lnTo>
                <a:lnTo>
                  <a:pt x="2857663" y="144327"/>
                </a:lnTo>
                <a:lnTo>
                  <a:pt x="2857663" y="87653"/>
                </a:lnTo>
                <a:lnTo>
                  <a:pt x="2857654" y="85369"/>
                </a:lnTo>
                <a:lnTo>
                  <a:pt x="2857625" y="83219"/>
                </a:lnTo>
                <a:lnTo>
                  <a:pt x="2857578" y="81201"/>
                </a:lnTo>
                <a:lnTo>
                  <a:pt x="2857512" y="79317"/>
                </a:lnTo>
                <a:lnTo>
                  <a:pt x="2857427" y="77566"/>
                </a:lnTo>
                <a:lnTo>
                  <a:pt x="2857323" y="75948"/>
                </a:lnTo>
                <a:lnTo>
                  <a:pt x="2857201" y="74464"/>
                </a:lnTo>
                <a:lnTo>
                  <a:pt x="2857059" y="73113"/>
                </a:lnTo>
                <a:lnTo>
                  <a:pt x="2856899" y="71894"/>
                </a:lnTo>
                <a:lnTo>
                  <a:pt x="2856719" y="70810"/>
                </a:lnTo>
                <a:lnTo>
                  <a:pt x="2856521" y="69858"/>
                </a:lnTo>
                <a:lnTo>
                  <a:pt x="2856304" y="69040"/>
                </a:lnTo>
                <a:lnTo>
                  <a:pt x="2856062" y="68299"/>
                </a:lnTo>
                <a:lnTo>
                  <a:pt x="2855788" y="67581"/>
                </a:lnTo>
                <a:lnTo>
                  <a:pt x="2855482" y="66886"/>
                </a:lnTo>
                <a:lnTo>
                  <a:pt x="2855145" y="66213"/>
                </a:lnTo>
                <a:lnTo>
                  <a:pt x="2854776" y="65562"/>
                </a:lnTo>
                <a:lnTo>
                  <a:pt x="2854375" y="64934"/>
                </a:lnTo>
                <a:lnTo>
                  <a:pt x="2853943" y="64329"/>
                </a:lnTo>
                <a:lnTo>
                  <a:pt x="2853479" y="63746"/>
                </a:lnTo>
                <a:lnTo>
                  <a:pt x="2852983" y="63185"/>
                </a:lnTo>
                <a:lnTo>
                  <a:pt x="2852456" y="62647"/>
                </a:lnTo>
                <a:lnTo>
                  <a:pt x="2851897" y="62132"/>
                </a:lnTo>
                <a:lnTo>
                  <a:pt x="2851306" y="61639"/>
                </a:lnTo>
                <a:lnTo>
                  <a:pt x="2850695" y="61177"/>
                </a:lnTo>
                <a:lnTo>
                  <a:pt x="2850075" y="60755"/>
                </a:lnTo>
                <a:lnTo>
                  <a:pt x="2849446" y="60374"/>
                </a:lnTo>
                <a:lnTo>
                  <a:pt x="2848807" y="60033"/>
                </a:lnTo>
                <a:lnTo>
                  <a:pt x="2848160" y="59732"/>
                </a:lnTo>
                <a:lnTo>
                  <a:pt x="2847503" y="59471"/>
                </a:lnTo>
                <a:lnTo>
                  <a:pt x="2846837" y="59250"/>
                </a:lnTo>
                <a:lnTo>
                  <a:pt x="2846162" y="59069"/>
                </a:lnTo>
                <a:lnTo>
                  <a:pt x="2845478" y="58929"/>
                </a:lnTo>
                <a:lnTo>
                  <a:pt x="2844785" y="58828"/>
                </a:lnTo>
                <a:lnTo>
                  <a:pt x="2844082" y="58768"/>
                </a:lnTo>
                <a:lnTo>
                  <a:pt x="2843371" y="58748"/>
                </a:lnTo>
                <a:lnTo>
                  <a:pt x="2841930" y="58805"/>
                </a:lnTo>
                <a:lnTo>
                  <a:pt x="2840471" y="58974"/>
                </a:lnTo>
                <a:lnTo>
                  <a:pt x="2838995" y="59257"/>
                </a:lnTo>
                <a:lnTo>
                  <a:pt x="2837501" y="59653"/>
                </a:lnTo>
                <a:lnTo>
                  <a:pt x="2835989" y="60162"/>
                </a:lnTo>
                <a:lnTo>
                  <a:pt x="2834460" y="60785"/>
                </a:lnTo>
                <a:lnTo>
                  <a:pt x="2832913" y="61520"/>
                </a:lnTo>
                <a:lnTo>
                  <a:pt x="2831348" y="62369"/>
                </a:lnTo>
                <a:lnTo>
                  <a:pt x="2829766" y="63330"/>
                </a:lnTo>
                <a:lnTo>
                  <a:pt x="2828166" y="64405"/>
                </a:lnTo>
                <a:lnTo>
                  <a:pt x="2826549" y="65593"/>
                </a:lnTo>
                <a:lnTo>
                  <a:pt x="2824913" y="66894"/>
                </a:lnTo>
                <a:lnTo>
                  <a:pt x="2823293" y="68281"/>
                </a:lnTo>
                <a:lnTo>
                  <a:pt x="2821721" y="69724"/>
                </a:lnTo>
                <a:lnTo>
                  <a:pt x="2820198" y="71225"/>
                </a:lnTo>
                <a:lnTo>
                  <a:pt x="2818722" y="72782"/>
                </a:lnTo>
                <a:lnTo>
                  <a:pt x="2817294" y="74397"/>
                </a:lnTo>
                <a:lnTo>
                  <a:pt x="2815915" y="76070"/>
                </a:lnTo>
                <a:lnTo>
                  <a:pt x="2814584" y="77799"/>
                </a:lnTo>
                <a:lnTo>
                  <a:pt x="2813300" y="79585"/>
                </a:lnTo>
                <a:lnTo>
                  <a:pt x="2812065" y="81429"/>
                </a:lnTo>
                <a:lnTo>
                  <a:pt x="2810878" y="83330"/>
                </a:lnTo>
                <a:lnTo>
                  <a:pt x="2809739" y="85288"/>
                </a:lnTo>
                <a:lnTo>
                  <a:pt x="2808648" y="87303"/>
                </a:lnTo>
                <a:lnTo>
                  <a:pt x="2808648" y="144327"/>
                </a:lnTo>
                <a:lnTo>
                  <a:pt x="2792339" y="144327"/>
                </a:lnTo>
                <a:close/>
                <a:moveTo>
                  <a:pt x="2900829" y="139014"/>
                </a:moveTo>
                <a:lnTo>
                  <a:pt x="2900829" y="121705"/>
                </a:lnTo>
                <a:lnTo>
                  <a:pt x="2902474" y="122745"/>
                </a:lnTo>
                <a:lnTo>
                  <a:pt x="2904134" y="123732"/>
                </a:lnTo>
                <a:lnTo>
                  <a:pt x="2905811" y="124667"/>
                </a:lnTo>
                <a:lnTo>
                  <a:pt x="2907503" y="125548"/>
                </a:lnTo>
                <a:lnTo>
                  <a:pt x="2909211" y="126377"/>
                </a:lnTo>
                <a:lnTo>
                  <a:pt x="2910935" y="127152"/>
                </a:lnTo>
                <a:lnTo>
                  <a:pt x="2912674" y="127875"/>
                </a:lnTo>
                <a:lnTo>
                  <a:pt x="2914430" y="128544"/>
                </a:lnTo>
                <a:lnTo>
                  <a:pt x="2916201" y="129161"/>
                </a:lnTo>
                <a:lnTo>
                  <a:pt x="2917988" y="129724"/>
                </a:lnTo>
                <a:lnTo>
                  <a:pt x="2919791" y="130235"/>
                </a:lnTo>
                <a:lnTo>
                  <a:pt x="2921610" y="130692"/>
                </a:lnTo>
                <a:lnTo>
                  <a:pt x="2923414" y="131105"/>
                </a:lnTo>
                <a:lnTo>
                  <a:pt x="2925171" y="131483"/>
                </a:lnTo>
                <a:lnTo>
                  <a:pt x="2926882" y="131824"/>
                </a:lnTo>
                <a:lnTo>
                  <a:pt x="2928547" y="132129"/>
                </a:lnTo>
                <a:lnTo>
                  <a:pt x="2930165" y="132399"/>
                </a:lnTo>
                <a:lnTo>
                  <a:pt x="2931738" y="132632"/>
                </a:lnTo>
                <a:lnTo>
                  <a:pt x="2933264" y="132830"/>
                </a:lnTo>
                <a:lnTo>
                  <a:pt x="2934743" y="132992"/>
                </a:lnTo>
                <a:lnTo>
                  <a:pt x="2936177" y="133117"/>
                </a:lnTo>
                <a:lnTo>
                  <a:pt x="2937564" y="133207"/>
                </a:lnTo>
                <a:lnTo>
                  <a:pt x="2938904" y="133261"/>
                </a:lnTo>
                <a:lnTo>
                  <a:pt x="2940199" y="133279"/>
                </a:lnTo>
                <a:lnTo>
                  <a:pt x="2942212" y="133251"/>
                </a:lnTo>
                <a:lnTo>
                  <a:pt x="2944128" y="133169"/>
                </a:lnTo>
                <a:lnTo>
                  <a:pt x="2945948" y="133030"/>
                </a:lnTo>
                <a:lnTo>
                  <a:pt x="2947672" y="132837"/>
                </a:lnTo>
                <a:lnTo>
                  <a:pt x="2949299" y="132589"/>
                </a:lnTo>
                <a:lnTo>
                  <a:pt x="2950831" y="132285"/>
                </a:lnTo>
                <a:lnTo>
                  <a:pt x="2952266" y="131926"/>
                </a:lnTo>
                <a:lnTo>
                  <a:pt x="2953605" y="131512"/>
                </a:lnTo>
                <a:lnTo>
                  <a:pt x="2954848" y="131043"/>
                </a:lnTo>
                <a:lnTo>
                  <a:pt x="2955994" y="130518"/>
                </a:lnTo>
                <a:lnTo>
                  <a:pt x="2957045" y="129938"/>
                </a:lnTo>
                <a:lnTo>
                  <a:pt x="2957999" y="129303"/>
                </a:lnTo>
                <a:lnTo>
                  <a:pt x="2958867" y="128627"/>
                </a:lnTo>
                <a:lnTo>
                  <a:pt x="2959660" y="127923"/>
                </a:lnTo>
                <a:lnTo>
                  <a:pt x="2960377" y="127192"/>
                </a:lnTo>
                <a:lnTo>
                  <a:pt x="2961019" y="126434"/>
                </a:lnTo>
                <a:lnTo>
                  <a:pt x="2961585" y="125649"/>
                </a:lnTo>
                <a:lnTo>
                  <a:pt x="2962076" y="124836"/>
                </a:lnTo>
                <a:lnTo>
                  <a:pt x="2962491" y="123996"/>
                </a:lnTo>
                <a:lnTo>
                  <a:pt x="2962831" y="123129"/>
                </a:lnTo>
                <a:lnTo>
                  <a:pt x="2963095" y="122234"/>
                </a:lnTo>
                <a:lnTo>
                  <a:pt x="2963284" y="121312"/>
                </a:lnTo>
                <a:lnTo>
                  <a:pt x="2963397" y="120363"/>
                </a:lnTo>
                <a:lnTo>
                  <a:pt x="2963435" y="119387"/>
                </a:lnTo>
                <a:lnTo>
                  <a:pt x="2963418" y="118739"/>
                </a:lnTo>
                <a:lnTo>
                  <a:pt x="2963365" y="118107"/>
                </a:lnTo>
                <a:lnTo>
                  <a:pt x="2963276" y="117491"/>
                </a:lnTo>
                <a:lnTo>
                  <a:pt x="2963153" y="116891"/>
                </a:lnTo>
                <a:lnTo>
                  <a:pt x="2962994" y="116307"/>
                </a:lnTo>
                <a:lnTo>
                  <a:pt x="2962799" y="115738"/>
                </a:lnTo>
                <a:lnTo>
                  <a:pt x="2962570" y="115185"/>
                </a:lnTo>
                <a:lnTo>
                  <a:pt x="2962305" y="114648"/>
                </a:lnTo>
                <a:lnTo>
                  <a:pt x="2962005" y="114127"/>
                </a:lnTo>
                <a:lnTo>
                  <a:pt x="2961669" y="113621"/>
                </a:lnTo>
                <a:lnTo>
                  <a:pt x="2961298" y="113131"/>
                </a:lnTo>
                <a:lnTo>
                  <a:pt x="2960892" y="112657"/>
                </a:lnTo>
                <a:lnTo>
                  <a:pt x="2960416" y="112182"/>
                </a:lnTo>
                <a:lnTo>
                  <a:pt x="2959835" y="111689"/>
                </a:lnTo>
                <a:lnTo>
                  <a:pt x="2959150" y="111177"/>
                </a:lnTo>
                <a:lnTo>
                  <a:pt x="2958359" y="110648"/>
                </a:lnTo>
                <a:lnTo>
                  <a:pt x="2957464" y="110100"/>
                </a:lnTo>
                <a:lnTo>
                  <a:pt x="2956464" y="109534"/>
                </a:lnTo>
                <a:lnTo>
                  <a:pt x="2955360" y="108950"/>
                </a:lnTo>
                <a:lnTo>
                  <a:pt x="2954150" y="108347"/>
                </a:lnTo>
                <a:lnTo>
                  <a:pt x="2952836" y="107726"/>
                </a:lnTo>
                <a:lnTo>
                  <a:pt x="2951418" y="107087"/>
                </a:lnTo>
                <a:lnTo>
                  <a:pt x="2949894" y="106430"/>
                </a:lnTo>
                <a:lnTo>
                  <a:pt x="2948266" y="105755"/>
                </a:lnTo>
                <a:lnTo>
                  <a:pt x="2942654" y="103483"/>
                </a:lnTo>
                <a:lnTo>
                  <a:pt x="2931343" y="99025"/>
                </a:lnTo>
                <a:lnTo>
                  <a:pt x="2928397" y="97852"/>
                </a:lnTo>
                <a:lnTo>
                  <a:pt x="2925639" y="96694"/>
                </a:lnTo>
                <a:lnTo>
                  <a:pt x="2923068" y="95551"/>
                </a:lnTo>
                <a:lnTo>
                  <a:pt x="2920685" y="94421"/>
                </a:lnTo>
                <a:lnTo>
                  <a:pt x="2918489" y="93306"/>
                </a:lnTo>
                <a:lnTo>
                  <a:pt x="2916481" y="92205"/>
                </a:lnTo>
                <a:lnTo>
                  <a:pt x="2914660" y="91119"/>
                </a:lnTo>
                <a:lnTo>
                  <a:pt x="2913027" y="90047"/>
                </a:lnTo>
                <a:lnTo>
                  <a:pt x="2911581" y="88989"/>
                </a:lnTo>
                <a:lnTo>
                  <a:pt x="2910323" y="87946"/>
                </a:lnTo>
                <a:lnTo>
                  <a:pt x="2909253" y="86917"/>
                </a:lnTo>
                <a:lnTo>
                  <a:pt x="2908370" y="85902"/>
                </a:lnTo>
                <a:lnTo>
                  <a:pt x="2907600" y="84891"/>
                </a:lnTo>
                <a:lnTo>
                  <a:pt x="2906896" y="83843"/>
                </a:lnTo>
                <a:lnTo>
                  <a:pt x="2906260" y="82758"/>
                </a:lnTo>
                <a:lnTo>
                  <a:pt x="2905691" y="81637"/>
                </a:lnTo>
                <a:lnTo>
                  <a:pt x="2905188" y="80480"/>
                </a:lnTo>
                <a:lnTo>
                  <a:pt x="2904753" y="79286"/>
                </a:lnTo>
                <a:lnTo>
                  <a:pt x="2904385" y="78055"/>
                </a:lnTo>
                <a:lnTo>
                  <a:pt x="2904083" y="76788"/>
                </a:lnTo>
                <a:lnTo>
                  <a:pt x="2903849" y="75485"/>
                </a:lnTo>
                <a:lnTo>
                  <a:pt x="2903681" y="74145"/>
                </a:lnTo>
                <a:lnTo>
                  <a:pt x="2903581" y="72768"/>
                </a:lnTo>
                <a:lnTo>
                  <a:pt x="2903547" y="71355"/>
                </a:lnTo>
                <a:lnTo>
                  <a:pt x="2903612" y="69370"/>
                </a:lnTo>
                <a:lnTo>
                  <a:pt x="2903807" y="67444"/>
                </a:lnTo>
                <a:lnTo>
                  <a:pt x="2904131" y="65578"/>
                </a:lnTo>
                <a:lnTo>
                  <a:pt x="2904585" y="63771"/>
                </a:lnTo>
                <a:lnTo>
                  <a:pt x="2905169" y="62024"/>
                </a:lnTo>
                <a:lnTo>
                  <a:pt x="2905882" y="60337"/>
                </a:lnTo>
                <a:lnTo>
                  <a:pt x="2906725" y="58709"/>
                </a:lnTo>
                <a:lnTo>
                  <a:pt x="2907698" y="57141"/>
                </a:lnTo>
                <a:lnTo>
                  <a:pt x="2908800" y="55632"/>
                </a:lnTo>
                <a:lnTo>
                  <a:pt x="2910032" y="54183"/>
                </a:lnTo>
                <a:lnTo>
                  <a:pt x="2911394" y="52794"/>
                </a:lnTo>
                <a:lnTo>
                  <a:pt x="2912886" y="51465"/>
                </a:lnTo>
                <a:lnTo>
                  <a:pt x="2914523" y="50219"/>
                </a:lnTo>
                <a:lnTo>
                  <a:pt x="2916321" y="49082"/>
                </a:lnTo>
                <a:lnTo>
                  <a:pt x="2918281" y="48053"/>
                </a:lnTo>
                <a:lnTo>
                  <a:pt x="2920402" y="47132"/>
                </a:lnTo>
                <a:lnTo>
                  <a:pt x="2922685" y="46320"/>
                </a:lnTo>
                <a:lnTo>
                  <a:pt x="2925128" y="45616"/>
                </a:lnTo>
                <a:lnTo>
                  <a:pt x="2927734" y="45020"/>
                </a:lnTo>
                <a:lnTo>
                  <a:pt x="2930500" y="44533"/>
                </a:lnTo>
                <a:lnTo>
                  <a:pt x="2933428" y="44154"/>
                </a:lnTo>
                <a:lnTo>
                  <a:pt x="2936518" y="43883"/>
                </a:lnTo>
                <a:lnTo>
                  <a:pt x="2939768" y="43721"/>
                </a:lnTo>
                <a:lnTo>
                  <a:pt x="2943180" y="43666"/>
                </a:lnTo>
                <a:lnTo>
                  <a:pt x="2945785" y="43698"/>
                </a:lnTo>
                <a:lnTo>
                  <a:pt x="2948366" y="43793"/>
                </a:lnTo>
                <a:lnTo>
                  <a:pt x="2950924" y="43951"/>
                </a:lnTo>
                <a:lnTo>
                  <a:pt x="2953459" y="44173"/>
                </a:lnTo>
                <a:lnTo>
                  <a:pt x="2955971" y="44458"/>
                </a:lnTo>
                <a:lnTo>
                  <a:pt x="2958459" y="44806"/>
                </a:lnTo>
                <a:lnTo>
                  <a:pt x="2960925" y="45218"/>
                </a:lnTo>
                <a:lnTo>
                  <a:pt x="2963367" y="45693"/>
                </a:lnTo>
                <a:lnTo>
                  <a:pt x="2965786" y="46231"/>
                </a:lnTo>
                <a:lnTo>
                  <a:pt x="2968182" y="46833"/>
                </a:lnTo>
                <a:lnTo>
                  <a:pt x="2970555" y="47498"/>
                </a:lnTo>
                <a:lnTo>
                  <a:pt x="2972905" y="48226"/>
                </a:lnTo>
                <a:lnTo>
                  <a:pt x="2972905" y="63132"/>
                </a:lnTo>
                <a:lnTo>
                  <a:pt x="2970229" y="62208"/>
                </a:lnTo>
                <a:lnTo>
                  <a:pt x="2967581" y="61364"/>
                </a:lnTo>
                <a:lnTo>
                  <a:pt x="2964959" y="60600"/>
                </a:lnTo>
                <a:lnTo>
                  <a:pt x="2962363" y="59917"/>
                </a:lnTo>
                <a:lnTo>
                  <a:pt x="2959795" y="59314"/>
                </a:lnTo>
                <a:lnTo>
                  <a:pt x="2957253" y="58792"/>
                </a:lnTo>
                <a:lnTo>
                  <a:pt x="2954739" y="58350"/>
                </a:lnTo>
                <a:lnTo>
                  <a:pt x="2952251" y="57988"/>
                </a:lnTo>
                <a:lnTo>
                  <a:pt x="2949789" y="57707"/>
                </a:lnTo>
                <a:lnTo>
                  <a:pt x="2947355" y="57506"/>
                </a:lnTo>
                <a:lnTo>
                  <a:pt x="2944947" y="57385"/>
                </a:lnTo>
                <a:lnTo>
                  <a:pt x="2942566" y="57345"/>
                </a:lnTo>
                <a:lnTo>
                  <a:pt x="2940873" y="57370"/>
                </a:lnTo>
                <a:lnTo>
                  <a:pt x="2939243" y="57446"/>
                </a:lnTo>
                <a:lnTo>
                  <a:pt x="2937675" y="57572"/>
                </a:lnTo>
                <a:lnTo>
                  <a:pt x="2936170" y="57748"/>
                </a:lnTo>
                <a:lnTo>
                  <a:pt x="2934728" y="57975"/>
                </a:lnTo>
                <a:lnTo>
                  <a:pt x="2933349" y="58252"/>
                </a:lnTo>
                <a:lnTo>
                  <a:pt x="2932032" y="58580"/>
                </a:lnTo>
                <a:lnTo>
                  <a:pt x="2930778" y="58957"/>
                </a:lnTo>
                <a:lnTo>
                  <a:pt x="2929587" y="59386"/>
                </a:lnTo>
                <a:lnTo>
                  <a:pt x="2928458" y="59864"/>
                </a:lnTo>
                <a:lnTo>
                  <a:pt x="2927392" y="60393"/>
                </a:lnTo>
                <a:lnTo>
                  <a:pt x="2926389" y="60973"/>
                </a:lnTo>
                <a:lnTo>
                  <a:pt x="2925458" y="61590"/>
                </a:lnTo>
                <a:lnTo>
                  <a:pt x="2924607" y="62231"/>
                </a:lnTo>
                <a:lnTo>
                  <a:pt x="2923838" y="62898"/>
                </a:lnTo>
                <a:lnTo>
                  <a:pt x="2923149" y="63589"/>
                </a:lnTo>
                <a:lnTo>
                  <a:pt x="2922542" y="64305"/>
                </a:lnTo>
                <a:lnTo>
                  <a:pt x="2922016" y="65046"/>
                </a:lnTo>
                <a:lnTo>
                  <a:pt x="2921570" y="65812"/>
                </a:lnTo>
                <a:lnTo>
                  <a:pt x="2921206" y="66603"/>
                </a:lnTo>
                <a:lnTo>
                  <a:pt x="2920922" y="67419"/>
                </a:lnTo>
                <a:lnTo>
                  <a:pt x="2920720" y="68259"/>
                </a:lnTo>
                <a:lnTo>
                  <a:pt x="2920598" y="69125"/>
                </a:lnTo>
                <a:lnTo>
                  <a:pt x="2920558" y="70015"/>
                </a:lnTo>
                <a:lnTo>
                  <a:pt x="2920593" y="70874"/>
                </a:lnTo>
                <a:lnTo>
                  <a:pt x="2920699" y="71704"/>
                </a:lnTo>
                <a:lnTo>
                  <a:pt x="2920876" y="72505"/>
                </a:lnTo>
                <a:lnTo>
                  <a:pt x="2921123" y="73277"/>
                </a:lnTo>
                <a:lnTo>
                  <a:pt x="2921441" y="74020"/>
                </a:lnTo>
                <a:lnTo>
                  <a:pt x="2921829" y="74733"/>
                </a:lnTo>
                <a:lnTo>
                  <a:pt x="2922288" y="75417"/>
                </a:lnTo>
                <a:lnTo>
                  <a:pt x="2922818" y="76073"/>
                </a:lnTo>
                <a:lnTo>
                  <a:pt x="2923419" y="76699"/>
                </a:lnTo>
                <a:lnTo>
                  <a:pt x="2924090" y="77296"/>
                </a:lnTo>
                <a:lnTo>
                  <a:pt x="2924831" y="77864"/>
                </a:lnTo>
                <a:lnTo>
                  <a:pt x="2925644" y="78403"/>
                </a:lnTo>
                <a:lnTo>
                  <a:pt x="2926520" y="78934"/>
                </a:lnTo>
                <a:lnTo>
                  <a:pt x="2927485" y="79478"/>
                </a:lnTo>
                <a:lnTo>
                  <a:pt x="2928537" y="80036"/>
                </a:lnTo>
                <a:lnTo>
                  <a:pt x="2929677" y="80607"/>
                </a:lnTo>
                <a:lnTo>
                  <a:pt x="2930905" y="81191"/>
                </a:lnTo>
                <a:lnTo>
                  <a:pt x="2932220" y="81789"/>
                </a:lnTo>
                <a:lnTo>
                  <a:pt x="2933623" y="82400"/>
                </a:lnTo>
                <a:lnTo>
                  <a:pt x="2935113" y="83024"/>
                </a:lnTo>
                <a:lnTo>
                  <a:pt x="2936692" y="83662"/>
                </a:lnTo>
                <a:lnTo>
                  <a:pt x="2938358" y="84313"/>
                </a:lnTo>
                <a:lnTo>
                  <a:pt x="2940111" y="84978"/>
                </a:lnTo>
                <a:lnTo>
                  <a:pt x="2941953" y="85656"/>
                </a:lnTo>
                <a:lnTo>
                  <a:pt x="2953001" y="89676"/>
                </a:lnTo>
                <a:lnTo>
                  <a:pt x="2955466" y="90600"/>
                </a:lnTo>
                <a:lnTo>
                  <a:pt x="2957806" y="91538"/>
                </a:lnTo>
                <a:lnTo>
                  <a:pt x="2960021" y="92489"/>
                </a:lnTo>
                <a:lnTo>
                  <a:pt x="2962110" y="93454"/>
                </a:lnTo>
                <a:lnTo>
                  <a:pt x="2964074" y="94433"/>
                </a:lnTo>
                <a:lnTo>
                  <a:pt x="2965912" y="95425"/>
                </a:lnTo>
                <a:lnTo>
                  <a:pt x="2967625" y="96431"/>
                </a:lnTo>
                <a:lnTo>
                  <a:pt x="2969213" y="97450"/>
                </a:lnTo>
                <a:lnTo>
                  <a:pt x="2970675" y="98483"/>
                </a:lnTo>
                <a:lnTo>
                  <a:pt x="2972011" y="99530"/>
                </a:lnTo>
                <a:lnTo>
                  <a:pt x="2973222" y="100590"/>
                </a:lnTo>
                <a:lnTo>
                  <a:pt x="2974308" y="101664"/>
                </a:lnTo>
                <a:lnTo>
                  <a:pt x="2975288" y="102767"/>
                </a:lnTo>
                <a:lnTo>
                  <a:pt x="2976183" y="103915"/>
                </a:lnTo>
                <a:lnTo>
                  <a:pt x="2976993" y="105108"/>
                </a:lnTo>
                <a:lnTo>
                  <a:pt x="2977718" y="106346"/>
                </a:lnTo>
                <a:lnTo>
                  <a:pt x="2978357" y="107629"/>
                </a:lnTo>
                <a:lnTo>
                  <a:pt x="2978911" y="108957"/>
                </a:lnTo>
                <a:lnTo>
                  <a:pt x="2979380" y="110330"/>
                </a:lnTo>
                <a:lnTo>
                  <a:pt x="2979764" y="111748"/>
                </a:lnTo>
                <a:lnTo>
                  <a:pt x="2980062" y="113212"/>
                </a:lnTo>
                <a:lnTo>
                  <a:pt x="2980275" y="114720"/>
                </a:lnTo>
                <a:lnTo>
                  <a:pt x="2980403" y="116273"/>
                </a:lnTo>
                <a:lnTo>
                  <a:pt x="2980446" y="117871"/>
                </a:lnTo>
                <a:lnTo>
                  <a:pt x="2980378" y="119957"/>
                </a:lnTo>
                <a:lnTo>
                  <a:pt x="2980174" y="121980"/>
                </a:lnTo>
                <a:lnTo>
                  <a:pt x="2979835" y="123941"/>
                </a:lnTo>
                <a:lnTo>
                  <a:pt x="2979359" y="125839"/>
                </a:lnTo>
                <a:lnTo>
                  <a:pt x="2978748" y="127674"/>
                </a:lnTo>
                <a:lnTo>
                  <a:pt x="2978002" y="129447"/>
                </a:lnTo>
                <a:lnTo>
                  <a:pt x="2977119" y="131157"/>
                </a:lnTo>
                <a:lnTo>
                  <a:pt x="2976101" y="132804"/>
                </a:lnTo>
                <a:lnTo>
                  <a:pt x="2974946" y="134389"/>
                </a:lnTo>
                <a:lnTo>
                  <a:pt x="2973656" y="135911"/>
                </a:lnTo>
                <a:lnTo>
                  <a:pt x="2972231" y="137371"/>
                </a:lnTo>
                <a:lnTo>
                  <a:pt x="2970669" y="138767"/>
                </a:lnTo>
                <a:lnTo>
                  <a:pt x="2968958" y="140076"/>
                </a:lnTo>
                <a:lnTo>
                  <a:pt x="2967085" y="141270"/>
                </a:lnTo>
                <a:lnTo>
                  <a:pt x="2965049" y="142351"/>
                </a:lnTo>
                <a:lnTo>
                  <a:pt x="2962851" y="143317"/>
                </a:lnTo>
                <a:lnTo>
                  <a:pt x="2960490" y="144171"/>
                </a:lnTo>
                <a:lnTo>
                  <a:pt x="2957966" y="144910"/>
                </a:lnTo>
                <a:lnTo>
                  <a:pt x="2955280" y="145536"/>
                </a:lnTo>
                <a:lnTo>
                  <a:pt x="2952431" y="146048"/>
                </a:lnTo>
                <a:lnTo>
                  <a:pt x="2949420" y="146446"/>
                </a:lnTo>
                <a:lnTo>
                  <a:pt x="2946246" y="146730"/>
                </a:lnTo>
                <a:lnTo>
                  <a:pt x="2942909" y="146901"/>
                </a:lnTo>
                <a:lnTo>
                  <a:pt x="2939410" y="146958"/>
                </a:lnTo>
                <a:lnTo>
                  <a:pt x="2936275" y="146902"/>
                </a:lnTo>
                <a:lnTo>
                  <a:pt x="2933126" y="146737"/>
                </a:lnTo>
                <a:lnTo>
                  <a:pt x="2929962" y="146461"/>
                </a:lnTo>
                <a:lnTo>
                  <a:pt x="2926783" y="146075"/>
                </a:lnTo>
                <a:lnTo>
                  <a:pt x="2923590" y="145578"/>
                </a:lnTo>
                <a:lnTo>
                  <a:pt x="2920383" y="144972"/>
                </a:lnTo>
                <a:lnTo>
                  <a:pt x="2917160" y="144255"/>
                </a:lnTo>
                <a:lnTo>
                  <a:pt x="2913923" y="143427"/>
                </a:lnTo>
                <a:lnTo>
                  <a:pt x="2910672" y="142489"/>
                </a:lnTo>
                <a:lnTo>
                  <a:pt x="2907405" y="141441"/>
                </a:lnTo>
                <a:lnTo>
                  <a:pt x="2904125" y="140283"/>
                </a:lnTo>
                <a:lnTo>
                  <a:pt x="2900829" y="139014"/>
                </a:lnTo>
                <a:close/>
                <a:moveTo>
                  <a:pt x="3047374" y="146958"/>
                </a:moveTo>
                <a:lnTo>
                  <a:pt x="3043925" y="146856"/>
                </a:lnTo>
                <a:lnTo>
                  <a:pt x="3040593" y="146550"/>
                </a:lnTo>
                <a:lnTo>
                  <a:pt x="3037378" y="146040"/>
                </a:lnTo>
                <a:lnTo>
                  <a:pt x="3034280" y="145327"/>
                </a:lnTo>
                <a:lnTo>
                  <a:pt x="3031299" y="144410"/>
                </a:lnTo>
                <a:lnTo>
                  <a:pt x="3028434" y="143289"/>
                </a:lnTo>
                <a:lnTo>
                  <a:pt x="3025687" y="141965"/>
                </a:lnTo>
                <a:lnTo>
                  <a:pt x="3023056" y="140436"/>
                </a:lnTo>
                <a:lnTo>
                  <a:pt x="3020543" y="138704"/>
                </a:lnTo>
                <a:lnTo>
                  <a:pt x="3018146" y="136768"/>
                </a:lnTo>
                <a:lnTo>
                  <a:pt x="3015866" y="134628"/>
                </a:lnTo>
                <a:lnTo>
                  <a:pt x="3013703" y="132284"/>
                </a:lnTo>
                <a:lnTo>
                  <a:pt x="3011687" y="129785"/>
                </a:lnTo>
                <a:lnTo>
                  <a:pt x="3009845" y="127179"/>
                </a:lnTo>
                <a:lnTo>
                  <a:pt x="3008179" y="124467"/>
                </a:lnTo>
                <a:lnTo>
                  <a:pt x="3006689" y="121649"/>
                </a:lnTo>
                <a:lnTo>
                  <a:pt x="3005374" y="118724"/>
                </a:lnTo>
                <a:lnTo>
                  <a:pt x="3004234" y="115692"/>
                </a:lnTo>
                <a:lnTo>
                  <a:pt x="3003269" y="112554"/>
                </a:lnTo>
                <a:lnTo>
                  <a:pt x="3002480" y="109310"/>
                </a:lnTo>
                <a:lnTo>
                  <a:pt x="3001866" y="105959"/>
                </a:lnTo>
                <a:lnTo>
                  <a:pt x="3001428" y="102502"/>
                </a:lnTo>
                <a:lnTo>
                  <a:pt x="3001165" y="98938"/>
                </a:lnTo>
                <a:lnTo>
                  <a:pt x="3001077" y="95268"/>
                </a:lnTo>
                <a:lnTo>
                  <a:pt x="3001165" y="91598"/>
                </a:lnTo>
                <a:lnTo>
                  <a:pt x="3001428" y="88036"/>
                </a:lnTo>
                <a:lnTo>
                  <a:pt x="3001866" y="84580"/>
                </a:lnTo>
                <a:lnTo>
                  <a:pt x="3002480" y="81231"/>
                </a:lnTo>
                <a:lnTo>
                  <a:pt x="3003269" y="77990"/>
                </a:lnTo>
                <a:lnTo>
                  <a:pt x="3004234" y="74856"/>
                </a:lnTo>
                <a:lnTo>
                  <a:pt x="3005374" y="71828"/>
                </a:lnTo>
                <a:lnTo>
                  <a:pt x="3006689" y="68908"/>
                </a:lnTo>
                <a:lnTo>
                  <a:pt x="3008179" y="66095"/>
                </a:lnTo>
                <a:lnTo>
                  <a:pt x="3009845" y="63389"/>
                </a:lnTo>
                <a:lnTo>
                  <a:pt x="3011687" y="60790"/>
                </a:lnTo>
                <a:lnTo>
                  <a:pt x="3013703" y="58299"/>
                </a:lnTo>
                <a:lnTo>
                  <a:pt x="3015866" y="55961"/>
                </a:lnTo>
                <a:lnTo>
                  <a:pt x="3018146" y="53828"/>
                </a:lnTo>
                <a:lnTo>
                  <a:pt x="3020543" y="51897"/>
                </a:lnTo>
                <a:lnTo>
                  <a:pt x="3023056" y="50170"/>
                </a:lnTo>
                <a:lnTo>
                  <a:pt x="3025687" y="48645"/>
                </a:lnTo>
                <a:lnTo>
                  <a:pt x="3028434" y="47324"/>
                </a:lnTo>
                <a:lnTo>
                  <a:pt x="3031299" y="46207"/>
                </a:lnTo>
                <a:lnTo>
                  <a:pt x="3034280" y="45292"/>
                </a:lnTo>
                <a:lnTo>
                  <a:pt x="3037378" y="44581"/>
                </a:lnTo>
                <a:lnTo>
                  <a:pt x="3040593" y="44073"/>
                </a:lnTo>
                <a:lnTo>
                  <a:pt x="3043925" y="43768"/>
                </a:lnTo>
                <a:lnTo>
                  <a:pt x="3047374" y="43666"/>
                </a:lnTo>
                <a:lnTo>
                  <a:pt x="3050809" y="43768"/>
                </a:lnTo>
                <a:lnTo>
                  <a:pt x="3054128" y="44073"/>
                </a:lnTo>
                <a:lnTo>
                  <a:pt x="3057332" y="44581"/>
                </a:lnTo>
                <a:lnTo>
                  <a:pt x="3060419" y="45292"/>
                </a:lnTo>
                <a:lnTo>
                  <a:pt x="3063391" y="46207"/>
                </a:lnTo>
                <a:lnTo>
                  <a:pt x="3066248" y="47324"/>
                </a:lnTo>
                <a:lnTo>
                  <a:pt x="3068989" y="48645"/>
                </a:lnTo>
                <a:lnTo>
                  <a:pt x="3071614" y="50170"/>
                </a:lnTo>
                <a:lnTo>
                  <a:pt x="3074123" y="51897"/>
                </a:lnTo>
                <a:lnTo>
                  <a:pt x="3076517" y="53828"/>
                </a:lnTo>
                <a:lnTo>
                  <a:pt x="3078794" y="55961"/>
                </a:lnTo>
                <a:lnTo>
                  <a:pt x="3080957" y="58299"/>
                </a:lnTo>
                <a:lnTo>
                  <a:pt x="3082973" y="60790"/>
                </a:lnTo>
                <a:lnTo>
                  <a:pt x="3084815" y="63389"/>
                </a:lnTo>
                <a:lnTo>
                  <a:pt x="3086481" y="66095"/>
                </a:lnTo>
                <a:lnTo>
                  <a:pt x="3087971" y="68908"/>
                </a:lnTo>
                <a:lnTo>
                  <a:pt x="3089287" y="71828"/>
                </a:lnTo>
                <a:lnTo>
                  <a:pt x="3090427" y="74856"/>
                </a:lnTo>
                <a:lnTo>
                  <a:pt x="3091391" y="77990"/>
                </a:lnTo>
                <a:lnTo>
                  <a:pt x="3092180" y="81231"/>
                </a:lnTo>
                <a:lnTo>
                  <a:pt x="3092794" y="84580"/>
                </a:lnTo>
                <a:lnTo>
                  <a:pt x="3093232" y="88036"/>
                </a:lnTo>
                <a:lnTo>
                  <a:pt x="3093495" y="91598"/>
                </a:lnTo>
                <a:lnTo>
                  <a:pt x="3093583" y="95268"/>
                </a:lnTo>
                <a:lnTo>
                  <a:pt x="3093495" y="98938"/>
                </a:lnTo>
                <a:lnTo>
                  <a:pt x="3093232" y="102502"/>
                </a:lnTo>
                <a:lnTo>
                  <a:pt x="3092794" y="105959"/>
                </a:lnTo>
                <a:lnTo>
                  <a:pt x="3092180" y="109310"/>
                </a:lnTo>
                <a:lnTo>
                  <a:pt x="3091391" y="112554"/>
                </a:lnTo>
                <a:lnTo>
                  <a:pt x="3090427" y="115692"/>
                </a:lnTo>
                <a:lnTo>
                  <a:pt x="3089287" y="118724"/>
                </a:lnTo>
                <a:lnTo>
                  <a:pt x="3087971" y="121649"/>
                </a:lnTo>
                <a:lnTo>
                  <a:pt x="3086481" y="124467"/>
                </a:lnTo>
                <a:lnTo>
                  <a:pt x="3084815" y="127179"/>
                </a:lnTo>
                <a:lnTo>
                  <a:pt x="3082973" y="129785"/>
                </a:lnTo>
                <a:lnTo>
                  <a:pt x="3080957" y="132284"/>
                </a:lnTo>
                <a:lnTo>
                  <a:pt x="3078794" y="134628"/>
                </a:lnTo>
                <a:lnTo>
                  <a:pt x="3076517" y="136768"/>
                </a:lnTo>
                <a:lnTo>
                  <a:pt x="3074123" y="138704"/>
                </a:lnTo>
                <a:lnTo>
                  <a:pt x="3071614" y="140436"/>
                </a:lnTo>
                <a:lnTo>
                  <a:pt x="3068989" y="141965"/>
                </a:lnTo>
                <a:lnTo>
                  <a:pt x="3066248" y="143289"/>
                </a:lnTo>
                <a:lnTo>
                  <a:pt x="3063391" y="144410"/>
                </a:lnTo>
                <a:lnTo>
                  <a:pt x="3060419" y="145327"/>
                </a:lnTo>
                <a:lnTo>
                  <a:pt x="3057332" y="146040"/>
                </a:lnTo>
                <a:lnTo>
                  <a:pt x="3054128" y="146550"/>
                </a:lnTo>
                <a:lnTo>
                  <a:pt x="3050809" y="146856"/>
                </a:lnTo>
                <a:lnTo>
                  <a:pt x="3047374" y="146958"/>
                </a:lnTo>
                <a:moveTo>
                  <a:pt x="3047374" y="133279"/>
                </a:moveTo>
                <a:lnTo>
                  <a:pt x="3049514" y="133209"/>
                </a:lnTo>
                <a:lnTo>
                  <a:pt x="3051580" y="132997"/>
                </a:lnTo>
                <a:lnTo>
                  <a:pt x="3053572" y="132645"/>
                </a:lnTo>
                <a:lnTo>
                  <a:pt x="3055490" y="132153"/>
                </a:lnTo>
                <a:lnTo>
                  <a:pt x="3057333" y="131519"/>
                </a:lnTo>
                <a:lnTo>
                  <a:pt x="3059102" y="130745"/>
                </a:lnTo>
                <a:lnTo>
                  <a:pt x="3060796" y="129830"/>
                </a:lnTo>
                <a:lnTo>
                  <a:pt x="3062417" y="128774"/>
                </a:lnTo>
                <a:lnTo>
                  <a:pt x="3063963" y="127578"/>
                </a:lnTo>
                <a:lnTo>
                  <a:pt x="3065434" y="126240"/>
                </a:lnTo>
                <a:lnTo>
                  <a:pt x="3066832" y="124762"/>
                </a:lnTo>
                <a:lnTo>
                  <a:pt x="3068155" y="123143"/>
                </a:lnTo>
                <a:lnTo>
                  <a:pt x="3069387" y="121401"/>
                </a:lnTo>
                <a:lnTo>
                  <a:pt x="3070513" y="119554"/>
                </a:lnTo>
                <a:lnTo>
                  <a:pt x="3071531" y="117600"/>
                </a:lnTo>
                <a:lnTo>
                  <a:pt x="3072442" y="115541"/>
                </a:lnTo>
                <a:lnTo>
                  <a:pt x="3073245" y="113377"/>
                </a:lnTo>
                <a:lnTo>
                  <a:pt x="3073942" y="111107"/>
                </a:lnTo>
                <a:lnTo>
                  <a:pt x="3074531" y="108731"/>
                </a:lnTo>
                <a:lnTo>
                  <a:pt x="3075014" y="106250"/>
                </a:lnTo>
                <a:lnTo>
                  <a:pt x="3075389" y="103663"/>
                </a:lnTo>
                <a:lnTo>
                  <a:pt x="3075657" y="100970"/>
                </a:lnTo>
                <a:lnTo>
                  <a:pt x="3075818" y="98172"/>
                </a:lnTo>
                <a:lnTo>
                  <a:pt x="3075871" y="95268"/>
                </a:lnTo>
                <a:lnTo>
                  <a:pt x="3075818" y="92378"/>
                </a:lnTo>
                <a:lnTo>
                  <a:pt x="3075657" y="89593"/>
                </a:lnTo>
                <a:lnTo>
                  <a:pt x="3075389" y="86912"/>
                </a:lnTo>
                <a:lnTo>
                  <a:pt x="3075014" y="84335"/>
                </a:lnTo>
                <a:lnTo>
                  <a:pt x="3074531" y="81863"/>
                </a:lnTo>
                <a:lnTo>
                  <a:pt x="3073942" y="79495"/>
                </a:lnTo>
                <a:lnTo>
                  <a:pt x="3073245" y="77232"/>
                </a:lnTo>
                <a:lnTo>
                  <a:pt x="3072442" y="75073"/>
                </a:lnTo>
                <a:lnTo>
                  <a:pt x="3071531" y="73018"/>
                </a:lnTo>
                <a:lnTo>
                  <a:pt x="3070513" y="71068"/>
                </a:lnTo>
                <a:lnTo>
                  <a:pt x="3069387" y="69222"/>
                </a:lnTo>
                <a:lnTo>
                  <a:pt x="3068155" y="67481"/>
                </a:lnTo>
                <a:lnTo>
                  <a:pt x="3066832" y="65862"/>
                </a:lnTo>
                <a:lnTo>
                  <a:pt x="3065434" y="64384"/>
                </a:lnTo>
                <a:lnTo>
                  <a:pt x="3063963" y="63046"/>
                </a:lnTo>
                <a:lnTo>
                  <a:pt x="3062417" y="61850"/>
                </a:lnTo>
                <a:lnTo>
                  <a:pt x="3060796" y="60794"/>
                </a:lnTo>
                <a:lnTo>
                  <a:pt x="3059102" y="59879"/>
                </a:lnTo>
                <a:lnTo>
                  <a:pt x="3057333" y="59105"/>
                </a:lnTo>
                <a:lnTo>
                  <a:pt x="3055490" y="58471"/>
                </a:lnTo>
                <a:lnTo>
                  <a:pt x="3053572" y="57979"/>
                </a:lnTo>
                <a:lnTo>
                  <a:pt x="3051580" y="57627"/>
                </a:lnTo>
                <a:lnTo>
                  <a:pt x="3049514" y="57415"/>
                </a:lnTo>
                <a:lnTo>
                  <a:pt x="3047374" y="57345"/>
                </a:lnTo>
                <a:lnTo>
                  <a:pt x="3045220" y="57415"/>
                </a:lnTo>
                <a:lnTo>
                  <a:pt x="3043141" y="57627"/>
                </a:lnTo>
                <a:lnTo>
                  <a:pt x="3041137" y="57979"/>
                </a:lnTo>
                <a:lnTo>
                  <a:pt x="3039210" y="58471"/>
                </a:lnTo>
                <a:lnTo>
                  <a:pt x="3037357" y="59105"/>
                </a:lnTo>
                <a:lnTo>
                  <a:pt x="3035581" y="59879"/>
                </a:lnTo>
                <a:lnTo>
                  <a:pt x="3033879" y="60794"/>
                </a:lnTo>
                <a:lnTo>
                  <a:pt x="3032253" y="61850"/>
                </a:lnTo>
                <a:lnTo>
                  <a:pt x="3030703" y="63046"/>
                </a:lnTo>
                <a:lnTo>
                  <a:pt x="3029228" y="64384"/>
                </a:lnTo>
                <a:lnTo>
                  <a:pt x="3027829" y="65862"/>
                </a:lnTo>
                <a:lnTo>
                  <a:pt x="3026505" y="67481"/>
                </a:lnTo>
                <a:lnTo>
                  <a:pt x="3025273" y="69222"/>
                </a:lnTo>
                <a:lnTo>
                  <a:pt x="3024148" y="71068"/>
                </a:lnTo>
                <a:lnTo>
                  <a:pt x="3023129" y="73018"/>
                </a:lnTo>
                <a:lnTo>
                  <a:pt x="3022219" y="75073"/>
                </a:lnTo>
                <a:lnTo>
                  <a:pt x="3021415" y="77232"/>
                </a:lnTo>
                <a:lnTo>
                  <a:pt x="3020718" y="79495"/>
                </a:lnTo>
                <a:lnTo>
                  <a:pt x="3020129" y="81863"/>
                </a:lnTo>
                <a:lnTo>
                  <a:pt x="3019646" y="84335"/>
                </a:lnTo>
                <a:lnTo>
                  <a:pt x="3019271" y="86912"/>
                </a:lnTo>
                <a:lnTo>
                  <a:pt x="3019003" y="89593"/>
                </a:lnTo>
                <a:lnTo>
                  <a:pt x="3018843" y="92378"/>
                </a:lnTo>
                <a:lnTo>
                  <a:pt x="3018789" y="95268"/>
                </a:lnTo>
                <a:lnTo>
                  <a:pt x="3018843" y="98172"/>
                </a:lnTo>
                <a:lnTo>
                  <a:pt x="3019003" y="100970"/>
                </a:lnTo>
                <a:lnTo>
                  <a:pt x="3019271" y="103663"/>
                </a:lnTo>
                <a:lnTo>
                  <a:pt x="3019646" y="106250"/>
                </a:lnTo>
                <a:lnTo>
                  <a:pt x="3020129" y="108731"/>
                </a:lnTo>
                <a:lnTo>
                  <a:pt x="3020718" y="111107"/>
                </a:lnTo>
                <a:lnTo>
                  <a:pt x="3021415" y="113377"/>
                </a:lnTo>
                <a:lnTo>
                  <a:pt x="3022219" y="115541"/>
                </a:lnTo>
                <a:lnTo>
                  <a:pt x="3023129" y="117600"/>
                </a:lnTo>
                <a:lnTo>
                  <a:pt x="3024148" y="119554"/>
                </a:lnTo>
                <a:lnTo>
                  <a:pt x="3025273" y="121401"/>
                </a:lnTo>
                <a:lnTo>
                  <a:pt x="3026505" y="123143"/>
                </a:lnTo>
                <a:lnTo>
                  <a:pt x="3027829" y="124762"/>
                </a:lnTo>
                <a:lnTo>
                  <a:pt x="3029228" y="126240"/>
                </a:lnTo>
                <a:lnTo>
                  <a:pt x="3030703" y="127578"/>
                </a:lnTo>
                <a:lnTo>
                  <a:pt x="3032253" y="128774"/>
                </a:lnTo>
                <a:lnTo>
                  <a:pt x="3033879" y="129830"/>
                </a:lnTo>
                <a:lnTo>
                  <a:pt x="3035581" y="130745"/>
                </a:lnTo>
                <a:lnTo>
                  <a:pt x="3037357" y="131519"/>
                </a:lnTo>
                <a:lnTo>
                  <a:pt x="3039210" y="132153"/>
                </a:lnTo>
                <a:lnTo>
                  <a:pt x="3041137" y="132645"/>
                </a:lnTo>
                <a:lnTo>
                  <a:pt x="3043141" y="132997"/>
                </a:lnTo>
                <a:lnTo>
                  <a:pt x="3045220" y="133209"/>
                </a:lnTo>
                <a:lnTo>
                  <a:pt x="3047374" y="133279"/>
                </a:lnTo>
                <a:close/>
                <a:moveTo>
                  <a:pt x="3122720" y="144327"/>
                </a:moveTo>
                <a:lnTo>
                  <a:pt x="3122720" y="46297"/>
                </a:lnTo>
                <a:lnTo>
                  <a:pt x="3139029" y="46297"/>
                </a:lnTo>
                <a:lnTo>
                  <a:pt x="3139029" y="67831"/>
                </a:lnTo>
                <a:lnTo>
                  <a:pt x="3140316" y="65853"/>
                </a:lnTo>
                <a:lnTo>
                  <a:pt x="3141634" y="63959"/>
                </a:lnTo>
                <a:lnTo>
                  <a:pt x="3142983" y="62149"/>
                </a:lnTo>
                <a:lnTo>
                  <a:pt x="3144363" y="60425"/>
                </a:lnTo>
                <a:lnTo>
                  <a:pt x="3145774" y="58786"/>
                </a:lnTo>
                <a:lnTo>
                  <a:pt x="3147216" y="57231"/>
                </a:lnTo>
                <a:lnTo>
                  <a:pt x="3148690" y="55762"/>
                </a:lnTo>
                <a:lnTo>
                  <a:pt x="3150194" y="54377"/>
                </a:lnTo>
                <a:lnTo>
                  <a:pt x="3151729" y="53077"/>
                </a:lnTo>
                <a:lnTo>
                  <a:pt x="3153296" y="51862"/>
                </a:lnTo>
                <a:lnTo>
                  <a:pt x="3154893" y="50732"/>
                </a:lnTo>
                <a:lnTo>
                  <a:pt x="3156522" y="49686"/>
                </a:lnTo>
                <a:lnTo>
                  <a:pt x="3158181" y="48725"/>
                </a:lnTo>
                <a:lnTo>
                  <a:pt x="3159872" y="47847"/>
                </a:lnTo>
                <a:lnTo>
                  <a:pt x="3161594" y="47053"/>
                </a:lnTo>
                <a:lnTo>
                  <a:pt x="3163346" y="46342"/>
                </a:lnTo>
                <a:lnTo>
                  <a:pt x="3165130" y="45715"/>
                </a:lnTo>
                <a:lnTo>
                  <a:pt x="3166945" y="45171"/>
                </a:lnTo>
                <a:lnTo>
                  <a:pt x="3168791" y="44712"/>
                </a:lnTo>
                <a:lnTo>
                  <a:pt x="3170668" y="44335"/>
                </a:lnTo>
                <a:lnTo>
                  <a:pt x="3172576" y="44043"/>
                </a:lnTo>
                <a:lnTo>
                  <a:pt x="3174515" y="43834"/>
                </a:lnTo>
                <a:lnTo>
                  <a:pt x="3176485" y="43708"/>
                </a:lnTo>
                <a:lnTo>
                  <a:pt x="3178486" y="43666"/>
                </a:lnTo>
                <a:lnTo>
                  <a:pt x="3179962" y="43685"/>
                </a:lnTo>
                <a:lnTo>
                  <a:pt x="3181438" y="43739"/>
                </a:lnTo>
                <a:lnTo>
                  <a:pt x="3182914" y="43831"/>
                </a:lnTo>
                <a:lnTo>
                  <a:pt x="3184390" y="43959"/>
                </a:lnTo>
                <a:lnTo>
                  <a:pt x="3185866" y="44123"/>
                </a:lnTo>
                <a:lnTo>
                  <a:pt x="3187342" y="44324"/>
                </a:lnTo>
                <a:lnTo>
                  <a:pt x="3188818" y="44561"/>
                </a:lnTo>
                <a:lnTo>
                  <a:pt x="3190295" y="44836"/>
                </a:lnTo>
                <a:lnTo>
                  <a:pt x="3191771" y="45146"/>
                </a:lnTo>
                <a:lnTo>
                  <a:pt x="3193247" y="45493"/>
                </a:lnTo>
                <a:lnTo>
                  <a:pt x="3194723" y="45877"/>
                </a:lnTo>
                <a:lnTo>
                  <a:pt x="3196199" y="46297"/>
                </a:lnTo>
                <a:lnTo>
                  <a:pt x="3196199" y="81721"/>
                </a:lnTo>
                <a:lnTo>
                  <a:pt x="3180503" y="81721"/>
                </a:lnTo>
                <a:lnTo>
                  <a:pt x="3180503" y="59447"/>
                </a:lnTo>
                <a:lnTo>
                  <a:pt x="3179829" y="59335"/>
                </a:lnTo>
                <a:lnTo>
                  <a:pt x="3179178" y="59233"/>
                </a:lnTo>
                <a:lnTo>
                  <a:pt x="3178552" y="59141"/>
                </a:lnTo>
                <a:lnTo>
                  <a:pt x="3177951" y="59059"/>
                </a:lnTo>
                <a:lnTo>
                  <a:pt x="3177373" y="58986"/>
                </a:lnTo>
                <a:lnTo>
                  <a:pt x="3176820" y="58923"/>
                </a:lnTo>
                <a:lnTo>
                  <a:pt x="3176292" y="58869"/>
                </a:lnTo>
                <a:lnTo>
                  <a:pt x="3175788" y="58826"/>
                </a:lnTo>
                <a:lnTo>
                  <a:pt x="3175308" y="58792"/>
                </a:lnTo>
                <a:lnTo>
                  <a:pt x="3174852" y="58767"/>
                </a:lnTo>
                <a:lnTo>
                  <a:pt x="3174421" y="58753"/>
                </a:lnTo>
                <a:lnTo>
                  <a:pt x="3174015" y="58748"/>
                </a:lnTo>
                <a:lnTo>
                  <a:pt x="3172497" y="58798"/>
                </a:lnTo>
                <a:lnTo>
                  <a:pt x="3170985" y="58947"/>
                </a:lnTo>
                <a:lnTo>
                  <a:pt x="3169477" y="59196"/>
                </a:lnTo>
                <a:lnTo>
                  <a:pt x="3167974" y="59544"/>
                </a:lnTo>
                <a:lnTo>
                  <a:pt x="3166476" y="59992"/>
                </a:lnTo>
                <a:lnTo>
                  <a:pt x="3164983" y="60540"/>
                </a:lnTo>
                <a:lnTo>
                  <a:pt x="3163495" y="61187"/>
                </a:lnTo>
                <a:lnTo>
                  <a:pt x="3162012" y="61934"/>
                </a:lnTo>
                <a:lnTo>
                  <a:pt x="3160533" y="62780"/>
                </a:lnTo>
                <a:lnTo>
                  <a:pt x="3159060" y="63726"/>
                </a:lnTo>
                <a:lnTo>
                  <a:pt x="3157591" y="64771"/>
                </a:lnTo>
                <a:lnTo>
                  <a:pt x="3156127" y="65916"/>
                </a:lnTo>
                <a:lnTo>
                  <a:pt x="3154669" y="67161"/>
                </a:lnTo>
                <a:lnTo>
                  <a:pt x="3153217" y="68505"/>
                </a:lnTo>
                <a:lnTo>
                  <a:pt x="3151770" y="69948"/>
                </a:lnTo>
                <a:lnTo>
                  <a:pt x="3150330" y="71491"/>
                </a:lnTo>
                <a:lnTo>
                  <a:pt x="3148896" y="73134"/>
                </a:lnTo>
                <a:lnTo>
                  <a:pt x="3147468" y="74876"/>
                </a:lnTo>
                <a:lnTo>
                  <a:pt x="3146047" y="76718"/>
                </a:lnTo>
                <a:lnTo>
                  <a:pt x="3144631" y="78659"/>
                </a:lnTo>
                <a:lnTo>
                  <a:pt x="3143221" y="80700"/>
                </a:lnTo>
                <a:lnTo>
                  <a:pt x="3141818" y="82841"/>
                </a:lnTo>
                <a:lnTo>
                  <a:pt x="3140420" y="85081"/>
                </a:lnTo>
                <a:lnTo>
                  <a:pt x="3139029" y="87420"/>
                </a:lnTo>
                <a:lnTo>
                  <a:pt x="3139029" y="144327"/>
                </a:lnTo>
                <a:lnTo>
                  <a:pt x="3122720" y="144327"/>
                </a:lnTo>
                <a:close/>
                <a:moveTo>
                  <a:pt x="3214375" y="96715"/>
                </a:moveTo>
                <a:lnTo>
                  <a:pt x="3309599" y="49103"/>
                </a:lnTo>
                <a:lnTo>
                  <a:pt x="3309599" y="64269"/>
                </a:lnTo>
                <a:lnTo>
                  <a:pt x="3244538" y="96603"/>
                </a:lnTo>
                <a:lnTo>
                  <a:pt x="3309599" y="129303"/>
                </a:lnTo>
                <a:lnTo>
                  <a:pt x="3309599" y="144327"/>
                </a:lnTo>
                <a:lnTo>
                  <a:pt x="3214375" y="96715"/>
                </a:lnTo>
                <a:close/>
                <a:moveTo>
                  <a:pt x="3361007" y="86631"/>
                </a:moveTo>
                <a:lnTo>
                  <a:pt x="3362849" y="56139"/>
                </a:lnTo>
                <a:lnTo>
                  <a:pt x="3338034" y="72731"/>
                </a:lnTo>
                <a:lnTo>
                  <a:pt x="3329880" y="58600"/>
                </a:lnTo>
                <a:lnTo>
                  <a:pt x="3356799" y="45420"/>
                </a:lnTo>
                <a:lnTo>
                  <a:pt x="3329880" y="32092"/>
                </a:lnTo>
                <a:lnTo>
                  <a:pt x="3338034" y="18035"/>
                </a:lnTo>
                <a:lnTo>
                  <a:pt x="3362849" y="34723"/>
                </a:lnTo>
                <a:lnTo>
                  <a:pt x="3361007" y="4209"/>
                </a:lnTo>
                <a:lnTo>
                  <a:pt x="3377492" y="4209"/>
                </a:lnTo>
                <a:lnTo>
                  <a:pt x="3375212" y="34723"/>
                </a:lnTo>
                <a:lnTo>
                  <a:pt x="3400553" y="18197"/>
                </a:lnTo>
                <a:lnTo>
                  <a:pt x="3408795" y="32092"/>
                </a:lnTo>
                <a:lnTo>
                  <a:pt x="3381788" y="45420"/>
                </a:lnTo>
                <a:lnTo>
                  <a:pt x="3408795" y="58600"/>
                </a:lnTo>
                <a:lnTo>
                  <a:pt x="3400553" y="72813"/>
                </a:lnTo>
                <a:lnTo>
                  <a:pt x="3375212" y="56139"/>
                </a:lnTo>
                <a:lnTo>
                  <a:pt x="3377492" y="86631"/>
                </a:lnTo>
                <a:lnTo>
                  <a:pt x="3361007" y="86631"/>
                </a:lnTo>
                <a:close/>
                <a:moveTo>
                  <a:pt x="3446612" y="144327"/>
                </a:moveTo>
                <a:lnTo>
                  <a:pt x="3427760" y="144327"/>
                </a:lnTo>
                <a:lnTo>
                  <a:pt x="3466237" y="93175"/>
                </a:lnTo>
                <a:lnTo>
                  <a:pt x="3430303" y="46297"/>
                </a:lnTo>
                <a:lnTo>
                  <a:pt x="3451172" y="46297"/>
                </a:lnTo>
                <a:lnTo>
                  <a:pt x="3476589" y="79417"/>
                </a:lnTo>
                <a:lnTo>
                  <a:pt x="3501502" y="46297"/>
                </a:lnTo>
                <a:lnTo>
                  <a:pt x="3520003" y="46297"/>
                </a:lnTo>
                <a:lnTo>
                  <a:pt x="3486015" y="91698"/>
                </a:lnTo>
                <a:lnTo>
                  <a:pt x="3526404" y="144327"/>
                </a:lnTo>
                <a:lnTo>
                  <a:pt x="3505448" y="144327"/>
                </a:lnTo>
                <a:lnTo>
                  <a:pt x="3475682" y="105497"/>
                </a:lnTo>
                <a:lnTo>
                  <a:pt x="3446612" y="144327"/>
                </a:lnTo>
                <a:close/>
                <a:moveTo>
                  <a:pt x="3566589" y="144327"/>
                </a:moveTo>
                <a:lnTo>
                  <a:pt x="3566589" y="68218"/>
                </a:lnTo>
                <a:lnTo>
                  <a:pt x="3544843" y="68218"/>
                </a:lnTo>
                <a:lnTo>
                  <a:pt x="3544843" y="54539"/>
                </a:lnTo>
                <a:lnTo>
                  <a:pt x="3566589" y="54539"/>
                </a:lnTo>
                <a:lnTo>
                  <a:pt x="3566589" y="49988"/>
                </a:lnTo>
                <a:lnTo>
                  <a:pt x="3566619" y="46833"/>
                </a:lnTo>
                <a:lnTo>
                  <a:pt x="3566711" y="43818"/>
                </a:lnTo>
                <a:lnTo>
                  <a:pt x="3566863" y="40943"/>
                </a:lnTo>
                <a:lnTo>
                  <a:pt x="3567076" y="38208"/>
                </a:lnTo>
                <a:lnTo>
                  <a:pt x="3567350" y="35613"/>
                </a:lnTo>
                <a:lnTo>
                  <a:pt x="3567685" y="33157"/>
                </a:lnTo>
                <a:lnTo>
                  <a:pt x="3568081" y="30842"/>
                </a:lnTo>
                <a:lnTo>
                  <a:pt x="3568537" y="28666"/>
                </a:lnTo>
                <a:lnTo>
                  <a:pt x="3569055" y="26630"/>
                </a:lnTo>
                <a:lnTo>
                  <a:pt x="3569633" y="24734"/>
                </a:lnTo>
                <a:lnTo>
                  <a:pt x="3570273" y="22978"/>
                </a:lnTo>
                <a:lnTo>
                  <a:pt x="3570973" y="21362"/>
                </a:lnTo>
                <a:lnTo>
                  <a:pt x="3571737" y="19838"/>
                </a:lnTo>
                <a:lnTo>
                  <a:pt x="3572567" y="18361"/>
                </a:lnTo>
                <a:lnTo>
                  <a:pt x="3573464" y="16930"/>
                </a:lnTo>
                <a:lnTo>
                  <a:pt x="3574427" y="15545"/>
                </a:lnTo>
                <a:lnTo>
                  <a:pt x="3575456" y="14206"/>
                </a:lnTo>
                <a:lnTo>
                  <a:pt x="3576552" y="12913"/>
                </a:lnTo>
                <a:lnTo>
                  <a:pt x="3577714" y="11667"/>
                </a:lnTo>
                <a:lnTo>
                  <a:pt x="3578943" y="10467"/>
                </a:lnTo>
                <a:lnTo>
                  <a:pt x="3580237" y="9313"/>
                </a:lnTo>
                <a:lnTo>
                  <a:pt x="3581599" y="8206"/>
                </a:lnTo>
                <a:lnTo>
                  <a:pt x="3583026" y="7145"/>
                </a:lnTo>
                <a:lnTo>
                  <a:pt x="3584520" y="6130"/>
                </a:lnTo>
                <a:lnTo>
                  <a:pt x="3586088" y="5179"/>
                </a:lnTo>
                <a:lnTo>
                  <a:pt x="3587739" y="4310"/>
                </a:lnTo>
                <a:lnTo>
                  <a:pt x="3589472" y="3525"/>
                </a:lnTo>
                <a:lnTo>
                  <a:pt x="3591286" y="2822"/>
                </a:lnTo>
                <a:lnTo>
                  <a:pt x="3593183" y="2201"/>
                </a:lnTo>
                <a:lnTo>
                  <a:pt x="3595163" y="1664"/>
                </a:lnTo>
                <a:lnTo>
                  <a:pt x="3597224" y="1209"/>
                </a:lnTo>
                <a:lnTo>
                  <a:pt x="3599368" y="837"/>
                </a:lnTo>
                <a:lnTo>
                  <a:pt x="3601594" y="548"/>
                </a:lnTo>
                <a:lnTo>
                  <a:pt x="3603902" y="341"/>
                </a:lnTo>
                <a:lnTo>
                  <a:pt x="3606292" y="217"/>
                </a:lnTo>
                <a:lnTo>
                  <a:pt x="3608765" y="175"/>
                </a:lnTo>
                <a:lnTo>
                  <a:pt x="3610667" y="192"/>
                </a:lnTo>
                <a:lnTo>
                  <a:pt x="3612574" y="241"/>
                </a:lnTo>
                <a:lnTo>
                  <a:pt x="3614486" y="323"/>
                </a:lnTo>
                <a:lnTo>
                  <a:pt x="3616403" y="438"/>
                </a:lnTo>
                <a:lnTo>
                  <a:pt x="3618325" y="586"/>
                </a:lnTo>
                <a:lnTo>
                  <a:pt x="3620251" y="767"/>
                </a:lnTo>
                <a:lnTo>
                  <a:pt x="3622183" y="981"/>
                </a:lnTo>
                <a:lnTo>
                  <a:pt x="3624119" y="1228"/>
                </a:lnTo>
                <a:lnTo>
                  <a:pt x="3626060" y="1507"/>
                </a:lnTo>
                <a:lnTo>
                  <a:pt x="3628006" y="1819"/>
                </a:lnTo>
                <a:lnTo>
                  <a:pt x="3629957" y="2165"/>
                </a:lnTo>
                <a:lnTo>
                  <a:pt x="3631913" y="2543"/>
                </a:lnTo>
                <a:lnTo>
                  <a:pt x="3631913" y="18063"/>
                </a:lnTo>
                <a:lnTo>
                  <a:pt x="3629814" y="17391"/>
                </a:lnTo>
                <a:lnTo>
                  <a:pt x="3627755" y="16777"/>
                </a:lnTo>
                <a:lnTo>
                  <a:pt x="3625737" y="16221"/>
                </a:lnTo>
                <a:lnTo>
                  <a:pt x="3623759" y="15725"/>
                </a:lnTo>
                <a:lnTo>
                  <a:pt x="3621820" y="15286"/>
                </a:lnTo>
                <a:lnTo>
                  <a:pt x="3619922" y="14906"/>
                </a:lnTo>
                <a:lnTo>
                  <a:pt x="3618065" y="14585"/>
                </a:lnTo>
                <a:lnTo>
                  <a:pt x="3616247" y="14322"/>
                </a:lnTo>
                <a:lnTo>
                  <a:pt x="3614470" y="14117"/>
                </a:lnTo>
                <a:lnTo>
                  <a:pt x="3612732" y="13971"/>
                </a:lnTo>
                <a:lnTo>
                  <a:pt x="3611035" y="13883"/>
                </a:lnTo>
                <a:lnTo>
                  <a:pt x="3609378" y="13854"/>
                </a:lnTo>
                <a:lnTo>
                  <a:pt x="3608091" y="13874"/>
                </a:lnTo>
                <a:lnTo>
                  <a:pt x="3606828" y="13934"/>
                </a:lnTo>
                <a:lnTo>
                  <a:pt x="3605592" y="14035"/>
                </a:lnTo>
                <a:lnTo>
                  <a:pt x="3604381" y="14175"/>
                </a:lnTo>
                <a:lnTo>
                  <a:pt x="3603195" y="14355"/>
                </a:lnTo>
                <a:lnTo>
                  <a:pt x="3602035" y="14576"/>
                </a:lnTo>
                <a:lnTo>
                  <a:pt x="3600901" y="14837"/>
                </a:lnTo>
                <a:lnTo>
                  <a:pt x="3599792" y="15138"/>
                </a:lnTo>
                <a:lnTo>
                  <a:pt x="3598708" y="15479"/>
                </a:lnTo>
                <a:lnTo>
                  <a:pt x="3597651" y="15860"/>
                </a:lnTo>
                <a:lnTo>
                  <a:pt x="3596619" y="16281"/>
                </a:lnTo>
                <a:lnTo>
                  <a:pt x="3595612" y="16742"/>
                </a:lnTo>
                <a:lnTo>
                  <a:pt x="3594636" y="17248"/>
                </a:lnTo>
                <a:lnTo>
                  <a:pt x="3593697" y="17805"/>
                </a:lnTo>
                <a:lnTo>
                  <a:pt x="3592793" y="18412"/>
                </a:lnTo>
                <a:lnTo>
                  <a:pt x="3591925" y="19069"/>
                </a:lnTo>
                <a:lnTo>
                  <a:pt x="3591092" y="19777"/>
                </a:lnTo>
                <a:lnTo>
                  <a:pt x="3590296" y="20536"/>
                </a:lnTo>
                <a:lnTo>
                  <a:pt x="3589536" y="21345"/>
                </a:lnTo>
                <a:lnTo>
                  <a:pt x="3588812" y="22204"/>
                </a:lnTo>
                <a:lnTo>
                  <a:pt x="3588123" y="23114"/>
                </a:lnTo>
                <a:lnTo>
                  <a:pt x="3587471" y="24074"/>
                </a:lnTo>
                <a:lnTo>
                  <a:pt x="3586854" y="25085"/>
                </a:lnTo>
                <a:lnTo>
                  <a:pt x="3586274" y="26146"/>
                </a:lnTo>
                <a:lnTo>
                  <a:pt x="3585735" y="27295"/>
                </a:lnTo>
                <a:lnTo>
                  <a:pt x="3585242" y="28571"/>
                </a:lnTo>
                <a:lnTo>
                  <a:pt x="3584797" y="29971"/>
                </a:lnTo>
                <a:lnTo>
                  <a:pt x="3584398" y="31498"/>
                </a:lnTo>
                <a:lnTo>
                  <a:pt x="3584047" y="33151"/>
                </a:lnTo>
                <a:lnTo>
                  <a:pt x="3583742" y="34929"/>
                </a:lnTo>
                <a:lnTo>
                  <a:pt x="3583484" y="36833"/>
                </a:lnTo>
                <a:lnTo>
                  <a:pt x="3583273" y="38863"/>
                </a:lnTo>
                <a:lnTo>
                  <a:pt x="3583109" y="41018"/>
                </a:lnTo>
                <a:lnTo>
                  <a:pt x="3582992" y="43300"/>
                </a:lnTo>
                <a:lnTo>
                  <a:pt x="3582921" y="45707"/>
                </a:lnTo>
                <a:lnTo>
                  <a:pt x="3582898" y="48240"/>
                </a:lnTo>
                <a:lnTo>
                  <a:pt x="3582898" y="54539"/>
                </a:lnTo>
                <a:lnTo>
                  <a:pt x="3621742" y="54539"/>
                </a:lnTo>
                <a:lnTo>
                  <a:pt x="3621742" y="68218"/>
                </a:lnTo>
                <a:lnTo>
                  <a:pt x="3582898" y="68218"/>
                </a:lnTo>
                <a:lnTo>
                  <a:pt x="3582898" y="144327"/>
                </a:lnTo>
                <a:lnTo>
                  <a:pt x="3566589" y="144327"/>
                </a:lnTo>
                <a:close/>
                <a:moveTo>
                  <a:pt x="3650265" y="141792"/>
                </a:moveTo>
                <a:lnTo>
                  <a:pt x="3650265" y="124628"/>
                </a:lnTo>
                <a:lnTo>
                  <a:pt x="3653574" y="126234"/>
                </a:lnTo>
                <a:lnTo>
                  <a:pt x="3656809" y="127700"/>
                </a:lnTo>
                <a:lnTo>
                  <a:pt x="3659970" y="129027"/>
                </a:lnTo>
                <a:lnTo>
                  <a:pt x="3663057" y="130214"/>
                </a:lnTo>
                <a:lnTo>
                  <a:pt x="3666069" y="131261"/>
                </a:lnTo>
                <a:lnTo>
                  <a:pt x="3669007" y="132169"/>
                </a:lnTo>
                <a:lnTo>
                  <a:pt x="3671871" y="132936"/>
                </a:lnTo>
                <a:lnTo>
                  <a:pt x="3674660" y="133565"/>
                </a:lnTo>
                <a:lnTo>
                  <a:pt x="3677375" y="134054"/>
                </a:lnTo>
                <a:lnTo>
                  <a:pt x="3680016" y="134403"/>
                </a:lnTo>
                <a:lnTo>
                  <a:pt x="3682583" y="134612"/>
                </a:lnTo>
                <a:lnTo>
                  <a:pt x="3685075" y="134682"/>
                </a:lnTo>
                <a:lnTo>
                  <a:pt x="3687293" y="134625"/>
                </a:lnTo>
                <a:lnTo>
                  <a:pt x="3689446" y="134455"/>
                </a:lnTo>
                <a:lnTo>
                  <a:pt x="3691533" y="134171"/>
                </a:lnTo>
                <a:lnTo>
                  <a:pt x="3693556" y="133774"/>
                </a:lnTo>
                <a:lnTo>
                  <a:pt x="3695513" y="133263"/>
                </a:lnTo>
                <a:lnTo>
                  <a:pt x="3697405" y="132638"/>
                </a:lnTo>
                <a:lnTo>
                  <a:pt x="3699233" y="131901"/>
                </a:lnTo>
                <a:lnTo>
                  <a:pt x="3700994" y="131049"/>
                </a:lnTo>
                <a:lnTo>
                  <a:pt x="3702691" y="130084"/>
                </a:lnTo>
                <a:lnTo>
                  <a:pt x="3704323" y="129006"/>
                </a:lnTo>
                <a:lnTo>
                  <a:pt x="3705889" y="127814"/>
                </a:lnTo>
                <a:lnTo>
                  <a:pt x="3707390" y="126508"/>
                </a:lnTo>
                <a:lnTo>
                  <a:pt x="3708798" y="125113"/>
                </a:lnTo>
                <a:lnTo>
                  <a:pt x="3710083" y="123654"/>
                </a:lnTo>
                <a:lnTo>
                  <a:pt x="3711246" y="122129"/>
                </a:lnTo>
                <a:lnTo>
                  <a:pt x="3712286" y="120539"/>
                </a:lnTo>
                <a:lnTo>
                  <a:pt x="3713204" y="118885"/>
                </a:lnTo>
                <a:lnTo>
                  <a:pt x="3714000" y="117165"/>
                </a:lnTo>
                <a:lnTo>
                  <a:pt x="3714673" y="115380"/>
                </a:lnTo>
                <a:lnTo>
                  <a:pt x="3715224" y="113531"/>
                </a:lnTo>
                <a:lnTo>
                  <a:pt x="3715652" y="111616"/>
                </a:lnTo>
                <a:lnTo>
                  <a:pt x="3715958" y="109637"/>
                </a:lnTo>
                <a:lnTo>
                  <a:pt x="3716141" y="107593"/>
                </a:lnTo>
                <a:lnTo>
                  <a:pt x="3716203" y="105483"/>
                </a:lnTo>
                <a:lnTo>
                  <a:pt x="3716135" y="103360"/>
                </a:lnTo>
                <a:lnTo>
                  <a:pt x="3715933" y="101304"/>
                </a:lnTo>
                <a:lnTo>
                  <a:pt x="3715597" y="99314"/>
                </a:lnTo>
                <a:lnTo>
                  <a:pt x="3715126" y="97392"/>
                </a:lnTo>
                <a:lnTo>
                  <a:pt x="3714521" y="95536"/>
                </a:lnTo>
                <a:lnTo>
                  <a:pt x="3713780" y="93747"/>
                </a:lnTo>
                <a:lnTo>
                  <a:pt x="3712906" y="92024"/>
                </a:lnTo>
                <a:lnTo>
                  <a:pt x="3711896" y="90369"/>
                </a:lnTo>
                <a:lnTo>
                  <a:pt x="3710753" y="88780"/>
                </a:lnTo>
                <a:lnTo>
                  <a:pt x="3709474" y="87258"/>
                </a:lnTo>
                <a:lnTo>
                  <a:pt x="3708061" y="85803"/>
                </a:lnTo>
                <a:lnTo>
                  <a:pt x="3706514" y="84415"/>
                </a:lnTo>
                <a:lnTo>
                  <a:pt x="3704805" y="83116"/>
                </a:lnTo>
                <a:lnTo>
                  <a:pt x="3702908" y="81930"/>
                </a:lnTo>
                <a:lnTo>
                  <a:pt x="3700822" y="80858"/>
                </a:lnTo>
                <a:lnTo>
                  <a:pt x="3698549" y="79898"/>
                </a:lnTo>
                <a:lnTo>
                  <a:pt x="3696087" y="79051"/>
                </a:lnTo>
                <a:lnTo>
                  <a:pt x="3693438" y="78317"/>
                </a:lnTo>
                <a:lnTo>
                  <a:pt x="3690600" y="77696"/>
                </a:lnTo>
                <a:lnTo>
                  <a:pt x="3687574" y="77188"/>
                </a:lnTo>
                <a:lnTo>
                  <a:pt x="3684360" y="76793"/>
                </a:lnTo>
                <a:lnTo>
                  <a:pt x="3680958" y="76510"/>
                </a:lnTo>
                <a:lnTo>
                  <a:pt x="3677367" y="76341"/>
                </a:lnTo>
                <a:lnTo>
                  <a:pt x="3673588" y="76285"/>
                </a:lnTo>
                <a:lnTo>
                  <a:pt x="3664557" y="76285"/>
                </a:lnTo>
                <a:lnTo>
                  <a:pt x="3664557" y="62606"/>
                </a:lnTo>
                <a:lnTo>
                  <a:pt x="3677096" y="62606"/>
                </a:lnTo>
                <a:lnTo>
                  <a:pt x="3679880" y="62553"/>
                </a:lnTo>
                <a:lnTo>
                  <a:pt x="3682532" y="62394"/>
                </a:lnTo>
                <a:lnTo>
                  <a:pt x="3685053" y="62128"/>
                </a:lnTo>
                <a:lnTo>
                  <a:pt x="3687442" y="61757"/>
                </a:lnTo>
                <a:lnTo>
                  <a:pt x="3689700" y="61279"/>
                </a:lnTo>
                <a:lnTo>
                  <a:pt x="3691827" y="60695"/>
                </a:lnTo>
                <a:lnTo>
                  <a:pt x="3693821" y="60006"/>
                </a:lnTo>
                <a:lnTo>
                  <a:pt x="3695685" y="59210"/>
                </a:lnTo>
                <a:lnTo>
                  <a:pt x="3697416" y="58307"/>
                </a:lnTo>
                <a:lnTo>
                  <a:pt x="3699017" y="57299"/>
                </a:lnTo>
                <a:lnTo>
                  <a:pt x="3700485" y="56184"/>
                </a:lnTo>
                <a:lnTo>
                  <a:pt x="3701823" y="54964"/>
                </a:lnTo>
                <a:lnTo>
                  <a:pt x="3703041" y="53678"/>
                </a:lnTo>
                <a:lnTo>
                  <a:pt x="3704153" y="52369"/>
                </a:lnTo>
                <a:lnTo>
                  <a:pt x="3705160" y="51036"/>
                </a:lnTo>
                <a:lnTo>
                  <a:pt x="3706061" y="49680"/>
                </a:lnTo>
                <a:lnTo>
                  <a:pt x="3706855" y="48299"/>
                </a:lnTo>
                <a:lnTo>
                  <a:pt x="3707544" y="46896"/>
                </a:lnTo>
                <a:lnTo>
                  <a:pt x="3708127" y="45468"/>
                </a:lnTo>
                <a:lnTo>
                  <a:pt x="3708603" y="44017"/>
                </a:lnTo>
                <a:lnTo>
                  <a:pt x="3708974" y="42542"/>
                </a:lnTo>
                <a:lnTo>
                  <a:pt x="3709239" y="41043"/>
                </a:lnTo>
                <a:lnTo>
                  <a:pt x="3709398" y="39521"/>
                </a:lnTo>
                <a:lnTo>
                  <a:pt x="3709451" y="37975"/>
                </a:lnTo>
                <a:lnTo>
                  <a:pt x="3709408" y="36582"/>
                </a:lnTo>
                <a:lnTo>
                  <a:pt x="3709278" y="35225"/>
                </a:lnTo>
                <a:lnTo>
                  <a:pt x="3709062" y="33906"/>
                </a:lnTo>
                <a:lnTo>
                  <a:pt x="3708759" y="32623"/>
                </a:lnTo>
                <a:lnTo>
                  <a:pt x="3708370" y="31378"/>
                </a:lnTo>
                <a:lnTo>
                  <a:pt x="3707895" y="30169"/>
                </a:lnTo>
                <a:lnTo>
                  <a:pt x="3707333" y="28998"/>
                </a:lnTo>
                <a:lnTo>
                  <a:pt x="3706684" y="27864"/>
                </a:lnTo>
                <a:lnTo>
                  <a:pt x="3705949" y="26766"/>
                </a:lnTo>
                <a:lnTo>
                  <a:pt x="3705128" y="25706"/>
                </a:lnTo>
                <a:lnTo>
                  <a:pt x="3704220" y="24683"/>
                </a:lnTo>
                <a:lnTo>
                  <a:pt x="3703225" y="23696"/>
                </a:lnTo>
                <a:lnTo>
                  <a:pt x="3702142" y="22769"/>
                </a:lnTo>
                <a:lnTo>
                  <a:pt x="3700965" y="21921"/>
                </a:lnTo>
                <a:lnTo>
                  <a:pt x="3699696" y="21155"/>
                </a:lnTo>
                <a:lnTo>
                  <a:pt x="3698335" y="20469"/>
                </a:lnTo>
                <a:lnTo>
                  <a:pt x="3696881" y="19864"/>
                </a:lnTo>
                <a:lnTo>
                  <a:pt x="3695334" y="19340"/>
                </a:lnTo>
                <a:lnTo>
                  <a:pt x="3693695" y="18896"/>
                </a:lnTo>
                <a:lnTo>
                  <a:pt x="3691963" y="18533"/>
                </a:lnTo>
                <a:lnTo>
                  <a:pt x="3690139" y="18251"/>
                </a:lnTo>
                <a:lnTo>
                  <a:pt x="3688222" y="18049"/>
                </a:lnTo>
                <a:lnTo>
                  <a:pt x="3686212" y="17928"/>
                </a:lnTo>
                <a:lnTo>
                  <a:pt x="3684110" y="17887"/>
                </a:lnTo>
                <a:lnTo>
                  <a:pt x="3681684" y="17943"/>
                </a:lnTo>
                <a:lnTo>
                  <a:pt x="3679227" y="18111"/>
                </a:lnTo>
                <a:lnTo>
                  <a:pt x="3676740" y="18390"/>
                </a:lnTo>
                <a:lnTo>
                  <a:pt x="3674222" y="18780"/>
                </a:lnTo>
                <a:lnTo>
                  <a:pt x="3671673" y="19282"/>
                </a:lnTo>
                <a:lnTo>
                  <a:pt x="3669095" y="19896"/>
                </a:lnTo>
                <a:lnTo>
                  <a:pt x="3666485" y="20621"/>
                </a:lnTo>
                <a:lnTo>
                  <a:pt x="3663846" y="21458"/>
                </a:lnTo>
                <a:lnTo>
                  <a:pt x="3661176" y="22407"/>
                </a:lnTo>
                <a:lnTo>
                  <a:pt x="3658475" y="23467"/>
                </a:lnTo>
                <a:lnTo>
                  <a:pt x="3655744" y="24638"/>
                </a:lnTo>
                <a:lnTo>
                  <a:pt x="3652983" y="25921"/>
                </a:lnTo>
                <a:lnTo>
                  <a:pt x="3652983" y="10426"/>
                </a:lnTo>
                <a:lnTo>
                  <a:pt x="3655740" y="9433"/>
                </a:lnTo>
                <a:lnTo>
                  <a:pt x="3658458" y="8526"/>
                </a:lnTo>
                <a:lnTo>
                  <a:pt x="3661137" y="7706"/>
                </a:lnTo>
                <a:lnTo>
                  <a:pt x="3663778" y="6972"/>
                </a:lnTo>
                <a:lnTo>
                  <a:pt x="3666379" y="6324"/>
                </a:lnTo>
                <a:lnTo>
                  <a:pt x="3668941" y="5763"/>
                </a:lnTo>
                <a:lnTo>
                  <a:pt x="3671465" y="5288"/>
                </a:lnTo>
                <a:lnTo>
                  <a:pt x="3673949" y="4900"/>
                </a:lnTo>
                <a:lnTo>
                  <a:pt x="3676394" y="4597"/>
                </a:lnTo>
                <a:lnTo>
                  <a:pt x="3678801" y="4382"/>
                </a:lnTo>
                <a:lnTo>
                  <a:pt x="3681168" y="4252"/>
                </a:lnTo>
                <a:lnTo>
                  <a:pt x="3683497" y="4209"/>
                </a:lnTo>
                <a:lnTo>
                  <a:pt x="3687526" y="4277"/>
                </a:lnTo>
                <a:lnTo>
                  <a:pt x="3691341" y="4480"/>
                </a:lnTo>
                <a:lnTo>
                  <a:pt x="3694942" y="4819"/>
                </a:lnTo>
                <a:lnTo>
                  <a:pt x="3698330" y="5294"/>
                </a:lnTo>
                <a:lnTo>
                  <a:pt x="3701504" y="5905"/>
                </a:lnTo>
                <a:lnTo>
                  <a:pt x="3704464" y="6651"/>
                </a:lnTo>
                <a:lnTo>
                  <a:pt x="3707211" y="7533"/>
                </a:lnTo>
                <a:lnTo>
                  <a:pt x="3709743" y="8550"/>
                </a:lnTo>
                <a:lnTo>
                  <a:pt x="3712062" y="9704"/>
                </a:lnTo>
                <a:lnTo>
                  <a:pt x="3714168" y="10992"/>
                </a:lnTo>
                <a:lnTo>
                  <a:pt x="3716059" y="12417"/>
                </a:lnTo>
                <a:lnTo>
                  <a:pt x="3717737" y="13977"/>
                </a:lnTo>
                <a:lnTo>
                  <a:pt x="3719243" y="15625"/>
                </a:lnTo>
                <a:lnTo>
                  <a:pt x="3720617" y="17310"/>
                </a:lnTo>
                <a:lnTo>
                  <a:pt x="3721861" y="19034"/>
                </a:lnTo>
                <a:lnTo>
                  <a:pt x="3722974" y="20796"/>
                </a:lnTo>
                <a:lnTo>
                  <a:pt x="3723956" y="22597"/>
                </a:lnTo>
                <a:lnTo>
                  <a:pt x="3724807" y="24436"/>
                </a:lnTo>
                <a:lnTo>
                  <a:pt x="3725527" y="26313"/>
                </a:lnTo>
                <a:lnTo>
                  <a:pt x="3726116" y="28228"/>
                </a:lnTo>
                <a:lnTo>
                  <a:pt x="3726574" y="30182"/>
                </a:lnTo>
                <a:lnTo>
                  <a:pt x="3726901" y="32174"/>
                </a:lnTo>
                <a:lnTo>
                  <a:pt x="3727098" y="34205"/>
                </a:lnTo>
                <a:lnTo>
                  <a:pt x="3727163" y="36274"/>
                </a:lnTo>
                <a:lnTo>
                  <a:pt x="3727128" y="37814"/>
                </a:lnTo>
                <a:lnTo>
                  <a:pt x="3727024" y="39338"/>
                </a:lnTo>
                <a:lnTo>
                  <a:pt x="3726851" y="40847"/>
                </a:lnTo>
                <a:lnTo>
                  <a:pt x="3726608" y="42340"/>
                </a:lnTo>
                <a:lnTo>
                  <a:pt x="3726295" y="43816"/>
                </a:lnTo>
                <a:lnTo>
                  <a:pt x="3725914" y="45278"/>
                </a:lnTo>
                <a:lnTo>
                  <a:pt x="3725462" y="46723"/>
                </a:lnTo>
                <a:lnTo>
                  <a:pt x="3724942" y="48152"/>
                </a:lnTo>
                <a:lnTo>
                  <a:pt x="3724352" y="49566"/>
                </a:lnTo>
                <a:lnTo>
                  <a:pt x="3723692" y="50964"/>
                </a:lnTo>
                <a:lnTo>
                  <a:pt x="3722963" y="52346"/>
                </a:lnTo>
                <a:lnTo>
                  <a:pt x="3722165" y="53712"/>
                </a:lnTo>
                <a:lnTo>
                  <a:pt x="3721274" y="55057"/>
                </a:lnTo>
                <a:lnTo>
                  <a:pt x="3720265" y="56378"/>
                </a:lnTo>
                <a:lnTo>
                  <a:pt x="3719140" y="57675"/>
                </a:lnTo>
                <a:lnTo>
                  <a:pt x="3717898" y="58948"/>
                </a:lnTo>
                <a:lnTo>
                  <a:pt x="3716539" y="60196"/>
                </a:lnTo>
                <a:lnTo>
                  <a:pt x="3715063" y="61420"/>
                </a:lnTo>
                <a:lnTo>
                  <a:pt x="3713470" y="62620"/>
                </a:lnTo>
                <a:lnTo>
                  <a:pt x="3711760" y="63795"/>
                </a:lnTo>
                <a:lnTo>
                  <a:pt x="3709933" y="64946"/>
                </a:lnTo>
                <a:lnTo>
                  <a:pt x="3707990" y="66073"/>
                </a:lnTo>
                <a:lnTo>
                  <a:pt x="3705929" y="67175"/>
                </a:lnTo>
                <a:lnTo>
                  <a:pt x="3703752" y="68253"/>
                </a:lnTo>
                <a:lnTo>
                  <a:pt x="3705684" y="68848"/>
                </a:lnTo>
                <a:lnTo>
                  <a:pt x="3707537" y="69466"/>
                </a:lnTo>
                <a:lnTo>
                  <a:pt x="3709309" y="70105"/>
                </a:lnTo>
                <a:lnTo>
                  <a:pt x="3711000" y="70765"/>
                </a:lnTo>
                <a:lnTo>
                  <a:pt x="3712611" y="71448"/>
                </a:lnTo>
                <a:lnTo>
                  <a:pt x="3714142" y="72153"/>
                </a:lnTo>
                <a:lnTo>
                  <a:pt x="3715593" y="72880"/>
                </a:lnTo>
                <a:lnTo>
                  <a:pt x="3716963" y="73629"/>
                </a:lnTo>
                <a:lnTo>
                  <a:pt x="3718252" y="74400"/>
                </a:lnTo>
                <a:lnTo>
                  <a:pt x="3719462" y="75192"/>
                </a:lnTo>
                <a:lnTo>
                  <a:pt x="3720590" y="76007"/>
                </a:lnTo>
                <a:lnTo>
                  <a:pt x="3721639" y="76844"/>
                </a:lnTo>
                <a:lnTo>
                  <a:pt x="3722627" y="77704"/>
                </a:lnTo>
                <a:lnTo>
                  <a:pt x="3723574" y="78589"/>
                </a:lnTo>
                <a:lnTo>
                  <a:pt x="3724481" y="79500"/>
                </a:lnTo>
                <a:lnTo>
                  <a:pt x="3725346" y="80437"/>
                </a:lnTo>
                <a:lnTo>
                  <a:pt x="3726171" y="81399"/>
                </a:lnTo>
                <a:lnTo>
                  <a:pt x="3726955" y="82387"/>
                </a:lnTo>
                <a:lnTo>
                  <a:pt x="3727698" y="83400"/>
                </a:lnTo>
                <a:lnTo>
                  <a:pt x="3728400" y="84439"/>
                </a:lnTo>
                <a:lnTo>
                  <a:pt x="3729062" y="85504"/>
                </a:lnTo>
                <a:lnTo>
                  <a:pt x="3729683" y="86594"/>
                </a:lnTo>
                <a:lnTo>
                  <a:pt x="3730263" y="87710"/>
                </a:lnTo>
                <a:lnTo>
                  <a:pt x="3730802" y="88851"/>
                </a:lnTo>
                <a:lnTo>
                  <a:pt x="3731299" y="90016"/>
                </a:lnTo>
                <a:lnTo>
                  <a:pt x="3731753" y="91205"/>
                </a:lnTo>
                <a:lnTo>
                  <a:pt x="3732164" y="92417"/>
                </a:lnTo>
                <a:lnTo>
                  <a:pt x="3732531" y="93652"/>
                </a:lnTo>
                <a:lnTo>
                  <a:pt x="3732855" y="94910"/>
                </a:lnTo>
                <a:lnTo>
                  <a:pt x="3733137" y="96191"/>
                </a:lnTo>
                <a:lnTo>
                  <a:pt x="3733374" y="97495"/>
                </a:lnTo>
                <a:lnTo>
                  <a:pt x="3733569" y="98822"/>
                </a:lnTo>
                <a:lnTo>
                  <a:pt x="3733720" y="100173"/>
                </a:lnTo>
                <a:lnTo>
                  <a:pt x="3733828" y="101546"/>
                </a:lnTo>
                <a:lnTo>
                  <a:pt x="3733893" y="102943"/>
                </a:lnTo>
                <a:lnTo>
                  <a:pt x="3733915" y="104363"/>
                </a:lnTo>
                <a:lnTo>
                  <a:pt x="3733816" y="107501"/>
                </a:lnTo>
                <a:lnTo>
                  <a:pt x="3733521" y="110546"/>
                </a:lnTo>
                <a:lnTo>
                  <a:pt x="3733030" y="113500"/>
                </a:lnTo>
                <a:lnTo>
                  <a:pt x="3732341" y="116360"/>
                </a:lnTo>
                <a:lnTo>
                  <a:pt x="3731456" y="119128"/>
                </a:lnTo>
                <a:lnTo>
                  <a:pt x="3730374" y="121804"/>
                </a:lnTo>
                <a:lnTo>
                  <a:pt x="3729096" y="124387"/>
                </a:lnTo>
                <a:lnTo>
                  <a:pt x="3727621" y="126878"/>
                </a:lnTo>
                <a:lnTo>
                  <a:pt x="3725949" y="129276"/>
                </a:lnTo>
                <a:lnTo>
                  <a:pt x="3724081" y="131581"/>
                </a:lnTo>
                <a:lnTo>
                  <a:pt x="3722016" y="133794"/>
                </a:lnTo>
                <a:lnTo>
                  <a:pt x="3719754" y="135915"/>
                </a:lnTo>
                <a:lnTo>
                  <a:pt x="3717336" y="137903"/>
                </a:lnTo>
                <a:lnTo>
                  <a:pt x="3714803" y="139718"/>
                </a:lnTo>
                <a:lnTo>
                  <a:pt x="3712155" y="141360"/>
                </a:lnTo>
                <a:lnTo>
                  <a:pt x="3709393" y="142829"/>
                </a:lnTo>
                <a:lnTo>
                  <a:pt x="3706515" y="144126"/>
                </a:lnTo>
                <a:lnTo>
                  <a:pt x="3703521" y="145249"/>
                </a:lnTo>
                <a:lnTo>
                  <a:pt x="3700413" y="146200"/>
                </a:lnTo>
                <a:lnTo>
                  <a:pt x="3697190" y="146978"/>
                </a:lnTo>
                <a:lnTo>
                  <a:pt x="3693852" y="147583"/>
                </a:lnTo>
                <a:lnTo>
                  <a:pt x="3690398" y="148015"/>
                </a:lnTo>
                <a:lnTo>
                  <a:pt x="3686830" y="148274"/>
                </a:lnTo>
                <a:lnTo>
                  <a:pt x="3683146" y="148361"/>
                </a:lnTo>
                <a:lnTo>
                  <a:pt x="3682056" y="148354"/>
                </a:lnTo>
                <a:lnTo>
                  <a:pt x="3680950" y="148334"/>
                </a:lnTo>
                <a:lnTo>
                  <a:pt x="3679828" y="148300"/>
                </a:lnTo>
                <a:lnTo>
                  <a:pt x="3678689" y="148253"/>
                </a:lnTo>
                <a:lnTo>
                  <a:pt x="3677533" y="148193"/>
                </a:lnTo>
                <a:lnTo>
                  <a:pt x="3676361" y="148119"/>
                </a:lnTo>
                <a:lnTo>
                  <a:pt x="3675173" y="148032"/>
                </a:lnTo>
                <a:lnTo>
                  <a:pt x="3673968" y="147932"/>
                </a:lnTo>
                <a:lnTo>
                  <a:pt x="3672747" y="147818"/>
                </a:lnTo>
                <a:lnTo>
                  <a:pt x="3671510" y="147691"/>
                </a:lnTo>
                <a:lnTo>
                  <a:pt x="3670256" y="147550"/>
                </a:lnTo>
                <a:lnTo>
                  <a:pt x="3668985" y="147396"/>
                </a:lnTo>
                <a:lnTo>
                  <a:pt x="3667683" y="147210"/>
                </a:lnTo>
                <a:lnTo>
                  <a:pt x="3666334" y="146973"/>
                </a:lnTo>
                <a:lnTo>
                  <a:pt x="3664938" y="146685"/>
                </a:lnTo>
                <a:lnTo>
                  <a:pt x="3663495" y="146346"/>
                </a:lnTo>
                <a:lnTo>
                  <a:pt x="3662005" y="145956"/>
                </a:lnTo>
                <a:lnTo>
                  <a:pt x="3660469" y="145514"/>
                </a:lnTo>
                <a:lnTo>
                  <a:pt x="3658885" y="145022"/>
                </a:lnTo>
                <a:lnTo>
                  <a:pt x="3657255" y="144478"/>
                </a:lnTo>
                <a:lnTo>
                  <a:pt x="3655578" y="143883"/>
                </a:lnTo>
                <a:lnTo>
                  <a:pt x="3653854" y="143237"/>
                </a:lnTo>
                <a:lnTo>
                  <a:pt x="3652083" y="142541"/>
                </a:lnTo>
                <a:lnTo>
                  <a:pt x="3650265" y="141792"/>
                </a:lnTo>
                <a:close/>
                <a:moveTo>
                  <a:pt x="3840301" y="144327"/>
                </a:moveTo>
                <a:lnTo>
                  <a:pt x="3757966" y="144327"/>
                </a:lnTo>
                <a:lnTo>
                  <a:pt x="3757966" y="129322"/>
                </a:lnTo>
                <a:lnTo>
                  <a:pt x="3757983" y="128351"/>
                </a:lnTo>
                <a:lnTo>
                  <a:pt x="3758032" y="127369"/>
                </a:lnTo>
                <a:lnTo>
                  <a:pt x="3758114" y="126375"/>
                </a:lnTo>
                <a:lnTo>
                  <a:pt x="3758229" y="125370"/>
                </a:lnTo>
                <a:lnTo>
                  <a:pt x="3758377" y="124353"/>
                </a:lnTo>
                <a:lnTo>
                  <a:pt x="3758558" y="123324"/>
                </a:lnTo>
                <a:lnTo>
                  <a:pt x="3758772" y="122284"/>
                </a:lnTo>
                <a:lnTo>
                  <a:pt x="3759018" y="121232"/>
                </a:lnTo>
                <a:lnTo>
                  <a:pt x="3759298" y="120169"/>
                </a:lnTo>
                <a:lnTo>
                  <a:pt x="3759610" y="119094"/>
                </a:lnTo>
                <a:lnTo>
                  <a:pt x="3759956" y="118008"/>
                </a:lnTo>
                <a:lnTo>
                  <a:pt x="3760334" y="116910"/>
                </a:lnTo>
                <a:lnTo>
                  <a:pt x="3760758" y="115794"/>
                </a:lnTo>
                <a:lnTo>
                  <a:pt x="3761242" y="114656"/>
                </a:lnTo>
                <a:lnTo>
                  <a:pt x="3761786" y="113495"/>
                </a:lnTo>
                <a:lnTo>
                  <a:pt x="3762389" y="112312"/>
                </a:lnTo>
                <a:lnTo>
                  <a:pt x="3763052" y="111107"/>
                </a:lnTo>
                <a:lnTo>
                  <a:pt x="3763775" y="109878"/>
                </a:lnTo>
                <a:lnTo>
                  <a:pt x="3764558" y="108628"/>
                </a:lnTo>
                <a:lnTo>
                  <a:pt x="3765400" y="107354"/>
                </a:lnTo>
                <a:lnTo>
                  <a:pt x="3766302" y="106059"/>
                </a:lnTo>
                <a:lnTo>
                  <a:pt x="3767263" y="104740"/>
                </a:lnTo>
                <a:lnTo>
                  <a:pt x="3768284" y="103400"/>
                </a:lnTo>
                <a:lnTo>
                  <a:pt x="3769365" y="102036"/>
                </a:lnTo>
                <a:lnTo>
                  <a:pt x="3770481" y="100666"/>
                </a:lnTo>
                <a:lnTo>
                  <a:pt x="3771608" y="99304"/>
                </a:lnTo>
                <a:lnTo>
                  <a:pt x="3772746" y="97952"/>
                </a:lnTo>
                <a:lnTo>
                  <a:pt x="3773895" y="96608"/>
                </a:lnTo>
                <a:lnTo>
                  <a:pt x="3775055" y="95273"/>
                </a:lnTo>
                <a:lnTo>
                  <a:pt x="3776226" y="93946"/>
                </a:lnTo>
                <a:lnTo>
                  <a:pt x="3777408" y="92628"/>
                </a:lnTo>
                <a:lnTo>
                  <a:pt x="3778601" y="91319"/>
                </a:lnTo>
                <a:lnTo>
                  <a:pt x="3779805" y="90019"/>
                </a:lnTo>
                <a:lnTo>
                  <a:pt x="3781020" y="88728"/>
                </a:lnTo>
                <a:lnTo>
                  <a:pt x="3782245" y="87445"/>
                </a:lnTo>
                <a:lnTo>
                  <a:pt x="3783482" y="86171"/>
                </a:lnTo>
                <a:lnTo>
                  <a:pt x="3792777" y="76718"/>
                </a:lnTo>
                <a:lnTo>
                  <a:pt x="3793290" y="76183"/>
                </a:lnTo>
                <a:lnTo>
                  <a:pt x="3793897" y="75543"/>
                </a:lnTo>
                <a:lnTo>
                  <a:pt x="3794596" y="74797"/>
                </a:lnTo>
                <a:lnTo>
                  <a:pt x="3795388" y="73946"/>
                </a:lnTo>
                <a:lnTo>
                  <a:pt x="3796272" y="72988"/>
                </a:lnTo>
                <a:lnTo>
                  <a:pt x="3797248" y="71925"/>
                </a:lnTo>
                <a:lnTo>
                  <a:pt x="3798318" y="70756"/>
                </a:lnTo>
                <a:lnTo>
                  <a:pt x="3799479" y="69481"/>
                </a:lnTo>
                <a:lnTo>
                  <a:pt x="3800734" y="68101"/>
                </a:lnTo>
                <a:lnTo>
                  <a:pt x="3802081" y="66614"/>
                </a:lnTo>
                <a:lnTo>
                  <a:pt x="3803520" y="65022"/>
                </a:lnTo>
                <a:lnTo>
                  <a:pt x="3805052" y="63324"/>
                </a:lnTo>
                <a:lnTo>
                  <a:pt x="3806586" y="61607"/>
                </a:lnTo>
                <a:lnTo>
                  <a:pt x="3808030" y="59958"/>
                </a:lnTo>
                <a:lnTo>
                  <a:pt x="3809384" y="58378"/>
                </a:lnTo>
                <a:lnTo>
                  <a:pt x="3810649" y="56865"/>
                </a:lnTo>
                <a:lnTo>
                  <a:pt x="3811825" y="55420"/>
                </a:lnTo>
                <a:lnTo>
                  <a:pt x="3812911" y="54044"/>
                </a:lnTo>
                <a:lnTo>
                  <a:pt x="3813907" y="52735"/>
                </a:lnTo>
                <a:lnTo>
                  <a:pt x="3814814" y="51495"/>
                </a:lnTo>
                <a:lnTo>
                  <a:pt x="3815632" y="50323"/>
                </a:lnTo>
                <a:lnTo>
                  <a:pt x="3816360" y="49219"/>
                </a:lnTo>
                <a:lnTo>
                  <a:pt x="3816998" y="48183"/>
                </a:lnTo>
                <a:lnTo>
                  <a:pt x="3817547" y="47215"/>
                </a:lnTo>
                <a:lnTo>
                  <a:pt x="3818030" y="46282"/>
                </a:lnTo>
                <a:lnTo>
                  <a:pt x="3818471" y="45352"/>
                </a:lnTo>
                <a:lnTo>
                  <a:pt x="3818871" y="44424"/>
                </a:lnTo>
                <a:lnTo>
                  <a:pt x="3819228" y="43499"/>
                </a:lnTo>
                <a:lnTo>
                  <a:pt x="3819543" y="42576"/>
                </a:lnTo>
                <a:lnTo>
                  <a:pt x="3819816" y="41656"/>
                </a:lnTo>
                <a:lnTo>
                  <a:pt x="3820047" y="40738"/>
                </a:lnTo>
                <a:lnTo>
                  <a:pt x="3820236" y="39823"/>
                </a:lnTo>
                <a:lnTo>
                  <a:pt x="3820383" y="38910"/>
                </a:lnTo>
                <a:lnTo>
                  <a:pt x="3820488" y="37999"/>
                </a:lnTo>
                <a:lnTo>
                  <a:pt x="3820551" y="37091"/>
                </a:lnTo>
                <a:lnTo>
                  <a:pt x="3820572" y="36186"/>
                </a:lnTo>
                <a:lnTo>
                  <a:pt x="3820524" y="34754"/>
                </a:lnTo>
                <a:lnTo>
                  <a:pt x="3820377" y="33378"/>
                </a:lnTo>
                <a:lnTo>
                  <a:pt x="3820134" y="32058"/>
                </a:lnTo>
                <a:lnTo>
                  <a:pt x="3819793" y="30792"/>
                </a:lnTo>
                <a:lnTo>
                  <a:pt x="3819354" y="29582"/>
                </a:lnTo>
                <a:lnTo>
                  <a:pt x="3818819" y="28427"/>
                </a:lnTo>
                <a:lnTo>
                  <a:pt x="3818185" y="27328"/>
                </a:lnTo>
                <a:lnTo>
                  <a:pt x="3817455" y="26284"/>
                </a:lnTo>
                <a:lnTo>
                  <a:pt x="3816626" y="25295"/>
                </a:lnTo>
                <a:lnTo>
                  <a:pt x="3815701" y="24362"/>
                </a:lnTo>
                <a:lnTo>
                  <a:pt x="3814678" y="23483"/>
                </a:lnTo>
                <a:lnTo>
                  <a:pt x="3813558" y="22661"/>
                </a:lnTo>
                <a:lnTo>
                  <a:pt x="3812376" y="21898"/>
                </a:lnTo>
                <a:lnTo>
                  <a:pt x="3811171" y="21202"/>
                </a:lnTo>
                <a:lnTo>
                  <a:pt x="3809941" y="20572"/>
                </a:lnTo>
                <a:lnTo>
                  <a:pt x="3808686" y="20009"/>
                </a:lnTo>
                <a:lnTo>
                  <a:pt x="3807408" y="19512"/>
                </a:lnTo>
                <a:lnTo>
                  <a:pt x="3806104" y="19081"/>
                </a:lnTo>
                <a:lnTo>
                  <a:pt x="3804777" y="18716"/>
                </a:lnTo>
                <a:lnTo>
                  <a:pt x="3803425" y="18418"/>
                </a:lnTo>
                <a:lnTo>
                  <a:pt x="3802049" y="18186"/>
                </a:lnTo>
                <a:lnTo>
                  <a:pt x="3800649" y="18020"/>
                </a:lnTo>
                <a:lnTo>
                  <a:pt x="3799224" y="17921"/>
                </a:lnTo>
                <a:lnTo>
                  <a:pt x="3797775" y="17887"/>
                </a:lnTo>
                <a:lnTo>
                  <a:pt x="3796933" y="17895"/>
                </a:lnTo>
                <a:lnTo>
                  <a:pt x="3796076" y="17919"/>
                </a:lnTo>
                <a:lnTo>
                  <a:pt x="3795202" y="17959"/>
                </a:lnTo>
                <a:lnTo>
                  <a:pt x="3794311" y="18014"/>
                </a:lnTo>
                <a:lnTo>
                  <a:pt x="3793404" y="18085"/>
                </a:lnTo>
                <a:lnTo>
                  <a:pt x="3792481" y="18172"/>
                </a:lnTo>
                <a:lnTo>
                  <a:pt x="3791541" y="18275"/>
                </a:lnTo>
                <a:lnTo>
                  <a:pt x="3790584" y="18394"/>
                </a:lnTo>
                <a:lnTo>
                  <a:pt x="3789612" y="18529"/>
                </a:lnTo>
                <a:lnTo>
                  <a:pt x="3788623" y="18679"/>
                </a:lnTo>
                <a:lnTo>
                  <a:pt x="3787617" y="18845"/>
                </a:lnTo>
                <a:lnTo>
                  <a:pt x="3786595" y="19027"/>
                </a:lnTo>
                <a:lnTo>
                  <a:pt x="3785575" y="19220"/>
                </a:lnTo>
                <a:lnTo>
                  <a:pt x="3784577" y="19417"/>
                </a:lnTo>
                <a:lnTo>
                  <a:pt x="3783600" y="19621"/>
                </a:lnTo>
                <a:lnTo>
                  <a:pt x="3782644" y="19829"/>
                </a:lnTo>
                <a:lnTo>
                  <a:pt x="3781710" y="20043"/>
                </a:lnTo>
                <a:lnTo>
                  <a:pt x="3780797" y="20263"/>
                </a:lnTo>
                <a:lnTo>
                  <a:pt x="3779905" y="20488"/>
                </a:lnTo>
                <a:lnTo>
                  <a:pt x="3779035" y="20719"/>
                </a:lnTo>
                <a:lnTo>
                  <a:pt x="3778185" y="20955"/>
                </a:lnTo>
                <a:lnTo>
                  <a:pt x="3777358" y="21197"/>
                </a:lnTo>
                <a:lnTo>
                  <a:pt x="3776551" y="21444"/>
                </a:lnTo>
                <a:lnTo>
                  <a:pt x="3775766" y="21696"/>
                </a:lnTo>
                <a:lnTo>
                  <a:pt x="3774951" y="21974"/>
                </a:lnTo>
                <a:lnTo>
                  <a:pt x="3774056" y="22296"/>
                </a:lnTo>
                <a:lnTo>
                  <a:pt x="3773081" y="22662"/>
                </a:lnTo>
                <a:lnTo>
                  <a:pt x="3772025" y="23072"/>
                </a:lnTo>
                <a:lnTo>
                  <a:pt x="3770889" y="23527"/>
                </a:lnTo>
                <a:lnTo>
                  <a:pt x="3769672" y="24027"/>
                </a:lnTo>
                <a:lnTo>
                  <a:pt x="3768375" y="24570"/>
                </a:lnTo>
                <a:lnTo>
                  <a:pt x="3766998" y="25158"/>
                </a:lnTo>
                <a:lnTo>
                  <a:pt x="3765540" y="25791"/>
                </a:lnTo>
                <a:lnTo>
                  <a:pt x="3764002" y="26468"/>
                </a:lnTo>
                <a:lnTo>
                  <a:pt x="3762383" y="27189"/>
                </a:lnTo>
                <a:lnTo>
                  <a:pt x="3760684" y="27955"/>
                </a:lnTo>
                <a:lnTo>
                  <a:pt x="3760684" y="13476"/>
                </a:lnTo>
                <a:lnTo>
                  <a:pt x="3762526" y="12616"/>
                </a:lnTo>
                <a:lnTo>
                  <a:pt x="3764368" y="11802"/>
                </a:lnTo>
                <a:lnTo>
                  <a:pt x="3766211" y="11035"/>
                </a:lnTo>
                <a:lnTo>
                  <a:pt x="3768055" y="10313"/>
                </a:lnTo>
                <a:lnTo>
                  <a:pt x="3769899" y="9637"/>
                </a:lnTo>
                <a:lnTo>
                  <a:pt x="3771743" y="9007"/>
                </a:lnTo>
                <a:lnTo>
                  <a:pt x="3773589" y="8424"/>
                </a:lnTo>
                <a:lnTo>
                  <a:pt x="3775435" y="7886"/>
                </a:lnTo>
                <a:lnTo>
                  <a:pt x="3777281" y="7394"/>
                </a:lnTo>
                <a:lnTo>
                  <a:pt x="3779128" y="6949"/>
                </a:lnTo>
                <a:lnTo>
                  <a:pt x="3780976" y="6549"/>
                </a:lnTo>
                <a:lnTo>
                  <a:pt x="3782824" y="6195"/>
                </a:lnTo>
                <a:lnTo>
                  <a:pt x="3784646" y="5878"/>
                </a:lnTo>
                <a:lnTo>
                  <a:pt x="3786413" y="5588"/>
                </a:lnTo>
                <a:lnTo>
                  <a:pt x="3788127" y="5326"/>
                </a:lnTo>
                <a:lnTo>
                  <a:pt x="3789786" y="5092"/>
                </a:lnTo>
                <a:lnTo>
                  <a:pt x="3791390" y="4885"/>
                </a:lnTo>
                <a:lnTo>
                  <a:pt x="3792941" y="4705"/>
                </a:lnTo>
                <a:lnTo>
                  <a:pt x="3794437" y="4554"/>
                </a:lnTo>
                <a:lnTo>
                  <a:pt x="3795880" y="4430"/>
                </a:lnTo>
                <a:lnTo>
                  <a:pt x="3797268" y="4333"/>
                </a:lnTo>
                <a:lnTo>
                  <a:pt x="3798601" y="4264"/>
                </a:lnTo>
                <a:lnTo>
                  <a:pt x="3799881" y="4223"/>
                </a:lnTo>
                <a:lnTo>
                  <a:pt x="3801107" y="4209"/>
                </a:lnTo>
                <a:lnTo>
                  <a:pt x="3802863" y="4233"/>
                </a:lnTo>
                <a:lnTo>
                  <a:pt x="3804596" y="4305"/>
                </a:lnTo>
                <a:lnTo>
                  <a:pt x="3806304" y="4425"/>
                </a:lnTo>
                <a:lnTo>
                  <a:pt x="3807990" y="4594"/>
                </a:lnTo>
                <a:lnTo>
                  <a:pt x="3809651" y="4811"/>
                </a:lnTo>
                <a:lnTo>
                  <a:pt x="3811289" y="5075"/>
                </a:lnTo>
                <a:lnTo>
                  <a:pt x="3812903" y="5388"/>
                </a:lnTo>
                <a:lnTo>
                  <a:pt x="3814493" y="5749"/>
                </a:lnTo>
                <a:lnTo>
                  <a:pt x="3816059" y="6159"/>
                </a:lnTo>
                <a:lnTo>
                  <a:pt x="3817602" y="6616"/>
                </a:lnTo>
                <a:lnTo>
                  <a:pt x="3819121" y="7121"/>
                </a:lnTo>
                <a:lnTo>
                  <a:pt x="3820616" y="7675"/>
                </a:lnTo>
                <a:lnTo>
                  <a:pt x="3822068" y="8279"/>
                </a:lnTo>
                <a:lnTo>
                  <a:pt x="3823456" y="8936"/>
                </a:lnTo>
                <a:lnTo>
                  <a:pt x="3824781" y="9645"/>
                </a:lnTo>
                <a:lnTo>
                  <a:pt x="3826043" y="10408"/>
                </a:lnTo>
                <a:lnTo>
                  <a:pt x="3827241" y="11224"/>
                </a:lnTo>
                <a:lnTo>
                  <a:pt x="3828376" y="12093"/>
                </a:lnTo>
                <a:lnTo>
                  <a:pt x="3829448" y="13015"/>
                </a:lnTo>
                <a:lnTo>
                  <a:pt x="3830456" y="13989"/>
                </a:lnTo>
                <a:lnTo>
                  <a:pt x="3831401" y="15017"/>
                </a:lnTo>
                <a:lnTo>
                  <a:pt x="3832283" y="16098"/>
                </a:lnTo>
                <a:lnTo>
                  <a:pt x="3833101" y="17232"/>
                </a:lnTo>
                <a:lnTo>
                  <a:pt x="3833856" y="18419"/>
                </a:lnTo>
                <a:lnTo>
                  <a:pt x="3834550" y="19639"/>
                </a:lnTo>
                <a:lnTo>
                  <a:pt x="3835183" y="20872"/>
                </a:lnTo>
                <a:lnTo>
                  <a:pt x="3835755" y="22118"/>
                </a:lnTo>
                <a:lnTo>
                  <a:pt x="3836268" y="23378"/>
                </a:lnTo>
                <a:lnTo>
                  <a:pt x="3836720" y="24652"/>
                </a:lnTo>
                <a:lnTo>
                  <a:pt x="3837112" y="25939"/>
                </a:lnTo>
                <a:lnTo>
                  <a:pt x="3837443" y="27239"/>
                </a:lnTo>
                <a:lnTo>
                  <a:pt x="3837714" y="28553"/>
                </a:lnTo>
                <a:lnTo>
                  <a:pt x="3837925" y="29880"/>
                </a:lnTo>
                <a:lnTo>
                  <a:pt x="3838076" y="31220"/>
                </a:lnTo>
                <a:lnTo>
                  <a:pt x="3838166" y="32574"/>
                </a:lnTo>
                <a:lnTo>
                  <a:pt x="3838197" y="33942"/>
                </a:lnTo>
                <a:lnTo>
                  <a:pt x="3838158" y="35480"/>
                </a:lnTo>
                <a:lnTo>
                  <a:pt x="3838042" y="37024"/>
                </a:lnTo>
                <a:lnTo>
                  <a:pt x="3837849" y="38574"/>
                </a:lnTo>
                <a:lnTo>
                  <a:pt x="3837578" y="40130"/>
                </a:lnTo>
                <a:lnTo>
                  <a:pt x="3837230" y="41692"/>
                </a:lnTo>
                <a:lnTo>
                  <a:pt x="3836805" y="43261"/>
                </a:lnTo>
                <a:lnTo>
                  <a:pt x="3836302" y="44835"/>
                </a:lnTo>
                <a:lnTo>
                  <a:pt x="3835722" y="46416"/>
                </a:lnTo>
                <a:lnTo>
                  <a:pt x="3835065" y="48003"/>
                </a:lnTo>
                <a:lnTo>
                  <a:pt x="3834330" y="49595"/>
                </a:lnTo>
                <a:lnTo>
                  <a:pt x="3833518" y="51194"/>
                </a:lnTo>
                <a:lnTo>
                  <a:pt x="3832629" y="52799"/>
                </a:lnTo>
                <a:lnTo>
                  <a:pt x="3831632" y="54445"/>
                </a:lnTo>
                <a:lnTo>
                  <a:pt x="3830499" y="56168"/>
                </a:lnTo>
                <a:lnTo>
                  <a:pt x="3829228" y="57967"/>
                </a:lnTo>
                <a:lnTo>
                  <a:pt x="3827821" y="59842"/>
                </a:lnTo>
                <a:lnTo>
                  <a:pt x="3826276" y="61794"/>
                </a:lnTo>
                <a:lnTo>
                  <a:pt x="3824595" y="63822"/>
                </a:lnTo>
                <a:lnTo>
                  <a:pt x="3822776" y="65926"/>
                </a:lnTo>
                <a:lnTo>
                  <a:pt x="3820821" y="68107"/>
                </a:lnTo>
                <a:lnTo>
                  <a:pt x="3818728" y="70364"/>
                </a:lnTo>
                <a:lnTo>
                  <a:pt x="3816499" y="72698"/>
                </a:lnTo>
                <a:lnTo>
                  <a:pt x="3814132" y="75108"/>
                </a:lnTo>
                <a:lnTo>
                  <a:pt x="3811629" y="77594"/>
                </a:lnTo>
                <a:lnTo>
                  <a:pt x="3801633" y="87486"/>
                </a:lnTo>
                <a:lnTo>
                  <a:pt x="3793215" y="95715"/>
                </a:lnTo>
                <a:lnTo>
                  <a:pt x="3791906" y="97054"/>
                </a:lnTo>
                <a:lnTo>
                  <a:pt x="3790640" y="98385"/>
                </a:lnTo>
                <a:lnTo>
                  <a:pt x="3789417" y="99710"/>
                </a:lnTo>
                <a:lnTo>
                  <a:pt x="3788237" y="101027"/>
                </a:lnTo>
                <a:lnTo>
                  <a:pt x="3787098" y="102337"/>
                </a:lnTo>
                <a:lnTo>
                  <a:pt x="3786003" y="103639"/>
                </a:lnTo>
                <a:lnTo>
                  <a:pt x="3784950" y="104934"/>
                </a:lnTo>
                <a:lnTo>
                  <a:pt x="3783940" y="106222"/>
                </a:lnTo>
                <a:lnTo>
                  <a:pt x="3782972" y="107503"/>
                </a:lnTo>
                <a:lnTo>
                  <a:pt x="3782048" y="108776"/>
                </a:lnTo>
                <a:lnTo>
                  <a:pt x="3781165" y="110042"/>
                </a:lnTo>
                <a:lnTo>
                  <a:pt x="3780326" y="111301"/>
                </a:lnTo>
                <a:lnTo>
                  <a:pt x="3779538" y="112575"/>
                </a:lnTo>
                <a:lnTo>
                  <a:pt x="3778811" y="113890"/>
                </a:lnTo>
                <a:lnTo>
                  <a:pt x="3778144" y="115245"/>
                </a:lnTo>
                <a:lnTo>
                  <a:pt x="3777539" y="116640"/>
                </a:lnTo>
                <a:lnTo>
                  <a:pt x="3776995" y="118075"/>
                </a:lnTo>
                <a:lnTo>
                  <a:pt x="3776511" y="119550"/>
                </a:lnTo>
                <a:lnTo>
                  <a:pt x="3776089" y="121066"/>
                </a:lnTo>
                <a:lnTo>
                  <a:pt x="3775727" y="122621"/>
                </a:lnTo>
                <a:lnTo>
                  <a:pt x="3775426" y="124217"/>
                </a:lnTo>
                <a:lnTo>
                  <a:pt x="3775186" y="125853"/>
                </a:lnTo>
                <a:lnTo>
                  <a:pt x="3775007" y="127529"/>
                </a:lnTo>
                <a:lnTo>
                  <a:pt x="3774889" y="129246"/>
                </a:lnTo>
                <a:lnTo>
                  <a:pt x="3840301" y="129246"/>
                </a:lnTo>
                <a:lnTo>
                  <a:pt x="3840301" y="144327"/>
                </a:lnTo>
                <a:close/>
                <a:moveTo>
                  <a:pt x="3953871" y="96715"/>
                </a:moveTo>
                <a:lnTo>
                  <a:pt x="3858647" y="144327"/>
                </a:lnTo>
                <a:lnTo>
                  <a:pt x="3858647" y="129182"/>
                </a:lnTo>
                <a:lnTo>
                  <a:pt x="3923796" y="96877"/>
                </a:lnTo>
                <a:lnTo>
                  <a:pt x="3858647" y="64302"/>
                </a:lnTo>
                <a:lnTo>
                  <a:pt x="3858647" y="49103"/>
                </a:lnTo>
                <a:lnTo>
                  <a:pt x="3953871" y="96715"/>
                </a:lnTo>
                <a:close/>
                <a:moveTo>
                  <a:pt x="3973538" y="0"/>
                </a:moveTo>
                <a:lnTo>
                  <a:pt x="3977533" y="337"/>
                </a:lnTo>
                <a:lnTo>
                  <a:pt x="3981422" y="822"/>
                </a:lnTo>
                <a:lnTo>
                  <a:pt x="3985206" y="1456"/>
                </a:lnTo>
                <a:lnTo>
                  <a:pt x="3988883" y="2237"/>
                </a:lnTo>
                <a:lnTo>
                  <a:pt x="3992454" y="3166"/>
                </a:lnTo>
                <a:lnTo>
                  <a:pt x="3995919" y="4244"/>
                </a:lnTo>
                <a:lnTo>
                  <a:pt x="3999279" y="5469"/>
                </a:lnTo>
                <a:lnTo>
                  <a:pt x="4002532" y="6843"/>
                </a:lnTo>
                <a:lnTo>
                  <a:pt x="4005680" y="8365"/>
                </a:lnTo>
                <a:lnTo>
                  <a:pt x="4008721" y="10035"/>
                </a:lnTo>
                <a:lnTo>
                  <a:pt x="4011657" y="11852"/>
                </a:lnTo>
                <a:lnTo>
                  <a:pt x="4014486" y="13818"/>
                </a:lnTo>
                <a:lnTo>
                  <a:pt x="4017217" y="15917"/>
                </a:lnTo>
                <a:lnTo>
                  <a:pt x="4019853" y="18135"/>
                </a:lnTo>
                <a:lnTo>
                  <a:pt x="4022397" y="20472"/>
                </a:lnTo>
                <a:lnTo>
                  <a:pt x="4024848" y="22927"/>
                </a:lnTo>
                <a:lnTo>
                  <a:pt x="4027205" y="25501"/>
                </a:lnTo>
                <a:lnTo>
                  <a:pt x="4029469" y="28194"/>
                </a:lnTo>
                <a:lnTo>
                  <a:pt x="4031640" y="31006"/>
                </a:lnTo>
                <a:lnTo>
                  <a:pt x="4033718" y="33937"/>
                </a:lnTo>
                <a:lnTo>
                  <a:pt x="4035703" y="36986"/>
                </a:lnTo>
                <a:lnTo>
                  <a:pt x="4037595" y="40155"/>
                </a:lnTo>
                <a:lnTo>
                  <a:pt x="4039393" y="43442"/>
                </a:lnTo>
                <a:lnTo>
                  <a:pt x="4041098" y="46848"/>
                </a:lnTo>
                <a:lnTo>
                  <a:pt x="4042688" y="50313"/>
                </a:lnTo>
                <a:lnTo>
                  <a:pt x="4044139" y="53780"/>
                </a:lnTo>
                <a:lnTo>
                  <a:pt x="4045452" y="57248"/>
                </a:lnTo>
                <a:lnTo>
                  <a:pt x="4046627" y="60717"/>
                </a:lnTo>
                <a:lnTo>
                  <a:pt x="4047664" y="64188"/>
                </a:lnTo>
                <a:lnTo>
                  <a:pt x="4048562" y="67659"/>
                </a:lnTo>
                <a:lnTo>
                  <a:pt x="4049323" y="71133"/>
                </a:lnTo>
                <a:lnTo>
                  <a:pt x="4049945" y="74607"/>
                </a:lnTo>
                <a:lnTo>
                  <a:pt x="4050428" y="78082"/>
                </a:lnTo>
                <a:lnTo>
                  <a:pt x="4050774" y="81559"/>
                </a:lnTo>
                <a:lnTo>
                  <a:pt x="4050981" y="85037"/>
                </a:lnTo>
                <a:lnTo>
                  <a:pt x="4051050" y="88517"/>
                </a:lnTo>
                <a:lnTo>
                  <a:pt x="4050981" y="91996"/>
                </a:lnTo>
                <a:lnTo>
                  <a:pt x="4050774" y="95474"/>
                </a:lnTo>
                <a:lnTo>
                  <a:pt x="4050428" y="98951"/>
                </a:lnTo>
                <a:lnTo>
                  <a:pt x="4049945" y="102427"/>
                </a:lnTo>
                <a:lnTo>
                  <a:pt x="4049323" y="105901"/>
                </a:lnTo>
                <a:lnTo>
                  <a:pt x="4048562" y="109374"/>
                </a:lnTo>
                <a:lnTo>
                  <a:pt x="4047664" y="112846"/>
                </a:lnTo>
                <a:lnTo>
                  <a:pt x="4046627" y="116317"/>
                </a:lnTo>
                <a:lnTo>
                  <a:pt x="4045452" y="119787"/>
                </a:lnTo>
                <a:lnTo>
                  <a:pt x="4044139" y="123255"/>
                </a:lnTo>
                <a:lnTo>
                  <a:pt x="4042688" y="126722"/>
                </a:lnTo>
                <a:lnTo>
                  <a:pt x="4041098" y="130188"/>
                </a:lnTo>
                <a:lnTo>
                  <a:pt x="4039393" y="133594"/>
                </a:lnTo>
                <a:lnTo>
                  <a:pt x="4037595" y="136880"/>
                </a:lnTo>
                <a:lnTo>
                  <a:pt x="4035703" y="140048"/>
                </a:lnTo>
                <a:lnTo>
                  <a:pt x="4033718" y="143097"/>
                </a:lnTo>
                <a:lnTo>
                  <a:pt x="4031640" y="146028"/>
                </a:lnTo>
                <a:lnTo>
                  <a:pt x="4029469" y="148839"/>
                </a:lnTo>
                <a:lnTo>
                  <a:pt x="4027205" y="151532"/>
                </a:lnTo>
                <a:lnTo>
                  <a:pt x="4024848" y="154106"/>
                </a:lnTo>
                <a:lnTo>
                  <a:pt x="4022397" y="156561"/>
                </a:lnTo>
                <a:lnTo>
                  <a:pt x="4019853" y="158898"/>
                </a:lnTo>
                <a:lnTo>
                  <a:pt x="4017217" y="161116"/>
                </a:lnTo>
                <a:lnTo>
                  <a:pt x="4014486" y="163215"/>
                </a:lnTo>
                <a:lnTo>
                  <a:pt x="4011657" y="165180"/>
                </a:lnTo>
                <a:lnTo>
                  <a:pt x="4008721" y="166996"/>
                </a:lnTo>
                <a:lnTo>
                  <a:pt x="4005680" y="168663"/>
                </a:lnTo>
                <a:lnTo>
                  <a:pt x="4002532" y="170180"/>
                </a:lnTo>
                <a:lnTo>
                  <a:pt x="3999279" y="171548"/>
                </a:lnTo>
                <a:lnTo>
                  <a:pt x="3995919" y="172767"/>
                </a:lnTo>
                <a:lnTo>
                  <a:pt x="3992454" y="173837"/>
                </a:lnTo>
                <a:lnTo>
                  <a:pt x="3988883" y="174757"/>
                </a:lnTo>
                <a:lnTo>
                  <a:pt x="3985206" y="175528"/>
                </a:lnTo>
                <a:lnTo>
                  <a:pt x="3981422" y="176150"/>
                </a:lnTo>
                <a:lnTo>
                  <a:pt x="3977533" y="176622"/>
                </a:lnTo>
                <a:lnTo>
                  <a:pt x="3973538" y="176945"/>
                </a:lnTo>
                <a:lnTo>
                  <a:pt x="3973538" y="163267"/>
                </a:lnTo>
                <a:lnTo>
                  <a:pt x="3976557" y="162913"/>
                </a:lnTo>
                <a:lnTo>
                  <a:pt x="3979504" y="162436"/>
                </a:lnTo>
                <a:lnTo>
                  <a:pt x="3982381" y="161836"/>
                </a:lnTo>
                <a:lnTo>
                  <a:pt x="3985186" y="161114"/>
                </a:lnTo>
                <a:lnTo>
                  <a:pt x="3987919" y="160268"/>
                </a:lnTo>
                <a:lnTo>
                  <a:pt x="3990582" y="159299"/>
                </a:lnTo>
                <a:lnTo>
                  <a:pt x="3993173" y="158207"/>
                </a:lnTo>
                <a:lnTo>
                  <a:pt x="3995693" y="156992"/>
                </a:lnTo>
                <a:lnTo>
                  <a:pt x="3998142" y="155655"/>
                </a:lnTo>
                <a:lnTo>
                  <a:pt x="4000519" y="154194"/>
                </a:lnTo>
                <a:lnTo>
                  <a:pt x="4002825" y="152610"/>
                </a:lnTo>
                <a:lnTo>
                  <a:pt x="4005060" y="150903"/>
                </a:lnTo>
                <a:lnTo>
                  <a:pt x="4007221" y="149094"/>
                </a:lnTo>
                <a:lnTo>
                  <a:pt x="4009303" y="147204"/>
                </a:lnTo>
                <a:lnTo>
                  <a:pt x="4011308" y="145231"/>
                </a:lnTo>
                <a:lnTo>
                  <a:pt x="4013235" y="143177"/>
                </a:lnTo>
                <a:lnTo>
                  <a:pt x="4015083" y="141042"/>
                </a:lnTo>
                <a:lnTo>
                  <a:pt x="4016854" y="138825"/>
                </a:lnTo>
                <a:lnTo>
                  <a:pt x="4018547" y="136526"/>
                </a:lnTo>
                <a:lnTo>
                  <a:pt x="4020162" y="134146"/>
                </a:lnTo>
                <a:lnTo>
                  <a:pt x="4021698" y="131684"/>
                </a:lnTo>
                <a:lnTo>
                  <a:pt x="4023157" y="129141"/>
                </a:lnTo>
                <a:lnTo>
                  <a:pt x="4024538" y="126516"/>
                </a:lnTo>
                <a:lnTo>
                  <a:pt x="4025841" y="123809"/>
                </a:lnTo>
                <a:lnTo>
                  <a:pt x="4027053" y="121045"/>
                </a:lnTo>
                <a:lnTo>
                  <a:pt x="4028159" y="118249"/>
                </a:lnTo>
                <a:lnTo>
                  <a:pt x="4029160" y="115419"/>
                </a:lnTo>
                <a:lnTo>
                  <a:pt x="4030055" y="112556"/>
                </a:lnTo>
                <a:lnTo>
                  <a:pt x="4030845" y="109661"/>
                </a:lnTo>
                <a:lnTo>
                  <a:pt x="4031530" y="106733"/>
                </a:lnTo>
                <a:lnTo>
                  <a:pt x="4032109" y="103772"/>
                </a:lnTo>
                <a:lnTo>
                  <a:pt x="4032583" y="100778"/>
                </a:lnTo>
                <a:lnTo>
                  <a:pt x="4032952" y="97751"/>
                </a:lnTo>
                <a:lnTo>
                  <a:pt x="4033215" y="94691"/>
                </a:lnTo>
                <a:lnTo>
                  <a:pt x="4033373" y="91598"/>
                </a:lnTo>
                <a:lnTo>
                  <a:pt x="4033426" y="88473"/>
                </a:lnTo>
                <a:lnTo>
                  <a:pt x="4033373" y="85347"/>
                </a:lnTo>
                <a:lnTo>
                  <a:pt x="4033215" y="82254"/>
                </a:lnTo>
                <a:lnTo>
                  <a:pt x="4032952" y="79195"/>
                </a:lnTo>
                <a:lnTo>
                  <a:pt x="4032583" y="76168"/>
                </a:lnTo>
                <a:lnTo>
                  <a:pt x="4032109" y="73174"/>
                </a:lnTo>
                <a:lnTo>
                  <a:pt x="4031530" y="70213"/>
                </a:lnTo>
                <a:lnTo>
                  <a:pt x="4030845" y="67284"/>
                </a:lnTo>
                <a:lnTo>
                  <a:pt x="4030055" y="64389"/>
                </a:lnTo>
                <a:lnTo>
                  <a:pt x="4029160" y="61526"/>
                </a:lnTo>
                <a:lnTo>
                  <a:pt x="4028159" y="58697"/>
                </a:lnTo>
                <a:lnTo>
                  <a:pt x="4027053" y="55900"/>
                </a:lnTo>
                <a:lnTo>
                  <a:pt x="4025841" y="53136"/>
                </a:lnTo>
                <a:lnTo>
                  <a:pt x="4024538" y="50429"/>
                </a:lnTo>
                <a:lnTo>
                  <a:pt x="4023157" y="47803"/>
                </a:lnTo>
                <a:lnTo>
                  <a:pt x="4021698" y="45258"/>
                </a:lnTo>
                <a:lnTo>
                  <a:pt x="4020162" y="42794"/>
                </a:lnTo>
                <a:lnTo>
                  <a:pt x="4018547" y="40411"/>
                </a:lnTo>
                <a:lnTo>
                  <a:pt x="4016854" y="38109"/>
                </a:lnTo>
                <a:lnTo>
                  <a:pt x="4015083" y="35888"/>
                </a:lnTo>
                <a:lnTo>
                  <a:pt x="4013235" y="33748"/>
                </a:lnTo>
                <a:lnTo>
                  <a:pt x="4011308" y="31689"/>
                </a:lnTo>
                <a:lnTo>
                  <a:pt x="4009303" y="29711"/>
                </a:lnTo>
                <a:lnTo>
                  <a:pt x="4007221" y="27814"/>
                </a:lnTo>
                <a:lnTo>
                  <a:pt x="4005060" y="25998"/>
                </a:lnTo>
                <a:lnTo>
                  <a:pt x="4002825" y="24285"/>
                </a:lnTo>
                <a:lnTo>
                  <a:pt x="4000519" y="22697"/>
                </a:lnTo>
                <a:lnTo>
                  <a:pt x="3998142" y="21233"/>
                </a:lnTo>
                <a:lnTo>
                  <a:pt x="3995693" y="19894"/>
                </a:lnTo>
                <a:lnTo>
                  <a:pt x="3993173" y="18681"/>
                </a:lnTo>
                <a:lnTo>
                  <a:pt x="3990582" y="17592"/>
                </a:lnTo>
                <a:lnTo>
                  <a:pt x="3987919" y="16627"/>
                </a:lnTo>
                <a:lnTo>
                  <a:pt x="3985186" y="15788"/>
                </a:lnTo>
                <a:lnTo>
                  <a:pt x="3982381" y="15073"/>
                </a:lnTo>
                <a:lnTo>
                  <a:pt x="3979504" y="14484"/>
                </a:lnTo>
                <a:lnTo>
                  <a:pt x="3976557" y="14019"/>
                </a:lnTo>
                <a:lnTo>
                  <a:pt x="3973538" y="13679"/>
                </a:lnTo>
                <a:lnTo>
                  <a:pt x="39735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" name="Original vector context 5">
            <a:extLst xmlns:a="http://schemas.openxmlformats.org/drawingml/2006/main">
              <a:ext uri="{FF2B5EF4-FFF2-40B4-BE49-F238E27FC236}">
                <a16:creationId xmlns:a16="http://schemas.microsoft.com/office/drawing/2014/main" id="{CD349C51-FF27-4808-B964-63D7BC3E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5" y="503157"/>
            <a:ext cx="82335" cy="140118"/>
          </a:xfrm>
          <a:custGeom xmlns:a="http://schemas.openxmlformats.org/drawingml/2006/main">
            <a:pathLst>
              <a:path w="82335" h="140118">
                <a:moveTo>
                  <a:pt x="82335" y="140118"/>
                </a:moveTo>
                <a:lnTo>
                  <a:pt x="0" y="140118"/>
                </a:lnTo>
                <a:lnTo>
                  <a:pt x="0" y="125113"/>
                </a:lnTo>
                <a:lnTo>
                  <a:pt x="16" y="124143"/>
                </a:lnTo>
                <a:lnTo>
                  <a:pt x="66" y="123160"/>
                </a:lnTo>
                <a:lnTo>
                  <a:pt x="148" y="122166"/>
                </a:lnTo>
                <a:lnTo>
                  <a:pt x="263" y="121161"/>
                </a:lnTo>
                <a:lnTo>
                  <a:pt x="411" y="120144"/>
                </a:lnTo>
                <a:lnTo>
                  <a:pt x="592" y="119115"/>
                </a:lnTo>
                <a:lnTo>
                  <a:pt x="806" y="118075"/>
                </a:lnTo>
                <a:lnTo>
                  <a:pt x="1052" y="117023"/>
                </a:lnTo>
                <a:lnTo>
                  <a:pt x="1332" y="115960"/>
                </a:lnTo>
                <a:lnTo>
                  <a:pt x="1644" y="114885"/>
                </a:lnTo>
                <a:lnTo>
                  <a:pt x="1989" y="113799"/>
                </a:lnTo>
                <a:lnTo>
                  <a:pt x="2367" y="112701"/>
                </a:lnTo>
                <a:lnTo>
                  <a:pt x="2792" y="111585"/>
                </a:lnTo>
                <a:lnTo>
                  <a:pt x="3276" y="110447"/>
                </a:lnTo>
                <a:lnTo>
                  <a:pt x="3820" y="109287"/>
                </a:lnTo>
                <a:lnTo>
                  <a:pt x="4423" y="108103"/>
                </a:lnTo>
                <a:lnTo>
                  <a:pt x="5086" y="106898"/>
                </a:lnTo>
                <a:lnTo>
                  <a:pt x="5809" y="105670"/>
                </a:lnTo>
                <a:lnTo>
                  <a:pt x="6591" y="104419"/>
                </a:lnTo>
                <a:lnTo>
                  <a:pt x="7434" y="103146"/>
                </a:lnTo>
                <a:lnTo>
                  <a:pt x="8335" y="101850"/>
                </a:lnTo>
                <a:lnTo>
                  <a:pt x="9297" y="100532"/>
                </a:lnTo>
                <a:lnTo>
                  <a:pt x="10318" y="99191"/>
                </a:lnTo>
                <a:lnTo>
                  <a:pt x="11399" y="97827"/>
                </a:lnTo>
                <a:lnTo>
                  <a:pt x="12515" y="96457"/>
                </a:lnTo>
                <a:lnTo>
                  <a:pt x="13642" y="95096"/>
                </a:lnTo>
                <a:lnTo>
                  <a:pt x="14780" y="93743"/>
                </a:lnTo>
                <a:lnTo>
                  <a:pt x="15929" y="92399"/>
                </a:lnTo>
                <a:lnTo>
                  <a:pt x="17089" y="91064"/>
                </a:lnTo>
                <a:lnTo>
                  <a:pt x="18260" y="89737"/>
                </a:lnTo>
                <a:lnTo>
                  <a:pt x="19442" y="88420"/>
                </a:lnTo>
                <a:lnTo>
                  <a:pt x="20635" y="87111"/>
                </a:lnTo>
                <a:lnTo>
                  <a:pt x="21839" y="85810"/>
                </a:lnTo>
                <a:lnTo>
                  <a:pt x="23053" y="84519"/>
                </a:lnTo>
                <a:lnTo>
                  <a:pt x="24279" y="83236"/>
                </a:lnTo>
                <a:lnTo>
                  <a:pt x="25516" y="81962"/>
                </a:lnTo>
                <a:lnTo>
                  <a:pt x="34810" y="72509"/>
                </a:lnTo>
                <a:lnTo>
                  <a:pt x="35324" y="71975"/>
                </a:lnTo>
                <a:lnTo>
                  <a:pt x="35931" y="71334"/>
                </a:lnTo>
                <a:lnTo>
                  <a:pt x="36630" y="70589"/>
                </a:lnTo>
                <a:lnTo>
                  <a:pt x="37421" y="69737"/>
                </a:lnTo>
                <a:lnTo>
                  <a:pt x="38306" y="68780"/>
                </a:lnTo>
                <a:lnTo>
                  <a:pt x="39282" y="67716"/>
                </a:lnTo>
                <a:lnTo>
                  <a:pt x="40351" y="66547"/>
                </a:lnTo>
                <a:lnTo>
                  <a:pt x="41513" y="65272"/>
                </a:lnTo>
                <a:lnTo>
                  <a:pt x="42768" y="63892"/>
                </a:lnTo>
                <a:lnTo>
                  <a:pt x="44115" y="62405"/>
                </a:lnTo>
                <a:lnTo>
                  <a:pt x="45554" y="60813"/>
                </a:lnTo>
                <a:lnTo>
                  <a:pt x="47086" y="59115"/>
                </a:lnTo>
                <a:lnTo>
                  <a:pt x="48620" y="57398"/>
                </a:lnTo>
                <a:lnTo>
                  <a:pt x="50064" y="55749"/>
                </a:lnTo>
                <a:lnTo>
                  <a:pt x="51418" y="54169"/>
                </a:lnTo>
                <a:lnTo>
                  <a:pt x="52683" y="52656"/>
                </a:lnTo>
                <a:lnTo>
                  <a:pt x="53859" y="51212"/>
                </a:lnTo>
                <a:lnTo>
                  <a:pt x="54945" y="49835"/>
                </a:lnTo>
                <a:lnTo>
                  <a:pt x="55941" y="48527"/>
                </a:lnTo>
                <a:lnTo>
                  <a:pt x="56848" y="47286"/>
                </a:lnTo>
                <a:lnTo>
                  <a:pt x="57666" y="46114"/>
                </a:lnTo>
                <a:lnTo>
                  <a:pt x="58394" y="45010"/>
                </a:lnTo>
                <a:lnTo>
                  <a:pt x="59032" y="43974"/>
                </a:lnTo>
                <a:lnTo>
                  <a:pt x="59581" y="43006"/>
                </a:lnTo>
                <a:lnTo>
                  <a:pt x="60064" y="42073"/>
                </a:lnTo>
                <a:lnTo>
                  <a:pt x="60505" y="41143"/>
                </a:lnTo>
                <a:lnTo>
                  <a:pt x="60904" y="40215"/>
                </a:lnTo>
                <a:lnTo>
                  <a:pt x="61262" y="39290"/>
                </a:lnTo>
                <a:lnTo>
                  <a:pt x="61577" y="38367"/>
                </a:lnTo>
                <a:lnTo>
                  <a:pt x="61850" y="37447"/>
                </a:lnTo>
                <a:lnTo>
                  <a:pt x="62081" y="36529"/>
                </a:lnTo>
                <a:lnTo>
                  <a:pt x="62270" y="35614"/>
                </a:lnTo>
                <a:lnTo>
                  <a:pt x="62417" y="34701"/>
                </a:lnTo>
                <a:lnTo>
                  <a:pt x="62522" y="33791"/>
                </a:lnTo>
                <a:lnTo>
                  <a:pt x="62585" y="32883"/>
                </a:lnTo>
                <a:lnTo>
                  <a:pt x="62606" y="31977"/>
                </a:lnTo>
                <a:lnTo>
                  <a:pt x="62557" y="30546"/>
                </a:lnTo>
                <a:lnTo>
                  <a:pt x="62411" y="29170"/>
                </a:lnTo>
                <a:lnTo>
                  <a:pt x="62168" y="27849"/>
                </a:lnTo>
                <a:lnTo>
                  <a:pt x="61827" y="26583"/>
                </a:lnTo>
                <a:lnTo>
                  <a:pt x="61388" y="25373"/>
                </a:lnTo>
                <a:lnTo>
                  <a:pt x="60852" y="24218"/>
                </a:lnTo>
                <a:lnTo>
                  <a:pt x="60219" y="23119"/>
                </a:lnTo>
                <a:lnTo>
                  <a:pt x="59488" y="22075"/>
                </a:lnTo>
                <a:lnTo>
                  <a:pt x="58660" y="21086"/>
                </a:lnTo>
                <a:lnTo>
                  <a:pt x="57735" y="20153"/>
                </a:lnTo>
                <a:lnTo>
                  <a:pt x="56712" y="19275"/>
                </a:lnTo>
                <a:lnTo>
                  <a:pt x="55591" y="18452"/>
                </a:lnTo>
                <a:lnTo>
                  <a:pt x="54410" y="17690"/>
                </a:lnTo>
                <a:lnTo>
                  <a:pt x="53204" y="16993"/>
                </a:lnTo>
                <a:lnTo>
                  <a:pt x="51974" y="16364"/>
                </a:lnTo>
                <a:lnTo>
                  <a:pt x="50720" y="15800"/>
                </a:lnTo>
                <a:lnTo>
                  <a:pt x="49441" y="15303"/>
                </a:lnTo>
                <a:lnTo>
                  <a:pt x="48138" y="14872"/>
                </a:lnTo>
                <a:lnTo>
                  <a:pt x="46811" y="14507"/>
                </a:lnTo>
                <a:lnTo>
                  <a:pt x="45459" y="14209"/>
                </a:lnTo>
                <a:lnTo>
                  <a:pt x="44083" y="13977"/>
                </a:lnTo>
                <a:lnTo>
                  <a:pt x="42682" y="13811"/>
                </a:lnTo>
                <a:lnTo>
                  <a:pt x="41258" y="13712"/>
                </a:lnTo>
                <a:lnTo>
                  <a:pt x="39808" y="13679"/>
                </a:lnTo>
                <a:lnTo>
                  <a:pt x="38967" y="13687"/>
                </a:lnTo>
                <a:lnTo>
                  <a:pt x="38109" y="13710"/>
                </a:lnTo>
                <a:lnTo>
                  <a:pt x="37235" y="13750"/>
                </a:lnTo>
                <a:lnTo>
                  <a:pt x="36345" y="13805"/>
                </a:lnTo>
                <a:lnTo>
                  <a:pt x="35438" y="13877"/>
                </a:lnTo>
                <a:lnTo>
                  <a:pt x="34514" y="13964"/>
                </a:lnTo>
                <a:lnTo>
                  <a:pt x="33575" y="14067"/>
                </a:lnTo>
                <a:lnTo>
                  <a:pt x="32618" y="14185"/>
                </a:lnTo>
                <a:lnTo>
                  <a:pt x="31646" y="14320"/>
                </a:lnTo>
                <a:lnTo>
                  <a:pt x="30656" y="14470"/>
                </a:lnTo>
                <a:lnTo>
                  <a:pt x="29651" y="14636"/>
                </a:lnTo>
                <a:lnTo>
                  <a:pt x="28629" y="14819"/>
                </a:lnTo>
                <a:lnTo>
                  <a:pt x="27609" y="15011"/>
                </a:lnTo>
                <a:lnTo>
                  <a:pt x="26611" y="15209"/>
                </a:lnTo>
                <a:lnTo>
                  <a:pt x="25634" y="15412"/>
                </a:lnTo>
                <a:lnTo>
                  <a:pt x="24678" y="15620"/>
                </a:lnTo>
                <a:lnTo>
                  <a:pt x="23744" y="15835"/>
                </a:lnTo>
                <a:lnTo>
                  <a:pt x="22831" y="16054"/>
                </a:lnTo>
                <a:lnTo>
                  <a:pt x="21939" y="16279"/>
                </a:lnTo>
                <a:lnTo>
                  <a:pt x="21068" y="16510"/>
                </a:lnTo>
                <a:lnTo>
                  <a:pt x="20219" y="16746"/>
                </a:lnTo>
                <a:lnTo>
                  <a:pt x="19391" y="16988"/>
                </a:lnTo>
                <a:lnTo>
                  <a:pt x="18585" y="17235"/>
                </a:lnTo>
                <a:lnTo>
                  <a:pt x="17800" y="17487"/>
                </a:lnTo>
                <a:lnTo>
                  <a:pt x="16985" y="17765"/>
                </a:lnTo>
                <a:lnTo>
                  <a:pt x="16090" y="18087"/>
                </a:lnTo>
                <a:lnTo>
                  <a:pt x="15114" y="18453"/>
                </a:lnTo>
                <a:lnTo>
                  <a:pt x="14059" y="18864"/>
                </a:lnTo>
                <a:lnTo>
                  <a:pt x="12922" y="19318"/>
                </a:lnTo>
                <a:lnTo>
                  <a:pt x="11706" y="19818"/>
                </a:lnTo>
                <a:lnTo>
                  <a:pt x="10409" y="20362"/>
                </a:lnTo>
                <a:lnTo>
                  <a:pt x="9031" y="20950"/>
                </a:lnTo>
                <a:lnTo>
                  <a:pt x="7574" y="21582"/>
                </a:lnTo>
                <a:lnTo>
                  <a:pt x="6036" y="22259"/>
                </a:lnTo>
                <a:lnTo>
                  <a:pt x="4417" y="22980"/>
                </a:lnTo>
                <a:lnTo>
                  <a:pt x="2718" y="23746"/>
                </a:lnTo>
                <a:lnTo>
                  <a:pt x="2718" y="9267"/>
                </a:lnTo>
                <a:lnTo>
                  <a:pt x="4560" y="8407"/>
                </a:lnTo>
                <a:lnTo>
                  <a:pt x="6402" y="7594"/>
                </a:lnTo>
                <a:lnTo>
                  <a:pt x="8245" y="6826"/>
                </a:lnTo>
                <a:lnTo>
                  <a:pt x="10088" y="6104"/>
                </a:lnTo>
                <a:lnTo>
                  <a:pt x="11933" y="5428"/>
                </a:lnTo>
                <a:lnTo>
                  <a:pt x="13777" y="4799"/>
                </a:lnTo>
                <a:lnTo>
                  <a:pt x="15623" y="4215"/>
                </a:lnTo>
                <a:lnTo>
                  <a:pt x="17469" y="3677"/>
                </a:lnTo>
                <a:lnTo>
                  <a:pt x="19315" y="3186"/>
                </a:lnTo>
                <a:lnTo>
                  <a:pt x="21162" y="2740"/>
                </a:lnTo>
                <a:lnTo>
                  <a:pt x="23010" y="2340"/>
                </a:lnTo>
                <a:lnTo>
                  <a:pt x="24858" y="1987"/>
                </a:lnTo>
                <a:lnTo>
                  <a:pt x="26680" y="1669"/>
                </a:lnTo>
                <a:lnTo>
                  <a:pt x="28447" y="1380"/>
                </a:lnTo>
                <a:lnTo>
                  <a:pt x="30160" y="1117"/>
                </a:lnTo>
                <a:lnTo>
                  <a:pt x="31819" y="883"/>
                </a:lnTo>
                <a:lnTo>
                  <a:pt x="33424" y="676"/>
                </a:lnTo>
                <a:lnTo>
                  <a:pt x="34975" y="497"/>
                </a:lnTo>
                <a:lnTo>
                  <a:pt x="36471" y="345"/>
                </a:lnTo>
                <a:lnTo>
                  <a:pt x="37913" y="221"/>
                </a:lnTo>
                <a:lnTo>
                  <a:pt x="39301" y="124"/>
                </a:lnTo>
                <a:lnTo>
                  <a:pt x="40635" y="55"/>
                </a:lnTo>
                <a:lnTo>
                  <a:pt x="41915" y="14"/>
                </a:lnTo>
                <a:lnTo>
                  <a:pt x="43140" y="0"/>
                </a:lnTo>
                <a:lnTo>
                  <a:pt x="44897" y="24"/>
                </a:lnTo>
                <a:lnTo>
                  <a:pt x="46629" y="96"/>
                </a:lnTo>
                <a:lnTo>
                  <a:pt x="48338" y="217"/>
                </a:lnTo>
                <a:lnTo>
                  <a:pt x="50023" y="385"/>
                </a:lnTo>
                <a:lnTo>
                  <a:pt x="51685" y="602"/>
                </a:lnTo>
                <a:lnTo>
                  <a:pt x="53323" y="867"/>
                </a:lnTo>
                <a:lnTo>
                  <a:pt x="54936" y="1179"/>
                </a:lnTo>
                <a:lnTo>
                  <a:pt x="56527" y="1541"/>
                </a:lnTo>
                <a:lnTo>
                  <a:pt x="58093" y="1950"/>
                </a:lnTo>
                <a:lnTo>
                  <a:pt x="59636" y="2407"/>
                </a:lnTo>
                <a:lnTo>
                  <a:pt x="61155" y="2913"/>
                </a:lnTo>
                <a:lnTo>
                  <a:pt x="62650" y="3466"/>
                </a:lnTo>
                <a:lnTo>
                  <a:pt x="64102" y="4070"/>
                </a:lnTo>
                <a:lnTo>
                  <a:pt x="65490" y="4727"/>
                </a:lnTo>
                <a:lnTo>
                  <a:pt x="66815" y="5437"/>
                </a:lnTo>
                <a:lnTo>
                  <a:pt x="68077" y="6199"/>
                </a:lnTo>
                <a:lnTo>
                  <a:pt x="69275" y="7015"/>
                </a:lnTo>
                <a:lnTo>
                  <a:pt x="70410" y="7884"/>
                </a:lnTo>
                <a:lnTo>
                  <a:pt x="71482" y="8806"/>
                </a:lnTo>
                <a:lnTo>
                  <a:pt x="72490" y="9781"/>
                </a:lnTo>
                <a:lnTo>
                  <a:pt x="73435" y="10809"/>
                </a:lnTo>
                <a:lnTo>
                  <a:pt x="74317" y="11889"/>
                </a:lnTo>
                <a:lnTo>
                  <a:pt x="75135" y="13023"/>
                </a:lnTo>
                <a:lnTo>
                  <a:pt x="75890" y="14210"/>
                </a:lnTo>
                <a:lnTo>
                  <a:pt x="76583" y="15430"/>
                </a:lnTo>
                <a:lnTo>
                  <a:pt x="77216" y="16663"/>
                </a:lnTo>
                <a:lnTo>
                  <a:pt x="77789" y="17910"/>
                </a:lnTo>
                <a:lnTo>
                  <a:pt x="78301" y="19170"/>
                </a:lnTo>
                <a:lnTo>
                  <a:pt x="78753" y="20443"/>
                </a:lnTo>
                <a:lnTo>
                  <a:pt x="79145" y="21730"/>
                </a:lnTo>
                <a:lnTo>
                  <a:pt x="79477" y="23030"/>
                </a:lnTo>
                <a:lnTo>
                  <a:pt x="79748" y="24344"/>
                </a:lnTo>
                <a:lnTo>
                  <a:pt x="79959" y="25671"/>
                </a:lnTo>
                <a:lnTo>
                  <a:pt x="80110" y="27011"/>
                </a:lnTo>
                <a:lnTo>
                  <a:pt x="80200" y="28365"/>
                </a:lnTo>
                <a:lnTo>
                  <a:pt x="80230" y="29733"/>
                </a:lnTo>
                <a:lnTo>
                  <a:pt x="80192" y="31271"/>
                </a:lnTo>
                <a:lnTo>
                  <a:pt x="80076" y="32815"/>
                </a:lnTo>
                <a:lnTo>
                  <a:pt x="79882" y="34365"/>
                </a:lnTo>
                <a:lnTo>
                  <a:pt x="79612" y="35921"/>
                </a:lnTo>
                <a:lnTo>
                  <a:pt x="79264" y="37484"/>
                </a:lnTo>
                <a:lnTo>
                  <a:pt x="78838" y="39052"/>
                </a:lnTo>
                <a:lnTo>
                  <a:pt x="78336" y="40627"/>
                </a:lnTo>
                <a:lnTo>
                  <a:pt x="77756" y="42207"/>
                </a:lnTo>
                <a:lnTo>
                  <a:pt x="77098" y="43794"/>
                </a:lnTo>
                <a:lnTo>
                  <a:pt x="76364" y="45387"/>
                </a:lnTo>
                <a:lnTo>
                  <a:pt x="75552" y="46985"/>
                </a:lnTo>
                <a:lnTo>
                  <a:pt x="74663" y="48590"/>
                </a:lnTo>
                <a:lnTo>
                  <a:pt x="73666" y="50237"/>
                </a:lnTo>
                <a:lnTo>
                  <a:pt x="72533" y="51959"/>
                </a:lnTo>
                <a:lnTo>
                  <a:pt x="71262" y="53758"/>
                </a:lnTo>
                <a:lnTo>
                  <a:pt x="69855" y="55633"/>
                </a:lnTo>
                <a:lnTo>
                  <a:pt x="68310" y="57585"/>
                </a:lnTo>
                <a:lnTo>
                  <a:pt x="66629" y="59613"/>
                </a:lnTo>
                <a:lnTo>
                  <a:pt x="64810" y="61718"/>
                </a:lnTo>
                <a:lnTo>
                  <a:pt x="62854" y="63898"/>
                </a:lnTo>
                <a:lnTo>
                  <a:pt x="60762" y="66156"/>
                </a:lnTo>
                <a:lnTo>
                  <a:pt x="58532" y="68489"/>
                </a:lnTo>
                <a:lnTo>
                  <a:pt x="56166" y="70899"/>
                </a:lnTo>
                <a:lnTo>
                  <a:pt x="53662" y="73386"/>
                </a:lnTo>
                <a:lnTo>
                  <a:pt x="43666" y="83277"/>
                </a:lnTo>
                <a:lnTo>
                  <a:pt x="35249" y="91506"/>
                </a:lnTo>
                <a:lnTo>
                  <a:pt x="33940" y="92845"/>
                </a:lnTo>
                <a:lnTo>
                  <a:pt x="32674" y="94177"/>
                </a:lnTo>
                <a:lnTo>
                  <a:pt x="31451" y="95501"/>
                </a:lnTo>
                <a:lnTo>
                  <a:pt x="30270" y="96818"/>
                </a:lnTo>
                <a:lnTo>
                  <a:pt x="29132" y="98128"/>
                </a:lnTo>
                <a:lnTo>
                  <a:pt x="28037" y="99430"/>
                </a:lnTo>
                <a:lnTo>
                  <a:pt x="26984" y="100726"/>
                </a:lnTo>
                <a:lnTo>
                  <a:pt x="25974" y="102013"/>
                </a:lnTo>
                <a:lnTo>
                  <a:pt x="25006" y="103294"/>
                </a:lnTo>
                <a:lnTo>
                  <a:pt x="24081" y="104567"/>
                </a:lnTo>
                <a:lnTo>
                  <a:pt x="23199" y="105833"/>
                </a:lnTo>
                <a:lnTo>
                  <a:pt x="22359" y="107092"/>
                </a:lnTo>
                <a:lnTo>
                  <a:pt x="21571" y="108366"/>
                </a:lnTo>
                <a:lnTo>
                  <a:pt x="20844" y="109681"/>
                </a:lnTo>
                <a:lnTo>
                  <a:pt x="20178" y="111036"/>
                </a:lnTo>
                <a:lnTo>
                  <a:pt x="19573" y="112431"/>
                </a:lnTo>
                <a:lnTo>
                  <a:pt x="19029" y="113866"/>
                </a:lnTo>
                <a:lnTo>
                  <a:pt x="18545" y="115342"/>
                </a:lnTo>
                <a:lnTo>
                  <a:pt x="18122" y="116857"/>
                </a:lnTo>
                <a:lnTo>
                  <a:pt x="17761" y="118413"/>
                </a:lnTo>
                <a:lnTo>
                  <a:pt x="17460" y="120008"/>
                </a:lnTo>
                <a:lnTo>
                  <a:pt x="17220" y="121644"/>
                </a:lnTo>
                <a:lnTo>
                  <a:pt x="17041" y="123320"/>
                </a:lnTo>
                <a:lnTo>
                  <a:pt x="16923" y="125037"/>
                </a:lnTo>
                <a:lnTo>
                  <a:pt x="82335" y="125037"/>
                </a:lnTo>
                <a:lnTo>
                  <a:pt x="82335" y="1401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Original vector context 6">
            <a:extLst xmlns:a="http://schemas.openxmlformats.org/drawingml/2006/main">
              <a:ext uri="{FF2B5EF4-FFF2-40B4-BE49-F238E27FC236}">
                <a16:creationId xmlns:a16="http://schemas.microsoft.com/office/drawing/2014/main" id="{0220A67B-C1B6-494E-8029-37CA5FD8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54" y="499123"/>
            <a:ext cx="940174" cy="148361"/>
          </a:xfrm>
          <a:custGeom xmlns:a="http://schemas.openxmlformats.org/drawingml/2006/main">
            <a:pathLst>
              <a:path w="940174" h="148361">
                <a:moveTo>
                  <a:pt x="21746" y="144152"/>
                </a:moveTo>
                <a:lnTo>
                  <a:pt x="21746" y="68042"/>
                </a:lnTo>
                <a:lnTo>
                  <a:pt x="0" y="68042"/>
                </a:lnTo>
                <a:lnTo>
                  <a:pt x="0" y="54364"/>
                </a:lnTo>
                <a:lnTo>
                  <a:pt x="21746" y="54364"/>
                </a:lnTo>
                <a:lnTo>
                  <a:pt x="21746" y="49812"/>
                </a:lnTo>
                <a:lnTo>
                  <a:pt x="21776" y="46658"/>
                </a:lnTo>
                <a:lnTo>
                  <a:pt x="21867" y="43643"/>
                </a:lnTo>
                <a:lnTo>
                  <a:pt x="22020" y="40768"/>
                </a:lnTo>
                <a:lnTo>
                  <a:pt x="22233" y="38033"/>
                </a:lnTo>
                <a:lnTo>
                  <a:pt x="22507" y="35437"/>
                </a:lnTo>
                <a:lnTo>
                  <a:pt x="22842" y="32982"/>
                </a:lnTo>
                <a:lnTo>
                  <a:pt x="23237" y="30666"/>
                </a:lnTo>
                <a:lnTo>
                  <a:pt x="23694" y="28491"/>
                </a:lnTo>
                <a:lnTo>
                  <a:pt x="24212" y="26455"/>
                </a:lnTo>
                <a:lnTo>
                  <a:pt x="24790" y="24559"/>
                </a:lnTo>
                <a:lnTo>
                  <a:pt x="25429" y="22803"/>
                </a:lnTo>
                <a:lnTo>
                  <a:pt x="26130" y="21187"/>
                </a:lnTo>
                <a:lnTo>
                  <a:pt x="26894" y="19663"/>
                </a:lnTo>
                <a:lnTo>
                  <a:pt x="27724" y="18185"/>
                </a:lnTo>
                <a:lnTo>
                  <a:pt x="28620" y="16754"/>
                </a:lnTo>
                <a:lnTo>
                  <a:pt x="29583" y="15369"/>
                </a:lnTo>
                <a:lnTo>
                  <a:pt x="30613" y="14031"/>
                </a:lnTo>
                <a:lnTo>
                  <a:pt x="31709" y="12738"/>
                </a:lnTo>
                <a:lnTo>
                  <a:pt x="32871" y="11492"/>
                </a:lnTo>
                <a:lnTo>
                  <a:pt x="34099" y="10292"/>
                </a:lnTo>
                <a:lnTo>
                  <a:pt x="35394" y="9138"/>
                </a:lnTo>
                <a:lnTo>
                  <a:pt x="36755" y="8031"/>
                </a:lnTo>
                <a:lnTo>
                  <a:pt x="38183" y="6969"/>
                </a:lnTo>
                <a:lnTo>
                  <a:pt x="39677" y="5954"/>
                </a:lnTo>
                <a:lnTo>
                  <a:pt x="41245" y="5003"/>
                </a:lnTo>
                <a:lnTo>
                  <a:pt x="42896" y="4135"/>
                </a:lnTo>
                <a:lnTo>
                  <a:pt x="44628" y="3349"/>
                </a:lnTo>
                <a:lnTo>
                  <a:pt x="46443" y="2646"/>
                </a:lnTo>
                <a:lnTo>
                  <a:pt x="48340" y="2026"/>
                </a:lnTo>
                <a:lnTo>
                  <a:pt x="50319" y="1489"/>
                </a:lnTo>
                <a:lnTo>
                  <a:pt x="52381" y="1034"/>
                </a:lnTo>
                <a:lnTo>
                  <a:pt x="54525" y="662"/>
                </a:lnTo>
                <a:lnTo>
                  <a:pt x="56750" y="372"/>
                </a:lnTo>
                <a:lnTo>
                  <a:pt x="59058" y="165"/>
                </a:lnTo>
                <a:lnTo>
                  <a:pt x="61449" y="41"/>
                </a:lnTo>
                <a:lnTo>
                  <a:pt x="63921" y="0"/>
                </a:lnTo>
                <a:lnTo>
                  <a:pt x="65824" y="16"/>
                </a:lnTo>
                <a:lnTo>
                  <a:pt x="67731" y="66"/>
                </a:lnTo>
                <a:lnTo>
                  <a:pt x="69643" y="148"/>
                </a:lnTo>
                <a:lnTo>
                  <a:pt x="71559" y="263"/>
                </a:lnTo>
                <a:lnTo>
                  <a:pt x="73481" y="411"/>
                </a:lnTo>
                <a:lnTo>
                  <a:pt x="75408" y="592"/>
                </a:lnTo>
                <a:lnTo>
                  <a:pt x="77339" y="806"/>
                </a:lnTo>
                <a:lnTo>
                  <a:pt x="79276" y="1052"/>
                </a:lnTo>
                <a:lnTo>
                  <a:pt x="81217" y="1332"/>
                </a:lnTo>
                <a:lnTo>
                  <a:pt x="83163" y="1644"/>
                </a:lnTo>
                <a:lnTo>
                  <a:pt x="85114" y="1989"/>
                </a:lnTo>
                <a:lnTo>
                  <a:pt x="87070" y="2367"/>
                </a:lnTo>
                <a:lnTo>
                  <a:pt x="87070" y="17887"/>
                </a:lnTo>
                <a:lnTo>
                  <a:pt x="84971" y="17215"/>
                </a:lnTo>
                <a:lnTo>
                  <a:pt x="82912" y="16601"/>
                </a:lnTo>
                <a:lnTo>
                  <a:pt x="80894" y="16046"/>
                </a:lnTo>
                <a:lnTo>
                  <a:pt x="78915" y="15549"/>
                </a:lnTo>
                <a:lnTo>
                  <a:pt x="76977" y="15111"/>
                </a:lnTo>
                <a:lnTo>
                  <a:pt x="75079" y="14731"/>
                </a:lnTo>
                <a:lnTo>
                  <a:pt x="73221" y="14409"/>
                </a:lnTo>
                <a:lnTo>
                  <a:pt x="71404" y="14146"/>
                </a:lnTo>
                <a:lnTo>
                  <a:pt x="69626" y="13942"/>
                </a:lnTo>
                <a:lnTo>
                  <a:pt x="67889" y="13796"/>
                </a:lnTo>
                <a:lnTo>
                  <a:pt x="66192" y="13708"/>
                </a:lnTo>
                <a:lnTo>
                  <a:pt x="64535" y="13679"/>
                </a:lnTo>
                <a:lnTo>
                  <a:pt x="63247" y="13699"/>
                </a:lnTo>
                <a:lnTo>
                  <a:pt x="61985" y="13759"/>
                </a:lnTo>
                <a:lnTo>
                  <a:pt x="60748" y="13859"/>
                </a:lnTo>
                <a:lnTo>
                  <a:pt x="59537" y="14000"/>
                </a:lnTo>
                <a:lnTo>
                  <a:pt x="58352" y="14180"/>
                </a:lnTo>
                <a:lnTo>
                  <a:pt x="57192" y="14401"/>
                </a:lnTo>
                <a:lnTo>
                  <a:pt x="56057" y="14661"/>
                </a:lnTo>
                <a:lnTo>
                  <a:pt x="54948" y="14962"/>
                </a:lnTo>
                <a:lnTo>
                  <a:pt x="53865" y="15303"/>
                </a:lnTo>
                <a:lnTo>
                  <a:pt x="52807" y="15684"/>
                </a:lnTo>
                <a:lnTo>
                  <a:pt x="51775" y="16105"/>
                </a:lnTo>
                <a:lnTo>
                  <a:pt x="50769" y="16567"/>
                </a:lnTo>
                <a:lnTo>
                  <a:pt x="49793" y="17073"/>
                </a:lnTo>
                <a:lnTo>
                  <a:pt x="48853" y="17629"/>
                </a:lnTo>
                <a:lnTo>
                  <a:pt x="47949" y="18236"/>
                </a:lnTo>
                <a:lnTo>
                  <a:pt x="47081" y="18894"/>
                </a:lnTo>
                <a:lnTo>
                  <a:pt x="46249" y="19602"/>
                </a:lnTo>
                <a:lnTo>
                  <a:pt x="45453" y="20360"/>
                </a:lnTo>
                <a:lnTo>
                  <a:pt x="44693" y="21169"/>
                </a:lnTo>
                <a:lnTo>
                  <a:pt x="43968" y="22029"/>
                </a:lnTo>
                <a:lnTo>
                  <a:pt x="43280" y="22938"/>
                </a:lnTo>
                <a:lnTo>
                  <a:pt x="42628" y="23899"/>
                </a:lnTo>
                <a:lnTo>
                  <a:pt x="42011" y="24910"/>
                </a:lnTo>
                <a:lnTo>
                  <a:pt x="41430" y="25971"/>
                </a:lnTo>
                <a:lnTo>
                  <a:pt x="40891" y="27120"/>
                </a:lnTo>
                <a:lnTo>
                  <a:pt x="40399" y="28395"/>
                </a:lnTo>
                <a:lnTo>
                  <a:pt x="39954" y="29796"/>
                </a:lnTo>
                <a:lnTo>
                  <a:pt x="39555" y="31323"/>
                </a:lnTo>
                <a:lnTo>
                  <a:pt x="39203" y="32975"/>
                </a:lnTo>
                <a:lnTo>
                  <a:pt x="38899" y="34753"/>
                </a:lnTo>
                <a:lnTo>
                  <a:pt x="38641" y="36658"/>
                </a:lnTo>
                <a:lnTo>
                  <a:pt x="38430" y="38687"/>
                </a:lnTo>
                <a:lnTo>
                  <a:pt x="38266" y="40843"/>
                </a:lnTo>
                <a:lnTo>
                  <a:pt x="38148" y="43124"/>
                </a:lnTo>
                <a:lnTo>
                  <a:pt x="38078" y="45531"/>
                </a:lnTo>
                <a:lnTo>
                  <a:pt x="38055" y="48064"/>
                </a:lnTo>
                <a:lnTo>
                  <a:pt x="38055" y="54364"/>
                </a:lnTo>
                <a:lnTo>
                  <a:pt x="76898" y="54364"/>
                </a:lnTo>
                <a:lnTo>
                  <a:pt x="76898" y="68042"/>
                </a:lnTo>
                <a:lnTo>
                  <a:pt x="38055" y="68042"/>
                </a:lnTo>
                <a:lnTo>
                  <a:pt x="38055" y="144152"/>
                </a:lnTo>
                <a:lnTo>
                  <a:pt x="21746" y="144152"/>
                </a:lnTo>
                <a:close/>
                <a:moveTo>
                  <a:pt x="186879" y="46122"/>
                </a:moveTo>
                <a:lnTo>
                  <a:pt x="186879" y="144152"/>
                </a:lnTo>
                <a:lnTo>
                  <a:pt x="170570" y="144152"/>
                </a:lnTo>
                <a:lnTo>
                  <a:pt x="170570" y="122502"/>
                </a:lnTo>
                <a:lnTo>
                  <a:pt x="169243" y="124483"/>
                </a:lnTo>
                <a:lnTo>
                  <a:pt x="167891" y="126381"/>
                </a:lnTo>
                <a:lnTo>
                  <a:pt x="166515" y="128193"/>
                </a:lnTo>
                <a:lnTo>
                  <a:pt x="165114" y="129922"/>
                </a:lnTo>
                <a:lnTo>
                  <a:pt x="163690" y="131566"/>
                </a:lnTo>
                <a:lnTo>
                  <a:pt x="162240" y="133125"/>
                </a:lnTo>
                <a:lnTo>
                  <a:pt x="160767" y="134601"/>
                </a:lnTo>
                <a:lnTo>
                  <a:pt x="159269" y="135992"/>
                </a:lnTo>
                <a:lnTo>
                  <a:pt x="157747" y="137299"/>
                </a:lnTo>
                <a:lnTo>
                  <a:pt x="156200" y="138521"/>
                </a:lnTo>
                <a:lnTo>
                  <a:pt x="154629" y="139659"/>
                </a:lnTo>
                <a:lnTo>
                  <a:pt x="153034" y="140713"/>
                </a:lnTo>
                <a:lnTo>
                  <a:pt x="151426" y="141682"/>
                </a:lnTo>
                <a:lnTo>
                  <a:pt x="149818" y="142567"/>
                </a:lnTo>
                <a:lnTo>
                  <a:pt x="148211" y="143368"/>
                </a:lnTo>
                <a:lnTo>
                  <a:pt x="146603" y="144085"/>
                </a:lnTo>
                <a:lnTo>
                  <a:pt x="144996" y="144717"/>
                </a:lnTo>
                <a:lnTo>
                  <a:pt x="143388" y="145265"/>
                </a:lnTo>
                <a:lnTo>
                  <a:pt x="141781" y="145729"/>
                </a:lnTo>
                <a:lnTo>
                  <a:pt x="140173" y="146108"/>
                </a:lnTo>
                <a:lnTo>
                  <a:pt x="138566" y="146403"/>
                </a:lnTo>
                <a:lnTo>
                  <a:pt x="136958" y="146614"/>
                </a:lnTo>
                <a:lnTo>
                  <a:pt x="135351" y="146740"/>
                </a:lnTo>
                <a:lnTo>
                  <a:pt x="133743" y="146782"/>
                </a:lnTo>
                <a:lnTo>
                  <a:pt x="132321" y="146750"/>
                </a:lnTo>
                <a:lnTo>
                  <a:pt x="130919" y="146654"/>
                </a:lnTo>
                <a:lnTo>
                  <a:pt x="129537" y="146494"/>
                </a:lnTo>
                <a:lnTo>
                  <a:pt x="128175" y="146271"/>
                </a:lnTo>
                <a:lnTo>
                  <a:pt x="126834" y="145983"/>
                </a:lnTo>
                <a:lnTo>
                  <a:pt x="125512" y="145631"/>
                </a:lnTo>
                <a:lnTo>
                  <a:pt x="124210" y="145216"/>
                </a:lnTo>
                <a:lnTo>
                  <a:pt x="122929" y="144736"/>
                </a:lnTo>
                <a:lnTo>
                  <a:pt x="121667" y="144193"/>
                </a:lnTo>
                <a:lnTo>
                  <a:pt x="120426" y="143585"/>
                </a:lnTo>
                <a:lnTo>
                  <a:pt x="119205" y="142914"/>
                </a:lnTo>
                <a:lnTo>
                  <a:pt x="118004" y="142179"/>
                </a:lnTo>
                <a:lnTo>
                  <a:pt x="116843" y="141391"/>
                </a:lnTo>
                <a:lnTo>
                  <a:pt x="115742" y="140564"/>
                </a:lnTo>
                <a:lnTo>
                  <a:pt x="114702" y="139696"/>
                </a:lnTo>
                <a:lnTo>
                  <a:pt x="113722" y="138788"/>
                </a:lnTo>
                <a:lnTo>
                  <a:pt x="112802" y="137840"/>
                </a:lnTo>
                <a:lnTo>
                  <a:pt x="111943" y="136852"/>
                </a:lnTo>
                <a:lnTo>
                  <a:pt x="111144" y="135824"/>
                </a:lnTo>
                <a:lnTo>
                  <a:pt x="110405" y="134755"/>
                </a:lnTo>
                <a:lnTo>
                  <a:pt x="109726" y="133646"/>
                </a:lnTo>
                <a:lnTo>
                  <a:pt x="109108" y="132497"/>
                </a:lnTo>
                <a:lnTo>
                  <a:pt x="108550" y="131308"/>
                </a:lnTo>
                <a:lnTo>
                  <a:pt x="108052" y="130078"/>
                </a:lnTo>
                <a:lnTo>
                  <a:pt x="107604" y="128730"/>
                </a:lnTo>
                <a:lnTo>
                  <a:pt x="107195" y="127184"/>
                </a:lnTo>
                <a:lnTo>
                  <a:pt x="106824" y="125439"/>
                </a:lnTo>
                <a:lnTo>
                  <a:pt x="106493" y="123497"/>
                </a:lnTo>
                <a:lnTo>
                  <a:pt x="106201" y="121357"/>
                </a:lnTo>
                <a:lnTo>
                  <a:pt x="105947" y="119019"/>
                </a:lnTo>
                <a:lnTo>
                  <a:pt x="105733" y="116484"/>
                </a:lnTo>
                <a:lnTo>
                  <a:pt x="105558" y="113750"/>
                </a:lnTo>
                <a:lnTo>
                  <a:pt x="105421" y="110818"/>
                </a:lnTo>
                <a:lnTo>
                  <a:pt x="105324" y="107689"/>
                </a:lnTo>
                <a:lnTo>
                  <a:pt x="105265" y="104361"/>
                </a:lnTo>
                <a:lnTo>
                  <a:pt x="105246" y="100836"/>
                </a:lnTo>
                <a:lnTo>
                  <a:pt x="105246" y="46122"/>
                </a:lnTo>
                <a:lnTo>
                  <a:pt x="121555" y="46122"/>
                </a:lnTo>
                <a:lnTo>
                  <a:pt x="121555" y="102795"/>
                </a:lnTo>
                <a:lnTo>
                  <a:pt x="121565" y="105079"/>
                </a:lnTo>
                <a:lnTo>
                  <a:pt x="121593" y="107230"/>
                </a:lnTo>
                <a:lnTo>
                  <a:pt x="121640" y="109247"/>
                </a:lnTo>
                <a:lnTo>
                  <a:pt x="121706" y="111132"/>
                </a:lnTo>
                <a:lnTo>
                  <a:pt x="121791" y="112883"/>
                </a:lnTo>
                <a:lnTo>
                  <a:pt x="121895" y="114500"/>
                </a:lnTo>
                <a:lnTo>
                  <a:pt x="122018" y="115985"/>
                </a:lnTo>
                <a:lnTo>
                  <a:pt x="122159" y="117336"/>
                </a:lnTo>
                <a:lnTo>
                  <a:pt x="122320" y="118554"/>
                </a:lnTo>
                <a:lnTo>
                  <a:pt x="122499" y="119639"/>
                </a:lnTo>
                <a:lnTo>
                  <a:pt x="122697" y="120590"/>
                </a:lnTo>
                <a:lnTo>
                  <a:pt x="122914" y="121409"/>
                </a:lnTo>
                <a:lnTo>
                  <a:pt x="123157" y="122149"/>
                </a:lnTo>
                <a:lnTo>
                  <a:pt x="123431" y="122867"/>
                </a:lnTo>
                <a:lnTo>
                  <a:pt x="123736" y="123563"/>
                </a:lnTo>
                <a:lnTo>
                  <a:pt x="124074" y="124236"/>
                </a:lnTo>
                <a:lnTo>
                  <a:pt x="124443" y="124886"/>
                </a:lnTo>
                <a:lnTo>
                  <a:pt x="124843" y="125514"/>
                </a:lnTo>
                <a:lnTo>
                  <a:pt x="125276" y="126120"/>
                </a:lnTo>
                <a:lnTo>
                  <a:pt x="125740" y="126703"/>
                </a:lnTo>
                <a:lnTo>
                  <a:pt x="126235" y="127263"/>
                </a:lnTo>
                <a:lnTo>
                  <a:pt x="126763" y="127801"/>
                </a:lnTo>
                <a:lnTo>
                  <a:pt x="127322" y="128317"/>
                </a:lnTo>
                <a:lnTo>
                  <a:pt x="127912" y="128810"/>
                </a:lnTo>
                <a:lnTo>
                  <a:pt x="128523" y="129272"/>
                </a:lnTo>
                <a:lnTo>
                  <a:pt x="129141" y="129693"/>
                </a:lnTo>
                <a:lnTo>
                  <a:pt x="129767" y="130075"/>
                </a:lnTo>
                <a:lnTo>
                  <a:pt x="130401" y="130416"/>
                </a:lnTo>
                <a:lnTo>
                  <a:pt x="131044" y="130717"/>
                </a:lnTo>
                <a:lnTo>
                  <a:pt x="131694" y="130978"/>
                </a:lnTo>
                <a:lnTo>
                  <a:pt x="132351" y="131199"/>
                </a:lnTo>
                <a:lnTo>
                  <a:pt x="133017" y="131379"/>
                </a:lnTo>
                <a:lnTo>
                  <a:pt x="133691" y="131520"/>
                </a:lnTo>
                <a:lnTo>
                  <a:pt x="134373" y="131620"/>
                </a:lnTo>
                <a:lnTo>
                  <a:pt x="135062" y="131681"/>
                </a:lnTo>
                <a:lnTo>
                  <a:pt x="135760" y="131701"/>
                </a:lnTo>
                <a:lnTo>
                  <a:pt x="137201" y="131644"/>
                </a:lnTo>
                <a:lnTo>
                  <a:pt x="138660" y="131476"/>
                </a:lnTo>
                <a:lnTo>
                  <a:pt x="140136" y="131194"/>
                </a:lnTo>
                <a:lnTo>
                  <a:pt x="141630" y="130800"/>
                </a:lnTo>
                <a:lnTo>
                  <a:pt x="143141" y="130294"/>
                </a:lnTo>
                <a:lnTo>
                  <a:pt x="144671" y="129675"/>
                </a:lnTo>
                <a:lnTo>
                  <a:pt x="146218" y="128944"/>
                </a:lnTo>
                <a:lnTo>
                  <a:pt x="147782" y="128100"/>
                </a:lnTo>
                <a:lnTo>
                  <a:pt x="149365" y="127143"/>
                </a:lnTo>
                <a:lnTo>
                  <a:pt x="150964" y="126074"/>
                </a:lnTo>
                <a:lnTo>
                  <a:pt x="152582" y="124892"/>
                </a:lnTo>
                <a:lnTo>
                  <a:pt x="154217" y="123598"/>
                </a:lnTo>
                <a:lnTo>
                  <a:pt x="155838" y="122218"/>
                </a:lnTo>
                <a:lnTo>
                  <a:pt x="157412" y="120779"/>
                </a:lnTo>
                <a:lnTo>
                  <a:pt x="158938" y="119281"/>
                </a:lnTo>
                <a:lnTo>
                  <a:pt x="160418" y="117725"/>
                </a:lnTo>
                <a:lnTo>
                  <a:pt x="161852" y="116109"/>
                </a:lnTo>
                <a:lnTo>
                  <a:pt x="163238" y="114434"/>
                </a:lnTo>
                <a:lnTo>
                  <a:pt x="164577" y="112700"/>
                </a:lnTo>
                <a:lnTo>
                  <a:pt x="165869" y="110907"/>
                </a:lnTo>
                <a:lnTo>
                  <a:pt x="167115" y="109055"/>
                </a:lnTo>
                <a:lnTo>
                  <a:pt x="168314" y="107145"/>
                </a:lnTo>
                <a:lnTo>
                  <a:pt x="169465" y="105175"/>
                </a:lnTo>
                <a:lnTo>
                  <a:pt x="170570" y="103146"/>
                </a:lnTo>
                <a:lnTo>
                  <a:pt x="170570" y="46122"/>
                </a:lnTo>
                <a:lnTo>
                  <a:pt x="186879" y="46122"/>
                </a:lnTo>
                <a:close/>
                <a:moveTo>
                  <a:pt x="213649" y="144152"/>
                </a:moveTo>
                <a:lnTo>
                  <a:pt x="213649" y="46122"/>
                </a:lnTo>
                <a:lnTo>
                  <a:pt x="229958" y="46122"/>
                </a:lnTo>
                <a:lnTo>
                  <a:pt x="229958" y="67683"/>
                </a:lnTo>
                <a:lnTo>
                  <a:pt x="231147" y="65826"/>
                </a:lnTo>
                <a:lnTo>
                  <a:pt x="232376" y="64037"/>
                </a:lnTo>
                <a:lnTo>
                  <a:pt x="233646" y="62317"/>
                </a:lnTo>
                <a:lnTo>
                  <a:pt x="234956" y="60665"/>
                </a:lnTo>
                <a:lnTo>
                  <a:pt x="236306" y="59081"/>
                </a:lnTo>
                <a:lnTo>
                  <a:pt x="237696" y="57566"/>
                </a:lnTo>
                <a:lnTo>
                  <a:pt x="239126" y="56120"/>
                </a:lnTo>
                <a:lnTo>
                  <a:pt x="240597" y="54742"/>
                </a:lnTo>
                <a:lnTo>
                  <a:pt x="242107" y="53432"/>
                </a:lnTo>
                <a:lnTo>
                  <a:pt x="243658" y="52191"/>
                </a:lnTo>
                <a:lnTo>
                  <a:pt x="245249" y="51018"/>
                </a:lnTo>
                <a:lnTo>
                  <a:pt x="246881" y="49914"/>
                </a:lnTo>
                <a:lnTo>
                  <a:pt x="248532" y="48888"/>
                </a:lnTo>
                <a:lnTo>
                  <a:pt x="250183" y="47951"/>
                </a:lnTo>
                <a:lnTo>
                  <a:pt x="251835" y="47104"/>
                </a:lnTo>
                <a:lnTo>
                  <a:pt x="253486" y="46346"/>
                </a:lnTo>
                <a:lnTo>
                  <a:pt x="255138" y="45677"/>
                </a:lnTo>
                <a:lnTo>
                  <a:pt x="256789" y="45097"/>
                </a:lnTo>
                <a:lnTo>
                  <a:pt x="258440" y="44606"/>
                </a:lnTo>
                <a:lnTo>
                  <a:pt x="260092" y="44205"/>
                </a:lnTo>
                <a:lnTo>
                  <a:pt x="261743" y="43892"/>
                </a:lnTo>
                <a:lnTo>
                  <a:pt x="263394" y="43669"/>
                </a:lnTo>
                <a:lnTo>
                  <a:pt x="265046" y="43536"/>
                </a:lnTo>
                <a:lnTo>
                  <a:pt x="266697" y="43491"/>
                </a:lnTo>
                <a:lnTo>
                  <a:pt x="268133" y="43523"/>
                </a:lnTo>
                <a:lnTo>
                  <a:pt x="269547" y="43619"/>
                </a:lnTo>
                <a:lnTo>
                  <a:pt x="270939" y="43779"/>
                </a:lnTo>
                <a:lnTo>
                  <a:pt x="272309" y="44003"/>
                </a:lnTo>
                <a:lnTo>
                  <a:pt x="273657" y="44290"/>
                </a:lnTo>
                <a:lnTo>
                  <a:pt x="274983" y="44642"/>
                </a:lnTo>
                <a:lnTo>
                  <a:pt x="276288" y="45057"/>
                </a:lnTo>
                <a:lnTo>
                  <a:pt x="277570" y="45537"/>
                </a:lnTo>
                <a:lnTo>
                  <a:pt x="278830" y="46080"/>
                </a:lnTo>
                <a:lnTo>
                  <a:pt x="280069" y="46688"/>
                </a:lnTo>
                <a:lnTo>
                  <a:pt x="281286" y="47359"/>
                </a:lnTo>
                <a:lnTo>
                  <a:pt x="282480" y="48094"/>
                </a:lnTo>
                <a:lnTo>
                  <a:pt x="283634" y="48881"/>
                </a:lnTo>
                <a:lnTo>
                  <a:pt x="284730" y="49708"/>
                </a:lnTo>
                <a:lnTo>
                  <a:pt x="285766" y="50574"/>
                </a:lnTo>
                <a:lnTo>
                  <a:pt x="286743" y="51480"/>
                </a:lnTo>
                <a:lnTo>
                  <a:pt x="287661" y="52425"/>
                </a:lnTo>
                <a:lnTo>
                  <a:pt x="288519" y="53410"/>
                </a:lnTo>
                <a:lnTo>
                  <a:pt x="289319" y="54435"/>
                </a:lnTo>
                <a:lnTo>
                  <a:pt x="290060" y="55499"/>
                </a:lnTo>
                <a:lnTo>
                  <a:pt x="290742" y="56602"/>
                </a:lnTo>
                <a:lnTo>
                  <a:pt x="291364" y="57746"/>
                </a:lnTo>
                <a:lnTo>
                  <a:pt x="291928" y="58928"/>
                </a:lnTo>
                <a:lnTo>
                  <a:pt x="292432" y="60151"/>
                </a:lnTo>
                <a:lnTo>
                  <a:pt x="292887" y="61493"/>
                </a:lnTo>
                <a:lnTo>
                  <a:pt x="293303" y="63035"/>
                </a:lnTo>
                <a:lnTo>
                  <a:pt x="293679" y="64776"/>
                </a:lnTo>
                <a:lnTo>
                  <a:pt x="294015" y="66717"/>
                </a:lnTo>
                <a:lnTo>
                  <a:pt x="294312" y="68858"/>
                </a:lnTo>
                <a:lnTo>
                  <a:pt x="294570" y="71199"/>
                </a:lnTo>
                <a:lnTo>
                  <a:pt x="294787" y="73739"/>
                </a:lnTo>
                <a:lnTo>
                  <a:pt x="294965" y="76480"/>
                </a:lnTo>
                <a:lnTo>
                  <a:pt x="295104" y="79419"/>
                </a:lnTo>
                <a:lnTo>
                  <a:pt x="295203" y="82559"/>
                </a:lnTo>
                <a:lnTo>
                  <a:pt x="295262" y="85898"/>
                </a:lnTo>
                <a:lnTo>
                  <a:pt x="295282" y="89437"/>
                </a:lnTo>
                <a:lnTo>
                  <a:pt x="295282" y="144152"/>
                </a:lnTo>
                <a:lnTo>
                  <a:pt x="278973" y="144152"/>
                </a:lnTo>
                <a:lnTo>
                  <a:pt x="278973" y="87478"/>
                </a:lnTo>
                <a:lnTo>
                  <a:pt x="278963" y="85194"/>
                </a:lnTo>
                <a:lnTo>
                  <a:pt x="278935" y="83043"/>
                </a:lnTo>
                <a:lnTo>
                  <a:pt x="278888" y="81026"/>
                </a:lnTo>
                <a:lnTo>
                  <a:pt x="278822" y="79142"/>
                </a:lnTo>
                <a:lnTo>
                  <a:pt x="278737" y="77391"/>
                </a:lnTo>
                <a:lnTo>
                  <a:pt x="278633" y="75773"/>
                </a:lnTo>
                <a:lnTo>
                  <a:pt x="278510" y="74288"/>
                </a:lnTo>
                <a:lnTo>
                  <a:pt x="278369" y="72937"/>
                </a:lnTo>
                <a:lnTo>
                  <a:pt x="278208" y="71719"/>
                </a:lnTo>
                <a:lnTo>
                  <a:pt x="278029" y="70634"/>
                </a:lnTo>
                <a:lnTo>
                  <a:pt x="277831" y="69683"/>
                </a:lnTo>
                <a:lnTo>
                  <a:pt x="277614" y="68864"/>
                </a:lnTo>
                <a:lnTo>
                  <a:pt x="277371" y="68124"/>
                </a:lnTo>
                <a:lnTo>
                  <a:pt x="277097" y="67406"/>
                </a:lnTo>
                <a:lnTo>
                  <a:pt x="276792" y="66711"/>
                </a:lnTo>
                <a:lnTo>
                  <a:pt x="276454" y="66038"/>
                </a:lnTo>
                <a:lnTo>
                  <a:pt x="276085" y="65387"/>
                </a:lnTo>
                <a:lnTo>
                  <a:pt x="275685" y="64759"/>
                </a:lnTo>
                <a:lnTo>
                  <a:pt x="275252" y="64154"/>
                </a:lnTo>
                <a:lnTo>
                  <a:pt x="274788" y="63571"/>
                </a:lnTo>
                <a:lnTo>
                  <a:pt x="274293" y="63010"/>
                </a:lnTo>
                <a:lnTo>
                  <a:pt x="273765" y="62472"/>
                </a:lnTo>
                <a:lnTo>
                  <a:pt x="273206" y="61956"/>
                </a:lnTo>
                <a:lnTo>
                  <a:pt x="272616" y="61463"/>
                </a:lnTo>
                <a:lnTo>
                  <a:pt x="272005" y="61002"/>
                </a:lnTo>
                <a:lnTo>
                  <a:pt x="271385" y="60580"/>
                </a:lnTo>
                <a:lnTo>
                  <a:pt x="270755" y="60199"/>
                </a:lnTo>
                <a:lnTo>
                  <a:pt x="270117" y="59857"/>
                </a:lnTo>
                <a:lnTo>
                  <a:pt x="269469" y="59556"/>
                </a:lnTo>
                <a:lnTo>
                  <a:pt x="268813" y="59295"/>
                </a:lnTo>
                <a:lnTo>
                  <a:pt x="268147" y="59074"/>
                </a:lnTo>
                <a:lnTo>
                  <a:pt x="267472" y="58894"/>
                </a:lnTo>
                <a:lnTo>
                  <a:pt x="266788" y="58753"/>
                </a:lnTo>
                <a:lnTo>
                  <a:pt x="266094" y="58653"/>
                </a:lnTo>
                <a:lnTo>
                  <a:pt x="265392" y="58593"/>
                </a:lnTo>
                <a:lnTo>
                  <a:pt x="264680" y="58573"/>
                </a:lnTo>
                <a:lnTo>
                  <a:pt x="263239" y="58629"/>
                </a:lnTo>
                <a:lnTo>
                  <a:pt x="261781" y="58799"/>
                </a:lnTo>
                <a:lnTo>
                  <a:pt x="260305" y="59082"/>
                </a:lnTo>
                <a:lnTo>
                  <a:pt x="258811" y="59478"/>
                </a:lnTo>
                <a:lnTo>
                  <a:pt x="257299" y="59987"/>
                </a:lnTo>
                <a:lnTo>
                  <a:pt x="255770" y="60609"/>
                </a:lnTo>
                <a:lnTo>
                  <a:pt x="254223" y="61345"/>
                </a:lnTo>
                <a:lnTo>
                  <a:pt x="252658" y="62193"/>
                </a:lnTo>
                <a:lnTo>
                  <a:pt x="251076" y="63155"/>
                </a:lnTo>
                <a:lnTo>
                  <a:pt x="249476" y="64230"/>
                </a:lnTo>
                <a:lnTo>
                  <a:pt x="247858" y="65418"/>
                </a:lnTo>
                <a:lnTo>
                  <a:pt x="246223" y="66719"/>
                </a:lnTo>
                <a:lnTo>
                  <a:pt x="244603" y="68105"/>
                </a:lnTo>
                <a:lnTo>
                  <a:pt x="243031" y="69549"/>
                </a:lnTo>
                <a:lnTo>
                  <a:pt x="241507" y="71049"/>
                </a:lnTo>
                <a:lnTo>
                  <a:pt x="240032" y="72607"/>
                </a:lnTo>
                <a:lnTo>
                  <a:pt x="238604" y="74222"/>
                </a:lnTo>
                <a:lnTo>
                  <a:pt x="237225" y="75894"/>
                </a:lnTo>
                <a:lnTo>
                  <a:pt x="235893" y="77623"/>
                </a:lnTo>
                <a:lnTo>
                  <a:pt x="234610" y="79410"/>
                </a:lnTo>
                <a:lnTo>
                  <a:pt x="233375" y="81254"/>
                </a:lnTo>
                <a:lnTo>
                  <a:pt x="232188" y="83154"/>
                </a:lnTo>
                <a:lnTo>
                  <a:pt x="231049" y="85112"/>
                </a:lnTo>
                <a:lnTo>
                  <a:pt x="229958" y="87127"/>
                </a:lnTo>
                <a:lnTo>
                  <a:pt x="229958" y="144152"/>
                </a:lnTo>
                <a:lnTo>
                  <a:pt x="213649" y="144152"/>
                </a:lnTo>
                <a:close/>
                <a:moveTo>
                  <a:pt x="403422" y="141225"/>
                </a:moveTo>
                <a:lnTo>
                  <a:pt x="400700" y="142113"/>
                </a:lnTo>
                <a:lnTo>
                  <a:pt x="398000" y="142923"/>
                </a:lnTo>
                <a:lnTo>
                  <a:pt x="395322" y="143656"/>
                </a:lnTo>
                <a:lnTo>
                  <a:pt x="392666" y="144312"/>
                </a:lnTo>
                <a:lnTo>
                  <a:pt x="390032" y="144891"/>
                </a:lnTo>
                <a:lnTo>
                  <a:pt x="387419" y="145393"/>
                </a:lnTo>
                <a:lnTo>
                  <a:pt x="384829" y="145817"/>
                </a:lnTo>
                <a:lnTo>
                  <a:pt x="382261" y="146165"/>
                </a:lnTo>
                <a:lnTo>
                  <a:pt x="379714" y="146435"/>
                </a:lnTo>
                <a:lnTo>
                  <a:pt x="377190" y="146628"/>
                </a:lnTo>
                <a:lnTo>
                  <a:pt x="374687" y="146744"/>
                </a:lnTo>
                <a:lnTo>
                  <a:pt x="372206" y="146782"/>
                </a:lnTo>
                <a:lnTo>
                  <a:pt x="369774" y="146735"/>
                </a:lnTo>
                <a:lnTo>
                  <a:pt x="367387" y="146594"/>
                </a:lnTo>
                <a:lnTo>
                  <a:pt x="365046" y="146358"/>
                </a:lnTo>
                <a:lnTo>
                  <a:pt x="362751" y="146028"/>
                </a:lnTo>
                <a:lnTo>
                  <a:pt x="360502" y="145603"/>
                </a:lnTo>
                <a:lnTo>
                  <a:pt x="358298" y="145085"/>
                </a:lnTo>
                <a:lnTo>
                  <a:pt x="356139" y="144472"/>
                </a:lnTo>
                <a:lnTo>
                  <a:pt x="354027" y="143764"/>
                </a:lnTo>
                <a:lnTo>
                  <a:pt x="351960" y="142963"/>
                </a:lnTo>
                <a:lnTo>
                  <a:pt x="349938" y="142067"/>
                </a:lnTo>
                <a:lnTo>
                  <a:pt x="347963" y="141077"/>
                </a:lnTo>
                <a:lnTo>
                  <a:pt x="346033" y="139992"/>
                </a:lnTo>
                <a:lnTo>
                  <a:pt x="344161" y="138827"/>
                </a:lnTo>
                <a:lnTo>
                  <a:pt x="342359" y="137595"/>
                </a:lnTo>
                <a:lnTo>
                  <a:pt x="340627" y="136296"/>
                </a:lnTo>
                <a:lnTo>
                  <a:pt x="338965" y="134930"/>
                </a:lnTo>
                <a:lnTo>
                  <a:pt x="337373" y="133498"/>
                </a:lnTo>
                <a:lnTo>
                  <a:pt x="335851" y="131998"/>
                </a:lnTo>
                <a:lnTo>
                  <a:pt x="334399" y="130431"/>
                </a:lnTo>
                <a:lnTo>
                  <a:pt x="333017" y="128798"/>
                </a:lnTo>
                <a:lnTo>
                  <a:pt x="331705" y="127098"/>
                </a:lnTo>
                <a:lnTo>
                  <a:pt x="330463" y="125330"/>
                </a:lnTo>
                <a:lnTo>
                  <a:pt x="329291" y="123496"/>
                </a:lnTo>
                <a:lnTo>
                  <a:pt x="328189" y="121595"/>
                </a:lnTo>
                <a:lnTo>
                  <a:pt x="327167" y="119638"/>
                </a:lnTo>
                <a:lnTo>
                  <a:pt x="326233" y="117636"/>
                </a:lnTo>
                <a:lnTo>
                  <a:pt x="325389" y="115591"/>
                </a:lnTo>
                <a:lnTo>
                  <a:pt x="324633" y="113500"/>
                </a:lnTo>
                <a:lnTo>
                  <a:pt x="323966" y="111366"/>
                </a:lnTo>
                <a:lnTo>
                  <a:pt x="323389" y="109187"/>
                </a:lnTo>
                <a:lnTo>
                  <a:pt x="322900" y="106963"/>
                </a:lnTo>
                <a:lnTo>
                  <a:pt x="322500" y="104695"/>
                </a:lnTo>
                <a:lnTo>
                  <a:pt x="322188" y="102383"/>
                </a:lnTo>
                <a:lnTo>
                  <a:pt x="321966" y="100027"/>
                </a:lnTo>
                <a:lnTo>
                  <a:pt x="321833" y="97626"/>
                </a:lnTo>
                <a:lnTo>
                  <a:pt x="321788" y="95180"/>
                </a:lnTo>
                <a:lnTo>
                  <a:pt x="321889" y="91524"/>
                </a:lnTo>
                <a:lnTo>
                  <a:pt x="322191" y="87972"/>
                </a:lnTo>
                <a:lnTo>
                  <a:pt x="322695" y="84525"/>
                </a:lnTo>
                <a:lnTo>
                  <a:pt x="323401" y="81183"/>
                </a:lnTo>
                <a:lnTo>
                  <a:pt x="324308" y="77945"/>
                </a:lnTo>
                <a:lnTo>
                  <a:pt x="325416" y="74812"/>
                </a:lnTo>
                <a:lnTo>
                  <a:pt x="326726" y="71783"/>
                </a:lnTo>
                <a:lnTo>
                  <a:pt x="328238" y="68860"/>
                </a:lnTo>
                <a:lnTo>
                  <a:pt x="329951" y="66040"/>
                </a:lnTo>
                <a:lnTo>
                  <a:pt x="331866" y="63326"/>
                </a:lnTo>
                <a:lnTo>
                  <a:pt x="333982" y="60716"/>
                </a:lnTo>
                <a:lnTo>
                  <a:pt x="336300" y="58211"/>
                </a:lnTo>
                <a:lnTo>
                  <a:pt x="338760" y="55860"/>
                </a:lnTo>
                <a:lnTo>
                  <a:pt x="341304" y="53713"/>
                </a:lnTo>
                <a:lnTo>
                  <a:pt x="343931" y="51771"/>
                </a:lnTo>
                <a:lnTo>
                  <a:pt x="346642" y="50033"/>
                </a:lnTo>
                <a:lnTo>
                  <a:pt x="349436" y="48500"/>
                </a:lnTo>
                <a:lnTo>
                  <a:pt x="352313" y="47171"/>
                </a:lnTo>
                <a:lnTo>
                  <a:pt x="355274" y="46047"/>
                </a:lnTo>
                <a:lnTo>
                  <a:pt x="358318" y="45127"/>
                </a:lnTo>
                <a:lnTo>
                  <a:pt x="361446" y="44411"/>
                </a:lnTo>
                <a:lnTo>
                  <a:pt x="364657" y="43900"/>
                </a:lnTo>
                <a:lnTo>
                  <a:pt x="367952" y="43593"/>
                </a:lnTo>
                <a:lnTo>
                  <a:pt x="371330" y="43491"/>
                </a:lnTo>
                <a:lnTo>
                  <a:pt x="373870" y="43531"/>
                </a:lnTo>
                <a:lnTo>
                  <a:pt x="376435" y="43650"/>
                </a:lnTo>
                <a:lnTo>
                  <a:pt x="379024" y="43849"/>
                </a:lnTo>
                <a:lnTo>
                  <a:pt x="381637" y="44128"/>
                </a:lnTo>
                <a:lnTo>
                  <a:pt x="384275" y="44487"/>
                </a:lnTo>
                <a:lnTo>
                  <a:pt x="386937" y="44925"/>
                </a:lnTo>
                <a:lnTo>
                  <a:pt x="389624" y="45443"/>
                </a:lnTo>
                <a:lnTo>
                  <a:pt x="392335" y="46040"/>
                </a:lnTo>
                <a:lnTo>
                  <a:pt x="395070" y="46717"/>
                </a:lnTo>
                <a:lnTo>
                  <a:pt x="397829" y="47474"/>
                </a:lnTo>
                <a:lnTo>
                  <a:pt x="400613" y="48310"/>
                </a:lnTo>
                <a:lnTo>
                  <a:pt x="403422" y="49226"/>
                </a:lnTo>
                <a:lnTo>
                  <a:pt x="403422" y="64946"/>
                </a:lnTo>
                <a:lnTo>
                  <a:pt x="400597" y="63704"/>
                </a:lnTo>
                <a:lnTo>
                  <a:pt x="397822" y="62570"/>
                </a:lnTo>
                <a:lnTo>
                  <a:pt x="395097" y="61544"/>
                </a:lnTo>
                <a:lnTo>
                  <a:pt x="392422" y="60626"/>
                </a:lnTo>
                <a:lnTo>
                  <a:pt x="389797" y="59816"/>
                </a:lnTo>
                <a:lnTo>
                  <a:pt x="387222" y="59114"/>
                </a:lnTo>
                <a:lnTo>
                  <a:pt x="384697" y="58520"/>
                </a:lnTo>
                <a:lnTo>
                  <a:pt x="382222" y="58034"/>
                </a:lnTo>
                <a:lnTo>
                  <a:pt x="379796" y="57656"/>
                </a:lnTo>
                <a:lnTo>
                  <a:pt x="377421" y="57386"/>
                </a:lnTo>
                <a:lnTo>
                  <a:pt x="375096" y="57224"/>
                </a:lnTo>
                <a:lnTo>
                  <a:pt x="372820" y="57170"/>
                </a:lnTo>
                <a:lnTo>
                  <a:pt x="371337" y="57200"/>
                </a:lnTo>
                <a:lnTo>
                  <a:pt x="369868" y="57292"/>
                </a:lnTo>
                <a:lnTo>
                  <a:pt x="368414" y="57446"/>
                </a:lnTo>
                <a:lnTo>
                  <a:pt x="366975" y="57660"/>
                </a:lnTo>
                <a:lnTo>
                  <a:pt x="365550" y="57936"/>
                </a:lnTo>
                <a:lnTo>
                  <a:pt x="364139" y="58273"/>
                </a:lnTo>
                <a:lnTo>
                  <a:pt x="362744" y="58672"/>
                </a:lnTo>
                <a:lnTo>
                  <a:pt x="361363" y="59132"/>
                </a:lnTo>
                <a:lnTo>
                  <a:pt x="359996" y="59653"/>
                </a:lnTo>
                <a:lnTo>
                  <a:pt x="358645" y="60235"/>
                </a:lnTo>
                <a:lnTo>
                  <a:pt x="357307" y="60879"/>
                </a:lnTo>
                <a:lnTo>
                  <a:pt x="355985" y="61584"/>
                </a:lnTo>
                <a:lnTo>
                  <a:pt x="354695" y="62354"/>
                </a:lnTo>
                <a:lnTo>
                  <a:pt x="353454" y="63192"/>
                </a:lnTo>
                <a:lnTo>
                  <a:pt x="352264" y="64098"/>
                </a:lnTo>
                <a:lnTo>
                  <a:pt x="351123" y="65074"/>
                </a:lnTo>
                <a:lnTo>
                  <a:pt x="350033" y="66118"/>
                </a:lnTo>
                <a:lnTo>
                  <a:pt x="348992" y="67230"/>
                </a:lnTo>
                <a:lnTo>
                  <a:pt x="348001" y="68411"/>
                </a:lnTo>
                <a:lnTo>
                  <a:pt x="347061" y="69661"/>
                </a:lnTo>
                <a:lnTo>
                  <a:pt x="346170" y="70979"/>
                </a:lnTo>
                <a:lnTo>
                  <a:pt x="345329" y="72366"/>
                </a:lnTo>
                <a:lnTo>
                  <a:pt x="344538" y="73821"/>
                </a:lnTo>
                <a:lnTo>
                  <a:pt x="343797" y="75345"/>
                </a:lnTo>
                <a:lnTo>
                  <a:pt x="343111" y="76907"/>
                </a:lnTo>
                <a:lnTo>
                  <a:pt x="342484" y="78476"/>
                </a:lnTo>
                <a:lnTo>
                  <a:pt x="341917" y="80052"/>
                </a:lnTo>
                <a:lnTo>
                  <a:pt x="341410" y="81636"/>
                </a:lnTo>
                <a:lnTo>
                  <a:pt x="340962" y="83227"/>
                </a:lnTo>
                <a:lnTo>
                  <a:pt x="340575" y="84825"/>
                </a:lnTo>
                <a:lnTo>
                  <a:pt x="340246" y="86430"/>
                </a:lnTo>
                <a:lnTo>
                  <a:pt x="339978" y="88043"/>
                </a:lnTo>
                <a:lnTo>
                  <a:pt x="339769" y="89663"/>
                </a:lnTo>
                <a:lnTo>
                  <a:pt x="339620" y="91290"/>
                </a:lnTo>
                <a:lnTo>
                  <a:pt x="339530" y="92925"/>
                </a:lnTo>
                <a:lnTo>
                  <a:pt x="339500" y="94567"/>
                </a:lnTo>
                <a:lnTo>
                  <a:pt x="339558" y="96757"/>
                </a:lnTo>
                <a:lnTo>
                  <a:pt x="339731" y="98931"/>
                </a:lnTo>
                <a:lnTo>
                  <a:pt x="340018" y="101087"/>
                </a:lnTo>
                <a:lnTo>
                  <a:pt x="340421" y="103227"/>
                </a:lnTo>
                <a:lnTo>
                  <a:pt x="340939" y="105349"/>
                </a:lnTo>
                <a:lnTo>
                  <a:pt x="341572" y="107455"/>
                </a:lnTo>
                <a:lnTo>
                  <a:pt x="342320" y="109543"/>
                </a:lnTo>
                <a:lnTo>
                  <a:pt x="343183" y="111615"/>
                </a:lnTo>
                <a:lnTo>
                  <a:pt x="344161" y="113670"/>
                </a:lnTo>
                <a:lnTo>
                  <a:pt x="345255" y="115707"/>
                </a:lnTo>
                <a:lnTo>
                  <a:pt x="346463" y="117728"/>
                </a:lnTo>
                <a:lnTo>
                  <a:pt x="347786" y="119732"/>
                </a:lnTo>
                <a:lnTo>
                  <a:pt x="349233" y="121644"/>
                </a:lnTo>
                <a:lnTo>
                  <a:pt x="350810" y="123389"/>
                </a:lnTo>
                <a:lnTo>
                  <a:pt x="352519" y="124968"/>
                </a:lnTo>
                <a:lnTo>
                  <a:pt x="354358" y="126381"/>
                </a:lnTo>
                <a:lnTo>
                  <a:pt x="356328" y="127628"/>
                </a:lnTo>
                <a:lnTo>
                  <a:pt x="358429" y="128708"/>
                </a:lnTo>
                <a:lnTo>
                  <a:pt x="360661" y="129623"/>
                </a:lnTo>
                <a:lnTo>
                  <a:pt x="363024" y="130371"/>
                </a:lnTo>
                <a:lnTo>
                  <a:pt x="365518" y="130953"/>
                </a:lnTo>
                <a:lnTo>
                  <a:pt x="368142" y="131368"/>
                </a:lnTo>
                <a:lnTo>
                  <a:pt x="370898" y="131618"/>
                </a:lnTo>
                <a:lnTo>
                  <a:pt x="373785" y="131701"/>
                </a:lnTo>
                <a:lnTo>
                  <a:pt x="374675" y="131695"/>
                </a:lnTo>
                <a:lnTo>
                  <a:pt x="375563" y="131680"/>
                </a:lnTo>
                <a:lnTo>
                  <a:pt x="376448" y="131654"/>
                </a:lnTo>
                <a:lnTo>
                  <a:pt x="377331" y="131618"/>
                </a:lnTo>
                <a:lnTo>
                  <a:pt x="378211" y="131572"/>
                </a:lnTo>
                <a:lnTo>
                  <a:pt x="379089" y="131515"/>
                </a:lnTo>
                <a:lnTo>
                  <a:pt x="379965" y="131448"/>
                </a:lnTo>
                <a:lnTo>
                  <a:pt x="380838" y="131371"/>
                </a:lnTo>
                <a:lnTo>
                  <a:pt x="381709" y="131283"/>
                </a:lnTo>
                <a:lnTo>
                  <a:pt x="382577" y="131185"/>
                </a:lnTo>
                <a:lnTo>
                  <a:pt x="383443" y="131077"/>
                </a:lnTo>
                <a:lnTo>
                  <a:pt x="384307" y="130958"/>
                </a:lnTo>
                <a:lnTo>
                  <a:pt x="385230" y="130807"/>
                </a:lnTo>
                <a:lnTo>
                  <a:pt x="386275" y="130600"/>
                </a:lnTo>
                <a:lnTo>
                  <a:pt x="387441" y="130338"/>
                </a:lnTo>
                <a:lnTo>
                  <a:pt x="388730" y="130021"/>
                </a:lnTo>
                <a:lnTo>
                  <a:pt x="390140" y="129649"/>
                </a:lnTo>
                <a:lnTo>
                  <a:pt x="391672" y="129222"/>
                </a:lnTo>
                <a:lnTo>
                  <a:pt x="393326" y="128739"/>
                </a:lnTo>
                <a:lnTo>
                  <a:pt x="395101" y="128201"/>
                </a:lnTo>
                <a:lnTo>
                  <a:pt x="396999" y="127608"/>
                </a:lnTo>
                <a:lnTo>
                  <a:pt x="399018" y="126959"/>
                </a:lnTo>
                <a:lnTo>
                  <a:pt x="401159" y="126256"/>
                </a:lnTo>
                <a:lnTo>
                  <a:pt x="403422" y="125497"/>
                </a:lnTo>
                <a:lnTo>
                  <a:pt x="403422" y="141225"/>
                </a:lnTo>
                <a:close/>
                <a:moveTo>
                  <a:pt x="468596" y="148361"/>
                </a:moveTo>
                <a:lnTo>
                  <a:pt x="467629" y="148331"/>
                </a:lnTo>
                <a:lnTo>
                  <a:pt x="466684" y="148244"/>
                </a:lnTo>
                <a:lnTo>
                  <a:pt x="465763" y="148097"/>
                </a:lnTo>
                <a:lnTo>
                  <a:pt x="464865" y="147893"/>
                </a:lnTo>
                <a:lnTo>
                  <a:pt x="463990" y="147630"/>
                </a:lnTo>
                <a:lnTo>
                  <a:pt x="463138" y="147308"/>
                </a:lnTo>
                <a:lnTo>
                  <a:pt x="462309" y="146928"/>
                </a:lnTo>
                <a:lnTo>
                  <a:pt x="461504" y="146490"/>
                </a:lnTo>
                <a:lnTo>
                  <a:pt x="460721" y="145993"/>
                </a:lnTo>
                <a:lnTo>
                  <a:pt x="459962" y="145438"/>
                </a:lnTo>
                <a:lnTo>
                  <a:pt x="459226" y="144824"/>
                </a:lnTo>
                <a:lnTo>
                  <a:pt x="458513" y="144152"/>
                </a:lnTo>
                <a:lnTo>
                  <a:pt x="457840" y="143439"/>
                </a:lnTo>
                <a:lnTo>
                  <a:pt x="457227" y="142702"/>
                </a:lnTo>
                <a:lnTo>
                  <a:pt x="456671" y="141943"/>
                </a:lnTo>
                <a:lnTo>
                  <a:pt x="456174" y="141161"/>
                </a:lnTo>
                <a:lnTo>
                  <a:pt x="455736" y="140355"/>
                </a:lnTo>
                <a:lnTo>
                  <a:pt x="455356" y="139526"/>
                </a:lnTo>
                <a:lnTo>
                  <a:pt x="455035" y="138675"/>
                </a:lnTo>
                <a:lnTo>
                  <a:pt x="454771" y="137800"/>
                </a:lnTo>
                <a:lnTo>
                  <a:pt x="454567" y="136901"/>
                </a:lnTo>
                <a:lnTo>
                  <a:pt x="454421" y="135980"/>
                </a:lnTo>
                <a:lnTo>
                  <a:pt x="454333" y="135036"/>
                </a:lnTo>
                <a:lnTo>
                  <a:pt x="454304" y="134068"/>
                </a:lnTo>
                <a:lnTo>
                  <a:pt x="454333" y="133087"/>
                </a:lnTo>
                <a:lnTo>
                  <a:pt x="454422" y="132131"/>
                </a:lnTo>
                <a:lnTo>
                  <a:pt x="454570" y="131199"/>
                </a:lnTo>
                <a:lnTo>
                  <a:pt x="454776" y="130293"/>
                </a:lnTo>
                <a:lnTo>
                  <a:pt x="455042" y="129411"/>
                </a:lnTo>
                <a:lnTo>
                  <a:pt x="455367" y="128555"/>
                </a:lnTo>
                <a:lnTo>
                  <a:pt x="455751" y="127724"/>
                </a:lnTo>
                <a:lnTo>
                  <a:pt x="456194" y="126917"/>
                </a:lnTo>
                <a:lnTo>
                  <a:pt x="456696" y="126135"/>
                </a:lnTo>
                <a:lnTo>
                  <a:pt x="457257" y="125379"/>
                </a:lnTo>
                <a:lnTo>
                  <a:pt x="457877" y="124647"/>
                </a:lnTo>
                <a:lnTo>
                  <a:pt x="458556" y="123941"/>
                </a:lnTo>
                <a:lnTo>
                  <a:pt x="459276" y="123275"/>
                </a:lnTo>
                <a:lnTo>
                  <a:pt x="460017" y="122668"/>
                </a:lnTo>
                <a:lnTo>
                  <a:pt x="460779" y="122118"/>
                </a:lnTo>
                <a:lnTo>
                  <a:pt x="461562" y="121627"/>
                </a:lnTo>
                <a:lnTo>
                  <a:pt x="462367" y="121193"/>
                </a:lnTo>
                <a:lnTo>
                  <a:pt x="463193" y="120817"/>
                </a:lnTo>
                <a:lnTo>
                  <a:pt x="464040" y="120499"/>
                </a:lnTo>
                <a:lnTo>
                  <a:pt x="464909" y="120238"/>
                </a:lnTo>
                <a:lnTo>
                  <a:pt x="465799" y="120036"/>
                </a:lnTo>
                <a:lnTo>
                  <a:pt x="466710" y="119891"/>
                </a:lnTo>
                <a:lnTo>
                  <a:pt x="467642" y="119805"/>
                </a:lnTo>
                <a:lnTo>
                  <a:pt x="468596" y="119776"/>
                </a:lnTo>
                <a:lnTo>
                  <a:pt x="469550" y="119805"/>
                </a:lnTo>
                <a:lnTo>
                  <a:pt x="470483" y="119891"/>
                </a:lnTo>
                <a:lnTo>
                  <a:pt x="471394" y="120036"/>
                </a:lnTo>
                <a:lnTo>
                  <a:pt x="472284" y="120238"/>
                </a:lnTo>
                <a:lnTo>
                  <a:pt x="473152" y="120499"/>
                </a:lnTo>
                <a:lnTo>
                  <a:pt x="474000" y="120817"/>
                </a:lnTo>
                <a:lnTo>
                  <a:pt x="474826" y="121193"/>
                </a:lnTo>
                <a:lnTo>
                  <a:pt x="475630" y="121627"/>
                </a:lnTo>
                <a:lnTo>
                  <a:pt x="476414" y="122118"/>
                </a:lnTo>
                <a:lnTo>
                  <a:pt x="477176" y="122668"/>
                </a:lnTo>
                <a:lnTo>
                  <a:pt x="477917" y="123275"/>
                </a:lnTo>
                <a:lnTo>
                  <a:pt x="478636" y="123941"/>
                </a:lnTo>
                <a:lnTo>
                  <a:pt x="479315" y="124647"/>
                </a:lnTo>
                <a:lnTo>
                  <a:pt x="479935" y="125379"/>
                </a:lnTo>
                <a:lnTo>
                  <a:pt x="480497" y="126135"/>
                </a:lnTo>
                <a:lnTo>
                  <a:pt x="480999" y="126917"/>
                </a:lnTo>
                <a:lnTo>
                  <a:pt x="481442" y="127724"/>
                </a:lnTo>
                <a:lnTo>
                  <a:pt x="481826" y="128555"/>
                </a:lnTo>
                <a:lnTo>
                  <a:pt x="482150" y="129411"/>
                </a:lnTo>
                <a:lnTo>
                  <a:pt x="482416" y="130293"/>
                </a:lnTo>
                <a:lnTo>
                  <a:pt x="482623" y="131199"/>
                </a:lnTo>
                <a:lnTo>
                  <a:pt x="482771" y="132131"/>
                </a:lnTo>
                <a:lnTo>
                  <a:pt x="482859" y="133087"/>
                </a:lnTo>
                <a:lnTo>
                  <a:pt x="482889" y="134068"/>
                </a:lnTo>
                <a:lnTo>
                  <a:pt x="482859" y="135036"/>
                </a:lnTo>
                <a:lnTo>
                  <a:pt x="482772" y="135980"/>
                </a:lnTo>
                <a:lnTo>
                  <a:pt x="482626" y="136901"/>
                </a:lnTo>
                <a:lnTo>
                  <a:pt x="482421" y="137800"/>
                </a:lnTo>
                <a:lnTo>
                  <a:pt x="482158" y="138675"/>
                </a:lnTo>
                <a:lnTo>
                  <a:pt x="481836" y="139526"/>
                </a:lnTo>
                <a:lnTo>
                  <a:pt x="481457" y="140355"/>
                </a:lnTo>
                <a:lnTo>
                  <a:pt x="481018" y="141161"/>
                </a:lnTo>
                <a:lnTo>
                  <a:pt x="480521" y="141943"/>
                </a:lnTo>
                <a:lnTo>
                  <a:pt x="479966" y="142702"/>
                </a:lnTo>
                <a:lnTo>
                  <a:pt x="479352" y="143439"/>
                </a:lnTo>
                <a:lnTo>
                  <a:pt x="478680" y="144152"/>
                </a:lnTo>
                <a:lnTo>
                  <a:pt x="477967" y="144824"/>
                </a:lnTo>
                <a:lnTo>
                  <a:pt x="477231" y="145438"/>
                </a:lnTo>
                <a:lnTo>
                  <a:pt x="476471" y="145993"/>
                </a:lnTo>
                <a:lnTo>
                  <a:pt x="475689" y="146490"/>
                </a:lnTo>
                <a:lnTo>
                  <a:pt x="474883" y="146928"/>
                </a:lnTo>
                <a:lnTo>
                  <a:pt x="474055" y="147308"/>
                </a:lnTo>
                <a:lnTo>
                  <a:pt x="473203" y="147630"/>
                </a:lnTo>
                <a:lnTo>
                  <a:pt x="472328" y="147893"/>
                </a:lnTo>
                <a:lnTo>
                  <a:pt x="471430" y="148097"/>
                </a:lnTo>
                <a:lnTo>
                  <a:pt x="470508" y="148244"/>
                </a:lnTo>
                <a:lnTo>
                  <a:pt x="469564" y="148331"/>
                </a:lnTo>
                <a:lnTo>
                  <a:pt x="468596" y="148361"/>
                </a:lnTo>
                <a:close/>
                <a:moveTo>
                  <a:pt x="558498" y="144152"/>
                </a:moveTo>
                <a:lnTo>
                  <a:pt x="558498" y="68042"/>
                </a:lnTo>
                <a:lnTo>
                  <a:pt x="536752" y="68042"/>
                </a:lnTo>
                <a:lnTo>
                  <a:pt x="536752" y="54364"/>
                </a:lnTo>
                <a:lnTo>
                  <a:pt x="558498" y="54364"/>
                </a:lnTo>
                <a:lnTo>
                  <a:pt x="558498" y="49812"/>
                </a:lnTo>
                <a:lnTo>
                  <a:pt x="558528" y="46658"/>
                </a:lnTo>
                <a:lnTo>
                  <a:pt x="558619" y="43643"/>
                </a:lnTo>
                <a:lnTo>
                  <a:pt x="558772" y="40768"/>
                </a:lnTo>
                <a:lnTo>
                  <a:pt x="558985" y="38033"/>
                </a:lnTo>
                <a:lnTo>
                  <a:pt x="559259" y="35437"/>
                </a:lnTo>
                <a:lnTo>
                  <a:pt x="559594" y="32982"/>
                </a:lnTo>
                <a:lnTo>
                  <a:pt x="559989" y="30666"/>
                </a:lnTo>
                <a:lnTo>
                  <a:pt x="560446" y="28491"/>
                </a:lnTo>
                <a:lnTo>
                  <a:pt x="560964" y="26455"/>
                </a:lnTo>
                <a:lnTo>
                  <a:pt x="561542" y="24559"/>
                </a:lnTo>
                <a:lnTo>
                  <a:pt x="562182" y="22803"/>
                </a:lnTo>
                <a:lnTo>
                  <a:pt x="562882" y="21187"/>
                </a:lnTo>
                <a:lnTo>
                  <a:pt x="563646" y="19663"/>
                </a:lnTo>
                <a:lnTo>
                  <a:pt x="564476" y="18185"/>
                </a:lnTo>
                <a:lnTo>
                  <a:pt x="565373" y="16754"/>
                </a:lnTo>
                <a:lnTo>
                  <a:pt x="566336" y="15369"/>
                </a:lnTo>
                <a:lnTo>
                  <a:pt x="567365" y="14031"/>
                </a:lnTo>
                <a:lnTo>
                  <a:pt x="568461" y="12738"/>
                </a:lnTo>
                <a:lnTo>
                  <a:pt x="569623" y="11492"/>
                </a:lnTo>
                <a:lnTo>
                  <a:pt x="570851" y="10292"/>
                </a:lnTo>
                <a:lnTo>
                  <a:pt x="572146" y="9138"/>
                </a:lnTo>
                <a:lnTo>
                  <a:pt x="573507" y="8031"/>
                </a:lnTo>
                <a:lnTo>
                  <a:pt x="574935" y="6969"/>
                </a:lnTo>
                <a:lnTo>
                  <a:pt x="576429" y="5954"/>
                </a:lnTo>
                <a:lnTo>
                  <a:pt x="577997" y="5003"/>
                </a:lnTo>
                <a:lnTo>
                  <a:pt x="579648" y="4135"/>
                </a:lnTo>
                <a:lnTo>
                  <a:pt x="581380" y="3349"/>
                </a:lnTo>
                <a:lnTo>
                  <a:pt x="583195" y="2646"/>
                </a:lnTo>
                <a:lnTo>
                  <a:pt x="585092" y="2026"/>
                </a:lnTo>
                <a:lnTo>
                  <a:pt x="587072" y="1489"/>
                </a:lnTo>
                <a:lnTo>
                  <a:pt x="589133" y="1034"/>
                </a:lnTo>
                <a:lnTo>
                  <a:pt x="591277" y="662"/>
                </a:lnTo>
                <a:lnTo>
                  <a:pt x="593503" y="372"/>
                </a:lnTo>
                <a:lnTo>
                  <a:pt x="595811" y="165"/>
                </a:lnTo>
                <a:lnTo>
                  <a:pt x="598201" y="41"/>
                </a:lnTo>
                <a:lnTo>
                  <a:pt x="600673" y="0"/>
                </a:lnTo>
                <a:lnTo>
                  <a:pt x="602576" y="16"/>
                </a:lnTo>
                <a:lnTo>
                  <a:pt x="604483" y="66"/>
                </a:lnTo>
                <a:lnTo>
                  <a:pt x="606395" y="148"/>
                </a:lnTo>
                <a:lnTo>
                  <a:pt x="608312" y="263"/>
                </a:lnTo>
                <a:lnTo>
                  <a:pt x="610233" y="411"/>
                </a:lnTo>
                <a:lnTo>
                  <a:pt x="612160" y="592"/>
                </a:lnTo>
                <a:lnTo>
                  <a:pt x="614091" y="806"/>
                </a:lnTo>
                <a:lnTo>
                  <a:pt x="616028" y="1052"/>
                </a:lnTo>
                <a:lnTo>
                  <a:pt x="617969" y="1332"/>
                </a:lnTo>
                <a:lnTo>
                  <a:pt x="619915" y="1644"/>
                </a:lnTo>
                <a:lnTo>
                  <a:pt x="621866" y="1989"/>
                </a:lnTo>
                <a:lnTo>
                  <a:pt x="623822" y="2367"/>
                </a:lnTo>
                <a:lnTo>
                  <a:pt x="623822" y="17887"/>
                </a:lnTo>
                <a:lnTo>
                  <a:pt x="621723" y="17215"/>
                </a:lnTo>
                <a:lnTo>
                  <a:pt x="619664" y="16601"/>
                </a:lnTo>
                <a:lnTo>
                  <a:pt x="617646" y="16046"/>
                </a:lnTo>
                <a:lnTo>
                  <a:pt x="615667" y="15549"/>
                </a:lnTo>
                <a:lnTo>
                  <a:pt x="613729" y="15111"/>
                </a:lnTo>
                <a:lnTo>
                  <a:pt x="611831" y="14731"/>
                </a:lnTo>
                <a:lnTo>
                  <a:pt x="609973" y="14409"/>
                </a:lnTo>
                <a:lnTo>
                  <a:pt x="608156" y="14146"/>
                </a:lnTo>
                <a:lnTo>
                  <a:pt x="606378" y="13942"/>
                </a:lnTo>
                <a:lnTo>
                  <a:pt x="604641" y="13796"/>
                </a:lnTo>
                <a:lnTo>
                  <a:pt x="602944" y="13708"/>
                </a:lnTo>
                <a:lnTo>
                  <a:pt x="601287" y="13679"/>
                </a:lnTo>
                <a:lnTo>
                  <a:pt x="599999" y="13699"/>
                </a:lnTo>
                <a:lnTo>
                  <a:pt x="598737" y="13759"/>
                </a:lnTo>
                <a:lnTo>
                  <a:pt x="597500" y="13859"/>
                </a:lnTo>
                <a:lnTo>
                  <a:pt x="596289" y="14000"/>
                </a:lnTo>
                <a:lnTo>
                  <a:pt x="595104" y="14180"/>
                </a:lnTo>
                <a:lnTo>
                  <a:pt x="593944" y="14401"/>
                </a:lnTo>
                <a:lnTo>
                  <a:pt x="592809" y="14661"/>
                </a:lnTo>
                <a:lnTo>
                  <a:pt x="591700" y="14962"/>
                </a:lnTo>
                <a:lnTo>
                  <a:pt x="590617" y="15303"/>
                </a:lnTo>
                <a:lnTo>
                  <a:pt x="589560" y="15684"/>
                </a:lnTo>
                <a:lnTo>
                  <a:pt x="588527" y="16105"/>
                </a:lnTo>
                <a:lnTo>
                  <a:pt x="587521" y="16567"/>
                </a:lnTo>
                <a:lnTo>
                  <a:pt x="586545" y="17073"/>
                </a:lnTo>
                <a:lnTo>
                  <a:pt x="585605" y="17629"/>
                </a:lnTo>
                <a:lnTo>
                  <a:pt x="584701" y="18236"/>
                </a:lnTo>
                <a:lnTo>
                  <a:pt x="583833" y="18894"/>
                </a:lnTo>
                <a:lnTo>
                  <a:pt x="583001" y="19602"/>
                </a:lnTo>
                <a:lnTo>
                  <a:pt x="582205" y="20360"/>
                </a:lnTo>
                <a:lnTo>
                  <a:pt x="581445" y="21169"/>
                </a:lnTo>
                <a:lnTo>
                  <a:pt x="580721" y="22029"/>
                </a:lnTo>
                <a:lnTo>
                  <a:pt x="580032" y="22938"/>
                </a:lnTo>
                <a:lnTo>
                  <a:pt x="579380" y="23899"/>
                </a:lnTo>
                <a:lnTo>
                  <a:pt x="578763" y="24910"/>
                </a:lnTo>
                <a:lnTo>
                  <a:pt x="578183" y="25971"/>
                </a:lnTo>
                <a:lnTo>
                  <a:pt x="577643" y="27120"/>
                </a:lnTo>
                <a:lnTo>
                  <a:pt x="577151" y="28395"/>
                </a:lnTo>
                <a:lnTo>
                  <a:pt x="576706" y="29796"/>
                </a:lnTo>
                <a:lnTo>
                  <a:pt x="576307" y="31323"/>
                </a:lnTo>
                <a:lnTo>
                  <a:pt x="575956" y="32975"/>
                </a:lnTo>
                <a:lnTo>
                  <a:pt x="575651" y="34753"/>
                </a:lnTo>
                <a:lnTo>
                  <a:pt x="575393" y="36658"/>
                </a:lnTo>
                <a:lnTo>
                  <a:pt x="575182" y="38687"/>
                </a:lnTo>
                <a:lnTo>
                  <a:pt x="575018" y="40843"/>
                </a:lnTo>
                <a:lnTo>
                  <a:pt x="574901" y="43124"/>
                </a:lnTo>
                <a:lnTo>
                  <a:pt x="574830" y="45531"/>
                </a:lnTo>
                <a:lnTo>
                  <a:pt x="574807" y="48064"/>
                </a:lnTo>
                <a:lnTo>
                  <a:pt x="574807" y="54364"/>
                </a:lnTo>
                <a:lnTo>
                  <a:pt x="613651" y="54364"/>
                </a:lnTo>
                <a:lnTo>
                  <a:pt x="613651" y="68042"/>
                </a:lnTo>
                <a:lnTo>
                  <a:pt x="574807" y="68042"/>
                </a:lnTo>
                <a:lnTo>
                  <a:pt x="574807" y="144152"/>
                </a:lnTo>
                <a:lnTo>
                  <a:pt x="558498" y="144152"/>
                </a:lnTo>
                <a:close/>
                <a:moveTo>
                  <a:pt x="723632" y="46122"/>
                </a:moveTo>
                <a:lnTo>
                  <a:pt x="723632" y="144152"/>
                </a:lnTo>
                <a:lnTo>
                  <a:pt x="707322" y="144152"/>
                </a:lnTo>
                <a:lnTo>
                  <a:pt x="707322" y="122502"/>
                </a:lnTo>
                <a:lnTo>
                  <a:pt x="705995" y="124483"/>
                </a:lnTo>
                <a:lnTo>
                  <a:pt x="704643" y="126381"/>
                </a:lnTo>
                <a:lnTo>
                  <a:pt x="703267" y="128193"/>
                </a:lnTo>
                <a:lnTo>
                  <a:pt x="701867" y="129922"/>
                </a:lnTo>
                <a:lnTo>
                  <a:pt x="700442" y="131566"/>
                </a:lnTo>
                <a:lnTo>
                  <a:pt x="698993" y="133125"/>
                </a:lnTo>
                <a:lnTo>
                  <a:pt x="697519" y="134601"/>
                </a:lnTo>
                <a:lnTo>
                  <a:pt x="696021" y="135992"/>
                </a:lnTo>
                <a:lnTo>
                  <a:pt x="694499" y="137299"/>
                </a:lnTo>
                <a:lnTo>
                  <a:pt x="692952" y="138521"/>
                </a:lnTo>
                <a:lnTo>
                  <a:pt x="691381" y="139659"/>
                </a:lnTo>
                <a:lnTo>
                  <a:pt x="689786" y="140713"/>
                </a:lnTo>
                <a:lnTo>
                  <a:pt x="688178" y="141682"/>
                </a:lnTo>
                <a:lnTo>
                  <a:pt x="686571" y="142567"/>
                </a:lnTo>
                <a:lnTo>
                  <a:pt x="684963" y="143368"/>
                </a:lnTo>
                <a:lnTo>
                  <a:pt x="683356" y="144085"/>
                </a:lnTo>
                <a:lnTo>
                  <a:pt x="681748" y="144717"/>
                </a:lnTo>
                <a:lnTo>
                  <a:pt x="680141" y="145265"/>
                </a:lnTo>
                <a:lnTo>
                  <a:pt x="678533" y="145729"/>
                </a:lnTo>
                <a:lnTo>
                  <a:pt x="676926" y="146108"/>
                </a:lnTo>
                <a:lnTo>
                  <a:pt x="675318" y="146403"/>
                </a:lnTo>
                <a:lnTo>
                  <a:pt x="673710" y="146614"/>
                </a:lnTo>
                <a:lnTo>
                  <a:pt x="672103" y="146740"/>
                </a:lnTo>
                <a:lnTo>
                  <a:pt x="670495" y="146782"/>
                </a:lnTo>
                <a:lnTo>
                  <a:pt x="669073" y="146750"/>
                </a:lnTo>
                <a:lnTo>
                  <a:pt x="667671" y="146654"/>
                </a:lnTo>
                <a:lnTo>
                  <a:pt x="666289" y="146494"/>
                </a:lnTo>
                <a:lnTo>
                  <a:pt x="664927" y="146271"/>
                </a:lnTo>
                <a:lnTo>
                  <a:pt x="663586" y="145983"/>
                </a:lnTo>
                <a:lnTo>
                  <a:pt x="662264" y="145631"/>
                </a:lnTo>
                <a:lnTo>
                  <a:pt x="660963" y="145216"/>
                </a:lnTo>
                <a:lnTo>
                  <a:pt x="659681" y="144736"/>
                </a:lnTo>
                <a:lnTo>
                  <a:pt x="658420" y="144193"/>
                </a:lnTo>
                <a:lnTo>
                  <a:pt x="657178" y="143585"/>
                </a:lnTo>
                <a:lnTo>
                  <a:pt x="655957" y="142914"/>
                </a:lnTo>
                <a:lnTo>
                  <a:pt x="654756" y="142179"/>
                </a:lnTo>
                <a:lnTo>
                  <a:pt x="653595" y="141391"/>
                </a:lnTo>
                <a:lnTo>
                  <a:pt x="652495" y="140564"/>
                </a:lnTo>
                <a:lnTo>
                  <a:pt x="651454" y="139696"/>
                </a:lnTo>
                <a:lnTo>
                  <a:pt x="650474" y="138788"/>
                </a:lnTo>
                <a:lnTo>
                  <a:pt x="649555" y="137840"/>
                </a:lnTo>
                <a:lnTo>
                  <a:pt x="648695" y="136852"/>
                </a:lnTo>
                <a:lnTo>
                  <a:pt x="647896" y="135824"/>
                </a:lnTo>
                <a:lnTo>
                  <a:pt x="647157" y="134755"/>
                </a:lnTo>
                <a:lnTo>
                  <a:pt x="646478" y="133646"/>
                </a:lnTo>
                <a:lnTo>
                  <a:pt x="645860" y="132497"/>
                </a:lnTo>
                <a:lnTo>
                  <a:pt x="645302" y="131308"/>
                </a:lnTo>
                <a:lnTo>
                  <a:pt x="644804" y="130078"/>
                </a:lnTo>
                <a:lnTo>
                  <a:pt x="644356" y="128730"/>
                </a:lnTo>
                <a:lnTo>
                  <a:pt x="643947" y="127184"/>
                </a:lnTo>
                <a:lnTo>
                  <a:pt x="643577" y="125439"/>
                </a:lnTo>
                <a:lnTo>
                  <a:pt x="643245" y="123497"/>
                </a:lnTo>
                <a:lnTo>
                  <a:pt x="642953" y="121357"/>
                </a:lnTo>
                <a:lnTo>
                  <a:pt x="642700" y="119019"/>
                </a:lnTo>
                <a:lnTo>
                  <a:pt x="642485" y="116484"/>
                </a:lnTo>
                <a:lnTo>
                  <a:pt x="642310" y="113750"/>
                </a:lnTo>
                <a:lnTo>
                  <a:pt x="642174" y="110818"/>
                </a:lnTo>
                <a:lnTo>
                  <a:pt x="642076" y="107689"/>
                </a:lnTo>
                <a:lnTo>
                  <a:pt x="642018" y="104361"/>
                </a:lnTo>
                <a:lnTo>
                  <a:pt x="641998" y="100836"/>
                </a:lnTo>
                <a:lnTo>
                  <a:pt x="641998" y="46122"/>
                </a:lnTo>
                <a:lnTo>
                  <a:pt x="658307" y="46122"/>
                </a:lnTo>
                <a:lnTo>
                  <a:pt x="658307" y="102795"/>
                </a:lnTo>
                <a:lnTo>
                  <a:pt x="658317" y="105079"/>
                </a:lnTo>
                <a:lnTo>
                  <a:pt x="658345" y="107230"/>
                </a:lnTo>
                <a:lnTo>
                  <a:pt x="658392" y="109247"/>
                </a:lnTo>
                <a:lnTo>
                  <a:pt x="658458" y="111132"/>
                </a:lnTo>
                <a:lnTo>
                  <a:pt x="658543" y="112883"/>
                </a:lnTo>
                <a:lnTo>
                  <a:pt x="658647" y="114500"/>
                </a:lnTo>
                <a:lnTo>
                  <a:pt x="658770" y="115985"/>
                </a:lnTo>
                <a:lnTo>
                  <a:pt x="658911" y="117336"/>
                </a:lnTo>
                <a:lnTo>
                  <a:pt x="659072" y="118554"/>
                </a:lnTo>
                <a:lnTo>
                  <a:pt x="659251" y="119639"/>
                </a:lnTo>
                <a:lnTo>
                  <a:pt x="659449" y="120590"/>
                </a:lnTo>
                <a:lnTo>
                  <a:pt x="659666" y="121409"/>
                </a:lnTo>
                <a:lnTo>
                  <a:pt x="659909" y="122149"/>
                </a:lnTo>
                <a:lnTo>
                  <a:pt x="660183" y="122867"/>
                </a:lnTo>
                <a:lnTo>
                  <a:pt x="660489" y="123563"/>
                </a:lnTo>
                <a:lnTo>
                  <a:pt x="660826" y="124236"/>
                </a:lnTo>
                <a:lnTo>
                  <a:pt x="661195" y="124886"/>
                </a:lnTo>
                <a:lnTo>
                  <a:pt x="661596" y="125514"/>
                </a:lnTo>
                <a:lnTo>
                  <a:pt x="662028" y="126120"/>
                </a:lnTo>
                <a:lnTo>
                  <a:pt x="662492" y="126703"/>
                </a:lnTo>
                <a:lnTo>
                  <a:pt x="662987" y="127263"/>
                </a:lnTo>
                <a:lnTo>
                  <a:pt x="663515" y="127801"/>
                </a:lnTo>
                <a:lnTo>
                  <a:pt x="664074" y="128317"/>
                </a:lnTo>
                <a:lnTo>
                  <a:pt x="664664" y="128810"/>
                </a:lnTo>
                <a:lnTo>
                  <a:pt x="665275" y="129272"/>
                </a:lnTo>
                <a:lnTo>
                  <a:pt x="665893" y="129693"/>
                </a:lnTo>
                <a:lnTo>
                  <a:pt x="666519" y="130075"/>
                </a:lnTo>
                <a:lnTo>
                  <a:pt x="667154" y="130416"/>
                </a:lnTo>
                <a:lnTo>
                  <a:pt x="667796" y="130717"/>
                </a:lnTo>
                <a:lnTo>
                  <a:pt x="668446" y="130978"/>
                </a:lnTo>
                <a:lnTo>
                  <a:pt x="669104" y="131199"/>
                </a:lnTo>
                <a:lnTo>
                  <a:pt x="669770" y="131379"/>
                </a:lnTo>
                <a:lnTo>
                  <a:pt x="670443" y="131520"/>
                </a:lnTo>
                <a:lnTo>
                  <a:pt x="671125" y="131620"/>
                </a:lnTo>
                <a:lnTo>
                  <a:pt x="671815" y="131681"/>
                </a:lnTo>
                <a:lnTo>
                  <a:pt x="672512" y="131701"/>
                </a:lnTo>
                <a:lnTo>
                  <a:pt x="673953" y="131644"/>
                </a:lnTo>
                <a:lnTo>
                  <a:pt x="675412" y="131476"/>
                </a:lnTo>
                <a:lnTo>
                  <a:pt x="676888" y="131194"/>
                </a:lnTo>
                <a:lnTo>
                  <a:pt x="678382" y="130800"/>
                </a:lnTo>
                <a:lnTo>
                  <a:pt x="679894" y="130294"/>
                </a:lnTo>
                <a:lnTo>
                  <a:pt x="681423" y="129675"/>
                </a:lnTo>
                <a:lnTo>
                  <a:pt x="682970" y="128944"/>
                </a:lnTo>
                <a:lnTo>
                  <a:pt x="684534" y="128100"/>
                </a:lnTo>
                <a:lnTo>
                  <a:pt x="686117" y="127143"/>
                </a:lnTo>
                <a:lnTo>
                  <a:pt x="687717" y="126074"/>
                </a:lnTo>
                <a:lnTo>
                  <a:pt x="689334" y="124892"/>
                </a:lnTo>
                <a:lnTo>
                  <a:pt x="690969" y="123598"/>
                </a:lnTo>
                <a:lnTo>
                  <a:pt x="692590" y="122218"/>
                </a:lnTo>
                <a:lnTo>
                  <a:pt x="694164" y="120779"/>
                </a:lnTo>
                <a:lnTo>
                  <a:pt x="695691" y="119281"/>
                </a:lnTo>
                <a:lnTo>
                  <a:pt x="697171" y="117725"/>
                </a:lnTo>
                <a:lnTo>
                  <a:pt x="698604" y="116109"/>
                </a:lnTo>
                <a:lnTo>
                  <a:pt x="699990" y="114434"/>
                </a:lnTo>
                <a:lnTo>
                  <a:pt x="701329" y="112700"/>
                </a:lnTo>
                <a:lnTo>
                  <a:pt x="702622" y="110907"/>
                </a:lnTo>
                <a:lnTo>
                  <a:pt x="703867" y="109055"/>
                </a:lnTo>
                <a:lnTo>
                  <a:pt x="705066" y="107145"/>
                </a:lnTo>
                <a:lnTo>
                  <a:pt x="706218" y="105175"/>
                </a:lnTo>
                <a:lnTo>
                  <a:pt x="707322" y="103146"/>
                </a:lnTo>
                <a:lnTo>
                  <a:pt x="707322" y="46122"/>
                </a:lnTo>
                <a:lnTo>
                  <a:pt x="723632" y="46122"/>
                </a:lnTo>
                <a:close/>
                <a:moveTo>
                  <a:pt x="750401" y="144152"/>
                </a:moveTo>
                <a:lnTo>
                  <a:pt x="750401" y="46122"/>
                </a:lnTo>
                <a:lnTo>
                  <a:pt x="766710" y="46122"/>
                </a:lnTo>
                <a:lnTo>
                  <a:pt x="766710" y="67683"/>
                </a:lnTo>
                <a:lnTo>
                  <a:pt x="767899" y="65826"/>
                </a:lnTo>
                <a:lnTo>
                  <a:pt x="769129" y="64037"/>
                </a:lnTo>
                <a:lnTo>
                  <a:pt x="770398" y="62317"/>
                </a:lnTo>
                <a:lnTo>
                  <a:pt x="771708" y="60665"/>
                </a:lnTo>
                <a:lnTo>
                  <a:pt x="773058" y="59081"/>
                </a:lnTo>
                <a:lnTo>
                  <a:pt x="774448" y="57566"/>
                </a:lnTo>
                <a:lnTo>
                  <a:pt x="775878" y="56120"/>
                </a:lnTo>
                <a:lnTo>
                  <a:pt x="777349" y="54742"/>
                </a:lnTo>
                <a:lnTo>
                  <a:pt x="778860" y="53432"/>
                </a:lnTo>
                <a:lnTo>
                  <a:pt x="780411" y="52191"/>
                </a:lnTo>
                <a:lnTo>
                  <a:pt x="782002" y="51018"/>
                </a:lnTo>
                <a:lnTo>
                  <a:pt x="783633" y="49914"/>
                </a:lnTo>
                <a:lnTo>
                  <a:pt x="785284" y="48888"/>
                </a:lnTo>
                <a:lnTo>
                  <a:pt x="786936" y="47951"/>
                </a:lnTo>
                <a:lnTo>
                  <a:pt x="788587" y="47104"/>
                </a:lnTo>
                <a:lnTo>
                  <a:pt x="790238" y="46346"/>
                </a:lnTo>
                <a:lnTo>
                  <a:pt x="791890" y="45677"/>
                </a:lnTo>
                <a:lnTo>
                  <a:pt x="793541" y="45097"/>
                </a:lnTo>
                <a:lnTo>
                  <a:pt x="795192" y="44606"/>
                </a:lnTo>
                <a:lnTo>
                  <a:pt x="796844" y="44205"/>
                </a:lnTo>
                <a:lnTo>
                  <a:pt x="798495" y="43892"/>
                </a:lnTo>
                <a:lnTo>
                  <a:pt x="800147" y="43669"/>
                </a:lnTo>
                <a:lnTo>
                  <a:pt x="801798" y="43536"/>
                </a:lnTo>
                <a:lnTo>
                  <a:pt x="803449" y="43491"/>
                </a:lnTo>
                <a:lnTo>
                  <a:pt x="804885" y="43523"/>
                </a:lnTo>
                <a:lnTo>
                  <a:pt x="806299" y="43619"/>
                </a:lnTo>
                <a:lnTo>
                  <a:pt x="807691" y="43779"/>
                </a:lnTo>
                <a:lnTo>
                  <a:pt x="809061" y="44003"/>
                </a:lnTo>
                <a:lnTo>
                  <a:pt x="810409" y="44290"/>
                </a:lnTo>
                <a:lnTo>
                  <a:pt x="811735" y="44642"/>
                </a:lnTo>
                <a:lnTo>
                  <a:pt x="813040" y="45057"/>
                </a:lnTo>
                <a:lnTo>
                  <a:pt x="814322" y="45537"/>
                </a:lnTo>
                <a:lnTo>
                  <a:pt x="815583" y="46080"/>
                </a:lnTo>
                <a:lnTo>
                  <a:pt x="816821" y="46688"/>
                </a:lnTo>
                <a:lnTo>
                  <a:pt x="818038" y="47359"/>
                </a:lnTo>
                <a:lnTo>
                  <a:pt x="819232" y="48094"/>
                </a:lnTo>
                <a:lnTo>
                  <a:pt x="820387" y="48881"/>
                </a:lnTo>
                <a:lnTo>
                  <a:pt x="821482" y="49708"/>
                </a:lnTo>
                <a:lnTo>
                  <a:pt x="822518" y="50574"/>
                </a:lnTo>
                <a:lnTo>
                  <a:pt x="823495" y="51480"/>
                </a:lnTo>
                <a:lnTo>
                  <a:pt x="824413" y="52425"/>
                </a:lnTo>
                <a:lnTo>
                  <a:pt x="825272" y="53410"/>
                </a:lnTo>
                <a:lnTo>
                  <a:pt x="826071" y="54435"/>
                </a:lnTo>
                <a:lnTo>
                  <a:pt x="826812" y="55499"/>
                </a:lnTo>
                <a:lnTo>
                  <a:pt x="827494" y="56602"/>
                </a:lnTo>
                <a:lnTo>
                  <a:pt x="828116" y="57746"/>
                </a:lnTo>
                <a:lnTo>
                  <a:pt x="828680" y="58928"/>
                </a:lnTo>
                <a:lnTo>
                  <a:pt x="829184" y="60151"/>
                </a:lnTo>
                <a:lnTo>
                  <a:pt x="829640" y="61493"/>
                </a:lnTo>
                <a:lnTo>
                  <a:pt x="830055" y="63035"/>
                </a:lnTo>
                <a:lnTo>
                  <a:pt x="830431" y="64776"/>
                </a:lnTo>
                <a:lnTo>
                  <a:pt x="830768" y="66717"/>
                </a:lnTo>
                <a:lnTo>
                  <a:pt x="831064" y="68858"/>
                </a:lnTo>
                <a:lnTo>
                  <a:pt x="831322" y="71199"/>
                </a:lnTo>
                <a:lnTo>
                  <a:pt x="831539" y="73739"/>
                </a:lnTo>
                <a:lnTo>
                  <a:pt x="831718" y="76480"/>
                </a:lnTo>
                <a:lnTo>
                  <a:pt x="831856" y="79419"/>
                </a:lnTo>
                <a:lnTo>
                  <a:pt x="831955" y="82559"/>
                </a:lnTo>
                <a:lnTo>
                  <a:pt x="832014" y="85898"/>
                </a:lnTo>
                <a:lnTo>
                  <a:pt x="832034" y="89437"/>
                </a:lnTo>
                <a:lnTo>
                  <a:pt x="832034" y="144152"/>
                </a:lnTo>
                <a:lnTo>
                  <a:pt x="815725" y="144152"/>
                </a:lnTo>
                <a:lnTo>
                  <a:pt x="815725" y="87478"/>
                </a:lnTo>
                <a:lnTo>
                  <a:pt x="815716" y="85194"/>
                </a:lnTo>
                <a:lnTo>
                  <a:pt x="815687" y="83043"/>
                </a:lnTo>
                <a:lnTo>
                  <a:pt x="815640" y="81026"/>
                </a:lnTo>
                <a:lnTo>
                  <a:pt x="815574" y="79142"/>
                </a:lnTo>
                <a:lnTo>
                  <a:pt x="815489" y="77391"/>
                </a:lnTo>
                <a:lnTo>
                  <a:pt x="815385" y="75773"/>
                </a:lnTo>
                <a:lnTo>
                  <a:pt x="815263" y="74288"/>
                </a:lnTo>
                <a:lnTo>
                  <a:pt x="815121" y="72937"/>
                </a:lnTo>
                <a:lnTo>
                  <a:pt x="814961" y="71719"/>
                </a:lnTo>
                <a:lnTo>
                  <a:pt x="814781" y="70634"/>
                </a:lnTo>
                <a:lnTo>
                  <a:pt x="814583" y="69683"/>
                </a:lnTo>
                <a:lnTo>
                  <a:pt x="814366" y="68864"/>
                </a:lnTo>
                <a:lnTo>
                  <a:pt x="814124" y="68124"/>
                </a:lnTo>
                <a:lnTo>
                  <a:pt x="813850" y="67406"/>
                </a:lnTo>
                <a:lnTo>
                  <a:pt x="813544" y="66711"/>
                </a:lnTo>
                <a:lnTo>
                  <a:pt x="813207" y="66038"/>
                </a:lnTo>
                <a:lnTo>
                  <a:pt x="812838" y="65387"/>
                </a:lnTo>
                <a:lnTo>
                  <a:pt x="812437" y="64759"/>
                </a:lnTo>
                <a:lnTo>
                  <a:pt x="812005" y="64154"/>
                </a:lnTo>
                <a:lnTo>
                  <a:pt x="811541" y="63571"/>
                </a:lnTo>
                <a:lnTo>
                  <a:pt x="811045" y="63010"/>
                </a:lnTo>
                <a:lnTo>
                  <a:pt x="810518" y="62472"/>
                </a:lnTo>
                <a:lnTo>
                  <a:pt x="809959" y="61956"/>
                </a:lnTo>
                <a:lnTo>
                  <a:pt x="809368" y="61463"/>
                </a:lnTo>
                <a:lnTo>
                  <a:pt x="808757" y="61002"/>
                </a:lnTo>
                <a:lnTo>
                  <a:pt x="808137" y="60580"/>
                </a:lnTo>
                <a:lnTo>
                  <a:pt x="807507" y="60199"/>
                </a:lnTo>
                <a:lnTo>
                  <a:pt x="806869" y="59857"/>
                </a:lnTo>
                <a:lnTo>
                  <a:pt x="806221" y="59556"/>
                </a:lnTo>
                <a:lnTo>
                  <a:pt x="805565" y="59295"/>
                </a:lnTo>
                <a:lnTo>
                  <a:pt x="804899" y="59074"/>
                </a:lnTo>
                <a:lnTo>
                  <a:pt x="804224" y="58894"/>
                </a:lnTo>
                <a:lnTo>
                  <a:pt x="803540" y="58753"/>
                </a:lnTo>
                <a:lnTo>
                  <a:pt x="802847" y="58653"/>
                </a:lnTo>
                <a:lnTo>
                  <a:pt x="802144" y="58593"/>
                </a:lnTo>
                <a:lnTo>
                  <a:pt x="801433" y="58573"/>
                </a:lnTo>
                <a:lnTo>
                  <a:pt x="799992" y="58629"/>
                </a:lnTo>
                <a:lnTo>
                  <a:pt x="798533" y="58799"/>
                </a:lnTo>
                <a:lnTo>
                  <a:pt x="797057" y="59082"/>
                </a:lnTo>
                <a:lnTo>
                  <a:pt x="795563" y="59478"/>
                </a:lnTo>
                <a:lnTo>
                  <a:pt x="794051" y="59987"/>
                </a:lnTo>
                <a:lnTo>
                  <a:pt x="792522" y="60609"/>
                </a:lnTo>
                <a:lnTo>
                  <a:pt x="790975" y="61345"/>
                </a:lnTo>
                <a:lnTo>
                  <a:pt x="789410" y="62193"/>
                </a:lnTo>
                <a:lnTo>
                  <a:pt x="787828" y="63155"/>
                </a:lnTo>
                <a:lnTo>
                  <a:pt x="786228" y="64230"/>
                </a:lnTo>
                <a:lnTo>
                  <a:pt x="784610" y="65418"/>
                </a:lnTo>
                <a:lnTo>
                  <a:pt x="782975" y="66719"/>
                </a:lnTo>
                <a:lnTo>
                  <a:pt x="781355" y="68105"/>
                </a:lnTo>
                <a:lnTo>
                  <a:pt x="779783" y="69549"/>
                </a:lnTo>
                <a:lnTo>
                  <a:pt x="778260" y="71049"/>
                </a:lnTo>
                <a:lnTo>
                  <a:pt x="776784" y="72607"/>
                </a:lnTo>
                <a:lnTo>
                  <a:pt x="775356" y="74222"/>
                </a:lnTo>
                <a:lnTo>
                  <a:pt x="773977" y="75894"/>
                </a:lnTo>
                <a:lnTo>
                  <a:pt x="772645" y="77623"/>
                </a:lnTo>
                <a:lnTo>
                  <a:pt x="771362" y="79410"/>
                </a:lnTo>
                <a:lnTo>
                  <a:pt x="770127" y="81254"/>
                </a:lnTo>
                <a:lnTo>
                  <a:pt x="768940" y="83154"/>
                </a:lnTo>
                <a:lnTo>
                  <a:pt x="767801" y="85112"/>
                </a:lnTo>
                <a:lnTo>
                  <a:pt x="766710" y="87127"/>
                </a:lnTo>
                <a:lnTo>
                  <a:pt x="766710" y="144152"/>
                </a:lnTo>
                <a:lnTo>
                  <a:pt x="750401" y="144152"/>
                </a:lnTo>
                <a:close/>
                <a:moveTo>
                  <a:pt x="940174" y="141225"/>
                </a:moveTo>
                <a:lnTo>
                  <a:pt x="937452" y="142113"/>
                </a:lnTo>
                <a:lnTo>
                  <a:pt x="934752" y="142923"/>
                </a:lnTo>
                <a:lnTo>
                  <a:pt x="932074" y="143656"/>
                </a:lnTo>
                <a:lnTo>
                  <a:pt x="929418" y="144312"/>
                </a:lnTo>
                <a:lnTo>
                  <a:pt x="926784" y="144891"/>
                </a:lnTo>
                <a:lnTo>
                  <a:pt x="924171" y="145393"/>
                </a:lnTo>
                <a:lnTo>
                  <a:pt x="921581" y="145817"/>
                </a:lnTo>
                <a:lnTo>
                  <a:pt x="919013" y="146165"/>
                </a:lnTo>
                <a:lnTo>
                  <a:pt x="916466" y="146435"/>
                </a:lnTo>
                <a:lnTo>
                  <a:pt x="913942" y="146628"/>
                </a:lnTo>
                <a:lnTo>
                  <a:pt x="911439" y="146744"/>
                </a:lnTo>
                <a:lnTo>
                  <a:pt x="908958" y="146782"/>
                </a:lnTo>
                <a:lnTo>
                  <a:pt x="906526" y="146735"/>
                </a:lnTo>
                <a:lnTo>
                  <a:pt x="904139" y="146594"/>
                </a:lnTo>
                <a:lnTo>
                  <a:pt x="901798" y="146358"/>
                </a:lnTo>
                <a:lnTo>
                  <a:pt x="899503" y="146028"/>
                </a:lnTo>
                <a:lnTo>
                  <a:pt x="897254" y="145603"/>
                </a:lnTo>
                <a:lnTo>
                  <a:pt x="895050" y="145085"/>
                </a:lnTo>
                <a:lnTo>
                  <a:pt x="892891" y="144472"/>
                </a:lnTo>
                <a:lnTo>
                  <a:pt x="890779" y="143764"/>
                </a:lnTo>
                <a:lnTo>
                  <a:pt x="888712" y="142963"/>
                </a:lnTo>
                <a:lnTo>
                  <a:pt x="886690" y="142067"/>
                </a:lnTo>
                <a:lnTo>
                  <a:pt x="884715" y="141077"/>
                </a:lnTo>
                <a:lnTo>
                  <a:pt x="882785" y="139992"/>
                </a:lnTo>
                <a:lnTo>
                  <a:pt x="880913" y="138827"/>
                </a:lnTo>
                <a:lnTo>
                  <a:pt x="879111" y="137595"/>
                </a:lnTo>
                <a:lnTo>
                  <a:pt x="877379" y="136296"/>
                </a:lnTo>
                <a:lnTo>
                  <a:pt x="875717" y="134930"/>
                </a:lnTo>
                <a:lnTo>
                  <a:pt x="874125" y="133498"/>
                </a:lnTo>
                <a:lnTo>
                  <a:pt x="872603" y="131998"/>
                </a:lnTo>
                <a:lnTo>
                  <a:pt x="871151" y="130431"/>
                </a:lnTo>
                <a:lnTo>
                  <a:pt x="869769" y="128798"/>
                </a:lnTo>
                <a:lnTo>
                  <a:pt x="868457" y="127098"/>
                </a:lnTo>
                <a:lnTo>
                  <a:pt x="867215" y="125330"/>
                </a:lnTo>
                <a:lnTo>
                  <a:pt x="866043" y="123496"/>
                </a:lnTo>
                <a:lnTo>
                  <a:pt x="864941" y="121595"/>
                </a:lnTo>
                <a:lnTo>
                  <a:pt x="863919" y="119638"/>
                </a:lnTo>
                <a:lnTo>
                  <a:pt x="862985" y="117636"/>
                </a:lnTo>
                <a:lnTo>
                  <a:pt x="862141" y="115591"/>
                </a:lnTo>
                <a:lnTo>
                  <a:pt x="861385" y="113500"/>
                </a:lnTo>
                <a:lnTo>
                  <a:pt x="860718" y="111366"/>
                </a:lnTo>
                <a:lnTo>
                  <a:pt x="860141" y="109187"/>
                </a:lnTo>
                <a:lnTo>
                  <a:pt x="859652" y="106963"/>
                </a:lnTo>
                <a:lnTo>
                  <a:pt x="859252" y="104695"/>
                </a:lnTo>
                <a:lnTo>
                  <a:pt x="858940" y="102383"/>
                </a:lnTo>
                <a:lnTo>
                  <a:pt x="858718" y="100027"/>
                </a:lnTo>
                <a:lnTo>
                  <a:pt x="858585" y="97626"/>
                </a:lnTo>
                <a:lnTo>
                  <a:pt x="858540" y="95180"/>
                </a:lnTo>
                <a:lnTo>
                  <a:pt x="858641" y="91524"/>
                </a:lnTo>
                <a:lnTo>
                  <a:pt x="858943" y="87972"/>
                </a:lnTo>
                <a:lnTo>
                  <a:pt x="859447" y="84525"/>
                </a:lnTo>
                <a:lnTo>
                  <a:pt x="860153" y="81183"/>
                </a:lnTo>
                <a:lnTo>
                  <a:pt x="861060" y="77945"/>
                </a:lnTo>
                <a:lnTo>
                  <a:pt x="862168" y="74812"/>
                </a:lnTo>
                <a:lnTo>
                  <a:pt x="863478" y="71783"/>
                </a:lnTo>
                <a:lnTo>
                  <a:pt x="864990" y="68860"/>
                </a:lnTo>
                <a:lnTo>
                  <a:pt x="866703" y="66040"/>
                </a:lnTo>
                <a:lnTo>
                  <a:pt x="868618" y="63326"/>
                </a:lnTo>
                <a:lnTo>
                  <a:pt x="870734" y="60716"/>
                </a:lnTo>
                <a:lnTo>
                  <a:pt x="873052" y="58211"/>
                </a:lnTo>
                <a:lnTo>
                  <a:pt x="875512" y="55860"/>
                </a:lnTo>
                <a:lnTo>
                  <a:pt x="878056" y="53713"/>
                </a:lnTo>
                <a:lnTo>
                  <a:pt x="880683" y="51771"/>
                </a:lnTo>
                <a:lnTo>
                  <a:pt x="883394" y="50033"/>
                </a:lnTo>
                <a:lnTo>
                  <a:pt x="886188" y="48500"/>
                </a:lnTo>
                <a:lnTo>
                  <a:pt x="889065" y="47171"/>
                </a:lnTo>
                <a:lnTo>
                  <a:pt x="892026" y="46047"/>
                </a:lnTo>
                <a:lnTo>
                  <a:pt x="895070" y="45127"/>
                </a:lnTo>
                <a:lnTo>
                  <a:pt x="898198" y="44411"/>
                </a:lnTo>
                <a:lnTo>
                  <a:pt x="901409" y="43900"/>
                </a:lnTo>
                <a:lnTo>
                  <a:pt x="904704" y="43593"/>
                </a:lnTo>
                <a:lnTo>
                  <a:pt x="908082" y="43491"/>
                </a:lnTo>
                <a:lnTo>
                  <a:pt x="910622" y="43531"/>
                </a:lnTo>
                <a:lnTo>
                  <a:pt x="913187" y="43650"/>
                </a:lnTo>
                <a:lnTo>
                  <a:pt x="915776" y="43849"/>
                </a:lnTo>
                <a:lnTo>
                  <a:pt x="918389" y="44128"/>
                </a:lnTo>
                <a:lnTo>
                  <a:pt x="921027" y="44487"/>
                </a:lnTo>
                <a:lnTo>
                  <a:pt x="923689" y="44925"/>
                </a:lnTo>
                <a:lnTo>
                  <a:pt x="926376" y="45443"/>
                </a:lnTo>
                <a:lnTo>
                  <a:pt x="929087" y="46040"/>
                </a:lnTo>
                <a:lnTo>
                  <a:pt x="931822" y="46717"/>
                </a:lnTo>
                <a:lnTo>
                  <a:pt x="934581" y="47474"/>
                </a:lnTo>
                <a:lnTo>
                  <a:pt x="937365" y="48310"/>
                </a:lnTo>
                <a:lnTo>
                  <a:pt x="940174" y="49226"/>
                </a:lnTo>
                <a:lnTo>
                  <a:pt x="940174" y="64946"/>
                </a:lnTo>
                <a:lnTo>
                  <a:pt x="937349" y="63704"/>
                </a:lnTo>
                <a:lnTo>
                  <a:pt x="934574" y="62570"/>
                </a:lnTo>
                <a:lnTo>
                  <a:pt x="931849" y="61544"/>
                </a:lnTo>
                <a:lnTo>
                  <a:pt x="929174" y="60626"/>
                </a:lnTo>
                <a:lnTo>
                  <a:pt x="926549" y="59816"/>
                </a:lnTo>
                <a:lnTo>
                  <a:pt x="923974" y="59114"/>
                </a:lnTo>
                <a:lnTo>
                  <a:pt x="921449" y="58520"/>
                </a:lnTo>
                <a:lnTo>
                  <a:pt x="918974" y="58034"/>
                </a:lnTo>
                <a:lnTo>
                  <a:pt x="916548" y="57656"/>
                </a:lnTo>
                <a:lnTo>
                  <a:pt x="914173" y="57386"/>
                </a:lnTo>
                <a:lnTo>
                  <a:pt x="911848" y="57224"/>
                </a:lnTo>
                <a:lnTo>
                  <a:pt x="909572" y="57170"/>
                </a:lnTo>
                <a:lnTo>
                  <a:pt x="908089" y="57200"/>
                </a:lnTo>
                <a:lnTo>
                  <a:pt x="906620" y="57292"/>
                </a:lnTo>
                <a:lnTo>
                  <a:pt x="905166" y="57446"/>
                </a:lnTo>
                <a:lnTo>
                  <a:pt x="903727" y="57660"/>
                </a:lnTo>
                <a:lnTo>
                  <a:pt x="902302" y="57936"/>
                </a:lnTo>
                <a:lnTo>
                  <a:pt x="900891" y="58273"/>
                </a:lnTo>
                <a:lnTo>
                  <a:pt x="899496" y="58672"/>
                </a:lnTo>
                <a:lnTo>
                  <a:pt x="898115" y="59132"/>
                </a:lnTo>
                <a:lnTo>
                  <a:pt x="896748" y="59653"/>
                </a:lnTo>
                <a:lnTo>
                  <a:pt x="895397" y="60235"/>
                </a:lnTo>
                <a:lnTo>
                  <a:pt x="894059" y="60879"/>
                </a:lnTo>
                <a:lnTo>
                  <a:pt x="892737" y="61584"/>
                </a:lnTo>
                <a:lnTo>
                  <a:pt x="891447" y="62354"/>
                </a:lnTo>
                <a:lnTo>
                  <a:pt x="890206" y="63192"/>
                </a:lnTo>
                <a:lnTo>
                  <a:pt x="889016" y="64098"/>
                </a:lnTo>
                <a:lnTo>
                  <a:pt x="887875" y="65074"/>
                </a:lnTo>
                <a:lnTo>
                  <a:pt x="886785" y="66118"/>
                </a:lnTo>
                <a:lnTo>
                  <a:pt x="885744" y="67230"/>
                </a:lnTo>
                <a:lnTo>
                  <a:pt x="884753" y="68411"/>
                </a:lnTo>
                <a:lnTo>
                  <a:pt x="883813" y="69661"/>
                </a:lnTo>
                <a:lnTo>
                  <a:pt x="882922" y="70979"/>
                </a:lnTo>
                <a:lnTo>
                  <a:pt x="882081" y="72366"/>
                </a:lnTo>
                <a:lnTo>
                  <a:pt x="881290" y="73821"/>
                </a:lnTo>
                <a:lnTo>
                  <a:pt x="880549" y="75345"/>
                </a:lnTo>
                <a:lnTo>
                  <a:pt x="879863" y="76907"/>
                </a:lnTo>
                <a:lnTo>
                  <a:pt x="879236" y="78476"/>
                </a:lnTo>
                <a:lnTo>
                  <a:pt x="878669" y="80052"/>
                </a:lnTo>
                <a:lnTo>
                  <a:pt x="878162" y="81636"/>
                </a:lnTo>
                <a:lnTo>
                  <a:pt x="877714" y="83227"/>
                </a:lnTo>
                <a:lnTo>
                  <a:pt x="877327" y="84825"/>
                </a:lnTo>
                <a:lnTo>
                  <a:pt x="876998" y="86430"/>
                </a:lnTo>
                <a:lnTo>
                  <a:pt x="876730" y="88043"/>
                </a:lnTo>
                <a:lnTo>
                  <a:pt x="876521" y="89663"/>
                </a:lnTo>
                <a:lnTo>
                  <a:pt x="876372" y="91290"/>
                </a:lnTo>
                <a:lnTo>
                  <a:pt x="876282" y="92925"/>
                </a:lnTo>
                <a:lnTo>
                  <a:pt x="876252" y="94567"/>
                </a:lnTo>
                <a:lnTo>
                  <a:pt x="876310" y="96757"/>
                </a:lnTo>
                <a:lnTo>
                  <a:pt x="876483" y="98931"/>
                </a:lnTo>
                <a:lnTo>
                  <a:pt x="876770" y="101087"/>
                </a:lnTo>
                <a:lnTo>
                  <a:pt x="877173" y="103227"/>
                </a:lnTo>
                <a:lnTo>
                  <a:pt x="877691" y="105349"/>
                </a:lnTo>
                <a:lnTo>
                  <a:pt x="878324" y="107455"/>
                </a:lnTo>
                <a:lnTo>
                  <a:pt x="879072" y="109543"/>
                </a:lnTo>
                <a:lnTo>
                  <a:pt x="879935" y="111615"/>
                </a:lnTo>
                <a:lnTo>
                  <a:pt x="880913" y="113670"/>
                </a:lnTo>
                <a:lnTo>
                  <a:pt x="882007" y="115707"/>
                </a:lnTo>
                <a:lnTo>
                  <a:pt x="883215" y="117728"/>
                </a:lnTo>
                <a:lnTo>
                  <a:pt x="884539" y="119732"/>
                </a:lnTo>
                <a:lnTo>
                  <a:pt x="885985" y="121644"/>
                </a:lnTo>
                <a:lnTo>
                  <a:pt x="887562" y="123389"/>
                </a:lnTo>
                <a:lnTo>
                  <a:pt x="889271" y="124968"/>
                </a:lnTo>
                <a:lnTo>
                  <a:pt x="891110" y="126381"/>
                </a:lnTo>
                <a:lnTo>
                  <a:pt x="893080" y="127628"/>
                </a:lnTo>
                <a:lnTo>
                  <a:pt x="895181" y="128708"/>
                </a:lnTo>
                <a:lnTo>
                  <a:pt x="897413" y="129623"/>
                </a:lnTo>
                <a:lnTo>
                  <a:pt x="899776" y="130371"/>
                </a:lnTo>
                <a:lnTo>
                  <a:pt x="902270" y="130953"/>
                </a:lnTo>
                <a:lnTo>
                  <a:pt x="904894" y="131368"/>
                </a:lnTo>
                <a:lnTo>
                  <a:pt x="907650" y="131618"/>
                </a:lnTo>
                <a:lnTo>
                  <a:pt x="910537" y="131701"/>
                </a:lnTo>
                <a:lnTo>
                  <a:pt x="911427" y="131695"/>
                </a:lnTo>
                <a:lnTo>
                  <a:pt x="912315" y="131680"/>
                </a:lnTo>
                <a:lnTo>
                  <a:pt x="913200" y="131654"/>
                </a:lnTo>
                <a:lnTo>
                  <a:pt x="914083" y="131618"/>
                </a:lnTo>
                <a:lnTo>
                  <a:pt x="914963" y="131572"/>
                </a:lnTo>
                <a:lnTo>
                  <a:pt x="915842" y="131515"/>
                </a:lnTo>
                <a:lnTo>
                  <a:pt x="916717" y="131448"/>
                </a:lnTo>
                <a:lnTo>
                  <a:pt x="917590" y="131371"/>
                </a:lnTo>
                <a:lnTo>
                  <a:pt x="918461" y="131283"/>
                </a:lnTo>
                <a:lnTo>
                  <a:pt x="919329" y="131185"/>
                </a:lnTo>
                <a:lnTo>
                  <a:pt x="920195" y="131077"/>
                </a:lnTo>
                <a:lnTo>
                  <a:pt x="921059" y="130958"/>
                </a:lnTo>
                <a:lnTo>
                  <a:pt x="921982" y="130807"/>
                </a:lnTo>
                <a:lnTo>
                  <a:pt x="923027" y="130600"/>
                </a:lnTo>
                <a:lnTo>
                  <a:pt x="924193" y="130338"/>
                </a:lnTo>
                <a:lnTo>
                  <a:pt x="925482" y="130021"/>
                </a:lnTo>
                <a:lnTo>
                  <a:pt x="926892" y="129649"/>
                </a:lnTo>
                <a:lnTo>
                  <a:pt x="928424" y="129222"/>
                </a:lnTo>
                <a:lnTo>
                  <a:pt x="930078" y="128739"/>
                </a:lnTo>
                <a:lnTo>
                  <a:pt x="931854" y="128201"/>
                </a:lnTo>
                <a:lnTo>
                  <a:pt x="933751" y="127608"/>
                </a:lnTo>
                <a:lnTo>
                  <a:pt x="935770" y="126959"/>
                </a:lnTo>
                <a:lnTo>
                  <a:pt x="937911" y="126256"/>
                </a:lnTo>
                <a:lnTo>
                  <a:pt x="940174" y="125497"/>
                </a:lnTo>
                <a:lnTo>
                  <a:pt x="940174" y="141225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" name="Original vector context 7">
            <a:extLst xmlns:a="http://schemas.openxmlformats.org/drawingml/2006/main">
              <a:ext uri="{FF2B5EF4-FFF2-40B4-BE49-F238E27FC236}">
                <a16:creationId xmlns:a16="http://schemas.microsoft.com/office/drawing/2014/main" id="{906C8164-2352-4298-9964-2320FAC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37" y="498948"/>
            <a:ext cx="955343" cy="176945"/>
          </a:xfrm>
          <a:custGeom xmlns:a="http://schemas.openxmlformats.org/drawingml/2006/main">
            <a:pathLst>
              <a:path w="955343" h="176945">
                <a:moveTo>
                  <a:pt x="80581" y="126790"/>
                </a:moveTo>
                <a:lnTo>
                  <a:pt x="80581" y="140576"/>
                </a:lnTo>
                <a:lnTo>
                  <a:pt x="79365" y="141363"/>
                </a:lnTo>
                <a:lnTo>
                  <a:pt x="78172" y="142105"/>
                </a:lnTo>
                <a:lnTo>
                  <a:pt x="77003" y="142800"/>
                </a:lnTo>
                <a:lnTo>
                  <a:pt x="75856" y="143450"/>
                </a:lnTo>
                <a:lnTo>
                  <a:pt x="74733" y="144053"/>
                </a:lnTo>
                <a:lnTo>
                  <a:pt x="73632" y="144611"/>
                </a:lnTo>
                <a:lnTo>
                  <a:pt x="72555" y="145122"/>
                </a:lnTo>
                <a:lnTo>
                  <a:pt x="71501" y="145587"/>
                </a:lnTo>
                <a:lnTo>
                  <a:pt x="70470" y="146006"/>
                </a:lnTo>
                <a:lnTo>
                  <a:pt x="69462" y="146380"/>
                </a:lnTo>
                <a:lnTo>
                  <a:pt x="68478" y="146707"/>
                </a:lnTo>
                <a:lnTo>
                  <a:pt x="67516" y="146988"/>
                </a:lnTo>
                <a:lnTo>
                  <a:pt x="66560" y="147235"/>
                </a:lnTo>
                <a:lnTo>
                  <a:pt x="65592" y="147461"/>
                </a:lnTo>
                <a:lnTo>
                  <a:pt x="64612" y="147665"/>
                </a:lnTo>
                <a:lnTo>
                  <a:pt x="63619" y="147848"/>
                </a:lnTo>
                <a:lnTo>
                  <a:pt x="62615" y="148009"/>
                </a:lnTo>
                <a:lnTo>
                  <a:pt x="61598" y="148149"/>
                </a:lnTo>
                <a:lnTo>
                  <a:pt x="60569" y="148267"/>
                </a:lnTo>
                <a:lnTo>
                  <a:pt x="59527" y="148364"/>
                </a:lnTo>
                <a:lnTo>
                  <a:pt x="58474" y="148439"/>
                </a:lnTo>
                <a:lnTo>
                  <a:pt x="57408" y="148493"/>
                </a:lnTo>
                <a:lnTo>
                  <a:pt x="56331" y="148525"/>
                </a:lnTo>
                <a:lnTo>
                  <a:pt x="55241" y="148536"/>
                </a:lnTo>
                <a:lnTo>
                  <a:pt x="52247" y="148474"/>
                </a:lnTo>
                <a:lnTo>
                  <a:pt x="49345" y="148289"/>
                </a:lnTo>
                <a:lnTo>
                  <a:pt x="46535" y="147979"/>
                </a:lnTo>
                <a:lnTo>
                  <a:pt x="43817" y="147546"/>
                </a:lnTo>
                <a:lnTo>
                  <a:pt x="41191" y="146990"/>
                </a:lnTo>
                <a:lnTo>
                  <a:pt x="38657" y="146310"/>
                </a:lnTo>
                <a:lnTo>
                  <a:pt x="36215" y="145506"/>
                </a:lnTo>
                <a:lnTo>
                  <a:pt x="33865" y="144578"/>
                </a:lnTo>
                <a:lnTo>
                  <a:pt x="31607" y="143527"/>
                </a:lnTo>
                <a:lnTo>
                  <a:pt x="29441" y="142352"/>
                </a:lnTo>
                <a:lnTo>
                  <a:pt x="27367" y="141053"/>
                </a:lnTo>
                <a:lnTo>
                  <a:pt x="25384" y="139631"/>
                </a:lnTo>
                <a:lnTo>
                  <a:pt x="23481" y="138098"/>
                </a:lnTo>
                <a:lnTo>
                  <a:pt x="21643" y="136467"/>
                </a:lnTo>
                <a:lnTo>
                  <a:pt x="19871" y="134739"/>
                </a:lnTo>
                <a:lnTo>
                  <a:pt x="18165" y="132914"/>
                </a:lnTo>
                <a:lnTo>
                  <a:pt x="16525" y="130991"/>
                </a:lnTo>
                <a:lnTo>
                  <a:pt x="14950" y="128971"/>
                </a:lnTo>
                <a:lnTo>
                  <a:pt x="13441" y="126853"/>
                </a:lnTo>
                <a:lnTo>
                  <a:pt x="11998" y="124638"/>
                </a:lnTo>
                <a:lnTo>
                  <a:pt x="10621" y="122325"/>
                </a:lnTo>
                <a:lnTo>
                  <a:pt x="9309" y="119915"/>
                </a:lnTo>
                <a:lnTo>
                  <a:pt x="8063" y="117407"/>
                </a:lnTo>
                <a:lnTo>
                  <a:pt x="6883" y="114802"/>
                </a:lnTo>
                <a:lnTo>
                  <a:pt x="5784" y="112099"/>
                </a:lnTo>
                <a:lnTo>
                  <a:pt x="4780" y="109298"/>
                </a:lnTo>
                <a:lnTo>
                  <a:pt x="3872" y="106398"/>
                </a:lnTo>
                <a:lnTo>
                  <a:pt x="3059" y="103401"/>
                </a:lnTo>
                <a:lnTo>
                  <a:pt x="2342" y="100305"/>
                </a:lnTo>
                <a:lnTo>
                  <a:pt x="1721" y="97112"/>
                </a:lnTo>
                <a:lnTo>
                  <a:pt x="1195" y="93820"/>
                </a:lnTo>
                <a:lnTo>
                  <a:pt x="765" y="90430"/>
                </a:lnTo>
                <a:lnTo>
                  <a:pt x="430" y="86942"/>
                </a:lnTo>
                <a:lnTo>
                  <a:pt x="191" y="83356"/>
                </a:lnTo>
                <a:lnTo>
                  <a:pt x="48" y="79672"/>
                </a:lnTo>
                <a:lnTo>
                  <a:pt x="0" y="75890"/>
                </a:lnTo>
                <a:lnTo>
                  <a:pt x="102" y="70651"/>
                </a:lnTo>
                <a:lnTo>
                  <a:pt x="407" y="65580"/>
                </a:lnTo>
                <a:lnTo>
                  <a:pt x="915" y="60676"/>
                </a:lnTo>
                <a:lnTo>
                  <a:pt x="1627" y="55940"/>
                </a:lnTo>
                <a:lnTo>
                  <a:pt x="2542" y="51371"/>
                </a:lnTo>
                <a:lnTo>
                  <a:pt x="3661" y="46970"/>
                </a:lnTo>
                <a:lnTo>
                  <a:pt x="4983" y="42737"/>
                </a:lnTo>
                <a:lnTo>
                  <a:pt x="6508" y="38671"/>
                </a:lnTo>
                <a:lnTo>
                  <a:pt x="8237" y="34773"/>
                </a:lnTo>
                <a:lnTo>
                  <a:pt x="10169" y="31042"/>
                </a:lnTo>
                <a:lnTo>
                  <a:pt x="12304" y="27478"/>
                </a:lnTo>
                <a:lnTo>
                  <a:pt x="14643" y="24083"/>
                </a:lnTo>
                <a:lnTo>
                  <a:pt x="17155" y="20909"/>
                </a:lnTo>
                <a:lnTo>
                  <a:pt x="19809" y="18010"/>
                </a:lnTo>
                <a:lnTo>
                  <a:pt x="22606" y="15388"/>
                </a:lnTo>
                <a:lnTo>
                  <a:pt x="25545" y="13042"/>
                </a:lnTo>
                <a:lnTo>
                  <a:pt x="28627" y="10971"/>
                </a:lnTo>
                <a:lnTo>
                  <a:pt x="31851" y="9177"/>
                </a:lnTo>
                <a:lnTo>
                  <a:pt x="35218" y="7659"/>
                </a:lnTo>
                <a:lnTo>
                  <a:pt x="38727" y="6417"/>
                </a:lnTo>
                <a:lnTo>
                  <a:pt x="42379" y="5451"/>
                </a:lnTo>
                <a:lnTo>
                  <a:pt x="46173" y="4761"/>
                </a:lnTo>
                <a:lnTo>
                  <a:pt x="50109" y="4347"/>
                </a:lnTo>
                <a:lnTo>
                  <a:pt x="54188" y="4209"/>
                </a:lnTo>
                <a:lnTo>
                  <a:pt x="58223" y="4331"/>
                </a:lnTo>
                <a:lnTo>
                  <a:pt x="62115" y="4696"/>
                </a:lnTo>
                <a:lnTo>
                  <a:pt x="65864" y="5305"/>
                </a:lnTo>
                <a:lnTo>
                  <a:pt x="69470" y="6157"/>
                </a:lnTo>
                <a:lnTo>
                  <a:pt x="72932" y="7253"/>
                </a:lnTo>
                <a:lnTo>
                  <a:pt x="76252" y="8593"/>
                </a:lnTo>
                <a:lnTo>
                  <a:pt x="79428" y="10176"/>
                </a:lnTo>
                <a:lnTo>
                  <a:pt x="82461" y="12003"/>
                </a:lnTo>
                <a:lnTo>
                  <a:pt x="85352" y="14073"/>
                </a:lnTo>
                <a:lnTo>
                  <a:pt x="88099" y="16387"/>
                </a:lnTo>
                <a:lnTo>
                  <a:pt x="90703" y="18945"/>
                </a:lnTo>
                <a:lnTo>
                  <a:pt x="93164" y="21746"/>
                </a:lnTo>
                <a:lnTo>
                  <a:pt x="95454" y="24745"/>
                </a:lnTo>
                <a:lnTo>
                  <a:pt x="97544" y="27898"/>
                </a:lnTo>
                <a:lnTo>
                  <a:pt x="99436" y="31204"/>
                </a:lnTo>
                <a:lnTo>
                  <a:pt x="101128" y="34664"/>
                </a:lnTo>
                <a:lnTo>
                  <a:pt x="102622" y="38278"/>
                </a:lnTo>
                <a:lnTo>
                  <a:pt x="103916" y="42044"/>
                </a:lnTo>
                <a:lnTo>
                  <a:pt x="105011" y="45964"/>
                </a:lnTo>
                <a:lnTo>
                  <a:pt x="105907" y="50038"/>
                </a:lnTo>
                <a:lnTo>
                  <a:pt x="106604" y="54265"/>
                </a:lnTo>
                <a:lnTo>
                  <a:pt x="107102" y="58646"/>
                </a:lnTo>
                <a:lnTo>
                  <a:pt x="107400" y="63180"/>
                </a:lnTo>
                <a:lnTo>
                  <a:pt x="107500" y="67867"/>
                </a:lnTo>
                <a:lnTo>
                  <a:pt x="107474" y="69940"/>
                </a:lnTo>
                <a:lnTo>
                  <a:pt x="107398" y="71950"/>
                </a:lnTo>
                <a:lnTo>
                  <a:pt x="107270" y="73898"/>
                </a:lnTo>
                <a:lnTo>
                  <a:pt x="107091" y="75783"/>
                </a:lnTo>
                <a:lnTo>
                  <a:pt x="106861" y="77605"/>
                </a:lnTo>
                <a:lnTo>
                  <a:pt x="106579" y="79365"/>
                </a:lnTo>
                <a:lnTo>
                  <a:pt x="106247" y="81061"/>
                </a:lnTo>
                <a:lnTo>
                  <a:pt x="105863" y="82695"/>
                </a:lnTo>
                <a:lnTo>
                  <a:pt x="105428" y="84267"/>
                </a:lnTo>
                <a:lnTo>
                  <a:pt x="104943" y="85775"/>
                </a:lnTo>
                <a:lnTo>
                  <a:pt x="104405" y="87221"/>
                </a:lnTo>
                <a:lnTo>
                  <a:pt x="103817" y="88604"/>
                </a:lnTo>
                <a:lnTo>
                  <a:pt x="103187" y="89933"/>
                </a:lnTo>
                <a:lnTo>
                  <a:pt x="102524" y="91215"/>
                </a:lnTo>
                <a:lnTo>
                  <a:pt x="101828" y="92451"/>
                </a:lnTo>
                <a:lnTo>
                  <a:pt x="101099" y="93641"/>
                </a:lnTo>
                <a:lnTo>
                  <a:pt x="100337" y="94785"/>
                </a:lnTo>
                <a:lnTo>
                  <a:pt x="99543" y="95882"/>
                </a:lnTo>
                <a:lnTo>
                  <a:pt x="98715" y="96933"/>
                </a:lnTo>
                <a:lnTo>
                  <a:pt x="97855" y="97938"/>
                </a:lnTo>
                <a:lnTo>
                  <a:pt x="96962" y="98896"/>
                </a:lnTo>
                <a:lnTo>
                  <a:pt x="96035" y="99808"/>
                </a:lnTo>
                <a:lnTo>
                  <a:pt x="95076" y="100674"/>
                </a:lnTo>
                <a:lnTo>
                  <a:pt x="94084" y="101494"/>
                </a:lnTo>
                <a:lnTo>
                  <a:pt x="93058" y="102257"/>
                </a:lnTo>
                <a:lnTo>
                  <a:pt x="91997" y="102954"/>
                </a:lnTo>
                <a:lnTo>
                  <a:pt x="90900" y="103584"/>
                </a:lnTo>
                <a:lnTo>
                  <a:pt x="89768" y="104149"/>
                </a:lnTo>
                <a:lnTo>
                  <a:pt x="88601" y="104646"/>
                </a:lnTo>
                <a:lnTo>
                  <a:pt x="87399" y="105078"/>
                </a:lnTo>
                <a:lnTo>
                  <a:pt x="86161" y="105443"/>
                </a:lnTo>
                <a:lnTo>
                  <a:pt x="84887" y="105741"/>
                </a:lnTo>
                <a:lnTo>
                  <a:pt x="83579" y="105974"/>
                </a:lnTo>
                <a:lnTo>
                  <a:pt x="82235" y="106140"/>
                </a:lnTo>
                <a:lnTo>
                  <a:pt x="80856" y="106239"/>
                </a:lnTo>
                <a:lnTo>
                  <a:pt x="79441" y="106272"/>
                </a:lnTo>
                <a:lnTo>
                  <a:pt x="78348" y="106252"/>
                </a:lnTo>
                <a:lnTo>
                  <a:pt x="77288" y="106191"/>
                </a:lnTo>
                <a:lnTo>
                  <a:pt x="76263" y="106089"/>
                </a:lnTo>
                <a:lnTo>
                  <a:pt x="75271" y="105946"/>
                </a:lnTo>
                <a:lnTo>
                  <a:pt x="74314" y="105762"/>
                </a:lnTo>
                <a:lnTo>
                  <a:pt x="73391" y="105538"/>
                </a:lnTo>
                <a:lnTo>
                  <a:pt x="72502" y="105273"/>
                </a:lnTo>
                <a:lnTo>
                  <a:pt x="71647" y="104967"/>
                </a:lnTo>
                <a:lnTo>
                  <a:pt x="70826" y="104620"/>
                </a:lnTo>
                <a:lnTo>
                  <a:pt x="70040" y="104233"/>
                </a:lnTo>
                <a:lnTo>
                  <a:pt x="69287" y="103804"/>
                </a:lnTo>
                <a:lnTo>
                  <a:pt x="68569" y="103335"/>
                </a:lnTo>
                <a:lnTo>
                  <a:pt x="67882" y="102792"/>
                </a:lnTo>
                <a:lnTo>
                  <a:pt x="67224" y="102143"/>
                </a:lnTo>
                <a:lnTo>
                  <a:pt x="66596" y="101387"/>
                </a:lnTo>
                <a:lnTo>
                  <a:pt x="65996" y="100524"/>
                </a:lnTo>
                <a:lnTo>
                  <a:pt x="65427" y="99555"/>
                </a:lnTo>
                <a:lnTo>
                  <a:pt x="64886" y="98480"/>
                </a:lnTo>
                <a:lnTo>
                  <a:pt x="64374" y="97297"/>
                </a:lnTo>
                <a:lnTo>
                  <a:pt x="63892" y="96009"/>
                </a:lnTo>
                <a:lnTo>
                  <a:pt x="63439" y="94613"/>
                </a:lnTo>
                <a:lnTo>
                  <a:pt x="63015" y="93111"/>
                </a:lnTo>
                <a:lnTo>
                  <a:pt x="62621" y="91503"/>
                </a:lnTo>
                <a:lnTo>
                  <a:pt x="62255" y="89788"/>
                </a:lnTo>
                <a:lnTo>
                  <a:pt x="61828" y="90736"/>
                </a:lnTo>
                <a:lnTo>
                  <a:pt x="61364" y="91679"/>
                </a:lnTo>
                <a:lnTo>
                  <a:pt x="60863" y="92618"/>
                </a:lnTo>
                <a:lnTo>
                  <a:pt x="60326" y="93553"/>
                </a:lnTo>
                <a:lnTo>
                  <a:pt x="59753" y="94484"/>
                </a:lnTo>
                <a:lnTo>
                  <a:pt x="59143" y="95411"/>
                </a:lnTo>
                <a:lnTo>
                  <a:pt x="58496" y="96333"/>
                </a:lnTo>
                <a:lnTo>
                  <a:pt x="57813" y="97251"/>
                </a:lnTo>
                <a:lnTo>
                  <a:pt x="57093" y="98164"/>
                </a:lnTo>
                <a:lnTo>
                  <a:pt x="56337" y="99074"/>
                </a:lnTo>
                <a:lnTo>
                  <a:pt x="55544" y="99979"/>
                </a:lnTo>
                <a:lnTo>
                  <a:pt x="54715" y="100880"/>
                </a:lnTo>
                <a:lnTo>
                  <a:pt x="53842" y="101741"/>
                </a:lnTo>
                <a:lnTo>
                  <a:pt x="52919" y="102528"/>
                </a:lnTo>
                <a:lnTo>
                  <a:pt x="51947" y="103239"/>
                </a:lnTo>
                <a:lnTo>
                  <a:pt x="50925" y="103876"/>
                </a:lnTo>
                <a:lnTo>
                  <a:pt x="49852" y="104437"/>
                </a:lnTo>
                <a:lnTo>
                  <a:pt x="48730" y="104924"/>
                </a:lnTo>
                <a:lnTo>
                  <a:pt x="47558" y="105336"/>
                </a:lnTo>
                <a:lnTo>
                  <a:pt x="46336" y="105673"/>
                </a:lnTo>
                <a:lnTo>
                  <a:pt x="45064" y="105935"/>
                </a:lnTo>
                <a:lnTo>
                  <a:pt x="43742" y="106123"/>
                </a:lnTo>
                <a:lnTo>
                  <a:pt x="42370" y="106235"/>
                </a:lnTo>
                <a:lnTo>
                  <a:pt x="40948" y="106272"/>
                </a:lnTo>
                <a:lnTo>
                  <a:pt x="39465" y="106215"/>
                </a:lnTo>
                <a:lnTo>
                  <a:pt x="38024" y="106045"/>
                </a:lnTo>
                <a:lnTo>
                  <a:pt x="36627" y="105760"/>
                </a:lnTo>
                <a:lnTo>
                  <a:pt x="35273" y="105361"/>
                </a:lnTo>
                <a:lnTo>
                  <a:pt x="33962" y="104849"/>
                </a:lnTo>
                <a:lnTo>
                  <a:pt x="32695" y="104223"/>
                </a:lnTo>
                <a:lnTo>
                  <a:pt x="31471" y="103483"/>
                </a:lnTo>
                <a:lnTo>
                  <a:pt x="30290" y="102629"/>
                </a:lnTo>
                <a:lnTo>
                  <a:pt x="29152" y="101661"/>
                </a:lnTo>
                <a:lnTo>
                  <a:pt x="28058" y="100579"/>
                </a:lnTo>
                <a:lnTo>
                  <a:pt x="27006" y="99383"/>
                </a:lnTo>
                <a:lnTo>
                  <a:pt x="25998" y="98074"/>
                </a:lnTo>
                <a:lnTo>
                  <a:pt x="25053" y="96682"/>
                </a:lnTo>
                <a:lnTo>
                  <a:pt x="24190" y="95238"/>
                </a:lnTo>
                <a:lnTo>
                  <a:pt x="23409" y="93742"/>
                </a:lnTo>
                <a:lnTo>
                  <a:pt x="22710" y="92194"/>
                </a:lnTo>
                <a:lnTo>
                  <a:pt x="22094" y="90595"/>
                </a:lnTo>
                <a:lnTo>
                  <a:pt x="21559" y="88944"/>
                </a:lnTo>
                <a:lnTo>
                  <a:pt x="21107" y="87241"/>
                </a:lnTo>
                <a:lnTo>
                  <a:pt x="20737" y="85487"/>
                </a:lnTo>
                <a:lnTo>
                  <a:pt x="20449" y="83680"/>
                </a:lnTo>
                <a:lnTo>
                  <a:pt x="20244" y="81822"/>
                </a:lnTo>
                <a:lnTo>
                  <a:pt x="20121" y="79912"/>
                </a:lnTo>
                <a:lnTo>
                  <a:pt x="20080" y="77951"/>
                </a:lnTo>
                <a:lnTo>
                  <a:pt x="20138" y="75525"/>
                </a:lnTo>
                <a:lnTo>
                  <a:pt x="20315" y="73128"/>
                </a:lnTo>
                <a:lnTo>
                  <a:pt x="20608" y="70761"/>
                </a:lnTo>
                <a:lnTo>
                  <a:pt x="21020" y="68422"/>
                </a:lnTo>
                <a:lnTo>
                  <a:pt x="21549" y="66113"/>
                </a:lnTo>
                <a:lnTo>
                  <a:pt x="22195" y="63834"/>
                </a:lnTo>
                <a:lnTo>
                  <a:pt x="22959" y="61583"/>
                </a:lnTo>
                <a:lnTo>
                  <a:pt x="23840" y="59362"/>
                </a:lnTo>
                <a:lnTo>
                  <a:pt x="24839" y="57170"/>
                </a:lnTo>
                <a:lnTo>
                  <a:pt x="25956" y="55007"/>
                </a:lnTo>
                <a:lnTo>
                  <a:pt x="27190" y="52873"/>
                </a:lnTo>
                <a:lnTo>
                  <a:pt x="28541" y="50769"/>
                </a:lnTo>
                <a:lnTo>
                  <a:pt x="30046" y="48766"/>
                </a:lnTo>
                <a:lnTo>
                  <a:pt x="31740" y="46937"/>
                </a:lnTo>
                <a:lnTo>
                  <a:pt x="33624" y="45283"/>
                </a:lnTo>
                <a:lnTo>
                  <a:pt x="35697" y="43803"/>
                </a:lnTo>
                <a:lnTo>
                  <a:pt x="37959" y="42497"/>
                </a:lnTo>
                <a:lnTo>
                  <a:pt x="40411" y="41365"/>
                </a:lnTo>
                <a:lnTo>
                  <a:pt x="43052" y="40407"/>
                </a:lnTo>
                <a:lnTo>
                  <a:pt x="45883" y="39623"/>
                </a:lnTo>
                <a:lnTo>
                  <a:pt x="48903" y="39014"/>
                </a:lnTo>
                <a:lnTo>
                  <a:pt x="52112" y="38578"/>
                </a:lnTo>
                <a:lnTo>
                  <a:pt x="55511" y="38317"/>
                </a:lnTo>
                <a:lnTo>
                  <a:pt x="59099" y="38230"/>
                </a:lnTo>
                <a:lnTo>
                  <a:pt x="75846" y="38230"/>
                </a:lnTo>
                <a:lnTo>
                  <a:pt x="75846" y="76635"/>
                </a:lnTo>
                <a:lnTo>
                  <a:pt x="75850" y="77876"/>
                </a:lnTo>
                <a:lnTo>
                  <a:pt x="75862" y="79055"/>
                </a:lnTo>
                <a:lnTo>
                  <a:pt x="75882" y="80173"/>
                </a:lnTo>
                <a:lnTo>
                  <a:pt x="75910" y="81229"/>
                </a:lnTo>
                <a:lnTo>
                  <a:pt x="75945" y="82224"/>
                </a:lnTo>
                <a:lnTo>
                  <a:pt x="75989" y="83157"/>
                </a:lnTo>
                <a:lnTo>
                  <a:pt x="76040" y="84029"/>
                </a:lnTo>
                <a:lnTo>
                  <a:pt x="76100" y="84839"/>
                </a:lnTo>
                <a:lnTo>
                  <a:pt x="76167" y="85587"/>
                </a:lnTo>
                <a:lnTo>
                  <a:pt x="76242" y="86274"/>
                </a:lnTo>
                <a:lnTo>
                  <a:pt x="76325" y="86900"/>
                </a:lnTo>
                <a:lnTo>
                  <a:pt x="76416" y="87464"/>
                </a:lnTo>
                <a:lnTo>
                  <a:pt x="76520" y="87987"/>
                </a:lnTo>
                <a:lnTo>
                  <a:pt x="76640" y="88488"/>
                </a:lnTo>
                <a:lnTo>
                  <a:pt x="76778" y="88969"/>
                </a:lnTo>
                <a:lnTo>
                  <a:pt x="76933" y="89427"/>
                </a:lnTo>
                <a:lnTo>
                  <a:pt x="77104" y="89865"/>
                </a:lnTo>
                <a:lnTo>
                  <a:pt x="77293" y="90281"/>
                </a:lnTo>
                <a:lnTo>
                  <a:pt x="77499" y="90676"/>
                </a:lnTo>
                <a:lnTo>
                  <a:pt x="77722" y="91050"/>
                </a:lnTo>
                <a:lnTo>
                  <a:pt x="77962" y="91402"/>
                </a:lnTo>
                <a:lnTo>
                  <a:pt x="78219" y="91733"/>
                </a:lnTo>
                <a:lnTo>
                  <a:pt x="78493" y="92042"/>
                </a:lnTo>
                <a:lnTo>
                  <a:pt x="78784" y="92331"/>
                </a:lnTo>
                <a:lnTo>
                  <a:pt x="79085" y="92597"/>
                </a:lnTo>
                <a:lnTo>
                  <a:pt x="79391" y="92840"/>
                </a:lnTo>
                <a:lnTo>
                  <a:pt x="79702" y="93060"/>
                </a:lnTo>
                <a:lnTo>
                  <a:pt x="80016" y="93256"/>
                </a:lnTo>
                <a:lnTo>
                  <a:pt x="80335" y="93430"/>
                </a:lnTo>
                <a:lnTo>
                  <a:pt x="80658" y="93580"/>
                </a:lnTo>
                <a:lnTo>
                  <a:pt x="80985" y="93707"/>
                </a:lnTo>
                <a:lnTo>
                  <a:pt x="81317" y="93812"/>
                </a:lnTo>
                <a:lnTo>
                  <a:pt x="81653" y="93893"/>
                </a:lnTo>
                <a:lnTo>
                  <a:pt x="81993" y="93950"/>
                </a:lnTo>
                <a:lnTo>
                  <a:pt x="82337" y="93985"/>
                </a:lnTo>
                <a:lnTo>
                  <a:pt x="82686" y="93997"/>
                </a:lnTo>
                <a:lnTo>
                  <a:pt x="83256" y="93974"/>
                </a:lnTo>
                <a:lnTo>
                  <a:pt x="83827" y="93905"/>
                </a:lnTo>
                <a:lnTo>
                  <a:pt x="84398" y="93791"/>
                </a:lnTo>
                <a:lnTo>
                  <a:pt x="84970" y="93631"/>
                </a:lnTo>
                <a:lnTo>
                  <a:pt x="85543" y="93426"/>
                </a:lnTo>
                <a:lnTo>
                  <a:pt x="86116" y="93175"/>
                </a:lnTo>
                <a:lnTo>
                  <a:pt x="86690" y="92878"/>
                </a:lnTo>
                <a:lnTo>
                  <a:pt x="87265" y="92535"/>
                </a:lnTo>
                <a:lnTo>
                  <a:pt x="87840" y="92147"/>
                </a:lnTo>
                <a:lnTo>
                  <a:pt x="88415" y="91713"/>
                </a:lnTo>
                <a:lnTo>
                  <a:pt x="88992" y="91234"/>
                </a:lnTo>
                <a:lnTo>
                  <a:pt x="89569" y="90709"/>
                </a:lnTo>
                <a:lnTo>
                  <a:pt x="90134" y="90142"/>
                </a:lnTo>
                <a:lnTo>
                  <a:pt x="90677" y="89537"/>
                </a:lnTo>
                <a:lnTo>
                  <a:pt x="91196" y="88895"/>
                </a:lnTo>
                <a:lnTo>
                  <a:pt x="91693" y="88214"/>
                </a:lnTo>
                <a:lnTo>
                  <a:pt x="92166" y="87497"/>
                </a:lnTo>
                <a:lnTo>
                  <a:pt x="92616" y="86741"/>
                </a:lnTo>
                <a:lnTo>
                  <a:pt x="93043" y="85948"/>
                </a:lnTo>
                <a:lnTo>
                  <a:pt x="93446" y="85116"/>
                </a:lnTo>
                <a:lnTo>
                  <a:pt x="93827" y="84247"/>
                </a:lnTo>
                <a:lnTo>
                  <a:pt x="94184" y="83341"/>
                </a:lnTo>
                <a:lnTo>
                  <a:pt x="94519" y="82396"/>
                </a:lnTo>
                <a:lnTo>
                  <a:pt x="94830" y="81414"/>
                </a:lnTo>
                <a:lnTo>
                  <a:pt x="95117" y="80406"/>
                </a:lnTo>
                <a:lnTo>
                  <a:pt x="95379" y="79384"/>
                </a:lnTo>
                <a:lnTo>
                  <a:pt x="95616" y="78348"/>
                </a:lnTo>
                <a:lnTo>
                  <a:pt x="95828" y="77298"/>
                </a:lnTo>
                <a:lnTo>
                  <a:pt x="96016" y="76234"/>
                </a:lnTo>
                <a:lnTo>
                  <a:pt x="96178" y="75156"/>
                </a:lnTo>
                <a:lnTo>
                  <a:pt x="96315" y="74064"/>
                </a:lnTo>
                <a:lnTo>
                  <a:pt x="96428" y="72958"/>
                </a:lnTo>
                <a:lnTo>
                  <a:pt x="96515" y="71837"/>
                </a:lnTo>
                <a:lnTo>
                  <a:pt x="96577" y="70703"/>
                </a:lnTo>
                <a:lnTo>
                  <a:pt x="96615" y="69555"/>
                </a:lnTo>
                <a:lnTo>
                  <a:pt x="96627" y="68393"/>
                </a:lnTo>
                <a:lnTo>
                  <a:pt x="96590" y="65958"/>
                </a:lnTo>
                <a:lnTo>
                  <a:pt x="96479" y="63535"/>
                </a:lnTo>
                <a:lnTo>
                  <a:pt x="96293" y="61124"/>
                </a:lnTo>
                <a:lnTo>
                  <a:pt x="96033" y="58724"/>
                </a:lnTo>
                <a:lnTo>
                  <a:pt x="95699" y="56335"/>
                </a:lnTo>
                <a:lnTo>
                  <a:pt x="95290" y="53958"/>
                </a:lnTo>
                <a:lnTo>
                  <a:pt x="94807" y="51593"/>
                </a:lnTo>
                <a:lnTo>
                  <a:pt x="94250" y="49239"/>
                </a:lnTo>
                <a:lnTo>
                  <a:pt x="93619" y="46897"/>
                </a:lnTo>
                <a:lnTo>
                  <a:pt x="92913" y="44566"/>
                </a:lnTo>
                <a:lnTo>
                  <a:pt x="92133" y="42247"/>
                </a:lnTo>
                <a:lnTo>
                  <a:pt x="91279" y="39940"/>
                </a:lnTo>
                <a:lnTo>
                  <a:pt x="90351" y="37693"/>
                </a:lnTo>
                <a:lnTo>
                  <a:pt x="89352" y="35557"/>
                </a:lnTo>
                <a:lnTo>
                  <a:pt x="88281" y="33531"/>
                </a:lnTo>
                <a:lnTo>
                  <a:pt x="87138" y="31615"/>
                </a:lnTo>
                <a:lnTo>
                  <a:pt x="85923" y="29809"/>
                </a:lnTo>
                <a:lnTo>
                  <a:pt x="84637" y="28114"/>
                </a:lnTo>
                <a:lnTo>
                  <a:pt x="83278" y="26528"/>
                </a:lnTo>
                <a:lnTo>
                  <a:pt x="81848" y="25053"/>
                </a:lnTo>
                <a:lnTo>
                  <a:pt x="80346" y="23688"/>
                </a:lnTo>
                <a:lnTo>
                  <a:pt x="78771" y="22434"/>
                </a:lnTo>
                <a:lnTo>
                  <a:pt x="77126" y="21289"/>
                </a:lnTo>
                <a:lnTo>
                  <a:pt x="75408" y="20255"/>
                </a:lnTo>
                <a:lnTo>
                  <a:pt x="73647" y="19317"/>
                </a:lnTo>
                <a:lnTo>
                  <a:pt x="71874" y="18460"/>
                </a:lnTo>
                <a:lnTo>
                  <a:pt x="70087" y="17685"/>
                </a:lnTo>
                <a:lnTo>
                  <a:pt x="68286" y="16991"/>
                </a:lnTo>
                <a:lnTo>
                  <a:pt x="66472" y="16379"/>
                </a:lnTo>
                <a:lnTo>
                  <a:pt x="64645" y="15849"/>
                </a:lnTo>
                <a:lnTo>
                  <a:pt x="62804" y="15400"/>
                </a:lnTo>
                <a:lnTo>
                  <a:pt x="60950" y="15033"/>
                </a:lnTo>
                <a:lnTo>
                  <a:pt x="59082" y="14747"/>
                </a:lnTo>
                <a:lnTo>
                  <a:pt x="57201" y="14543"/>
                </a:lnTo>
                <a:lnTo>
                  <a:pt x="55307" y="14421"/>
                </a:lnTo>
                <a:lnTo>
                  <a:pt x="53399" y="14380"/>
                </a:lnTo>
                <a:lnTo>
                  <a:pt x="51388" y="14431"/>
                </a:lnTo>
                <a:lnTo>
                  <a:pt x="49418" y="14583"/>
                </a:lnTo>
                <a:lnTo>
                  <a:pt x="47489" y="14838"/>
                </a:lnTo>
                <a:lnTo>
                  <a:pt x="45600" y="15194"/>
                </a:lnTo>
                <a:lnTo>
                  <a:pt x="43753" y="15651"/>
                </a:lnTo>
                <a:lnTo>
                  <a:pt x="41946" y="16210"/>
                </a:lnTo>
                <a:lnTo>
                  <a:pt x="40179" y="16871"/>
                </a:lnTo>
                <a:lnTo>
                  <a:pt x="38454" y="17634"/>
                </a:lnTo>
                <a:lnTo>
                  <a:pt x="36770" y="18498"/>
                </a:lnTo>
                <a:lnTo>
                  <a:pt x="35126" y="19465"/>
                </a:lnTo>
                <a:lnTo>
                  <a:pt x="33523" y="20532"/>
                </a:lnTo>
                <a:lnTo>
                  <a:pt x="31961" y="21702"/>
                </a:lnTo>
                <a:lnTo>
                  <a:pt x="30442" y="22973"/>
                </a:lnTo>
                <a:lnTo>
                  <a:pt x="28970" y="24346"/>
                </a:lnTo>
                <a:lnTo>
                  <a:pt x="27544" y="25820"/>
                </a:lnTo>
                <a:lnTo>
                  <a:pt x="26164" y="27396"/>
                </a:lnTo>
                <a:lnTo>
                  <a:pt x="24830" y="29074"/>
                </a:lnTo>
                <a:lnTo>
                  <a:pt x="23543" y="30854"/>
                </a:lnTo>
                <a:lnTo>
                  <a:pt x="22302" y="32735"/>
                </a:lnTo>
                <a:lnTo>
                  <a:pt x="21107" y="34718"/>
                </a:lnTo>
                <a:lnTo>
                  <a:pt x="19959" y="36802"/>
                </a:lnTo>
                <a:lnTo>
                  <a:pt x="18857" y="38989"/>
                </a:lnTo>
                <a:lnTo>
                  <a:pt x="17801" y="41277"/>
                </a:lnTo>
                <a:lnTo>
                  <a:pt x="16791" y="43666"/>
                </a:lnTo>
                <a:lnTo>
                  <a:pt x="15846" y="46128"/>
                </a:lnTo>
                <a:lnTo>
                  <a:pt x="14983" y="48633"/>
                </a:lnTo>
                <a:lnTo>
                  <a:pt x="14202" y="51180"/>
                </a:lnTo>
                <a:lnTo>
                  <a:pt x="13503" y="53769"/>
                </a:lnTo>
                <a:lnTo>
                  <a:pt x="12887" y="56402"/>
                </a:lnTo>
                <a:lnTo>
                  <a:pt x="12352" y="59077"/>
                </a:lnTo>
                <a:lnTo>
                  <a:pt x="11900" y="61794"/>
                </a:lnTo>
                <a:lnTo>
                  <a:pt x="11530" y="64555"/>
                </a:lnTo>
                <a:lnTo>
                  <a:pt x="11243" y="67357"/>
                </a:lnTo>
                <a:lnTo>
                  <a:pt x="11037" y="70203"/>
                </a:lnTo>
                <a:lnTo>
                  <a:pt x="10914" y="73091"/>
                </a:lnTo>
                <a:lnTo>
                  <a:pt x="10873" y="76022"/>
                </a:lnTo>
                <a:lnTo>
                  <a:pt x="10914" y="78970"/>
                </a:lnTo>
                <a:lnTo>
                  <a:pt x="11036" y="81882"/>
                </a:lnTo>
                <a:lnTo>
                  <a:pt x="11240" y="84757"/>
                </a:lnTo>
                <a:lnTo>
                  <a:pt x="11526" y="87596"/>
                </a:lnTo>
                <a:lnTo>
                  <a:pt x="11893" y="90398"/>
                </a:lnTo>
                <a:lnTo>
                  <a:pt x="12341" y="93164"/>
                </a:lnTo>
                <a:lnTo>
                  <a:pt x="12872" y="95893"/>
                </a:lnTo>
                <a:lnTo>
                  <a:pt x="13484" y="98585"/>
                </a:lnTo>
                <a:lnTo>
                  <a:pt x="14177" y="101242"/>
                </a:lnTo>
                <a:lnTo>
                  <a:pt x="14952" y="103861"/>
                </a:lnTo>
                <a:lnTo>
                  <a:pt x="15809" y="106444"/>
                </a:lnTo>
                <a:lnTo>
                  <a:pt x="16748" y="108991"/>
                </a:lnTo>
                <a:lnTo>
                  <a:pt x="17755" y="111462"/>
                </a:lnTo>
                <a:lnTo>
                  <a:pt x="18820" y="113821"/>
                </a:lnTo>
                <a:lnTo>
                  <a:pt x="19943" y="116066"/>
                </a:lnTo>
                <a:lnTo>
                  <a:pt x="21122" y="118197"/>
                </a:lnTo>
                <a:lnTo>
                  <a:pt x="22359" y="120216"/>
                </a:lnTo>
                <a:lnTo>
                  <a:pt x="23653" y="122121"/>
                </a:lnTo>
                <a:lnTo>
                  <a:pt x="25004" y="123913"/>
                </a:lnTo>
                <a:lnTo>
                  <a:pt x="26412" y="125592"/>
                </a:lnTo>
                <a:lnTo>
                  <a:pt x="27878" y="127158"/>
                </a:lnTo>
                <a:lnTo>
                  <a:pt x="29401" y="128610"/>
                </a:lnTo>
                <a:lnTo>
                  <a:pt x="30981" y="129949"/>
                </a:lnTo>
                <a:lnTo>
                  <a:pt x="32618" y="131175"/>
                </a:lnTo>
                <a:lnTo>
                  <a:pt x="34300" y="132295"/>
                </a:lnTo>
                <a:lnTo>
                  <a:pt x="36014" y="133318"/>
                </a:lnTo>
                <a:lnTo>
                  <a:pt x="37759" y="134243"/>
                </a:lnTo>
                <a:lnTo>
                  <a:pt x="39536" y="135072"/>
                </a:lnTo>
                <a:lnTo>
                  <a:pt x="41344" y="135802"/>
                </a:lnTo>
                <a:lnTo>
                  <a:pt x="43184" y="136436"/>
                </a:lnTo>
                <a:lnTo>
                  <a:pt x="45056" y="136971"/>
                </a:lnTo>
                <a:lnTo>
                  <a:pt x="46959" y="137410"/>
                </a:lnTo>
                <a:lnTo>
                  <a:pt x="48895" y="137751"/>
                </a:lnTo>
                <a:lnTo>
                  <a:pt x="50861" y="137994"/>
                </a:lnTo>
                <a:lnTo>
                  <a:pt x="52860" y="138141"/>
                </a:lnTo>
                <a:lnTo>
                  <a:pt x="54890" y="138189"/>
                </a:lnTo>
                <a:lnTo>
                  <a:pt x="57198" y="138110"/>
                </a:lnTo>
                <a:lnTo>
                  <a:pt x="59476" y="137873"/>
                </a:lnTo>
                <a:lnTo>
                  <a:pt x="61724" y="137477"/>
                </a:lnTo>
                <a:lnTo>
                  <a:pt x="63941" y="136923"/>
                </a:lnTo>
                <a:lnTo>
                  <a:pt x="66127" y="136210"/>
                </a:lnTo>
                <a:lnTo>
                  <a:pt x="68284" y="135340"/>
                </a:lnTo>
                <a:lnTo>
                  <a:pt x="70409" y="134310"/>
                </a:lnTo>
                <a:lnTo>
                  <a:pt x="72505" y="133123"/>
                </a:lnTo>
                <a:lnTo>
                  <a:pt x="74569" y="131777"/>
                </a:lnTo>
                <a:lnTo>
                  <a:pt x="76604" y="130273"/>
                </a:lnTo>
                <a:lnTo>
                  <a:pt x="78608" y="128611"/>
                </a:lnTo>
                <a:lnTo>
                  <a:pt x="80581" y="126790"/>
                </a:lnTo>
                <a:moveTo>
                  <a:pt x="62255" y="73391"/>
                </a:moveTo>
                <a:lnTo>
                  <a:pt x="62255" y="49804"/>
                </a:lnTo>
                <a:lnTo>
                  <a:pt x="59099" y="49804"/>
                </a:lnTo>
                <a:lnTo>
                  <a:pt x="57414" y="49827"/>
                </a:lnTo>
                <a:lnTo>
                  <a:pt x="55811" y="49894"/>
                </a:lnTo>
                <a:lnTo>
                  <a:pt x="54287" y="50007"/>
                </a:lnTo>
                <a:lnTo>
                  <a:pt x="52844" y="50165"/>
                </a:lnTo>
                <a:lnTo>
                  <a:pt x="51481" y="50367"/>
                </a:lnTo>
                <a:lnTo>
                  <a:pt x="50199" y="50615"/>
                </a:lnTo>
                <a:lnTo>
                  <a:pt x="48997" y="50908"/>
                </a:lnTo>
                <a:lnTo>
                  <a:pt x="47875" y="51246"/>
                </a:lnTo>
                <a:lnTo>
                  <a:pt x="46834" y="51629"/>
                </a:lnTo>
                <a:lnTo>
                  <a:pt x="45873" y="52057"/>
                </a:lnTo>
                <a:lnTo>
                  <a:pt x="44993" y="52530"/>
                </a:lnTo>
                <a:lnTo>
                  <a:pt x="44192" y="53049"/>
                </a:lnTo>
                <a:lnTo>
                  <a:pt x="43446" y="53615"/>
                </a:lnTo>
                <a:lnTo>
                  <a:pt x="42726" y="54232"/>
                </a:lnTo>
                <a:lnTo>
                  <a:pt x="42033" y="54901"/>
                </a:lnTo>
                <a:lnTo>
                  <a:pt x="41367" y="55621"/>
                </a:lnTo>
                <a:lnTo>
                  <a:pt x="40728" y="56391"/>
                </a:lnTo>
                <a:lnTo>
                  <a:pt x="40115" y="57213"/>
                </a:lnTo>
                <a:lnTo>
                  <a:pt x="39529" y="58087"/>
                </a:lnTo>
                <a:lnTo>
                  <a:pt x="38970" y="59011"/>
                </a:lnTo>
                <a:lnTo>
                  <a:pt x="38438" y="59986"/>
                </a:lnTo>
                <a:lnTo>
                  <a:pt x="37933" y="61013"/>
                </a:lnTo>
                <a:lnTo>
                  <a:pt x="37454" y="62091"/>
                </a:lnTo>
                <a:lnTo>
                  <a:pt x="37002" y="63220"/>
                </a:lnTo>
                <a:lnTo>
                  <a:pt x="36582" y="64384"/>
                </a:lnTo>
                <a:lnTo>
                  <a:pt x="36199" y="65568"/>
                </a:lnTo>
                <a:lnTo>
                  <a:pt x="35852" y="66771"/>
                </a:lnTo>
                <a:lnTo>
                  <a:pt x="35541" y="67994"/>
                </a:lnTo>
                <a:lnTo>
                  <a:pt x="35267" y="69236"/>
                </a:lnTo>
                <a:lnTo>
                  <a:pt x="35030" y="70498"/>
                </a:lnTo>
                <a:lnTo>
                  <a:pt x="34829" y="71779"/>
                </a:lnTo>
                <a:lnTo>
                  <a:pt x="34664" y="73079"/>
                </a:lnTo>
                <a:lnTo>
                  <a:pt x="34536" y="74399"/>
                </a:lnTo>
                <a:lnTo>
                  <a:pt x="34445" y="75739"/>
                </a:lnTo>
                <a:lnTo>
                  <a:pt x="34390" y="77098"/>
                </a:lnTo>
                <a:lnTo>
                  <a:pt x="34372" y="78477"/>
                </a:lnTo>
                <a:lnTo>
                  <a:pt x="34387" y="79581"/>
                </a:lnTo>
                <a:lnTo>
                  <a:pt x="34430" y="80642"/>
                </a:lnTo>
                <a:lnTo>
                  <a:pt x="34503" y="81661"/>
                </a:lnTo>
                <a:lnTo>
                  <a:pt x="34606" y="82637"/>
                </a:lnTo>
                <a:lnTo>
                  <a:pt x="34737" y="83570"/>
                </a:lnTo>
                <a:lnTo>
                  <a:pt x="34898" y="84461"/>
                </a:lnTo>
                <a:lnTo>
                  <a:pt x="35088" y="85309"/>
                </a:lnTo>
                <a:lnTo>
                  <a:pt x="35307" y="86115"/>
                </a:lnTo>
                <a:lnTo>
                  <a:pt x="35556" y="86878"/>
                </a:lnTo>
                <a:lnTo>
                  <a:pt x="35833" y="87598"/>
                </a:lnTo>
                <a:lnTo>
                  <a:pt x="36140" y="88276"/>
                </a:lnTo>
                <a:lnTo>
                  <a:pt x="36476" y="88911"/>
                </a:lnTo>
                <a:lnTo>
                  <a:pt x="36838" y="89499"/>
                </a:lnTo>
                <a:lnTo>
                  <a:pt x="37222" y="90036"/>
                </a:lnTo>
                <a:lnTo>
                  <a:pt x="37627" y="90522"/>
                </a:lnTo>
                <a:lnTo>
                  <a:pt x="38055" y="90957"/>
                </a:lnTo>
                <a:lnTo>
                  <a:pt x="38504" y="91341"/>
                </a:lnTo>
                <a:lnTo>
                  <a:pt x="38975" y="91673"/>
                </a:lnTo>
                <a:lnTo>
                  <a:pt x="39469" y="91954"/>
                </a:lnTo>
                <a:lnTo>
                  <a:pt x="39984" y="92185"/>
                </a:lnTo>
                <a:lnTo>
                  <a:pt x="40521" y="92364"/>
                </a:lnTo>
                <a:lnTo>
                  <a:pt x="41080" y="92491"/>
                </a:lnTo>
                <a:lnTo>
                  <a:pt x="41661" y="92568"/>
                </a:lnTo>
                <a:lnTo>
                  <a:pt x="42263" y="92594"/>
                </a:lnTo>
                <a:lnTo>
                  <a:pt x="43127" y="92552"/>
                </a:lnTo>
                <a:lnTo>
                  <a:pt x="43994" y="92427"/>
                </a:lnTo>
                <a:lnTo>
                  <a:pt x="44864" y="92218"/>
                </a:lnTo>
                <a:lnTo>
                  <a:pt x="45737" y="91926"/>
                </a:lnTo>
                <a:lnTo>
                  <a:pt x="46613" y="91551"/>
                </a:lnTo>
                <a:lnTo>
                  <a:pt x="47492" y="91092"/>
                </a:lnTo>
                <a:lnTo>
                  <a:pt x="48374" y="90550"/>
                </a:lnTo>
                <a:lnTo>
                  <a:pt x="49259" y="89924"/>
                </a:lnTo>
                <a:lnTo>
                  <a:pt x="50147" y="89215"/>
                </a:lnTo>
                <a:lnTo>
                  <a:pt x="51038" y="88423"/>
                </a:lnTo>
                <a:lnTo>
                  <a:pt x="51932" y="87547"/>
                </a:lnTo>
                <a:lnTo>
                  <a:pt x="52829" y="86587"/>
                </a:lnTo>
                <a:lnTo>
                  <a:pt x="53719" y="85578"/>
                </a:lnTo>
                <a:lnTo>
                  <a:pt x="54589" y="84552"/>
                </a:lnTo>
                <a:lnTo>
                  <a:pt x="55441" y="83510"/>
                </a:lnTo>
                <a:lnTo>
                  <a:pt x="56273" y="82452"/>
                </a:lnTo>
                <a:lnTo>
                  <a:pt x="57087" y="81377"/>
                </a:lnTo>
                <a:lnTo>
                  <a:pt x="57882" y="80285"/>
                </a:lnTo>
                <a:lnTo>
                  <a:pt x="58658" y="79177"/>
                </a:lnTo>
                <a:lnTo>
                  <a:pt x="59415" y="78053"/>
                </a:lnTo>
                <a:lnTo>
                  <a:pt x="60154" y="76912"/>
                </a:lnTo>
                <a:lnTo>
                  <a:pt x="60873" y="75755"/>
                </a:lnTo>
                <a:lnTo>
                  <a:pt x="61574" y="74581"/>
                </a:lnTo>
                <a:lnTo>
                  <a:pt x="62255" y="73391"/>
                </a:lnTo>
                <a:close/>
                <a:moveTo>
                  <a:pt x="113401" y="144327"/>
                </a:moveTo>
                <a:lnTo>
                  <a:pt x="113401" y="46297"/>
                </a:lnTo>
                <a:lnTo>
                  <a:pt x="127693" y="46297"/>
                </a:lnTo>
                <a:lnTo>
                  <a:pt x="127693" y="68832"/>
                </a:lnTo>
                <a:lnTo>
                  <a:pt x="128812" y="66511"/>
                </a:lnTo>
                <a:lnTo>
                  <a:pt x="129918" y="64313"/>
                </a:lnTo>
                <a:lnTo>
                  <a:pt x="131011" y="62239"/>
                </a:lnTo>
                <a:lnTo>
                  <a:pt x="132092" y="60287"/>
                </a:lnTo>
                <a:lnTo>
                  <a:pt x="133160" y="58459"/>
                </a:lnTo>
                <a:lnTo>
                  <a:pt x="134214" y="56753"/>
                </a:lnTo>
                <a:lnTo>
                  <a:pt x="135257" y="55171"/>
                </a:lnTo>
                <a:lnTo>
                  <a:pt x="136286" y="53711"/>
                </a:lnTo>
                <a:lnTo>
                  <a:pt x="137303" y="52374"/>
                </a:lnTo>
                <a:lnTo>
                  <a:pt x="138306" y="51161"/>
                </a:lnTo>
                <a:lnTo>
                  <a:pt x="139297" y="50070"/>
                </a:lnTo>
                <a:lnTo>
                  <a:pt x="140276" y="49103"/>
                </a:lnTo>
                <a:lnTo>
                  <a:pt x="141248" y="48234"/>
                </a:lnTo>
                <a:lnTo>
                  <a:pt x="142223" y="47442"/>
                </a:lnTo>
                <a:lnTo>
                  <a:pt x="143199" y="46724"/>
                </a:lnTo>
                <a:lnTo>
                  <a:pt x="144177" y="46083"/>
                </a:lnTo>
                <a:lnTo>
                  <a:pt x="145158" y="45516"/>
                </a:lnTo>
                <a:lnTo>
                  <a:pt x="146139" y="45025"/>
                </a:lnTo>
                <a:lnTo>
                  <a:pt x="147123" y="44610"/>
                </a:lnTo>
                <a:lnTo>
                  <a:pt x="148109" y="44270"/>
                </a:lnTo>
                <a:lnTo>
                  <a:pt x="149096" y="44006"/>
                </a:lnTo>
                <a:lnTo>
                  <a:pt x="150085" y="43817"/>
                </a:lnTo>
                <a:lnTo>
                  <a:pt x="151076" y="43704"/>
                </a:lnTo>
                <a:lnTo>
                  <a:pt x="152069" y="43666"/>
                </a:lnTo>
                <a:lnTo>
                  <a:pt x="153234" y="43705"/>
                </a:lnTo>
                <a:lnTo>
                  <a:pt x="154360" y="43821"/>
                </a:lnTo>
                <a:lnTo>
                  <a:pt x="155448" y="44014"/>
                </a:lnTo>
                <a:lnTo>
                  <a:pt x="156497" y="44285"/>
                </a:lnTo>
                <a:lnTo>
                  <a:pt x="157508" y="44633"/>
                </a:lnTo>
                <a:lnTo>
                  <a:pt x="158481" y="45058"/>
                </a:lnTo>
                <a:lnTo>
                  <a:pt x="159415" y="45561"/>
                </a:lnTo>
                <a:lnTo>
                  <a:pt x="160311" y="46141"/>
                </a:lnTo>
                <a:lnTo>
                  <a:pt x="161169" y="46798"/>
                </a:lnTo>
                <a:lnTo>
                  <a:pt x="161988" y="47533"/>
                </a:lnTo>
                <a:lnTo>
                  <a:pt x="162769" y="48345"/>
                </a:lnTo>
                <a:lnTo>
                  <a:pt x="163512" y="49234"/>
                </a:lnTo>
                <a:lnTo>
                  <a:pt x="164205" y="50195"/>
                </a:lnTo>
                <a:lnTo>
                  <a:pt x="164838" y="51221"/>
                </a:lnTo>
                <a:lnTo>
                  <a:pt x="165411" y="52311"/>
                </a:lnTo>
                <a:lnTo>
                  <a:pt x="165923" y="53467"/>
                </a:lnTo>
                <a:lnTo>
                  <a:pt x="166375" y="54689"/>
                </a:lnTo>
                <a:lnTo>
                  <a:pt x="166767" y="55975"/>
                </a:lnTo>
                <a:lnTo>
                  <a:pt x="167099" y="57326"/>
                </a:lnTo>
                <a:lnTo>
                  <a:pt x="167370" y="58743"/>
                </a:lnTo>
                <a:lnTo>
                  <a:pt x="167581" y="60225"/>
                </a:lnTo>
                <a:lnTo>
                  <a:pt x="167731" y="61772"/>
                </a:lnTo>
                <a:lnTo>
                  <a:pt x="167822" y="63384"/>
                </a:lnTo>
                <a:lnTo>
                  <a:pt x="167852" y="65061"/>
                </a:lnTo>
                <a:lnTo>
                  <a:pt x="167852" y="70322"/>
                </a:lnTo>
                <a:lnTo>
                  <a:pt x="168343" y="68855"/>
                </a:lnTo>
                <a:lnTo>
                  <a:pt x="168849" y="67435"/>
                </a:lnTo>
                <a:lnTo>
                  <a:pt x="169373" y="66061"/>
                </a:lnTo>
                <a:lnTo>
                  <a:pt x="169913" y="64735"/>
                </a:lnTo>
                <a:lnTo>
                  <a:pt x="170469" y="63455"/>
                </a:lnTo>
                <a:lnTo>
                  <a:pt x="171042" y="62222"/>
                </a:lnTo>
                <a:lnTo>
                  <a:pt x="171631" y="61037"/>
                </a:lnTo>
                <a:lnTo>
                  <a:pt x="172236" y="59898"/>
                </a:lnTo>
                <a:lnTo>
                  <a:pt x="172858" y="58805"/>
                </a:lnTo>
                <a:lnTo>
                  <a:pt x="173497" y="57760"/>
                </a:lnTo>
                <a:lnTo>
                  <a:pt x="174152" y="56762"/>
                </a:lnTo>
                <a:lnTo>
                  <a:pt x="174823" y="55811"/>
                </a:lnTo>
                <a:lnTo>
                  <a:pt x="175505" y="54898"/>
                </a:lnTo>
                <a:lnTo>
                  <a:pt x="176191" y="54018"/>
                </a:lnTo>
                <a:lnTo>
                  <a:pt x="176881" y="53169"/>
                </a:lnTo>
                <a:lnTo>
                  <a:pt x="177575" y="52352"/>
                </a:lnTo>
                <a:lnTo>
                  <a:pt x="178274" y="51566"/>
                </a:lnTo>
                <a:lnTo>
                  <a:pt x="178977" y="50813"/>
                </a:lnTo>
                <a:lnTo>
                  <a:pt x="179684" y="50090"/>
                </a:lnTo>
                <a:lnTo>
                  <a:pt x="180396" y="49400"/>
                </a:lnTo>
                <a:lnTo>
                  <a:pt x="181111" y="48741"/>
                </a:lnTo>
                <a:lnTo>
                  <a:pt x="181831" y="48114"/>
                </a:lnTo>
                <a:lnTo>
                  <a:pt x="182556" y="47518"/>
                </a:lnTo>
                <a:lnTo>
                  <a:pt x="183284" y="46955"/>
                </a:lnTo>
                <a:lnTo>
                  <a:pt x="184024" y="46429"/>
                </a:lnTo>
                <a:lnTo>
                  <a:pt x="184782" y="45950"/>
                </a:lnTo>
                <a:lnTo>
                  <a:pt x="185559" y="45516"/>
                </a:lnTo>
                <a:lnTo>
                  <a:pt x="186353" y="45128"/>
                </a:lnTo>
                <a:lnTo>
                  <a:pt x="187166" y="44785"/>
                </a:lnTo>
                <a:lnTo>
                  <a:pt x="187997" y="44488"/>
                </a:lnTo>
                <a:lnTo>
                  <a:pt x="188847" y="44237"/>
                </a:lnTo>
                <a:lnTo>
                  <a:pt x="189714" y="44032"/>
                </a:lnTo>
                <a:lnTo>
                  <a:pt x="190600" y="43872"/>
                </a:lnTo>
                <a:lnTo>
                  <a:pt x="191505" y="43758"/>
                </a:lnTo>
                <a:lnTo>
                  <a:pt x="192427" y="43689"/>
                </a:lnTo>
                <a:lnTo>
                  <a:pt x="193368" y="43666"/>
                </a:lnTo>
                <a:lnTo>
                  <a:pt x="194407" y="43704"/>
                </a:lnTo>
                <a:lnTo>
                  <a:pt x="195421" y="43815"/>
                </a:lnTo>
                <a:lnTo>
                  <a:pt x="196409" y="44001"/>
                </a:lnTo>
                <a:lnTo>
                  <a:pt x="197372" y="44261"/>
                </a:lnTo>
                <a:lnTo>
                  <a:pt x="198309" y="44595"/>
                </a:lnTo>
                <a:lnTo>
                  <a:pt x="199221" y="45004"/>
                </a:lnTo>
                <a:lnTo>
                  <a:pt x="200107" y="45486"/>
                </a:lnTo>
                <a:lnTo>
                  <a:pt x="200967" y="46044"/>
                </a:lnTo>
                <a:lnTo>
                  <a:pt x="201802" y="46675"/>
                </a:lnTo>
                <a:lnTo>
                  <a:pt x="202611" y="47381"/>
                </a:lnTo>
                <a:lnTo>
                  <a:pt x="203395" y="48161"/>
                </a:lnTo>
                <a:lnTo>
                  <a:pt x="204153" y="49015"/>
                </a:lnTo>
                <a:lnTo>
                  <a:pt x="204867" y="49980"/>
                </a:lnTo>
                <a:lnTo>
                  <a:pt x="205519" y="51093"/>
                </a:lnTo>
                <a:lnTo>
                  <a:pt x="206109" y="52353"/>
                </a:lnTo>
                <a:lnTo>
                  <a:pt x="206637" y="53760"/>
                </a:lnTo>
                <a:lnTo>
                  <a:pt x="207103" y="55314"/>
                </a:lnTo>
                <a:lnTo>
                  <a:pt x="207507" y="57016"/>
                </a:lnTo>
                <a:lnTo>
                  <a:pt x="207849" y="58865"/>
                </a:lnTo>
                <a:lnTo>
                  <a:pt x="208128" y="60862"/>
                </a:lnTo>
                <a:lnTo>
                  <a:pt x="208345" y="63006"/>
                </a:lnTo>
                <a:lnTo>
                  <a:pt x="208501" y="65297"/>
                </a:lnTo>
                <a:lnTo>
                  <a:pt x="208594" y="67736"/>
                </a:lnTo>
                <a:lnTo>
                  <a:pt x="208625" y="70322"/>
                </a:lnTo>
                <a:lnTo>
                  <a:pt x="208625" y="144327"/>
                </a:lnTo>
                <a:lnTo>
                  <a:pt x="194332" y="144327"/>
                </a:lnTo>
                <a:lnTo>
                  <a:pt x="194332" y="77425"/>
                </a:lnTo>
                <a:lnTo>
                  <a:pt x="194329" y="76087"/>
                </a:lnTo>
                <a:lnTo>
                  <a:pt x="194318" y="74822"/>
                </a:lnTo>
                <a:lnTo>
                  <a:pt x="194300" y="73629"/>
                </a:lnTo>
                <a:lnTo>
                  <a:pt x="194274" y="72509"/>
                </a:lnTo>
                <a:lnTo>
                  <a:pt x="194241" y="71462"/>
                </a:lnTo>
                <a:lnTo>
                  <a:pt x="194201" y="70487"/>
                </a:lnTo>
                <a:lnTo>
                  <a:pt x="194153" y="69584"/>
                </a:lnTo>
                <a:lnTo>
                  <a:pt x="194099" y="68754"/>
                </a:lnTo>
                <a:lnTo>
                  <a:pt x="194037" y="67996"/>
                </a:lnTo>
                <a:lnTo>
                  <a:pt x="193967" y="67310"/>
                </a:lnTo>
                <a:lnTo>
                  <a:pt x="193890" y="66698"/>
                </a:lnTo>
                <a:lnTo>
                  <a:pt x="193806" y="66157"/>
                </a:lnTo>
                <a:lnTo>
                  <a:pt x="193711" y="65663"/>
                </a:lnTo>
                <a:lnTo>
                  <a:pt x="193602" y="65189"/>
                </a:lnTo>
                <a:lnTo>
                  <a:pt x="193478" y="64735"/>
                </a:lnTo>
                <a:lnTo>
                  <a:pt x="193339" y="64301"/>
                </a:lnTo>
                <a:lnTo>
                  <a:pt x="193185" y="63887"/>
                </a:lnTo>
                <a:lnTo>
                  <a:pt x="193017" y="63494"/>
                </a:lnTo>
                <a:lnTo>
                  <a:pt x="192835" y="63120"/>
                </a:lnTo>
                <a:lnTo>
                  <a:pt x="192637" y="62767"/>
                </a:lnTo>
                <a:lnTo>
                  <a:pt x="192425" y="62433"/>
                </a:lnTo>
                <a:lnTo>
                  <a:pt x="192199" y="62120"/>
                </a:lnTo>
                <a:lnTo>
                  <a:pt x="191958" y="61827"/>
                </a:lnTo>
                <a:lnTo>
                  <a:pt x="191702" y="61554"/>
                </a:lnTo>
                <a:lnTo>
                  <a:pt x="191437" y="61302"/>
                </a:lnTo>
                <a:lnTo>
                  <a:pt x="191169" y="61072"/>
                </a:lnTo>
                <a:lnTo>
                  <a:pt x="190896" y="60863"/>
                </a:lnTo>
                <a:lnTo>
                  <a:pt x="190621" y="60677"/>
                </a:lnTo>
                <a:lnTo>
                  <a:pt x="190341" y="60513"/>
                </a:lnTo>
                <a:lnTo>
                  <a:pt x="190058" y="60370"/>
                </a:lnTo>
                <a:lnTo>
                  <a:pt x="189771" y="60250"/>
                </a:lnTo>
                <a:lnTo>
                  <a:pt x="189481" y="60151"/>
                </a:lnTo>
                <a:lnTo>
                  <a:pt x="189187" y="60074"/>
                </a:lnTo>
                <a:lnTo>
                  <a:pt x="188889" y="60019"/>
                </a:lnTo>
                <a:lnTo>
                  <a:pt x="188587" y="59986"/>
                </a:lnTo>
                <a:lnTo>
                  <a:pt x="188282" y="59976"/>
                </a:lnTo>
                <a:lnTo>
                  <a:pt x="187518" y="60024"/>
                </a:lnTo>
                <a:lnTo>
                  <a:pt x="186744" y="60169"/>
                </a:lnTo>
                <a:lnTo>
                  <a:pt x="185961" y="60411"/>
                </a:lnTo>
                <a:lnTo>
                  <a:pt x="185170" y="60750"/>
                </a:lnTo>
                <a:lnTo>
                  <a:pt x="184369" y="61186"/>
                </a:lnTo>
                <a:lnTo>
                  <a:pt x="183558" y="61718"/>
                </a:lnTo>
                <a:lnTo>
                  <a:pt x="182739" y="62348"/>
                </a:lnTo>
                <a:lnTo>
                  <a:pt x="181911" y="63074"/>
                </a:lnTo>
                <a:lnTo>
                  <a:pt x="181073" y="63897"/>
                </a:lnTo>
                <a:lnTo>
                  <a:pt x="180226" y="64816"/>
                </a:lnTo>
                <a:lnTo>
                  <a:pt x="179371" y="65833"/>
                </a:lnTo>
                <a:lnTo>
                  <a:pt x="178506" y="66946"/>
                </a:lnTo>
                <a:lnTo>
                  <a:pt x="177635" y="68172"/>
                </a:lnTo>
                <a:lnTo>
                  <a:pt x="176760" y="69525"/>
                </a:lnTo>
                <a:lnTo>
                  <a:pt x="175883" y="71004"/>
                </a:lnTo>
                <a:lnTo>
                  <a:pt x="175003" y="72612"/>
                </a:lnTo>
                <a:lnTo>
                  <a:pt x="174120" y="74346"/>
                </a:lnTo>
                <a:lnTo>
                  <a:pt x="173234" y="76208"/>
                </a:lnTo>
                <a:lnTo>
                  <a:pt x="172344" y="78197"/>
                </a:lnTo>
                <a:lnTo>
                  <a:pt x="171452" y="80313"/>
                </a:lnTo>
                <a:lnTo>
                  <a:pt x="170557" y="82557"/>
                </a:lnTo>
                <a:lnTo>
                  <a:pt x="169658" y="84928"/>
                </a:lnTo>
                <a:lnTo>
                  <a:pt x="168757" y="87426"/>
                </a:lnTo>
                <a:lnTo>
                  <a:pt x="167852" y="90051"/>
                </a:lnTo>
                <a:lnTo>
                  <a:pt x="167852" y="144327"/>
                </a:lnTo>
                <a:lnTo>
                  <a:pt x="154173" y="144327"/>
                </a:lnTo>
                <a:lnTo>
                  <a:pt x="154173" y="77512"/>
                </a:lnTo>
                <a:lnTo>
                  <a:pt x="154156" y="75424"/>
                </a:lnTo>
                <a:lnTo>
                  <a:pt x="154103" y="73484"/>
                </a:lnTo>
                <a:lnTo>
                  <a:pt x="154014" y="71692"/>
                </a:lnTo>
                <a:lnTo>
                  <a:pt x="153891" y="70049"/>
                </a:lnTo>
                <a:lnTo>
                  <a:pt x="153732" y="68555"/>
                </a:lnTo>
                <a:lnTo>
                  <a:pt x="153538" y="67209"/>
                </a:lnTo>
                <a:lnTo>
                  <a:pt x="153308" y="66012"/>
                </a:lnTo>
                <a:lnTo>
                  <a:pt x="153043" y="64964"/>
                </a:lnTo>
                <a:lnTo>
                  <a:pt x="152743" y="64064"/>
                </a:lnTo>
                <a:lnTo>
                  <a:pt x="152408" y="63312"/>
                </a:lnTo>
                <a:lnTo>
                  <a:pt x="152037" y="62710"/>
                </a:lnTo>
                <a:lnTo>
                  <a:pt x="151631" y="62255"/>
                </a:lnTo>
                <a:lnTo>
                  <a:pt x="151210" y="61891"/>
                </a:lnTo>
                <a:lnTo>
                  <a:pt x="150798" y="61559"/>
                </a:lnTo>
                <a:lnTo>
                  <a:pt x="150392" y="61258"/>
                </a:lnTo>
                <a:lnTo>
                  <a:pt x="149994" y="60989"/>
                </a:lnTo>
                <a:lnTo>
                  <a:pt x="149603" y="60751"/>
                </a:lnTo>
                <a:lnTo>
                  <a:pt x="149219" y="60545"/>
                </a:lnTo>
                <a:lnTo>
                  <a:pt x="148843" y="60371"/>
                </a:lnTo>
                <a:lnTo>
                  <a:pt x="148474" y="60229"/>
                </a:lnTo>
                <a:lnTo>
                  <a:pt x="148112" y="60118"/>
                </a:lnTo>
                <a:lnTo>
                  <a:pt x="147758" y="60039"/>
                </a:lnTo>
                <a:lnTo>
                  <a:pt x="147411" y="59991"/>
                </a:lnTo>
                <a:lnTo>
                  <a:pt x="147071" y="59976"/>
                </a:lnTo>
                <a:lnTo>
                  <a:pt x="146321" y="60030"/>
                </a:lnTo>
                <a:lnTo>
                  <a:pt x="145562" y="60192"/>
                </a:lnTo>
                <a:lnTo>
                  <a:pt x="144794" y="60463"/>
                </a:lnTo>
                <a:lnTo>
                  <a:pt x="144017" y="60843"/>
                </a:lnTo>
                <a:lnTo>
                  <a:pt x="143230" y="61330"/>
                </a:lnTo>
                <a:lnTo>
                  <a:pt x="142435" y="61926"/>
                </a:lnTo>
                <a:lnTo>
                  <a:pt x="141630" y="62631"/>
                </a:lnTo>
                <a:lnTo>
                  <a:pt x="140816" y="63444"/>
                </a:lnTo>
                <a:lnTo>
                  <a:pt x="139993" y="64365"/>
                </a:lnTo>
                <a:lnTo>
                  <a:pt x="139161" y="65395"/>
                </a:lnTo>
                <a:lnTo>
                  <a:pt x="138320" y="66533"/>
                </a:lnTo>
                <a:lnTo>
                  <a:pt x="137470" y="67779"/>
                </a:lnTo>
                <a:lnTo>
                  <a:pt x="136618" y="69110"/>
                </a:lnTo>
                <a:lnTo>
                  <a:pt x="135773" y="70502"/>
                </a:lnTo>
                <a:lnTo>
                  <a:pt x="134935" y="71955"/>
                </a:lnTo>
                <a:lnTo>
                  <a:pt x="134104" y="73469"/>
                </a:lnTo>
                <a:lnTo>
                  <a:pt x="133279" y="75044"/>
                </a:lnTo>
                <a:lnTo>
                  <a:pt x="132461" y="76679"/>
                </a:lnTo>
                <a:lnTo>
                  <a:pt x="131649" y="78376"/>
                </a:lnTo>
                <a:lnTo>
                  <a:pt x="130845" y="80133"/>
                </a:lnTo>
                <a:lnTo>
                  <a:pt x="130047" y="81951"/>
                </a:lnTo>
                <a:lnTo>
                  <a:pt x="129255" y="83830"/>
                </a:lnTo>
                <a:lnTo>
                  <a:pt x="128471" y="85770"/>
                </a:lnTo>
                <a:lnTo>
                  <a:pt x="127693" y="87771"/>
                </a:lnTo>
                <a:lnTo>
                  <a:pt x="127693" y="144327"/>
                </a:lnTo>
                <a:lnTo>
                  <a:pt x="113401" y="144327"/>
                </a:lnTo>
                <a:close/>
                <a:moveTo>
                  <a:pt x="292476" y="122132"/>
                </a:moveTo>
                <a:lnTo>
                  <a:pt x="291213" y="124144"/>
                </a:lnTo>
                <a:lnTo>
                  <a:pt x="289908" y="126072"/>
                </a:lnTo>
                <a:lnTo>
                  <a:pt x="288560" y="127915"/>
                </a:lnTo>
                <a:lnTo>
                  <a:pt x="287171" y="129674"/>
                </a:lnTo>
                <a:lnTo>
                  <a:pt x="285740" y="131348"/>
                </a:lnTo>
                <a:lnTo>
                  <a:pt x="284267" y="132938"/>
                </a:lnTo>
                <a:lnTo>
                  <a:pt x="282751" y="134444"/>
                </a:lnTo>
                <a:lnTo>
                  <a:pt x="281194" y="135866"/>
                </a:lnTo>
                <a:lnTo>
                  <a:pt x="279595" y="137203"/>
                </a:lnTo>
                <a:lnTo>
                  <a:pt x="277954" y="138455"/>
                </a:lnTo>
                <a:lnTo>
                  <a:pt x="276270" y="139623"/>
                </a:lnTo>
                <a:lnTo>
                  <a:pt x="274545" y="140707"/>
                </a:lnTo>
                <a:lnTo>
                  <a:pt x="272810" y="141706"/>
                </a:lnTo>
                <a:lnTo>
                  <a:pt x="271100" y="142617"/>
                </a:lnTo>
                <a:lnTo>
                  <a:pt x="269413" y="143442"/>
                </a:lnTo>
                <a:lnTo>
                  <a:pt x="267749" y="144180"/>
                </a:lnTo>
                <a:lnTo>
                  <a:pt x="266110" y="144831"/>
                </a:lnTo>
                <a:lnTo>
                  <a:pt x="264494" y="145395"/>
                </a:lnTo>
                <a:lnTo>
                  <a:pt x="262902" y="145872"/>
                </a:lnTo>
                <a:lnTo>
                  <a:pt x="261334" y="146263"/>
                </a:lnTo>
                <a:lnTo>
                  <a:pt x="259789" y="146567"/>
                </a:lnTo>
                <a:lnTo>
                  <a:pt x="258269" y="146784"/>
                </a:lnTo>
                <a:lnTo>
                  <a:pt x="256772" y="146914"/>
                </a:lnTo>
                <a:lnTo>
                  <a:pt x="255298" y="146958"/>
                </a:lnTo>
                <a:lnTo>
                  <a:pt x="253270" y="146884"/>
                </a:lnTo>
                <a:lnTo>
                  <a:pt x="251276" y="146663"/>
                </a:lnTo>
                <a:lnTo>
                  <a:pt x="249317" y="146294"/>
                </a:lnTo>
                <a:lnTo>
                  <a:pt x="247392" y="145779"/>
                </a:lnTo>
                <a:lnTo>
                  <a:pt x="245502" y="145116"/>
                </a:lnTo>
                <a:lnTo>
                  <a:pt x="243647" y="144305"/>
                </a:lnTo>
                <a:lnTo>
                  <a:pt x="241827" y="143347"/>
                </a:lnTo>
                <a:lnTo>
                  <a:pt x="240041" y="142242"/>
                </a:lnTo>
                <a:lnTo>
                  <a:pt x="238290" y="140990"/>
                </a:lnTo>
                <a:lnTo>
                  <a:pt x="236574" y="139590"/>
                </a:lnTo>
                <a:lnTo>
                  <a:pt x="234893" y="138042"/>
                </a:lnTo>
                <a:lnTo>
                  <a:pt x="233246" y="136348"/>
                </a:lnTo>
                <a:lnTo>
                  <a:pt x="231684" y="134503"/>
                </a:lnTo>
                <a:lnTo>
                  <a:pt x="230259" y="132507"/>
                </a:lnTo>
                <a:lnTo>
                  <a:pt x="228969" y="130358"/>
                </a:lnTo>
                <a:lnTo>
                  <a:pt x="227814" y="128057"/>
                </a:lnTo>
                <a:lnTo>
                  <a:pt x="226796" y="125604"/>
                </a:lnTo>
                <a:lnTo>
                  <a:pt x="225913" y="122998"/>
                </a:lnTo>
                <a:lnTo>
                  <a:pt x="225167" y="120240"/>
                </a:lnTo>
                <a:lnTo>
                  <a:pt x="224555" y="117330"/>
                </a:lnTo>
                <a:lnTo>
                  <a:pt x="224080" y="114268"/>
                </a:lnTo>
                <a:lnTo>
                  <a:pt x="223741" y="111054"/>
                </a:lnTo>
                <a:lnTo>
                  <a:pt x="223537" y="107687"/>
                </a:lnTo>
                <a:lnTo>
                  <a:pt x="223469" y="104168"/>
                </a:lnTo>
                <a:lnTo>
                  <a:pt x="223514" y="101358"/>
                </a:lnTo>
                <a:lnTo>
                  <a:pt x="223649" y="98599"/>
                </a:lnTo>
                <a:lnTo>
                  <a:pt x="223875" y="95890"/>
                </a:lnTo>
                <a:lnTo>
                  <a:pt x="224190" y="93232"/>
                </a:lnTo>
                <a:lnTo>
                  <a:pt x="224596" y="90624"/>
                </a:lnTo>
                <a:lnTo>
                  <a:pt x="225091" y="88067"/>
                </a:lnTo>
                <a:lnTo>
                  <a:pt x="225677" y="85561"/>
                </a:lnTo>
                <a:lnTo>
                  <a:pt x="226353" y="83104"/>
                </a:lnTo>
                <a:lnTo>
                  <a:pt x="227119" y="80699"/>
                </a:lnTo>
                <a:lnTo>
                  <a:pt x="227975" y="78344"/>
                </a:lnTo>
                <a:lnTo>
                  <a:pt x="228921" y="76040"/>
                </a:lnTo>
                <a:lnTo>
                  <a:pt x="229958" y="73786"/>
                </a:lnTo>
                <a:lnTo>
                  <a:pt x="231070" y="71596"/>
                </a:lnTo>
                <a:lnTo>
                  <a:pt x="232242" y="69484"/>
                </a:lnTo>
                <a:lnTo>
                  <a:pt x="233476" y="67451"/>
                </a:lnTo>
                <a:lnTo>
                  <a:pt x="234771" y="65495"/>
                </a:lnTo>
                <a:lnTo>
                  <a:pt x="236126" y="63617"/>
                </a:lnTo>
                <a:lnTo>
                  <a:pt x="237542" y="61817"/>
                </a:lnTo>
                <a:lnTo>
                  <a:pt x="239020" y="60095"/>
                </a:lnTo>
                <a:lnTo>
                  <a:pt x="240558" y="58451"/>
                </a:lnTo>
                <a:lnTo>
                  <a:pt x="242157" y="56885"/>
                </a:lnTo>
                <a:lnTo>
                  <a:pt x="243817" y="55396"/>
                </a:lnTo>
                <a:lnTo>
                  <a:pt x="245537" y="53986"/>
                </a:lnTo>
                <a:lnTo>
                  <a:pt x="247319" y="52654"/>
                </a:lnTo>
                <a:lnTo>
                  <a:pt x="249167" y="51415"/>
                </a:lnTo>
                <a:lnTo>
                  <a:pt x="251087" y="50283"/>
                </a:lnTo>
                <a:lnTo>
                  <a:pt x="253079" y="49259"/>
                </a:lnTo>
                <a:lnTo>
                  <a:pt x="255142" y="48343"/>
                </a:lnTo>
                <a:lnTo>
                  <a:pt x="257278" y="47535"/>
                </a:lnTo>
                <a:lnTo>
                  <a:pt x="259485" y="46834"/>
                </a:lnTo>
                <a:lnTo>
                  <a:pt x="261764" y="46241"/>
                </a:lnTo>
                <a:lnTo>
                  <a:pt x="264115" y="45756"/>
                </a:lnTo>
                <a:lnTo>
                  <a:pt x="266538" y="45379"/>
                </a:lnTo>
                <a:lnTo>
                  <a:pt x="269033" y="45110"/>
                </a:lnTo>
                <a:lnTo>
                  <a:pt x="271600" y="44948"/>
                </a:lnTo>
                <a:lnTo>
                  <a:pt x="274238" y="44894"/>
                </a:lnTo>
                <a:lnTo>
                  <a:pt x="275045" y="44901"/>
                </a:lnTo>
                <a:lnTo>
                  <a:pt x="275919" y="44921"/>
                </a:lnTo>
                <a:lnTo>
                  <a:pt x="276857" y="44954"/>
                </a:lnTo>
                <a:lnTo>
                  <a:pt x="277862" y="45001"/>
                </a:lnTo>
                <a:lnTo>
                  <a:pt x="278933" y="45061"/>
                </a:lnTo>
                <a:lnTo>
                  <a:pt x="280069" y="45135"/>
                </a:lnTo>
                <a:lnTo>
                  <a:pt x="281271" y="45222"/>
                </a:lnTo>
                <a:lnTo>
                  <a:pt x="282539" y="45323"/>
                </a:lnTo>
                <a:lnTo>
                  <a:pt x="283872" y="45437"/>
                </a:lnTo>
                <a:lnTo>
                  <a:pt x="285271" y="45564"/>
                </a:lnTo>
                <a:lnTo>
                  <a:pt x="286736" y="45704"/>
                </a:lnTo>
                <a:lnTo>
                  <a:pt x="288267" y="45858"/>
                </a:lnTo>
                <a:lnTo>
                  <a:pt x="288511" y="45888"/>
                </a:lnTo>
                <a:lnTo>
                  <a:pt x="288774" y="45919"/>
                </a:lnTo>
                <a:lnTo>
                  <a:pt x="289056" y="45952"/>
                </a:lnTo>
                <a:lnTo>
                  <a:pt x="289358" y="45985"/>
                </a:lnTo>
                <a:lnTo>
                  <a:pt x="289680" y="46020"/>
                </a:lnTo>
                <a:lnTo>
                  <a:pt x="290021" y="46056"/>
                </a:lnTo>
                <a:lnTo>
                  <a:pt x="290381" y="46093"/>
                </a:lnTo>
                <a:lnTo>
                  <a:pt x="290761" y="46131"/>
                </a:lnTo>
                <a:lnTo>
                  <a:pt x="291161" y="46171"/>
                </a:lnTo>
                <a:lnTo>
                  <a:pt x="291580" y="46212"/>
                </a:lnTo>
                <a:lnTo>
                  <a:pt x="292018" y="46254"/>
                </a:lnTo>
                <a:lnTo>
                  <a:pt x="292476" y="46297"/>
                </a:lnTo>
                <a:lnTo>
                  <a:pt x="308873" y="46297"/>
                </a:lnTo>
                <a:lnTo>
                  <a:pt x="308873" y="115479"/>
                </a:lnTo>
                <a:lnTo>
                  <a:pt x="308898" y="118394"/>
                </a:lnTo>
                <a:lnTo>
                  <a:pt x="308975" y="121216"/>
                </a:lnTo>
                <a:lnTo>
                  <a:pt x="309103" y="123945"/>
                </a:lnTo>
                <a:lnTo>
                  <a:pt x="309282" y="126581"/>
                </a:lnTo>
                <a:lnTo>
                  <a:pt x="309512" y="129124"/>
                </a:lnTo>
                <a:lnTo>
                  <a:pt x="309794" y="131575"/>
                </a:lnTo>
                <a:lnTo>
                  <a:pt x="310126" y="133932"/>
                </a:lnTo>
                <a:lnTo>
                  <a:pt x="310510" y="136197"/>
                </a:lnTo>
                <a:lnTo>
                  <a:pt x="310944" y="138369"/>
                </a:lnTo>
                <a:lnTo>
                  <a:pt x="311430" y="140448"/>
                </a:lnTo>
                <a:lnTo>
                  <a:pt x="311967" y="142434"/>
                </a:lnTo>
                <a:lnTo>
                  <a:pt x="312556" y="144327"/>
                </a:lnTo>
                <a:lnTo>
                  <a:pt x="295545" y="144327"/>
                </a:lnTo>
                <a:lnTo>
                  <a:pt x="295229" y="142930"/>
                </a:lnTo>
                <a:lnTo>
                  <a:pt x="294924" y="141451"/>
                </a:lnTo>
                <a:lnTo>
                  <a:pt x="294630" y="139889"/>
                </a:lnTo>
                <a:lnTo>
                  <a:pt x="294347" y="138245"/>
                </a:lnTo>
                <a:lnTo>
                  <a:pt x="294075" y="136519"/>
                </a:lnTo>
                <a:lnTo>
                  <a:pt x="293813" y="134711"/>
                </a:lnTo>
                <a:lnTo>
                  <a:pt x="293563" y="132820"/>
                </a:lnTo>
                <a:lnTo>
                  <a:pt x="293324" y="130847"/>
                </a:lnTo>
                <a:lnTo>
                  <a:pt x="293095" y="128792"/>
                </a:lnTo>
                <a:lnTo>
                  <a:pt x="292878" y="126654"/>
                </a:lnTo>
                <a:lnTo>
                  <a:pt x="292672" y="124434"/>
                </a:lnTo>
                <a:lnTo>
                  <a:pt x="292476" y="122132"/>
                </a:lnTo>
                <a:moveTo>
                  <a:pt x="292476" y="102853"/>
                </a:moveTo>
                <a:lnTo>
                  <a:pt x="292476" y="60852"/>
                </a:lnTo>
                <a:lnTo>
                  <a:pt x="291038" y="60488"/>
                </a:lnTo>
                <a:lnTo>
                  <a:pt x="289617" y="60156"/>
                </a:lnTo>
                <a:lnTo>
                  <a:pt x="288213" y="59855"/>
                </a:lnTo>
                <a:lnTo>
                  <a:pt x="286825" y="59586"/>
                </a:lnTo>
                <a:lnTo>
                  <a:pt x="285455" y="59348"/>
                </a:lnTo>
                <a:lnTo>
                  <a:pt x="284102" y="59143"/>
                </a:lnTo>
                <a:lnTo>
                  <a:pt x="282766" y="58968"/>
                </a:lnTo>
                <a:lnTo>
                  <a:pt x="281447" y="58826"/>
                </a:lnTo>
                <a:lnTo>
                  <a:pt x="280146" y="58715"/>
                </a:lnTo>
                <a:lnTo>
                  <a:pt x="278861" y="58636"/>
                </a:lnTo>
                <a:lnTo>
                  <a:pt x="277593" y="58588"/>
                </a:lnTo>
                <a:lnTo>
                  <a:pt x="276342" y="58573"/>
                </a:lnTo>
                <a:lnTo>
                  <a:pt x="273864" y="58654"/>
                </a:lnTo>
                <a:lnTo>
                  <a:pt x="271455" y="58897"/>
                </a:lnTo>
                <a:lnTo>
                  <a:pt x="269117" y="59301"/>
                </a:lnTo>
                <a:lnTo>
                  <a:pt x="266848" y="59868"/>
                </a:lnTo>
                <a:lnTo>
                  <a:pt x="264650" y="60597"/>
                </a:lnTo>
                <a:lnTo>
                  <a:pt x="262521" y="61488"/>
                </a:lnTo>
                <a:lnTo>
                  <a:pt x="260463" y="62541"/>
                </a:lnTo>
                <a:lnTo>
                  <a:pt x="258474" y="63756"/>
                </a:lnTo>
                <a:lnTo>
                  <a:pt x="256556" y="65132"/>
                </a:lnTo>
                <a:lnTo>
                  <a:pt x="254708" y="66671"/>
                </a:lnTo>
                <a:lnTo>
                  <a:pt x="252929" y="68372"/>
                </a:lnTo>
                <a:lnTo>
                  <a:pt x="251221" y="70234"/>
                </a:lnTo>
                <a:lnTo>
                  <a:pt x="249617" y="72237"/>
                </a:lnTo>
                <a:lnTo>
                  <a:pt x="248153" y="74356"/>
                </a:lnTo>
                <a:lnTo>
                  <a:pt x="246829" y="76592"/>
                </a:lnTo>
                <a:lnTo>
                  <a:pt x="245643" y="78944"/>
                </a:lnTo>
                <a:lnTo>
                  <a:pt x="244598" y="81414"/>
                </a:lnTo>
                <a:lnTo>
                  <a:pt x="243691" y="84001"/>
                </a:lnTo>
                <a:lnTo>
                  <a:pt x="242924" y="86704"/>
                </a:lnTo>
                <a:lnTo>
                  <a:pt x="242297" y="89525"/>
                </a:lnTo>
                <a:lnTo>
                  <a:pt x="241809" y="92462"/>
                </a:lnTo>
                <a:lnTo>
                  <a:pt x="241460" y="95517"/>
                </a:lnTo>
                <a:lnTo>
                  <a:pt x="241251" y="98688"/>
                </a:lnTo>
                <a:lnTo>
                  <a:pt x="241181" y="101976"/>
                </a:lnTo>
                <a:lnTo>
                  <a:pt x="241219" y="104352"/>
                </a:lnTo>
                <a:lnTo>
                  <a:pt x="241333" y="106629"/>
                </a:lnTo>
                <a:lnTo>
                  <a:pt x="241524" y="108807"/>
                </a:lnTo>
                <a:lnTo>
                  <a:pt x="241790" y="110886"/>
                </a:lnTo>
                <a:lnTo>
                  <a:pt x="242133" y="112865"/>
                </a:lnTo>
                <a:lnTo>
                  <a:pt x="242551" y="114745"/>
                </a:lnTo>
                <a:lnTo>
                  <a:pt x="243046" y="116526"/>
                </a:lnTo>
                <a:lnTo>
                  <a:pt x="243617" y="118207"/>
                </a:lnTo>
                <a:lnTo>
                  <a:pt x="244264" y="119789"/>
                </a:lnTo>
                <a:lnTo>
                  <a:pt x="244987" y="121272"/>
                </a:lnTo>
                <a:lnTo>
                  <a:pt x="245786" y="122656"/>
                </a:lnTo>
                <a:lnTo>
                  <a:pt x="246661" y="123941"/>
                </a:lnTo>
                <a:lnTo>
                  <a:pt x="247586" y="125124"/>
                </a:lnTo>
                <a:lnTo>
                  <a:pt x="248531" y="126205"/>
                </a:lnTo>
                <a:lnTo>
                  <a:pt x="249497" y="127182"/>
                </a:lnTo>
                <a:lnTo>
                  <a:pt x="250485" y="128057"/>
                </a:lnTo>
                <a:lnTo>
                  <a:pt x="251495" y="128829"/>
                </a:lnTo>
                <a:lnTo>
                  <a:pt x="252525" y="129498"/>
                </a:lnTo>
                <a:lnTo>
                  <a:pt x="253577" y="130064"/>
                </a:lnTo>
                <a:lnTo>
                  <a:pt x="254650" y="130527"/>
                </a:lnTo>
                <a:lnTo>
                  <a:pt x="255745" y="130887"/>
                </a:lnTo>
                <a:lnTo>
                  <a:pt x="256861" y="131144"/>
                </a:lnTo>
                <a:lnTo>
                  <a:pt x="257998" y="131298"/>
                </a:lnTo>
                <a:lnTo>
                  <a:pt x="259156" y="131350"/>
                </a:lnTo>
                <a:lnTo>
                  <a:pt x="260439" y="131296"/>
                </a:lnTo>
                <a:lnTo>
                  <a:pt x="261743" y="131136"/>
                </a:lnTo>
                <a:lnTo>
                  <a:pt x="263069" y="130868"/>
                </a:lnTo>
                <a:lnTo>
                  <a:pt x="264417" y="130493"/>
                </a:lnTo>
                <a:lnTo>
                  <a:pt x="265787" y="130010"/>
                </a:lnTo>
                <a:lnTo>
                  <a:pt x="267179" y="129421"/>
                </a:lnTo>
                <a:lnTo>
                  <a:pt x="268593" y="128724"/>
                </a:lnTo>
                <a:lnTo>
                  <a:pt x="270029" y="127921"/>
                </a:lnTo>
                <a:lnTo>
                  <a:pt x="271487" y="127010"/>
                </a:lnTo>
                <a:lnTo>
                  <a:pt x="272967" y="125991"/>
                </a:lnTo>
                <a:lnTo>
                  <a:pt x="274468" y="124866"/>
                </a:lnTo>
                <a:lnTo>
                  <a:pt x="275992" y="123634"/>
                </a:lnTo>
                <a:lnTo>
                  <a:pt x="277513" y="122311"/>
                </a:lnTo>
                <a:lnTo>
                  <a:pt x="279007" y="120913"/>
                </a:lnTo>
                <a:lnTo>
                  <a:pt x="280474" y="119441"/>
                </a:lnTo>
                <a:lnTo>
                  <a:pt x="281915" y="117895"/>
                </a:lnTo>
                <a:lnTo>
                  <a:pt x="283329" y="116275"/>
                </a:lnTo>
                <a:lnTo>
                  <a:pt x="284716" y="114580"/>
                </a:lnTo>
                <a:lnTo>
                  <a:pt x="286076" y="112812"/>
                </a:lnTo>
                <a:lnTo>
                  <a:pt x="287410" y="110968"/>
                </a:lnTo>
                <a:lnTo>
                  <a:pt x="288717" y="109051"/>
                </a:lnTo>
                <a:lnTo>
                  <a:pt x="289997" y="107059"/>
                </a:lnTo>
                <a:lnTo>
                  <a:pt x="291250" y="104993"/>
                </a:lnTo>
                <a:lnTo>
                  <a:pt x="292476" y="102853"/>
                </a:lnTo>
                <a:close/>
                <a:moveTo>
                  <a:pt x="362912" y="144327"/>
                </a:moveTo>
                <a:lnTo>
                  <a:pt x="362912" y="59976"/>
                </a:lnTo>
                <a:lnTo>
                  <a:pt x="335730" y="59976"/>
                </a:lnTo>
                <a:lnTo>
                  <a:pt x="335730" y="46297"/>
                </a:lnTo>
                <a:lnTo>
                  <a:pt x="379221" y="46297"/>
                </a:lnTo>
                <a:lnTo>
                  <a:pt x="379221" y="130648"/>
                </a:lnTo>
                <a:lnTo>
                  <a:pt x="406491" y="130648"/>
                </a:lnTo>
                <a:lnTo>
                  <a:pt x="406491" y="144327"/>
                </a:lnTo>
                <a:lnTo>
                  <a:pt x="362912" y="144327"/>
                </a:lnTo>
                <a:moveTo>
                  <a:pt x="360194" y="11092"/>
                </a:moveTo>
                <a:lnTo>
                  <a:pt x="360220" y="10194"/>
                </a:lnTo>
                <a:lnTo>
                  <a:pt x="360298" y="9336"/>
                </a:lnTo>
                <a:lnTo>
                  <a:pt x="360429" y="8516"/>
                </a:lnTo>
                <a:lnTo>
                  <a:pt x="360613" y="7734"/>
                </a:lnTo>
                <a:lnTo>
                  <a:pt x="360848" y="6992"/>
                </a:lnTo>
                <a:lnTo>
                  <a:pt x="361136" y="6289"/>
                </a:lnTo>
                <a:lnTo>
                  <a:pt x="361477" y="5624"/>
                </a:lnTo>
                <a:lnTo>
                  <a:pt x="361869" y="4998"/>
                </a:lnTo>
                <a:lnTo>
                  <a:pt x="362315" y="4411"/>
                </a:lnTo>
                <a:lnTo>
                  <a:pt x="362812" y="3863"/>
                </a:lnTo>
                <a:lnTo>
                  <a:pt x="363362" y="3353"/>
                </a:lnTo>
                <a:lnTo>
                  <a:pt x="363964" y="2883"/>
                </a:lnTo>
                <a:lnTo>
                  <a:pt x="364589" y="2450"/>
                </a:lnTo>
                <a:lnTo>
                  <a:pt x="365209" y="2055"/>
                </a:lnTo>
                <a:lnTo>
                  <a:pt x="365822" y="1698"/>
                </a:lnTo>
                <a:lnTo>
                  <a:pt x="366429" y="1379"/>
                </a:lnTo>
                <a:lnTo>
                  <a:pt x="367030" y="1097"/>
                </a:lnTo>
                <a:lnTo>
                  <a:pt x="367625" y="852"/>
                </a:lnTo>
                <a:lnTo>
                  <a:pt x="368214" y="645"/>
                </a:lnTo>
                <a:lnTo>
                  <a:pt x="368796" y="476"/>
                </a:lnTo>
                <a:lnTo>
                  <a:pt x="369373" y="345"/>
                </a:lnTo>
                <a:lnTo>
                  <a:pt x="369944" y="251"/>
                </a:lnTo>
                <a:lnTo>
                  <a:pt x="370508" y="194"/>
                </a:lnTo>
                <a:lnTo>
                  <a:pt x="371066" y="175"/>
                </a:lnTo>
                <a:lnTo>
                  <a:pt x="371639" y="194"/>
                </a:lnTo>
                <a:lnTo>
                  <a:pt x="372216" y="251"/>
                </a:lnTo>
                <a:lnTo>
                  <a:pt x="372798" y="345"/>
                </a:lnTo>
                <a:lnTo>
                  <a:pt x="373385" y="476"/>
                </a:lnTo>
                <a:lnTo>
                  <a:pt x="373977" y="645"/>
                </a:lnTo>
                <a:lnTo>
                  <a:pt x="374574" y="852"/>
                </a:lnTo>
                <a:lnTo>
                  <a:pt x="375175" y="1097"/>
                </a:lnTo>
                <a:lnTo>
                  <a:pt x="375782" y="1379"/>
                </a:lnTo>
                <a:lnTo>
                  <a:pt x="376393" y="1698"/>
                </a:lnTo>
                <a:lnTo>
                  <a:pt x="377009" y="2055"/>
                </a:lnTo>
                <a:lnTo>
                  <a:pt x="377631" y="2450"/>
                </a:lnTo>
                <a:lnTo>
                  <a:pt x="378257" y="2883"/>
                </a:lnTo>
                <a:lnTo>
                  <a:pt x="378859" y="3353"/>
                </a:lnTo>
                <a:lnTo>
                  <a:pt x="379409" y="3863"/>
                </a:lnTo>
                <a:lnTo>
                  <a:pt x="379906" y="4411"/>
                </a:lnTo>
                <a:lnTo>
                  <a:pt x="380351" y="4998"/>
                </a:lnTo>
                <a:lnTo>
                  <a:pt x="380744" y="5624"/>
                </a:lnTo>
                <a:lnTo>
                  <a:pt x="381084" y="6289"/>
                </a:lnTo>
                <a:lnTo>
                  <a:pt x="381372" y="6992"/>
                </a:lnTo>
                <a:lnTo>
                  <a:pt x="381608" y="7734"/>
                </a:lnTo>
                <a:lnTo>
                  <a:pt x="381791" y="8516"/>
                </a:lnTo>
                <a:lnTo>
                  <a:pt x="381922" y="9336"/>
                </a:lnTo>
                <a:lnTo>
                  <a:pt x="382001" y="10194"/>
                </a:lnTo>
                <a:lnTo>
                  <a:pt x="382027" y="11092"/>
                </a:lnTo>
                <a:lnTo>
                  <a:pt x="382001" y="11976"/>
                </a:lnTo>
                <a:lnTo>
                  <a:pt x="381922" y="12822"/>
                </a:lnTo>
                <a:lnTo>
                  <a:pt x="381791" y="13630"/>
                </a:lnTo>
                <a:lnTo>
                  <a:pt x="381608" y="14401"/>
                </a:lnTo>
                <a:lnTo>
                  <a:pt x="381372" y="15134"/>
                </a:lnTo>
                <a:lnTo>
                  <a:pt x="381084" y="15830"/>
                </a:lnTo>
                <a:lnTo>
                  <a:pt x="380744" y="16488"/>
                </a:lnTo>
                <a:lnTo>
                  <a:pt x="380351" y="17108"/>
                </a:lnTo>
                <a:lnTo>
                  <a:pt x="379906" y="17691"/>
                </a:lnTo>
                <a:lnTo>
                  <a:pt x="379409" y="18236"/>
                </a:lnTo>
                <a:lnTo>
                  <a:pt x="378859" y="18744"/>
                </a:lnTo>
                <a:lnTo>
                  <a:pt x="378257" y="19214"/>
                </a:lnTo>
                <a:lnTo>
                  <a:pt x="377631" y="19646"/>
                </a:lnTo>
                <a:lnTo>
                  <a:pt x="377009" y="20041"/>
                </a:lnTo>
                <a:lnTo>
                  <a:pt x="376393" y="20398"/>
                </a:lnTo>
                <a:lnTo>
                  <a:pt x="375782" y="20718"/>
                </a:lnTo>
                <a:lnTo>
                  <a:pt x="375175" y="21000"/>
                </a:lnTo>
                <a:lnTo>
                  <a:pt x="374574" y="21244"/>
                </a:lnTo>
                <a:lnTo>
                  <a:pt x="373977" y="21451"/>
                </a:lnTo>
                <a:lnTo>
                  <a:pt x="373385" y="21620"/>
                </a:lnTo>
                <a:lnTo>
                  <a:pt x="372798" y="21752"/>
                </a:lnTo>
                <a:lnTo>
                  <a:pt x="372216" y="21846"/>
                </a:lnTo>
                <a:lnTo>
                  <a:pt x="371639" y="21902"/>
                </a:lnTo>
                <a:lnTo>
                  <a:pt x="371066" y="21921"/>
                </a:lnTo>
                <a:lnTo>
                  <a:pt x="370508" y="21902"/>
                </a:lnTo>
                <a:lnTo>
                  <a:pt x="369944" y="21846"/>
                </a:lnTo>
                <a:lnTo>
                  <a:pt x="369373" y="21752"/>
                </a:lnTo>
                <a:lnTo>
                  <a:pt x="368796" y="21620"/>
                </a:lnTo>
                <a:lnTo>
                  <a:pt x="368214" y="21451"/>
                </a:lnTo>
                <a:lnTo>
                  <a:pt x="367625" y="21244"/>
                </a:lnTo>
                <a:lnTo>
                  <a:pt x="367030" y="21000"/>
                </a:lnTo>
                <a:lnTo>
                  <a:pt x="366429" y="20718"/>
                </a:lnTo>
                <a:lnTo>
                  <a:pt x="365822" y="20398"/>
                </a:lnTo>
                <a:lnTo>
                  <a:pt x="365209" y="20041"/>
                </a:lnTo>
                <a:lnTo>
                  <a:pt x="364589" y="19646"/>
                </a:lnTo>
                <a:lnTo>
                  <a:pt x="363964" y="19214"/>
                </a:lnTo>
                <a:lnTo>
                  <a:pt x="363362" y="18744"/>
                </a:lnTo>
                <a:lnTo>
                  <a:pt x="362812" y="18236"/>
                </a:lnTo>
                <a:lnTo>
                  <a:pt x="362315" y="17691"/>
                </a:lnTo>
                <a:lnTo>
                  <a:pt x="361869" y="17108"/>
                </a:lnTo>
                <a:lnTo>
                  <a:pt x="361477" y="16488"/>
                </a:lnTo>
                <a:lnTo>
                  <a:pt x="361136" y="15830"/>
                </a:lnTo>
                <a:lnTo>
                  <a:pt x="360848" y="15134"/>
                </a:lnTo>
                <a:lnTo>
                  <a:pt x="360613" y="14401"/>
                </a:lnTo>
                <a:lnTo>
                  <a:pt x="360429" y="13630"/>
                </a:lnTo>
                <a:lnTo>
                  <a:pt x="360298" y="12822"/>
                </a:lnTo>
                <a:lnTo>
                  <a:pt x="360220" y="11976"/>
                </a:lnTo>
                <a:lnTo>
                  <a:pt x="360194" y="11092"/>
                </a:lnTo>
                <a:close/>
                <a:moveTo>
                  <a:pt x="442817" y="144327"/>
                </a:moveTo>
                <a:lnTo>
                  <a:pt x="442817" y="46297"/>
                </a:lnTo>
                <a:lnTo>
                  <a:pt x="459126" y="46297"/>
                </a:lnTo>
                <a:lnTo>
                  <a:pt x="459126" y="67859"/>
                </a:lnTo>
                <a:lnTo>
                  <a:pt x="460316" y="66001"/>
                </a:lnTo>
                <a:lnTo>
                  <a:pt x="461545" y="64213"/>
                </a:lnTo>
                <a:lnTo>
                  <a:pt x="462815" y="62492"/>
                </a:lnTo>
                <a:lnTo>
                  <a:pt x="464124" y="60840"/>
                </a:lnTo>
                <a:lnTo>
                  <a:pt x="465474" y="59257"/>
                </a:lnTo>
                <a:lnTo>
                  <a:pt x="466864" y="57742"/>
                </a:lnTo>
                <a:lnTo>
                  <a:pt x="468295" y="56295"/>
                </a:lnTo>
                <a:lnTo>
                  <a:pt x="469765" y="54917"/>
                </a:lnTo>
                <a:lnTo>
                  <a:pt x="471276" y="53607"/>
                </a:lnTo>
                <a:lnTo>
                  <a:pt x="472827" y="52366"/>
                </a:lnTo>
                <a:lnTo>
                  <a:pt x="474418" y="51193"/>
                </a:lnTo>
                <a:lnTo>
                  <a:pt x="476049" y="50089"/>
                </a:lnTo>
                <a:lnTo>
                  <a:pt x="477701" y="49063"/>
                </a:lnTo>
                <a:lnTo>
                  <a:pt x="479352" y="48127"/>
                </a:lnTo>
                <a:lnTo>
                  <a:pt x="481003" y="47279"/>
                </a:lnTo>
                <a:lnTo>
                  <a:pt x="482655" y="46521"/>
                </a:lnTo>
                <a:lnTo>
                  <a:pt x="484306" y="45852"/>
                </a:lnTo>
                <a:lnTo>
                  <a:pt x="485958" y="45272"/>
                </a:lnTo>
                <a:lnTo>
                  <a:pt x="487609" y="44781"/>
                </a:lnTo>
                <a:lnTo>
                  <a:pt x="489260" y="44380"/>
                </a:lnTo>
                <a:lnTo>
                  <a:pt x="490912" y="44068"/>
                </a:lnTo>
                <a:lnTo>
                  <a:pt x="492563" y="43845"/>
                </a:lnTo>
                <a:lnTo>
                  <a:pt x="494214" y="43711"/>
                </a:lnTo>
                <a:lnTo>
                  <a:pt x="495866" y="43666"/>
                </a:lnTo>
                <a:lnTo>
                  <a:pt x="497302" y="43698"/>
                </a:lnTo>
                <a:lnTo>
                  <a:pt x="498715" y="43794"/>
                </a:lnTo>
                <a:lnTo>
                  <a:pt x="500107" y="43954"/>
                </a:lnTo>
                <a:lnTo>
                  <a:pt x="501478" y="44178"/>
                </a:lnTo>
                <a:lnTo>
                  <a:pt x="502826" y="44466"/>
                </a:lnTo>
                <a:lnTo>
                  <a:pt x="504152" y="44817"/>
                </a:lnTo>
                <a:lnTo>
                  <a:pt x="505456" y="45233"/>
                </a:lnTo>
                <a:lnTo>
                  <a:pt x="506739" y="45712"/>
                </a:lnTo>
                <a:lnTo>
                  <a:pt x="507999" y="46256"/>
                </a:lnTo>
                <a:lnTo>
                  <a:pt x="509238" y="46863"/>
                </a:lnTo>
                <a:lnTo>
                  <a:pt x="510454" y="47535"/>
                </a:lnTo>
                <a:lnTo>
                  <a:pt x="511649" y="48270"/>
                </a:lnTo>
                <a:lnTo>
                  <a:pt x="512803" y="49057"/>
                </a:lnTo>
                <a:lnTo>
                  <a:pt x="513898" y="49883"/>
                </a:lnTo>
                <a:lnTo>
                  <a:pt x="514934" y="50750"/>
                </a:lnTo>
                <a:lnTo>
                  <a:pt x="515911" y="51655"/>
                </a:lnTo>
                <a:lnTo>
                  <a:pt x="516829" y="52601"/>
                </a:lnTo>
                <a:lnTo>
                  <a:pt x="517688" y="53586"/>
                </a:lnTo>
                <a:lnTo>
                  <a:pt x="518488" y="54610"/>
                </a:lnTo>
                <a:lnTo>
                  <a:pt x="519229" y="55674"/>
                </a:lnTo>
                <a:lnTo>
                  <a:pt x="519910" y="56778"/>
                </a:lnTo>
                <a:lnTo>
                  <a:pt x="520533" y="57921"/>
                </a:lnTo>
                <a:lnTo>
                  <a:pt x="521096" y="59104"/>
                </a:lnTo>
                <a:lnTo>
                  <a:pt x="521601" y="60326"/>
                </a:lnTo>
                <a:lnTo>
                  <a:pt x="522056" y="61668"/>
                </a:lnTo>
                <a:lnTo>
                  <a:pt x="522472" y="63210"/>
                </a:lnTo>
                <a:lnTo>
                  <a:pt x="522848" y="64952"/>
                </a:lnTo>
                <a:lnTo>
                  <a:pt x="523184" y="66893"/>
                </a:lnTo>
                <a:lnTo>
                  <a:pt x="523481" y="69034"/>
                </a:lnTo>
                <a:lnTo>
                  <a:pt x="523738" y="71374"/>
                </a:lnTo>
                <a:lnTo>
                  <a:pt x="523956" y="73915"/>
                </a:lnTo>
                <a:lnTo>
                  <a:pt x="524134" y="76655"/>
                </a:lnTo>
                <a:lnTo>
                  <a:pt x="524272" y="79595"/>
                </a:lnTo>
                <a:lnTo>
                  <a:pt x="524371" y="82734"/>
                </a:lnTo>
                <a:lnTo>
                  <a:pt x="524431" y="86074"/>
                </a:lnTo>
                <a:lnTo>
                  <a:pt x="524451" y="89613"/>
                </a:lnTo>
                <a:lnTo>
                  <a:pt x="524451" y="144327"/>
                </a:lnTo>
                <a:lnTo>
                  <a:pt x="508141" y="144327"/>
                </a:lnTo>
                <a:lnTo>
                  <a:pt x="508141" y="87653"/>
                </a:lnTo>
                <a:lnTo>
                  <a:pt x="508132" y="85369"/>
                </a:lnTo>
                <a:lnTo>
                  <a:pt x="508104" y="83219"/>
                </a:lnTo>
                <a:lnTo>
                  <a:pt x="508057" y="81201"/>
                </a:lnTo>
                <a:lnTo>
                  <a:pt x="507990" y="79317"/>
                </a:lnTo>
                <a:lnTo>
                  <a:pt x="507906" y="77566"/>
                </a:lnTo>
                <a:lnTo>
                  <a:pt x="507802" y="75948"/>
                </a:lnTo>
                <a:lnTo>
                  <a:pt x="507679" y="74464"/>
                </a:lnTo>
                <a:lnTo>
                  <a:pt x="507537" y="73113"/>
                </a:lnTo>
                <a:lnTo>
                  <a:pt x="507377" y="71894"/>
                </a:lnTo>
                <a:lnTo>
                  <a:pt x="507198" y="70810"/>
                </a:lnTo>
                <a:lnTo>
                  <a:pt x="506999" y="69858"/>
                </a:lnTo>
                <a:lnTo>
                  <a:pt x="506782" y="69040"/>
                </a:lnTo>
                <a:lnTo>
                  <a:pt x="506540" y="68299"/>
                </a:lnTo>
                <a:lnTo>
                  <a:pt x="506266" y="67581"/>
                </a:lnTo>
                <a:lnTo>
                  <a:pt x="505960" y="66886"/>
                </a:lnTo>
                <a:lnTo>
                  <a:pt x="505623" y="66213"/>
                </a:lnTo>
                <a:lnTo>
                  <a:pt x="505254" y="65562"/>
                </a:lnTo>
                <a:lnTo>
                  <a:pt x="504853" y="64934"/>
                </a:lnTo>
                <a:lnTo>
                  <a:pt x="504421" y="64329"/>
                </a:lnTo>
                <a:lnTo>
                  <a:pt x="503957" y="63746"/>
                </a:lnTo>
                <a:lnTo>
                  <a:pt x="503461" y="63185"/>
                </a:lnTo>
                <a:lnTo>
                  <a:pt x="502934" y="62647"/>
                </a:lnTo>
                <a:lnTo>
                  <a:pt x="502375" y="62132"/>
                </a:lnTo>
                <a:lnTo>
                  <a:pt x="501784" y="61639"/>
                </a:lnTo>
                <a:lnTo>
                  <a:pt x="501173" y="61177"/>
                </a:lnTo>
                <a:lnTo>
                  <a:pt x="500553" y="60755"/>
                </a:lnTo>
                <a:lnTo>
                  <a:pt x="499924" y="60374"/>
                </a:lnTo>
                <a:lnTo>
                  <a:pt x="499285" y="60033"/>
                </a:lnTo>
                <a:lnTo>
                  <a:pt x="498638" y="59732"/>
                </a:lnTo>
                <a:lnTo>
                  <a:pt x="497981" y="59471"/>
                </a:lnTo>
                <a:lnTo>
                  <a:pt x="497315" y="59250"/>
                </a:lnTo>
                <a:lnTo>
                  <a:pt x="496640" y="59069"/>
                </a:lnTo>
                <a:lnTo>
                  <a:pt x="495956" y="58929"/>
                </a:lnTo>
                <a:lnTo>
                  <a:pt x="495263" y="58828"/>
                </a:lnTo>
                <a:lnTo>
                  <a:pt x="494561" y="58768"/>
                </a:lnTo>
                <a:lnTo>
                  <a:pt x="493849" y="58748"/>
                </a:lnTo>
                <a:lnTo>
                  <a:pt x="492408" y="58805"/>
                </a:lnTo>
                <a:lnTo>
                  <a:pt x="490949" y="58974"/>
                </a:lnTo>
                <a:lnTo>
                  <a:pt x="489473" y="59257"/>
                </a:lnTo>
                <a:lnTo>
                  <a:pt x="487979" y="59653"/>
                </a:lnTo>
                <a:lnTo>
                  <a:pt x="486468" y="60162"/>
                </a:lnTo>
                <a:lnTo>
                  <a:pt x="484938" y="60785"/>
                </a:lnTo>
                <a:lnTo>
                  <a:pt x="483391" y="61520"/>
                </a:lnTo>
                <a:lnTo>
                  <a:pt x="481827" y="62369"/>
                </a:lnTo>
                <a:lnTo>
                  <a:pt x="480244" y="63330"/>
                </a:lnTo>
                <a:lnTo>
                  <a:pt x="478644" y="64405"/>
                </a:lnTo>
                <a:lnTo>
                  <a:pt x="477027" y="65593"/>
                </a:lnTo>
                <a:lnTo>
                  <a:pt x="475392" y="66894"/>
                </a:lnTo>
                <a:lnTo>
                  <a:pt x="473772" y="68281"/>
                </a:lnTo>
                <a:lnTo>
                  <a:pt x="472200" y="69724"/>
                </a:lnTo>
                <a:lnTo>
                  <a:pt x="470676" y="71225"/>
                </a:lnTo>
                <a:lnTo>
                  <a:pt x="469200" y="72782"/>
                </a:lnTo>
                <a:lnTo>
                  <a:pt x="467773" y="74397"/>
                </a:lnTo>
                <a:lnTo>
                  <a:pt x="466393" y="76070"/>
                </a:lnTo>
                <a:lnTo>
                  <a:pt x="465062" y="77799"/>
                </a:lnTo>
                <a:lnTo>
                  <a:pt x="463778" y="79585"/>
                </a:lnTo>
                <a:lnTo>
                  <a:pt x="462543" y="81429"/>
                </a:lnTo>
                <a:lnTo>
                  <a:pt x="461356" y="83330"/>
                </a:lnTo>
                <a:lnTo>
                  <a:pt x="460217" y="85288"/>
                </a:lnTo>
                <a:lnTo>
                  <a:pt x="459126" y="87303"/>
                </a:lnTo>
                <a:lnTo>
                  <a:pt x="459126" y="144327"/>
                </a:lnTo>
                <a:lnTo>
                  <a:pt x="442817" y="144327"/>
                </a:lnTo>
                <a:close/>
                <a:moveTo>
                  <a:pt x="630574" y="176945"/>
                </a:moveTo>
                <a:lnTo>
                  <a:pt x="626579" y="176622"/>
                </a:lnTo>
                <a:lnTo>
                  <a:pt x="622689" y="176150"/>
                </a:lnTo>
                <a:lnTo>
                  <a:pt x="618906" y="175528"/>
                </a:lnTo>
                <a:lnTo>
                  <a:pt x="615229" y="174757"/>
                </a:lnTo>
                <a:lnTo>
                  <a:pt x="611658" y="173837"/>
                </a:lnTo>
                <a:lnTo>
                  <a:pt x="608192" y="172767"/>
                </a:lnTo>
                <a:lnTo>
                  <a:pt x="604833" y="171548"/>
                </a:lnTo>
                <a:lnTo>
                  <a:pt x="601580" y="170180"/>
                </a:lnTo>
                <a:lnTo>
                  <a:pt x="598432" y="168663"/>
                </a:lnTo>
                <a:lnTo>
                  <a:pt x="595391" y="166996"/>
                </a:lnTo>
                <a:lnTo>
                  <a:pt x="592455" y="165180"/>
                </a:lnTo>
                <a:lnTo>
                  <a:pt x="589625" y="163215"/>
                </a:lnTo>
                <a:lnTo>
                  <a:pt x="586895" y="161116"/>
                </a:lnTo>
                <a:lnTo>
                  <a:pt x="584258" y="158898"/>
                </a:lnTo>
                <a:lnTo>
                  <a:pt x="581715" y="156561"/>
                </a:lnTo>
                <a:lnTo>
                  <a:pt x="579264" y="154106"/>
                </a:lnTo>
                <a:lnTo>
                  <a:pt x="576907" y="151532"/>
                </a:lnTo>
                <a:lnTo>
                  <a:pt x="574642" y="148839"/>
                </a:lnTo>
                <a:lnTo>
                  <a:pt x="572471" y="146028"/>
                </a:lnTo>
                <a:lnTo>
                  <a:pt x="570393" y="143097"/>
                </a:lnTo>
                <a:lnTo>
                  <a:pt x="568409" y="140048"/>
                </a:lnTo>
                <a:lnTo>
                  <a:pt x="566517" y="136880"/>
                </a:lnTo>
                <a:lnTo>
                  <a:pt x="564719" y="133594"/>
                </a:lnTo>
                <a:lnTo>
                  <a:pt x="563013" y="130188"/>
                </a:lnTo>
                <a:lnTo>
                  <a:pt x="561424" y="126722"/>
                </a:lnTo>
                <a:lnTo>
                  <a:pt x="559973" y="123255"/>
                </a:lnTo>
                <a:lnTo>
                  <a:pt x="558659" y="119787"/>
                </a:lnTo>
                <a:lnTo>
                  <a:pt x="557485" y="116317"/>
                </a:lnTo>
                <a:lnTo>
                  <a:pt x="556448" y="112846"/>
                </a:lnTo>
                <a:lnTo>
                  <a:pt x="555549" y="109374"/>
                </a:lnTo>
                <a:lnTo>
                  <a:pt x="554789" y="105901"/>
                </a:lnTo>
                <a:lnTo>
                  <a:pt x="554167" y="102427"/>
                </a:lnTo>
                <a:lnTo>
                  <a:pt x="553683" y="98951"/>
                </a:lnTo>
                <a:lnTo>
                  <a:pt x="553338" y="95474"/>
                </a:lnTo>
                <a:lnTo>
                  <a:pt x="553130" y="91996"/>
                </a:lnTo>
                <a:lnTo>
                  <a:pt x="553061" y="88517"/>
                </a:lnTo>
                <a:lnTo>
                  <a:pt x="553130" y="85037"/>
                </a:lnTo>
                <a:lnTo>
                  <a:pt x="553338" y="81559"/>
                </a:lnTo>
                <a:lnTo>
                  <a:pt x="553683" y="78082"/>
                </a:lnTo>
                <a:lnTo>
                  <a:pt x="554167" y="74607"/>
                </a:lnTo>
                <a:lnTo>
                  <a:pt x="554789" y="71133"/>
                </a:lnTo>
                <a:lnTo>
                  <a:pt x="555549" y="67659"/>
                </a:lnTo>
                <a:lnTo>
                  <a:pt x="556448" y="64188"/>
                </a:lnTo>
                <a:lnTo>
                  <a:pt x="557485" y="60717"/>
                </a:lnTo>
                <a:lnTo>
                  <a:pt x="558659" y="57248"/>
                </a:lnTo>
                <a:lnTo>
                  <a:pt x="559973" y="53780"/>
                </a:lnTo>
                <a:lnTo>
                  <a:pt x="561424" y="50313"/>
                </a:lnTo>
                <a:lnTo>
                  <a:pt x="563013" y="46848"/>
                </a:lnTo>
                <a:lnTo>
                  <a:pt x="564719" y="43442"/>
                </a:lnTo>
                <a:lnTo>
                  <a:pt x="566517" y="40155"/>
                </a:lnTo>
                <a:lnTo>
                  <a:pt x="568409" y="36986"/>
                </a:lnTo>
                <a:lnTo>
                  <a:pt x="570393" y="33937"/>
                </a:lnTo>
                <a:lnTo>
                  <a:pt x="572471" y="31006"/>
                </a:lnTo>
                <a:lnTo>
                  <a:pt x="574642" y="28194"/>
                </a:lnTo>
                <a:lnTo>
                  <a:pt x="576907" y="25501"/>
                </a:lnTo>
                <a:lnTo>
                  <a:pt x="579264" y="22927"/>
                </a:lnTo>
                <a:lnTo>
                  <a:pt x="581715" y="20472"/>
                </a:lnTo>
                <a:lnTo>
                  <a:pt x="584258" y="18135"/>
                </a:lnTo>
                <a:lnTo>
                  <a:pt x="586895" y="15917"/>
                </a:lnTo>
                <a:lnTo>
                  <a:pt x="589625" y="13818"/>
                </a:lnTo>
                <a:lnTo>
                  <a:pt x="592455" y="11852"/>
                </a:lnTo>
                <a:lnTo>
                  <a:pt x="595391" y="10035"/>
                </a:lnTo>
                <a:lnTo>
                  <a:pt x="598432" y="8365"/>
                </a:lnTo>
                <a:lnTo>
                  <a:pt x="601580" y="6843"/>
                </a:lnTo>
                <a:lnTo>
                  <a:pt x="604833" y="5469"/>
                </a:lnTo>
                <a:lnTo>
                  <a:pt x="608192" y="4244"/>
                </a:lnTo>
                <a:lnTo>
                  <a:pt x="611658" y="3166"/>
                </a:lnTo>
                <a:lnTo>
                  <a:pt x="615229" y="2237"/>
                </a:lnTo>
                <a:lnTo>
                  <a:pt x="618906" y="1456"/>
                </a:lnTo>
                <a:lnTo>
                  <a:pt x="622689" y="822"/>
                </a:lnTo>
                <a:lnTo>
                  <a:pt x="626579" y="337"/>
                </a:lnTo>
                <a:lnTo>
                  <a:pt x="630574" y="0"/>
                </a:lnTo>
                <a:lnTo>
                  <a:pt x="630574" y="13679"/>
                </a:lnTo>
                <a:lnTo>
                  <a:pt x="627555" y="14019"/>
                </a:lnTo>
                <a:lnTo>
                  <a:pt x="624607" y="14484"/>
                </a:lnTo>
                <a:lnTo>
                  <a:pt x="621731" y="15073"/>
                </a:lnTo>
                <a:lnTo>
                  <a:pt x="618926" y="15788"/>
                </a:lnTo>
                <a:lnTo>
                  <a:pt x="616193" y="16627"/>
                </a:lnTo>
                <a:lnTo>
                  <a:pt x="613530" y="17592"/>
                </a:lnTo>
                <a:lnTo>
                  <a:pt x="610939" y="18681"/>
                </a:lnTo>
                <a:lnTo>
                  <a:pt x="608419" y="19894"/>
                </a:lnTo>
                <a:lnTo>
                  <a:pt x="605970" y="21233"/>
                </a:lnTo>
                <a:lnTo>
                  <a:pt x="603593" y="22697"/>
                </a:lnTo>
                <a:lnTo>
                  <a:pt x="601286" y="24285"/>
                </a:lnTo>
                <a:lnTo>
                  <a:pt x="599051" y="25998"/>
                </a:lnTo>
                <a:lnTo>
                  <a:pt x="596891" y="27814"/>
                </a:lnTo>
                <a:lnTo>
                  <a:pt x="594810" y="29711"/>
                </a:lnTo>
                <a:lnTo>
                  <a:pt x="592807" y="31689"/>
                </a:lnTo>
                <a:lnTo>
                  <a:pt x="590882" y="33748"/>
                </a:lnTo>
                <a:lnTo>
                  <a:pt x="589036" y="35888"/>
                </a:lnTo>
                <a:lnTo>
                  <a:pt x="587269" y="38109"/>
                </a:lnTo>
                <a:lnTo>
                  <a:pt x="585580" y="40411"/>
                </a:lnTo>
                <a:lnTo>
                  <a:pt x="583970" y="42794"/>
                </a:lnTo>
                <a:lnTo>
                  <a:pt x="582438" y="45258"/>
                </a:lnTo>
                <a:lnTo>
                  <a:pt x="580985" y="47803"/>
                </a:lnTo>
                <a:lnTo>
                  <a:pt x="579610" y="50429"/>
                </a:lnTo>
                <a:lnTo>
                  <a:pt x="578314" y="53136"/>
                </a:lnTo>
                <a:lnTo>
                  <a:pt x="577110" y="55900"/>
                </a:lnTo>
                <a:lnTo>
                  <a:pt x="576010" y="58697"/>
                </a:lnTo>
                <a:lnTo>
                  <a:pt x="575015" y="61526"/>
                </a:lnTo>
                <a:lnTo>
                  <a:pt x="574125" y="64389"/>
                </a:lnTo>
                <a:lnTo>
                  <a:pt x="573339" y="67284"/>
                </a:lnTo>
                <a:lnTo>
                  <a:pt x="572659" y="70213"/>
                </a:lnTo>
                <a:lnTo>
                  <a:pt x="572083" y="73174"/>
                </a:lnTo>
                <a:lnTo>
                  <a:pt x="571611" y="76168"/>
                </a:lnTo>
                <a:lnTo>
                  <a:pt x="571245" y="79195"/>
                </a:lnTo>
                <a:lnTo>
                  <a:pt x="570983" y="82254"/>
                </a:lnTo>
                <a:lnTo>
                  <a:pt x="570826" y="85347"/>
                </a:lnTo>
                <a:lnTo>
                  <a:pt x="570773" y="88473"/>
                </a:lnTo>
                <a:lnTo>
                  <a:pt x="570826" y="91598"/>
                </a:lnTo>
                <a:lnTo>
                  <a:pt x="570983" y="94691"/>
                </a:lnTo>
                <a:lnTo>
                  <a:pt x="571245" y="97751"/>
                </a:lnTo>
                <a:lnTo>
                  <a:pt x="571611" y="100778"/>
                </a:lnTo>
                <a:lnTo>
                  <a:pt x="572083" y="103772"/>
                </a:lnTo>
                <a:lnTo>
                  <a:pt x="572659" y="106733"/>
                </a:lnTo>
                <a:lnTo>
                  <a:pt x="573339" y="109661"/>
                </a:lnTo>
                <a:lnTo>
                  <a:pt x="574125" y="112556"/>
                </a:lnTo>
                <a:lnTo>
                  <a:pt x="575015" y="115419"/>
                </a:lnTo>
                <a:lnTo>
                  <a:pt x="576010" y="118249"/>
                </a:lnTo>
                <a:lnTo>
                  <a:pt x="577110" y="121045"/>
                </a:lnTo>
                <a:lnTo>
                  <a:pt x="578314" y="123809"/>
                </a:lnTo>
                <a:lnTo>
                  <a:pt x="579610" y="126516"/>
                </a:lnTo>
                <a:lnTo>
                  <a:pt x="580985" y="129141"/>
                </a:lnTo>
                <a:lnTo>
                  <a:pt x="582438" y="131684"/>
                </a:lnTo>
                <a:lnTo>
                  <a:pt x="583970" y="134146"/>
                </a:lnTo>
                <a:lnTo>
                  <a:pt x="585580" y="136526"/>
                </a:lnTo>
                <a:lnTo>
                  <a:pt x="587269" y="138825"/>
                </a:lnTo>
                <a:lnTo>
                  <a:pt x="589036" y="141042"/>
                </a:lnTo>
                <a:lnTo>
                  <a:pt x="590882" y="143177"/>
                </a:lnTo>
                <a:lnTo>
                  <a:pt x="592807" y="145231"/>
                </a:lnTo>
                <a:lnTo>
                  <a:pt x="594810" y="147204"/>
                </a:lnTo>
                <a:lnTo>
                  <a:pt x="596891" y="149094"/>
                </a:lnTo>
                <a:lnTo>
                  <a:pt x="599051" y="150903"/>
                </a:lnTo>
                <a:lnTo>
                  <a:pt x="601286" y="152610"/>
                </a:lnTo>
                <a:lnTo>
                  <a:pt x="603593" y="154194"/>
                </a:lnTo>
                <a:lnTo>
                  <a:pt x="605970" y="155655"/>
                </a:lnTo>
                <a:lnTo>
                  <a:pt x="608419" y="156992"/>
                </a:lnTo>
                <a:lnTo>
                  <a:pt x="610939" y="158207"/>
                </a:lnTo>
                <a:lnTo>
                  <a:pt x="613530" y="159299"/>
                </a:lnTo>
                <a:lnTo>
                  <a:pt x="616193" y="160268"/>
                </a:lnTo>
                <a:lnTo>
                  <a:pt x="618926" y="161114"/>
                </a:lnTo>
                <a:lnTo>
                  <a:pt x="621731" y="161836"/>
                </a:lnTo>
                <a:lnTo>
                  <a:pt x="624607" y="162436"/>
                </a:lnTo>
                <a:lnTo>
                  <a:pt x="627555" y="162913"/>
                </a:lnTo>
                <a:lnTo>
                  <a:pt x="630574" y="163267"/>
                </a:lnTo>
                <a:lnTo>
                  <a:pt x="630574" y="176945"/>
                </a:lnTo>
                <a:close/>
                <a:moveTo>
                  <a:pt x="657694" y="0"/>
                </a:moveTo>
                <a:lnTo>
                  <a:pt x="661689" y="337"/>
                </a:lnTo>
                <a:lnTo>
                  <a:pt x="665578" y="822"/>
                </a:lnTo>
                <a:lnTo>
                  <a:pt x="669361" y="1456"/>
                </a:lnTo>
                <a:lnTo>
                  <a:pt x="673038" y="2237"/>
                </a:lnTo>
                <a:lnTo>
                  <a:pt x="676610" y="3166"/>
                </a:lnTo>
                <a:lnTo>
                  <a:pt x="680075" y="4244"/>
                </a:lnTo>
                <a:lnTo>
                  <a:pt x="683434" y="5469"/>
                </a:lnTo>
                <a:lnTo>
                  <a:pt x="686688" y="6843"/>
                </a:lnTo>
                <a:lnTo>
                  <a:pt x="689835" y="8365"/>
                </a:lnTo>
                <a:lnTo>
                  <a:pt x="692877" y="10035"/>
                </a:lnTo>
                <a:lnTo>
                  <a:pt x="695812" y="11852"/>
                </a:lnTo>
                <a:lnTo>
                  <a:pt x="698642" y="13818"/>
                </a:lnTo>
                <a:lnTo>
                  <a:pt x="701372" y="15917"/>
                </a:lnTo>
                <a:lnTo>
                  <a:pt x="704009" y="18135"/>
                </a:lnTo>
                <a:lnTo>
                  <a:pt x="706553" y="20472"/>
                </a:lnTo>
                <a:lnTo>
                  <a:pt x="709003" y="22927"/>
                </a:lnTo>
                <a:lnTo>
                  <a:pt x="711361" y="25501"/>
                </a:lnTo>
                <a:lnTo>
                  <a:pt x="713625" y="28194"/>
                </a:lnTo>
                <a:lnTo>
                  <a:pt x="715796" y="31006"/>
                </a:lnTo>
                <a:lnTo>
                  <a:pt x="717874" y="33937"/>
                </a:lnTo>
                <a:lnTo>
                  <a:pt x="719859" y="36986"/>
                </a:lnTo>
                <a:lnTo>
                  <a:pt x="721750" y="40155"/>
                </a:lnTo>
                <a:lnTo>
                  <a:pt x="723549" y="43442"/>
                </a:lnTo>
                <a:lnTo>
                  <a:pt x="725254" y="46848"/>
                </a:lnTo>
                <a:lnTo>
                  <a:pt x="726843" y="50313"/>
                </a:lnTo>
                <a:lnTo>
                  <a:pt x="728295" y="53780"/>
                </a:lnTo>
                <a:lnTo>
                  <a:pt x="729608" y="57248"/>
                </a:lnTo>
                <a:lnTo>
                  <a:pt x="730783" y="60717"/>
                </a:lnTo>
                <a:lnTo>
                  <a:pt x="731819" y="64188"/>
                </a:lnTo>
                <a:lnTo>
                  <a:pt x="732718" y="67659"/>
                </a:lnTo>
                <a:lnTo>
                  <a:pt x="733478" y="71133"/>
                </a:lnTo>
                <a:lnTo>
                  <a:pt x="734100" y="74607"/>
                </a:lnTo>
                <a:lnTo>
                  <a:pt x="734584" y="78082"/>
                </a:lnTo>
                <a:lnTo>
                  <a:pt x="734929" y="81559"/>
                </a:lnTo>
                <a:lnTo>
                  <a:pt x="735137" y="85037"/>
                </a:lnTo>
                <a:lnTo>
                  <a:pt x="735206" y="88517"/>
                </a:lnTo>
                <a:lnTo>
                  <a:pt x="735137" y="91996"/>
                </a:lnTo>
                <a:lnTo>
                  <a:pt x="734929" y="95474"/>
                </a:lnTo>
                <a:lnTo>
                  <a:pt x="734584" y="98951"/>
                </a:lnTo>
                <a:lnTo>
                  <a:pt x="734100" y="102427"/>
                </a:lnTo>
                <a:lnTo>
                  <a:pt x="733478" y="105901"/>
                </a:lnTo>
                <a:lnTo>
                  <a:pt x="732718" y="109374"/>
                </a:lnTo>
                <a:lnTo>
                  <a:pt x="731819" y="112846"/>
                </a:lnTo>
                <a:lnTo>
                  <a:pt x="730783" y="116317"/>
                </a:lnTo>
                <a:lnTo>
                  <a:pt x="729608" y="119787"/>
                </a:lnTo>
                <a:lnTo>
                  <a:pt x="728295" y="123255"/>
                </a:lnTo>
                <a:lnTo>
                  <a:pt x="726843" y="126722"/>
                </a:lnTo>
                <a:lnTo>
                  <a:pt x="725254" y="130188"/>
                </a:lnTo>
                <a:lnTo>
                  <a:pt x="723549" y="133594"/>
                </a:lnTo>
                <a:lnTo>
                  <a:pt x="721750" y="136880"/>
                </a:lnTo>
                <a:lnTo>
                  <a:pt x="719859" y="140048"/>
                </a:lnTo>
                <a:lnTo>
                  <a:pt x="717874" y="143097"/>
                </a:lnTo>
                <a:lnTo>
                  <a:pt x="715796" y="146028"/>
                </a:lnTo>
                <a:lnTo>
                  <a:pt x="713625" y="148839"/>
                </a:lnTo>
                <a:lnTo>
                  <a:pt x="711361" y="151532"/>
                </a:lnTo>
                <a:lnTo>
                  <a:pt x="709003" y="154106"/>
                </a:lnTo>
                <a:lnTo>
                  <a:pt x="706553" y="156561"/>
                </a:lnTo>
                <a:lnTo>
                  <a:pt x="704009" y="158898"/>
                </a:lnTo>
                <a:lnTo>
                  <a:pt x="701372" y="161116"/>
                </a:lnTo>
                <a:lnTo>
                  <a:pt x="698642" y="163215"/>
                </a:lnTo>
                <a:lnTo>
                  <a:pt x="695812" y="165180"/>
                </a:lnTo>
                <a:lnTo>
                  <a:pt x="692877" y="166996"/>
                </a:lnTo>
                <a:lnTo>
                  <a:pt x="689835" y="168663"/>
                </a:lnTo>
                <a:lnTo>
                  <a:pt x="686688" y="170180"/>
                </a:lnTo>
                <a:lnTo>
                  <a:pt x="683434" y="171548"/>
                </a:lnTo>
                <a:lnTo>
                  <a:pt x="680075" y="172767"/>
                </a:lnTo>
                <a:lnTo>
                  <a:pt x="676610" y="173837"/>
                </a:lnTo>
                <a:lnTo>
                  <a:pt x="673038" y="174757"/>
                </a:lnTo>
                <a:lnTo>
                  <a:pt x="669361" y="175528"/>
                </a:lnTo>
                <a:lnTo>
                  <a:pt x="665578" y="176150"/>
                </a:lnTo>
                <a:lnTo>
                  <a:pt x="661689" y="176622"/>
                </a:lnTo>
                <a:lnTo>
                  <a:pt x="657694" y="176945"/>
                </a:lnTo>
                <a:lnTo>
                  <a:pt x="657694" y="163267"/>
                </a:lnTo>
                <a:lnTo>
                  <a:pt x="660712" y="162913"/>
                </a:lnTo>
                <a:lnTo>
                  <a:pt x="663660" y="162436"/>
                </a:lnTo>
                <a:lnTo>
                  <a:pt x="666536" y="161836"/>
                </a:lnTo>
                <a:lnTo>
                  <a:pt x="669341" y="161114"/>
                </a:lnTo>
                <a:lnTo>
                  <a:pt x="672075" y="160268"/>
                </a:lnTo>
                <a:lnTo>
                  <a:pt x="674737" y="159299"/>
                </a:lnTo>
                <a:lnTo>
                  <a:pt x="677328" y="158207"/>
                </a:lnTo>
                <a:lnTo>
                  <a:pt x="679848" y="156992"/>
                </a:lnTo>
                <a:lnTo>
                  <a:pt x="682297" y="155655"/>
                </a:lnTo>
                <a:lnTo>
                  <a:pt x="684675" y="154194"/>
                </a:lnTo>
                <a:lnTo>
                  <a:pt x="686981" y="152610"/>
                </a:lnTo>
                <a:lnTo>
                  <a:pt x="689216" y="150903"/>
                </a:lnTo>
                <a:lnTo>
                  <a:pt x="691376" y="149094"/>
                </a:lnTo>
                <a:lnTo>
                  <a:pt x="693459" y="147204"/>
                </a:lnTo>
                <a:lnTo>
                  <a:pt x="695463" y="145231"/>
                </a:lnTo>
                <a:lnTo>
                  <a:pt x="697390" y="143177"/>
                </a:lnTo>
                <a:lnTo>
                  <a:pt x="699239" y="141042"/>
                </a:lnTo>
                <a:lnTo>
                  <a:pt x="701009" y="138825"/>
                </a:lnTo>
                <a:lnTo>
                  <a:pt x="702702" y="136526"/>
                </a:lnTo>
                <a:lnTo>
                  <a:pt x="704317" y="134146"/>
                </a:lnTo>
                <a:lnTo>
                  <a:pt x="705854" y="131684"/>
                </a:lnTo>
                <a:lnTo>
                  <a:pt x="707313" y="129141"/>
                </a:lnTo>
                <a:lnTo>
                  <a:pt x="708694" y="126516"/>
                </a:lnTo>
                <a:lnTo>
                  <a:pt x="709997" y="123809"/>
                </a:lnTo>
                <a:lnTo>
                  <a:pt x="711208" y="121045"/>
                </a:lnTo>
                <a:lnTo>
                  <a:pt x="712314" y="118249"/>
                </a:lnTo>
                <a:lnTo>
                  <a:pt x="713315" y="115419"/>
                </a:lnTo>
                <a:lnTo>
                  <a:pt x="714211" y="112556"/>
                </a:lnTo>
                <a:lnTo>
                  <a:pt x="715001" y="109661"/>
                </a:lnTo>
                <a:lnTo>
                  <a:pt x="715685" y="106733"/>
                </a:lnTo>
                <a:lnTo>
                  <a:pt x="716265" y="103772"/>
                </a:lnTo>
                <a:lnTo>
                  <a:pt x="716739" y="100778"/>
                </a:lnTo>
                <a:lnTo>
                  <a:pt x="717107" y="97751"/>
                </a:lnTo>
                <a:lnTo>
                  <a:pt x="717371" y="94691"/>
                </a:lnTo>
                <a:lnTo>
                  <a:pt x="717529" y="91598"/>
                </a:lnTo>
                <a:lnTo>
                  <a:pt x="717582" y="88473"/>
                </a:lnTo>
                <a:lnTo>
                  <a:pt x="717529" y="85347"/>
                </a:lnTo>
                <a:lnTo>
                  <a:pt x="717371" y="82254"/>
                </a:lnTo>
                <a:lnTo>
                  <a:pt x="717107" y="79195"/>
                </a:lnTo>
                <a:lnTo>
                  <a:pt x="716739" y="76168"/>
                </a:lnTo>
                <a:lnTo>
                  <a:pt x="716265" y="73174"/>
                </a:lnTo>
                <a:lnTo>
                  <a:pt x="715685" y="70213"/>
                </a:lnTo>
                <a:lnTo>
                  <a:pt x="715001" y="67284"/>
                </a:lnTo>
                <a:lnTo>
                  <a:pt x="714211" y="64389"/>
                </a:lnTo>
                <a:lnTo>
                  <a:pt x="713315" y="61526"/>
                </a:lnTo>
                <a:lnTo>
                  <a:pt x="712314" y="58697"/>
                </a:lnTo>
                <a:lnTo>
                  <a:pt x="711208" y="55900"/>
                </a:lnTo>
                <a:lnTo>
                  <a:pt x="709997" y="53136"/>
                </a:lnTo>
                <a:lnTo>
                  <a:pt x="708694" y="50429"/>
                </a:lnTo>
                <a:lnTo>
                  <a:pt x="707313" y="47803"/>
                </a:lnTo>
                <a:lnTo>
                  <a:pt x="705854" y="45258"/>
                </a:lnTo>
                <a:lnTo>
                  <a:pt x="704317" y="42794"/>
                </a:lnTo>
                <a:lnTo>
                  <a:pt x="702702" y="40411"/>
                </a:lnTo>
                <a:lnTo>
                  <a:pt x="701009" y="38109"/>
                </a:lnTo>
                <a:lnTo>
                  <a:pt x="699239" y="35888"/>
                </a:lnTo>
                <a:lnTo>
                  <a:pt x="697390" y="33748"/>
                </a:lnTo>
                <a:lnTo>
                  <a:pt x="695463" y="31689"/>
                </a:lnTo>
                <a:lnTo>
                  <a:pt x="693459" y="29711"/>
                </a:lnTo>
                <a:lnTo>
                  <a:pt x="691376" y="27814"/>
                </a:lnTo>
                <a:lnTo>
                  <a:pt x="689216" y="25998"/>
                </a:lnTo>
                <a:lnTo>
                  <a:pt x="686981" y="24285"/>
                </a:lnTo>
                <a:lnTo>
                  <a:pt x="684675" y="22697"/>
                </a:lnTo>
                <a:lnTo>
                  <a:pt x="682297" y="21233"/>
                </a:lnTo>
                <a:lnTo>
                  <a:pt x="679848" y="19894"/>
                </a:lnTo>
                <a:lnTo>
                  <a:pt x="677328" y="18681"/>
                </a:lnTo>
                <a:lnTo>
                  <a:pt x="674737" y="17592"/>
                </a:lnTo>
                <a:lnTo>
                  <a:pt x="672075" y="16627"/>
                </a:lnTo>
                <a:lnTo>
                  <a:pt x="669341" y="15788"/>
                </a:lnTo>
                <a:lnTo>
                  <a:pt x="666536" y="15073"/>
                </a:lnTo>
                <a:lnTo>
                  <a:pt x="663660" y="14484"/>
                </a:lnTo>
                <a:lnTo>
                  <a:pt x="660712" y="14019"/>
                </a:lnTo>
                <a:lnTo>
                  <a:pt x="657694" y="13679"/>
                </a:lnTo>
                <a:lnTo>
                  <a:pt x="657694" y="0"/>
                </a:lnTo>
                <a:close/>
                <a:moveTo>
                  <a:pt x="906591" y="88604"/>
                </a:moveTo>
                <a:lnTo>
                  <a:pt x="907920" y="89320"/>
                </a:lnTo>
                <a:lnTo>
                  <a:pt x="909188" y="90032"/>
                </a:lnTo>
                <a:lnTo>
                  <a:pt x="910397" y="90743"/>
                </a:lnTo>
                <a:lnTo>
                  <a:pt x="911545" y="91451"/>
                </a:lnTo>
                <a:lnTo>
                  <a:pt x="912633" y="92156"/>
                </a:lnTo>
                <a:lnTo>
                  <a:pt x="913660" y="92860"/>
                </a:lnTo>
                <a:lnTo>
                  <a:pt x="914628" y="93560"/>
                </a:lnTo>
                <a:lnTo>
                  <a:pt x="915535" y="94259"/>
                </a:lnTo>
                <a:lnTo>
                  <a:pt x="916381" y="94954"/>
                </a:lnTo>
                <a:lnTo>
                  <a:pt x="917168" y="95648"/>
                </a:lnTo>
                <a:lnTo>
                  <a:pt x="917894" y="96339"/>
                </a:lnTo>
                <a:lnTo>
                  <a:pt x="918560" y="97027"/>
                </a:lnTo>
                <a:lnTo>
                  <a:pt x="919182" y="97716"/>
                </a:lnTo>
                <a:lnTo>
                  <a:pt x="919777" y="98407"/>
                </a:lnTo>
                <a:lnTo>
                  <a:pt x="920346" y="99102"/>
                </a:lnTo>
                <a:lnTo>
                  <a:pt x="920888" y="99799"/>
                </a:lnTo>
                <a:lnTo>
                  <a:pt x="921403" y="100500"/>
                </a:lnTo>
                <a:lnTo>
                  <a:pt x="921892" y="101204"/>
                </a:lnTo>
                <a:lnTo>
                  <a:pt x="922353" y="101911"/>
                </a:lnTo>
                <a:lnTo>
                  <a:pt x="922788" y="102621"/>
                </a:lnTo>
                <a:lnTo>
                  <a:pt x="923196" y="103334"/>
                </a:lnTo>
                <a:lnTo>
                  <a:pt x="923577" y="104050"/>
                </a:lnTo>
                <a:lnTo>
                  <a:pt x="923931" y="104769"/>
                </a:lnTo>
                <a:lnTo>
                  <a:pt x="924259" y="105491"/>
                </a:lnTo>
                <a:lnTo>
                  <a:pt x="924560" y="106224"/>
                </a:lnTo>
                <a:lnTo>
                  <a:pt x="924835" y="106974"/>
                </a:lnTo>
                <a:lnTo>
                  <a:pt x="925084" y="107742"/>
                </a:lnTo>
                <a:lnTo>
                  <a:pt x="925306" y="108528"/>
                </a:lnTo>
                <a:lnTo>
                  <a:pt x="925503" y="109331"/>
                </a:lnTo>
                <a:lnTo>
                  <a:pt x="925673" y="110152"/>
                </a:lnTo>
                <a:lnTo>
                  <a:pt x="925817" y="110991"/>
                </a:lnTo>
                <a:lnTo>
                  <a:pt x="925935" y="111847"/>
                </a:lnTo>
                <a:lnTo>
                  <a:pt x="926026" y="112721"/>
                </a:lnTo>
                <a:lnTo>
                  <a:pt x="926092" y="113613"/>
                </a:lnTo>
                <a:lnTo>
                  <a:pt x="926131" y="114522"/>
                </a:lnTo>
                <a:lnTo>
                  <a:pt x="926144" y="115449"/>
                </a:lnTo>
                <a:lnTo>
                  <a:pt x="926132" y="116304"/>
                </a:lnTo>
                <a:lnTo>
                  <a:pt x="926096" y="117201"/>
                </a:lnTo>
                <a:lnTo>
                  <a:pt x="926035" y="118141"/>
                </a:lnTo>
                <a:lnTo>
                  <a:pt x="925949" y="119123"/>
                </a:lnTo>
                <a:lnTo>
                  <a:pt x="925840" y="120147"/>
                </a:lnTo>
                <a:lnTo>
                  <a:pt x="925706" y="121214"/>
                </a:lnTo>
                <a:lnTo>
                  <a:pt x="925548" y="122324"/>
                </a:lnTo>
                <a:lnTo>
                  <a:pt x="925365" y="123476"/>
                </a:lnTo>
                <a:lnTo>
                  <a:pt x="925158" y="124670"/>
                </a:lnTo>
                <a:lnTo>
                  <a:pt x="924926" y="125907"/>
                </a:lnTo>
                <a:lnTo>
                  <a:pt x="924671" y="127187"/>
                </a:lnTo>
                <a:lnTo>
                  <a:pt x="924391" y="128508"/>
                </a:lnTo>
                <a:lnTo>
                  <a:pt x="922199" y="138493"/>
                </a:lnTo>
                <a:lnTo>
                  <a:pt x="921918" y="139817"/>
                </a:lnTo>
                <a:lnTo>
                  <a:pt x="921663" y="141081"/>
                </a:lnTo>
                <a:lnTo>
                  <a:pt x="921431" y="142288"/>
                </a:lnTo>
                <a:lnTo>
                  <a:pt x="921224" y="143437"/>
                </a:lnTo>
                <a:lnTo>
                  <a:pt x="921042" y="144527"/>
                </a:lnTo>
                <a:lnTo>
                  <a:pt x="920883" y="145559"/>
                </a:lnTo>
                <a:lnTo>
                  <a:pt x="920749" y="146533"/>
                </a:lnTo>
                <a:lnTo>
                  <a:pt x="920640" y="147449"/>
                </a:lnTo>
                <a:lnTo>
                  <a:pt x="920554" y="148307"/>
                </a:lnTo>
                <a:lnTo>
                  <a:pt x="920494" y="149106"/>
                </a:lnTo>
                <a:lnTo>
                  <a:pt x="920457" y="149848"/>
                </a:lnTo>
                <a:lnTo>
                  <a:pt x="920445" y="150531"/>
                </a:lnTo>
                <a:lnTo>
                  <a:pt x="920474" y="151406"/>
                </a:lnTo>
                <a:lnTo>
                  <a:pt x="920561" y="152260"/>
                </a:lnTo>
                <a:lnTo>
                  <a:pt x="920705" y="153090"/>
                </a:lnTo>
                <a:lnTo>
                  <a:pt x="920908" y="153899"/>
                </a:lnTo>
                <a:lnTo>
                  <a:pt x="921168" y="154685"/>
                </a:lnTo>
                <a:lnTo>
                  <a:pt x="921486" y="155448"/>
                </a:lnTo>
                <a:lnTo>
                  <a:pt x="921862" y="156190"/>
                </a:lnTo>
                <a:lnTo>
                  <a:pt x="922296" y="156908"/>
                </a:lnTo>
                <a:lnTo>
                  <a:pt x="922788" y="157605"/>
                </a:lnTo>
                <a:lnTo>
                  <a:pt x="923337" y="158279"/>
                </a:lnTo>
                <a:lnTo>
                  <a:pt x="923945" y="158930"/>
                </a:lnTo>
                <a:lnTo>
                  <a:pt x="924610" y="159559"/>
                </a:lnTo>
                <a:lnTo>
                  <a:pt x="925365" y="160151"/>
                </a:lnTo>
                <a:lnTo>
                  <a:pt x="926243" y="160692"/>
                </a:lnTo>
                <a:lnTo>
                  <a:pt x="927243" y="161181"/>
                </a:lnTo>
                <a:lnTo>
                  <a:pt x="928366" y="161619"/>
                </a:lnTo>
                <a:lnTo>
                  <a:pt x="929611" y="162005"/>
                </a:lnTo>
                <a:lnTo>
                  <a:pt x="930978" y="162340"/>
                </a:lnTo>
                <a:lnTo>
                  <a:pt x="932468" y="162623"/>
                </a:lnTo>
                <a:lnTo>
                  <a:pt x="934080" y="162855"/>
                </a:lnTo>
                <a:lnTo>
                  <a:pt x="935814" y="163035"/>
                </a:lnTo>
                <a:lnTo>
                  <a:pt x="937671" y="163164"/>
                </a:lnTo>
                <a:lnTo>
                  <a:pt x="939650" y="163241"/>
                </a:lnTo>
                <a:lnTo>
                  <a:pt x="941752" y="163267"/>
                </a:lnTo>
                <a:lnTo>
                  <a:pt x="955343" y="163267"/>
                </a:lnTo>
                <a:lnTo>
                  <a:pt x="955343" y="176945"/>
                </a:lnTo>
                <a:lnTo>
                  <a:pt x="941577" y="176945"/>
                </a:lnTo>
                <a:lnTo>
                  <a:pt x="937691" y="176892"/>
                </a:lnTo>
                <a:lnTo>
                  <a:pt x="934043" y="176731"/>
                </a:lnTo>
                <a:lnTo>
                  <a:pt x="930633" y="176464"/>
                </a:lnTo>
                <a:lnTo>
                  <a:pt x="927460" y="176089"/>
                </a:lnTo>
                <a:lnTo>
                  <a:pt x="924524" y="175607"/>
                </a:lnTo>
                <a:lnTo>
                  <a:pt x="921826" y="175018"/>
                </a:lnTo>
                <a:lnTo>
                  <a:pt x="919365" y="174322"/>
                </a:lnTo>
                <a:lnTo>
                  <a:pt x="917142" y="173520"/>
                </a:lnTo>
                <a:lnTo>
                  <a:pt x="915156" y="172610"/>
                </a:lnTo>
                <a:lnTo>
                  <a:pt x="913408" y="171593"/>
                </a:lnTo>
                <a:lnTo>
                  <a:pt x="911898" y="170469"/>
                </a:lnTo>
                <a:lnTo>
                  <a:pt x="910624" y="169237"/>
                </a:lnTo>
                <a:lnTo>
                  <a:pt x="909518" y="167939"/>
                </a:lnTo>
                <a:lnTo>
                  <a:pt x="908508" y="166612"/>
                </a:lnTo>
                <a:lnTo>
                  <a:pt x="907594" y="165258"/>
                </a:lnTo>
                <a:lnTo>
                  <a:pt x="906776" y="163875"/>
                </a:lnTo>
                <a:lnTo>
                  <a:pt x="906054" y="162464"/>
                </a:lnTo>
                <a:lnTo>
                  <a:pt x="905429" y="161026"/>
                </a:lnTo>
                <a:lnTo>
                  <a:pt x="904900" y="159560"/>
                </a:lnTo>
                <a:lnTo>
                  <a:pt x="904467" y="158065"/>
                </a:lnTo>
                <a:lnTo>
                  <a:pt x="904130" y="156543"/>
                </a:lnTo>
                <a:lnTo>
                  <a:pt x="903890" y="154992"/>
                </a:lnTo>
                <a:lnTo>
                  <a:pt x="903745" y="153414"/>
                </a:lnTo>
                <a:lnTo>
                  <a:pt x="903697" y="151808"/>
                </a:lnTo>
                <a:lnTo>
                  <a:pt x="903706" y="150941"/>
                </a:lnTo>
                <a:lnTo>
                  <a:pt x="903734" y="150063"/>
                </a:lnTo>
                <a:lnTo>
                  <a:pt x="903780" y="149174"/>
                </a:lnTo>
                <a:lnTo>
                  <a:pt x="903843" y="148275"/>
                </a:lnTo>
                <a:lnTo>
                  <a:pt x="903926" y="147364"/>
                </a:lnTo>
                <a:lnTo>
                  <a:pt x="904026" y="146442"/>
                </a:lnTo>
                <a:lnTo>
                  <a:pt x="904145" y="145510"/>
                </a:lnTo>
                <a:lnTo>
                  <a:pt x="904282" y="144566"/>
                </a:lnTo>
                <a:lnTo>
                  <a:pt x="904437" y="143612"/>
                </a:lnTo>
                <a:lnTo>
                  <a:pt x="904611" y="142646"/>
                </a:lnTo>
                <a:lnTo>
                  <a:pt x="904802" y="141670"/>
                </a:lnTo>
                <a:lnTo>
                  <a:pt x="905013" y="140683"/>
                </a:lnTo>
                <a:lnTo>
                  <a:pt x="906591" y="133676"/>
                </a:lnTo>
                <a:lnTo>
                  <a:pt x="908081" y="126056"/>
                </a:lnTo>
                <a:lnTo>
                  <a:pt x="909134" y="121414"/>
                </a:lnTo>
                <a:lnTo>
                  <a:pt x="909232" y="120875"/>
                </a:lnTo>
                <a:lnTo>
                  <a:pt x="909321" y="120339"/>
                </a:lnTo>
                <a:lnTo>
                  <a:pt x="909402" y="119804"/>
                </a:lnTo>
                <a:lnTo>
                  <a:pt x="909475" y="119273"/>
                </a:lnTo>
                <a:lnTo>
                  <a:pt x="909539" y="118743"/>
                </a:lnTo>
                <a:lnTo>
                  <a:pt x="909594" y="118217"/>
                </a:lnTo>
                <a:lnTo>
                  <a:pt x="909641" y="117692"/>
                </a:lnTo>
                <a:lnTo>
                  <a:pt x="909679" y="117170"/>
                </a:lnTo>
                <a:lnTo>
                  <a:pt x="909709" y="116651"/>
                </a:lnTo>
                <a:lnTo>
                  <a:pt x="909730" y="116133"/>
                </a:lnTo>
                <a:lnTo>
                  <a:pt x="909743" y="115619"/>
                </a:lnTo>
                <a:lnTo>
                  <a:pt x="909747" y="115107"/>
                </a:lnTo>
                <a:lnTo>
                  <a:pt x="909709" y="113765"/>
                </a:lnTo>
                <a:lnTo>
                  <a:pt x="909595" y="112457"/>
                </a:lnTo>
                <a:lnTo>
                  <a:pt x="909405" y="111181"/>
                </a:lnTo>
                <a:lnTo>
                  <a:pt x="909139" y="109939"/>
                </a:lnTo>
                <a:lnTo>
                  <a:pt x="908796" y="108729"/>
                </a:lnTo>
                <a:lnTo>
                  <a:pt x="908377" y="107552"/>
                </a:lnTo>
                <a:lnTo>
                  <a:pt x="907883" y="106408"/>
                </a:lnTo>
                <a:lnTo>
                  <a:pt x="907312" y="105297"/>
                </a:lnTo>
                <a:lnTo>
                  <a:pt x="906665" y="104219"/>
                </a:lnTo>
                <a:lnTo>
                  <a:pt x="905942" y="103173"/>
                </a:lnTo>
                <a:lnTo>
                  <a:pt x="905143" y="102161"/>
                </a:lnTo>
                <a:lnTo>
                  <a:pt x="904267" y="101181"/>
                </a:lnTo>
                <a:lnTo>
                  <a:pt x="903296" y="100258"/>
                </a:lnTo>
                <a:lnTo>
                  <a:pt x="902208" y="99415"/>
                </a:lnTo>
                <a:lnTo>
                  <a:pt x="901004" y="98652"/>
                </a:lnTo>
                <a:lnTo>
                  <a:pt x="899683" y="97969"/>
                </a:lnTo>
                <a:lnTo>
                  <a:pt x="898247" y="97367"/>
                </a:lnTo>
                <a:lnTo>
                  <a:pt x="896694" y="96845"/>
                </a:lnTo>
                <a:lnTo>
                  <a:pt x="895024" y="96403"/>
                </a:lnTo>
                <a:lnTo>
                  <a:pt x="893239" y="96042"/>
                </a:lnTo>
                <a:lnTo>
                  <a:pt x="891337" y="95761"/>
                </a:lnTo>
                <a:lnTo>
                  <a:pt x="889318" y="95560"/>
                </a:lnTo>
                <a:lnTo>
                  <a:pt x="887184" y="95440"/>
                </a:lnTo>
                <a:lnTo>
                  <a:pt x="884933" y="95400"/>
                </a:lnTo>
                <a:lnTo>
                  <a:pt x="877129" y="95400"/>
                </a:lnTo>
                <a:lnTo>
                  <a:pt x="877129" y="81721"/>
                </a:lnTo>
                <a:lnTo>
                  <a:pt x="884933" y="81721"/>
                </a:lnTo>
                <a:lnTo>
                  <a:pt x="887156" y="81681"/>
                </a:lnTo>
                <a:lnTo>
                  <a:pt x="889267" y="81563"/>
                </a:lnTo>
                <a:lnTo>
                  <a:pt x="891265" y="81364"/>
                </a:lnTo>
                <a:lnTo>
                  <a:pt x="893151" y="81087"/>
                </a:lnTo>
                <a:lnTo>
                  <a:pt x="894924" y="80731"/>
                </a:lnTo>
                <a:lnTo>
                  <a:pt x="896584" y="80295"/>
                </a:lnTo>
                <a:lnTo>
                  <a:pt x="898132" y="79780"/>
                </a:lnTo>
                <a:lnTo>
                  <a:pt x="899566" y="79186"/>
                </a:lnTo>
                <a:lnTo>
                  <a:pt x="900889" y="78512"/>
                </a:lnTo>
                <a:lnTo>
                  <a:pt x="902098" y="77759"/>
                </a:lnTo>
                <a:lnTo>
                  <a:pt x="903195" y="76927"/>
                </a:lnTo>
                <a:lnTo>
                  <a:pt x="904180" y="76016"/>
                </a:lnTo>
                <a:lnTo>
                  <a:pt x="905069" y="75046"/>
                </a:lnTo>
                <a:lnTo>
                  <a:pt x="905881" y="74036"/>
                </a:lnTo>
                <a:lnTo>
                  <a:pt x="906616" y="72988"/>
                </a:lnTo>
                <a:lnTo>
                  <a:pt x="907273" y="71900"/>
                </a:lnTo>
                <a:lnTo>
                  <a:pt x="907853" y="70774"/>
                </a:lnTo>
                <a:lnTo>
                  <a:pt x="908355" y="69608"/>
                </a:lnTo>
                <a:lnTo>
                  <a:pt x="908781" y="68404"/>
                </a:lnTo>
                <a:lnTo>
                  <a:pt x="909129" y="67160"/>
                </a:lnTo>
                <a:lnTo>
                  <a:pt x="909399" y="65877"/>
                </a:lnTo>
                <a:lnTo>
                  <a:pt x="909593" y="64556"/>
                </a:lnTo>
                <a:lnTo>
                  <a:pt x="909709" y="63195"/>
                </a:lnTo>
                <a:lnTo>
                  <a:pt x="909747" y="61795"/>
                </a:lnTo>
                <a:lnTo>
                  <a:pt x="909743" y="61270"/>
                </a:lnTo>
                <a:lnTo>
                  <a:pt x="909730" y="60747"/>
                </a:lnTo>
                <a:lnTo>
                  <a:pt x="909709" y="60226"/>
                </a:lnTo>
                <a:lnTo>
                  <a:pt x="909679" y="59708"/>
                </a:lnTo>
                <a:lnTo>
                  <a:pt x="909641" y="59193"/>
                </a:lnTo>
                <a:lnTo>
                  <a:pt x="909594" y="58679"/>
                </a:lnTo>
                <a:lnTo>
                  <a:pt x="909539" y="58169"/>
                </a:lnTo>
                <a:lnTo>
                  <a:pt x="909475" y="57660"/>
                </a:lnTo>
                <a:lnTo>
                  <a:pt x="909402" y="57155"/>
                </a:lnTo>
                <a:lnTo>
                  <a:pt x="909321" y="56651"/>
                </a:lnTo>
                <a:lnTo>
                  <a:pt x="909232" y="56150"/>
                </a:lnTo>
                <a:lnTo>
                  <a:pt x="909134" y="55652"/>
                </a:lnTo>
                <a:lnTo>
                  <a:pt x="908081" y="51087"/>
                </a:lnTo>
                <a:lnTo>
                  <a:pt x="906591" y="43450"/>
                </a:lnTo>
                <a:lnTo>
                  <a:pt x="905013" y="36427"/>
                </a:lnTo>
                <a:lnTo>
                  <a:pt x="904802" y="35424"/>
                </a:lnTo>
                <a:lnTo>
                  <a:pt x="904611" y="34433"/>
                </a:lnTo>
                <a:lnTo>
                  <a:pt x="904437" y="33454"/>
                </a:lnTo>
                <a:lnTo>
                  <a:pt x="904282" y="32487"/>
                </a:lnTo>
                <a:lnTo>
                  <a:pt x="904145" y="31533"/>
                </a:lnTo>
                <a:lnTo>
                  <a:pt x="904026" y="30591"/>
                </a:lnTo>
                <a:lnTo>
                  <a:pt x="903926" y="29660"/>
                </a:lnTo>
                <a:lnTo>
                  <a:pt x="903843" y="28743"/>
                </a:lnTo>
                <a:lnTo>
                  <a:pt x="903780" y="27837"/>
                </a:lnTo>
                <a:lnTo>
                  <a:pt x="903734" y="26943"/>
                </a:lnTo>
                <a:lnTo>
                  <a:pt x="903706" y="26062"/>
                </a:lnTo>
                <a:lnTo>
                  <a:pt x="903697" y="25193"/>
                </a:lnTo>
                <a:lnTo>
                  <a:pt x="903745" y="23596"/>
                </a:lnTo>
                <a:lnTo>
                  <a:pt x="903890" y="22026"/>
                </a:lnTo>
                <a:lnTo>
                  <a:pt x="904130" y="20482"/>
                </a:lnTo>
                <a:lnTo>
                  <a:pt x="904467" y="18965"/>
                </a:lnTo>
                <a:lnTo>
                  <a:pt x="904900" y="17474"/>
                </a:lnTo>
                <a:lnTo>
                  <a:pt x="905429" y="16008"/>
                </a:lnTo>
                <a:lnTo>
                  <a:pt x="906054" y="14569"/>
                </a:lnTo>
                <a:lnTo>
                  <a:pt x="906776" y="13157"/>
                </a:lnTo>
                <a:lnTo>
                  <a:pt x="907594" y="11770"/>
                </a:lnTo>
                <a:lnTo>
                  <a:pt x="908508" y="10410"/>
                </a:lnTo>
                <a:lnTo>
                  <a:pt x="909518" y="9076"/>
                </a:lnTo>
                <a:lnTo>
                  <a:pt x="910624" y="7768"/>
                </a:lnTo>
                <a:lnTo>
                  <a:pt x="911898" y="6527"/>
                </a:lnTo>
                <a:lnTo>
                  <a:pt x="913408" y="5395"/>
                </a:lnTo>
                <a:lnTo>
                  <a:pt x="915156" y="4370"/>
                </a:lnTo>
                <a:lnTo>
                  <a:pt x="917142" y="3453"/>
                </a:lnTo>
                <a:lnTo>
                  <a:pt x="919365" y="2643"/>
                </a:lnTo>
                <a:lnTo>
                  <a:pt x="921826" y="1942"/>
                </a:lnTo>
                <a:lnTo>
                  <a:pt x="924524" y="1349"/>
                </a:lnTo>
                <a:lnTo>
                  <a:pt x="927460" y="863"/>
                </a:lnTo>
                <a:lnTo>
                  <a:pt x="930633" y="486"/>
                </a:lnTo>
                <a:lnTo>
                  <a:pt x="934043" y="216"/>
                </a:lnTo>
                <a:lnTo>
                  <a:pt x="937691" y="54"/>
                </a:lnTo>
                <a:lnTo>
                  <a:pt x="941577" y="0"/>
                </a:lnTo>
                <a:lnTo>
                  <a:pt x="955343" y="0"/>
                </a:lnTo>
                <a:lnTo>
                  <a:pt x="955343" y="13679"/>
                </a:lnTo>
                <a:lnTo>
                  <a:pt x="941752" y="13679"/>
                </a:lnTo>
                <a:lnTo>
                  <a:pt x="939664" y="13705"/>
                </a:lnTo>
                <a:lnTo>
                  <a:pt x="937697" y="13782"/>
                </a:lnTo>
                <a:lnTo>
                  <a:pt x="935850" y="13912"/>
                </a:lnTo>
                <a:lnTo>
                  <a:pt x="934123" y="14093"/>
                </a:lnTo>
                <a:lnTo>
                  <a:pt x="932518" y="14327"/>
                </a:lnTo>
                <a:lnTo>
                  <a:pt x="931033" y="14612"/>
                </a:lnTo>
                <a:lnTo>
                  <a:pt x="929668" y="14949"/>
                </a:lnTo>
                <a:lnTo>
                  <a:pt x="928424" y="15337"/>
                </a:lnTo>
                <a:lnTo>
                  <a:pt x="927301" y="15778"/>
                </a:lnTo>
                <a:lnTo>
                  <a:pt x="926298" y="16270"/>
                </a:lnTo>
                <a:lnTo>
                  <a:pt x="925415" y="16815"/>
                </a:lnTo>
                <a:lnTo>
                  <a:pt x="924654" y="17411"/>
                </a:lnTo>
                <a:lnTo>
                  <a:pt x="923981" y="18045"/>
                </a:lnTo>
                <a:lnTo>
                  <a:pt x="923368" y="18702"/>
                </a:lnTo>
                <a:lnTo>
                  <a:pt x="922812" y="19384"/>
                </a:lnTo>
                <a:lnTo>
                  <a:pt x="922315" y="20089"/>
                </a:lnTo>
                <a:lnTo>
                  <a:pt x="921877" y="20818"/>
                </a:lnTo>
                <a:lnTo>
                  <a:pt x="921497" y="21572"/>
                </a:lnTo>
                <a:lnTo>
                  <a:pt x="921176" y="22348"/>
                </a:lnTo>
                <a:lnTo>
                  <a:pt x="920912" y="23149"/>
                </a:lnTo>
                <a:lnTo>
                  <a:pt x="920708" y="23974"/>
                </a:lnTo>
                <a:lnTo>
                  <a:pt x="920562" y="24822"/>
                </a:lnTo>
                <a:lnTo>
                  <a:pt x="920474" y="25694"/>
                </a:lnTo>
                <a:lnTo>
                  <a:pt x="920445" y="26590"/>
                </a:lnTo>
                <a:lnTo>
                  <a:pt x="920457" y="27264"/>
                </a:lnTo>
                <a:lnTo>
                  <a:pt x="920494" y="27997"/>
                </a:lnTo>
                <a:lnTo>
                  <a:pt x="920554" y="28791"/>
                </a:lnTo>
                <a:lnTo>
                  <a:pt x="920640" y="29644"/>
                </a:lnTo>
                <a:lnTo>
                  <a:pt x="920749" y="30557"/>
                </a:lnTo>
                <a:lnTo>
                  <a:pt x="920883" y="31530"/>
                </a:lnTo>
                <a:lnTo>
                  <a:pt x="921042" y="32562"/>
                </a:lnTo>
                <a:lnTo>
                  <a:pt x="921224" y="33655"/>
                </a:lnTo>
                <a:lnTo>
                  <a:pt x="921431" y="34807"/>
                </a:lnTo>
                <a:lnTo>
                  <a:pt x="921663" y="36019"/>
                </a:lnTo>
                <a:lnTo>
                  <a:pt x="921918" y="37290"/>
                </a:lnTo>
                <a:lnTo>
                  <a:pt x="922199" y="38622"/>
                </a:lnTo>
                <a:lnTo>
                  <a:pt x="924391" y="48629"/>
                </a:lnTo>
                <a:lnTo>
                  <a:pt x="924671" y="49953"/>
                </a:lnTo>
                <a:lnTo>
                  <a:pt x="924926" y="51235"/>
                </a:lnTo>
                <a:lnTo>
                  <a:pt x="925158" y="52475"/>
                </a:lnTo>
                <a:lnTo>
                  <a:pt x="925365" y="53671"/>
                </a:lnTo>
                <a:lnTo>
                  <a:pt x="925548" y="54826"/>
                </a:lnTo>
                <a:lnTo>
                  <a:pt x="925706" y="55937"/>
                </a:lnTo>
                <a:lnTo>
                  <a:pt x="925840" y="57006"/>
                </a:lnTo>
                <a:lnTo>
                  <a:pt x="925949" y="58033"/>
                </a:lnTo>
                <a:lnTo>
                  <a:pt x="926035" y="59017"/>
                </a:lnTo>
                <a:lnTo>
                  <a:pt x="926096" y="59958"/>
                </a:lnTo>
                <a:lnTo>
                  <a:pt x="926132" y="60857"/>
                </a:lnTo>
                <a:lnTo>
                  <a:pt x="926144" y="61713"/>
                </a:lnTo>
                <a:lnTo>
                  <a:pt x="926131" y="62641"/>
                </a:lnTo>
                <a:lnTo>
                  <a:pt x="926092" y="63553"/>
                </a:lnTo>
                <a:lnTo>
                  <a:pt x="926026" y="64446"/>
                </a:lnTo>
                <a:lnTo>
                  <a:pt x="925935" y="65321"/>
                </a:lnTo>
                <a:lnTo>
                  <a:pt x="925817" y="66179"/>
                </a:lnTo>
                <a:lnTo>
                  <a:pt x="925673" y="67020"/>
                </a:lnTo>
                <a:lnTo>
                  <a:pt x="925503" y="67842"/>
                </a:lnTo>
                <a:lnTo>
                  <a:pt x="925306" y="68647"/>
                </a:lnTo>
                <a:lnTo>
                  <a:pt x="925084" y="69434"/>
                </a:lnTo>
                <a:lnTo>
                  <a:pt x="924835" y="70204"/>
                </a:lnTo>
                <a:lnTo>
                  <a:pt x="924560" y="70955"/>
                </a:lnTo>
                <a:lnTo>
                  <a:pt x="924259" y="71689"/>
                </a:lnTo>
                <a:lnTo>
                  <a:pt x="923931" y="72413"/>
                </a:lnTo>
                <a:lnTo>
                  <a:pt x="923577" y="73133"/>
                </a:lnTo>
                <a:lnTo>
                  <a:pt x="923196" y="73850"/>
                </a:lnTo>
                <a:lnTo>
                  <a:pt x="922788" y="74564"/>
                </a:lnTo>
                <a:lnTo>
                  <a:pt x="922353" y="75275"/>
                </a:lnTo>
                <a:lnTo>
                  <a:pt x="921892" y="75983"/>
                </a:lnTo>
                <a:lnTo>
                  <a:pt x="921403" y="76688"/>
                </a:lnTo>
                <a:lnTo>
                  <a:pt x="920888" y="77390"/>
                </a:lnTo>
                <a:lnTo>
                  <a:pt x="920346" y="78089"/>
                </a:lnTo>
                <a:lnTo>
                  <a:pt x="919777" y="78785"/>
                </a:lnTo>
                <a:lnTo>
                  <a:pt x="919182" y="79478"/>
                </a:lnTo>
                <a:lnTo>
                  <a:pt x="918560" y="80167"/>
                </a:lnTo>
                <a:lnTo>
                  <a:pt x="917894" y="80857"/>
                </a:lnTo>
                <a:lnTo>
                  <a:pt x="917168" y="81549"/>
                </a:lnTo>
                <a:lnTo>
                  <a:pt x="916381" y="82243"/>
                </a:lnTo>
                <a:lnTo>
                  <a:pt x="915535" y="82940"/>
                </a:lnTo>
                <a:lnTo>
                  <a:pt x="914628" y="83639"/>
                </a:lnTo>
                <a:lnTo>
                  <a:pt x="913660" y="84341"/>
                </a:lnTo>
                <a:lnTo>
                  <a:pt x="912633" y="85046"/>
                </a:lnTo>
                <a:lnTo>
                  <a:pt x="911545" y="85752"/>
                </a:lnTo>
                <a:lnTo>
                  <a:pt x="910397" y="86462"/>
                </a:lnTo>
                <a:lnTo>
                  <a:pt x="909188" y="87173"/>
                </a:lnTo>
                <a:lnTo>
                  <a:pt x="907920" y="87888"/>
                </a:lnTo>
                <a:lnTo>
                  <a:pt x="906591" y="88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" name="Original vector context 8">
            <a:extLst xmlns:a="http://schemas.openxmlformats.org/drawingml/2006/main">
              <a:ext uri="{FF2B5EF4-FFF2-40B4-BE49-F238E27FC236}">
                <a16:creationId xmlns:a16="http://schemas.microsoft.com/office/drawing/2014/main" id="{27C8343D-37C5-4F21-A5DE-AEFAF8C0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5" y="825222"/>
            <a:ext cx="732853" cy="144152"/>
          </a:xfrm>
          <a:custGeom xmlns:a="http://schemas.openxmlformats.org/drawingml/2006/main">
            <a:pathLst>
              <a:path w="732853" h="144152">
                <a:moveTo>
                  <a:pt x="0" y="137584"/>
                </a:moveTo>
                <a:lnTo>
                  <a:pt x="0" y="120420"/>
                </a:lnTo>
                <a:lnTo>
                  <a:pt x="3309" y="122025"/>
                </a:lnTo>
                <a:lnTo>
                  <a:pt x="6545" y="123492"/>
                </a:lnTo>
                <a:lnTo>
                  <a:pt x="9705" y="124818"/>
                </a:lnTo>
                <a:lnTo>
                  <a:pt x="12792" y="126005"/>
                </a:lnTo>
                <a:lnTo>
                  <a:pt x="15804" y="127052"/>
                </a:lnTo>
                <a:lnTo>
                  <a:pt x="18742" y="127960"/>
                </a:lnTo>
                <a:lnTo>
                  <a:pt x="21606" y="128728"/>
                </a:lnTo>
                <a:lnTo>
                  <a:pt x="24396" y="129356"/>
                </a:lnTo>
                <a:lnTo>
                  <a:pt x="27111" y="129845"/>
                </a:lnTo>
                <a:lnTo>
                  <a:pt x="29752" y="130194"/>
                </a:lnTo>
                <a:lnTo>
                  <a:pt x="32318" y="130403"/>
                </a:lnTo>
                <a:lnTo>
                  <a:pt x="34810" y="130473"/>
                </a:lnTo>
                <a:lnTo>
                  <a:pt x="37028" y="130416"/>
                </a:lnTo>
                <a:lnTo>
                  <a:pt x="39181" y="130246"/>
                </a:lnTo>
                <a:lnTo>
                  <a:pt x="41269" y="129962"/>
                </a:lnTo>
                <a:lnTo>
                  <a:pt x="43291" y="129565"/>
                </a:lnTo>
                <a:lnTo>
                  <a:pt x="45249" y="129054"/>
                </a:lnTo>
                <a:lnTo>
                  <a:pt x="47141" y="128430"/>
                </a:lnTo>
                <a:lnTo>
                  <a:pt x="48968" y="127692"/>
                </a:lnTo>
                <a:lnTo>
                  <a:pt x="50730" y="126840"/>
                </a:lnTo>
                <a:lnTo>
                  <a:pt x="52427" y="125875"/>
                </a:lnTo>
                <a:lnTo>
                  <a:pt x="54058" y="124797"/>
                </a:lnTo>
                <a:lnTo>
                  <a:pt x="55625" y="123605"/>
                </a:lnTo>
                <a:lnTo>
                  <a:pt x="57126" y="122299"/>
                </a:lnTo>
                <a:lnTo>
                  <a:pt x="58533" y="120905"/>
                </a:lnTo>
                <a:lnTo>
                  <a:pt x="59818" y="119445"/>
                </a:lnTo>
                <a:lnTo>
                  <a:pt x="60981" y="117920"/>
                </a:lnTo>
                <a:lnTo>
                  <a:pt x="62021" y="116330"/>
                </a:lnTo>
                <a:lnTo>
                  <a:pt x="62939" y="114676"/>
                </a:lnTo>
                <a:lnTo>
                  <a:pt x="63735" y="112956"/>
                </a:lnTo>
                <a:lnTo>
                  <a:pt x="64408" y="111172"/>
                </a:lnTo>
                <a:lnTo>
                  <a:pt x="64959" y="109322"/>
                </a:lnTo>
                <a:lnTo>
                  <a:pt x="65387" y="107408"/>
                </a:lnTo>
                <a:lnTo>
                  <a:pt x="65693" y="105428"/>
                </a:lnTo>
                <a:lnTo>
                  <a:pt x="65877" y="103384"/>
                </a:lnTo>
                <a:lnTo>
                  <a:pt x="65938" y="101274"/>
                </a:lnTo>
                <a:lnTo>
                  <a:pt x="65871" y="99151"/>
                </a:lnTo>
                <a:lnTo>
                  <a:pt x="65669" y="97095"/>
                </a:lnTo>
                <a:lnTo>
                  <a:pt x="65332" y="95106"/>
                </a:lnTo>
                <a:lnTo>
                  <a:pt x="64861" y="93183"/>
                </a:lnTo>
                <a:lnTo>
                  <a:pt x="64256" y="91327"/>
                </a:lnTo>
                <a:lnTo>
                  <a:pt x="63516" y="89538"/>
                </a:lnTo>
                <a:lnTo>
                  <a:pt x="62641" y="87816"/>
                </a:lnTo>
                <a:lnTo>
                  <a:pt x="61632" y="86160"/>
                </a:lnTo>
                <a:lnTo>
                  <a:pt x="60488" y="84571"/>
                </a:lnTo>
                <a:lnTo>
                  <a:pt x="59210" y="83049"/>
                </a:lnTo>
                <a:lnTo>
                  <a:pt x="57797" y="81594"/>
                </a:lnTo>
                <a:lnTo>
                  <a:pt x="56249" y="80206"/>
                </a:lnTo>
                <a:lnTo>
                  <a:pt x="54540" y="78907"/>
                </a:lnTo>
                <a:lnTo>
                  <a:pt x="52643" y="77722"/>
                </a:lnTo>
                <a:lnTo>
                  <a:pt x="50558" y="76649"/>
                </a:lnTo>
                <a:lnTo>
                  <a:pt x="48284" y="75689"/>
                </a:lnTo>
                <a:lnTo>
                  <a:pt x="45823" y="74842"/>
                </a:lnTo>
                <a:lnTo>
                  <a:pt x="43173" y="74108"/>
                </a:lnTo>
                <a:lnTo>
                  <a:pt x="40335" y="73487"/>
                </a:lnTo>
                <a:lnTo>
                  <a:pt x="37309" y="72979"/>
                </a:lnTo>
                <a:lnTo>
                  <a:pt x="34095" y="72584"/>
                </a:lnTo>
                <a:lnTo>
                  <a:pt x="30693" y="72302"/>
                </a:lnTo>
                <a:lnTo>
                  <a:pt x="27102" y="72132"/>
                </a:lnTo>
                <a:lnTo>
                  <a:pt x="23324" y="72076"/>
                </a:lnTo>
                <a:lnTo>
                  <a:pt x="14292" y="72076"/>
                </a:lnTo>
                <a:lnTo>
                  <a:pt x="14292" y="58397"/>
                </a:lnTo>
                <a:lnTo>
                  <a:pt x="26831" y="58397"/>
                </a:lnTo>
                <a:lnTo>
                  <a:pt x="29615" y="58344"/>
                </a:lnTo>
                <a:lnTo>
                  <a:pt x="32268" y="58185"/>
                </a:lnTo>
                <a:lnTo>
                  <a:pt x="34788" y="57920"/>
                </a:lnTo>
                <a:lnTo>
                  <a:pt x="37178" y="57548"/>
                </a:lnTo>
                <a:lnTo>
                  <a:pt x="39436" y="57070"/>
                </a:lnTo>
                <a:lnTo>
                  <a:pt x="41562" y="56487"/>
                </a:lnTo>
                <a:lnTo>
                  <a:pt x="43557" y="55797"/>
                </a:lnTo>
                <a:lnTo>
                  <a:pt x="45420" y="55001"/>
                </a:lnTo>
                <a:lnTo>
                  <a:pt x="47152" y="54099"/>
                </a:lnTo>
                <a:lnTo>
                  <a:pt x="48752" y="53090"/>
                </a:lnTo>
                <a:lnTo>
                  <a:pt x="50221" y="51976"/>
                </a:lnTo>
                <a:lnTo>
                  <a:pt x="51558" y="50755"/>
                </a:lnTo>
                <a:lnTo>
                  <a:pt x="52776" y="49470"/>
                </a:lnTo>
                <a:lnTo>
                  <a:pt x="53889" y="48160"/>
                </a:lnTo>
                <a:lnTo>
                  <a:pt x="54895" y="46827"/>
                </a:lnTo>
                <a:lnTo>
                  <a:pt x="55796" y="45471"/>
                </a:lnTo>
                <a:lnTo>
                  <a:pt x="56591" y="44091"/>
                </a:lnTo>
                <a:lnTo>
                  <a:pt x="57279" y="42687"/>
                </a:lnTo>
                <a:lnTo>
                  <a:pt x="57862" y="41259"/>
                </a:lnTo>
                <a:lnTo>
                  <a:pt x="58339" y="39808"/>
                </a:lnTo>
                <a:lnTo>
                  <a:pt x="58710" y="38333"/>
                </a:lnTo>
                <a:lnTo>
                  <a:pt x="58974" y="36835"/>
                </a:lnTo>
                <a:lnTo>
                  <a:pt x="59133" y="35312"/>
                </a:lnTo>
                <a:lnTo>
                  <a:pt x="59186" y="33766"/>
                </a:lnTo>
                <a:lnTo>
                  <a:pt x="59143" y="32373"/>
                </a:lnTo>
                <a:lnTo>
                  <a:pt x="59013" y="31016"/>
                </a:lnTo>
                <a:lnTo>
                  <a:pt x="58797" y="29697"/>
                </a:lnTo>
                <a:lnTo>
                  <a:pt x="58495" y="28414"/>
                </a:lnTo>
                <a:lnTo>
                  <a:pt x="58106" y="27169"/>
                </a:lnTo>
                <a:lnTo>
                  <a:pt x="57630" y="25960"/>
                </a:lnTo>
                <a:lnTo>
                  <a:pt x="57068" y="24789"/>
                </a:lnTo>
                <a:lnTo>
                  <a:pt x="56419" y="23655"/>
                </a:lnTo>
                <a:lnTo>
                  <a:pt x="55685" y="22557"/>
                </a:lnTo>
                <a:lnTo>
                  <a:pt x="54863" y="21497"/>
                </a:lnTo>
                <a:lnTo>
                  <a:pt x="53955" y="20474"/>
                </a:lnTo>
                <a:lnTo>
                  <a:pt x="52961" y="19488"/>
                </a:lnTo>
                <a:lnTo>
                  <a:pt x="51877" y="18560"/>
                </a:lnTo>
                <a:lnTo>
                  <a:pt x="50701" y="17713"/>
                </a:lnTo>
                <a:lnTo>
                  <a:pt x="49432" y="16946"/>
                </a:lnTo>
                <a:lnTo>
                  <a:pt x="48070" y="16260"/>
                </a:lnTo>
                <a:lnTo>
                  <a:pt x="46616" y="15655"/>
                </a:lnTo>
                <a:lnTo>
                  <a:pt x="45069" y="15131"/>
                </a:lnTo>
                <a:lnTo>
                  <a:pt x="43430" y="14687"/>
                </a:lnTo>
                <a:lnTo>
                  <a:pt x="41698" y="14324"/>
                </a:lnTo>
                <a:lnTo>
                  <a:pt x="39874" y="14042"/>
                </a:lnTo>
                <a:lnTo>
                  <a:pt x="37957" y="13840"/>
                </a:lnTo>
                <a:lnTo>
                  <a:pt x="35948" y="13719"/>
                </a:lnTo>
                <a:lnTo>
                  <a:pt x="33846" y="13679"/>
                </a:lnTo>
                <a:lnTo>
                  <a:pt x="31419" y="13734"/>
                </a:lnTo>
                <a:lnTo>
                  <a:pt x="28962" y="13902"/>
                </a:lnTo>
                <a:lnTo>
                  <a:pt x="26475" y="14181"/>
                </a:lnTo>
                <a:lnTo>
                  <a:pt x="23957" y="14571"/>
                </a:lnTo>
                <a:lnTo>
                  <a:pt x="21409" y="15073"/>
                </a:lnTo>
                <a:lnTo>
                  <a:pt x="18830" y="15687"/>
                </a:lnTo>
                <a:lnTo>
                  <a:pt x="16221" y="16412"/>
                </a:lnTo>
                <a:lnTo>
                  <a:pt x="13581" y="17249"/>
                </a:lnTo>
                <a:lnTo>
                  <a:pt x="10911" y="18198"/>
                </a:lnTo>
                <a:lnTo>
                  <a:pt x="8211" y="19258"/>
                </a:lnTo>
                <a:lnTo>
                  <a:pt x="5480" y="20429"/>
                </a:lnTo>
                <a:lnTo>
                  <a:pt x="2718" y="21713"/>
                </a:lnTo>
                <a:lnTo>
                  <a:pt x="2718" y="6217"/>
                </a:lnTo>
                <a:lnTo>
                  <a:pt x="5475" y="5224"/>
                </a:lnTo>
                <a:lnTo>
                  <a:pt x="8194" y="4318"/>
                </a:lnTo>
                <a:lnTo>
                  <a:pt x="10873" y="3497"/>
                </a:lnTo>
                <a:lnTo>
                  <a:pt x="13513" y="2763"/>
                </a:lnTo>
                <a:lnTo>
                  <a:pt x="16114" y="2116"/>
                </a:lnTo>
                <a:lnTo>
                  <a:pt x="18677" y="1554"/>
                </a:lnTo>
                <a:lnTo>
                  <a:pt x="21200" y="1079"/>
                </a:lnTo>
                <a:lnTo>
                  <a:pt x="23684" y="691"/>
                </a:lnTo>
                <a:lnTo>
                  <a:pt x="26130" y="389"/>
                </a:lnTo>
                <a:lnTo>
                  <a:pt x="28536" y="173"/>
                </a:lnTo>
                <a:lnTo>
                  <a:pt x="30904" y="43"/>
                </a:lnTo>
                <a:lnTo>
                  <a:pt x="33232" y="0"/>
                </a:lnTo>
                <a:lnTo>
                  <a:pt x="37261" y="68"/>
                </a:lnTo>
                <a:lnTo>
                  <a:pt x="41076" y="271"/>
                </a:lnTo>
                <a:lnTo>
                  <a:pt x="44677" y="611"/>
                </a:lnTo>
                <a:lnTo>
                  <a:pt x="48065" y="1085"/>
                </a:lnTo>
                <a:lnTo>
                  <a:pt x="51239" y="1696"/>
                </a:lnTo>
                <a:lnTo>
                  <a:pt x="54199" y="2442"/>
                </a:lnTo>
                <a:lnTo>
                  <a:pt x="56946" y="3324"/>
                </a:lnTo>
                <a:lnTo>
                  <a:pt x="59479" y="4342"/>
                </a:lnTo>
                <a:lnTo>
                  <a:pt x="61798" y="5495"/>
                </a:lnTo>
                <a:lnTo>
                  <a:pt x="63903" y="6784"/>
                </a:lnTo>
                <a:lnTo>
                  <a:pt x="65795" y="8208"/>
                </a:lnTo>
                <a:lnTo>
                  <a:pt x="67472" y="9768"/>
                </a:lnTo>
                <a:lnTo>
                  <a:pt x="68978" y="11416"/>
                </a:lnTo>
                <a:lnTo>
                  <a:pt x="70353" y="13101"/>
                </a:lnTo>
                <a:lnTo>
                  <a:pt x="71596" y="14825"/>
                </a:lnTo>
                <a:lnTo>
                  <a:pt x="72709" y="16587"/>
                </a:lnTo>
                <a:lnTo>
                  <a:pt x="73691" y="18388"/>
                </a:lnTo>
                <a:lnTo>
                  <a:pt x="74542" y="20227"/>
                </a:lnTo>
                <a:lnTo>
                  <a:pt x="75262" y="22104"/>
                </a:lnTo>
                <a:lnTo>
                  <a:pt x="75851" y="24019"/>
                </a:lnTo>
                <a:lnTo>
                  <a:pt x="76309" y="25973"/>
                </a:lnTo>
                <a:lnTo>
                  <a:pt x="76637" y="27965"/>
                </a:lnTo>
                <a:lnTo>
                  <a:pt x="76833" y="29996"/>
                </a:lnTo>
                <a:lnTo>
                  <a:pt x="76898" y="32065"/>
                </a:lnTo>
                <a:lnTo>
                  <a:pt x="76864" y="33605"/>
                </a:lnTo>
                <a:lnTo>
                  <a:pt x="76760" y="35129"/>
                </a:lnTo>
                <a:lnTo>
                  <a:pt x="76586" y="36638"/>
                </a:lnTo>
                <a:lnTo>
                  <a:pt x="76343" y="38131"/>
                </a:lnTo>
                <a:lnTo>
                  <a:pt x="76031" y="39608"/>
                </a:lnTo>
                <a:lnTo>
                  <a:pt x="75649" y="41069"/>
                </a:lnTo>
                <a:lnTo>
                  <a:pt x="75198" y="42514"/>
                </a:lnTo>
                <a:lnTo>
                  <a:pt x="74677" y="43943"/>
                </a:lnTo>
                <a:lnTo>
                  <a:pt x="74087" y="45357"/>
                </a:lnTo>
                <a:lnTo>
                  <a:pt x="73428" y="46755"/>
                </a:lnTo>
                <a:lnTo>
                  <a:pt x="72699" y="48137"/>
                </a:lnTo>
                <a:lnTo>
                  <a:pt x="71900" y="49503"/>
                </a:lnTo>
                <a:lnTo>
                  <a:pt x="71009" y="50848"/>
                </a:lnTo>
                <a:lnTo>
                  <a:pt x="70001" y="52170"/>
                </a:lnTo>
                <a:lnTo>
                  <a:pt x="68875" y="53467"/>
                </a:lnTo>
                <a:lnTo>
                  <a:pt x="67633" y="54739"/>
                </a:lnTo>
                <a:lnTo>
                  <a:pt x="66274" y="55987"/>
                </a:lnTo>
                <a:lnTo>
                  <a:pt x="64798" y="57211"/>
                </a:lnTo>
                <a:lnTo>
                  <a:pt x="63205" y="58411"/>
                </a:lnTo>
                <a:lnTo>
                  <a:pt x="61495" y="59586"/>
                </a:lnTo>
                <a:lnTo>
                  <a:pt x="59669" y="60737"/>
                </a:lnTo>
                <a:lnTo>
                  <a:pt x="57725" y="61864"/>
                </a:lnTo>
                <a:lnTo>
                  <a:pt x="55664" y="62967"/>
                </a:lnTo>
                <a:lnTo>
                  <a:pt x="53487" y="64045"/>
                </a:lnTo>
                <a:lnTo>
                  <a:pt x="55420" y="64640"/>
                </a:lnTo>
                <a:lnTo>
                  <a:pt x="57272" y="65257"/>
                </a:lnTo>
                <a:lnTo>
                  <a:pt x="59044" y="65896"/>
                </a:lnTo>
                <a:lnTo>
                  <a:pt x="60735" y="66557"/>
                </a:lnTo>
                <a:lnTo>
                  <a:pt x="62347" y="67240"/>
                </a:lnTo>
                <a:lnTo>
                  <a:pt x="63877" y="67944"/>
                </a:lnTo>
                <a:lnTo>
                  <a:pt x="65328" y="68671"/>
                </a:lnTo>
                <a:lnTo>
                  <a:pt x="66698" y="69420"/>
                </a:lnTo>
                <a:lnTo>
                  <a:pt x="67988" y="70191"/>
                </a:lnTo>
                <a:lnTo>
                  <a:pt x="69197" y="70984"/>
                </a:lnTo>
                <a:lnTo>
                  <a:pt x="70326" y="71798"/>
                </a:lnTo>
                <a:lnTo>
                  <a:pt x="71374" y="72635"/>
                </a:lnTo>
                <a:lnTo>
                  <a:pt x="72362" y="73495"/>
                </a:lnTo>
                <a:lnTo>
                  <a:pt x="73310" y="74380"/>
                </a:lnTo>
                <a:lnTo>
                  <a:pt x="74216" y="75291"/>
                </a:lnTo>
                <a:lnTo>
                  <a:pt x="75081" y="76228"/>
                </a:lnTo>
                <a:lnTo>
                  <a:pt x="75906" y="77190"/>
                </a:lnTo>
                <a:lnTo>
                  <a:pt x="76690" y="78178"/>
                </a:lnTo>
                <a:lnTo>
                  <a:pt x="77433" y="79191"/>
                </a:lnTo>
                <a:lnTo>
                  <a:pt x="78136" y="80230"/>
                </a:lnTo>
                <a:lnTo>
                  <a:pt x="78797" y="81295"/>
                </a:lnTo>
                <a:lnTo>
                  <a:pt x="79418" y="82385"/>
                </a:lnTo>
                <a:lnTo>
                  <a:pt x="79998" y="83501"/>
                </a:lnTo>
                <a:lnTo>
                  <a:pt x="80537" y="84642"/>
                </a:lnTo>
                <a:lnTo>
                  <a:pt x="81034" y="85808"/>
                </a:lnTo>
                <a:lnTo>
                  <a:pt x="81488" y="86996"/>
                </a:lnTo>
                <a:lnTo>
                  <a:pt x="81899" y="88208"/>
                </a:lnTo>
                <a:lnTo>
                  <a:pt x="82267" y="89443"/>
                </a:lnTo>
                <a:lnTo>
                  <a:pt x="82591" y="90701"/>
                </a:lnTo>
                <a:lnTo>
                  <a:pt x="82872" y="91982"/>
                </a:lnTo>
                <a:lnTo>
                  <a:pt x="83110" y="93286"/>
                </a:lnTo>
                <a:lnTo>
                  <a:pt x="83304" y="94614"/>
                </a:lnTo>
                <a:lnTo>
                  <a:pt x="83456" y="95964"/>
                </a:lnTo>
                <a:lnTo>
                  <a:pt x="83564" y="97337"/>
                </a:lnTo>
                <a:lnTo>
                  <a:pt x="83628" y="98734"/>
                </a:lnTo>
                <a:lnTo>
                  <a:pt x="83650" y="100154"/>
                </a:lnTo>
                <a:lnTo>
                  <a:pt x="83552" y="103292"/>
                </a:lnTo>
                <a:lnTo>
                  <a:pt x="83257" y="106338"/>
                </a:lnTo>
                <a:lnTo>
                  <a:pt x="82765" y="109291"/>
                </a:lnTo>
                <a:lnTo>
                  <a:pt x="82077" y="112151"/>
                </a:lnTo>
                <a:lnTo>
                  <a:pt x="81192" y="114920"/>
                </a:lnTo>
                <a:lnTo>
                  <a:pt x="80110" y="117595"/>
                </a:lnTo>
                <a:lnTo>
                  <a:pt x="78831" y="120178"/>
                </a:lnTo>
                <a:lnTo>
                  <a:pt x="77356" y="122669"/>
                </a:lnTo>
                <a:lnTo>
                  <a:pt x="75685" y="125067"/>
                </a:lnTo>
                <a:lnTo>
                  <a:pt x="73816" y="127373"/>
                </a:lnTo>
                <a:lnTo>
                  <a:pt x="71751" y="129586"/>
                </a:lnTo>
                <a:lnTo>
                  <a:pt x="69489" y="131706"/>
                </a:lnTo>
                <a:lnTo>
                  <a:pt x="67071" y="133694"/>
                </a:lnTo>
                <a:lnTo>
                  <a:pt x="64539" y="135509"/>
                </a:lnTo>
                <a:lnTo>
                  <a:pt x="61891" y="137151"/>
                </a:lnTo>
                <a:lnTo>
                  <a:pt x="59128" y="138620"/>
                </a:lnTo>
                <a:lnTo>
                  <a:pt x="56250" y="139917"/>
                </a:lnTo>
                <a:lnTo>
                  <a:pt x="53257" y="141040"/>
                </a:lnTo>
                <a:lnTo>
                  <a:pt x="50149" y="141991"/>
                </a:lnTo>
                <a:lnTo>
                  <a:pt x="46925" y="142769"/>
                </a:lnTo>
                <a:lnTo>
                  <a:pt x="43587" y="143374"/>
                </a:lnTo>
                <a:lnTo>
                  <a:pt x="40133" y="143806"/>
                </a:lnTo>
                <a:lnTo>
                  <a:pt x="36565" y="144065"/>
                </a:lnTo>
                <a:lnTo>
                  <a:pt x="32881" y="144152"/>
                </a:lnTo>
                <a:lnTo>
                  <a:pt x="31792" y="144145"/>
                </a:lnTo>
                <a:lnTo>
                  <a:pt x="30686" y="144125"/>
                </a:lnTo>
                <a:lnTo>
                  <a:pt x="29563" y="144091"/>
                </a:lnTo>
                <a:lnTo>
                  <a:pt x="28424" y="144045"/>
                </a:lnTo>
                <a:lnTo>
                  <a:pt x="27269" y="143984"/>
                </a:lnTo>
                <a:lnTo>
                  <a:pt x="26097" y="143911"/>
                </a:lnTo>
                <a:lnTo>
                  <a:pt x="24909" y="143823"/>
                </a:lnTo>
                <a:lnTo>
                  <a:pt x="23704" y="143723"/>
                </a:lnTo>
                <a:lnTo>
                  <a:pt x="22483" y="143609"/>
                </a:lnTo>
                <a:lnTo>
                  <a:pt x="21245" y="143482"/>
                </a:lnTo>
                <a:lnTo>
                  <a:pt x="19991" y="143341"/>
                </a:lnTo>
                <a:lnTo>
                  <a:pt x="18720" y="143187"/>
                </a:lnTo>
                <a:lnTo>
                  <a:pt x="17418" y="143001"/>
                </a:lnTo>
                <a:lnTo>
                  <a:pt x="16069" y="142764"/>
                </a:lnTo>
                <a:lnTo>
                  <a:pt x="14673" y="142476"/>
                </a:lnTo>
                <a:lnTo>
                  <a:pt x="13230" y="142137"/>
                </a:lnTo>
                <a:lnTo>
                  <a:pt x="11741" y="141747"/>
                </a:lnTo>
                <a:lnTo>
                  <a:pt x="10204" y="141305"/>
                </a:lnTo>
                <a:lnTo>
                  <a:pt x="8621" y="140813"/>
                </a:lnTo>
                <a:lnTo>
                  <a:pt x="6990" y="140269"/>
                </a:lnTo>
                <a:lnTo>
                  <a:pt x="5313" y="139675"/>
                </a:lnTo>
                <a:lnTo>
                  <a:pt x="3589" y="139029"/>
                </a:lnTo>
                <a:lnTo>
                  <a:pt x="1818" y="138332"/>
                </a:lnTo>
                <a:lnTo>
                  <a:pt x="0" y="137584"/>
                </a:lnTo>
                <a:close/>
                <a:moveTo>
                  <a:pt x="336884" y="4033"/>
                </a:moveTo>
                <a:lnTo>
                  <a:pt x="338965" y="4099"/>
                </a:lnTo>
                <a:lnTo>
                  <a:pt x="340970" y="4296"/>
                </a:lnTo>
                <a:lnTo>
                  <a:pt x="342899" y="4625"/>
                </a:lnTo>
                <a:lnTo>
                  <a:pt x="344751" y="5086"/>
                </a:lnTo>
                <a:lnTo>
                  <a:pt x="346528" y="5678"/>
                </a:lnTo>
                <a:lnTo>
                  <a:pt x="348228" y="6401"/>
                </a:lnTo>
                <a:lnTo>
                  <a:pt x="349852" y="7256"/>
                </a:lnTo>
                <a:lnTo>
                  <a:pt x="351400" y="8242"/>
                </a:lnTo>
                <a:lnTo>
                  <a:pt x="352873" y="9360"/>
                </a:lnTo>
                <a:lnTo>
                  <a:pt x="354268" y="10610"/>
                </a:lnTo>
                <a:lnTo>
                  <a:pt x="355588" y="11991"/>
                </a:lnTo>
                <a:lnTo>
                  <a:pt x="356832" y="13503"/>
                </a:lnTo>
                <a:lnTo>
                  <a:pt x="357987" y="15121"/>
                </a:lnTo>
                <a:lnTo>
                  <a:pt x="359042" y="16816"/>
                </a:lnTo>
                <a:lnTo>
                  <a:pt x="359997" y="18589"/>
                </a:lnTo>
                <a:lnTo>
                  <a:pt x="360851" y="20440"/>
                </a:lnTo>
                <a:lnTo>
                  <a:pt x="361604" y="22369"/>
                </a:lnTo>
                <a:lnTo>
                  <a:pt x="362257" y="24376"/>
                </a:lnTo>
                <a:lnTo>
                  <a:pt x="362810" y="26461"/>
                </a:lnTo>
                <a:lnTo>
                  <a:pt x="363262" y="28624"/>
                </a:lnTo>
                <a:lnTo>
                  <a:pt x="363614" y="30865"/>
                </a:lnTo>
                <a:lnTo>
                  <a:pt x="363865" y="33183"/>
                </a:lnTo>
                <a:lnTo>
                  <a:pt x="364016" y="35580"/>
                </a:lnTo>
                <a:lnTo>
                  <a:pt x="364066" y="38055"/>
                </a:lnTo>
                <a:lnTo>
                  <a:pt x="364016" y="40543"/>
                </a:lnTo>
                <a:lnTo>
                  <a:pt x="363865" y="42952"/>
                </a:lnTo>
                <a:lnTo>
                  <a:pt x="363614" y="45280"/>
                </a:lnTo>
                <a:lnTo>
                  <a:pt x="363262" y="47529"/>
                </a:lnTo>
                <a:lnTo>
                  <a:pt x="362810" y="49699"/>
                </a:lnTo>
                <a:lnTo>
                  <a:pt x="362257" y="51788"/>
                </a:lnTo>
                <a:lnTo>
                  <a:pt x="361604" y="53798"/>
                </a:lnTo>
                <a:lnTo>
                  <a:pt x="360851" y="55728"/>
                </a:lnTo>
                <a:lnTo>
                  <a:pt x="359997" y="57578"/>
                </a:lnTo>
                <a:lnTo>
                  <a:pt x="359042" y="59348"/>
                </a:lnTo>
                <a:lnTo>
                  <a:pt x="357987" y="61039"/>
                </a:lnTo>
                <a:lnTo>
                  <a:pt x="356832" y="62650"/>
                </a:lnTo>
                <a:lnTo>
                  <a:pt x="355588" y="64155"/>
                </a:lnTo>
                <a:lnTo>
                  <a:pt x="354268" y="65530"/>
                </a:lnTo>
                <a:lnTo>
                  <a:pt x="352873" y="66774"/>
                </a:lnTo>
                <a:lnTo>
                  <a:pt x="351400" y="67887"/>
                </a:lnTo>
                <a:lnTo>
                  <a:pt x="349852" y="68868"/>
                </a:lnTo>
                <a:lnTo>
                  <a:pt x="348228" y="69719"/>
                </a:lnTo>
                <a:lnTo>
                  <a:pt x="346528" y="70439"/>
                </a:lnTo>
                <a:lnTo>
                  <a:pt x="344751" y="71029"/>
                </a:lnTo>
                <a:lnTo>
                  <a:pt x="342899" y="71487"/>
                </a:lnTo>
                <a:lnTo>
                  <a:pt x="340970" y="71814"/>
                </a:lnTo>
                <a:lnTo>
                  <a:pt x="338965" y="72010"/>
                </a:lnTo>
                <a:lnTo>
                  <a:pt x="336884" y="72076"/>
                </a:lnTo>
                <a:lnTo>
                  <a:pt x="334803" y="72010"/>
                </a:lnTo>
                <a:lnTo>
                  <a:pt x="332797" y="71814"/>
                </a:lnTo>
                <a:lnTo>
                  <a:pt x="330867" y="71487"/>
                </a:lnTo>
                <a:lnTo>
                  <a:pt x="329012" y="71029"/>
                </a:lnTo>
                <a:lnTo>
                  <a:pt x="327233" y="70439"/>
                </a:lnTo>
                <a:lnTo>
                  <a:pt x="325529" y="69719"/>
                </a:lnTo>
                <a:lnTo>
                  <a:pt x="323901" y="68868"/>
                </a:lnTo>
                <a:lnTo>
                  <a:pt x="322348" y="67887"/>
                </a:lnTo>
                <a:lnTo>
                  <a:pt x="320871" y="66774"/>
                </a:lnTo>
                <a:lnTo>
                  <a:pt x="319469" y="65530"/>
                </a:lnTo>
                <a:lnTo>
                  <a:pt x="318143" y="64155"/>
                </a:lnTo>
                <a:lnTo>
                  <a:pt x="316892" y="62650"/>
                </a:lnTo>
                <a:lnTo>
                  <a:pt x="315730" y="61039"/>
                </a:lnTo>
                <a:lnTo>
                  <a:pt x="314668" y="59348"/>
                </a:lnTo>
                <a:lnTo>
                  <a:pt x="313708" y="57578"/>
                </a:lnTo>
                <a:lnTo>
                  <a:pt x="312849" y="55728"/>
                </a:lnTo>
                <a:lnTo>
                  <a:pt x="312091" y="53798"/>
                </a:lnTo>
                <a:lnTo>
                  <a:pt x="311434" y="51788"/>
                </a:lnTo>
                <a:lnTo>
                  <a:pt x="310878" y="49699"/>
                </a:lnTo>
                <a:lnTo>
                  <a:pt x="310423" y="47529"/>
                </a:lnTo>
                <a:lnTo>
                  <a:pt x="310069" y="45280"/>
                </a:lnTo>
                <a:lnTo>
                  <a:pt x="309817" y="42952"/>
                </a:lnTo>
                <a:lnTo>
                  <a:pt x="309665" y="40543"/>
                </a:lnTo>
                <a:lnTo>
                  <a:pt x="309614" y="38055"/>
                </a:lnTo>
                <a:lnTo>
                  <a:pt x="309665" y="35580"/>
                </a:lnTo>
                <a:lnTo>
                  <a:pt x="309817" y="33183"/>
                </a:lnTo>
                <a:lnTo>
                  <a:pt x="310069" y="30865"/>
                </a:lnTo>
                <a:lnTo>
                  <a:pt x="310423" y="28624"/>
                </a:lnTo>
                <a:lnTo>
                  <a:pt x="310878" y="26461"/>
                </a:lnTo>
                <a:lnTo>
                  <a:pt x="311434" y="24376"/>
                </a:lnTo>
                <a:lnTo>
                  <a:pt x="312091" y="22369"/>
                </a:lnTo>
                <a:lnTo>
                  <a:pt x="312849" y="20440"/>
                </a:lnTo>
                <a:lnTo>
                  <a:pt x="313708" y="18589"/>
                </a:lnTo>
                <a:lnTo>
                  <a:pt x="314668" y="16816"/>
                </a:lnTo>
                <a:lnTo>
                  <a:pt x="315730" y="15121"/>
                </a:lnTo>
                <a:lnTo>
                  <a:pt x="316892" y="13503"/>
                </a:lnTo>
                <a:lnTo>
                  <a:pt x="318143" y="11991"/>
                </a:lnTo>
                <a:lnTo>
                  <a:pt x="319469" y="10610"/>
                </a:lnTo>
                <a:lnTo>
                  <a:pt x="320871" y="9360"/>
                </a:lnTo>
                <a:lnTo>
                  <a:pt x="322348" y="8242"/>
                </a:lnTo>
                <a:lnTo>
                  <a:pt x="323901" y="7256"/>
                </a:lnTo>
                <a:lnTo>
                  <a:pt x="325529" y="6401"/>
                </a:lnTo>
                <a:lnTo>
                  <a:pt x="327233" y="5678"/>
                </a:lnTo>
                <a:lnTo>
                  <a:pt x="329012" y="5086"/>
                </a:lnTo>
                <a:lnTo>
                  <a:pt x="330867" y="4625"/>
                </a:lnTo>
                <a:lnTo>
                  <a:pt x="332797" y="4296"/>
                </a:lnTo>
                <a:lnTo>
                  <a:pt x="334803" y="4099"/>
                </a:lnTo>
                <a:lnTo>
                  <a:pt x="336884" y="4033"/>
                </a:lnTo>
                <a:moveTo>
                  <a:pt x="336884" y="14906"/>
                </a:moveTo>
                <a:lnTo>
                  <a:pt x="335727" y="14953"/>
                </a:lnTo>
                <a:lnTo>
                  <a:pt x="334624" y="15095"/>
                </a:lnTo>
                <a:lnTo>
                  <a:pt x="333574" y="15332"/>
                </a:lnTo>
                <a:lnTo>
                  <a:pt x="332578" y="15663"/>
                </a:lnTo>
                <a:lnTo>
                  <a:pt x="331635" y="16088"/>
                </a:lnTo>
                <a:lnTo>
                  <a:pt x="330746" y="16608"/>
                </a:lnTo>
                <a:lnTo>
                  <a:pt x="329911" y="17223"/>
                </a:lnTo>
                <a:lnTo>
                  <a:pt x="329129" y="17932"/>
                </a:lnTo>
                <a:lnTo>
                  <a:pt x="328401" y="18736"/>
                </a:lnTo>
                <a:lnTo>
                  <a:pt x="327726" y="19635"/>
                </a:lnTo>
                <a:lnTo>
                  <a:pt x="327105" y="20628"/>
                </a:lnTo>
                <a:lnTo>
                  <a:pt x="326537" y="21715"/>
                </a:lnTo>
                <a:lnTo>
                  <a:pt x="326019" y="22868"/>
                </a:lnTo>
                <a:lnTo>
                  <a:pt x="325546" y="24059"/>
                </a:lnTo>
                <a:lnTo>
                  <a:pt x="325118" y="25286"/>
                </a:lnTo>
                <a:lnTo>
                  <a:pt x="324735" y="26551"/>
                </a:lnTo>
                <a:lnTo>
                  <a:pt x="324397" y="27853"/>
                </a:lnTo>
                <a:lnTo>
                  <a:pt x="324104" y="29192"/>
                </a:lnTo>
                <a:lnTo>
                  <a:pt x="323856" y="30569"/>
                </a:lnTo>
                <a:lnTo>
                  <a:pt x="323653" y="31983"/>
                </a:lnTo>
                <a:lnTo>
                  <a:pt x="323496" y="33434"/>
                </a:lnTo>
                <a:lnTo>
                  <a:pt x="323383" y="34922"/>
                </a:lnTo>
                <a:lnTo>
                  <a:pt x="323316" y="36448"/>
                </a:lnTo>
                <a:lnTo>
                  <a:pt x="323293" y="38011"/>
                </a:lnTo>
                <a:lnTo>
                  <a:pt x="323316" y="39588"/>
                </a:lnTo>
                <a:lnTo>
                  <a:pt x="323383" y="41126"/>
                </a:lnTo>
                <a:lnTo>
                  <a:pt x="323496" y="42626"/>
                </a:lnTo>
                <a:lnTo>
                  <a:pt x="323653" y="44088"/>
                </a:lnTo>
                <a:lnTo>
                  <a:pt x="323856" y="45511"/>
                </a:lnTo>
                <a:lnTo>
                  <a:pt x="324104" y="46896"/>
                </a:lnTo>
                <a:lnTo>
                  <a:pt x="324397" y="48242"/>
                </a:lnTo>
                <a:lnTo>
                  <a:pt x="324735" y="49550"/>
                </a:lnTo>
                <a:lnTo>
                  <a:pt x="325118" y="50819"/>
                </a:lnTo>
                <a:lnTo>
                  <a:pt x="325546" y="52050"/>
                </a:lnTo>
                <a:lnTo>
                  <a:pt x="326019" y="53243"/>
                </a:lnTo>
                <a:lnTo>
                  <a:pt x="326537" y="54397"/>
                </a:lnTo>
                <a:lnTo>
                  <a:pt x="327105" y="55484"/>
                </a:lnTo>
                <a:lnTo>
                  <a:pt x="327726" y="56476"/>
                </a:lnTo>
                <a:lnTo>
                  <a:pt x="328401" y="57374"/>
                </a:lnTo>
                <a:lnTo>
                  <a:pt x="329129" y="58178"/>
                </a:lnTo>
                <a:lnTo>
                  <a:pt x="329911" y="58887"/>
                </a:lnTo>
                <a:lnTo>
                  <a:pt x="330746" y="59501"/>
                </a:lnTo>
                <a:lnTo>
                  <a:pt x="331635" y="60021"/>
                </a:lnTo>
                <a:lnTo>
                  <a:pt x="332578" y="60447"/>
                </a:lnTo>
                <a:lnTo>
                  <a:pt x="333574" y="60778"/>
                </a:lnTo>
                <a:lnTo>
                  <a:pt x="334624" y="61014"/>
                </a:lnTo>
                <a:lnTo>
                  <a:pt x="335727" y="61156"/>
                </a:lnTo>
                <a:lnTo>
                  <a:pt x="336884" y="61203"/>
                </a:lnTo>
                <a:lnTo>
                  <a:pt x="338027" y="61156"/>
                </a:lnTo>
                <a:lnTo>
                  <a:pt x="339119" y="61014"/>
                </a:lnTo>
                <a:lnTo>
                  <a:pt x="340158" y="60778"/>
                </a:lnTo>
                <a:lnTo>
                  <a:pt x="341146" y="60447"/>
                </a:lnTo>
                <a:lnTo>
                  <a:pt x="342083" y="60021"/>
                </a:lnTo>
                <a:lnTo>
                  <a:pt x="342967" y="59501"/>
                </a:lnTo>
                <a:lnTo>
                  <a:pt x="343800" y="58887"/>
                </a:lnTo>
                <a:lnTo>
                  <a:pt x="344581" y="58178"/>
                </a:lnTo>
                <a:lnTo>
                  <a:pt x="345310" y="57374"/>
                </a:lnTo>
                <a:lnTo>
                  <a:pt x="345987" y="56476"/>
                </a:lnTo>
                <a:lnTo>
                  <a:pt x="346613" y="55484"/>
                </a:lnTo>
                <a:lnTo>
                  <a:pt x="347187" y="54397"/>
                </a:lnTo>
                <a:lnTo>
                  <a:pt x="347712" y="53243"/>
                </a:lnTo>
                <a:lnTo>
                  <a:pt x="348191" y="52050"/>
                </a:lnTo>
                <a:lnTo>
                  <a:pt x="348625" y="50819"/>
                </a:lnTo>
                <a:lnTo>
                  <a:pt x="349014" y="49550"/>
                </a:lnTo>
                <a:lnTo>
                  <a:pt x="349356" y="48242"/>
                </a:lnTo>
                <a:lnTo>
                  <a:pt x="349653" y="46896"/>
                </a:lnTo>
                <a:lnTo>
                  <a:pt x="349904" y="45511"/>
                </a:lnTo>
                <a:lnTo>
                  <a:pt x="350110" y="44088"/>
                </a:lnTo>
                <a:lnTo>
                  <a:pt x="350269" y="42626"/>
                </a:lnTo>
                <a:lnTo>
                  <a:pt x="350384" y="41126"/>
                </a:lnTo>
                <a:lnTo>
                  <a:pt x="350452" y="39588"/>
                </a:lnTo>
                <a:lnTo>
                  <a:pt x="350475" y="38011"/>
                </a:lnTo>
                <a:lnTo>
                  <a:pt x="350452" y="36448"/>
                </a:lnTo>
                <a:lnTo>
                  <a:pt x="350384" y="34922"/>
                </a:lnTo>
                <a:lnTo>
                  <a:pt x="350269" y="33434"/>
                </a:lnTo>
                <a:lnTo>
                  <a:pt x="350110" y="31983"/>
                </a:lnTo>
                <a:lnTo>
                  <a:pt x="349904" y="30569"/>
                </a:lnTo>
                <a:lnTo>
                  <a:pt x="349653" y="29192"/>
                </a:lnTo>
                <a:lnTo>
                  <a:pt x="349356" y="27853"/>
                </a:lnTo>
                <a:lnTo>
                  <a:pt x="349014" y="26551"/>
                </a:lnTo>
                <a:lnTo>
                  <a:pt x="348625" y="25286"/>
                </a:lnTo>
                <a:lnTo>
                  <a:pt x="348191" y="24059"/>
                </a:lnTo>
                <a:lnTo>
                  <a:pt x="347712" y="22868"/>
                </a:lnTo>
                <a:lnTo>
                  <a:pt x="347187" y="21715"/>
                </a:lnTo>
                <a:lnTo>
                  <a:pt x="346613" y="20628"/>
                </a:lnTo>
                <a:lnTo>
                  <a:pt x="345987" y="19635"/>
                </a:lnTo>
                <a:lnTo>
                  <a:pt x="345310" y="18736"/>
                </a:lnTo>
                <a:lnTo>
                  <a:pt x="344581" y="17932"/>
                </a:lnTo>
                <a:lnTo>
                  <a:pt x="343800" y="17223"/>
                </a:lnTo>
                <a:lnTo>
                  <a:pt x="342967" y="16608"/>
                </a:lnTo>
                <a:lnTo>
                  <a:pt x="342083" y="16088"/>
                </a:lnTo>
                <a:lnTo>
                  <a:pt x="341146" y="15663"/>
                </a:lnTo>
                <a:lnTo>
                  <a:pt x="340158" y="15332"/>
                </a:lnTo>
                <a:lnTo>
                  <a:pt x="339119" y="15095"/>
                </a:lnTo>
                <a:lnTo>
                  <a:pt x="338027" y="14953"/>
                </a:lnTo>
                <a:lnTo>
                  <a:pt x="336884" y="14906"/>
                </a:lnTo>
                <a:moveTo>
                  <a:pt x="323907" y="144152"/>
                </a:moveTo>
                <a:lnTo>
                  <a:pt x="309527" y="144152"/>
                </a:lnTo>
                <a:lnTo>
                  <a:pt x="402559" y="0"/>
                </a:lnTo>
                <a:lnTo>
                  <a:pt x="417027" y="0"/>
                </a:lnTo>
                <a:lnTo>
                  <a:pt x="323907" y="144152"/>
                </a:lnTo>
                <a:moveTo>
                  <a:pt x="389319" y="72076"/>
                </a:moveTo>
                <a:lnTo>
                  <a:pt x="391318" y="72139"/>
                </a:lnTo>
                <a:lnTo>
                  <a:pt x="393255" y="72329"/>
                </a:lnTo>
                <a:lnTo>
                  <a:pt x="395128" y="72646"/>
                </a:lnTo>
                <a:lnTo>
                  <a:pt x="396937" y="73089"/>
                </a:lnTo>
                <a:lnTo>
                  <a:pt x="398684" y="73659"/>
                </a:lnTo>
                <a:lnTo>
                  <a:pt x="400367" y="74356"/>
                </a:lnTo>
                <a:lnTo>
                  <a:pt x="401987" y="75179"/>
                </a:lnTo>
                <a:lnTo>
                  <a:pt x="403543" y="76129"/>
                </a:lnTo>
                <a:lnTo>
                  <a:pt x="405036" y="77205"/>
                </a:lnTo>
                <a:lnTo>
                  <a:pt x="406466" y="78409"/>
                </a:lnTo>
                <a:lnTo>
                  <a:pt x="407832" y="79738"/>
                </a:lnTo>
                <a:lnTo>
                  <a:pt x="409135" y="81195"/>
                </a:lnTo>
                <a:lnTo>
                  <a:pt x="410354" y="82751"/>
                </a:lnTo>
                <a:lnTo>
                  <a:pt x="411466" y="84381"/>
                </a:lnTo>
                <a:lnTo>
                  <a:pt x="412473" y="86083"/>
                </a:lnTo>
                <a:lnTo>
                  <a:pt x="413373" y="87859"/>
                </a:lnTo>
                <a:lnTo>
                  <a:pt x="414168" y="89708"/>
                </a:lnTo>
                <a:lnTo>
                  <a:pt x="414857" y="91629"/>
                </a:lnTo>
                <a:lnTo>
                  <a:pt x="415439" y="93624"/>
                </a:lnTo>
                <a:lnTo>
                  <a:pt x="415916" y="95692"/>
                </a:lnTo>
                <a:lnTo>
                  <a:pt x="416287" y="97833"/>
                </a:lnTo>
                <a:lnTo>
                  <a:pt x="416552" y="100047"/>
                </a:lnTo>
                <a:lnTo>
                  <a:pt x="416711" y="102334"/>
                </a:lnTo>
                <a:lnTo>
                  <a:pt x="416764" y="104694"/>
                </a:lnTo>
                <a:lnTo>
                  <a:pt x="416708" y="107407"/>
                </a:lnTo>
                <a:lnTo>
                  <a:pt x="416540" y="110020"/>
                </a:lnTo>
                <a:lnTo>
                  <a:pt x="416259" y="112534"/>
                </a:lnTo>
                <a:lnTo>
                  <a:pt x="415867" y="114948"/>
                </a:lnTo>
                <a:lnTo>
                  <a:pt x="415363" y="117264"/>
                </a:lnTo>
                <a:lnTo>
                  <a:pt x="414747" y="119480"/>
                </a:lnTo>
                <a:lnTo>
                  <a:pt x="414019" y="121597"/>
                </a:lnTo>
                <a:lnTo>
                  <a:pt x="413178" y="123614"/>
                </a:lnTo>
                <a:lnTo>
                  <a:pt x="412226" y="125533"/>
                </a:lnTo>
                <a:lnTo>
                  <a:pt x="411162" y="127352"/>
                </a:lnTo>
                <a:lnTo>
                  <a:pt x="409985" y="129072"/>
                </a:lnTo>
                <a:lnTo>
                  <a:pt x="408697" y="130692"/>
                </a:lnTo>
                <a:lnTo>
                  <a:pt x="407329" y="132198"/>
                </a:lnTo>
                <a:lnTo>
                  <a:pt x="405913" y="133572"/>
                </a:lnTo>
                <a:lnTo>
                  <a:pt x="404450" y="134816"/>
                </a:lnTo>
                <a:lnTo>
                  <a:pt x="402939" y="135929"/>
                </a:lnTo>
                <a:lnTo>
                  <a:pt x="401381" y="136911"/>
                </a:lnTo>
                <a:lnTo>
                  <a:pt x="399775" y="137762"/>
                </a:lnTo>
                <a:lnTo>
                  <a:pt x="398122" y="138482"/>
                </a:lnTo>
                <a:lnTo>
                  <a:pt x="396421" y="139071"/>
                </a:lnTo>
                <a:lnTo>
                  <a:pt x="394673" y="139529"/>
                </a:lnTo>
                <a:lnTo>
                  <a:pt x="392877" y="139856"/>
                </a:lnTo>
                <a:lnTo>
                  <a:pt x="391034" y="140053"/>
                </a:lnTo>
                <a:lnTo>
                  <a:pt x="389143" y="140118"/>
                </a:lnTo>
                <a:lnTo>
                  <a:pt x="387297" y="140056"/>
                </a:lnTo>
                <a:lnTo>
                  <a:pt x="385497" y="139869"/>
                </a:lnTo>
                <a:lnTo>
                  <a:pt x="383745" y="139557"/>
                </a:lnTo>
                <a:lnTo>
                  <a:pt x="382041" y="139120"/>
                </a:lnTo>
                <a:lnTo>
                  <a:pt x="380384" y="138558"/>
                </a:lnTo>
                <a:lnTo>
                  <a:pt x="378775" y="137871"/>
                </a:lnTo>
                <a:lnTo>
                  <a:pt x="377213" y="137060"/>
                </a:lnTo>
                <a:lnTo>
                  <a:pt x="375699" y="136124"/>
                </a:lnTo>
                <a:lnTo>
                  <a:pt x="374232" y="135063"/>
                </a:lnTo>
                <a:lnTo>
                  <a:pt x="372812" y="133877"/>
                </a:lnTo>
                <a:lnTo>
                  <a:pt x="371440" y="132566"/>
                </a:lnTo>
                <a:lnTo>
                  <a:pt x="370116" y="131131"/>
                </a:lnTo>
                <a:lnTo>
                  <a:pt x="368870" y="129584"/>
                </a:lnTo>
                <a:lnTo>
                  <a:pt x="367732" y="127939"/>
                </a:lnTo>
                <a:lnTo>
                  <a:pt x="366702" y="126196"/>
                </a:lnTo>
                <a:lnTo>
                  <a:pt x="365781" y="124355"/>
                </a:lnTo>
                <a:lnTo>
                  <a:pt x="364968" y="122416"/>
                </a:lnTo>
                <a:lnTo>
                  <a:pt x="364263" y="120379"/>
                </a:lnTo>
                <a:lnTo>
                  <a:pt x="363667" y="118243"/>
                </a:lnTo>
                <a:lnTo>
                  <a:pt x="363179" y="116010"/>
                </a:lnTo>
                <a:lnTo>
                  <a:pt x="362800" y="113679"/>
                </a:lnTo>
                <a:lnTo>
                  <a:pt x="362529" y="111250"/>
                </a:lnTo>
                <a:lnTo>
                  <a:pt x="362366" y="108722"/>
                </a:lnTo>
                <a:lnTo>
                  <a:pt x="362312" y="106097"/>
                </a:lnTo>
                <a:lnTo>
                  <a:pt x="362363" y="103595"/>
                </a:lnTo>
                <a:lnTo>
                  <a:pt x="362517" y="101175"/>
                </a:lnTo>
                <a:lnTo>
                  <a:pt x="362773" y="98836"/>
                </a:lnTo>
                <a:lnTo>
                  <a:pt x="363131" y="96579"/>
                </a:lnTo>
                <a:lnTo>
                  <a:pt x="363591" y="94403"/>
                </a:lnTo>
                <a:lnTo>
                  <a:pt x="364154" y="92309"/>
                </a:lnTo>
                <a:lnTo>
                  <a:pt x="364818" y="90296"/>
                </a:lnTo>
                <a:lnTo>
                  <a:pt x="365586" y="88365"/>
                </a:lnTo>
                <a:lnTo>
                  <a:pt x="366455" y="86516"/>
                </a:lnTo>
                <a:lnTo>
                  <a:pt x="367427" y="84749"/>
                </a:lnTo>
                <a:lnTo>
                  <a:pt x="368501" y="83062"/>
                </a:lnTo>
                <a:lnTo>
                  <a:pt x="369678" y="81458"/>
                </a:lnTo>
                <a:lnTo>
                  <a:pt x="370939" y="79959"/>
                </a:lnTo>
                <a:lnTo>
                  <a:pt x="372269" y="78591"/>
                </a:lnTo>
                <a:lnTo>
                  <a:pt x="373667" y="77353"/>
                </a:lnTo>
                <a:lnTo>
                  <a:pt x="375133" y="76246"/>
                </a:lnTo>
                <a:lnTo>
                  <a:pt x="376668" y="75268"/>
                </a:lnTo>
                <a:lnTo>
                  <a:pt x="378271" y="74421"/>
                </a:lnTo>
                <a:lnTo>
                  <a:pt x="379941" y="73705"/>
                </a:lnTo>
                <a:lnTo>
                  <a:pt x="381681" y="73118"/>
                </a:lnTo>
                <a:lnTo>
                  <a:pt x="383488" y="72662"/>
                </a:lnTo>
                <a:lnTo>
                  <a:pt x="385363" y="72336"/>
                </a:lnTo>
                <a:lnTo>
                  <a:pt x="387307" y="72141"/>
                </a:lnTo>
                <a:lnTo>
                  <a:pt x="389319" y="72076"/>
                </a:lnTo>
                <a:moveTo>
                  <a:pt x="389582" y="82949"/>
                </a:moveTo>
                <a:lnTo>
                  <a:pt x="388452" y="82995"/>
                </a:lnTo>
                <a:lnTo>
                  <a:pt x="387373" y="83134"/>
                </a:lnTo>
                <a:lnTo>
                  <a:pt x="386343" y="83365"/>
                </a:lnTo>
                <a:lnTo>
                  <a:pt x="385363" y="83689"/>
                </a:lnTo>
                <a:lnTo>
                  <a:pt x="384433" y="84106"/>
                </a:lnTo>
                <a:lnTo>
                  <a:pt x="383554" y="84615"/>
                </a:lnTo>
                <a:lnTo>
                  <a:pt x="382724" y="85216"/>
                </a:lnTo>
                <a:lnTo>
                  <a:pt x="381944" y="85910"/>
                </a:lnTo>
                <a:lnTo>
                  <a:pt x="381213" y="86697"/>
                </a:lnTo>
                <a:lnTo>
                  <a:pt x="380533" y="87576"/>
                </a:lnTo>
                <a:lnTo>
                  <a:pt x="379903" y="88548"/>
                </a:lnTo>
                <a:lnTo>
                  <a:pt x="379323" y="89613"/>
                </a:lnTo>
                <a:lnTo>
                  <a:pt x="378791" y="90749"/>
                </a:lnTo>
                <a:lnTo>
                  <a:pt x="378305" y="91936"/>
                </a:lnTo>
                <a:lnTo>
                  <a:pt x="377865" y="93175"/>
                </a:lnTo>
                <a:lnTo>
                  <a:pt x="377472" y="94464"/>
                </a:lnTo>
                <a:lnTo>
                  <a:pt x="377125" y="95805"/>
                </a:lnTo>
                <a:lnTo>
                  <a:pt x="376824" y="97197"/>
                </a:lnTo>
                <a:lnTo>
                  <a:pt x="376569" y="98640"/>
                </a:lnTo>
                <a:lnTo>
                  <a:pt x="376361" y="100135"/>
                </a:lnTo>
                <a:lnTo>
                  <a:pt x="376199" y="101680"/>
                </a:lnTo>
                <a:lnTo>
                  <a:pt x="376083" y="103277"/>
                </a:lnTo>
                <a:lnTo>
                  <a:pt x="376014" y="104924"/>
                </a:lnTo>
                <a:lnTo>
                  <a:pt x="375991" y="106623"/>
                </a:lnTo>
                <a:lnTo>
                  <a:pt x="376019" y="108496"/>
                </a:lnTo>
                <a:lnTo>
                  <a:pt x="376103" y="110288"/>
                </a:lnTo>
                <a:lnTo>
                  <a:pt x="376243" y="111997"/>
                </a:lnTo>
                <a:lnTo>
                  <a:pt x="376439" y="113623"/>
                </a:lnTo>
                <a:lnTo>
                  <a:pt x="376691" y="115168"/>
                </a:lnTo>
                <a:lnTo>
                  <a:pt x="376999" y="116630"/>
                </a:lnTo>
                <a:lnTo>
                  <a:pt x="377363" y="118010"/>
                </a:lnTo>
                <a:lnTo>
                  <a:pt x="377783" y="119308"/>
                </a:lnTo>
                <a:lnTo>
                  <a:pt x="378260" y="120524"/>
                </a:lnTo>
                <a:lnTo>
                  <a:pt x="378792" y="121657"/>
                </a:lnTo>
                <a:lnTo>
                  <a:pt x="379380" y="122709"/>
                </a:lnTo>
                <a:lnTo>
                  <a:pt x="380024" y="123678"/>
                </a:lnTo>
                <a:lnTo>
                  <a:pt x="380706" y="124567"/>
                </a:lnTo>
                <a:lnTo>
                  <a:pt x="381408" y="125379"/>
                </a:lnTo>
                <a:lnTo>
                  <a:pt x="382129" y="126114"/>
                </a:lnTo>
                <a:lnTo>
                  <a:pt x="382869" y="126771"/>
                </a:lnTo>
                <a:lnTo>
                  <a:pt x="383629" y="127351"/>
                </a:lnTo>
                <a:lnTo>
                  <a:pt x="384408" y="127854"/>
                </a:lnTo>
                <a:lnTo>
                  <a:pt x="385207" y="128279"/>
                </a:lnTo>
                <a:lnTo>
                  <a:pt x="386026" y="128627"/>
                </a:lnTo>
                <a:lnTo>
                  <a:pt x="386864" y="128898"/>
                </a:lnTo>
                <a:lnTo>
                  <a:pt x="387721" y="129091"/>
                </a:lnTo>
                <a:lnTo>
                  <a:pt x="388598" y="129207"/>
                </a:lnTo>
                <a:lnTo>
                  <a:pt x="389494" y="129246"/>
                </a:lnTo>
                <a:lnTo>
                  <a:pt x="390446" y="129203"/>
                </a:lnTo>
                <a:lnTo>
                  <a:pt x="391372" y="129077"/>
                </a:lnTo>
                <a:lnTo>
                  <a:pt x="392273" y="128867"/>
                </a:lnTo>
                <a:lnTo>
                  <a:pt x="393148" y="128573"/>
                </a:lnTo>
                <a:lnTo>
                  <a:pt x="393997" y="128195"/>
                </a:lnTo>
                <a:lnTo>
                  <a:pt x="394821" y="127733"/>
                </a:lnTo>
                <a:lnTo>
                  <a:pt x="395619" y="127187"/>
                </a:lnTo>
                <a:lnTo>
                  <a:pt x="396392" y="126557"/>
                </a:lnTo>
                <a:lnTo>
                  <a:pt x="397139" y="125842"/>
                </a:lnTo>
                <a:lnTo>
                  <a:pt x="397861" y="125044"/>
                </a:lnTo>
                <a:lnTo>
                  <a:pt x="398557" y="124162"/>
                </a:lnTo>
                <a:lnTo>
                  <a:pt x="399227" y="123195"/>
                </a:lnTo>
                <a:lnTo>
                  <a:pt x="399857" y="122150"/>
                </a:lnTo>
                <a:lnTo>
                  <a:pt x="400433" y="121030"/>
                </a:lnTo>
                <a:lnTo>
                  <a:pt x="400953" y="119836"/>
                </a:lnTo>
                <a:lnTo>
                  <a:pt x="401419" y="118568"/>
                </a:lnTo>
                <a:lnTo>
                  <a:pt x="401830" y="117225"/>
                </a:lnTo>
                <a:lnTo>
                  <a:pt x="402186" y="115808"/>
                </a:lnTo>
                <a:lnTo>
                  <a:pt x="402488" y="114317"/>
                </a:lnTo>
                <a:lnTo>
                  <a:pt x="402734" y="112751"/>
                </a:lnTo>
                <a:lnTo>
                  <a:pt x="402926" y="111111"/>
                </a:lnTo>
                <a:lnTo>
                  <a:pt x="403063" y="109397"/>
                </a:lnTo>
                <a:lnTo>
                  <a:pt x="403145" y="107609"/>
                </a:lnTo>
                <a:lnTo>
                  <a:pt x="403173" y="105746"/>
                </a:lnTo>
                <a:lnTo>
                  <a:pt x="403150" y="104270"/>
                </a:lnTo>
                <a:lnTo>
                  <a:pt x="403081" y="102821"/>
                </a:lnTo>
                <a:lnTo>
                  <a:pt x="402967" y="101401"/>
                </a:lnTo>
                <a:lnTo>
                  <a:pt x="402807" y="100008"/>
                </a:lnTo>
                <a:lnTo>
                  <a:pt x="402602" y="98643"/>
                </a:lnTo>
                <a:lnTo>
                  <a:pt x="402351" y="97307"/>
                </a:lnTo>
                <a:lnTo>
                  <a:pt x="402054" y="95998"/>
                </a:lnTo>
                <a:lnTo>
                  <a:pt x="401711" y="94718"/>
                </a:lnTo>
                <a:lnTo>
                  <a:pt x="401323" y="93465"/>
                </a:lnTo>
                <a:lnTo>
                  <a:pt x="400889" y="92241"/>
                </a:lnTo>
                <a:lnTo>
                  <a:pt x="400410" y="91044"/>
                </a:lnTo>
                <a:lnTo>
                  <a:pt x="399885" y="89876"/>
                </a:lnTo>
                <a:lnTo>
                  <a:pt x="399311" y="88769"/>
                </a:lnTo>
                <a:lnTo>
                  <a:pt x="398685" y="87759"/>
                </a:lnTo>
                <a:lnTo>
                  <a:pt x="398008" y="86845"/>
                </a:lnTo>
                <a:lnTo>
                  <a:pt x="397278" y="86027"/>
                </a:lnTo>
                <a:lnTo>
                  <a:pt x="396497" y="85306"/>
                </a:lnTo>
                <a:lnTo>
                  <a:pt x="395665" y="84680"/>
                </a:lnTo>
                <a:lnTo>
                  <a:pt x="394780" y="84151"/>
                </a:lnTo>
                <a:lnTo>
                  <a:pt x="393844" y="83718"/>
                </a:lnTo>
                <a:lnTo>
                  <a:pt x="392856" y="83382"/>
                </a:lnTo>
                <a:lnTo>
                  <a:pt x="391816" y="83141"/>
                </a:lnTo>
                <a:lnTo>
                  <a:pt x="390725" y="82997"/>
                </a:lnTo>
                <a:lnTo>
                  <a:pt x="389582" y="82949"/>
                </a:lnTo>
                <a:close/>
                <a:moveTo>
                  <a:pt x="470539" y="0"/>
                </a:moveTo>
                <a:lnTo>
                  <a:pt x="474335" y="135"/>
                </a:lnTo>
                <a:lnTo>
                  <a:pt x="477978" y="542"/>
                </a:lnTo>
                <a:lnTo>
                  <a:pt x="481467" y="1219"/>
                </a:lnTo>
                <a:lnTo>
                  <a:pt x="484803" y="2167"/>
                </a:lnTo>
                <a:lnTo>
                  <a:pt x="487985" y="3385"/>
                </a:lnTo>
                <a:lnTo>
                  <a:pt x="491014" y="4875"/>
                </a:lnTo>
                <a:lnTo>
                  <a:pt x="493889" y="6635"/>
                </a:lnTo>
                <a:lnTo>
                  <a:pt x="496611" y="8666"/>
                </a:lnTo>
                <a:lnTo>
                  <a:pt x="499179" y="10968"/>
                </a:lnTo>
                <a:lnTo>
                  <a:pt x="501594" y="13541"/>
                </a:lnTo>
                <a:lnTo>
                  <a:pt x="503856" y="16384"/>
                </a:lnTo>
                <a:lnTo>
                  <a:pt x="505964" y="19499"/>
                </a:lnTo>
                <a:lnTo>
                  <a:pt x="507910" y="22842"/>
                </a:lnTo>
                <a:lnTo>
                  <a:pt x="509688" y="26373"/>
                </a:lnTo>
                <a:lnTo>
                  <a:pt x="511296" y="30093"/>
                </a:lnTo>
                <a:lnTo>
                  <a:pt x="512735" y="34001"/>
                </a:lnTo>
                <a:lnTo>
                  <a:pt x="514004" y="38096"/>
                </a:lnTo>
                <a:lnTo>
                  <a:pt x="515105" y="42380"/>
                </a:lnTo>
                <a:lnTo>
                  <a:pt x="516036" y="46852"/>
                </a:lnTo>
                <a:lnTo>
                  <a:pt x="516797" y="51512"/>
                </a:lnTo>
                <a:lnTo>
                  <a:pt x="517390" y="56360"/>
                </a:lnTo>
                <a:lnTo>
                  <a:pt x="517813" y="61396"/>
                </a:lnTo>
                <a:lnTo>
                  <a:pt x="518067" y="66620"/>
                </a:lnTo>
                <a:lnTo>
                  <a:pt x="518152" y="72032"/>
                </a:lnTo>
                <a:lnTo>
                  <a:pt x="518067" y="77458"/>
                </a:lnTo>
                <a:lnTo>
                  <a:pt x="517813" y="82695"/>
                </a:lnTo>
                <a:lnTo>
                  <a:pt x="517390" y="87743"/>
                </a:lnTo>
                <a:lnTo>
                  <a:pt x="516797" y="92601"/>
                </a:lnTo>
                <a:lnTo>
                  <a:pt x="516036" y="97271"/>
                </a:lnTo>
                <a:lnTo>
                  <a:pt x="515105" y="101751"/>
                </a:lnTo>
                <a:lnTo>
                  <a:pt x="514004" y="106041"/>
                </a:lnTo>
                <a:lnTo>
                  <a:pt x="512735" y="110143"/>
                </a:lnTo>
                <a:lnTo>
                  <a:pt x="511296" y="114055"/>
                </a:lnTo>
                <a:lnTo>
                  <a:pt x="509688" y="117778"/>
                </a:lnTo>
                <a:lnTo>
                  <a:pt x="507910" y="121311"/>
                </a:lnTo>
                <a:lnTo>
                  <a:pt x="505964" y="124656"/>
                </a:lnTo>
                <a:lnTo>
                  <a:pt x="503856" y="127770"/>
                </a:lnTo>
                <a:lnTo>
                  <a:pt x="501594" y="130613"/>
                </a:lnTo>
                <a:lnTo>
                  <a:pt x="499179" y="133185"/>
                </a:lnTo>
                <a:lnTo>
                  <a:pt x="496611" y="135487"/>
                </a:lnTo>
                <a:lnTo>
                  <a:pt x="493889" y="137518"/>
                </a:lnTo>
                <a:lnTo>
                  <a:pt x="491014" y="139278"/>
                </a:lnTo>
                <a:lnTo>
                  <a:pt x="487985" y="140767"/>
                </a:lnTo>
                <a:lnTo>
                  <a:pt x="484803" y="141985"/>
                </a:lnTo>
                <a:lnTo>
                  <a:pt x="481467" y="142933"/>
                </a:lnTo>
                <a:lnTo>
                  <a:pt x="477978" y="143610"/>
                </a:lnTo>
                <a:lnTo>
                  <a:pt x="474335" y="144016"/>
                </a:lnTo>
                <a:lnTo>
                  <a:pt x="470539" y="144152"/>
                </a:lnTo>
                <a:lnTo>
                  <a:pt x="466757" y="144016"/>
                </a:lnTo>
                <a:lnTo>
                  <a:pt x="463127" y="143610"/>
                </a:lnTo>
                <a:lnTo>
                  <a:pt x="459648" y="142933"/>
                </a:lnTo>
                <a:lnTo>
                  <a:pt x="456320" y="141985"/>
                </a:lnTo>
                <a:lnTo>
                  <a:pt x="453144" y="140767"/>
                </a:lnTo>
                <a:lnTo>
                  <a:pt x="450120" y="139278"/>
                </a:lnTo>
                <a:lnTo>
                  <a:pt x="447248" y="137518"/>
                </a:lnTo>
                <a:lnTo>
                  <a:pt x="444527" y="135487"/>
                </a:lnTo>
                <a:lnTo>
                  <a:pt x="441957" y="133185"/>
                </a:lnTo>
                <a:lnTo>
                  <a:pt x="439540" y="130613"/>
                </a:lnTo>
                <a:lnTo>
                  <a:pt x="437274" y="127770"/>
                </a:lnTo>
                <a:lnTo>
                  <a:pt x="435159" y="124656"/>
                </a:lnTo>
                <a:lnTo>
                  <a:pt x="433205" y="121311"/>
                </a:lnTo>
                <a:lnTo>
                  <a:pt x="431422" y="117778"/>
                </a:lnTo>
                <a:lnTo>
                  <a:pt x="429808" y="114055"/>
                </a:lnTo>
                <a:lnTo>
                  <a:pt x="428364" y="110143"/>
                </a:lnTo>
                <a:lnTo>
                  <a:pt x="427090" y="106041"/>
                </a:lnTo>
                <a:lnTo>
                  <a:pt x="425985" y="101751"/>
                </a:lnTo>
                <a:lnTo>
                  <a:pt x="425051" y="97271"/>
                </a:lnTo>
                <a:lnTo>
                  <a:pt x="424286" y="92601"/>
                </a:lnTo>
                <a:lnTo>
                  <a:pt x="423692" y="87743"/>
                </a:lnTo>
                <a:lnTo>
                  <a:pt x="423267" y="82695"/>
                </a:lnTo>
                <a:lnTo>
                  <a:pt x="423012" y="77458"/>
                </a:lnTo>
                <a:lnTo>
                  <a:pt x="422927" y="72032"/>
                </a:lnTo>
                <a:lnTo>
                  <a:pt x="423012" y="66620"/>
                </a:lnTo>
                <a:lnTo>
                  <a:pt x="423267" y="61396"/>
                </a:lnTo>
                <a:lnTo>
                  <a:pt x="423692" y="56360"/>
                </a:lnTo>
                <a:lnTo>
                  <a:pt x="424286" y="51512"/>
                </a:lnTo>
                <a:lnTo>
                  <a:pt x="425051" y="46852"/>
                </a:lnTo>
                <a:lnTo>
                  <a:pt x="425985" y="42380"/>
                </a:lnTo>
                <a:lnTo>
                  <a:pt x="427090" y="38096"/>
                </a:lnTo>
                <a:lnTo>
                  <a:pt x="428364" y="34001"/>
                </a:lnTo>
                <a:lnTo>
                  <a:pt x="429808" y="30093"/>
                </a:lnTo>
                <a:lnTo>
                  <a:pt x="431422" y="26373"/>
                </a:lnTo>
                <a:lnTo>
                  <a:pt x="433205" y="22842"/>
                </a:lnTo>
                <a:lnTo>
                  <a:pt x="435159" y="19499"/>
                </a:lnTo>
                <a:lnTo>
                  <a:pt x="437274" y="16384"/>
                </a:lnTo>
                <a:lnTo>
                  <a:pt x="439540" y="13541"/>
                </a:lnTo>
                <a:lnTo>
                  <a:pt x="441957" y="10968"/>
                </a:lnTo>
                <a:lnTo>
                  <a:pt x="444527" y="8666"/>
                </a:lnTo>
                <a:lnTo>
                  <a:pt x="447248" y="6635"/>
                </a:lnTo>
                <a:lnTo>
                  <a:pt x="450120" y="4875"/>
                </a:lnTo>
                <a:lnTo>
                  <a:pt x="453144" y="3385"/>
                </a:lnTo>
                <a:lnTo>
                  <a:pt x="456320" y="2167"/>
                </a:lnTo>
                <a:lnTo>
                  <a:pt x="459648" y="1219"/>
                </a:lnTo>
                <a:lnTo>
                  <a:pt x="463127" y="542"/>
                </a:lnTo>
                <a:lnTo>
                  <a:pt x="466757" y="135"/>
                </a:lnTo>
                <a:lnTo>
                  <a:pt x="470539" y="0"/>
                </a:lnTo>
                <a:moveTo>
                  <a:pt x="443971" y="101063"/>
                </a:moveTo>
                <a:lnTo>
                  <a:pt x="491057" y="27494"/>
                </a:lnTo>
                <a:lnTo>
                  <a:pt x="490307" y="26176"/>
                </a:lnTo>
                <a:lnTo>
                  <a:pt x="489546" y="24930"/>
                </a:lnTo>
                <a:lnTo>
                  <a:pt x="488775" y="23759"/>
                </a:lnTo>
                <a:lnTo>
                  <a:pt x="487993" y="22660"/>
                </a:lnTo>
                <a:lnTo>
                  <a:pt x="487201" y="21636"/>
                </a:lnTo>
                <a:lnTo>
                  <a:pt x="486399" y="20684"/>
                </a:lnTo>
                <a:lnTo>
                  <a:pt x="485587" y="19807"/>
                </a:lnTo>
                <a:lnTo>
                  <a:pt x="484764" y="19002"/>
                </a:lnTo>
                <a:lnTo>
                  <a:pt x="483930" y="18272"/>
                </a:lnTo>
                <a:lnTo>
                  <a:pt x="483087" y="17614"/>
                </a:lnTo>
                <a:lnTo>
                  <a:pt x="482233" y="17030"/>
                </a:lnTo>
                <a:lnTo>
                  <a:pt x="481368" y="16520"/>
                </a:lnTo>
                <a:lnTo>
                  <a:pt x="480496" y="16066"/>
                </a:lnTo>
                <a:lnTo>
                  <a:pt x="479618" y="15652"/>
                </a:lnTo>
                <a:lnTo>
                  <a:pt x="478735" y="15277"/>
                </a:lnTo>
                <a:lnTo>
                  <a:pt x="477846" y="14942"/>
                </a:lnTo>
                <a:lnTo>
                  <a:pt x="476952" y="14646"/>
                </a:lnTo>
                <a:lnTo>
                  <a:pt x="476053" y="14389"/>
                </a:lnTo>
                <a:lnTo>
                  <a:pt x="475147" y="14172"/>
                </a:lnTo>
                <a:lnTo>
                  <a:pt x="474237" y="13994"/>
                </a:lnTo>
                <a:lnTo>
                  <a:pt x="473321" y="13856"/>
                </a:lnTo>
                <a:lnTo>
                  <a:pt x="472399" y="13758"/>
                </a:lnTo>
                <a:lnTo>
                  <a:pt x="471472" y="13698"/>
                </a:lnTo>
                <a:lnTo>
                  <a:pt x="470539" y="13679"/>
                </a:lnTo>
                <a:lnTo>
                  <a:pt x="468148" y="13791"/>
                </a:lnTo>
                <a:lnTo>
                  <a:pt x="465853" y="14129"/>
                </a:lnTo>
                <a:lnTo>
                  <a:pt x="463656" y="14693"/>
                </a:lnTo>
                <a:lnTo>
                  <a:pt x="461557" y="15482"/>
                </a:lnTo>
                <a:lnTo>
                  <a:pt x="459555" y="16496"/>
                </a:lnTo>
                <a:lnTo>
                  <a:pt x="457650" y="17735"/>
                </a:lnTo>
                <a:lnTo>
                  <a:pt x="455843" y="19200"/>
                </a:lnTo>
                <a:lnTo>
                  <a:pt x="454133" y="20891"/>
                </a:lnTo>
                <a:lnTo>
                  <a:pt x="452521" y="22806"/>
                </a:lnTo>
                <a:lnTo>
                  <a:pt x="451006" y="24947"/>
                </a:lnTo>
                <a:lnTo>
                  <a:pt x="449588" y="27314"/>
                </a:lnTo>
                <a:lnTo>
                  <a:pt x="448268" y="29906"/>
                </a:lnTo>
                <a:lnTo>
                  <a:pt x="447049" y="32670"/>
                </a:lnTo>
                <a:lnTo>
                  <a:pt x="445937" y="35555"/>
                </a:lnTo>
                <a:lnTo>
                  <a:pt x="444930" y="38562"/>
                </a:lnTo>
                <a:lnTo>
                  <a:pt x="444030" y="41689"/>
                </a:lnTo>
                <a:lnTo>
                  <a:pt x="443235" y="44937"/>
                </a:lnTo>
                <a:lnTo>
                  <a:pt x="442547" y="48306"/>
                </a:lnTo>
                <a:lnTo>
                  <a:pt x="441964" y="51796"/>
                </a:lnTo>
                <a:lnTo>
                  <a:pt x="441487" y="55407"/>
                </a:lnTo>
                <a:lnTo>
                  <a:pt x="441116" y="59139"/>
                </a:lnTo>
                <a:lnTo>
                  <a:pt x="440851" y="62991"/>
                </a:lnTo>
                <a:lnTo>
                  <a:pt x="440692" y="66965"/>
                </a:lnTo>
                <a:lnTo>
                  <a:pt x="440639" y="71059"/>
                </a:lnTo>
                <a:lnTo>
                  <a:pt x="440642" y="72013"/>
                </a:lnTo>
                <a:lnTo>
                  <a:pt x="440649" y="72979"/>
                </a:lnTo>
                <a:lnTo>
                  <a:pt x="440661" y="73957"/>
                </a:lnTo>
                <a:lnTo>
                  <a:pt x="440678" y="74947"/>
                </a:lnTo>
                <a:lnTo>
                  <a:pt x="440700" y="75950"/>
                </a:lnTo>
                <a:lnTo>
                  <a:pt x="440727" y="76964"/>
                </a:lnTo>
                <a:lnTo>
                  <a:pt x="440759" y="77991"/>
                </a:lnTo>
                <a:lnTo>
                  <a:pt x="440795" y="79030"/>
                </a:lnTo>
                <a:lnTo>
                  <a:pt x="440837" y="80081"/>
                </a:lnTo>
                <a:lnTo>
                  <a:pt x="440883" y="81144"/>
                </a:lnTo>
                <a:lnTo>
                  <a:pt x="440934" y="82220"/>
                </a:lnTo>
                <a:lnTo>
                  <a:pt x="440990" y="83308"/>
                </a:lnTo>
                <a:lnTo>
                  <a:pt x="441064" y="84433"/>
                </a:lnTo>
                <a:lnTo>
                  <a:pt x="441170" y="85623"/>
                </a:lnTo>
                <a:lnTo>
                  <a:pt x="441308" y="86877"/>
                </a:lnTo>
                <a:lnTo>
                  <a:pt x="441477" y="88196"/>
                </a:lnTo>
                <a:lnTo>
                  <a:pt x="441678" y="89579"/>
                </a:lnTo>
                <a:lnTo>
                  <a:pt x="441911" y="91026"/>
                </a:lnTo>
                <a:lnTo>
                  <a:pt x="442175" y="92538"/>
                </a:lnTo>
                <a:lnTo>
                  <a:pt x="442471" y="94115"/>
                </a:lnTo>
                <a:lnTo>
                  <a:pt x="442799" y="95755"/>
                </a:lnTo>
                <a:lnTo>
                  <a:pt x="443158" y="97460"/>
                </a:lnTo>
                <a:lnTo>
                  <a:pt x="443549" y="99230"/>
                </a:lnTo>
                <a:lnTo>
                  <a:pt x="443971" y="101063"/>
                </a:lnTo>
                <a:moveTo>
                  <a:pt x="496932" y="43686"/>
                </a:moveTo>
                <a:lnTo>
                  <a:pt x="450197" y="117699"/>
                </a:lnTo>
                <a:lnTo>
                  <a:pt x="450833" y="118741"/>
                </a:lnTo>
                <a:lnTo>
                  <a:pt x="451485" y="119739"/>
                </a:lnTo>
                <a:lnTo>
                  <a:pt x="452153" y="120693"/>
                </a:lnTo>
                <a:lnTo>
                  <a:pt x="452837" y="121602"/>
                </a:lnTo>
                <a:lnTo>
                  <a:pt x="453537" y="122467"/>
                </a:lnTo>
                <a:lnTo>
                  <a:pt x="454252" y="123288"/>
                </a:lnTo>
                <a:lnTo>
                  <a:pt x="454984" y="124064"/>
                </a:lnTo>
                <a:lnTo>
                  <a:pt x="455731" y="124796"/>
                </a:lnTo>
                <a:lnTo>
                  <a:pt x="456494" y="125484"/>
                </a:lnTo>
                <a:lnTo>
                  <a:pt x="457272" y="126127"/>
                </a:lnTo>
                <a:lnTo>
                  <a:pt x="458067" y="126726"/>
                </a:lnTo>
                <a:lnTo>
                  <a:pt x="458878" y="127281"/>
                </a:lnTo>
                <a:lnTo>
                  <a:pt x="459704" y="127791"/>
                </a:lnTo>
                <a:lnTo>
                  <a:pt x="460546" y="128256"/>
                </a:lnTo>
                <a:lnTo>
                  <a:pt x="461404" y="128677"/>
                </a:lnTo>
                <a:lnTo>
                  <a:pt x="462278" y="129054"/>
                </a:lnTo>
                <a:lnTo>
                  <a:pt x="463167" y="129387"/>
                </a:lnTo>
                <a:lnTo>
                  <a:pt x="464073" y="129675"/>
                </a:lnTo>
                <a:lnTo>
                  <a:pt x="464994" y="129919"/>
                </a:lnTo>
                <a:lnTo>
                  <a:pt x="465931" y="130118"/>
                </a:lnTo>
                <a:lnTo>
                  <a:pt x="466884" y="130274"/>
                </a:lnTo>
                <a:lnTo>
                  <a:pt x="467853" y="130384"/>
                </a:lnTo>
                <a:lnTo>
                  <a:pt x="468838" y="130451"/>
                </a:lnTo>
                <a:lnTo>
                  <a:pt x="469838" y="130473"/>
                </a:lnTo>
                <a:lnTo>
                  <a:pt x="472548" y="130344"/>
                </a:lnTo>
                <a:lnTo>
                  <a:pt x="475123" y="129957"/>
                </a:lnTo>
                <a:lnTo>
                  <a:pt x="477565" y="129311"/>
                </a:lnTo>
                <a:lnTo>
                  <a:pt x="479873" y="128407"/>
                </a:lnTo>
                <a:lnTo>
                  <a:pt x="482047" y="127245"/>
                </a:lnTo>
                <a:lnTo>
                  <a:pt x="484087" y="125825"/>
                </a:lnTo>
                <a:lnTo>
                  <a:pt x="485992" y="124147"/>
                </a:lnTo>
                <a:lnTo>
                  <a:pt x="487764" y="122210"/>
                </a:lnTo>
                <a:lnTo>
                  <a:pt x="489402" y="120015"/>
                </a:lnTo>
                <a:lnTo>
                  <a:pt x="490906" y="117562"/>
                </a:lnTo>
                <a:lnTo>
                  <a:pt x="492276" y="114851"/>
                </a:lnTo>
                <a:lnTo>
                  <a:pt x="493513" y="111881"/>
                </a:lnTo>
                <a:lnTo>
                  <a:pt x="494633" y="108755"/>
                </a:lnTo>
                <a:lnTo>
                  <a:pt x="495656" y="105571"/>
                </a:lnTo>
                <a:lnTo>
                  <a:pt x="496581" y="102331"/>
                </a:lnTo>
                <a:lnTo>
                  <a:pt x="497410" y="99035"/>
                </a:lnTo>
                <a:lnTo>
                  <a:pt x="498140" y="95682"/>
                </a:lnTo>
                <a:lnTo>
                  <a:pt x="498774" y="92273"/>
                </a:lnTo>
                <a:lnTo>
                  <a:pt x="499309" y="88807"/>
                </a:lnTo>
                <a:lnTo>
                  <a:pt x="499748" y="85285"/>
                </a:lnTo>
                <a:lnTo>
                  <a:pt x="500089" y="81707"/>
                </a:lnTo>
                <a:lnTo>
                  <a:pt x="500332" y="78072"/>
                </a:lnTo>
                <a:lnTo>
                  <a:pt x="500479" y="74380"/>
                </a:lnTo>
                <a:lnTo>
                  <a:pt x="500527" y="70632"/>
                </a:lnTo>
                <a:lnTo>
                  <a:pt x="500502" y="68306"/>
                </a:lnTo>
                <a:lnTo>
                  <a:pt x="500427" y="65995"/>
                </a:lnTo>
                <a:lnTo>
                  <a:pt x="500303" y="63698"/>
                </a:lnTo>
                <a:lnTo>
                  <a:pt x="500128" y="61416"/>
                </a:lnTo>
                <a:lnTo>
                  <a:pt x="499903" y="59148"/>
                </a:lnTo>
                <a:lnTo>
                  <a:pt x="499628" y="56896"/>
                </a:lnTo>
                <a:lnTo>
                  <a:pt x="499304" y="54657"/>
                </a:lnTo>
                <a:lnTo>
                  <a:pt x="498929" y="52434"/>
                </a:lnTo>
                <a:lnTo>
                  <a:pt x="498505" y="50225"/>
                </a:lnTo>
                <a:lnTo>
                  <a:pt x="498031" y="48030"/>
                </a:lnTo>
                <a:lnTo>
                  <a:pt x="497506" y="45851"/>
                </a:lnTo>
                <a:lnTo>
                  <a:pt x="496932" y="43686"/>
                </a:lnTo>
                <a:close/>
                <a:moveTo>
                  <a:pt x="732853" y="70498"/>
                </a:moveTo>
                <a:lnTo>
                  <a:pt x="732853" y="84176"/>
                </a:lnTo>
                <a:lnTo>
                  <a:pt x="637628" y="84176"/>
                </a:lnTo>
                <a:lnTo>
                  <a:pt x="637628" y="70498"/>
                </a:lnTo>
                <a:lnTo>
                  <a:pt x="732853" y="70498"/>
                </a:lnTo>
                <a:moveTo>
                  <a:pt x="732853" y="101187"/>
                </a:moveTo>
                <a:lnTo>
                  <a:pt x="732853" y="114865"/>
                </a:lnTo>
                <a:lnTo>
                  <a:pt x="637628" y="114865"/>
                </a:lnTo>
                <a:lnTo>
                  <a:pt x="637628" y="101187"/>
                </a:lnTo>
                <a:lnTo>
                  <a:pt x="732853" y="101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" name="Original vector context 9">
            <a:extLst xmlns:a="http://schemas.openxmlformats.org/drawingml/2006/main">
              <a:ext uri="{FF2B5EF4-FFF2-40B4-BE49-F238E27FC236}">
                <a16:creationId xmlns:a16="http://schemas.microsoft.com/office/drawing/2014/main" id="{278DD870-6B52-4DB1-B809-D7ABBCFE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79" y="821013"/>
            <a:ext cx="1358316" cy="176945"/>
          </a:xfrm>
          <a:custGeom xmlns:a="http://schemas.openxmlformats.org/drawingml/2006/main">
            <a:pathLst>
              <a:path w="1358316" h="176945">
                <a:moveTo>
                  <a:pt x="16835" y="51909"/>
                </a:moveTo>
                <a:lnTo>
                  <a:pt x="5612" y="51909"/>
                </a:lnTo>
                <a:lnTo>
                  <a:pt x="0" y="2806"/>
                </a:lnTo>
                <a:lnTo>
                  <a:pt x="21833" y="2806"/>
                </a:lnTo>
                <a:lnTo>
                  <a:pt x="16835" y="51909"/>
                </a:lnTo>
                <a:moveTo>
                  <a:pt x="54627" y="51909"/>
                </a:moveTo>
                <a:lnTo>
                  <a:pt x="43491" y="51909"/>
                </a:lnTo>
                <a:lnTo>
                  <a:pt x="38493" y="2806"/>
                </a:lnTo>
                <a:lnTo>
                  <a:pt x="59888" y="2806"/>
                </a:lnTo>
                <a:lnTo>
                  <a:pt x="54627" y="51909"/>
                </a:lnTo>
                <a:close/>
                <a:moveTo>
                  <a:pt x="178905" y="140250"/>
                </a:moveTo>
                <a:lnTo>
                  <a:pt x="177034" y="141032"/>
                </a:lnTo>
                <a:lnTo>
                  <a:pt x="175251" y="141759"/>
                </a:lnTo>
                <a:lnTo>
                  <a:pt x="173556" y="142432"/>
                </a:lnTo>
                <a:lnTo>
                  <a:pt x="171949" y="143050"/>
                </a:lnTo>
                <a:lnTo>
                  <a:pt x="170429" y="143614"/>
                </a:lnTo>
                <a:lnTo>
                  <a:pt x="168997" y="144123"/>
                </a:lnTo>
                <a:lnTo>
                  <a:pt x="167652" y="144577"/>
                </a:lnTo>
                <a:lnTo>
                  <a:pt x="166395" y="144977"/>
                </a:lnTo>
                <a:lnTo>
                  <a:pt x="165226" y="145323"/>
                </a:lnTo>
                <a:lnTo>
                  <a:pt x="164145" y="145614"/>
                </a:lnTo>
                <a:lnTo>
                  <a:pt x="163151" y="145850"/>
                </a:lnTo>
                <a:lnTo>
                  <a:pt x="162245" y="146031"/>
                </a:lnTo>
                <a:lnTo>
                  <a:pt x="161385" y="146179"/>
                </a:lnTo>
                <a:lnTo>
                  <a:pt x="160530" y="146314"/>
                </a:lnTo>
                <a:lnTo>
                  <a:pt x="159680" y="146437"/>
                </a:lnTo>
                <a:lnTo>
                  <a:pt x="158835" y="146546"/>
                </a:lnTo>
                <a:lnTo>
                  <a:pt x="157995" y="146642"/>
                </a:lnTo>
                <a:lnTo>
                  <a:pt x="157159" y="146726"/>
                </a:lnTo>
                <a:lnTo>
                  <a:pt x="156329" y="146797"/>
                </a:lnTo>
                <a:lnTo>
                  <a:pt x="155503" y="146855"/>
                </a:lnTo>
                <a:lnTo>
                  <a:pt x="154682" y="146900"/>
                </a:lnTo>
                <a:lnTo>
                  <a:pt x="153866" y="146932"/>
                </a:lnTo>
                <a:lnTo>
                  <a:pt x="153055" y="146951"/>
                </a:lnTo>
                <a:lnTo>
                  <a:pt x="152249" y="146958"/>
                </a:lnTo>
                <a:lnTo>
                  <a:pt x="150551" y="146930"/>
                </a:lnTo>
                <a:lnTo>
                  <a:pt x="148878" y="146848"/>
                </a:lnTo>
                <a:lnTo>
                  <a:pt x="147229" y="146711"/>
                </a:lnTo>
                <a:lnTo>
                  <a:pt x="145605" y="146519"/>
                </a:lnTo>
                <a:lnTo>
                  <a:pt x="144004" y="146273"/>
                </a:lnTo>
                <a:lnTo>
                  <a:pt x="142429" y="145971"/>
                </a:lnTo>
                <a:lnTo>
                  <a:pt x="140877" y="145615"/>
                </a:lnTo>
                <a:lnTo>
                  <a:pt x="139350" y="145204"/>
                </a:lnTo>
                <a:lnTo>
                  <a:pt x="137847" y="144738"/>
                </a:lnTo>
                <a:lnTo>
                  <a:pt x="136369" y="144217"/>
                </a:lnTo>
                <a:lnTo>
                  <a:pt x="134915" y="143642"/>
                </a:lnTo>
                <a:lnTo>
                  <a:pt x="133485" y="143012"/>
                </a:lnTo>
                <a:lnTo>
                  <a:pt x="132096" y="142328"/>
                </a:lnTo>
                <a:lnTo>
                  <a:pt x="130765" y="141592"/>
                </a:lnTo>
                <a:lnTo>
                  <a:pt x="129493" y="140803"/>
                </a:lnTo>
                <a:lnTo>
                  <a:pt x="128277" y="139962"/>
                </a:lnTo>
                <a:lnTo>
                  <a:pt x="127120" y="139069"/>
                </a:lnTo>
                <a:lnTo>
                  <a:pt x="126021" y="138123"/>
                </a:lnTo>
                <a:lnTo>
                  <a:pt x="124979" y="137125"/>
                </a:lnTo>
                <a:lnTo>
                  <a:pt x="123996" y="136075"/>
                </a:lnTo>
                <a:lnTo>
                  <a:pt x="123070" y="134972"/>
                </a:lnTo>
                <a:lnTo>
                  <a:pt x="122202" y="133817"/>
                </a:lnTo>
                <a:lnTo>
                  <a:pt x="121392" y="132610"/>
                </a:lnTo>
                <a:lnTo>
                  <a:pt x="120639" y="131350"/>
                </a:lnTo>
                <a:lnTo>
                  <a:pt x="119946" y="130005"/>
                </a:lnTo>
                <a:lnTo>
                  <a:pt x="119313" y="128544"/>
                </a:lnTo>
                <a:lnTo>
                  <a:pt x="118740" y="126966"/>
                </a:lnTo>
                <a:lnTo>
                  <a:pt x="118228" y="125271"/>
                </a:lnTo>
                <a:lnTo>
                  <a:pt x="117776" y="123458"/>
                </a:lnTo>
                <a:lnTo>
                  <a:pt x="117384" y="121529"/>
                </a:lnTo>
                <a:lnTo>
                  <a:pt x="117052" y="119483"/>
                </a:lnTo>
                <a:lnTo>
                  <a:pt x="116781" y="117321"/>
                </a:lnTo>
                <a:lnTo>
                  <a:pt x="116570" y="115041"/>
                </a:lnTo>
                <a:lnTo>
                  <a:pt x="116419" y="112644"/>
                </a:lnTo>
                <a:lnTo>
                  <a:pt x="116329" y="110130"/>
                </a:lnTo>
                <a:lnTo>
                  <a:pt x="116299" y="107500"/>
                </a:lnTo>
                <a:lnTo>
                  <a:pt x="116299" y="68042"/>
                </a:lnTo>
                <a:lnTo>
                  <a:pt x="91835" y="68042"/>
                </a:lnTo>
                <a:lnTo>
                  <a:pt x="91835" y="54364"/>
                </a:lnTo>
                <a:lnTo>
                  <a:pt x="116299" y="54364"/>
                </a:lnTo>
                <a:lnTo>
                  <a:pt x="116299" y="14906"/>
                </a:lnTo>
                <a:lnTo>
                  <a:pt x="132608" y="14906"/>
                </a:lnTo>
                <a:lnTo>
                  <a:pt x="132608" y="54364"/>
                </a:lnTo>
                <a:lnTo>
                  <a:pt x="176187" y="54364"/>
                </a:lnTo>
                <a:lnTo>
                  <a:pt x="176187" y="68042"/>
                </a:lnTo>
                <a:lnTo>
                  <a:pt x="132608" y="68042"/>
                </a:lnTo>
                <a:lnTo>
                  <a:pt x="132608" y="107185"/>
                </a:lnTo>
                <a:lnTo>
                  <a:pt x="132627" y="109107"/>
                </a:lnTo>
                <a:lnTo>
                  <a:pt x="132686" y="110932"/>
                </a:lnTo>
                <a:lnTo>
                  <a:pt x="132783" y="112660"/>
                </a:lnTo>
                <a:lnTo>
                  <a:pt x="132920" y="114292"/>
                </a:lnTo>
                <a:lnTo>
                  <a:pt x="133095" y="115827"/>
                </a:lnTo>
                <a:lnTo>
                  <a:pt x="133309" y="117266"/>
                </a:lnTo>
                <a:lnTo>
                  <a:pt x="133563" y="118608"/>
                </a:lnTo>
                <a:lnTo>
                  <a:pt x="133855" y="119853"/>
                </a:lnTo>
                <a:lnTo>
                  <a:pt x="134186" y="121001"/>
                </a:lnTo>
                <a:lnTo>
                  <a:pt x="134557" y="122053"/>
                </a:lnTo>
                <a:lnTo>
                  <a:pt x="134966" y="123008"/>
                </a:lnTo>
                <a:lnTo>
                  <a:pt x="135414" y="123867"/>
                </a:lnTo>
                <a:lnTo>
                  <a:pt x="135895" y="124658"/>
                </a:lnTo>
                <a:lnTo>
                  <a:pt x="136402" y="125414"/>
                </a:lnTo>
                <a:lnTo>
                  <a:pt x="136935" y="126134"/>
                </a:lnTo>
                <a:lnTo>
                  <a:pt x="137494" y="126819"/>
                </a:lnTo>
                <a:lnTo>
                  <a:pt x="138079" y="127467"/>
                </a:lnTo>
                <a:lnTo>
                  <a:pt x="138691" y="128080"/>
                </a:lnTo>
                <a:lnTo>
                  <a:pt x="139329" y="128656"/>
                </a:lnTo>
                <a:lnTo>
                  <a:pt x="139993" y="129197"/>
                </a:lnTo>
                <a:lnTo>
                  <a:pt x="140683" y="129702"/>
                </a:lnTo>
                <a:lnTo>
                  <a:pt x="141400" y="130171"/>
                </a:lnTo>
                <a:lnTo>
                  <a:pt x="142142" y="130604"/>
                </a:lnTo>
                <a:lnTo>
                  <a:pt x="142911" y="131002"/>
                </a:lnTo>
                <a:lnTo>
                  <a:pt x="143705" y="131366"/>
                </a:lnTo>
                <a:lnTo>
                  <a:pt x="144522" y="131698"/>
                </a:lnTo>
                <a:lnTo>
                  <a:pt x="145363" y="131998"/>
                </a:lnTo>
                <a:lnTo>
                  <a:pt x="146228" y="132267"/>
                </a:lnTo>
                <a:lnTo>
                  <a:pt x="147117" y="132504"/>
                </a:lnTo>
                <a:lnTo>
                  <a:pt x="148029" y="132710"/>
                </a:lnTo>
                <a:lnTo>
                  <a:pt x="148966" y="132884"/>
                </a:lnTo>
                <a:lnTo>
                  <a:pt x="149926" y="133026"/>
                </a:lnTo>
                <a:lnTo>
                  <a:pt x="150909" y="133137"/>
                </a:lnTo>
                <a:lnTo>
                  <a:pt x="151917" y="133216"/>
                </a:lnTo>
                <a:lnTo>
                  <a:pt x="152948" y="133263"/>
                </a:lnTo>
                <a:lnTo>
                  <a:pt x="154003" y="133279"/>
                </a:lnTo>
                <a:lnTo>
                  <a:pt x="155984" y="133227"/>
                </a:lnTo>
                <a:lnTo>
                  <a:pt x="157983" y="133072"/>
                </a:lnTo>
                <a:lnTo>
                  <a:pt x="159998" y="132814"/>
                </a:lnTo>
                <a:lnTo>
                  <a:pt x="162031" y="132452"/>
                </a:lnTo>
                <a:lnTo>
                  <a:pt x="164080" y="131987"/>
                </a:lnTo>
                <a:lnTo>
                  <a:pt x="166147" y="131418"/>
                </a:lnTo>
                <a:lnTo>
                  <a:pt x="168231" y="130747"/>
                </a:lnTo>
                <a:lnTo>
                  <a:pt x="170331" y="129971"/>
                </a:lnTo>
                <a:lnTo>
                  <a:pt x="172449" y="129093"/>
                </a:lnTo>
                <a:lnTo>
                  <a:pt x="174584" y="128111"/>
                </a:lnTo>
                <a:lnTo>
                  <a:pt x="176736" y="127025"/>
                </a:lnTo>
                <a:lnTo>
                  <a:pt x="178905" y="125837"/>
                </a:lnTo>
                <a:lnTo>
                  <a:pt x="178905" y="140250"/>
                </a:lnTo>
                <a:close/>
                <a:moveTo>
                  <a:pt x="244693" y="146958"/>
                </a:moveTo>
                <a:lnTo>
                  <a:pt x="241244" y="146856"/>
                </a:lnTo>
                <a:lnTo>
                  <a:pt x="237912" y="146550"/>
                </a:lnTo>
                <a:lnTo>
                  <a:pt x="234697" y="146040"/>
                </a:lnTo>
                <a:lnTo>
                  <a:pt x="231599" y="145327"/>
                </a:lnTo>
                <a:lnTo>
                  <a:pt x="228618" y="144410"/>
                </a:lnTo>
                <a:lnTo>
                  <a:pt x="225754" y="143289"/>
                </a:lnTo>
                <a:lnTo>
                  <a:pt x="223006" y="141965"/>
                </a:lnTo>
                <a:lnTo>
                  <a:pt x="220376" y="140436"/>
                </a:lnTo>
                <a:lnTo>
                  <a:pt x="217862" y="138704"/>
                </a:lnTo>
                <a:lnTo>
                  <a:pt x="215465" y="136768"/>
                </a:lnTo>
                <a:lnTo>
                  <a:pt x="213186" y="134628"/>
                </a:lnTo>
                <a:lnTo>
                  <a:pt x="211023" y="132284"/>
                </a:lnTo>
                <a:lnTo>
                  <a:pt x="209006" y="129785"/>
                </a:lnTo>
                <a:lnTo>
                  <a:pt x="207165" y="127179"/>
                </a:lnTo>
                <a:lnTo>
                  <a:pt x="205499" y="124467"/>
                </a:lnTo>
                <a:lnTo>
                  <a:pt x="204008" y="121649"/>
                </a:lnTo>
                <a:lnTo>
                  <a:pt x="202693" y="118724"/>
                </a:lnTo>
                <a:lnTo>
                  <a:pt x="201553" y="115692"/>
                </a:lnTo>
                <a:lnTo>
                  <a:pt x="200589" y="112554"/>
                </a:lnTo>
                <a:lnTo>
                  <a:pt x="199799" y="109310"/>
                </a:lnTo>
                <a:lnTo>
                  <a:pt x="199186" y="105959"/>
                </a:lnTo>
                <a:lnTo>
                  <a:pt x="198747" y="102502"/>
                </a:lnTo>
                <a:lnTo>
                  <a:pt x="198484" y="98938"/>
                </a:lnTo>
                <a:lnTo>
                  <a:pt x="198396" y="95268"/>
                </a:lnTo>
                <a:lnTo>
                  <a:pt x="198484" y="91598"/>
                </a:lnTo>
                <a:lnTo>
                  <a:pt x="198747" y="88036"/>
                </a:lnTo>
                <a:lnTo>
                  <a:pt x="199186" y="84580"/>
                </a:lnTo>
                <a:lnTo>
                  <a:pt x="199799" y="81231"/>
                </a:lnTo>
                <a:lnTo>
                  <a:pt x="200589" y="77990"/>
                </a:lnTo>
                <a:lnTo>
                  <a:pt x="201553" y="74856"/>
                </a:lnTo>
                <a:lnTo>
                  <a:pt x="202693" y="71828"/>
                </a:lnTo>
                <a:lnTo>
                  <a:pt x="204008" y="68908"/>
                </a:lnTo>
                <a:lnTo>
                  <a:pt x="205499" y="66095"/>
                </a:lnTo>
                <a:lnTo>
                  <a:pt x="207165" y="63389"/>
                </a:lnTo>
                <a:lnTo>
                  <a:pt x="209006" y="60790"/>
                </a:lnTo>
                <a:lnTo>
                  <a:pt x="211023" y="58299"/>
                </a:lnTo>
                <a:lnTo>
                  <a:pt x="213186" y="55961"/>
                </a:lnTo>
                <a:lnTo>
                  <a:pt x="215465" y="53828"/>
                </a:lnTo>
                <a:lnTo>
                  <a:pt x="217862" y="51897"/>
                </a:lnTo>
                <a:lnTo>
                  <a:pt x="220376" y="50170"/>
                </a:lnTo>
                <a:lnTo>
                  <a:pt x="223006" y="48645"/>
                </a:lnTo>
                <a:lnTo>
                  <a:pt x="225754" y="47324"/>
                </a:lnTo>
                <a:lnTo>
                  <a:pt x="228618" y="46207"/>
                </a:lnTo>
                <a:lnTo>
                  <a:pt x="231599" y="45292"/>
                </a:lnTo>
                <a:lnTo>
                  <a:pt x="234697" y="44581"/>
                </a:lnTo>
                <a:lnTo>
                  <a:pt x="237912" y="44073"/>
                </a:lnTo>
                <a:lnTo>
                  <a:pt x="241244" y="43768"/>
                </a:lnTo>
                <a:lnTo>
                  <a:pt x="244693" y="43666"/>
                </a:lnTo>
                <a:lnTo>
                  <a:pt x="248128" y="43768"/>
                </a:lnTo>
                <a:lnTo>
                  <a:pt x="251447" y="44073"/>
                </a:lnTo>
                <a:lnTo>
                  <a:pt x="254651" y="44581"/>
                </a:lnTo>
                <a:lnTo>
                  <a:pt x="257739" y="45292"/>
                </a:lnTo>
                <a:lnTo>
                  <a:pt x="260711" y="46207"/>
                </a:lnTo>
                <a:lnTo>
                  <a:pt x="263567" y="47324"/>
                </a:lnTo>
                <a:lnTo>
                  <a:pt x="266308" y="48645"/>
                </a:lnTo>
                <a:lnTo>
                  <a:pt x="268933" y="50170"/>
                </a:lnTo>
                <a:lnTo>
                  <a:pt x="271442" y="51897"/>
                </a:lnTo>
                <a:lnTo>
                  <a:pt x="273836" y="53828"/>
                </a:lnTo>
                <a:lnTo>
                  <a:pt x="276114" y="55961"/>
                </a:lnTo>
                <a:lnTo>
                  <a:pt x="278276" y="58299"/>
                </a:lnTo>
                <a:lnTo>
                  <a:pt x="280293" y="60790"/>
                </a:lnTo>
                <a:lnTo>
                  <a:pt x="282134" y="63389"/>
                </a:lnTo>
                <a:lnTo>
                  <a:pt x="283800" y="66095"/>
                </a:lnTo>
                <a:lnTo>
                  <a:pt x="285291" y="68908"/>
                </a:lnTo>
                <a:lnTo>
                  <a:pt x="286606" y="71828"/>
                </a:lnTo>
                <a:lnTo>
                  <a:pt x="287746" y="74856"/>
                </a:lnTo>
                <a:lnTo>
                  <a:pt x="288710" y="77990"/>
                </a:lnTo>
                <a:lnTo>
                  <a:pt x="289500" y="81231"/>
                </a:lnTo>
                <a:lnTo>
                  <a:pt x="290113" y="84580"/>
                </a:lnTo>
                <a:lnTo>
                  <a:pt x="290552" y="88036"/>
                </a:lnTo>
                <a:lnTo>
                  <a:pt x="290815" y="91598"/>
                </a:lnTo>
                <a:lnTo>
                  <a:pt x="290903" y="95268"/>
                </a:lnTo>
                <a:lnTo>
                  <a:pt x="290815" y="98938"/>
                </a:lnTo>
                <a:lnTo>
                  <a:pt x="290552" y="102502"/>
                </a:lnTo>
                <a:lnTo>
                  <a:pt x="290113" y="105959"/>
                </a:lnTo>
                <a:lnTo>
                  <a:pt x="289500" y="109310"/>
                </a:lnTo>
                <a:lnTo>
                  <a:pt x="288710" y="112554"/>
                </a:lnTo>
                <a:lnTo>
                  <a:pt x="287746" y="115692"/>
                </a:lnTo>
                <a:lnTo>
                  <a:pt x="286606" y="118724"/>
                </a:lnTo>
                <a:lnTo>
                  <a:pt x="285291" y="121649"/>
                </a:lnTo>
                <a:lnTo>
                  <a:pt x="283800" y="124467"/>
                </a:lnTo>
                <a:lnTo>
                  <a:pt x="282134" y="127179"/>
                </a:lnTo>
                <a:lnTo>
                  <a:pt x="280293" y="129785"/>
                </a:lnTo>
                <a:lnTo>
                  <a:pt x="278276" y="132284"/>
                </a:lnTo>
                <a:lnTo>
                  <a:pt x="276114" y="134628"/>
                </a:lnTo>
                <a:lnTo>
                  <a:pt x="273836" y="136768"/>
                </a:lnTo>
                <a:lnTo>
                  <a:pt x="271442" y="138704"/>
                </a:lnTo>
                <a:lnTo>
                  <a:pt x="268933" y="140436"/>
                </a:lnTo>
                <a:lnTo>
                  <a:pt x="266308" y="141965"/>
                </a:lnTo>
                <a:lnTo>
                  <a:pt x="263567" y="143289"/>
                </a:lnTo>
                <a:lnTo>
                  <a:pt x="260711" y="144410"/>
                </a:lnTo>
                <a:lnTo>
                  <a:pt x="257739" y="145327"/>
                </a:lnTo>
                <a:lnTo>
                  <a:pt x="254651" y="146040"/>
                </a:lnTo>
                <a:lnTo>
                  <a:pt x="251447" y="146550"/>
                </a:lnTo>
                <a:lnTo>
                  <a:pt x="248128" y="146856"/>
                </a:lnTo>
                <a:lnTo>
                  <a:pt x="244693" y="146958"/>
                </a:lnTo>
                <a:moveTo>
                  <a:pt x="244693" y="133279"/>
                </a:moveTo>
                <a:lnTo>
                  <a:pt x="246834" y="133209"/>
                </a:lnTo>
                <a:lnTo>
                  <a:pt x="248900" y="132997"/>
                </a:lnTo>
                <a:lnTo>
                  <a:pt x="250891" y="132645"/>
                </a:lnTo>
                <a:lnTo>
                  <a:pt x="252809" y="132153"/>
                </a:lnTo>
                <a:lnTo>
                  <a:pt x="254652" y="131519"/>
                </a:lnTo>
                <a:lnTo>
                  <a:pt x="256421" y="130745"/>
                </a:lnTo>
                <a:lnTo>
                  <a:pt x="258116" y="129830"/>
                </a:lnTo>
                <a:lnTo>
                  <a:pt x="259736" y="128774"/>
                </a:lnTo>
                <a:lnTo>
                  <a:pt x="261282" y="127578"/>
                </a:lnTo>
                <a:lnTo>
                  <a:pt x="262754" y="126240"/>
                </a:lnTo>
                <a:lnTo>
                  <a:pt x="264151" y="124762"/>
                </a:lnTo>
                <a:lnTo>
                  <a:pt x="265474" y="123143"/>
                </a:lnTo>
                <a:lnTo>
                  <a:pt x="266707" y="121401"/>
                </a:lnTo>
                <a:lnTo>
                  <a:pt x="267832" y="119554"/>
                </a:lnTo>
                <a:lnTo>
                  <a:pt x="268850" y="117600"/>
                </a:lnTo>
                <a:lnTo>
                  <a:pt x="269761" y="115541"/>
                </a:lnTo>
                <a:lnTo>
                  <a:pt x="270565" y="113377"/>
                </a:lnTo>
                <a:lnTo>
                  <a:pt x="271261" y="111107"/>
                </a:lnTo>
                <a:lnTo>
                  <a:pt x="271851" y="108731"/>
                </a:lnTo>
                <a:lnTo>
                  <a:pt x="272333" y="106250"/>
                </a:lnTo>
                <a:lnTo>
                  <a:pt x="272708" y="103663"/>
                </a:lnTo>
                <a:lnTo>
                  <a:pt x="272976" y="100970"/>
                </a:lnTo>
                <a:lnTo>
                  <a:pt x="273137" y="98172"/>
                </a:lnTo>
                <a:lnTo>
                  <a:pt x="273190" y="95268"/>
                </a:lnTo>
                <a:lnTo>
                  <a:pt x="273137" y="92378"/>
                </a:lnTo>
                <a:lnTo>
                  <a:pt x="272976" y="89593"/>
                </a:lnTo>
                <a:lnTo>
                  <a:pt x="272708" y="86912"/>
                </a:lnTo>
                <a:lnTo>
                  <a:pt x="272333" y="84335"/>
                </a:lnTo>
                <a:lnTo>
                  <a:pt x="271851" y="81863"/>
                </a:lnTo>
                <a:lnTo>
                  <a:pt x="271261" y="79495"/>
                </a:lnTo>
                <a:lnTo>
                  <a:pt x="270565" y="77232"/>
                </a:lnTo>
                <a:lnTo>
                  <a:pt x="269761" y="75073"/>
                </a:lnTo>
                <a:lnTo>
                  <a:pt x="268850" y="73018"/>
                </a:lnTo>
                <a:lnTo>
                  <a:pt x="267832" y="71068"/>
                </a:lnTo>
                <a:lnTo>
                  <a:pt x="266707" y="69222"/>
                </a:lnTo>
                <a:lnTo>
                  <a:pt x="265474" y="67481"/>
                </a:lnTo>
                <a:lnTo>
                  <a:pt x="264151" y="65862"/>
                </a:lnTo>
                <a:lnTo>
                  <a:pt x="262754" y="64384"/>
                </a:lnTo>
                <a:lnTo>
                  <a:pt x="261282" y="63046"/>
                </a:lnTo>
                <a:lnTo>
                  <a:pt x="259736" y="61850"/>
                </a:lnTo>
                <a:lnTo>
                  <a:pt x="258116" y="60794"/>
                </a:lnTo>
                <a:lnTo>
                  <a:pt x="256421" y="59879"/>
                </a:lnTo>
                <a:lnTo>
                  <a:pt x="254652" y="59105"/>
                </a:lnTo>
                <a:lnTo>
                  <a:pt x="252809" y="58471"/>
                </a:lnTo>
                <a:lnTo>
                  <a:pt x="250891" y="57979"/>
                </a:lnTo>
                <a:lnTo>
                  <a:pt x="248900" y="57627"/>
                </a:lnTo>
                <a:lnTo>
                  <a:pt x="246834" y="57415"/>
                </a:lnTo>
                <a:lnTo>
                  <a:pt x="244693" y="57345"/>
                </a:lnTo>
                <a:lnTo>
                  <a:pt x="242539" y="57415"/>
                </a:lnTo>
                <a:lnTo>
                  <a:pt x="240460" y="57627"/>
                </a:lnTo>
                <a:lnTo>
                  <a:pt x="238457" y="57979"/>
                </a:lnTo>
                <a:lnTo>
                  <a:pt x="236529" y="58471"/>
                </a:lnTo>
                <a:lnTo>
                  <a:pt x="234677" y="59105"/>
                </a:lnTo>
                <a:lnTo>
                  <a:pt x="232900" y="59879"/>
                </a:lnTo>
                <a:lnTo>
                  <a:pt x="231199" y="60794"/>
                </a:lnTo>
                <a:lnTo>
                  <a:pt x="229573" y="61850"/>
                </a:lnTo>
                <a:lnTo>
                  <a:pt x="228022" y="63046"/>
                </a:lnTo>
                <a:lnTo>
                  <a:pt x="226548" y="64384"/>
                </a:lnTo>
                <a:lnTo>
                  <a:pt x="225148" y="65862"/>
                </a:lnTo>
                <a:lnTo>
                  <a:pt x="223825" y="67481"/>
                </a:lnTo>
                <a:lnTo>
                  <a:pt x="222592" y="69222"/>
                </a:lnTo>
                <a:lnTo>
                  <a:pt x="221467" y="71068"/>
                </a:lnTo>
                <a:lnTo>
                  <a:pt x="220449" y="73018"/>
                </a:lnTo>
                <a:lnTo>
                  <a:pt x="219538" y="75073"/>
                </a:lnTo>
                <a:lnTo>
                  <a:pt x="218734" y="77232"/>
                </a:lnTo>
                <a:lnTo>
                  <a:pt x="218038" y="79495"/>
                </a:lnTo>
                <a:lnTo>
                  <a:pt x="217448" y="81863"/>
                </a:lnTo>
                <a:lnTo>
                  <a:pt x="216966" y="84335"/>
                </a:lnTo>
                <a:lnTo>
                  <a:pt x="216591" y="86912"/>
                </a:lnTo>
                <a:lnTo>
                  <a:pt x="216323" y="89593"/>
                </a:lnTo>
                <a:lnTo>
                  <a:pt x="216162" y="92378"/>
                </a:lnTo>
                <a:lnTo>
                  <a:pt x="216108" y="95268"/>
                </a:lnTo>
                <a:lnTo>
                  <a:pt x="216162" y="98172"/>
                </a:lnTo>
                <a:lnTo>
                  <a:pt x="216323" y="100970"/>
                </a:lnTo>
                <a:lnTo>
                  <a:pt x="216591" y="103663"/>
                </a:lnTo>
                <a:lnTo>
                  <a:pt x="216966" y="106250"/>
                </a:lnTo>
                <a:lnTo>
                  <a:pt x="217448" y="108731"/>
                </a:lnTo>
                <a:lnTo>
                  <a:pt x="218038" y="111107"/>
                </a:lnTo>
                <a:lnTo>
                  <a:pt x="218734" y="113377"/>
                </a:lnTo>
                <a:lnTo>
                  <a:pt x="219538" y="115541"/>
                </a:lnTo>
                <a:lnTo>
                  <a:pt x="220449" y="117600"/>
                </a:lnTo>
                <a:lnTo>
                  <a:pt x="221467" y="119554"/>
                </a:lnTo>
                <a:lnTo>
                  <a:pt x="222592" y="121401"/>
                </a:lnTo>
                <a:lnTo>
                  <a:pt x="223825" y="123143"/>
                </a:lnTo>
                <a:lnTo>
                  <a:pt x="225148" y="124762"/>
                </a:lnTo>
                <a:lnTo>
                  <a:pt x="226548" y="126240"/>
                </a:lnTo>
                <a:lnTo>
                  <a:pt x="228022" y="127578"/>
                </a:lnTo>
                <a:lnTo>
                  <a:pt x="229573" y="128774"/>
                </a:lnTo>
                <a:lnTo>
                  <a:pt x="231199" y="129830"/>
                </a:lnTo>
                <a:lnTo>
                  <a:pt x="232900" y="130745"/>
                </a:lnTo>
                <a:lnTo>
                  <a:pt x="234677" y="131519"/>
                </a:lnTo>
                <a:lnTo>
                  <a:pt x="236529" y="132153"/>
                </a:lnTo>
                <a:lnTo>
                  <a:pt x="238457" y="132645"/>
                </a:lnTo>
                <a:lnTo>
                  <a:pt x="240460" y="132997"/>
                </a:lnTo>
                <a:lnTo>
                  <a:pt x="242539" y="133209"/>
                </a:lnTo>
                <a:lnTo>
                  <a:pt x="244693" y="133279"/>
                </a:lnTo>
                <a:close/>
                <a:moveTo>
                  <a:pt x="312849" y="139014"/>
                </a:moveTo>
                <a:lnTo>
                  <a:pt x="312849" y="121705"/>
                </a:lnTo>
                <a:lnTo>
                  <a:pt x="314494" y="122745"/>
                </a:lnTo>
                <a:lnTo>
                  <a:pt x="316154" y="123732"/>
                </a:lnTo>
                <a:lnTo>
                  <a:pt x="317831" y="124667"/>
                </a:lnTo>
                <a:lnTo>
                  <a:pt x="319523" y="125548"/>
                </a:lnTo>
                <a:lnTo>
                  <a:pt x="321231" y="126377"/>
                </a:lnTo>
                <a:lnTo>
                  <a:pt x="322955" y="127152"/>
                </a:lnTo>
                <a:lnTo>
                  <a:pt x="324694" y="127875"/>
                </a:lnTo>
                <a:lnTo>
                  <a:pt x="326450" y="128544"/>
                </a:lnTo>
                <a:lnTo>
                  <a:pt x="328221" y="129161"/>
                </a:lnTo>
                <a:lnTo>
                  <a:pt x="330008" y="129724"/>
                </a:lnTo>
                <a:lnTo>
                  <a:pt x="331811" y="130235"/>
                </a:lnTo>
                <a:lnTo>
                  <a:pt x="333630" y="130692"/>
                </a:lnTo>
                <a:lnTo>
                  <a:pt x="335434" y="131105"/>
                </a:lnTo>
                <a:lnTo>
                  <a:pt x="337191" y="131483"/>
                </a:lnTo>
                <a:lnTo>
                  <a:pt x="338902" y="131824"/>
                </a:lnTo>
                <a:lnTo>
                  <a:pt x="340567" y="132129"/>
                </a:lnTo>
                <a:lnTo>
                  <a:pt x="342185" y="132399"/>
                </a:lnTo>
                <a:lnTo>
                  <a:pt x="343758" y="132632"/>
                </a:lnTo>
                <a:lnTo>
                  <a:pt x="345284" y="132830"/>
                </a:lnTo>
                <a:lnTo>
                  <a:pt x="346763" y="132992"/>
                </a:lnTo>
                <a:lnTo>
                  <a:pt x="348197" y="133117"/>
                </a:lnTo>
                <a:lnTo>
                  <a:pt x="349584" y="133207"/>
                </a:lnTo>
                <a:lnTo>
                  <a:pt x="350925" y="133261"/>
                </a:lnTo>
                <a:lnTo>
                  <a:pt x="352219" y="133279"/>
                </a:lnTo>
                <a:lnTo>
                  <a:pt x="354232" y="133251"/>
                </a:lnTo>
                <a:lnTo>
                  <a:pt x="356148" y="133169"/>
                </a:lnTo>
                <a:lnTo>
                  <a:pt x="357968" y="133030"/>
                </a:lnTo>
                <a:lnTo>
                  <a:pt x="359692" y="132837"/>
                </a:lnTo>
                <a:lnTo>
                  <a:pt x="361319" y="132589"/>
                </a:lnTo>
                <a:lnTo>
                  <a:pt x="362851" y="132285"/>
                </a:lnTo>
                <a:lnTo>
                  <a:pt x="364286" y="131926"/>
                </a:lnTo>
                <a:lnTo>
                  <a:pt x="365625" y="131512"/>
                </a:lnTo>
                <a:lnTo>
                  <a:pt x="366868" y="131043"/>
                </a:lnTo>
                <a:lnTo>
                  <a:pt x="368014" y="130518"/>
                </a:lnTo>
                <a:lnTo>
                  <a:pt x="369065" y="129938"/>
                </a:lnTo>
                <a:lnTo>
                  <a:pt x="370019" y="129303"/>
                </a:lnTo>
                <a:lnTo>
                  <a:pt x="370887" y="128627"/>
                </a:lnTo>
                <a:lnTo>
                  <a:pt x="371680" y="127923"/>
                </a:lnTo>
                <a:lnTo>
                  <a:pt x="372397" y="127192"/>
                </a:lnTo>
                <a:lnTo>
                  <a:pt x="373039" y="126434"/>
                </a:lnTo>
                <a:lnTo>
                  <a:pt x="373605" y="125649"/>
                </a:lnTo>
                <a:lnTo>
                  <a:pt x="374096" y="124836"/>
                </a:lnTo>
                <a:lnTo>
                  <a:pt x="374511" y="123996"/>
                </a:lnTo>
                <a:lnTo>
                  <a:pt x="374851" y="123129"/>
                </a:lnTo>
                <a:lnTo>
                  <a:pt x="375116" y="122234"/>
                </a:lnTo>
                <a:lnTo>
                  <a:pt x="375304" y="121312"/>
                </a:lnTo>
                <a:lnTo>
                  <a:pt x="375418" y="120363"/>
                </a:lnTo>
                <a:lnTo>
                  <a:pt x="375455" y="119387"/>
                </a:lnTo>
                <a:lnTo>
                  <a:pt x="375438" y="118739"/>
                </a:lnTo>
                <a:lnTo>
                  <a:pt x="375385" y="118107"/>
                </a:lnTo>
                <a:lnTo>
                  <a:pt x="375296" y="117491"/>
                </a:lnTo>
                <a:lnTo>
                  <a:pt x="375173" y="116891"/>
                </a:lnTo>
                <a:lnTo>
                  <a:pt x="375014" y="116307"/>
                </a:lnTo>
                <a:lnTo>
                  <a:pt x="374820" y="115738"/>
                </a:lnTo>
                <a:lnTo>
                  <a:pt x="374590" y="115185"/>
                </a:lnTo>
                <a:lnTo>
                  <a:pt x="374325" y="114648"/>
                </a:lnTo>
                <a:lnTo>
                  <a:pt x="374025" y="114127"/>
                </a:lnTo>
                <a:lnTo>
                  <a:pt x="373689" y="113621"/>
                </a:lnTo>
                <a:lnTo>
                  <a:pt x="373319" y="113131"/>
                </a:lnTo>
                <a:lnTo>
                  <a:pt x="372912" y="112657"/>
                </a:lnTo>
                <a:lnTo>
                  <a:pt x="372436" y="112182"/>
                </a:lnTo>
                <a:lnTo>
                  <a:pt x="371855" y="111689"/>
                </a:lnTo>
                <a:lnTo>
                  <a:pt x="371170" y="111177"/>
                </a:lnTo>
                <a:lnTo>
                  <a:pt x="370379" y="110648"/>
                </a:lnTo>
                <a:lnTo>
                  <a:pt x="369484" y="110100"/>
                </a:lnTo>
                <a:lnTo>
                  <a:pt x="368484" y="109534"/>
                </a:lnTo>
                <a:lnTo>
                  <a:pt x="367380" y="108950"/>
                </a:lnTo>
                <a:lnTo>
                  <a:pt x="366171" y="108347"/>
                </a:lnTo>
                <a:lnTo>
                  <a:pt x="364857" y="107726"/>
                </a:lnTo>
                <a:lnTo>
                  <a:pt x="363438" y="107087"/>
                </a:lnTo>
                <a:lnTo>
                  <a:pt x="361914" y="106430"/>
                </a:lnTo>
                <a:lnTo>
                  <a:pt x="360286" y="105755"/>
                </a:lnTo>
                <a:lnTo>
                  <a:pt x="354674" y="103483"/>
                </a:lnTo>
                <a:lnTo>
                  <a:pt x="343363" y="99025"/>
                </a:lnTo>
                <a:lnTo>
                  <a:pt x="340417" y="97852"/>
                </a:lnTo>
                <a:lnTo>
                  <a:pt x="337659" y="96694"/>
                </a:lnTo>
                <a:lnTo>
                  <a:pt x="335088" y="95551"/>
                </a:lnTo>
                <a:lnTo>
                  <a:pt x="332705" y="94421"/>
                </a:lnTo>
                <a:lnTo>
                  <a:pt x="330509" y="93306"/>
                </a:lnTo>
                <a:lnTo>
                  <a:pt x="328501" y="92205"/>
                </a:lnTo>
                <a:lnTo>
                  <a:pt x="326680" y="91119"/>
                </a:lnTo>
                <a:lnTo>
                  <a:pt x="325047" y="90047"/>
                </a:lnTo>
                <a:lnTo>
                  <a:pt x="323601" y="88989"/>
                </a:lnTo>
                <a:lnTo>
                  <a:pt x="322343" y="87946"/>
                </a:lnTo>
                <a:lnTo>
                  <a:pt x="321273" y="86917"/>
                </a:lnTo>
                <a:lnTo>
                  <a:pt x="320390" y="85902"/>
                </a:lnTo>
                <a:lnTo>
                  <a:pt x="319620" y="84891"/>
                </a:lnTo>
                <a:lnTo>
                  <a:pt x="318916" y="83843"/>
                </a:lnTo>
                <a:lnTo>
                  <a:pt x="318280" y="82758"/>
                </a:lnTo>
                <a:lnTo>
                  <a:pt x="317711" y="81637"/>
                </a:lnTo>
                <a:lnTo>
                  <a:pt x="317208" y="80480"/>
                </a:lnTo>
                <a:lnTo>
                  <a:pt x="316773" y="79286"/>
                </a:lnTo>
                <a:lnTo>
                  <a:pt x="316405" y="78055"/>
                </a:lnTo>
                <a:lnTo>
                  <a:pt x="316103" y="76788"/>
                </a:lnTo>
                <a:lnTo>
                  <a:pt x="315869" y="75485"/>
                </a:lnTo>
                <a:lnTo>
                  <a:pt x="315701" y="74145"/>
                </a:lnTo>
                <a:lnTo>
                  <a:pt x="315601" y="72768"/>
                </a:lnTo>
                <a:lnTo>
                  <a:pt x="315567" y="71355"/>
                </a:lnTo>
                <a:lnTo>
                  <a:pt x="315632" y="69370"/>
                </a:lnTo>
                <a:lnTo>
                  <a:pt x="315827" y="67444"/>
                </a:lnTo>
                <a:lnTo>
                  <a:pt x="316151" y="65578"/>
                </a:lnTo>
                <a:lnTo>
                  <a:pt x="316605" y="63771"/>
                </a:lnTo>
                <a:lnTo>
                  <a:pt x="317189" y="62024"/>
                </a:lnTo>
                <a:lnTo>
                  <a:pt x="317902" y="60337"/>
                </a:lnTo>
                <a:lnTo>
                  <a:pt x="318745" y="58709"/>
                </a:lnTo>
                <a:lnTo>
                  <a:pt x="319718" y="57141"/>
                </a:lnTo>
                <a:lnTo>
                  <a:pt x="320820" y="55632"/>
                </a:lnTo>
                <a:lnTo>
                  <a:pt x="322052" y="54183"/>
                </a:lnTo>
                <a:lnTo>
                  <a:pt x="323414" y="52794"/>
                </a:lnTo>
                <a:lnTo>
                  <a:pt x="324906" y="51465"/>
                </a:lnTo>
                <a:lnTo>
                  <a:pt x="326543" y="50219"/>
                </a:lnTo>
                <a:lnTo>
                  <a:pt x="328341" y="49082"/>
                </a:lnTo>
                <a:lnTo>
                  <a:pt x="330301" y="48053"/>
                </a:lnTo>
                <a:lnTo>
                  <a:pt x="332422" y="47132"/>
                </a:lnTo>
                <a:lnTo>
                  <a:pt x="334705" y="46320"/>
                </a:lnTo>
                <a:lnTo>
                  <a:pt x="337149" y="45616"/>
                </a:lnTo>
                <a:lnTo>
                  <a:pt x="339754" y="45020"/>
                </a:lnTo>
                <a:lnTo>
                  <a:pt x="342520" y="44533"/>
                </a:lnTo>
                <a:lnTo>
                  <a:pt x="345448" y="44154"/>
                </a:lnTo>
                <a:lnTo>
                  <a:pt x="348538" y="43883"/>
                </a:lnTo>
                <a:lnTo>
                  <a:pt x="351788" y="43721"/>
                </a:lnTo>
                <a:lnTo>
                  <a:pt x="355200" y="43666"/>
                </a:lnTo>
                <a:lnTo>
                  <a:pt x="357805" y="43698"/>
                </a:lnTo>
                <a:lnTo>
                  <a:pt x="360386" y="43793"/>
                </a:lnTo>
                <a:lnTo>
                  <a:pt x="362944" y="43951"/>
                </a:lnTo>
                <a:lnTo>
                  <a:pt x="365479" y="44173"/>
                </a:lnTo>
                <a:lnTo>
                  <a:pt x="367991" y="44458"/>
                </a:lnTo>
                <a:lnTo>
                  <a:pt x="370479" y="44806"/>
                </a:lnTo>
                <a:lnTo>
                  <a:pt x="372945" y="45218"/>
                </a:lnTo>
                <a:lnTo>
                  <a:pt x="375387" y="45693"/>
                </a:lnTo>
                <a:lnTo>
                  <a:pt x="377806" y="46231"/>
                </a:lnTo>
                <a:lnTo>
                  <a:pt x="380202" y="46833"/>
                </a:lnTo>
                <a:lnTo>
                  <a:pt x="382575" y="47498"/>
                </a:lnTo>
                <a:lnTo>
                  <a:pt x="384925" y="48226"/>
                </a:lnTo>
                <a:lnTo>
                  <a:pt x="384925" y="63132"/>
                </a:lnTo>
                <a:lnTo>
                  <a:pt x="382250" y="62208"/>
                </a:lnTo>
                <a:lnTo>
                  <a:pt x="379601" y="61364"/>
                </a:lnTo>
                <a:lnTo>
                  <a:pt x="376979" y="60600"/>
                </a:lnTo>
                <a:lnTo>
                  <a:pt x="374384" y="59917"/>
                </a:lnTo>
                <a:lnTo>
                  <a:pt x="371815" y="59314"/>
                </a:lnTo>
                <a:lnTo>
                  <a:pt x="369274" y="58792"/>
                </a:lnTo>
                <a:lnTo>
                  <a:pt x="366759" y="58350"/>
                </a:lnTo>
                <a:lnTo>
                  <a:pt x="364271" y="57988"/>
                </a:lnTo>
                <a:lnTo>
                  <a:pt x="361810" y="57707"/>
                </a:lnTo>
                <a:lnTo>
                  <a:pt x="359375" y="57506"/>
                </a:lnTo>
                <a:lnTo>
                  <a:pt x="356967" y="57385"/>
                </a:lnTo>
                <a:lnTo>
                  <a:pt x="354587" y="57345"/>
                </a:lnTo>
                <a:lnTo>
                  <a:pt x="352894" y="57370"/>
                </a:lnTo>
                <a:lnTo>
                  <a:pt x="351263" y="57446"/>
                </a:lnTo>
                <a:lnTo>
                  <a:pt x="349696" y="57572"/>
                </a:lnTo>
                <a:lnTo>
                  <a:pt x="348191" y="57748"/>
                </a:lnTo>
                <a:lnTo>
                  <a:pt x="346748" y="57975"/>
                </a:lnTo>
                <a:lnTo>
                  <a:pt x="345369" y="58252"/>
                </a:lnTo>
                <a:lnTo>
                  <a:pt x="344052" y="58580"/>
                </a:lnTo>
                <a:lnTo>
                  <a:pt x="342798" y="58957"/>
                </a:lnTo>
                <a:lnTo>
                  <a:pt x="341607" y="59386"/>
                </a:lnTo>
                <a:lnTo>
                  <a:pt x="340478" y="59864"/>
                </a:lnTo>
                <a:lnTo>
                  <a:pt x="339412" y="60393"/>
                </a:lnTo>
                <a:lnTo>
                  <a:pt x="338409" y="60973"/>
                </a:lnTo>
                <a:lnTo>
                  <a:pt x="337478" y="61590"/>
                </a:lnTo>
                <a:lnTo>
                  <a:pt x="336627" y="62231"/>
                </a:lnTo>
                <a:lnTo>
                  <a:pt x="335858" y="62898"/>
                </a:lnTo>
                <a:lnTo>
                  <a:pt x="335170" y="63589"/>
                </a:lnTo>
                <a:lnTo>
                  <a:pt x="334562" y="64305"/>
                </a:lnTo>
                <a:lnTo>
                  <a:pt x="334036" y="65046"/>
                </a:lnTo>
                <a:lnTo>
                  <a:pt x="333590" y="65812"/>
                </a:lnTo>
                <a:lnTo>
                  <a:pt x="333226" y="66603"/>
                </a:lnTo>
                <a:lnTo>
                  <a:pt x="332942" y="67419"/>
                </a:lnTo>
                <a:lnTo>
                  <a:pt x="332740" y="68259"/>
                </a:lnTo>
                <a:lnTo>
                  <a:pt x="332619" y="69125"/>
                </a:lnTo>
                <a:lnTo>
                  <a:pt x="332578" y="70015"/>
                </a:lnTo>
                <a:lnTo>
                  <a:pt x="332613" y="70874"/>
                </a:lnTo>
                <a:lnTo>
                  <a:pt x="332719" y="71704"/>
                </a:lnTo>
                <a:lnTo>
                  <a:pt x="332896" y="72505"/>
                </a:lnTo>
                <a:lnTo>
                  <a:pt x="333143" y="73277"/>
                </a:lnTo>
                <a:lnTo>
                  <a:pt x="333461" y="74020"/>
                </a:lnTo>
                <a:lnTo>
                  <a:pt x="333849" y="74733"/>
                </a:lnTo>
                <a:lnTo>
                  <a:pt x="334309" y="75417"/>
                </a:lnTo>
                <a:lnTo>
                  <a:pt x="334838" y="76073"/>
                </a:lnTo>
                <a:lnTo>
                  <a:pt x="335439" y="76699"/>
                </a:lnTo>
                <a:lnTo>
                  <a:pt x="336110" y="77296"/>
                </a:lnTo>
                <a:lnTo>
                  <a:pt x="336851" y="77864"/>
                </a:lnTo>
                <a:lnTo>
                  <a:pt x="337664" y="78403"/>
                </a:lnTo>
                <a:lnTo>
                  <a:pt x="338541" y="78934"/>
                </a:lnTo>
                <a:lnTo>
                  <a:pt x="339505" y="79478"/>
                </a:lnTo>
                <a:lnTo>
                  <a:pt x="340557" y="80036"/>
                </a:lnTo>
                <a:lnTo>
                  <a:pt x="341697" y="80607"/>
                </a:lnTo>
                <a:lnTo>
                  <a:pt x="342925" y="81191"/>
                </a:lnTo>
                <a:lnTo>
                  <a:pt x="344240" y="81789"/>
                </a:lnTo>
                <a:lnTo>
                  <a:pt x="345643" y="82400"/>
                </a:lnTo>
                <a:lnTo>
                  <a:pt x="347134" y="83024"/>
                </a:lnTo>
                <a:lnTo>
                  <a:pt x="348712" y="83662"/>
                </a:lnTo>
                <a:lnTo>
                  <a:pt x="350378" y="84313"/>
                </a:lnTo>
                <a:lnTo>
                  <a:pt x="352131" y="84978"/>
                </a:lnTo>
                <a:lnTo>
                  <a:pt x="353973" y="85656"/>
                </a:lnTo>
                <a:lnTo>
                  <a:pt x="365021" y="89676"/>
                </a:lnTo>
                <a:lnTo>
                  <a:pt x="367486" y="90600"/>
                </a:lnTo>
                <a:lnTo>
                  <a:pt x="369826" y="91538"/>
                </a:lnTo>
                <a:lnTo>
                  <a:pt x="372041" y="92489"/>
                </a:lnTo>
                <a:lnTo>
                  <a:pt x="374130" y="93454"/>
                </a:lnTo>
                <a:lnTo>
                  <a:pt x="376094" y="94433"/>
                </a:lnTo>
                <a:lnTo>
                  <a:pt x="377932" y="95425"/>
                </a:lnTo>
                <a:lnTo>
                  <a:pt x="379645" y="96431"/>
                </a:lnTo>
                <a:lnTo>
                  <a:pt x="381233" y="97450"/>
                </a:lnTo>
                <a:lnTo>
                  <a:pt x="382695" y="98483"/>
                </a:lnTo>
                <a:lnTo>
                  <a:pt x="384031" y="99530"/>
                </a:lnTo>
                <a:lnTo>
                  <a:pt x="385242" y="100590"/>
                </a:lnTo>
                <a:lnTo>
                  <a:pt x="386328" y="101664"/>
                </a:lnTo>
                <a:lnTo>
                  <a:pt x="387308" y="102767"/>
                </a:lnTo>
                <a:lnTo>
                  <a:pt x="388203" y="103915"/>
                </a:lnTo>
                <a:lnTo>
                  <a:pt x="389013" y="105108"/>
                </a:lnTo>
                <a:lnTo>
                  <a:pt x="389738" y="106346"/>
                </a:lnTo>
                <a:lnTo>
                  <a:pt x="390377" y="107629"/>
                </a:lnTo>
                <a:lnTo>
                  <a:pt x="390931" y="108957"/>
                </a:lnTo>
                <a:lnTo>
                  <a:pt x="391400" y="110330"/>
                </a:lnTo>
                <a:lnTo>
                  <a:pt x="391784" y="111748"/>
                </a:lnTo>
                <a:lnTo>
                  <a:pt x="392082" y="113212"/>
                </a:lnTo>
                <a:lnTo>
                  <a:pt x="392295" y="114720"/>
                </a:lnTo>
                <a:lnTo>
                  <a:pt x="392423" y="116273"/>
                </a:lnTo>
                <a:lnTo>
                  <a:pt x="392466" y="117871"/>
                </a:lnTo>
                <a:lnTo>
                  <a:pt x="392398" y="119957"/>
                </a:lnTo>
                <a:lnTo>
                  <a:pt x="392194" y="121980"/>
                </a:lnTo>
                <a:lnTo>
                  <a:pt x="391855" y="123941"/>
                </a:lnTo>
                <a:lnTo>
                  <a:pt x="391380" y="125839"/>
                </a:lnTo>
                <a:lnTo>
                  <a:pt x="390769" y="127674"/>
                </a:lnTo>
                <a:lnTo>
                  <a:pt x="390022" y="129447"/>
                </a:lnTo>
                <a:lnTo>
                  <a:pt x="389139" y="131157"/>
                </a:lnTo>
                <a:lnTo>
                  <a:pt x="388121" y="132804"/>
                </a:lnTo>
                <a:lnTo>
                  <a:pt x="386966" y="134389"/>
                </a:lnTo>
                <a:lnTo>
                  <a:pt x="385677" y="135911"/>
                </a:lnTo>
                <a:lnTo>
                  <a:pt x="384251" y="137371"/>
                </a:lnTo>
                <a:lnTo>
                  <a:pt x="382689" y="138767"/>
                </a:lnTo>
                <a:lnTo>
                  <a:pt x="380978" y="140076"/>
                </a:lnTo>
                <a:lnTo>
                  <a:pt x="379105" y="141270"/>
                </a:lnTo>
                <a:lnTo>
                  <a:pt x="377069" y="142351"/>
                </a:lnTo>
                <a:lnTo>
                  <a:pt x="374871" y="143317"/>
                </a:lnTo>
                <a:lnTo>
                  <a:pt x="372510" y="144171"/>
                </a:lnTo>
                <a:lnTo>
                  <a:pt x="369986" y="144910"/>
                </a:lnTo>
                <a:lnTo>
                  <a:pt x="367300" y="145536"/>
                </a:lnTo>
                <a:lnTo>
                  <a:pt x="364451" y="146048"/>
                </a:lnTo>
                <a:lnTo>
                  <a:pt x="361440" y="146446"/>
                </a:lnTo>
                <a:lnTo>
                  <a:pt x="358266" y="146730"/>
                </a:lnTo>
                <a:lnTo>
                  <a:pt x="354929" y="146901"/>
                </a:lnTo>
                <a:lnTo>
                  <a:pt x="351430" y="146958"/>
                </a:lnTo>
                <a:lnTo>
                  <a:pt x="348295" y="146902"/>
                </a:lnTo>
                <a:lnTo>
                  <a:pt x="345146" y="146737"/>
                </a:lnTo>
                <a:lnTo>
                  <a:pt x="341982" y="146461"/>
                </a:lnTo>
                <a:lnTo>
                  <a:pt x="338804" y="146075"/>
                </a:lnTo>
                <a:lnTo>
                  <a:pt x="335610" y="145578"/>
                </a:lnTo>
                <a:lnTo>
                  <a:pt x="332403" y="144972"/>
                </a:lnTo>
                <a:lnTo>
                  <a:pt x="329180" y="144255"/>
                </a:lnTo>
                <a:lnTo>
                  <a:pt x="325943" y="143427"/>
                </a:lnTo>
                <a:lnTo>
                  <a:pt x="322692" y="142489"/>
                </a:lnTo>
                <a:lnTo>
                  <a:pt x="319426" y="141441"/>
                </a:lnTo>
                <a:lnTo>
                  <a:pt x="316145" y="140283"/>
                </a:lnTo>
                <a:lnTo>
                  <a:pt x="312849" y="139014"/>
                </a:lnTo>
                <a:close/>
                <a:moveTo>
                  <a:pt x="483420" y="122132"/>
                </a:moveTo>
                <a:lnTo>
                  <a:pt x="482156" y="124144"/>
                </a:lnTo>
                <a:lnTo>
                  <a:pt x="480851" y="126072"/>
                </a:lnTo>
                <a:lnTo>
                  <a:pt x="479504" y="127915"/>
                </a:lnTo>
                <a:lnTo>
                  <a:pt x="478115" y="129674"/>
                </a:lnTo>
                <a:lnTo>
                  <a:pt x="476683" y="131348"/>
                </a:lnTo>
                <a:lnTo>
                  <a:pt x="475210" y="132938"/>
                </a:lnTo>
                <a:lnTo>
                  <a:pt x="473695" y="134444"/>
                </a:lnTo>
                <a:lnTo>
                  <a:pt x="472138" y="135866"/>
                </a:lnTo>
                <a:lnTo>
                  <a:pt x="470538" y="137203"/>
                </a:lnTo>
                <a:lnTo>
                  <a:pt x="468897" y="138455"/>
                </a:lnTo>
                <a:lnTo>
                  <a:pt x="467214" y="139623"/>
                </a:lnTo>
                <a:lnTo>
                  <a:pt x="465488" y="140707"/>
                </a:lnTo>
                <a:lnTo>
                  <a:pt x="463754" y="141706"/>
                </a:lnTo>
                <a:lnTo>
                  <a:pt x="462043" y="142617"/>
                </a:lnTo>
                <a:lnTo>
                  <a:pt x="460356" y="143442"/>
                </a:lnTo>
                <a:lnTo>
                  <a:pt x="458693" y="144180"/>
                </a:lnTo>
                <a:lnTo>
                  <a:pt x="457053" y="144831"/>
                </a:lnTo>
                <a:lnTo>
                  <a:pt x="455438" y="145395"/>
                </a:lnTo>
                <a:lnTo>
                  <a:pt x="453846" y="145872"/>
                </a:lnTo>
                <a:lnTo>
                  <a:pt x="452277" y="146263"/>
                </a:lnTo>
                <a:lnTo>
                  <a:pt x="450733" y="146567"/>
                </a:lnTo>
                <a:lnTo>
                  <a:pt x="449212" y="146784"/>
                </a:lnTo>
                <a:lnTo>
                  <a:pt x="447715" y="146914"/>
                </a:lnTo>
                <a:lnTo>
                  <a:pt x="446242" y="146958"/>
                </a:lnTo>
                <a:lnTo>
                  <a:pt x="444213" y="146884"/>
                </a:lnTo>
                <a:lnTo>
                  <a:pt x="442219" y="146663"/>
                </a:lnTo>
                <a:lnTo>
                  <a:pt x="440260" y="146294"/>
                </a:lnTo>
                <a:lnTo>
                  <a:pt x="438336" y="145779"/>
                </a:lnTo>
                <a:lnTo>
                  <a:pt x="436446" y="145116"/>
                </a:lnTo>
                <a:lnTo>
                  <a:pt x="434591" y="144305"/>
                </a:lnTo>
                <a:lnTo>
                  <a:pt x="432770" y="143347"/>
                </a:lnTo>
                <a:lnTo>
                  <a:pt x="430985" y="142242"/>
                </a:lnTo>
                <a:lnTo>
                  <a:pt x="429234" y="140990"/>
                </a:lnTo>
                <a:lnTo>
                  <a:pt x="427518" y="139590"/>
                </a:lnTo>
                <a:lnTo>
                  <a:pt x="425836" y="138042"/>
                </a:lnTo>
                <a:lnTo>
                  <a:pt x="424189" y="136348"/>
                </a:lnTo>
                <a:lnTo>
                  <a:pt x="422628" y="134503"/>
                </a:lnTo>
                <a:lnTo>
                  <a:pt x="421202" y="132507"/>
                </a:lnTo>
                <a:lnTo>
                  <a:pt x="419912" y="130358"/>
                </a:lnTo>
                <a:lnTo>
                  <a:pt x="418758" y="128057"/>
                </a:lnTo>
                <a:lnTo>
                  <a:pt x="417739" y="125604"/>
                </a:lnTo>
                <a:lnTo>
                  <a:pt x="416857" y="122998"/>
                </a:lnTo>
                <a:lnTo>
                  <a:pt x="416110" y="120240"/>
                </a:lnTo>
                <a:lnTo>
                  <a:pt x="415499" y="117330"/>
                </a:lnTo>
                <a:lnTo>
                  <a:pt x="415024" y="114268"/>
                </a:lnTo>
                <a:lnTo>
                  <a:pt x="414684" y="111054"/>
                </a:lnTo>
                <a:lnTo>
                  <a:pt x="414481" y="107687"/>
                </a:lnTo>
                <a:lnTo>
                  <a:pt x="414413" y="104168"/>
                </a:lnTo>
                <a:lnTo>
                  <a:pt x="414458" y="101358"/>
                </a:lnTo>
                <a:lnTo>
                  <a:pt x="414593" y="98599"/>
                </a:lnTo>
                <a:lnTo>
                  <a:pt x="414818" y="95890"/>
                </a:lnTo>
                <a:lnTo>
                  <a:pt x="415134" y="93232"/>
                </a:lnTo>
                <a:lnTo>
                  <a:pt x="415539" y="90624"/>
                </a:lnTo>
                <a:lnTo>
                  <a:pt x="416035" y="88067"/>
                </a:lnTo>
                <a:lnTo>
                  <a:pt x="416621" y="85561"/>
                </a:lnTo>
                <a:lnTo>
                  <a:pt x="417296" y="83104"/>
                </a:lnTo>
                <a:lnTo>
                  <a:pt x="418063" y="80699"/>
                </a:lnTo>
                <a:lnTo>
                  <a:pt x="418919" y="78344"/>
                </a:lnTo>
                <a:lnTo>
                  <a:pt x="419865" y="76040"/>
                </a:lnTo>
                <a:lnTo>
                  <a:pt x="420901" y="73786"/>
                </a:lnTo>
                <a:lnTo>
                  <a:pt x="422013" y="71596"/>
                </a:lnTo>
                <a:lnTo>
                  <a:pt x="423186" y="69484"/>
                </a:lnTo>
                <a:lnTo>
                  <a:pt x="424420" y="67451"/>
                </a:lnTo>
                <a:lnTo>
                  <a:pt x="425714" y="65495"/>
                </a:lnTo>
                <a:lnTo>
                  <a:pt x="427070" y="63617"/>
                </a:lnTo>
                <a:lnTo>
                  <a:pt x="428486" y="61817"/>
                </a:lnTo>
                <a:lnTo>
                  <a:pt x="429963" y="60095"/>
                </a:lnTo>
                <a:lnTo>
                  <a:pt x="431501" y="58451"/>
                </a:lnTo>
                <a:lnTo>
                  <a:pt x="433100" y="56885"/>
                </a:lnTo>
                <a:lnTo>
                  <a:pt x="434760" y="55396"/>
                </a:lnTo>
                <a:lnTo>
                  <a:pt x="436481" y="53986"/>
                </a:lnTo>
                <a:lnTo>
                  <a:pt x="438263" y="52654"/>
                </a:lnTo>
                <a:lnTo>
                  <a:pt x="440111" y="51415"/>
                </a:lnTo>
                <a:lnTo>
                  <a:pt x="442031" y="50283"/>
                </a:lnTo>
                <a:lnTo>
                  <a:pt x="444022" y="49259"/>
                </a:lnTo>
                <a:lnTo>
                  <a:pt x="446086" y="48343"/>
                </a:lnTo>
                <a:lnTo>
                  <a:pt x="448221" y="47535"/>
                </a:lnTo>
                <a:lnTo>
                  <a:pt x="450429" y="46834"/>
                </a:lnTo>
                <a:lnTo>
                  <a:pt x="452708" y="46241"/>
                </a:lnTo>
                <a:lnTo>
                  <a:pt x="455059" y="45756"/>
                </a:lnTo>
                <a:lnTo>
                  <a:pt x="457482" y="45379"/>
                </a:lnTo>
                <a:lnTo>
                  <a:pt x="459976" y="45110"/>
                </a:lnTo>
                <a:lnTo>
                  <a:pt x="462543" y="44948"/>
                </a:lnTo>
                <a:lnTo>
                  <a:pt x="465181" y="44894"/>
                </a:lnTo>
                <a:lnTo>
                  <a:pt x="465989" y="44901"/>
                </a:lnTo>
                <a:lnTo>
                  <a:pt x="466862" y="44921"/>
                </a:lnTo>
                <a:lnTo>
                  <a:pt x="467801" y="44954"/>
                </a:lnTo>
                <a:lnTo>
                  <a:pt x="468806" y="45001"/>
                </a:lnTo>
                <a:lnTo>
                  <a:pt x="469876" y="45061"/>
                </a:lnTo>
                <a:lnTo>
                  <a:pt x="471012" y="45135"/>
                </a:lnTo>
                <a:lnTo>
                  <a:pt x="472214" y="45222"/>
                </a:lnTo>
                <a:lnTo>
                  <a:pt x="473482" y="45323"/>
                </a:lnTo>
                <a:lnTo>
                  <a:pt x="474816" y="45437"/>
                </a:lnTo>
                <a:lnTo>
                  <a:pt x="476215" y="45564"/>
                </a:lnTo>
                <a:lnTo>
                  <a:pt x="477680" y="45704"/>
                </a:lnTo>
                <a:lnTo>
                  <a:pt x="479211" y="45858"/>
                </a:lnTo>
                <a:lnTo>
                  <a:pt x="479454" y="45888"/>
                </a:lnTo>
                <a:lnTo>
                  <a:pt x="479717" y="45919"/>
                </a:lnTo>
                <a:lnTo>
                  <a:pt x="480000" y="45952"/>
                </a:lnTo>
                <a:lnTo>
                  <a:pt x="480302" y="45985"/>
                </a:lnTo>
                <a:lnTo>
                  <a:pt x="480623" y="46020"/>
                </a:lnTo>
                <a:lnTo>
                  <a:pt x="480964" y="46056"/>
                </a:lnTo>
                <a:lnTo>
                  <a:pt x="481325" y="46093"/>
                </a:lnTo>
                <a:lnTo>
                  <a:pt x="481705" y="46131"/>
                </a:lnTo>
                <a:lnTo>
                  <a:pt x="482104" y="46171"/>
                </a:lnTo>
                <a:lnTo>
                  <a:pt x="482523" y="46212"/>
                </a:lnTo>
                <a:lnTo>
                  <a:pt x="482962" y="46254"/>
                </a:lnTo>
                <a:lnTo>
                  <a:pt x="483420" y="46297"/>
                </a:lnTo>
                <a:lnTo>
                  <a:pt x="499816" y="46297"/>
                </a:lnTo>
                <a:lnTo>
                  <a:pt x="499816" y="115479"/>
                </a:lnTo>
                <a:lnTo>
                  <a:pt x="499842" y="118394"/>
                </a:lnTo>
                <a:lnTo>
                  <a:pt x="499919" y="121216"/>
                </a:lnTo>
                <a:lnTo>
                  <a:pt x="500047" y="123945"/>
                </a:lnTo>
                <a:lnTo>
                  <a:pt x="500226" y="126581"/>
                </a:lnTo>
                <a:lnTo>
                  <a:pt x="500456" y="129124"/>
                </a:lnTo>
                <a:lnTo>
                  <a:pt x="500737" y="131575"/>
                </a:lnTo>
                <a:lnTo>
                  <a:pt x="501070" y="133932"/>
                </a:lnTo>
                <a:lnTo>
                  <a:pt x="501453" y="136197"/>
                </a:lnTo>
                <a:lnTo>
                  <a:pt x="501888" y="138369"/>
                </a:lnTo>
                <a:lnTo>
                  <a:pt x="502374" y="140448"/>
                </a:lnTo>
                <a:lnTo>
                  <a:pt x="502911" y="142434"/>
                </a:lnTo>
                <a:lnTo>
                  <a:pt x="503499" y="144327"/>
                </a:lnTo>
                <a:lnTo>
                  <a:pt x="486489" y="144327"/>
                </a:lnTo>
                <a:lnTo>
                  <a:pt x="486172" y="142930"/>
                </a:lnTo>
                <a:lnTo>
                  <a:pt x="485867" y="141451"/>
                </a:lnTo>
                <a:lnTo>
                  <a:pt x="485573" y="139889"/>
                </a:lnTo>
                <a:lnTo>
                  <a:pt x="485290" y="138245"/>
                </a:lnTo>
                <a:lnTo>
                  <a:pt x="485018" y="136519"/>
                </a:lnTo>
                <a:lnTo>
                  <a:pt x="484757" y="134711"/>
                </a:lnTo>
                <a:lnTo>
                  <a:pt x="484507" y="132820"/>
                </a:lnTo>
                <a:lnTo>
                  <a:pt x="484267" y="130847"/>
                </a:lnTo>
                <a:lnTo>
                  <a:pt x="484039" y="128792"/>
                </a:lnTo>
                <a:lnTo>
                  <a:pt x="483821" y="126654"/>
                </a:lnTo>
                <a:lnTo>
                  <a:pt x="483615" y="124434"/>
                </a:lnTo>
                <a:lnTo>
                  <a:pt x="483420" y="122132"/>
                </a:lnTo>
                <a:moveTo>
                  <a:pt x="483420" y="102853"/>
                </a:moveTo>
                <a:lnTo>
                  <a:pt x="483420" y="60852"/>
                </a:lnTo>
                <a:lnTo>
                  <a:pt x="481981" y="60488"/>
                </a:lnTo>
                <a:lnTo>
                  <a:pt x="480560" y="60156"/>
                </a:lnTo>
                <a:lnTo>
                  <a:pt x="479156" y="59855"/>
                </a:lnTo>
                <a:lnTo>
                  <a:pt x="477769" y="59586"/>
                </a:lnTo>
                <a:lnTo>
                  <a:pt x="476399" y="59348"/>
                </a:lnTo>
                <a:lnTo>
                  <a:pt x="475046" y="59143"/>
                </a:lnTo>
                <a:lnTo>
                  <a:pt x="473710" y="58968"/>
                </a:lnTo>
                <a:lnTo>
                  <a:pt x="472391" y="58826"/>
                </a:lnTo>
                <a:lnTo>
                  <a:pt x="471089" y="58715"/>
                </a:lnTo>
                <a:lnTo>
                  <a:pt x="469804" y="58636"/>
                </a:lnTo>
                <a:lnTo>
                  <a:pt x="468537" y="58588"/>
                </a:lnTo>
                <a:lnTo>
                  <a:pt x="467286" y="58573"/>
                </a:lnTo>
                <a:lnTo>
                  <a:pt x="464807" y="58654"/>
                </a:lnTo>
                <a:lnTo>
                  <a:pt x="462399" y="58897"/>
                </a:lnTo>
                <a:lnTo>
                  <a:pt x="460060" y="59301"/>
                </a:lnTo>
                <a:lnTo>
                  <a:pt x="457792" y="59868"/>
                </a:lnTo>
                <a:lnTo>
                  <a:pt x="455593" y="60597"/>
                </a:lnTo>
                <a:lnTo>
                  <a:pt x="453465" y="61488"/>
                </a:lnTo>
                <a:lnTo>
                  <a:pt x="451406" y="62541"/>
                </a:lnTo>
                <a:lnTo>
                  <a:pt x="449418" y="63756"/>
                </a:lnTo>
                <a:lnTo>
                  <a:pt x="447500" y="65132"/>
                </a:lnTo>
                <a:lnTo>
                  <a:pt x="445651" y="66671"/>
                </a:lnTo>
                <a:lnTo>
                  <a:pt x="443873" y="68372"/>
                </a:lnTo>
                <a:lnTo>
                  <a:pt x="442165" y="70234"/>
                </a:lnTo>
                <a:lnTo>
                  <a:pt x="440561" y="72237"/>
                </a:lnTo>
                <a:lnTo>
                  <a:pt x="439097" y="74356"/>
                </a:lnTo>
                <a:lnTo>
                  <a:pt x="437772" y="76592"/>
                </a:lnTo>
                <a:lnTo>
                  <a:pt x="436587" y="78944"/>
                </a:lnTo>
                <a:lnTo>
                  <a:pt x="435541" y="81414"/>
                </a:lnTo>
                <a:lnTo>
                  <a:pt x="434635" y="84001"/>
                </a:lnTo>
                <a:lnTo>
                  <a:pt x="433868" y="86704"/>
                </a:lnTo>
                <a:lnTo>
                  <a:pt x="433240" y="89525"/>
                </a:lnTo>
                <a:lnTo>
                  <a:pt x="432752" y="92462"/>
                </a:lnTo>
                <a:lnTo>
                  <a:pt x="432404" y="95517"/>
                </a:lnTo>
                <a:lnTo>
                  <a:pt x="432194" y="98688"/>
                </a:lnTo>
                <a:lnTo>
                  <a:pt x="432125" y="101976"/>
                </a:lnTo>
                <a:lnTo>
                  <a:pt x="432163" y="104352"/>
                </a:lnTo>
                <a:lnTo>
                  <a:pt x="432277" y="106629"/>
                </a:lnTo>
                <a:lnTo>
                  <a:pt x="432467" y="108807"/>
                </a:lnTo>
                <a:lnTo>
                  <a:pt x="432734" y="110886"/>
                </a:lnTo>
                <a:lnTo>
                  <a:pt x="433076" y="112865"/>
                </a:lnTo>
                <a:lnTo>
                  <a:pt x="433495" y="114745"/>
                </a:lnTo>
                <a:lnTo>
                  <a:pt x="433990" y="116526"/>
                </a:lnTo>
                <a:lnTo>
                  <a:pt x="434560" y="118207"/>
                </a:lnTo>
                <a:lnTo>
                  <a:pt x="435207" y="119789"/>
                </a:lnTo>
                <a:lnTo>
                  <a:pt x="435930" y="121272"/>
                </a:lnTo>
                <a:lnTo>
                  <a:pt x="436730" y="122656"/>
                </a:lnTo>
                <a:lnTo>
                  <a:pt x="437605" y="123941"/>
                </a:lnTo>
                <a:lnTo>
                  <a:pt x="438529" y="125124"/>
                </a:lnTo>
                <a:lnTo>
                  <a:pt x="439474" y="126205"/>
                </a:lnTo>
                <a:lnTo>
                  <a:pt x="440441" y="127182"/>
                </a:lnTo>
                <a:lnTo>
                  <a:pt x="441429" y="128057"/>
                </a:lnTo>
                <a:lnTo>
                  <a:pt x="442438" y="128829"/>
                </a:lnTo>
                <a:lnTo>
                  <a:pt x="443469" y="129498"/>
                </a:lnTo>
                <a:lnTo>
                  <a:pt x="444521" y="130064"/>
                </a:lnTo>
                <a:lnTo>
                  <a:pt x="445594" y="130527"/>
                </a:lnTo>
                <a:lnTo>
                  <a:pt x="446688" y="130887"/>
                </a:lnTo>
                <a:lnTo>
                  <a:pt x="447804" y="131144"/>
                </a:lnTo>
                <a:lnTo>
                  <a:pt x="448941" y="131298"/>
                </a:lnTo>
                <a:lnTo>
                  <a:pt x="450100" y="131350"/>
                </a:lnTo>
                <a:lnTo>
                  <a:pt x="451382" y="131296"/>
                </a:lnTo>
                <a:lnTo>
                  <a:pt x="452687" y="131136"/>
                </a:lnTo>
                <a:lnTo>
                  <a:pt x="454013" y="130868"/>
                </a:lnTo>
                <a:lnTo>
                  <a:pt x="455361" y="130493"/>
                </a:lnTo>
                <a:lnTo>
                  <a:pt x="456731" y="130010"/>
                </a:lnTo>
                <a:lnTo>
                  <a:pt x="458123" y="129421"/>
                </a:lnTo>
                <a:lnTo>
                  <a:pt x="459537" y="128724"/>
                </a:lnTo>
                <a:lnTo>
                  <a:pt x="460973" y="127921"/>
                </a:lnTo>
                <a:lnTo>
                  <a:pt x="462430" y="127010"/>
                </a:lnTo>
                <a:lnTo>
                  <a:pt x="463910" y="125991"/>
                </a:lnTo>
                <a:lnTo>
                  <a:pt x="465412" y="124866"/>
                </a:lnTo>
                <a:lnTo>
                  <a:pt x="466935" y="123634"/>
                </a:lnTo>
                <a:lnTo>
                  <a:pt x="468456" y="122311"/>
                </a:lnTo>
                <a:lnTo>
                  <a:pt x="469950" y="120913"/>
                </a:lnTo>
                <a:lnTo>
                  <a:pt x="471418" y="119441"/>
                </a:lnTo>
                <a:lnTo>
                  <a:pt x="472859" y="117895"/>
                </a:lnTo>
                <a:lnTo>
                  <a:pt x="474273" y="116275"/>
                </a:lnTo>
                <a:lnTo>
                  <a:pt x="475660" y="114580"/>
                </a:lnTo>
                <a:lnTo>
                  <a:pt x="477020" y="112812"/>
                </a:lnTo>
                <a:lnTo>
                  <a:pt x="478353" y="110968"/>
                </a:lnTo>
                <a:lnTo>
                  <a:pt x="479660" y="109051"/>
                </a:lnTo>
                <a:lnTo>
                  <a:pt x="480940" y="107059"/>
                </a:lnTo>
                <a:lnTo>
                  <a:pt x="482193" y="104993"/>
                </a:lnTo>
                <a:lnTo>
                  <a:pt x="483420" y="102853"/>
                </a:lnTo>
                <a:close/>
                <a:moveTo>
                  <a:pt x="566657" y="148536"/>
                </a:moveTo>
                <a:lnTo>
                  <a:pt x="565689" y="148507"/>
                </a:lnTo>
                <a:lnTo>
                  <a:pt x="564745" y="148419"/>
                </a:lnTo>
                <a:lnTo>
                  <a:pt x="563824" y="148273"/>
                </a:lnTo>
                <a:lnTo>
                  <a:pt x="562926" y="148068"/>
                </a:lnTo>
                <a:lnTo>
                  <a:pt x="562051" y="147805"/>
                </a:lnTo>
                <a:lnTo>
                  <a:pt x="561199" y="147484"/>
                </a:lnTo>
                <a:lnTo>
                  <a:pt x="560370" y="147104"/>
                </a:lnTo>
                <a:lnTo>
                  <a:pt x="559564" y="146665"/>
                </a:lnTo>
                <a:lnTo>
                  <a:pt x="558782" y="146168"/>
                </a:lnTo>
                <a:lnTo>
                  <a:pt x="558023" y="145613"/>
                </a:lnTo>
                <a:lnTo>
                  <a:pt x="557286" y="144999"/>
                </a:lnTo>
                <a:lnTo>
                  <a:pt x="556573" y="144327"/>
                </a:lnTo>
                <a:lnTo>
                  <a:pt x="555901" y="143614"/>
                </a:lnTo>
                <a:lnTo>
                  <a:pt x="555287" y="142878"/>
                </a:lnTo>
                <a:lnTo>
                  <a:pt x="554732" y="142119"/>
                </a:lnTo>
                <a:lnTo>
                  <a:pt x="554235" y="141336"/>
                </a:lnTo>
                <a:lnTo>
                  <a:pt x="553797" y="140530"/>
                </a:lnTo>
                <a:lnTo>
                  <a:pt x="553417" y="139702"/>
                </a:lnTo>
                <a:lnTo>
                  <a:pt x="553095" y="138850"/>
                </a:lnTo>
                <a:lnTo>
                  <a:pt x="552832" y="137975"/>
                </a:lnTo>
                <a:lnTo>
                  <a:pt x="552628" y="137077"/>
                </a:lnTo>
                <a:lnTo>
                  <a:pt x="552481" y="136155"/>
                </a:lnTo>
                <a:lnTo>
                  <a:pt x="552394" y="135211"/>
                </a:lnTo>
                <a:lnTo>
                  <a:pt x="552365" y="134243"/>
                </a:lnTo>
                <a:lnTo>
                  <a:pt x="552394" y="133262"/>
                </a:lnTo>
                <a:lnTo>
                  <a:pt x="552483" y="132306"/>
                </a:lnTo>
                <a:lnTo>
                  <a:pt x="552630" y="131375"/>
                </a:lnTo>
                <a:lnTo>
                  <a:pt x="552837" y="130468"/>
                </a:lnTo>
                <a:lnTo>
                  <a:pt x="553103" y="129587"/>
                </a:lnTo>
                <a:lnTo>
                  <a:pt x="553428" y="128730"/>
                </a:lnTo>
                <a:lnTo>
                  <a:pt x="553812" y="127899"/>
                </a:lnTo>
                <a:lnTo>
                  <a:pt x="554255" y="127092"/>
                </a:lnTo>
                <a:lnTo>
                  <a:pt x="554757" y="126311"/>
                </a:lnTo>
                <a:lnTo>
                  <a:pt x="555318" y="125554"/>
                </a:lnTo>
                <a:lnTo>
                  <a:pt x="555938" y="124823"/>
                </a:lnTo>
                <a:lnTo>
                  <a:pt x="556617" y="124116"/>
                </a:lnTo>
                <a:lnTo>
                  <a:pt x="557337" y="123451"/>
                </a:lnTo>
                <a:lnTo>
                  <a:pt x="558077" y="122843"/>
                </a:lnTo>
                <a:lnTo>
                  <a:pt x="558839" y="122294"/>
                </a:lnTo>
                <a:lnTo>
                  <a:pt x="559623" y="121802"/>
                </a:lnTo>
                <a:lnTo>
                  <a:pt x="560427" y="121368"/>
                </a:lnTo>
                <a:lnTo>
                  <a:pt x="561253" y="120992"/>
                </a:lnTo>
                <a:lnTo>
                  <a:pt x="562101" y="120674"/>
                </a:lnTo>
                <a:lnTo>
                  <a:pt x="562969" y="120414"/>
                </a:lnTo>
                <a:lnTo>
                  <a:pt x="563859" y="120211"/>
                </a:lnTo>
                <a:lnTo>
                  <a:pt x="564771" y="120067"/>
                </a:lnTo>
                <a:lnTo>
                  <a:pt x="565703" y="119980"/>
                </a:lnTo>
                <a:lnTo>
                  <a:pt x="566657" y="119951"/>
                </a:lnTo>
                <a:lnTo>
                  <a:pt x="567611" y="119980"/>
                </a:lnTo>
                <a:lnTo>
                  <a:pt x="568543" y="120067"/>
                </a:lnTo>
                <a:lnTo>
                  <a:pt x="569455" y="120211"/>
                </a:lnTo>
                <a:lnTo>
                  <a:pt x="570345" y="120414"/>
                </a:lnTo>
                <a:lnTo>
                  <a:pt x="571213" y="120674"/>
                </a:lnTo>
                <a:lnTo>
                  <a:pt x="572060" y="120992"/>
                </a:lnTo>
                <a:lnTo>
                  <a:pt x="572886" y="121368"/>
                </a:lnTo>
                <a:lnTo>
                  <a:pt x="573691" y="121802"/>
                </a:lnTo>
                <a:lnTo>
                  <a:pt x="574474" y="122294"/>
                </a:lnTo>
                <a:lnTo>
                  <a:pt x="575237" y="122843"/>
                </a:lnTo>
                <a:lnTo>
                  <a:pt x="575977" y="123451"/>
                </a:lnTo>
                <a:lnTo>
                  <a:pt x="576697" y="124116"/>
                </a:lnTo>
                <a:lnTo>
                  <a:pt x="577376" y="124823"/>
                </a:lnTo>
                <a:lnTo>
                  <a:pt x="577996" y="125554"/>
                </a:lnTo>
                <a:lnTo>
                  <a:pt x="578557" y="126311"/>
                </a:lnTo>
                <a:lnTo>
                  <a:pt x="579059" y="127092"/>
                </a:lnTo>
                <a:lnTo>
                  <a:pt x="579502" y="127899"/>
                </a:lnTo>
                <a:lnTo>
                  <a:pt x="579886" y="128730"/>
                </a:lnTo>
                <a:lnTo>
                  <a:pt x="580211" y="129587"/>
                </a:lnTo>
                <a:lnTo>
                  <a:pt x="580477" y="130468"/>
                </a:lnTo>
                <a:lnTo>
                  <a:pt x="580684" y="131375"/>
                </a:lnTo>
                <a:lnTo>
                  <a:pt x="580831" y="132306"/>
                </a:lnTo>
                <a:lnTo>
                  <a:pt x="580920" y="133262"/>
                </a:lnTo>
                <a:lnTo>
                  <a:pt x="580949" y="134243"/>
                </a:lnTo>
                <a:lnTo>
                  <a:pt x="580920" y="135211"/>
                </a:lnTo>
                <a:lnTo>
                  <a:pt x="580832" y="136155"/>
                </a:lnTo>
                <a:lnTo>
                  <a:pt x="580686" y="137077"/>
                </a:lnTo>
                <a:lnTo>
                  <a:pt x="580482" y="137975"/>
                </a:lnTo>
                <a:lnTo>
                  <a:pt x="580219" y="138850"/>
                </a:lnTo>
                <a:lnTo>
                  <a:pt x="579897" y="139702"/>
                </a:lnTo>
                <a:lnTo>
                  <a:pt x="579517" y="140530"/>
                </a:lnTo>
                <a:lnTo>
                  <a:pt x="579079" y="141336"/>
                </a:lnTo>
                <a:lnTo>
                  <a:pt x="578582" y="142119"/>
                </a:lnTo>
                <a:lnTo>
                  <a:pt x="578027" y="142878"/>
                </a:lnTo>
                <a:lnTo>
                  <a:pt x="577413" y="143614"/>
                </a:lnTo>
                <a:lnTo>
                  <a:pt x="576741" y="144327"/>
                </a:lnTo>
                <a:lnTo>
                  <a:pt x="576028" y="144999"/>
                </a:lnTo>
                <a:lnTo>
                  <a:pt x="575291" y="145613"/>
                </a:lnTo>
                <a:lnTo>
                  <a:pt x="574532" y="146168"/>
                </a:lnTo>
                <a:lnTo>
                  <a:pt x="573750" y="146665"/>
                </a:lnTo>
                <a:lnTo>
                  <a:pt x="572944" y="147104"/>
                </a:lnTo>
                <a:lnTo>
                  <a:pt x="572115" y="147484"/>
                </a:lnTo>
                <a:lnTo>
                  <a:pt x="571263" y="147805"/>
                </a:lnTo>
                <a:lnTo>
                  <a:pt x="570388" y="148068"/>
                </a:lnTo>
                <a:lnTo>
                  <a:pt x="569490" y="148273"/>
                </a:lnTo>
                <a:lnTo>
                  <a:pt x="568569" y="148419"/>
                </a:lnTo>
                <a:lnTo>
                  <a:pt x="567625" y="148507"/>
                </a:lnTo>
                <a:lnTo>
                  <a:pt x="566657" y="148536"/>
                </a:lnTo>
                <a:close/>
                <a:moveTo>
                  <a:pt x="716183" y="141401"/>
                </a:moveTo>
                <a:lnTo>
                  <a:pt x="713461" y="142288"/>
                </a:lnTo>
                <a:lnTo>
                  <a:pt x="710761" y="143099"/>
                </a:lnTo>
                <a:lnTo>
                  <a:pt x="708083" y="143832"/>
                </a:lnTo>
                <a:lnTo>
                  <a:pt x="705427" y="144488"/>
                </a:lnTo>
                <a:lnTo>
                  <a:pt x="702793" y="145067"/>
                </a:lnTo>
                <a:lnTo>
                  <a:pt x="700181" y="145568"/>
                </a:lnTo>
                <a:lnTo>
                  <a:pt x="697591" y="145993"/>
                </a:lnTo>
                <a:lnTo>
                  <a:pt x="695022" y="146340"/>
                </a:lnTo>
                <a:lnTo>
                  <a:pt x="692476" y="146610"/>
                </a:lnTo>
                <a:lnTo>
                  <a:pt x="689951" y="146803"/>
                </a:lnTo>
                <a:lnTo>
                  <a:pt x="687449" y="146919"/>
                </a:lnTo>
                <a:lnTo>
                  <a:pt x="684968" y="146958"/>
                </a:lnTo>
                <a:lnTo>
                  <a:pt x="682536" y="146910"/>
                </a:lnTo>
                <a:lnTo>
                  <a:pt x="680149" y="146769"/>
                </a:lnTo>
                <a:lnTo>
                  <a:pt x="677808" y="146533"/>
                </a:lnTo>
                <a:lnTo>
                  <a:pt x="675513" y="146203"/>
                </a:lnTo>
                <a:lnTo>
                  <a:pt x="673263" y="145779"/>
                </a:lnTo>
                <a:lnTo>
                  <a:pt x="671059" y="145260"/>
                </a:lnTo>
                <a:lnTo>
                  <a:pt x="668901" y="144647"/>
                </a:lnTo>
                <a:lnTo>
                  <a:pt x="666788" y="143940"/>
                </a:lnTo>
                <a:lnTo>
                  <a:pt x="664721" y="143138"/>
                </a:lnTo>
                <a:lnTo>
                  <a:pt x="662700" y="142242"/>
                </a:lnTo>
                <a:lnTo>
                  <a:pt x="660724" y="141252"/>
                </a:lnTo>
                <a:lnTo>
                  <a:pt x="658794" y="140168"/>
                </a:lnTo>
                <a:lnTo>
                  <a:pt x="656922" y="139002"/>
                </a:lnTo>
                <a:lnTo>
                  <a:pt x="655120" y="137770"/>
                </a:lnTo>
                <a:lnTo>
                  <a:pt x="653388" y="136472"/>
                </a:lnTo>
                <a:lnTo>
                  <a:pt x="651726" y="135106"/>
                </a:lnTo>
                <a:lnTo>
                  <a:pt x="650134" y="133673"/>
                </a:lnTo>
                <a:lnTo>
                  <a:pt x="648612" y="132173"/>
                </a:lnTo>
                <a:lnTo>
                  <a:pt x="647160" y="130607"/>
                </a:lnTo>
                <a:lnTo>
                  <a:pt x="645778" y="128973"/>
                </a:lnTo>
                <a:lnTo>
                  <a:pt x="644466" y="127273"/>
                </a:lnTo>
                <a:lnTo>
                  <a:pt x="643224" y="125506"/>
                </a:lnTo>
                <a:lnTo>
                  <a:pt x="642053" y="123672"/>
                </a:lnTo>
                <a:lnTo>
                  <a:pt x="640951" y="121770"/>
                </a:lnTo>
                <a:lnTo>
                  <a:pt x="639928" y="119813"/>
                </a:lnTo>
                <a:lnTo>
                  <a:pt x="638995" y="117812"/>
                </a:lnTo>
                <a:lnTo>
                  <a:pt x="638150" y="115766"/>
                </a:lnTo>
                <a:lnTo>
                  <a:pt x="637395" y="113676"/>
                </a:lnTo>
                <a:lnTo>
                  <a:pt x="636728" y="111541"/>
                </a:lnTo>
                <a:lnTo>
                  <a:pt x="636150" y="109362"/>
                </a:lnTo>
                <a:lnTo>
                  <a:pt x="635661" y="107138"/>
                </a:lnTo>
                <a:lnTo>
                  <a:pt x="635261" y="104871"/>
                </a:lnTo>
                <a:lnTo>
                  <a:pt x="634950" y="102559"/>
                </a:lnTo>
                <a:lnTo>
                  <a:pt x="634728" y="100202"/>
                </a:lnTo>
                <a:lnTo>
                  <a:pt x="634594" y="97801"/>
                </a:lnTo>
                <a:lnTo>
                  <a:pt x="634550" y="95356"/>
                </a:lnTo>
                <a:lnTo>
                  <a:pt x="634651" y="91699"/>
                </a:lnTo>
                <a:lnTo>
                  <a:pt x="634953" y="88148"/>
                </a:lnTo>
                <a:lnTo>
                  <a:pt x="635457" y="84701"/>
                </a:lnTo>
                <a:lnTo>
                  <a:pt x="636162" y="81358"/>
                </a:lnTo>
                <a:lnTo>
                  <a:pt x="637069" y="78120"/>
                </a:lnTo>
                <a:lnTo>
                  <a:pt x="638178" y="74987"/>
                </a:lnTo>
                <a:lnTo>
                  <a:pt x="639488" y="71959"/>
                </a:lnTo>
                <a:lnTo>
                  <a:pt x="640999" y="69035"/>
                </a:lnTo>
                <a:lnTo>
                  <a:pt x="642713" y="66216"/>
                </a:lnTo>
                <a:lnTo>
                  <a:pt x="644627" y="63501"/>
                </a:lnTo>
                <a:lnTo>
                  <a:pt x="646744" y="60891"/>
                </a:lnTo>
                <a:lnTo>
                  <a:pt x="649061" y="58386"/>
                </a:lnTo>
                <a:lnTo>
                  <a:pt x="651522" y="56035"/>
                </a:lnTo>
                <a:lnTo>
                  <a:pt x="654066" y="53889"/>
                </a:lnTo>
                <a:lnTo>
                  <a:pt x="656693" y="51946"/>
                </a:lnTo>
                <a:lnTo>
                  <a:pt x="659403" y="50209"/>
                </a:lnTo>
                <a:lnTo>
                  <a:pt x="662197" y="48675"/>
                </a:lnTo>
                <a:lnTo>
                  <a:pt x="665075" y="47346"/>
                </a:lnTo>
                <a:lnTo>
                  <a:pt x="668035" y="46222"/>
                </a:lnTo>
                <a:lnTo>
                  <a:pt x="671080" y="45302"/>
                </a:lnTo>
                <a:lnTo>
                  <a:pt x="674207" y="44586"/>
                </a:lnTo>
                <a:lnTo>
                  <a:pt x="677419" y="44075"/>
                </a:lnTo>
                <a:lnTo>
                  <a:pt x="680713" y="43769"/>
                </a:lnTo>
                <a:lnTo>
                  <a:pt x="684091" y="43666"/>
                </a:lnTo>
                <a:lnTo>
                  <a:pt x="686631" y="43706"/>
                </a:lnTo>
                <a:lnTo>
                  <a:pt x="689196" y="43826"/>
                </a:lnTo>
                <a:lnTo>
                  <a:pt x="691785" y="44025"/>
                </a:lnTo>
                <a:lnTo>
                  <a:pt x="694399" y="44304"/>
                </a:lnTo>
                <a:lnTo>
                  <a:pt x="697037" y="44662"/>
                </a:lnTo>
                <a:lnTo>
                  <a:pt x="699699" y="45100"/>
                </a:lnTo>
                <a:lnTo>
                  <a:pt x="702385" y="45618"/>
                </a:lnTo>
                <a:lnTo>
                  <a:pt x="705096" y="46215"/>
                </a:lnTo>
                <a:lnTo>
                  <a:pt x="707831" y="46892"/>
                </a:lnTo>
                <a:lnTo>
                  <a:pt x="710591" y="47649"/>
                </a:lnTo>
                <a:lnTo>
                  <a:pt x="713375" y="48485"/>
                </a:lnTo>
                <a:lnTo>
                  <a:pt x="716183" y="49401"/>
                </a:lnTo>
                <a:lnTo>
                  <a:pt x="716183" y="65121"/>
                </a:lnTo>
                <a:lnTo>
                  <a:pt x="713358" y="63879"/>
                </a:lnTo>
                <a:lnTo>
                  <a:pt x="710584" y="62745"/>
                </a:lnTo>
                <a:lnTo>
                  <a:pt x="707859" y="61719"/>
                </a:lnTo>
                <a:lnTo>
                  <a:pt x="705184" y="60801"/>
                </a:lnTo>
                <a:lnTo>
                  <a:pt x="702559" y="59991"/>
                </a:lnTo>
                <a:lnTo>
                  <a:pt x="699984" y="59289"/>
                </a:lnTo>
                <a:lnTo>
                  <a:pt x="697458" y="58695"/>
                </a:lnTo>
                <a:lnTo>
                  <a:pt x="694983" y="58209"/>
                </a:lnTo>
                <a:lnTo>
                  <a:pt x="692558" y="57831"/>
                </a:lnTo>
                <a:lnTo>
                  <a:pt x="690183" y="57561"/>
                </a:lnTo>
                <a:lnTo>
                  <a:pt x="687857" y="57399"/>
                </a:lnTo>
                <a:lnTo>
                  <a:pt x="685582" y="57345"/>
                </a:lnTo>
                <a:lnTo>
                  <a:pt x="684098" y="57376"/>
                </a:lnTo>
                <a:lnTo>
                  <a:pt x="682630" y="57468"/>
                </a:lnTo>
                <a:lnTo>
                  <a:pt x="681176" y="57621"/>
                </a:lnTo>
                <a:lnTo>
                  <a:pt x="679736" y="57836"/>
                </a:lnTo>
                <a:lnTo>
                  <a:pt x="678311" y="58111"/>
                </a:lnTo>
                <a:lnTo>
                  <a:pt x="676901" y="58449"/>
                </a:lnTo>
                <a:lnTo>
                  <a:pt x="675505" y="58847"/>
                </a:lnTo>
                <a:lnTo>
                  <a:pt x="674124" y="59307"/>
                </a:lnTo>
                <a:lnTo>
                  <a:pt x="672758" y="59828"/>
                </a:lnTo>
                <a:lnTo>
                  <a:pt x="671406" y="60411"/>
                </a:lnTo>
                <a:lnTo>
                  <a:pt x="670069" y="61054"/>
                </a:lnTo>
                <a:lnTo>
                  <a:pt x="668746" y="61759"/>
                </a:lnTo>
                <a:lnTo>
                  <a:pt x="667456" y="62529"/>
                </a:lnTo>
                <a:lnTo>
                  <a:pt x="666216" y="63367"/>
                </a:lnTo>
                <a:lnTo>
                  <a:pt x="665025" y="64274"/>
                </a:lnTo>
                <a:lnTo>
                  <a:pt x="663885" y="65249"/>
                </a:lnTo>
                <a:lnTo>
                  <a:pt x="662794" y="66293"/>
                </a:lnTo>
                <a:lnTo>
                  <a:pt x="661754" y="67405"/>
                </a:lnTo>
                <a:lnTo>
                  <a:pt x="660763" y="68586"/>
                </a:lnTo>
                <a:lnTo>
                  <a:pt x="659822" y="69836"/>
                </a:lnTo>
                <a:lnTo>
                  <a:pt x="658931" y="71154"/>
                </a:lnTo>
                <a:lnTo>
                  <a:pt x="658090" y="72541"/>
                </a:lnTo>
                <a:lnTo>
                  <a:pt x="657299" y="73996"/>
                </a:lnTo>
                <a:lnTo>
                  <a:pt x="656558" y="75520"/>
                </a:lnTo>
                <a:lnTo>
                  <a:pt x="655872" y="77082"/>
                </a:lnTo>
                <a:lnTo>
                  <a:pt x="655246" y="78651"/>
                </a:lnTo>
                <a:lnTo>
                  <a:pt x="654679" y="80228"/>
                </a:lnTo>
                <a:lnTo>
                  <a:pt x="654171" y="81811"/>
                </a:lnTo>
                <a:lnTo>
                  <a:pt x="653724" y="83402"/>
                </a:lnTo>
                <a:lnTo>
                  <a:pt x="653336" y="85000"/>
                </a:lnTo>
                <a:lnTo>
                  <a:pt x="653008" y="86606"/>
                </a:lnTo>
                <a:lnTo>
                  <a:pt x="652739" y="88218"/>
                </a:lnTo>
                <a:lnTo>
                  <a:pt x="652530" y="89838"/>
                </a:lnTo>
                <a:lnTo>
                  <a:pt x="652381" y="91466"/>
                </a:lnTo>
                <a:lnTo>
                  <a:pt x="652292" y="93100"/>
                </a:lnTo>
                <a:lnTo>
                  <a:pt x="652262" y="94742"/>
                </a:lnTo>
                <a:lnTo>
                  <a:pt x="652319" y="96932"/>
                </a:lnTo>
                <a:lnTo>
                  <a:pt x="652492" y="99106"/>
                </a:lnTo>
                <a:lnTo>
                  <a:pt x="652780" y="101262"/>
                </a:lnTo>
                <a:lnTo>
                  <a:pt x="653183" y="103402"/>
                </a:lnTo>
                <a:lnTo>
                  <a:pt x="653700" y="105525"/>
                </a:lnTo>
                <a:lnTo>
                  <a:pt x="654333" y="107630"/>
                </a:lnTo>
                <a:lnTo>
                  <a:pt x="655081" y="109719"/>
                </a:lnTo>
                <a:lnTo>
                  <a:pt x="655945" y="111790"/>
                </a:lnTo>
                <a:lnTo>
                  <a:pt x="656923" y="113845"/>
                </a:lnTo>
                <a:lnTo>
                  <a:pt x="658016" y="115883"/>
                </a:lnTo>
                <a:lnTo>
                  <a:pt x="659225" y="117903"/>
                </a:lnTo>
                <a:lnTo>
                  <a:pt x="660548" y="119907"/>
                </a:lnTo>
                <a:lnTo>
                  <a:pt x="661994" y="121819"/>
                </a:lnTo>
                <a:lnTo>
                  <a:pt x="663572" y="123564"/>
                </a:lnTo>
                <a:lnTo>
                  <a:pt x="665280" y="125144"/>
                </a:lnTo>
                <a:lnTo>
                  <a:pt x="667119" y="126557"/>
                </a:lnTo>
                <a:lnTo>
                  <a:pt x="669090" y="127803"/>
                </a:lnTo>
                <a:lnTo>
                  <a:pt x="671191" y="128884"/>
                </a:lnTo>
                <a:lnTo>
                  <a:pt x="673423" y="129798"/>
                </a:lnTo>
                <a:lnTo>
                  <a:pt x="675785" y="130546"/>
                </a:lnTo>
                <a:lnTo>
                  <a:pt x="678279" y="131128"/>
                </a:lnTo>
                <a:lnTo>
                  <a:pt x="680904" y="131544"/>
                </a:lnTo>
                <a:lnTo>
                  <a:pt x="683660" y="131793"/>
                </a:lnTo>
                <a:lnTo>
                  <a:pt x="686546" y="131876"/>
                </a:lnTo>
                <a:lnTo>
                  <a:pt x="687436" y="131871"/>
                </a:lnTo>
                <a:lnTo>
                  <a:pt x="688324" y="131855"/>
                </a:lnTo>
                <a:lnTo>
                  <a:pt x="689210" y="131830"/>
                </a:lnTo>
                <a:lnTo>
                  <a:pt x="690092" y="131794"/>
                </a:lnTo>
                <a:lnTo>
                  <a:pt x="690973" y="131747"/>
                </a:lnTo>
                <a:lnTo>
                  <a:pt x="691851" y="131690"/>
                </a:lnTo>
                <a:lnTo>
                  <a:pt x="692727" y="131623"/>
                </a:lnTo>
                <a:lnTo>
                  <a:pt x="693600" y="131546"/>
                </a:lnTo>
                <a:lnTo>
                  <a:pt x="694471" y="131458"/>
                </a:lnTo>
                <a:lnTo>
                  <a:pt x="695339" y="131360"/>
                </a:lnTo>
                <a:lnTo>
                  <a:pt x="696205" y="131252"/>
                </a:lnTo>
                <a:lnTo>
                  <a:pt x="697068" y="131133"/>
                </a:lnTo>
                <a:lnTo>
                  <a:pt x="697991" y="130982"/>
                </a:lnTo>
                <a:lnTo>
                  <a:pt x="699036" y="130775"/>
                </a:lnTo>
                <a:lnTo>
                  <a:pt x="700203" y="130514"/>
                </a:lnTo>
                <a:lnTo>
                  <a:pt x="701491" y="130197"/>
                </a:lnTo>
                <a:lnTo>
                  <a:pt x="702902" y="129824"/>
                </a:lnTo>
                <a:lnTo>
                  <a:pt x="704434" y="129397"/>
                </a:lnTo>
                <a:lnTo>
                  <a:pt x="706087" y="128914"/>
                </a:lnTo>
                <a:lnTo>
                  <a:pt x="707863" y="128376"/>
                </a:lnTo>
                <a:lnTo>
                  <a:pt x="709760" y="127783"/>
                </a:lnTo>
                <a:lnTo>
                  <a:pt x="711780" y="127135"/>
                </a:lnTo>
                <a:lnTo>
                  <a:pt x="713920" y="126431"/>
                </a:lnTo>
                <a:lnTo>
                  <a:pt x="716183" y="125672"/>
                </a:lnTo>
                <a:lnTo>
                  <a:pt x="716183" y="141401"/>
                </a:lnTo>
                <a:close/>
                <a:moveTo>
                  <a:pt x="781446" y="146958"/>
                </a:moveTo>
                <a:lnTo>
                  <a:pt x="777997" y="146856"/>
                </a:lnTo>
                <a:lnTo>
                  <a:pt x="774665" y="146550"/>
                </a:lnTo>
                <a:lnTo>
                  <a:pt x="771450" y="146040"/>
                </a:lnTo>
                <a:lnTo>
                  <a:pt x="768352" y="145327"/>
                </a:lnTo>
                <a:lnTo>
                  <a:pt x="765370" y="144410"/>
                </a:lnTo>
                <a:lnTo>
                  <a:pt x="762506" y="143289"/>
                </a:lnTo>
                <a:lnTo>
                  <a:pt x="759759" y="141965"/>
                </a:lnTo>
                <a:lnTo>
                  <a:pt x="757128" y="140436"/>
                </a:lnTo>
                <a:lnTo>
                  <a:pt x="754614" y="138704"/>
                </a:lnTo>
                <a:lnTo>
                  <a:pt x="752218" y="136768"/>
                </a:lnTo>
                <a:lnTo>
                  <a:pt x="749938" y="134628"/>
                </a:lnTo>
                <a:lnTo>
                  <a:pt x="747775" y="132284"/>
                </a:lnTo>
                <a:lnTo>
                  <a:pt x="745758" y="129785"/>
                </a:lnTo>
                <a:lnTo>
                  <a:pt x="743917" y="127179"/>
                </a:lnTo>
                <a:lnTo>
                  <a:pt x="742251" y="124467"/>
                </a:lnTo>
                <a:lnTo>
                  <a:pt x="740760" y="121649"/>
                </a:lnTo>
                <a:lnTo>
                  <a:pt x="739445" y="118724"/>
                </a:lnTo>
                <a:lnTo>
                  <a:pt x="738305" y="115692"/>
                </a:lnTo>
                <a:lnTo>
                  <a:pt x="737341" y="112554"/>
                </a:lnTo>
                <a:lnTo>
                  <a:pt x="736552" y="109310"/>
                </a:lnTo>
                <a:lnTo>
                  <a:pt x="735938" y="105959"/>
                </a:lnTo>
                <a:lnTo>
                  <a:pt x="735499" y="102502"/>
                </a:lnTo>
                <a:lnTo>
                  <a:pt x="735236" y="98938"/>
                </a:lnTo>
                <a:lnTo>
                  <a:pt x="735149" y="95268"/>
                </a:lnTo>
                <a:lnTo>
                  <a:pt x="735236" y="91598"/>
                </a:lnTo>
                <a:lnTo>
                  <a:pt x="735499" y="88036"/>
                </a:lnTo>
                <a:lnTo>
                  <a:pt x="735938" y="84580"/>
                </a:lnTo>
                <a:lnTo>
                  <a:pt x="736552" y="81231"/>
                </a:lnTo>
                <a:lnTo>
                  <a:pt x="737341" y="77990"/>
                </a:lnTo>
                <a:lnTo>
                  <a:pt x="738305" y="74856"/>
                </a:lnTo>
                <a:lnTo>
                  <a:pt x="739445" y="71828"/>
                </a:lnTo>
                <a:lnTo>
                  <a:pt x="740760" y="68908"/>
                </a:lnTo>
                <a:lnTo>
                  <a:pt x="742251" y="66095"/>
                </a:lnTo>
                <a:lnTo>
                  <a:pt x="743917" y="63389"/>
                </a:lnTo>
                <a:lnTo>
                  <a:pt x="745758" y="60790"/>
                </a:lnTo>
                <a:lnTo>
                  <a:pt x="747775" y="58299"/>
                </a:lnTo>
                <a:lnTo>
                  <a:pt x="749938" y="55961"/>
                </a:lnTo>
                <a:lnTo>
                  <a:pt x="752218" y="53828"/>
                </a:lnTo>
                <a:lnTo>
                  <a:pt x="754614" y="51897"/>
                </a:lnTo>
                <a:lnTo>
                  <a:pt x="757128" y="50170"/>
                </a:lnTo>
                <a:lnTo>
                  <a:pt x="759759" y="48645"/>
                </a:lnTo>
                <a:lnTo>
                  <a:pt x="762506" y="47324"/>
                </a:lnTo>
                <a:lnTo>
                  <a:pt x="765370" y="46207"/>
                </a:lnTo>
                <a:lnTo>
                  <a:pt x="768352" y="45292"/>
                </a:lnTo>
                <a:lnTo>
                  <a:pt x="771450" y="44581"/>
                </a:lnTo>
                <a:lnTo>
                  <a:pt x="774665" y="44073"/>
                </a:lnTo>
                <a:lnTo>
                  <a:pt x="777997" y="43768"/>
                </a:lnTo>
                <a:lnTo>
                  <a:pt x="781446" y="43666"/>
                </a:lnTo>
                <a:lnTo>
                  <a:pt x="784880" y="43768"/>
                </a:lnTo>
                <a:lnTo>
                  <a:pt x="788200" y="44073"/>
                </a:lnTo>
                <a:lnTo>
                  <a:pt x="791403" y="44581"/>
                </a:lnTo>
                <a:lnTo>
                  <a:pt x="794491" y="45292"/>
                </a:lnTo>
                <a:lnTo>
                  <a:pt x="797463" y="46207"/>
                </a:lnTo>
                <a:lnTo>
                  <a:pt x="800319" y="47324"/>
                </a:lnTo>
                <a:lnTo>
                  <a:pt x="803060" y="48645"/>
                </a:lnTo>
                <a:lnTo>
                  <a:pt x="805685" y="50170"/>
                </a:lnTo>
                <a:lnTo>
                  <a:pt x="808195" y="51897"/>
                </a:lnTo>
                <a:lnTo>
                  <a:pt x="810588" y="53828"/>
                </a:lnTo>
                <a:lnTo>
                  <a:pt x="812866" y="55961"/>
                </a:lnTo>
                <a:lnTo>
                  <a:pt x="815028" y="58299"/>
                </a:lnTo>
                <a:lnTo>
                  <a:pt x="817045" y="60790"/>
                </a:lnTo>
                <a:lnTo>
                  <a:pt x="818886" y="63389"/>
                </a:lnTo>
                <a:lnTo>
                  <a:pt x="820552" y="66095"/>
                </a:lnTo>
                <a:lnTo>
                  <a:pt x="822043" y="68908"/>
                </a:lnTo>
                <a:lnTo>
                  <a:pt x="823358" y="71828"/>
                </a:lnTo>
                <a:lnTo>
                  <a:pt x="824498" y="74856"/>
                </a:lnTo>
                <a:lnTo>
                  <a:pt x="825463" y="77990"/>
                </a:lnTo>
                <a:lnTo>
                  <a:pt x="826252" y="81231"/>
                </a:lnTo>
                <a:lnTo>
                  <a:pt x="826866" y="84580"/>
                </a:lnTo>
                <a:lnTo>
                  <a:pt x="827304" y="88036"/>
                </a:lnTo>
                <a:lnTo>
                  <a:pt x="827567" y="91598"/>
                </a:lnTo>
                <a:lnTo>
                  <a:pt x="827655" y="95268"/>
                </a:lnTo>
                <a:lnTo>
                  <a:pt x="827567" y="98938"/>
                </a:lnTo>
                <a:lnTo>
                  <a:pt x="827304" y="102502"/>
                </a:lnTo>
                <a:lnTo>
                  <a:pt x="826866" y="105959"/>
                </a:lnTo>
                <a:lnTo>
                  <a:pt x="826252" y="109310"/>
                </a:lnTo>
                <a:lnTo>
                  <a:pt x="825463" y="112554"/>
                </a:lnTo>
                <a:lnTo>
                  <a:pt x="824498" y="115692"/>
                </a:lnTo>
                <a:lnTo>
                  <a:pt x="823358" y="118724"/>
                </a:lnTo>
                <a:lnTo>
                  <a:pt x="822043" y="121649"/>
                </a:lnTo>
                <a:lnTo>
                  <a:pt x="820552" y="124467"/>
                </a:lnTo>
                <a:lnTo>
                  <a:pt x="818886" y="127179"/>
                </a:lnTo>
                <a:lnTo>
                  <a:pt x="817045" y="129785"/>
                </a:lnTo>
                <a:lnTo>
                  <a:pt x="815028" y="132284"/>
                </a:lnTo>
                <a:lnTo>
                  <a:pt x="812866" y="134628"/>
                </a:lnTo>
                <a:lnTo>
                  <a:pt x="810588" y="136768"/>
                </a:lnTo>
                <a:lnTo>
                  <a:pt x="808195" y="138704"/>
                </a:lnTo>
                <a:lnTo>
                  <a:pt x="805685" y="140436"/>
                </a:lnTo>
                <a:lnTo>
                  <a:pt x="803060" y="141965"/>
                </a:lnTo>
                <a:lnTo>
                  <a:pt x="800319" y="143289"/>
                </a:lnTo>
                <a:lnTo>
                  <a:pt x="797463" y="144410"/>
                </a:lnTo>
                <a:lnTo>
                  <a:pt x="794491" y="145327"/>
                </a:lnTo>
                <a:lnTo>
                  <a:pt x="791403" y="146040"/>
                </a:lnTo>
                <a:lnTo>
                  <a:pt x="788200" y="146550"/>
                </a:lnTo>
                <a:lnTo>
                  <a:pt x="784880" y="146856"/>
                </a:lnTo>
                <a:lnTo>
                  <a:pt x="781446" y="146958"/>
                </a:lnTo>
                <a:moveTo>
                  <a:pt x="781446" y="133279"/>
                </a:moveTo>
                <a:lnTo>
                  <a:pt x="783586" y="133209"/>
                </a:lnTo>
                <a:lnTo>
                  <a:pt x="785652" y="132997"/>
                </a:lnTo>
                <a:lnTo>
                  <a:pt x="787644" y="132645"/>
                </a:lnTo>
                <a:lnTo>
                  <a:pt x="789561" y="132153"/>
                </a:lnTo>
                <a:lnTo>
                  <a:pt x="791404" y="131519"/>
                </a:lnTo>
                <a:lnTo>
                  <a:pt x="793173" y="130745"/>
                </a:lnTo>
                <a:lnTo>
                  <a:pt x="794868" y="129830"/>
                </a:lnTo>
                <a:lnTo>
                  <a:pt x="796488" y="128774"/>
                </a:lnTo>
                <a:lnTo>
                  <a:pt x="798034" y="127578"/>
                </a:lnTo>
                <a:lnTo>
                  <a:pt x="799506" y="126240"/>
                </a:lnTo>
                <a:lnTo>
                  <a:pt x="800903" y="124762"/>
                </a:lnTo>
                <a:lnTo>
                  <a:pt x="802227" y="123143"/>
                </a:lnTo>
                <a:lnTo>
                  <a:pt x="803459" y="121401"/>
                </a:lnTo>
                <a:lnTo>
                  <a:pt x="804584" y="119554"/>
                </a:lnTo>
                <a:lnTo>
                  <a:pt x="805602" y="117600"/>
                </a:lnTo>
                <a:lnTo>
                  <a:pt x="806513" y="115541"/>
                </a:lnTo>
                <a:lnTo>
                  <a:pt x="807317" y="113377"/>
                </a:lnTo>
                <a:lnTo>
                  <a:pt x="808014" y="111107"/>
                </a:lnTo>
                <a:lnTo>
                  <a:pt x="808603" y="108731"/>
                </a:lnTo>
                <a:lnTo>
                  <a:pt x="809085" y="106250"/>
                </a:lnTo>
                <a:lnTo>
                  <a:pt x="809460" y="103663"/>
                </a:lnTo>
                <a:lnTo>
                  <a:pt x="809728" y="100970"/>
                </a:lnTo>
                <a:lnTo>
                  <a:pt x="809889" y="98172"/>
                </a:lnTo>
                <a:lnTo>
                  <a:pt x="809943" y="95268"/>
                </a:lnTo>
                <a:lnTo>
                  <a:pt x="809889" y="92378"/>
                </a:lnTo>
                <a:lnTo>
                  <a:pt x="809728" y="89593"/>
                </a:lnTo>
                <a:lnTo>
                  <a:pt x="809460" y="86912"/>
                </a:lnTo>
                <a:lnTo>
                  <a:pt x="809085" y="84335"/>
                </a:lnTo>
                <a:lnTo>
                  <a:pt x="808603" y="81863"/>
                </a:lnTo>
                <a:lnTo>
                  <a:pt x="808014" y="79495"/>
                </a:lnTo>
                <a:lnTo>
                  <a:pt x="807317" y="77232"/>
                </a:lnTo>
                <a:lnTo>
                  <a:pt x="806513" y="75073"/>
                </a:lnTo>
                <a:lnTo>
                  <a:pt x="805602" y="73018"/>
                </a:lnTo>
                <a:lnTo>
                  <a:pt x="804584" y="71068"/>
                </a:lnTo>
                <a:lnTo>
                  <a:pt x="803459" y="69222"/>
                </a:lnTo>
                <a:lnTo>
                  <a:pt x="802227" y="67481"/>
                </a:lnTo>
                <a:lnTo>
                  <a:pt x="800903" y="65862"/>
                </a:lnTo>
                <a:lnTo>
                  <a:pt x="799506" y="64384"/>
                </a:lnTo>
                <a:lnTo>
                  <a:pt x="798034" y="63046"/>
                </a:lnTo>
                <a:lnTo>
                  <a:pt x="796488" y="61850"/>
                </a:lnTo>
                <a:lnTo>
                  <a:pt x="794868" y="60794"/>
                </a:lnTo>
                <a:lnTo>
                  <a:pt x="793173" y="59879"/>
                </a:lnTo>
                <a:lnTo>
                  <a:pt x="791404" y="59105"/>
                </a:lnTo>
                <a:lnTo>
                  <a:pt x="789561" y="58471"/>
                </a:lnTo>
                <a:lnTo>
                  <a:pt x="787644" y="57979"/>
                </a:lnTo>
                <a:lnTo>
                  <a:pt x="785652" y="57627"/>
                </a:lnTo>
                <a:lnTo>
                  <a:pt x="783586" y="57415"/>
                </a:lnTo>
                <a:lnTo>
                  <a:pt x="781446" y="57345"/>
                </a:lnTo>
                <a:lnTo>
                  <a:pt x="779291" y="57415"/>
                </a:lnTo>
                <a:lnTo>
                  <a:pt x="777212" y="57627"/>
                </a:lnTo>
                <a:lnTo>
                  <a:pt x="775209" y="57979"/>
                </a:lnTo>
                <a:lnTo>
                  <a:pt x="773281" y="58471"/>
                </a:lnTo>
                <a:lnTo>
                  <a:pt x="771429" y="59105"/>
                </a:lnTo>
                <a:lnTo>
                  <a:pt x="769652" y="59879"/>
                </a:lnTo>
                <a:lnTo>
                  <a:pt x="767951" y="60794"/>
                </a:lnTo>
                <a:lnTo>
                  <a:pt x="766325" y="61850"/>
                </a:lnTo>
                <a:lnTo>
                  <a:pt x="764775" y="63046"/>
                </a:lnTo>
                <a:lnTo>
                  <a:pt x="763300" y="64384"/>
                </a:lnTo>
                <a:lnTo>
                  <a:pt x="761901" y="65862"/>
                </a:lnTo>
                <a:lnTo>
                  <a:pt x="760577" y="67481"/>
                </a:lnTo>
                <a:lnTo>
                  <a:pt x="759344" y="69222"/>
                </a:lnTo>
                <a:lnTo>
                  <a:pt x="758219" y="71068"/>
                </a:lnTo>
                <a:lnTo>
                  <a:pt x="757201" y="73018"/>
                </a:lnTo>
                <a:lnTo>
                  <a:pt x="756290" y="75073"/>
                </a:lnTo>
                <a:lnTo>
                  <a:pt x="755486" y="77232"/>
                </a:lnTo>
                <a:lnTo>
                  <a:pt x="754790" y="79495"/>
                </a:lnTo>
                <a:lnTo>
                  <a:pt x="754200" y="81863"/>
                </a:lnTo>
                <a:lnTo>
                  <a:pt x="753718" y="84335"/>
                </a:lnTo>
                <a:lnTo>
                  <a:pt x="753343" y="86912"/>
                </a:lnTo>
                <a:lnTo>
                  <a:pt x="753075" y="89593"/>
                </a:lnTo>
                <a:lnTo>
                  <a:pt x="752914" y="92378"/>
                </a:lnTo>
                <a:lnTo>
                  <a:pt x="752861" y="95268"/>
                </a:lnTo>
                <a:lnTo>
                  <a:pt x="752914" y="98172"/>
                </a:lnTo>
                <a:lnTo>
                  <a:pt x="753075" y="100970"/>
                </a:lnTo>
                <a:lnTo>
                  <a:pt x="753343" y="103663"/>
                </a:lnTo>
                <a:lnTo>
                  <a:pt x="753718" y="106250"/>
                </a:lnTo>
                <a:lnTo>
                  <a:pt x="754200" y="108731"/>
                </a:lnTo>
                <a:lnTo>
                  <a:pt x="754790" y="111107"/>
                </a:lnTo>
                <a:lnTo>
                  <a:pt x="755486" y="113377"/>
                </a:lnTo>
                <a:lnTo>
                  <a:pt x="756290" y="115541"/>
                </a:lnTo>
                <a:lnTo>
                  <a:pt x="757201" y="117600"/>
                </a:lnTo>
                <a:lnTo>
                  <a:pt x="758219" y="119554"/>
                </a:lnTo>
                <a:lnTo>
                  <a:pt x="759344" y="121401"/>
                </a:lnTo>
                <a:lnTo>
                  <a:pt x="760577" y="123143"/>
                </a:lnTo>
                <a:lnTo>
                  <a:pt x="761901" y="124762"/>
                </a:lnTo>
                <a:lnTo>
                  <a:pt x="763300" y="126240"/>
                </a:lnTo>
                <a:lnTo>
                  <a:pt x="764775" y="127578"/>
                </a:lnTo>
                <a:lnTo>
                  <a:pt x="766325" y="128774"/>
                </a:lnTo>
                <a:lnTo>
                  <a:pt x="767951" y="129830"/>
                </a:lnTo>
                <a:lnTo>
                  <a:pt x="769652" y="130745"/>
                </a:lnTo>
                <a:lnTo>
                  <a:pt x="771429" y="131519"/>
                </a:lnTo>
                <a:lnTo>
                  <a:pt x="773281" y="132153"/>
                </a:lnTo>
                <a:lnTo>
                  <a:pt x="775209" y="132645"/>
                </a:lnTo>
                <a:lnTo>
                  <a:pt x="777212" y="132997"/>
                </a:lnTo>
                <a:lnTo>
                  <a:pt x="779291" y="133209"/>
                </a:lnTo>
                <a:lnTo>
                  <a:pt x="781446" y="133279"/>
                </a:lnTo>
                <a:close/>
                <a:moveTo>
                  <a:pt x="848461" y="144327"/>
                </a:moveTo>
                <a:lnTo>
                  <a:pt x="848461" y="46297"/>
                </a:lnTo>
                <a:lnTo>
                  <a:pt x="864770" y="46297"/>
                </a:lnTo>
                <a:lnTo>
                  <a:pt x="864770" y="67859"/>
                </a:lnTo>
                <a:lnTo>
                  <a:pt x="865960" y="66001"/>
                </a:lnTo>
                <a:lnTo>
                  <a:pt x="867189" y="64213"/>
                </a:lnTo>
                <a:lnTo>
                  <a:pt x="868459" y="62492"/>
                </a:lnTo>
                <a:lnTo>
                  <a:pt x="869768" y="60840"/>
                </a:lnTo>
                <a:lnTo>
                  <a:pt x="871118" y="59257"/>
                </a:lnTo>
                <a:lnTo>
                  <a:pt x="872509" y="57742"/>
                </a:lnTo>
                <a:lnTo>
                  <a:pt x="873939" y="56295"/>
                </a:lnTo>
                <a:lnTo>
                  <a:pt x="875409" y="54917"/>
                </a:lnTo>
                <a:lnTo>
                  <a:pt x="876920" y="53607"/>
                </a:lnTo>
                <a:lnTo>
                  <a:pt x="878471" y="52366"/>
                </a:lnTo>
                <a:lnTo>
                  <a:pt x="880062" y="51193"/>
                </a:lnTo>
                <a:lnTo>
                  <a:pt x="881693" y="50089"/>
                </a:lnTo>
                <a:lnTo>
                  <a:pt x="883345" y="49063"/>
                </a:lnTo>
                <a:lnTo>
                  <a:pt x="884996" y="48127"/>
                </a:lnTo>
                <a:lnTo>
                  <a:pt x="886647" y="47279"/>
                </a:lnTo>
                <a:lnTo>
                  <a:pt x="888299" y="46521"/>
                </a:lnTo>
                <a:lnTo>
                  <a:pt x="889950" y="45852"/>
                </a:lnTo>
                <a:lnTo>
                  <a:pt x="891602" y="45272"/>
                </a:lnTo>
                <a:lnTo>
                  <a:pt x="893253" y="44781"/>
                </a:lnTo>
                <a:lnTo>
                  <a:pt x="894904" y="44380"/>
                </a:lnTo>
                <a:lnTo>
                  <a:pt x="896556" y="44068"/>
                </a:lnTo>
                <a:lnTo>
                  <a:pt x="898207" y="43845"/>
                </a:lnTo>
                <a:lnTo>
                  <a:pt x="899858" y="43711"/>
                </a:lnTo>
                <a:lnTo>
                  <a:pt x="901510" y="43666"/>
                </a:lnTo>
                <a:lnTo>
                  <a:pt x="902946" y="43698"/>
                </a:lnTo>
                <a:lnTo>
                  <a:pt x="904360" y="43794"/>
                </a:lnTo>
                <a:lnTo>
                  <a:pt x="905752" y="43954"/>
                </a:lnTo>
                <a:lnTo>
                  <a:pt x="907122" y="44178"/>
                </a:lnTo>
                <a:lnTo>
                  <a:pt x="908470" y="44466"/>
                </a:lnTo>
                <a:lnTo>
                  <a:pt x="909796" y="44817"/>
                </a:lnTo>
                <a:lnTo>
                  <a:pt x="911100" y="45233"/>
                </a:lnTo>
                <a:lnTo>
                  <a:pt x="912383" y="45712"/>
                </a:lnTo>
                <a:lnTo>
                  <a:pt x="913643" y="46256"/>
                </a:lnTo>
                <a:lnTo>
                  <a:pt x="914882" y="46863"/>
                </a:lnTo>
                <a:lnTo>
                  <a:pt x="916098" y="47535"/>
                </a:lnTo>
                <a:lnTo>
                  <a:pt x="917293" y="48270"/>
                </a:lnTo>
                <a:lnTo>
                  <a:pt x="918447" y="49057"/>
                </a:lnTo>
                <a:lnTo>
                  <a:pt x="919542" y="49883"/>
                </a:lnTo>
                <a:lnTo>
                  <a:pt x="920578" y="50750"/>
                </a:lnTo>
                <a:lnTo>
                  <a:pt x="921555" y="51655"/>
                </a:lnTo>
                <a:lnTo>
                  <a:pt x="922473" y="52601"/>
                </a:lnTo>
                <a:lnTo>
                  <a:pt x="923332" y="53586"/>
                </a:lnTo>
                <a:lnTo>
                  <a:pt x="924132" y="54610"/>
                </a:lnTo>
                <a:lnTo>
                  <a:pt x="924873" y="55674"/>
                </a:lnTo>
                <a:lnTo>
                  <a:pt x="925554" y="56778"/>
                </a:lnTo>
                <a:lnTo>
                  <a:pt x="926177" y="57921"/>
                </a:lnTo>
                <a:lnTo>
                  <a:pt x="926740" y="59104"/>
                </a:lnTo>
                <a:lnTo>
                  <a:pt x="927245" y="60326"/>
                </a:lnTo>
                <a:lnTo>
                  <a:pt x="927700" y="61668"/>
                </a:lnTo>
                <a:lnTo>
                  <a:pt x="928116" y="63210"/>
                </a:lnTo>
                <a:lnTo>
                  <a:pt x="928492" y="64952"/>
                </a:lnTo>
                <a:lnTo>
                  <a:pt x="928828" y="66893"/>
                </a:lnTo>
                <a:lnTo>
                  <a:pt x="929125" y="69034"/>
                </a:lnTo>
                <a:lnTo>
                  <a:pt x="929382" y="71374"/>
                </a:lnTo>
                <a:lnTo>
                  <a:pt x="929600" y="73915"/>
                </a:lnTo>
                <a:lnTo>
                  <a:pt x="929778" y="76655"/>
                </a:lnTo>
                <a:lnTo>
                  <a:pt x="929917" y="79595"/>
                </a:lnTo>
                <a:lnTo>
                  <a:pt x="930016" y="82734"/>
                </a:lnTo>
                <a:lnTo>
                  <a:pt x="930075" y="86074"/>
                </a:lnTo>
                <a:lnTo>
                  <a:pt x="930095" y="89613"/>
                </a:lnTo>
                <a:lnTo>
                  <a:pt x="930095" y="144327"/>
                </a:lnTo>
                <a:lnTo>
                  <a:pt x="913786" y="144327"/>
                </a:lnTo>
                <a:lnTo>
                  <a:pt x="913786" y="87653"/>
                </a:lnTo>
                <a:lnTo>
                  <a:pt x="913776" y="85369"/>
                </a:lnTo>
                <a:lnTo>
                  <a:pt x="913748" y="83219"/>
                </a:lnTo>
                <a:lnTo>
                  <a:pt x="913701" y="81201"/>
                </a:lnTo>
                <a:lnTo>
                  <a:pt x="913635" y="79317"/>
                </a:lnTo>
                <a:lnTo>
                  <a:pt x="913550" y="77566"/>
                </a:lnTo>
                <a:lnTo>
                  <a:pt x="913446" y="75948"/>
                </a:lnTo>
                <a:lnTo>
                  <a:pt x="913323" y="74464"/>
                </a:lnTo>
                <a:lnTo>
                  <a:pt x="913181" y="73113"/>
                </a:lnTo>
                <a:lnTo>
                  <a:pt x="913021" y="71894"/>
                </a:lnTo>
                <a:lnTo>
                  <a:pt x="912842" y="70810"/>
                </a:lnTo>
                <a:lnTo>
                  <a:pt x="912644" y="69858"/>
                </a:lnTo>
                <a:lnTo>
                  <a:pt x="912426" y="69040"/>
                </a:lnTo>
                <a:lnTo>
                  <a:pt x="912184" y="68299"/>
                </a:lnTo>
                <a:lnTo>
                  <a:pt x="911910" y="67581"/>
                </a:lnTo>
                <a:lnTo>
                  <a:pt x="911604" y="66886"/>
                </a:lnTo>
                <a:lnTo>
                  <a:pt x="911267" y="66213"/>
                </a:lnTo>
                <a:lnTo>
                  <a:pt x="910898" y="65562"/>
                </a:lnTo>
                <a:lnTo>
                  <a:pt x="910497" y="64934"/>
                </a:lnTo>
                <a:lnTo>
                  <a:pt x="910065" y="64329"/>
                </a:lnTo>
                <a:lnTo>
                  <a:pt x="909601" y="63746"/>
                </a:lnTo>
                <a:lnTo>
                  <a:pt x="909105" y="63185"/>
                </a:lnTo>
                <a:lnTo>
                  <a:pt x="908578" y="62647"/>
                </a:lnTo>
                <a:lnTo>
                  <a:pt x="908019" y="62132"/>
                </a:lnTo>
                <a:lnTo>
                  <a:pt x="907428" y="61639"/>
                </a:lnTo>
                <a:lnTo>
                  <a:pt x="906817" y="61177"/>
                </a:lnTo>
                <a:lnTo>
                  <a:pt x="906197" y="60755"/>
                </a:lnTo>
                <a:lnTo>
                  <a:pt x="905568" y="60374"/>
                </a:lnTo>
                <a:lnTo>
                  <a:pt x="904929" y="60033"/>
                </a:lnTo>
                <a:lnTo>
                  <a:pt x="904282" y="59732"/>
                </a:lnTo>
                <a:lnTo>
                  <a:pt x="903625" y="59471"/>
                </a:lnTo>
                <a:lnTo>
                  <a:pt x="902959" y="59250"/>
                </a:lnTo>
                <a:lnTo>
                  <a:pt x="902284" y="59069"/>
                </a:lnTo>
                <a:lnTo>
                  <a:pt x="901600" y="58929"/>
                </a:lnTo>
                <a:lnTo>
                  <a:pt x="900907" y="58828"/>
                </a:lnTo>
                <a:lnTo>
                  <a:pt x="900205" y="58768"/>
                </a:lnTo>
                <a:lnTo>
                  <a:pt x="899493" y="58748"/>
                </a:lnTo>
                <a:lnTo>
                  <a:pt x="898052" y="58805"/>
                </a:lnTo>
                <a:lnTo>
                  <a:pt x="896593" y="58974"/>
                </a:lnTo>
                <a:lnTo>
                  <a:pt x="895117" y="59257"/>
                </a:lnTo>
                <a:lnTo>
                  <a:pt x="893623" y="59653"/>
                </a:lnTo>
                <a:lnTo>
                  <a:pt x="892112" y="60162"/>
                </a:lnTo>
                <a:lnTo>
                  <a:pt x="890582" y="60785"/>
                </a:lnTo>
                <a:lnTo>
                  <a:pt x="889035" y="61520"/>
                </a:lnTo>
                <a:lnTo>
                  <a:pt x="887471" y="62369"/>
                </a:lnTo>
                <a:lnTo>
                  <a:pt x="885888" y="63330"/>
                </a:lnTo>
                <a:lnTo>
                  <a:pt x="884289" y="64405"/>
                </a:lnTo>
                <a:lnTo>
                  <a:pt x="882671" y="65593"/>
                </a:lnTo>
                <a:lnTo>
                  <a:pt x="881036" y="66894"/>
                </a:lnTo>
                <a:lnTo>
                  <a:pt x="879416" y="68281"/>
                </a:lnTo>
                <a:lnTo>
                  <a:pt x="877844" y="69724"/>
                </a:lnTo>
                <a:lnTo>
                  <a:pt x="876320" y="71225"/>
                </a:lnTo>
                <a:lnTo>
                  <a:pt x="874844" y="72782"/>
                </a:lnTo>
                <a:lnTo>
                  <a:pt x="873417" y="74397"/>
                </a:lnTo>
                <a:lnTo>
                  <a:pt x="872037" y="76070"/>
                </a:lnTo>
                <a:lnTo>
                  <a:pt x="870706" y="77799"/>
                </a:lnTo>
                <a:lnTo>
                  <a:pt x="869423" y="79585"/>
                </a:lnTo>
                <a:lnTo>
                  <a:pt x="868187" y="81429"/>
                </a:lnTo>
                <a:lnTo>
                  <a:pt x="867000" y="83330"/>
                </a:lnTo>
                <a:lnTo>
                  <a:pt x="865861" y="85288"/>
                </a:lnTo>
                <a:lnTo>
                  <a:pt x="864770" y="87303"/>
                </a:lnTo>
                <a:lnTo>
                  <a:pt x="864770" y="144327"/>
                </a:lnTo>
                <a:lnTo>
                  <a:pt x="848461" y="144327"/>
                </a:lnTo>
                <a:close/>
                <a:moveTo>
                  <a:pt x="956952" y="139014"/>
                </a:moveTo>
                <a:lnTo>
                  <a:pt x="956952" y="121705"/>
                </a:lnTo>
                <a:lnTo>
                  <a:pt x="958596" y="122745"/>
                </a:lnTo>
                <a:lnTo>
                  <a:pt x="960257" y="123732"/>
                </a:lnTo>
                <a:lnTo>
                  <a:pt x="961933" y="124667"/>
                </a:lnTo>
                <a:lnTo>
                  <a:pt x="963625" y="125548"/>
                </a:lnTo>
                <a:lnTo>
                  <a:pt x="965333" y="126377"/>
                </a:lnTo>
                <a:lnTo>
                  <a:pt x="967057" y="127152"/>
                </a:lnTo>
                <a:lnTo>
                  <a:pt x="968797" y="127875"/>
                </a:lnTo>
                <a:lnTo>
                  <a:pt x="970552" y="128544"/>
                </a:lnTo>
                <a:lnTo>
                  <a:pt x="972324" y="129161"/>
                </a:lnTo>
                <a:lnTo>
                  <a:pt x="974111" y="129724"/>
                </a:lnTo>
                <a:lnTo>
                  <a:pt x="975914" y="130235"/>
                </a:lnTo>
                <a:lnTo>
                  <a:pt x="977733" y="130692"/>
                </a:lnTo>
                <a:lnTo>
                  <a:pt x="979536" y="131105"/>
                </a:lnTo>
                <a:lnTo>
                  <a:pt x="981294" y="131483"/>
                </a:lnTo>
                <a:lnTo>
                  <a:pt x="983005" y="131824"/>
                </a:lnTo>
                <a:lnTo>
                  <a:pt x="984669" y="132129"/>
                </a:lnTo>
                <a:lnTo>
                  <a:pt x="986288" y="132399"/>
                </a:lnTo>
                <a:lnTo>
                  <a:pt x="987860" y="132632"/>
                </a:lnTo>
                <a:lnTo>
                  <a:pt x="989386" y="132830"/>
                </a:lnTo>
                <a:lnTo>
                  <a:pt x="990866" y="132992"/>
                </a:lnTo>
                <a:lnTo>
                  <a:pt x="992299" y="133117"/>
                </a:lnTo>
                <a:lnTo>
                  <a:pt x="993686" y="133207"/>
                </a:lnTo>
                <a:lnTo>
                  <a:pt x="995027" y="133261"/>
                </a:lnTo>
                <a:lnTo>
                  <a:pt x="996322" y="133279"/>
                </a:lnTo>
                <a:lnTo>
                  <a:pt x="998334" y="133251"/>
                </a:lnTo>
                <a:lnTo>
                  <a:pt x="1000250" y="133169"/>
                </a:lnTo>
                <a:lnTo>
                  <a:pt x="1002070" y="133030"/>
                </a:lnTo>
                <a:lnTo>
                  <a:pt x="1003794" y="132837"/>
                </a:lnTo>
                <a:lnTo>
                  <a:pt x="1005422" y="132589"/>
                </a:lnTo>
                <a:lnTo>
                  <a:pt x="1006953" y="132285"/>
                </a:lnTo>
                <a:lnTo>
                  <a:pt x="1008388" y="131926"/>
                </a:lnTo>
                <a:lnTo>
                  <a:pt x="1009727" y="131512"/>
                </a:lnTo>
                <a:lnTo>
                  <a:pt x="1010970" y="131043"/>
                </a:lnTo>
                <a:lnTo>
                  <a:pt x="1012117" y="130518"/>
                </a:lnTo>
                <a:lnTo>
                  <a:pt x="1013167" y="129938"/>
                </a:lnTo>
                <a:lnTo>
                  <a:pt x="1014121" y="129303"/>
                </a:lnTo>
                <a:lnTo>
                  <a:pt x="1014990" y="128627"/>
                </a:lnTo>
                <a:lnTo>
                  <a:pt x="1015783" y="127923"/>
                </a:lnTo>
                <a:lnTo>
                  <a:pt x="1016500" y="127192"/>
                </a:lnTo>
                <a:lnTo>
                  <a:pt x="1017142" y="126434"/>
                </a:lnTo>
                <a:lnTo>
                  <a:pt x="1017708" y="125649"/>
                </a:lnTo>
                <a:lnTo>
                  <a:pt x="1018199" y="124836"/>
                </a:lnTo>
                <a:lnTo>
                  <a:pt x="1018614" y="123996"/>
                </a:lnTo>
                <a:lnTo>
                  <a:pt x="1018954" y="123129"/>
                </a:lnTo>
                <a:lnTo>
                  <a:pt x="1019218" y="122234"/>
                </a:lnTo>
                <a:lnTo>
                  <a:pt x="1019407" y="121312"/>
                </a:lnTo>
                <a:lnTo>
                  <a:pt x="1019520" y="120363"/>
                </a:lnTo>
                <a:lnTo>
                  <a:pt x="1019558" y="119387"/>
                </a:lnTo>
                <a:lnTo>
                  <a:pt x="1019540" y="118739"/>
                </a:lnTo>
                <a:lnTo>
                  <a:pt x="1019487" y="118107"/>
                </a:lnTo>
                <a:lnTo>
                  <a:pt x="1019399" y="117491"/>
                </a:lnTo>
                <a:lnTo>
                  <a:pt x="1019275" y="116891"/>
                </a:lnTo>
                <a:lnTo>
                  <a:pt x="1019116" y="116307"/>
                </a:lnTo>
                <a:lnTo>
                  <a:pt x="1018922" y="115738"/>
                </a:lnTo>
                <a:lnTo>
                  <a:pt x="1018693" y="115185"/>
                </a:lnTo>
                <a:lnTo>
                  <a:pt x="1018428" y="114648"/>
                </a:lnTo>
                <a:lnTo>
                  <a:pt x="1018127" y="114127"/>
                </a:lnTo>
                <a:lnTo>
                  <a:pt x="1017792" y="113621"/>
                </a:lnTo>
                <a:lnTo>
                  <a:pt x="1017421" y="113131"/>
                </a:lnTo>
                <a:lnTo>
                  <a:pt x="1017015" y="112657"/>
                </a:lnTo>
                <a:lnTo>
                  <a:pt x="1016539" y="112182"/>
                </a:lnTo>
                <a:lnTo>
                  <a:pt x="1015958" y="111689"/>
                </a:lnTo>
                <a:lnTo>
                  <a:pt x="1015272" y="111177"/>
                </a:lnTo>
                <a:lnTo>
                  <a:pt x="1014482" y="110648"/>
                </a:lnTo>
                <a:lnTo>
                  <a:pt x="1013587" y="110100"/>
                </a:lnTo>
                <a:lnTo>
                  <a:pt x="1012587" y="109534"/>
                </a:lnTo>
                <a:lnTo>
                  <a:pt x="1011482" y="108950"/>
                </a:lnTo>
                <a:lnTo>
                  <a:pt x="1010273" y="108347"/>
                </a:lnTo>
                <a:lnTo>
                  <a:pt x="1008959" y="107726"/>
                </a:lnTo>
                <a:lnTo>
                  <a:pt x="1007540" y="107087"/>
                </a:lnTo>
                <a:lnTo>
                  <a:pt x="1006017" y="106430"/>
                </a:lnTo>
                <a:lnTo>
                  <a:pt x="1004389" y="105755"/>
                </a:lnTo>
                <a:lnTo>
                  <a:pt x="998777" y="103483"/>
                </a:lnTo>
                <a:lnTo>
                  <a:pt x="987466" y="99025"/>
                </a:lnTo>
                <a:lnTo>
                  <a:pt x="984520" y="97852"/>
                </a:lnTo>
                <a:lnTo>
                  <a:pt x="981761" y="96694"/>
                </a:lnTo>
                <a:lnTo>
                  <a:pt x="979190" y="95551"/>
                </a:lnTo>
                <a:lnTo>
                  <a:pt x="976807" y="94421"/>
                </a:lnTo>
                <a:lnTo>
                  <a:pt x="974611" y="93306"/>
                </a:lnTo>
                <a:lnTo>
                  <a:pt x="972603" y="92205"/>
                </a:lnTo>
                <a:lnTo>
                  <a:pt x="970783" y="91119"/>
                </a:lnTo>
                <a:lnTo>
                  <a:pt x="969150" y="90047"/>
                </a:lnTo>
                <a:lnTo>
                  <a:pt x="967704" y="88989"/>
                </a:lnTo>
                <a:lnTo>
                  <a:pt x="966446" y="87946"/>
                </a:lnTo>
                <a:lnTo>
                  <a:pt x="965375" y="86917"/>
                </a:lnTo>
                <a:lnTo>
                  <a:pt x="964493" y="85902"/>
                </a:lnTo>
                <a:lnTo>
                  <a:pt x="963722" y="84891"/>
                </a:lnTo>
                <a:lnTo>
                  <a:pt x="963019" y="83843"/>
                </a:lnTo>
                <a:lnTo>
                  <a:pt x="962383" y="82758"/>
                </a:lnTo>
                <a:lnTo>
                  <a:pt x="961813" y="81637"/>
                </a:lnTo>
                <a:lnTo>
                  <a:pt x="961311" y="80480"/>
                </a:lnTo>
                <a:lnTo>
                  <a:pt x="960876" y="79286"/>
                </a:lnTo>
                <a:lnTo>
                  <a:pt x="960507" y="78055"/>
                </a:lnTo>
                <a:lnTo>
                  <a:pt x="960206" y="76788"/>
                </a:lnTo>
                <a:lnTo>
                  <a:pt x="959971" y="75485"/>
                </a:lnTo>
                <a:lnTo>
                  <a:pt x="959804" y="74145"/>
                </a:lnTo>
                <a:lnTo>
                  <a:pt x="959703" y="72768"/>
                </a:lnTo>
                <a:lnTo>
                  <a:pt x="959670" y="71355"/>
                </a:lnTo>
                <a:lnTo>
                  <a:pt x="959735" y="69370"/>
                </a:lnTo>
                <a:lnTo>
                  <a:pt x="959929" y="67444"/>
                </a:lnTo>
                <a:lnTo>
                  <a:pt x="960254" y="65578"/>
                </a:lnTo>
                <a:lnTo>
                  <a:pt x="960708" y="63771"/>
                </a:lnTo>
                <a:lnTo>
                  <a:pt x="961291" y="62024"/>
                </a:lnTo>
                <a:lnTo>
                  <a:pt x="962005" y="60337"/>
                </a:lnTo>
                <a:lnTo>
                  <a:pt x="962848" y="58709"/>
                </a:lnTo>
                <a:lnTo>
                  <a:pt x="963820" y="57141"/>
                </a:lnTo>
                <a:lnTo>
                  <a:pt x="964923" y="55632"/>
                </a:lnTo>
                <a:lnTo>
                  <a:pt x="966155" y="54183"/>
                </a:lnTo>
                <a:lnTo>
                  <a:pt x="967517" y="52794"/>
                </a:lnTo>
                <a:lnTo>
                  <a:pt x="969008" y="51465"/>
                </a:lnTo>
                <a:lnTo>
                  <a:pt x="970645" y="50219"/>
                </a:lnTo>
                <a:lnTo>
                  <a:pt x="972444" y="49082"/>
                </a:lnTo>
                <a:lnTo>
                  <a:pt x="974404" y="48053"/>
                </a:lnTo>
                <a:lnTo>
                  <a:pt x="976525" y="47132"/>
                </a:lnTo>
                <a:lnTo>
                  <a:pt x="978807" y="46320"/>
                </a:lnTo>
                <a:lnTo>
                  <a:pt x="981251" y="45616"/>
                </a:lnTo>
                <a:lnTo>
                  <a:pt x="983856" y="45020"/>
                </a:lnTo>
                <a:lnTo>
                  <a:pt x="986623" y="44533"/>
                </a:lnTo>
                <a:lnTo>
                  <a:pt x="989551" y="44154"/>
                </a:lnTo>
                <a:lnTo>
                  <a:pt x="992640" y="43883"/>
                </a:lnTo>
                <a:lnTo>
                  <a:pt x="995891" y="43721"/>
                </a:lnTo>
                <a:lnTo>
                  <a:pt x="999303" y="43666"/>
                </a:lnTo>
                <a:lnTo>
                  <a:pt x="1001907" y="43698"/>
                </a:lnTo>
                <a:lnTo>
                  <a:pt x="1004488" y="43793"/>
                </a:lnTo>
                <a:lnTo>
                  <a:pt x="1007046" y="43951"/>
                </a:lnTo>
                <a:lnTo>
                  <a:pt x="1009581" y="44173"/>
                </a:lnTo>
                <a:lnTo>
                  <a:pt x="1012093" y="44458"/>
                </a:lnTo>
                <a:lnTo>
                  <a:pt x="1014582" y="44806"/>
                </a:lnTo>
                <a:lnTo>
                  <a:pt x="1017047" y="45218"/>
                </a:lnTo>
                <a:lnTo>
                  <a:pt x="1019490" y="45693"/>
                </a:lnTo>
                <a:lnTo>
                  <a:pt x="1021909" y="46231"/>
                </a:lnTo>
                <a:lnTo>
                  <a:pt x="1024305" y="46833"/>
                </a:lnTo>
                <a:lnTo>
                  <a:pt x="1026678" y="47498"/>
                </a:lnTo>
                <a:lnTo>
                  <a:pt x="1029028" y="48226"/>
                </a:lnTo>
                <a:lnTo>
                  <a:pt x="1029028" y="63132"/>
                </a:lnTo>
                <a:lnTo>
                  <a:pt x="1026352" y="62208"/>
                </a:lnTo>
                <a:lnTo>
                  <a:pt x="1023703" y="61364"/>
                </a:lnTo>
                <a:lnTo>
                  <a:pt x="1021081" y="60600"/>
                </a:lnTo>
                <a:lnTo>
                  <a:pt x="1018486" y="59917"/>
                </a:lnTo>
                <a:lnTo>
                  <a:pt x="1015918" y="59314"/>
                </a:lnTo>
                <a:lnTo>
                  <a:pt x="1013376" y="58792"/>
                </a:lnTo>
                <a:lnTo>
                  <a:pt x="1010861" y="58350"/>
                </a:lnTo>
                <a:lnTo>
                  <a:pt x="1008373" y="57988"/>
                </a:lnTo>
                <a:lnTo>
                  <a:pt x="1005912" y="57707"/>
                </a:lnTo>
                <a:lnTo>
                  <a:pt x="1003478" y="57506"/>
                </a:lnTo>
                <a:lnTo>
                  <a:pt x="1001070" y="57385"/>
                </a:lnTo>
                <a:lnTo>
                  <a:pt x="998689" y="57345"/>
                </a:lnTo>
                <a:lnTo>
                  <a:pt x="996996" y="57370"/>
                </a:lnTo>
                <a:lnTo>
                  <a:pt x="995366" y="57446"/>
                </a:lnTo>
                <a:lnTo>
                  <a:pt x="993798" y="57572"/>
                </a:lnTo>
                <a:lnTo>
                  <a:pt x="992293" y="57748"/>
                </a:lnTo>
                <a:lnTo>
                  <a:pt x="990851" y="57975"/>
                </a:lnTo>
                <a:lnTo>
                  <a:pt x="989471" y="58252"/>
                </a:lnTo>
                <a:lnTo>
                  <a:pt x="988155" y="58580"/>
                </a:lnTo>
                <a:lnTo>
                  <a:pt x="986901" y="58957"/>
                </a:lnTo>
                <a:lnTo>
                  <a:pt x="985709" y="59386"/>
                </a:lnTo>
                <a:lnTo>
                  <a:pt x="984581" y="59864"/>
                </a:lnTo>
                <a:lnTo>
                  <a:pt x="983515" y="60393"/>
                </a:lnTo>
                <a:lnTo>
                  <a:pt x="982512" y="60973"/>
                </a:lnTo>
                <a:lnTo>
                  <a:pt x="981580" y="61590"/>
                </a:lnTo>
                <a:lnTo>
                  <a:pt x="980730" y="62231"/>
                </a:lnTo>
                <a:lnTo>
                  <a:pt x="979960" y="62898"/>
                </a:lnTo>
                <a:lnTo>
                  <a:pt x="979272" y="63589"/>
                </a:lnTo>
                <a:lnTo>
                  <a:pt x="978665" y="64305"/>
                </a:lnTo>
                <a:lnTo>
                  <a:pt x="978138" y="65046"/>
                </a:lnTo>
                <a:lnTo>
                  <a:pt x="977693" y="65812"/>
                </a:lnTo>
                <a:lnTo>
                  <a:pt x="977328" y="66603"/>
                </a:lnTo>
                <a:lnTo>
                  <a:pt x="977045" y="67419"/>
                </a:lnTo>
                <a:lnTo>
                  <a:pt x="976843" y="68259"/>
                </a:lnTo>
                <a:lnTo>
                  <a:pt x="976721" y="69125"/>
                </a:lnTo>
                <a:lnTo>
                  <a:pt x="976681" y="70015"/>
                </a:lnTo>
                <a:lnTo>
                  <a:pt x="976716" y="70874"/>
                </a:lnTo>
                <a:lnTo>
                  <a:pt x="976822" y="71704"/>
                </a:lnTo>
                <a:lnTo>
                  <a:pt x="976998" y="72505"/>
                </a:lnTo>
                <a:lnTo>
                  <a:pt x="977246" y="73277"/>
                </a:lnTo>
                <a:lnTo>
                  <a:pt x="977563" y="74020"/>
                </a:lnTo>
                <a:lnTo>
                  <a:pt x="977952" y="74733"/>
                </a:lnTo>
                <a:lnTo>
                  <a:pt x="978411" y="75417"/>
                </a:lnTo>
                <a:lnTo>
                  <a:pt x="978941" y="76073"/>
                </a:lnTo>
                <a:lnTo>
                  <a:pt x="979541" y="76699"/>
                </a:lnTo>
                <a:lnTo>
                  <a:pt x="980212" y="77296"/>
                </a:lnTo>
                <a:lnTo>
                  <a:pt x="980954" y="77864"/>
                </a:lnTo>
                <a:lnTo>
                  <a:pt x="981766" y="78403"/>
                </a:lnTo>
                <a:lnTo>
                  <a:pt x="982643" y="78934"/>
                </a:lnTo>
                <a:lnTo>
                  <a:pt x="983608" y="79478"/>
                </a:lnTo>
                <a:lnTo>
                  <a:pt x="984660" y="80036"/>
                </a:lnTo>
                <a:lnTo>
                  <a:pt x="985800" y="80607"/>
                </a:lnTo>
                <a:lnTo>
                  <a:pt x="987027" y="81191"/>
                </a:lnTo>
                <a:lnTo>
                  <a:pt x="988342" y="81789"/>
                </a:lnTo>
                <a:lnTo>
                  <a:pt x="989745" y="82400"/>
                </a:lnTo>
                <a:lnTo>
                  <a:pt x="991236" y="83024"/>
                </a:lnTo>
                <a:lnTo>
                  <a:pt x="992814" y="83662"/>
                </a:lnTo>
                <a:lnTo>
                  <a:pt x="994480" y="84313"/>
                </a:lnTo>
                <a:lnTo>
                  <a:pt x="996234" y="84978"/>
                </a:lnTo>
                <a:lnTo>
                  <a:pt x="998075" y="85656"/>
                </a:lnTo>
                <a:lnTo>
                  <a:pt x="1009123" y="89676"/>
                </a:lnTo>
                <a:lnTo>
                  <a:pt x="1011589" y="90600"/>
                </a:lnTo>
                <a:lnTo>
                  <a:pt x="1013929" y="91538"/>
                </a:lnTo>
                <a:lnTo>
                  <a:pt x="1016144" y="92489"/>
                </a:lnTo>
                <a:lnTo>
                  <a:pt x="1018233" y="93454"/>
                </a:lnTo>
                <a:lnTo>
                  <a:pt x="1020197" y="94433"/>
                </a:lnTo>
                <a:lnTo>
                  <a:pt x="1022035" y="95425"/>
                </a:lnTo>
                <a:lnTo>
                  <a:pt x="1023748" y="96431"/>
                </a:lnTo>
                <a:lnTo>
                  <a:pt x="1025335" y="97450"/>
                </a:lnTo>
                <a:lnTo>
                  <a:pt x="1026797" y="98483"/>
                </a:lnTo>
                <a:lnTo>
                  <a:pt x="1028134" y="99530"/>
                </a:lnTo>
                <a:lnTo>
                  <a:pt x="1029345" y="100590"/>
                </a:lnTo>
                <a:lnTo>
                  <a:pt x="1030431" y="101664"/>
                </a:lnTo>
                <a:lnTo>
                  <a:pt x="1031411" y="102767"/>
                </a:lnTo>
                <a:lnTo>
                  <a:pt x="1032306" y="103915"/>
                </a:lnTo>
                <a:lnTo>
                  <a:pt x="1033116" y="105108"/>
                </a:lnTo>
                <a:lnTo>
                  <a:pt x="1033840" y="106346"/>
                </a:lnTo>
                <a:lnTo>
                  <a:pt x="1034480" y="107629"/>
                </a:lnTo>
                <a:lnTo>
                  <a:pt x="1035034" y="108957"/>
                </a:lnTo>
                <a:lnTo>
                  <a:pt x="1035503" y="110330"/>
                </a:lnTo>
                <a:lnTo>
                  <a:pt x="1035886" y="111748"/>
                </a:lnTo>
                <a:lnTo>
                  <a:pt x="1036185" y="113212"/>
                </a:lnTo>
                <a:lnTo>
                  <a:pt x="1036398" y="114720"/>
                </a:lnTo>
                <a:lnTo>
                  <a:pt x="1036526" y="116273"/>
                </a:lnTo>
                <a:lnTo>
                  <a:pt x="1036568" y="117871"/>
                </a:lnTo>
                <a:lnTo>
                  <a:pt x="1036500" y="119957"/>
                </a:lnTo>
                <a:lnTo>
                  <a:pt x="1036297" y="121980"/>
                </a:lnTo>
                <a:lnTo>
                  <a:pt x="1035957" y="123941"/>
                </a:lnTo>
                <a:lnTo>
                  <a:pt x="1035482" y="125839"/>
                </a:lnTo>
                <a:lnTo>
                  <a:pt x="1034871" y="127674"/>
                </a:lnTo>
                <a:lnTo>
                  <a:pt x="1034124" y="129447"/>
                </a:lnTo>
                <a:lnTo>
                  <a:pt x="1033242" y="131157"/>
                </a:lnTo>
                <a:lnTo>
                  <a:pt x="1032223" y="132804"/>
                </a:lnTo>
                <a:lnTo>
                  <a:pt x="1031069" y="134389"/>
                </a:lnTo>
                <a:lnTo>
                  <a:pt x="1029779" y="135911"/>
                </a:lnTo>
                <a:lnTo>
                  <a:pt x="1028353" y="137371"/>
                </a:lnTo>
                <a:lnTo>
                  <a:pt x="1026792" y="138767"/>
                </a:lnTo>
                <a:lnTo>
                  <a:pt x="1025081" y="140076"/>
                </a:lnTo>
                <a:lnTo>
                  <a:pt x="1023208" y="141270"/>
                </a:lnTo>
                <a:lnTo>
                  <a:pt x="1021172" y="142351"/>
                </a:lnTo>
                <a:lnTo>
                  <a:pt x="1018973" y="143317"/>
                </a:lnTo>
                <a:lnTo>
                  <a:pt x="1016612" y="144171"/>
                </a:lnTo>
                <a:lnTo>
                  <a:pt x="1014089" y="144910"/>
                </a:lnTo>
                <a:lnTo>
                  <a:pt x="1011402" y="145536"/>
                </a:lnTo>
                <a:lnTo>
                  <a:pt x="1008554" y="146048"/>
                </a:lnTo>
                <a:lnTo>
                  <a:pt x="1005542" y="146446"/>
                </a:lnTo>
                <a:lnTo>
                  <a:pt x="1002368" y="146730"/>
                </a:lnTo>
                <a:lnTo>
                  <a:pt x="999032" y="146901"/>
                </a:lnTo>
                <a:lnTo>
                  <a:pt x="995533" y="146958"/>
                </a:lnTo>
                <a:lnTo>
                  <a:pt x="992398" y="146902"/>
                </a:lnTo>
                <a:lnTo>
                  <a:pt x="989249" y="146737"/>
                </a:lnTo>
                <a:lnTo>
                  <a:pt x="986085" y="146461"/>
                </a:lnTo>
                <a:lnTo>
                  <a:pt x="982906" y="146075"/>
                </a:lnTo>
                <a:lnTo>
                  <a:pt x="979713" y="145578"/>
                </a:lnTo>
                <a:lnTo>
                  <a:pt x="976505" y="144972"/>
                </a:lnTo>
                <a:lnTo>
                  <a:pt x="973283" y="144255"/>
                </a:lnTo>
                <a:lnTo>
                  <a:pt x="970046" y="143427"/>
                </a:lnTo>
                <a:lnTo>
                  <a:pt x="966794" y="142489"/>
                </a:lnTo>
                <a:lnTo>
                  <a:pt x="963528" y="141441"/>
                </a:lnTo>
                <a:lnTo>
                  <a:pt x="960247" y="140283"/>
                </a:lnTo>
                <a:lnTo>
                  <a:pt x="956952" y="139014"/>
                </a:lnTo>
                <a:close/>
                <a:moveTo>
                  <a:pt x="1145059" y="140250"/>
                </a:moveTo>
                <a:lnTo>
                  <a:pt x="1143188" y="141032"/>
                </a:lnTo>
                <a:lnTo>
                  <a:pt x="1141405" y="141759"/>
                </a:lnTo>
                <a:lnTo>
                  <a:pt x="1139710" y="142432"/>
                </a:lnTo>
                <a:lnTo>
                  <a:pt x="1138102" y="143050"/>
                </a:lnTo>
                <a:lnTo>
                  <a:pt x="1136582" y="143614"/>
                </a:lnTo>
                <a:lnTo>
                  <a:pt x="1135150" y="144123"/>
                </a:lnTo>
                <a:lnTo>
                  <a:pt x="1133806" y="144577"/>
                </a:lnTo>
                <a:lnTo>
                  <a:pt x="1132549" y="144977"/>
                </a:lnTo>
                <a:lnTo>
                  <a:pt x="1131380" y="145323"/>
                </a:lnTo>
                <a:lnTo>
                  <a:pt x="1130298" y="145614"/>
                </a:lnTo>
                <a:lnTo>
                  <a:pt x="1129305" y="145850"/>
                </a:lnTo>
                <a:lnTo>
                  <a:pt x="1128399" y="146031"/>
                </a:lnTo>
                <a:lnTo>
                  <a:pt x="1127539" y="146179"/>
                </a:lnTo>
                <a:lnTo>
                  <a:pt x="1126684" y="146314"/>
                </a:lnTo>
                <a:lnTo>
                  <a:pt x="1125834" y="146437"/>
                </a:lnTo>
                <a:lnTo>
                  <a:pt x="1124989" y="146546"/>
                </a:lnTo>
                <a:lnTo>
                  <a:pt x="1124148" y="146642"/>
                </a:lnTo>
                <a:lnTo>
                  <a:pt x="1123313" y="146726"/>
                </a:lnTo>
                <a:lnTo>
                  <a:pt x="1122482" y="146797"/>
                </a:lnTo>
                <a:lnTo>
                  <a:pt x="1121657" y="146855"/>
                </a:lnTo>
                <a:lnTo>
                  <a:pt x="1120836" y="146900"/>
                </a:lnTo>
                <a:lnTo>
                  <a:pt x="1120020" y="146932"/>
                </a:lnTo>
                <a:lnTo>
                  <a:pt x="1119209" y="146951"/>
                </a:lnTo>
                <a:lnTo>
                  <a:pt x="1118403" y="146958"/>
                </a:lnTo>
                <a:lnTo>
                  <a:pt x="1116705" y="146930"/>
                </a:lnTo>
                <a:lnTo>
                  <a:pt x="1115032" y="146848"/>
                </a:lnTo>
                <a:lnTo>
                  <a:pt x="1113383" y="146711"/>
                </a:lnTo>
                <a:lnTo>
                  <a:pt x="1111758" y="146519"/>
                </a:lnTo>
                <a:lnTo>
                  <a:pt x="1110158" y="146273"/>
                </a:lnTo>
                <a:lnTo>
                  <a:pt x="1108582" y="145971"/>
                </a:lnTo>
                <a:lnTo>
                  <a:pt x="1107031" y="145615"/>
                </a:lnTo>
                <a:lnTo>
                  <a:pt x="1105504" y="145204"/>
                </a:lnTo>
                <a:lnTo>
                  <a:pt x="1104001" y="144738"/>
                </a:lnTo>
                <a:lnTo>
                  <a:pt x="1102522" y="144217"/>
                </a:lnTo>
                <a:lnTo>
                  <a:pt x="1101068" y="143642"/>
                </a:lnTo>
                <a:lnTo>
                  <a:pt x="1099638" y="143012"/>
                </a:lnTo>
                <a:lnTo>
                  <a:pt x="1098250" y="142328"/>
                </a:lnTo>
                <a:lnTo>
                  <a:pt x="1096919" y="141592"/>
                </a:lnTo>
                <a:lnTo>
                  <a:pt x="1095646" y="140803"/>
                </a:lnTo>
                <a:lnTo>
                  <a:pt x="1094431" y="139962"/>
                </a:lnTo>
                <a:lnTo>
                  <a:pt x="1093274" y="139069"/>
                </a:lnTo>
                <a:lnTo>
                  <a:pt x="1092174" y="138123"/>
                </a:lnTo>
                <a:lnTo>
                  <a:pt x="1091133" y="137125"/>
                </a:lnTo>
                <a:lnTo>
                  <a:pt x="1090149" y="136075"/>
                </a:lnTo>
                <a:lnTo>
                  <a:pt x="1089223" y="134972"/>
                </a:lnTo>
                <a:lnTo>
                  <a:pt x="1088355" y="133817"/>
                </a:lnTo>
                <a:lnTo>
                  <a:pt x="1087545" y="132610"/>
                </a:lnTo>
                <a:lnTo>
                  <a:pt x="1086793" y="131350"/>
                </a:lnTo>
                <a:lnTo>
                  <a:pt x="1086100" y="130005"/>
                </a:lnTo>
                <a:lnTo>
                  <a:pt x="1085467" y="128544"/>
                </a:lnTo>
                <a:lnTo>
                  <a:pt x="1084894" y="126966"/>
                </a:lnTo>
                <a:lnTo>
                  <a:pt x="1084382" y="125271"/>
                </a:lnTo>
                <a:lnTo>
                  <a:pt x="1083929" y="123458"/>
                </a:lnTo>
                <a:lnTo>
                  <a:pt x="1083538" y="121529"/>
                </a:lnTo>
                <a:lnTo>
                  <a:pt x="1083206" y="119483"/>
                </a:lnTo>
                <a:lnTo>
                  <a:pt x="1082935" y="117321"/>
                </a:lnTo>
                <a:lnTo>
                  <a:pt x="1082724" y="115041"/>
                </a:lnTo>
                <a:lnTo>
                  <a:pt x="1082573" y="112644"/>
                </a:lnTo>
                <a:lnTo>
                  <a:pt x="1082483" y="110130"/>
                </a:lnTo>
                <a:lnTo>
                  <a:pt x="1082453" y="107500"/>
                </a:lnTo>
                <a:lnTo>
                  <a:pt x="1082453" y="68042"/>
                </a:lnTo>
                <a:lnTo>
                  <a:pt x="1057989" y="68042"/>
                </a:lnTo>
                <a:lnTo>
                  <a:pt x="1057989" y="54364"/>
                </a:lnTo>
                <a:lnTo>
                  <a:pt x="1082453" y="54364"/>
                </a:lnTo>
                <a:lnTo>
                  <a:pt x="1082453" y="14906"/>
                </a:lnTo>
                <a:lnTo>
                  <a:pt x="1098762" y="14906"/>
                </a:lnTo>
                <a:lnTo>
                  <a:pt x="1098762" y="54364"/>
                </a:lnTo>
                <a:lnTo>
                  <a:pt x="1142340" y="54364"/>
                </a:lnTo>
                <a:lnTo>
                  <a:pt x="1142340" y="68042"/>
                </a:lnTo>
                <a:lnTo>
                  <a:pt x="1098762" y="68042"/>
                </a:lnTo>
                <a:lnTo>
                  <a:pt x="1098762" y="107185"/>
                </a:lnTo>
                <a:lnTo>
                  <a:pt x="1098781" y="109107"/>
                </a:lnTo>
                <a:lnTo>
                  <a:pt x="1098840" y="110932"/>
                </a:lnTo>
                <a:lnTo>
                  <a:pt x="1098937" y="112660"/>
                </a:lnTo>
                <a:lnTo>
                  <a:pt x="1099073" y="114292"/>
                </a:lnTo>
                <a:lnTo>
                  <a:pt x="1099249" y="115827"/>
                </a:lnTo>
                <a:lnTo>
                  <a:pt x="1099463" y="117266"/>
                </a:lnTo>
                <a:lnTo>
                  <a:pt x="1099716" y="118608"/>
                </a:lnTo>
                <a:lnTo>
                  <a:pt x="1100009" y="119853"/>
                </a:lnTo>
                <a:lnTo>
                  <a:pt x="1100340" y="121001"/>
                </a:lnTo>
                <a:lnTo>
                  <a:pt x="1100710" y="122053"/>
                </a:lnTo>
                <a:lnTo>
                  <a:pt x="1101119" y="123008"/>
                </a:lnTo>
                <a:lnTo>
                  <a:pt x="1101568" y="123867"/>
                </a:lnTo>
                <a:lnTo>
                  <a:pt x="1102048" y="124658"/>
                </a:lnTo>
                <a:lnTo>
                  <a:pt x="1102555" y="125414"/>
                </a:lnTo>
                <a:lnTo>
                  <a:pt x="1103088" y="126134"/>
                </a:lnTo>
                <a:lnTo>
                  <a:pt x="1103648" y="126819"/>
                </a:lnTo>
                <a:lnTo>
                  <a:pt x="1104233" y="127467"/>
                </a:lnTo>
                <a:lnTo>
                  <a:pt x="1104845" y="128080"/>
                </a:lnTo>
                <a:lnTo>
                  <a:pt x="1105483" y="128656"/>
                </a:lnTo>
                <a:lnTo>
                  <a:pt x="1106147" y="129197"/>
                </a:lnTo>
                <a:lnTo>
                  <a:pt x="1106837" y="129702"/>
                </a:lnTo>
                <a:lnTo>
                  <a:pt x="1107553" y="130171"/>
                </a:lnTo>
                <a:lnTo>
                  <a:pt x="1108296" y="130604"/>
                </a:lnTo>
                <a:lnTo>
                  <a:pt x="1109064" y="131002"/>
                </a:lnTo>
                <a:lnTo>
                  <a:pt x="1109858" y="131366"/>
                </a:lnTo>
                <a:lnTo>
                  <a:pt x="1110676" y="131698"/>
                </a:lnTo>
                <a:lnTo>
                  <a:pt x="1111517" y="131998"/>
                </a:lnTo>
                <a:lnTo>
                  <a:pt x="1112382" y="132267"/>
                </a:lnTo>
                <a:lnTo>
                  <a:pt x="1113271" y="132504"/>
                </a:lnTo>
                <a:lnTo>
                  <a:pt x="1114183" y="132710"/>
                </a:lnTo>
                <a:lnTo>
                  <a:pt x="1115119" y="132884"/>
                </a:lnTo>
                <a:lnTo>
                  <a:pt x="1116079" y="133026"/>
                </a:lnTo>
                <a:lnTo>
                  <a:pt x="1117063" y="133137"/>
                </a:lnTo>
                <a:lnTo>
                  <a:pt x="1118070" y="133216"/>
                </a:lnTo>
                <a:lnTo>
                  <a:pt x="1119101" y="133263"/>
                </a:lnTo>
                <a:lnTo>
                  <a:pt x="1120156" y="133279"/>
                </a:lnTo>
                <a:lnTo>
                  <a:pt x="1122138" y="133227"/>
                </a:lnTo>
                <a:lnTo>
                  <a:pt x="1124136" y="133072"/>
                </a:lnTo>
                <a:lnTo>
                  <a:pt x="1126152" y="132814"/>
                </a:lnTo>
                <a:lnTo>
                  <a:pt x="1128184" y="132452"/>
                </a:lnTo>
                <a:lnTo>
                  <a:pt x="1130234" y="131987"/>
                </a:lnTo>
                <a:lnTo>
                  <a:pt x="1132301" y="131418"/>
                </a:lnTo>
                <a:lnTo>
                  <a:pt x="1134384" y="130747"/>
                </a:lnTo>
                <a:lnTo>
                  <a:pt x="1136485" y="129971"/>
                </a:lnTo>
                <a:lnTo>
                  <a:pt x="1138603" y="129093"/>
                </a:lnTo>
                <a:lnTo>
                  <a:pt x="1140738" y="128111"/>
                </a:lnTo>
                <a:lnTo>
                  <a:pt x="1142890" y="127025"/>
                </a:lnTo>
                <a:lnTo>
                  <a:pt x="1145059" y="125837"/>
                </a:lnTo>
                <a:lnTo>
                  <a:pt x="1145059" y="140250"/>
                </a:lnTo>
                <a:close/>
                <a:moveTo>
                  <a:pt x="1197742" y="51909"/>
                </a:moveTo>
                <a:lnTo>
                  <a:pt x="1186518" y="51909"/>
                </a:lnTo>
                <a:lnTo>
                  <a:pt x="1180907" y="2806"/>
                </a:lnTo>
                <a:lnTo>
                  <a:pt x="1202740" y="2806"/>
                </a:lnTo>
                <a:lnTo>
                  <a:pt x="1197742" y="51909"/>
                </a:lnTo>
                <a:moveTo>
                  <a:pt x="1235534" y="51909"/>
                </a:moveTo>
                <a:lnTo>
                  <a:pt x="1224398" y="51909"/>
                </a:lnTo>
                <a:lnTo>
                  <a:pt x="1219400" y="2806"/>
                </a:lnTo>
                <a:lnTo>
                  <a:pt x="1240795" y="2806"/>
                </a:lnTo>
                <a:lnTo>
                  <a:pt x="1235534" y="51909"/>
                </a:lnTo>
                <a:close/>
                <a:moveTo>
                  <a:pt x="1358316" y="176945"/>
                </a:moveTo>
                <a:lnTo>
                  <a:pt x="1354321" y="176622"/>
                </a:lnTo>
                <a:lnTo>
                  <a:pt x="1350432" y="176150"/>
                </a:lnTo>
                <a:lnTo>
                  <a:pt x="1346649" y="175528"/>
                </a:lnTo>
                <a:lnTo>
                  <a:pt x="1342972" y="174757"/>
                </a:lnTo>
                <a:lnTo>
                  <a:pt x="1339400" y="173837"/>
                </a:lnTo>
                <a:lnTo>
                  <a:pt x="1335935" y="172767"/>
                </a:lnTo>
                <a:lnTo>
                  <a:pt x="1332576" y="171548"/>
                </a:lnTo>
                <a:lnTo>
                  <a:pt x="1329322" y="170180"/>
                </a:lnTo>
                <a:lnTo>
                  <a:pt x="1326175" y="168663"/>
                </a:lnTo>
                <a:lnTo>
                  <a:pt x="1323133" y="166996"/>
                </a:lnTo>
                <a:lnTo>
                  <a:pt x="1320198" y="165180"/>
                </a:lnTo>
                <a:lnTo>
                  <a:pt x="1317368" y="163215"/>
                </a:lnTo>
                <a:lnTo>
                  <a:pt x="1314638" y="161116"/>
                </a:lnTo>
                <a:lnTo>
                  <a:pt x="1312001" y="158898"/>
                </a:lnTo>
                <a:lnTo>
                  <a:pt x="1309457" y="156561"/>
                </a:lnTo>
                <a:lnTo>
                  <a:pt x="1307007" y="154106"/>
                </a:lnTo>
                <a:lnTo>
                  <a:pt x="1304649" y="151532"/>
                </a:lnTo>
                <a:lnTo>
                  <a:pt x="1302385" y="148839"/>
                </a:lnTo>
                <a:lnTo>
                  <a:pt x="1300214" y="146028"/>
                </a:lnTo>
                <a:lnTo>
                  <a:pt x="1298136" y="143097"/>
                </a:lnTo>
                <a:lnTo>
                  <a:pt x="1296151" y="140048"/>
                </a:lnTo>
                <a:lnTo>
                  <a:pt x="1294260" y="136880"/>
                </a:lnTo>
                <a:lnTo>
                  <a:pt x="1292461" y="133594"/>
                </a:lnTo>
                <a:lnTo>
                  <a:pt x="1290756" y="130188"/>
                </a:lnTo>
                <a:lnTo>
                  <a:pt x="1289166" y="126722"/>
                </a:lnTo>
                <a:lnTo>
                  <a:pt x="1287715" y="123255"/>
                </a:lnTo>
                <a:lnTo>
                  <a:pt x="1286402" y="119787"/>
                </a:lnTo>
                <a:lnTo>
                  <a:pt x="1285227" y="116317"/>
                </a:lnTo>
                <a:lnTo>
                  <a:pt x="1284190" y="112846"/>
                </a:lnTo>
                <a:lnTo>
                  <a:pt x="1283292" y="109374"/>
                </a:lnTo>
                <a:lnTo>
                  <a:pt x="1282532" y="105901"/>
                </a:lnTo>
                <a:lnTo>
                  <a:pt x="1281910" y="102427"/>
                </a:lnTo>
                <a:lnTo>
                  <a:pt x="1281426" y="98951"/>
                </a:lnTo>
                <a:lnTo>
                  <a:pt x="1281080" y="95474"/>
                </a:lnTo>
                <a:lnTo>
                  <a:pt x="1280873" y="91996"/>
                </a:lnTo>
                <a:lnTo>
                  <a:pt x="1280804" y="88517"/>
                </a:lnTo>
                <a:lnTo>
                  <a:pt x="1280873" y="85037"/>
                </a:lnTo>
                <a:lnTo>
                  <a:pt x="1281080" y="81559"/>
                </a:lnTo>
                <a:lnTo>
                  <a:pt x="1281426" y="78082"/>
                </a:lnTo>
                <a:lnTo>
                  <a:pt x="1281910" y="74607"/>
                </a:lnTo>
                <a:lnTo>
                  <a:pt x="1282532" y="71133"/>
                </a:lnTo>
                <a:lnTo>
                  <a:pt x="1283292" y="67659"/>
                </a:lnTo>
                <a:lnTo>
                  <a:pt x="1284190" y="64188"/>
                </a:lnTo>
                <a:lnTo>
                  <a:pt x="1285227" y="60717"/>
                </a:lnTo>
                <a:lnTo>
                  <a:pt x="1286402" y="57248"/>
                </a:lnTo>
                <a:lnTo>
                  <a:pt x="1287715" y="53780"/>
                </a:lnTo>
                <a:lnTo>
                  <a:pt x="1289166" y="50313"/>
                </a:lnTo>
                <a:lnTo>
                  <a:pt x="1290756" y="46848"/>
                </a:lnTo>
                <a:lnTo>
                  <a:pt x="1292461" y="43442"/>
                </a:lnTo>
                <a:lnTo>
                  <a:pt x="1294260" y="40155"/>
                </a:lnTo>
                <a:lnTo>
                  <a:pt x="1296151" y="36986"/>
                </a:lnTo>
                <a:lnTo>
                  <a:pt x="1298136" y="33937"/>
                </a:lnTo>
                <a:lnTo>
                  <a:pt x="1300214" y="31006"/>
                </a:lnTo>
                <a:lnTo>
                  <a:pt x="1302385" y="28194"/>
                </a:lnTo>
                <a:lnTo>
                  <a:pt x="1304649" y="25501"/>
                </a:lnTo>
                <a:lnTo>
                  <a:pt x="1307007" y="22927"/>
                </a:lnTo>
                <a:lnTo>
                  <a:pt x="1309457" y="20472"/>
                </a:lnTo>
                <a:lnTo>
                  <a:pt x="1312001" y="18135"/>
                </a:lnTo>
                <a:lnTo>
                  <a:pt x="1314638" y="15917"/>
                </a:lnTo>
                <a:lnTo>
                  <a:pt x="1317368" y="13818"/>
                </a:lnTo>
                <a:lnTo>
                  <a:pt x="1320198" y="11852"/>
                </a:lnTo>
                <a:lnTo>
                  <a:pt x="1323133" y="10035"/>
                </a:lnTo>
                <a:lnTo>
                  <a:pt x="1326175" y="8365"/>
                </a:lnTo>
                <a:lnTo>
                  <a:pt x="1329322" y="6843"/>
                </a:lnTo>
                <a:lnTo>
                  <a:pt x="1332576" y="5469"/>
                </a:lnTo>
                <a:lnTo>
                  <a:pt x="1335935" y="4244"/>
                </a:lnTo>
                <a:lnTo>
                  <a:pt x="1339400" y="3166"/>
                </a:lnTo>
                <a:lnTo>
                  <a:pt x="1342972" y="2237"/>
                </a:lnTo>
                <a:lnTo>
                  <a:pt x="1346649" y="1456"/>
                </a:lnTo>
                <a:lnTo>
                  <a:pt x="1350432" y="822"/>
                </a:lnTo>
                <a:lnTo>
                  <a:pt x="1354321" y="337"/>
                </a:lnTo>
                <a:lnTo>
                  <a:pt x="1358316" y="0"/>
                </a:lnTo>
                <a:lnTo>
                  <a:pt x="1358316" y="13679"/>
                </a:lnTo>
                <a:lnTo>
                  <a:pt x="1355298" y="14019"/>
                </a:lnTo>
                <a:lnTo>
                  <a:pt x="1352350" y="14484"/>
                </a:lnTo>
                <a:lnTo>
                  <a:pt x="1349474" y="15073"/>
                </a:lnTo>
                <a:lnTo>
                  <a:pt x="1346669" y="15788"/>
                </a:lnTo>
                <a:lnTo>
                  <a:pt x="1343935" y="16627"/>
                </a:lnTo>
                <a:lnTo>
                  <a:pt x="1341273" y="17592"/>
                </a:lnTo>
                <a:lnTo>
                  <a:pt x="1338681" y="18681"/>
                </a:lnTo>
                <a:lnTo>
                  <a:pt x="1336161" y="19894"/>
                </a:lnTo>
                <a:lnTo>
                  <a:pt x="1333713" y="21233"/>
                </a:lnTo>
                <a:lnTo>
                  <a:pt x="1331335" y="22697"/>
                </a:lnTo>
                <a:lnTo>
                  <a:pt x="1329029" y="24285"/>
                </a:lnTo>
                <a:lnTo>
                  <a:pt x="1326794" y="25998"/>
                </a:lnTo>
                <a:lnTo>
                  <a:pt x="1324634" y="27814"/>
                </a:lnTo>
                <a:lnTo>
                  <a:pt x="1322552" y="29711"/>
                </a:lnTo>
                <a:lnTo>
                  <a:pt x="1320549" y="31689"/>
                </a:lnTo>
                <a:lnTo>
                  <a:pt x="1318625" y="33748"/>
                </a:lnTo>
                <a:lnTo>
                  <a:pt x="1316779" y="35888"/>
                </a:lnTo>
                <a:lnTo>
                  <a:pt x="1315012" y="38109"/>
                </a:lnTo>
                <a:lnTo>
                  <a:pt x="1313323" y="40411"/>
                </a:lnTo>
                <a:lnTo>
                  <a:pt x="1311712" y="42794"/>
                </a:lnTo>
                <a:lnTo>
                  <a:pt x="1310181" y="45258"/>
                </a:lnTo>
                <a:lnTo>
                  <a:pt x="1308728" y="47803"/>
                </a:lnTo>
                <a:lnTo>
                  <a:pt x="1307353" y="50429"/>
                </a:lnTo>
                <a:lnTo>
                  <a:pt x="1306057" y="53136"/>
                </a:lnTo>
                <a:lnTo>
                  <a:pt x="1304852" y="55900"/>
                </a:lnTo>
                <a:lnTo>
                  <a:pt x="1303753" y="58697"/>
                </a:lnTo>
                <a:lnTo>
                  <a:pt x="1302758" y="61526"/>
                </a:lnTo>
                <a:lnTo>
                  <a:pt x="1301867" y="64389"/>
                </a:lnTo>
                <a:lnTo>
                  <a:pt x="1301082" y="67284"/>
                </a:lnTo>
                <a:lnTo>
                  <a:pt x="1300401" y="70213"/>
                </a:lnTo>
                <a:lnTo>
                  <a:pt x="1299825" y="73174"/>
                </a:lnTo>
                <a:lnTo>
                  <a:pt x="1299354" y="76168"/>
                </a:lnTo>
                <a:lnTo>
                  <a:pt x="1298987" y="79195"/>
                </a:lnTo>
                <a:lnTo>
                  <a:pt x="1298726" y="82254"/>
                </a:lnTo>
                <a:lnTo>
                  <a:pt x="1298568" y="85347"/>
                </a:lnTo>
                <a:lnTo>
                  <a:pt x="1298516" y="88473"/>
                </a:lnTo>
                <a:lnTo>
                  <a:pt x="1298568" y="91598"/>
                </a:lnTo>
                <a:lnTo>
                  <a:pt x="1298726" y="94691"/>
                </a:lnTo>
                <a:lnTo>
                  <a:pt x="1298987" y="97751"/>
                </a:lnTo>
                <a:lnTo>
                  <a:pt x="1299354" y="100778"/>
                </a:lnTo>
                <a:lnTo>
                  <a:pt x="1299825" y="103772"/>
                </a:lnTo>
                <a:lnTo>
                  <a:pt x="1300401" y="106733"/>
                </a:lnTo>
                <a:lnTo>
                  <a:pt x="1301082" y="109661"/>
                </a:lnTo>
                <a:lnTo>
                  <a:pt x="1301867" y="112556"/>
                </a:lnTo>
                <a:lnTo>
                  <a:pt x="1302758" y="115419"/>
                </a:lnTo>
                <a:lnTo>
                  <a:pt x="1303753" y="118249"/>
                </a:lnTo>
                <a:lnTo>
                  <a:pt x="1304852" y="121045"/>
                </a:lnTo>
                <a:lnTo>
                  <a:pt x="1306057" y="123809"/>
                </a:lnTo>
                <a:lnTo>
                  <a:pt x="1307353" y="126516"/>
                </a:lnTo>
                <a:lnTo>
                  <a:pt x="1308728" y="129141"/>
                </a:lnTo>
                <a:lnTo>
                  <a:pt x="1310181" y="131684"/>
                </a:lnTo>
                <a:lnTo>
                  <a:pt x="1311712" y="134146"/>
                </a:lnTo>
                <a:lnTo>
                  <a:pt x="1313323" y="136526"/>
                </a:lnTo>
                <a:lnTo>
                  <a:pt x="1315012" y="138825"/>
                </a:lnTo>
                <a:lnTo>
                  <a:pt x="1316779" y="141042"/>
                </a:lnTo>
                <a:lnTo>
                  <a:pt x="1318625" y="143177"/>
                </a:lnTo>
                <a:lnTo>
                  <a:pt x="1320549" y="145231"/>
                </a:lnTo>
                <a:lnTo>
                  <a:pt x="1322552" y="147204"/>
                </a:lnTo>
                <a:lnTo>
                  <a:pt x="1324634" y="149094"/>
                </a:lnTo>
                <a:lnTo>
                  <a:pt x="1326794" y="150903"/>
                </a:lnTo>
                <a:lnTo>
                  <a:pt x="1329029" y="152610"/>
                </a:lnTo>
                <a:lnTo>
                  <a:pt x="1331335" y="154194"/>
                </a:lnTo>
                <a:lnTo>
                  <a:pt x="1333713" y="155655"/>
                </a:lnTo>
                <a:lnTo>
                  <a:pt x="1336161" y="156992"/>
                </a:lnTo>
                <a:lnTo>
                  <a:pt x="1338681" y="158207"/>
                </a:lnTo>
                <a:lnTo>
                  <a:pt x="1341273" y="159299"/>
                </a:lnTo>
                <a:lnTo>
                  <a:pt x="1343935" y="160268"/>
                </a:lnTo>
                <a:lnTo>
                  <a:pt x="1346669" y="161114"/>
                </a:lnTo>
                <a:lnTo>
                  <a:pt x="1349474" y="161836"/>
                </a:lnTo>
                <a:lnTo>
                  <a:pt x="1352350" y="162436"/>
                </a:lnTo>
                <a:lnTo>
                  <a:pt x="1355298" y="162913"/>
                </a:lnTo>
                <a:lnTo>
                  <a:pt x="1358316" y="163267"/>
                </a:lnTo>
                <a:lnTo>
                  <a:pt x="1358316" y="176945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0" name="Original vector context 10">
            <a:extLst xmlns:a="http://schemas.openxmlformats.org/drawingml/2006/main">
              <a:ext uri="{FF2B5EF4-FFF2-40B4-BE49-F238E27FC236}">
                <a16:creationId xmlns:a16="http://schemas.microsoft.com/office/drawing/2014/main" id="{EF3A0925-D948-4766-A329-91D1BA95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625" y="821013"/>
            <a:ext cx="4703936" cy="176945"/>
          </a:xfrm>
          <a:custGeom xmlns:a="http://schemas.openxmlformats.org/drawingml/2006/main">
            <a:pathLst>
              <a:path w="4703936" h="176945">
                <a:moveTo>
                  <a:pt x="0" y="0"/>
                </a:moveTo>
                <a:lnTo>
                  <a:pt x="3995" y="337"/>
                </a:lnTo>
                <a:lnTo>
                  <a:pt x="7884" y="822"/>
                </a:lnTo>
                <a:lnTo>
                  <a:pt x="11667" y="1456"/>
                </a:lnTo>
                <a:lnTo>
                  <a:pt x="15345" y="2237"/>
                </a:lnTo>
                <a:lnTo>
                  <a:pt x="18916" y="3166"/>
                </a:lnTo>
                <a:lnTo>
                  <a:pt x="22381" y="4244"/>
                </a:lnTo>
                <a:lnTo>
                  <a:pt x="25741" y="5469"/>
                </a:lnTo>
                <a:lnTo>
                  <a:pt x="28994" y="6843"/>
                </a:lnTo>
                <a:lnTo>
                  <a:pt x="32141" y="8365"/>
                </a:lnTo>
                <a:lnTo>
                  <a:pt x="35183" y="10035"/>
                </a:lnTo>
                <a:lnTo>
                  <a:pt x="38119" y="11852"/>
                </a:lnTo>
                <a:lnTo>
                  <a:pt x="40948" y="13818"/>
                </a:lnTo>
                <a:lnTo>
                  <a:pt x="43678" y="15917"/>
                </a:lnTo>
                <a:lnTo>
                  <a:pt x="46315" y="18135"/>
                </a:lnTo>
                <a:lnTo>
                  <a:pt x="48859" y="20472"/>
                </a:lnTo>
                <a:lnTo>
                  <a:pt x="51309" y="22927"/>
                </a:lnTo>
                <a:lnTo>
                  <a:pt x="53667" y="25501"/>
                </a:lnTo>
                <a:lnTo>
                  <a:pt x="55931" y="28194"/>
                </a:lnTo>
                <a:lnTo>
                  <a:pt x="58102" y="31006"/>
                </a:lnTo>
                <a:lnTo>
                  <a:pt x="60180" y="33937"/>
                </a:lnTo>
                <a:lnTo>
                  <a:pt x="62165" y="36986"/>
                </a:lnTo>
                <a:lnTo>
                  <a:pt x="64056" y="40155"/>
                </a:lnTo>
                <a:lnTo>
                  <a:pt x="65855" y="43442"/>
                </a:lnTo>
                <a:lnTo>
                  <a:pt x="67560" y="46848"/>
                </a:lnTo>
                <a:lnTo>
                  <a:pt x="69150" y="50313"/>
                </a:lnTo>
                <a:lnTo>
                  <a:pt x="70601" y="53780"/>
                </a:lnTo>
                <a:lnTo>
                  <a:pt x="71914" y="57248"/>
                </a:lnTo>
                <a:lnTo>
                  <a:pt x="73089" y="60717"/>
                </a:lnTo>
                <a:lnTo>
                  <a:pt x="74126" y="64188"/>
                </a:lnTo>
                <a:lnTo>
                  <a:pt x="75024" y="67659"/>
                </a:lnTo>
                <a:lnTo>
                  <a:pt x="75784" y="71133"/>
                </a:lnTo>
                <a:lnTo>
                  <a:pt x="76406" y="74607"/>
                </a:lnTo>
                <a:lnTo>
                  <a:pt x="76890" y="78082"/>
                </a:lnTo>
                <a:lnTo>
                  <a:pt x="77236" y="81559"/>
                </a:lnTo>
                <a:lnTo>
                  <a:pt x="77443" y="85037"/>
                </a:lnTo>
                <a:lnTo>
                  <a:pt x="77512" y="88517"/>
                </a:lnTo>
                <a:lnTo>
                  <a:pt x="77443" y="91996"/>
                </a:lnTo>
                <a:lnTo>
                  <a:pt x="77236" y="95474"/>
                </a:lnTo>
                <a:lnTo>
                  <a:pt x="76890" y="98951"/>
                </a:lnTo>
                <a:lnTo>
                  <a:pt x="76406" y="102427"/>
                </a:lnTo>
                <a:lnTo>
                  <a:pt x="75784" y="105901"/>
                </a:lnTo>
                <a:lnTo>
                  <a:pt x="75024" y="109374"/>
                </a:lnTo>
                <a:lnTo>
                  <a:pt x="74126" y="112846"/>
                </a:lnTo>
                <a:lnTo>
                  <a:pt x="73089" y="116317"/>
                </a:lnTo>
                <a:lnTo>
                  <a:pt x="71914" y="119787"/>
                </a:lnTo>
                <a:lnTo>
                  <a:pt x="70601" y="123255"/>
                </a:lnTo>
                <a:lnTo>
                  <a:pt x="69150" y="126722"/>
                </a:lnTo>
                <a:lnTo>
                  <a:pt x="67560" y="130188"/>
                </a:lnTo>
                <a:lnTo>
                  <a:pt x="65855" y="133594"/>
                </a:lnTo>
                <a:lnTo>
                  <a:pt x="64056" y="136880"/>
                </a:lnTo>
                <a:lnTo>
                  <a:pt x="62165" y="140048"/>
                </a:lnTo>
                <a:lnTo>
                  <a:pt x="60180" y="143097"/>
                </a:lnTo>
                <a:lnTo>
                  <a:pt x="58102" y="146028"/>
                </a:lnTo>
                <a:lnTo>
                  <a:pt x="55931" y="148839"/>
                </a:lnTo>
                <a:lnTo>
                  <a:pt x="53667" y="151532"/>
                </a:lnTo>
                <a:lnTo>
                  <a:pt x="51309" y="154106"/>
                </a:lnTo>
                <a:lnTo>
                  <a:pt x="48859" y="156561"/>
                </a:lnTo>
                <a:lnTo>
                  <a:pt x="46315" y="158898"/>
                </a:lnTo>
                <a:lnTo>
                  <a:pt x="43678" y="161116"/>
                </a:lnTo>
                <a:lnTo>
                  <a:pt x="40948" y="163215"/>
                </a:lnTo>
                <a:lnTo>
                  <a:pt x="38119" y="165180"/>
                </a:lnTo>
                <a:lnTo>
                  <a:pt x="35183" y="166996"/>
                </a:lnTo>
                <a:lnTo>
                  <a:pt x="32141" y="168663"/>
                </a:lnTo>
                <a:lnTo>
                  <a:pt x="28994" y="170180"/>
                </a:lnTo>
                <a:lnTo>
                  <a:pt x="25741" y="171548"/>
                </a:lnTo>
                <a:lnTo>
                  <a:pt x="22381" y="172767"/>
                </a:lnTo>
                <a:lnTo>
                  <a:pt x="18916" y="173837"/>
                </a:lnTo>
                <a:lnTo>
                  <a:pt x="15345" y="174757"/>
                </a:lnTo>
                <a:lnTo>
                  <a:pt x="11667" y="175528"/>
                </a:lnTo>
                <a:lnTo>
                  <a:pt x="7884" y="176150"/>
                </a:lnTo>
                <a:lnTo>
                  <a:pt x="3995" y="176622"/>
                </a:lnTo>
                <a:lnTo>
                  <a:pt x="0" y="176945"/>
                </a:lnTo>
                <a:lnTo>
                  <a:pt x="0" y="163267"/>
                </a:lnTo>
                <a:lnTo>
                  <a:pt x="3019" y="162913"/>
                </a:lnTo>
                <a:lnTo>
                  <a:pt x="5966" y="162436"/>
                </a:lnTo>
                <a:lnTo>
                  <a:pt x="8842" y="161836"/>
                </a:lnTo>
                <a:lnTo>
                  <a:pt x="11647" y="161114"/>
                </a:lnTo>
                <a:lnTo>
                  <a:pt x="14381" y="160268"/>
                </a:lnTo>
                <a:lnTo>
                  <a:pt x="17043" y="159299"/>
                </a:lnTo>
                <a:lnTo>
                  <a:pt x="19635" y="158207"/>
                </a:lnTo>
                <a:lnTo>
                  <a:pt x="22155" y="156992"/>
                </a:lnTo>
                <a:lnTo>
                  <a:pt x="24603" y="155655"/>
                </a:lnTo>
                <a:lnTo>
                  <a:pt x="26981" y="154194"/>
                </a:lnTo>
                <a:lnTo>
                  <a:pt x="29287" y="152610"/>
                </a:lnTo>
                <a:lnTo>
                  <a:pt x="31522" y="150903"/>
                </a:lnTo>
                <a:lnTo>
                  <a:pt x="33683" y="149094"/>
                </a:lnTo>
                <a:lnTo>
                  <a:pt x="35765" y="147204"/>
                </a:lnTo>
                <a:lnTo>
                  <a:pt x="37770" y="145231"/>
                </a:lnTo>
                <a:lnTo>
                  <a:pt x="39696" y="143177"/>
                </a:lnTo>
                <a:lnTo>
                  <a:pt x="41545" y="141042"/>
                </a:lnTo>
                <a:lnTo>
                  <a:pt x="43316" y="138825"/>
                </a:lnTo>
                <a:lnTo>
                  <a:pt x="45008" y="136526"/>
                </a:lnTo>
                <a:lnTo>
                  <a:pt x="46623" y="134146"/>
                </a:lnTo>
                <a:lnTo>
                  <a:pt x="48160" y="131684"/>
                </a:lnTo>
                <a:lnTo>
                  <a:pt x="49619" y="129141"/>
                </a:lnTo>
                <a:lnTo>
                  <a:pt x="51000" y="126516"/>
                </a:lnTo>
                <a:lnTo>
                  <a:pt x="52303" y="123809"/>
                </a:lnTo>
                <a:lnTo>
                  <a:pt x="53515" y="121045"/>
                </a:lnTo>
                <a:lnTo>
                  <a:pt x="54621" y="118249"/>
                </a:lnTo>
                <a:lnTo>
                  <a:pt x="55621" y="115419"/>
                </a:lnTo>
                <a:lnTo>
                  <a:pt x="56517" y="112556"/>
                </a:lnTo>
                <a:lnTo>
                  <a:pt x="57307" y="109661"/>
                </a:lnTo>
                <a:lnTo>
                  <a:pt x="57992" y="106733"/>
                </a:lnTo>
                <a:lnTo>
                  <a:pt x="58571" y="103772"/>
                </a:lnTo>
                <a:lnTo>
                  <a:pt x="59045" y="100778"/>
                </a:lnTo>
                <a:lnTo>
                  <a:pt x="59414" y="97751"/>
                </a:lnTo>
                <a:lnTo>
                  <a:pt x="59677" y="94691"/>
                </a:lnTo>
                <a:lnTo>
                  <a:pt x="59835" y="91598"/>
                </a:lnTo>
                <a:lnTo>
                  <a:pt x="59888" y="88473"/>
                </a:lnTo>
                <a:lnTo>
                  <a:pt x="59835" y="85347"/>
                </a:lnTo>
                <a:lnTo>
                  <a:pt x="59677" y="82254"/>
                </a:lnTo>
                <a:lnTo>
                  <a:pt x="59414" y="79195"/>
                </a:lnTo>
                <a:lnTo>
                  <a:pt x="59045" y="76168"/>
                </a:lnTo>
                <a:lnTo>
                  <a:pt x="58571" y="73174"/>
                </a:lnTo>
                <a:lnTo>
                  <a:pt x="57992" y="70213"/>
                </a:lnTo>
                <a:lnTo>
                  <a:pt x="57307" y="67284"/>
                </a:lnTo>
                <a:lnTo>
                  <a:pt x="56517" y="64389"/>
                </a:lnTo>
                <a:lnTo>
                  <a:pt x="55621" y="61526"/>
                </a:lnTo>
                <a:lnTo>
                  <a:pt x="54621" y="58697"/>
                </a:lnTo>
                <a:lnTo>
                  <a:pt x="53515" y="55900"/>
                </a:lnTo>
                <a:lnTo>
                  <a:pt x="52303" y="53136"/>
                </a:lnTo>
                <a:lnTo>
                  <a:pt x="51000" y="50429"/>
                </a:lnTo>
                <a:lnTo>
                  <a:pt x="49619" y="47803"/>
                </a:lnTo>
                <a:lnTo>
                  <a:pt x="48160" y="45258"/>
                </a:lnTo>
                <a:lnTo>
                  <a:pt x="46623" y="42794"/>
                </a:lnTo>
                <a:lnTo>
                  <a:pt x="45008" y="40411"/>
                </a:lnTo>
                <a:lnTo>
                  <a:pt x="43316" y="38109"/>
                </a:lnTo>
                <a:lnTo>
                  <a:pt x="41545" y="35888"/>
                </a:lnTo>
                <a:lnTo>
                  <a:pt x="39696" y="33748"/>
                </a:lnTo>
                <a:lnTo>
                  <a:pt x="37770" y="31689"/>
                </a:lnTo>
                <a:lnTo>
                  <a:pt x="35765" y="29711"/>
                </a:lnTo>
                <a:lnTo>
                  <a:pt x="33683" y="27814"/>
                </a:lnTo>
                <a:lnTo>
                  <a:pt x="31522" y="25998"/>
                </a:lnTo>
                <a:lnTo>
                  <a:pt x="29287" y="24285"/>
                </a:lnTo>
                <a:lnTo>
                  <a:pt x="26981" y="22697"/>
                </a:lnTo>
                <a:lnTo>
                  <a:pt x="24603" y="21233"/>
                </a:lnTo>
                <a:lnTo>
                  <a:pt x="22155" y="19894"/>
                </a:lnTo>
                <a:lnTo>
                  <a:pt x="19635" y="18681"/>
                </a:lnTo>
                <a:lnTo>
                  <a:pt x="17043" y="17592"/>
                </a:lnTo>
                <a:lnTo>
                  <a:pt x="14381" y="16627"/>
                </a:lnTo>
                <a:lnTo>
                  <a:pt x="11647" y="15788"/>
                </a:lnTo>
                <a:lnTo>
                  <a:pt x="8842" y="15073"/>
                </a:lnTo>
                <a:lnTo>
                  <a:pt x="5966" y="14484"/>
                </a:lnTo>
                <a:lnTo>
                  <a:pt x="3019" y="14019"/>
                </a:lnTo>
                <a:lnTo>
                  <a:pt x="0" y="13679"/>
                </a:lnTo>
                <a:lnTo>
                  <a:pt x="0" y="0"/>
                </a:lnTo>
                <a:close/>
                <a:moveTo>
                  <a:pt x="207160" y="96715"/>
                </a:moveTo>
                <a:lnTo>
                  <a:pt x="302384" y="49103"/>
                </a:lnTo>
                <a:lnTo>
                  <a:pt x="302384" y="64269"/>
                </a:lnTo>
                <a:lnTo>
                  <a:pt x="237323" y="96603"/>
                </a:lnTo>
                <a:lnTo>
                  <a:pt x="302384" y="129303"/>
                </a:lnTo>
                <a:lnTo>
                  <a:pt x="302384" y="144327"/>
                </a:lnTo>
                <a:lnTo>
                  <a:pt x="207160" y="96715"/>
                </a:lnTo>
                <a:close/>
                <a:moveTo>
                  <a:pt x="356248" y="88604"/>
                </a:moveTo>
                <a:lnTo>
                  <a:pt x="357577" y="89320"/>
                </a:lnTo>
                <a:lnTo>
                  <a:pt x="358846" y="90032"/>
                </a:lnTo>
                <a:lnTo>
                  <a:pt x="360054" y="90743"/>
                </a:lnTo>
                <a:lnTo>
                  <a:pt x="361202" y="91451"/>
                </a:lnTo>
                <a:lnTo>
                  <a:pt x="362290" y="92156"/>
                </a:lnTo>
                <a:lnTo>
                  <a:pt x="363317" y="92860"/>
                </a:lnTo>
                <a:lnTo>
                  <a:pt x="364285" y="93560"/>
                </a:lnTo>
                <a:lnTo>
                  <a:pt x="365192" y="94259"/>
                </a:lnTo>
                <a:lnTo>
                  <a:pt x="366038" y="94954"/>
                </a:lnTo>
                <a:lnTo>
                  <a:pt x="366825" y="95648"/>
                </a:lnTo>
                <a:lnTo>
                  <a:pt x="367551" y="96339"/>
                </a:lnTo>
                <a:lnTo>
                  <a:pt x="368217" y="97027"/>
                </a:lnTo>
                <a:lnTo>
                  <a:pt x="368839" y="97716"/>
                </a:lnTo>
                <a:lnTo>
                  <a:pt x="369435" y="98407"/>
                </a:lnTo>
                <a:lnTo>
                  <a:pt x="370003" y="99102"/>
                </a:lnTo>
                <a:lnTo>
                  <a:pt x="370545" y="99799"/>
                </a:lnTo>
                <a:lnTo>
                  <a:pt x="371060" y="100500"/>
                </a:lnTo>
                <a:lnTo>
                  <a:pt x="371549" y="101204"/>
                </a:lnTo>
                <a:lnTo>
                  <a:pt x="372010" y="101911"/>
                </a:lnTo>
                <a:lnTo>
                  <a:pt x="372445" y="102621"/>
                </a:lnTo>
                <a:lnTo>
                  <a:pt x="372853" y="103334"/>
                </a:lnTo>
                <a:lnTo>
                  <a:pt x="373234" y="104050"/>
                </a:lnTo>
                <a:lnTo>
                  <a:pt x="373589" y="104769"/>
                </a:lnTo>
                <a:lnTo>
                  <a:pt x="373916" y="105491"/>
                </a:lnTo>
                <a:lnTo>
                  <a:pt x="374217" y="106224"/>
                </a:lnTo>
                <a:lnTo>
                  <a:pt x="374492" y="106974"/>
                </a:lnTo>
                <a:lnTo>
                  <a:pt x="374741" y="107742"/>
                </a:lnTo>
                <a:lnTo>
                  <a:pt x="374964" y="108528"/>
                </a:lnTo>
                <a:lnTo>
                  <a:pt x="375160" y="109331"/>
                </a:lnTo>
                <a:lnTo>
                  <a:pt x="375330" y="110152"/>
                </a:lnTo>
                <a:lnTo>
                  <a:pt x="375474" y="110991"/>
                </a:lnTo>
                <a:lnTo>
                  <a:pt x="375592" y="111847"/>
                </a:lnTo>
                <a:lnTo>
                  <a:pt x="375684" y="112721"/>
                </a:lnTo>
                <a:lnTo>
                  <a:pt x="375749" y="113613"/>
                </a:lnTo>
                <a:lnTo>
                  <a:pt x="375788" y="114522"/>
                </a:lnTo>
                <a:lnTo>
                  <a:pt x="375801" y="115449"/>
                </a:lnTo>
                <a:lnTo>
                  <a:pt x="375789" y="116304"/>
                </a:lnTo>
                <a:lnTo>
                  <a:pt x="375753" y="117201"/>
                </a:lnTo>
                <a:lnTo>
                  <a:pt x="375692" y="118141"/>
                </a:lnTo>
                <a:lnTo>
                  <a:pt x="375607" y="119123"/>
                </a:lnTo>
                <a:lnTo>
                  <a:pt x="375497" y="120147"/>
                </a:lnTo>
                <a:lnTo>
                  <a:pt x="375363" y="121214"/>
                </a:lnTo>
                <a:lnTo>
                  <a:pt x="375205" y="122324"/>
                </a:lnTo>
                <a:lnTo>
                  <a:pt x="375022" y="123476"/>
                </a:lnTo>
                <a:lnTo>
                  <a:pt x="374815" y="124670"/>
                </a:lnTo>
                <a:lnTo>
                  <a:pt x="374584" y="125907"/>
                </a:lnTo>
                <a:lnTo>
                  <a:pt x="374328" y="127187"/>
                </a:lnTo>
                <a:lnTo>
                  <a:pt x="374048" y="128508"/>
                </a:lnTo>
                <a:lnTo>
                  <a:pt x="371856" y="138493"/>
                </a:lnTo>
                <a:lnTo>
                  <a:pt x="371576" y="139817"/>
                </a:lnTo>
                <a:lnTo>
                  <a:pt x="371320" y="141081"/>
                </a:lnTo>
                <a:lnTo>
                  <a:pt x="371088" y="142288"/>
                </a:lnTo>
                <a:lnTo>
                  <a:pt x="370881" y="143437"/>
                </a:lnTo>
                <a:lnTo>
                  <a:pt x="370699" y="144527"/>
                </a:lnTo>
                <a:lnTo>
                  <a:pt x="370540" y="145559"/>
                </a:lnTo>
                <a:lnTo>
                  <a:pt x="370406" y="146533"/>
                </a:lnTo>
                <a:lnTo>
                  <a:pt x="370297" y="147449"/>
                </a:lnTo>
                <a:lnTo>
                  <a:pt x="370212" y="148307"/>
                </a:lnTo>
                <a:lnTo>
                  <a:pt x="370151" y="149106"/>
                </a:lnTo>
                <a:lnTo>
                  <a:pt x="370114" y="149848"/>
                </a:lnTo>
                <a:lnTo>
                  <a:pt x="370102" y="150531"/>
                </a:lnTo>
                <a:lnTo>
                  <a:pt x="370131" y="151406"/>
                </a:lnTo>
                <a:lnTo>
                  <a:pt x="370218" y="152260"/>
                </a:lnTo>
                <a:lnTo>
                  <a:pt x="370362" y="153090"/>
                </a:lnTo>
                <a:lnTo>
                  <a:pt x="370565" y="153899"/>
                </a:lnTo>
                <a:lnTo>
                  <a:pt x="370825" y="154685"/>
                </a:lnTo>
                <a:lnTo>
                  <a:pt x="371143" y="155448"/>
                </a:lnTo>
                <a:lnTo>
                  <a:pt x="371519" y="156190"/>
                </a:lnTo>
                <a:lnTo>
                  <a:pt x="371953" y="156908"/>
                </a:lnTo>
                <a:lnTo>
                  <a:pt x="372445" y="157605"/>
                </a:lnTo>
                <a:lnTo>
                  <a:pt x="372994" y="158279"/>
                </a:lnTo>
                <a:lnTo>
                  <a:pt x="373602" y="158930"/>
                </a:lnTo>
                <a:lnTo>
                  <a:pt x="374267" y="159559"/>
                </a:lnTo>
                <a:lnTo>
                  <a:pt x="375022" y="160151"/>
                </a:lnTo>
                <a:lnTo>
                  <a:pt x="375900" y="160692"/>
                </a:lnTo>
                <a:lnTo>
                  <a:pt x="376900" y="161181"/>
                </a:lnTo>
                <a:lnTo>
                  <a:pt x="378023" y="161619"/>
                </a:lnTo>
                <a:lnTo>
                  <a:pt x="379268" y="162005"/>
                </a:lnTo>
                <a:lnTo>
                  <a:pt x="380635" y="162340"/>
                </a:lnTo>
                <a:lnTo>
                  <a:pt x="382125" y="162623"/>
                </a:lnTo>
                <a:lnTo>
                  <a:pt x="383737" y="162855"/>
                </a:lnTo>
                <a:lnTo>
                  <a:pt x="385471" y="163035"/>
                </a:lnTo>
                <a:lnTo>
                  <a:pt x="387328" y="163164"/>
                </a:lnTo>
                <a:lnTo>
                  <a:pt x="389307" y="163241"/>
                </a:lnTo>
                <a:lnTo>
                  <a:pt x="391409" y="163267"/>
                </a:lnTo>
                <a:lnTo>
                  <a:pt x="405000" y="163267"/>
                </a:lnTo>
                <a:lnTo>
                  <a:pt x="405000" y="176945"/>
                </a:lnTo>
                <a:lnTo>
                  <a:pt x="391234" y="176945"/>
                </a:lnTo>
                <a:lnTo>
                  <a:pt x="387348" y="176892"/>
                </a:lnTo>
                <a:lnTo>
                  <a:pt x="383700" y="176731"/>
                </a:lnTo>
                <a:lnTo>
                  <a:pt x="380290" y="176464"/>
                </a:lnTo>
                <a:lnTo>
                  <a:pt x="377117" y="176089"/>
                </a:lnTo>
                <a:lnTo>
                  <a:pt x="374181" y="175607"/>
                </a:lnTo>
                <a:lnTo>
                  <a:pt x="371483" y="175018"/>
                </a:lnTo>
                <a:lnTo>
                  <a:pt x="369022" y="174322"/>
                </a:lnTo>
                <a:lnTo>
                  <a:pt x="366799" y="173520"/>
                </a:lnTo>
                <a:lnTo>
                  <a:pt x="364814" y="172610"/>
                </a:lnTo>
                <a:lnTo>
                  <a:pt x="363065" y="171593"/>
                </a:lnTo>
                <a:lnTo>
                  <a:pt x="361555" y="170469"/>
                </a:lnTo>
                <a:lnTo>
                  <a:pt x="360281" y="169237"/>
                </a:lnTo>
                <a:lnTo>
                  <a:pt x="359175" y="167939"/>
                </a:lnTo>
                <a:lnTo>
                  <a:pt x="358165" y="166612"/>
                </a:lnTo>
                <a:lnTo>
                  <a:pt x="357251" y="165258"/>
                </a:lnTo>
                <a:lnTo>
                  <a:pt x="356433" y="163875"/>
                </a:lnTo>
                <a:lnTo>
                  <a:pt x="355712" y="162464"/>
                </a:lnTo>
                <a:lnTo>
                  <a:pt x="355086" y="161026"/>
                </a:lnTo>
                <a:lnTo>
                  <a:pt x="354557" y="159560"/>
                </a:lnTo>
                <a:lnTo>
                  <a:pt x="354124" y="158065"/>
                </a:lnTo>
                <a:lnTo>
                  <a:pt x="353787" y="156543"/>
                </a:lnTo>
                <a:lnTo>
                  <a:pt x="353547" y="154992"/>
                </a:lnTo>
                <a:lnTo>
                  <a:pt x="353403" y="153414"/>
                </a:lnTo>
                <a:lnTo>
                  <a:pt x="353354" y="151808"/>
                </a:lnTo>
                <a:lnTo>
                  <a:pt x="353364" y="150941"/>
                </a:lnTo>
                <a:lnTo>
                  <a:pt x="353391" y="150063"/>
                </a:lnTo>
                <a:lnTo>
                  <a:pt x="353437" y="149174"/>
                </a:lnTo>
                <a:lnTo>
                  <a:pt x="353501" y="148275"/>
                </a:lnTo>
                <a:lnTo>
                  <a:pt x="353583" y="147364"/>
                </a:lnTo>
                <a:lnTo>
                  <a:pt x="353683" y="146442"/>
                </a:lnTo>
                <a:lnTo>
                  <a:pt x="353802" y="145510"/>
                </a:lnTo>
                <a:lnTo>
                  <a:pt x="353939" y="144566"/>
                </a:lnTo>
                <a:lnTo>
                  <a:pt x="354094" y="143612"/>
                </a:lnTo>
                <a:lnTo>
                  <a:pt x="354268" y="142646"/>
                </a:lnTo>
                <a:lnTo>
                  <a:pt x="354460" y="141670"/>
                </a:lnTo>
                <a:lnTo>
                  <a:pt x="354670" y="140683"/>
                </a:lnTo>
                <a:lnTo>
                  <a:pt x="356248" y="133676"/>
                </a:lnTo>
                <a:lnTo>
                  <a:pt x="357739" y="126056"/>
                </a:lnTo>
                <a:lnTo>
                  <a:pt x="358791" y="121414"/>
                </a:lnTo>
                <a:lnTo>
                  <a:pt x="358889" y="120875"/>
                </a:lnTo>
                <a:lnTo>
                  <a:pt x="358978" y="120339"/>
                </a:lnTo>
                <a:lnTo>
                  <a:pt x="359059" y="119804"/>
                </a:lnTo>
                <a:lnTo>
                  <a:pt x="359132" y="119273"/>
                </a:lnTo>
                <a:lnTo>
                  <a:pt x="359196" y="118743"/>
                </a:lnTo>
                <a:lnTo>
                  <a:pt x="359251" y="118217"/>
                </a:lnTo>
                <a:lnTo>
                  <a:pt x="359298" y="117692"/>
                </a:lnTo>
                <a:lnTo>
                  <a:pt x="359336" y="117170"/>
                </a:lnTo>
                <a:lnTo>
                  <a:pt x="359366" y="116651"/>
                </a:lnTo>
                <a:lnTo>
                  <a:pt x="359388" y="116133"/>
                </a:lnTo>
                <a:lnTo>
                  <a:pt x="359400" y="115619"/>
                </a:lnTo>
                <a:lnTo>
                  <a:pt x="359405" y="115107"/>
                </a:lnTo>
                <a:lnTo>
                  <a:pt x="359367" y="113765"/>
                </a:lnTo>
                <a:lnTo>
                  <a:pt x="359252" y="112457"/>
                </a:lnTo>
                <a:lnTo>
                  <a:pt x="359062" y="111181"/>
                </a:lnTo>
                <a:lnTo>
                  <a:pt x="358796" y="109939"/>
                </a:lnTo>
                <a:lnTo>
                  <a:pt x="358453" y="108729"/>
                </a:lnTo>
                <a:lnTo>
                  <a:pt x="358035" y="107552"/>
                </a:lnTo>
                <a:lnTo>
                  <a:pt x="357540" y="106408"/>
                </a:lnTo>
                <a:lnTo>
                  <a:pt x="356969" y="105297"/>
                </a:lnTo>
                <a:lnTo>
                  <a:pt x="356322" y="104219"/>
                </a:lnTo>
                <a:lnTo>
                  <a:pt x="355599" y="103173"/>
                </a:lnTo>
                <a:lnTo>
                  <a:pt x="354800" y="102161"/>
                </a:lnTo>
                <a:lnTo>
                  <a:pt x="353924" y="101181"/>
                </a:lnTo>
                <a:lnTo>
                  <a:pt x="352953" y="100258"/>
                </a:lnTo>
                <a:lnTo>
                  <a:pt x="351865" y="99415"/>
                </a:lnTo>
                <a:lnTo>
                  <a:pt x="350661" y="98652"/>
                </a:lnTo>
                <a:lnTo>
                  <a:pt x="349340" y="97969"/>
                </a:lnTo>
                <a:lnTo>
                  <a:pt x="347904" y="97367"/>
                </a:lnTo>
                <a:lnTo>
                  <a:pt x="346351" y="96845"/>
                </a:lnTo>
                <a:lnTo>
                  <a:pt x="344681" y="96403"/>
                </a:lnTo>
                <a:lnTo>
                  <a:pt x="342896" y="96042"/>
                </a:lnTo>
                <a:lnTo>
                  <a:pt x="340994" y="95761"/>
                </a:lnTo>
                <a:lnTo>
                  <a:pt x="338976" y="95560"/>
                </a:lnTo>
                <a:lnTo>
                  <a:pt x="336841" y="95440"/>
                </a:lnTo>
                <a:lnTo>
                  <a:pt x="334590" y="95400"/>
                </a:lnTo>
                <a:lnTo>
                  <a:pt x="326786" y="95400"/>
                </a:lnTo>
                <a:lnTo>
                  <a:pt x="326786" y="81721"/>
                </a:lnTo>
                <a:lnTo>
                  <a:pt x="334590" y="81721"/>
                </a:lnTo>
                <a:lnTo>
                  <a:pt x="336814" y="81681"/>
                </a:lnTo>
                <a:lnTo>
                  <a:pt x="338924" y="81563"/>
                </a:lnTo>
                <a:lnTo>
                  <a:pt x="340923" y="81364"/>
                </a:lnTo>
                <a:lnTo>
                  <a:pt x="342808" y="81087"/>
                </a:lnTo>
                <a:lnTo>
                  <a:pt x="344581" y="80731"/>
                </a:lnTo>
                <a:lnTo>
                  <a:pt x="346241" y="80295"/>
                </a:lnTo>
                <a:lnTo>
                  <a:pt x="347789" y="79780"/>
                </a:lnTo>
                <a:lnTo>
                  <a:pt x="349224" y="79186"/>
                </a:lnTo>
                <a:lnTo>
                  <a:pt x="350546" y="78512"/>
                </a:lnTo>
                <a:lnTo>
                  <a:pt x="351755" y="77759"/>
                </a:lnTo>
                <a:lnTo>
                  <a:pt x="352852" y="76927"/>
                </a:lnTo>
                <a:lnTo>
                  <a:pt x="353837" y="76016"/>
                </a:lnTo>
                <a:lnTo>
                  <a:pt x="354726" y="75046"/>
                </a:lnTo>
                <a:lnTo>
                  <a:pt x="355538" y="74036"/>
                </a:lnTo>
                <a:lnTo>
                  <a:pt x="356273" y="72988"/>
                </a:lnTo>
                <a:lnTo>
                  <a:pt x="356930" y="71900"/>
                </a:lnTo>
                <a:lnTo>
                  <a:pt x="357510" y="70774"/>
                </a:lnTo>
                <a:lnTo>
                  <a:pt x="358013" y="69608"/>
                </a:lnTo>
                <a:lnTo>
                  <a:pt x="358438" y="68404"/>
                </a:lnTo>
                <a:lnTo>
                  <a:pt x="358786" y="67160"/>
                </a:lnTo>
                <a:lnTo>
                  <a:pt x="359057" y="65877"/>
                </a:lnTo>
                <a:lnTo>
                  <a:pt x="359250" y="64556"/>
                </a:lnTo>
                <a:lnTo>
                  <a:pt x="359366" y="63195"/>
                </a:lnTo>
                <a:lnTo>
                  <a:pt x="359405" y="61795"/>
                </a:lnTo>
                <a:lnTo>
                  <a:pt x="359400" y="61270"/>
                </a:lnTo>
                <a:lnTo>
                  <a:pt x="359388" y="60747"/>
                </a:lnTo>
                <a:lnTo>
                  <a:pt x="359366" y="60226"/>
                </a:lnTo>
                <a:lnTo>
                  <a:pt x="359336" y="59708"/>
                </a:lnTo>
                <a:lnTo>
                  <a:pt x="359298" y="59193"/>
                </a:lnTo>
                <a:lnTo>
                  <a:pt x="359251" y="58679"/>
                </a:lnTo>
                <a:lnTo>
                  <a:pt x="359196" y="58169"/>
                </a:lnTo>
                <a:lnTo>
                  <a:pt x="359132" y="57660"/>
                </a:lnTo>
                <a:lnTo>
                  <a:pt x="359059" y="57155"/>
                </a:lnTo>
                <a:lnTo>
                  <a:pt x="358978" y="56651"/>
                </a:lnTo>
                <a:lnTo>
                  <a:pt x="358889" y="56150"/>
                </a:lnTo>
                <a:lnTo>
                  <a:pt x="358791" y="55652"/>
                </a:lnTo>
                <a:lnTo>
                  <a:pt x="357739" y="51087"/>
                </a:lnTo>
                <a:lnTo>
                  <a:pt x="356248" y="43450"/>
                </a:lnTo>
                <a:lnTo>
                  <a:pt x="354670" y="36427"/>
                </a:lnTo>
                <a:lnTo>
                  <a:pt x="354460" y="35424"/>
                </a:lnTo>
                <a:lnTo>
                  <a:pt x="354268" y="34433"/>
                </a:lnTo>
                <a:lnTo>
                  <a:pt x="354094" y="33454"/>
                </a:lnTo>
                <a:lnTo>
                  <a:pt x="353939" y="32487"/>
                </a:lnTo>
                <a:lnTo>
                  <a:pt x="353802" y="31533"/>
                </a:lnTo>
                <a:lnTo>
                  <a:pt x="353683" y="30591"/>
                </a:lnTo>
                <a:lnTo>
                  <a:pt x="353583" y="29660"/>
                </a:lnTo>
                <a:lnTo>
                  <a:pt x="353501" y="28743"/>
                </a:lnTo>
                <a:lnTo>
                  <a:pt x="353437" y="27837"/>
                </a:lnTo>
                <a:lnTo>
                  <a:pt x="353391" y="26943"/>
                </a:lnTo>
                <a:lnTo>
                  <a:pt x="353364" y="26062"/>
                </a:lnTo>
                <a:lnTo>
                  <a:pt x="353354" y="25193"/>
                </a:lnTo>
                <a:lnTo>
                  <a:pt x="353403" y="23596"/>
                </a:lnTo>
                <a:lnTo>
                  <a:pt x="353547" y="22026"/>
                </a:lnTo>
                <a:lnTo>
                  <a:pt x="353787" y="20482"/>
                </a:lnTo>
                <a:lnTo>
                  <a:pt x="354124" y="18965"/>
                </a:lnTo>
                <a:lnTo>
                  <a:pt x="354557" y="17474"/>
                </a:lnTo>
                <a:lnTo>
                  <a:pt x="355086" y="16008"/>
                </a:lnTo>
                <a:lnTo>
                  <a:pt x="355712" y="14569"/>
                </a:lnTo>
                <a:lnTo>
                  <a:pt x="356433" y="13157"/>
                </a:lnTo>
                <a:lnTo>
                  <a:pt x="357251" y="11770"/>
                </a:lnTo>
                <a:lnTo>
                  <a:pt x="358165" y="10410"/>
                </a:lnTo>
                <a:lnTo>
                  <a:pt x="359175" y="9076"/>
                </a:lnTo>
                <a:lnTo>
                  <a:pt x="360281" y="7768"/>
                </a:lnTo>
                <a:lnTo>
                  <a:pt x="361555" y="6527"/>
                </a:lnTo>
                <a:lnTo>
                  <a:pt x="363065" y="5395"/>
                </a:lnTo>
                <a:lnTo>
                  <a:pt x="364814" y="4370"/>
                </a:lnTo>
                <a:lnTo>
                  <a:pt x="366799" y="3453"/>
                </a:lnTo>
                <a:lnTo>
                  <a:pt x="369022" y="2643"/>
                </a:lnTo>
                <a:lnTo>
                  <a:pt x="371483" y="1942"/>
                </a:lnTo>
                <a:lnTo>
                  <a:pt x="374181" y="1349"/>
                </a:lnTo>
                <a:lnTo>
                  <a:pt x="377117" y="863"/>
                </a:lnTo>
                <a:lnTo>
                  <a:pt x="380290" y="486"/>
                </a:lnTo>
                <a:lnTo>
                  <a:pt x="383700" y="216"/>
                </a:lnTo>
                <a:lnTo>
                  <a:pt x="387348" y="54"/>
                </a:lnTo>
                <a:lnTo>
                  <a:pt x="391234" y="0"/>
                </a:lnTo>
                <a:lnTo>
                  <a:pt x="405000" y="0"/>
                </a:lnTo>
                <a:lnTo>
                  <a:pt x="405000" y="13679"/>
                </a:lnTo>
                <a:lnTo>
                  <a:pt x="391409" y="13679"/>
                </a:lnTo>
                <a:lnTo>
                  <a:pt x="389321" y="13705"/>
                </a:lnTo>
                <a:lnTo>
                  <a:pt x="387354" y="13782"/>
                </a:lnTo>
                <a:lnTo>
                  <a:pt x="385507" y="13912"/>
                </a:lnTo>
                <a:lnTo>
                  <a:pt x="383781" y="14093"/>
                </a:lnTo>
                <a:lnTo>
                  <a:pt x="382175" y="14327"/>
                </a:lnTo>
                <a:lnTo>
                  <a:pt x="380690" y="14612"/>
                </a:lnTo>
                <a:lnTo>
                  <a:pt x="379325" y="14949"/>
                </a:lnTo>
                <a:lnTo>
                  <a:pt x="378081" y="15337"/>
                </a:lnTo>
                <a:lnTo>
                  <a:pt x="376958" y="15778"/>
                </a:lnTo>
                <a:lnTo>
                  <a:pt x="375955" y="16270"/>
                </a:lnTo>
                <a:lnTo>
                  <a:pt x="375073" y="16815"/>
                </a:lnTo>
                <a:lnTo>
                  <a:pt x="374311" y="17411"/>
                </a:lnTo>
                <a:lnTo>
                  <a:pt x="373639" y="18045"/>
                </a:lnTo>
                <a:lnTo>
                  <a:pt x="373025" y="18702"/>
                </a:lnTo>
                <a:lnTo>
                  <a:pt x="372469" y="19384"/>
                </a:lnTo>
                <a:lnTo>
                  <a:pt x="371973" y="20089"/>
                </a:lnTo>
                <a:lnTo>
                  <a:pt x="371534" y="20818"/>
                </a:lnTo>
                <a:lnTo>
                  <a:pt x="371154" y="21572"/>
                </a:lnTo>
                <a:lnTo>
                  <a:pt x="370833" y="22348"/>
                </a:lnTo>
                <a:lnTo>
                  <a:pt x="370570" y="23149"/>
                </a:lnTo>
                <a:lnTo>
                  <a:pt x="370365" y="23974"/>
                </a:lnTo>
                <a:lnTo>
                  <a:pt x="370219" y="24822"/>
                </a:lnTo>
                <a:lnTo>
                  <a:pt x="370131" y="25694"/>
                </a:lnTo>
                <a:lnTo>
                  <a:pt x="370102" y="26590"/>
                </a:lnTo>
                <a:lnTo>
                  <a:pt x="370114" y="27264"/>
                </a:lnTo>
                <a:lnTo>
                  <a:pt x="370151" y="27997"/>
                </a:lnTo>
                <a:lnTo>
                  <a:pt x="370212" y="28791"/>
                </a:lnTo>
                <a:lnTo>
                  <a:pt x="370297" y="29644"/>
                </a:lnTo>
                <a:lnTo>
                  <a:pt x="370406" y="30557"/>
                </a:lnTo>
                <a:lnTo>
                  <a:pt x="370540" y="31530"/>
                </a:lnTo>
                <a:lnTo>
                  <a:pt x="370699" y="32562"/>
                </a:lnTo>
                <a:lnTo>
                  <a:pt x="370881" y="33655"/>
                </a:lnTo>
                <a:lnTo>
                  <a:pt x="371088" y="34807"/>
                </a:lnTo>
                <a:lnTo>
                  <a:pt x="371320" y="36019"/>
                </a:lnTo>
                <a:lnTo>
                  <a:pt x="371576" y="37290"/>
                </a:lnTo>
                <a:lnTo>
                  <a:pt x="371856" y="38622"/>
                </a:lnTo>
                <a:lnTo>
                  <a:pt x="374048" y="48629"/>
                </a:lnTo>
                <a:lnTo>
                  <a:pt x="374328" y="49953"/>
                </a:lnTo>
                <a:lnTo>
                  <a:pt x="374584" y="51235"/>
                </a:lnTo>
                <a:lnTo>
                  <a:pt x="374815" y="52475"/>
                </a:lnTo>
                <a:lnTo>
                  <a:pt x="375022" y="53671"/>
                </a:lnTo>
                <a:lnTo>
                  <a:pt x="375205" y="54826"/>
                </a:lnTo>
                <a:lnTo>
                  <a:pt x="375363" y="55937"/>
                </a:lnTo>
                <a:lnTo>
                  <a:pt x="375497" y="57006"/>
                </a:lnTo>
                <a:lnTo>
                  <a:pt x="375607" y="58033"/>
                </a:lnTo>
                <a:lnTo>
                  <a:pt x="375692" y="59017"/>
                </a:lnTo>
                <a:lnTo>
                  <a:pt x="375753" y="59958"/>
                </a:lnTo>
                <a:lnTo>
                  <a:pt x="375789" y="60857"/>
                </a:lnTo>
                <a:lnTo>
                  <a:pt x="375801" y="61713"/>
                </a:lnTo>
                <a:lnTo>
                  <a:pt x="375788" y="62641"/>
                </a:lnTo>
                <a:lnTo>
                  <a:pt x="375749" y="63553"/>
                </a:lnTo>
                <a:lnTo>
                  <a:pt x="375684" y="64446"/>
                </a:lnTo>
                <a:lnTo>
                  <a:pt x="375592" y="65321"/>
                </a:lnTo>
                <a:lnTo>
                  <a:pt x="375474" y="66179"/>
                </a:lnTo>
                <a:lnTo>
                  <a:pt x="375330" y="67020"/>
                </a:lnTo>
                <a:lnTo>
                  <a:pt x="375160" y="67842"/>
                </a:lnTo>
                <a:lnTo>
                  <a:pt x="374964" y="68647"/>
                </a:lnTo>
                <a:lnTo>
                  <a:pt x="374741" y="69434"/>
                </a:lnTo>
                <a:lnTo>
                  <a:pt x="374492" y="70204"/>
                </a:lnTo>
                <a:lnTo>
                  <a:pt x="374217" y="70955"/>
                </a:lnTo>
                <a:lnTo>
                  <a:pt x="373916" y="71689"/>
                </a:lnTo>
                <a:lnTo>
                  <a:pt x="373589" y="72413"/>
                </a:lnTo>
                <a:lnTo>
                  <a:pt x="373234" y="73133"/>
                </a:lnTo>
                <a:lnTo>
                  <a:pt x="372853" y="73850"/>
                </a:lnTo>
                <a:lnTo>
                  <a:pt x="372445" y="74564"/>
                </a:lnTo>
                <a:lnTo>
                  <a:pt x="372010" y="75275"/>
                </a:lnTo>
                <a:lnTo>
                  <a:pt x="371549" y="75983"/>
                </a:lnTo>
                <a:lnTo>
                  <a:pt x="371060" y="76688"/>
                </a:lnTo>
                <a:lnTo>
                  <a:pt x="370545" y="77390"/>
                </a:lnTo>
                <a:lnTo>
                  <a:pt x="370003" y="78089"/>
                </a:lnTo>
                <a:lnTo>
                  <a:pt x="369435" y="78785"/>
                </a:lnTo>
                <a:lnTo>
                  <a:pt x="368839" y="79478"/>
                </a:lnTo>
                <a:lnTo>
                  <a:pt x="368217" y="80167"/>
                </a:lnTo>
                <a:lnTo>
                  <a:pt x="367551" y="80857"/>
                </a:lnTo>
                <a:lnTo>
                  <a:pt x="366825" y="81549"/>
                </a:lnTo>
                <a:lnTo>
                  <a:pt x="366038" y="82243"/>
                </a:lnTo>
                <a:lnTo>
                  <a:pt x="365192" y="82940"/>
                </a:lnTo>
                <a:lnTo>
                  <a:pt x="364285" y="83639"/>
                </a:lnTo>
                <a:lnTo>
                  <a:pt x="363317" y="84341"/>
                </a:lnTo>
                <a:lnTo>
                  <a:pt x="362290" y="85046"/>
                </a:lnTo>
                <a:lnTo>
                  <a:pt x="361202" y="85752"/>
                </a:lnTo>
                <a:lnTo>
                  <a:pt x="360054" y="86462"/>
                </a:lnTo>
                <a:lnTo>
                  <a:pt x="358846" y="87173"/>
                </a:lnTo>
                <a:lnTo>
                  <a:pt x="357577" y="87888"/>
                </a:lnTo>
                <a:lnTo>
                  <a:pt x="356248" y="88604"/>
                </a:lnTo>
                <a:close/>
                <a:moveTo>
                  <a:pt x="461056" y="144327"/>
                </a:moveTo>
                <a:lnTo>
                  <a:pt x="418529" y="46297"/>
                </a:lnTo>
                <a:lnTo>
                  <a:pt x="436417" y="46297"/>
                </a:lnTo>
                <a:lnTo>
                  <a:pt x="469999" y="123968"/>
                </a:lnTo>
                <a:lnTo>
                  <a:pt x="504284" y="46297"/>
                </a:lnTo>
                <a:lnTo>
                  <a:pt x="520593" y="46297"/>
                </a:lnTo>
                <a:lnTo>
                  <a:pt x="477716" y="144327"/>
                </a:lnTo>
                <a:lnTo>
                  <a:pt x="461056" y="144327"/>
                </a:lnTo>
                <a:close/>
                <a:moveTo>
                  <a:pt x="600937" y="122132"/>
                </a:moveTo>
                <a:lnTo>
                  <a:pt x="599673" y="124144"/>
                </a:lnTo>
                <a:lnTo>
                  <a:pt x="598368" y="126072"/>
                </a:lnTo>
                <a:lnTo>
                  <a:pt x="597021" y="127915"/>
                </a:lnTo>
                <a:lnTo>
                  <a:pt x="595632" y="129674"/>
                </a:lnTo>
                <a:lnTo>
                  <a:pt x="594200" y="131348"/>
                </a:lnTo>
                <a:lnTo>
                  <a:pt x="592727" y="132938"/>
                </a:lnTo>
                <a:lnTo>
                  <a:pt x="591212" y="134444"/>
                </a:lnTo>
                <a:lnTo>
                  <a:pt x="589655" y="135866"/>
                </a:lnTo>
                <a:lnTo>
                  <a:pt x="588055" y="137203"/>
                </a:lnTo>
                <a:lnTo>
                  <a:pt x="586414" y="138455"/>
                </a:lnTo>
                <a:lnTo>
                  <a:pt x="584731" y="139623"/>
                </a:lnTo>
                <a:lnTo>
                  <a:pt x="583005" y="140707"/>
                </a:lnTo>
                <a:lnTo>
                  <a:pt x="581271" y="141706"/>
                </a:lnTo>
                <a:lnTo>
                  <a:pt x="579560" y="142617"/>
                </a:lnTo>
                <a:lnTo>
                  <a:pt x="577873" y="143442"/>
                </a:lnTo>
                <a:lnTo>
                  <a:pt x="576210" y="144180"/>
                </a:lnTo>
                <a:lnTo>
                  <a:pt x="574570" y="144831"/>
                </a:lnTo>
                <a:lnTo>
                  <a:pt x="572955" y="145395"/>
                </a:lnTo>
                <a:lnTo>
                  <a:pt x="571363" y="145872"/>
                </a:lnTo>
                <a:lnTo>
                  <a:pt x="569794" y="146263"/>
                </a:lnTo>
                <a:lnTo>
                  <a:pt x="568250" y="146567"/>
                </a:lnTo>
                <a:lnTo>
                  <a:pt x="566729" y="146784"/>
                </a:lnTo>
                <a:lnTo>
                  <a:pt x="565232" y="146914"/>
                </a:lnTo>
                <a:lnTo>
                  <a:pt x="563759" y="146958"/>
                </a:lnTo>
                <a:lnTo>
                  <a:pt x="561730" y="146884"/>
                </a:lnTo>
                <a:lnTo>
                  <a:pt x="559736" y="146663"/>
                </a:lnTo>
                <a:lnTo>
                  <a:pt x="557777" y="146294"/>
                </a:lnTo>
                <a:lnTo>
                  <a:pt x="555853" y="145779"/>
                </a:lnTo>
                <a:lnTo>
                  <a:pt x="553963" y="145116"/>
                </a:lnTo>
                <a:lnTo>
                  <a:pt x="552108" y="144305"/>
                </a:lnTo>
                <a:lnTo>
                  <a:pt x="550287" y="143347"/>
                </a:lnTo>
                <a:lnTo>
                  <a:pt x="548502" y="142242"/>
                </a:lnTo>
                <a:lnTo>
                  <a:pt x="546751" y="140990"/>
                </a:lnTo>
                <a:lnTo>
                  <a:pt x="545035" y="139590"/>
                </a:lnTo>
                <a:lnTo>
                  <a:pt x="543353" y="138042"/>
                </a:lnTo>
                <a:lnTo>
                  <a:pt x="541706" y="136348"/>
                </a:lnTo>
                <a:lnTo>
                  <a:pt x="540145" y="134503"/>
                </a:lnTo>
                <a:lnTo>
                  <a:pt x="538719" y="132507"/>
                </a:lnTo>
                <a:lnTo>
                  <a:pt x="537429" y="130358"/>
                </a:lnTo>
                <a:lnTo>
                  <a:pt x="536275" y="128057"/>
                </a:lnTo>
                <a:lnTo>
                  <a:pt x="535256" y="125604"/>
                </a:lnTo>
                <a:lnTo>
                  <a:pt x="534374" y="122998"/>
                </a:lnTo>
                <a:lnTo>
                  <a:pt x="533627" y="120240"/>
                </a:lnTo>
                <a:lnTo>
                  <a:pt x="533016" y="117330"/>
                </a:lnTo>
                <a:lnTo>
                  <a:pt x="532541" y="114268"/>
                </a:lnTo>
                <a:lnTo>
                  <a:pt x="532201" y="111054"/>
                </a:lnTo>
                <a:lnTo>
                  <a:pt x="531998" y="107687"/>
                </a:lnTo>
                <a:lnTo>
                  <a:pt x="531930" y="104168"/>
                </a:lnTo>
                <a:lnTo>
                  <a:pt x="531975" y="101358"/>
                </a:lnTo>
                <a:lnTo>
                  <a:pt x="532110" y="98599"/>
                </a:lnTo>
                <a:lnTo>
                  <a:pt x="532335" y="95890"/>
                </a:lnTo>
                <a:lnTo>
                  <a:pt x="532651" y="93232"/>
                </a:lnTo>
                <a:lnTo>
                  <a:pt x="533056" y="90624"/>
                </a:lnTo>
                <a:lnTo>
                  <a:pt x="533552" y="88067"/>
                </a:lnTo>
                <a:lnTo>
                  <a:pt x="534138" y="85561"/>
                </a:lnTo>
                <a:lnTo>
                  <a:pt x="534813" y="83104"/>
                </a:lnTo>
                <a:lnTo>
                  <a:pt x="535579" y="80699"/>
                </a:lnTo>
                <a:lnTo>
                  <a:pt x="536436" y="78344"/>
                </a:lnTo>
                <a:lnTo>
                  <a:pt x="537382" y="76040"/>
                </a:lnTo>
                <a:lnTo>
                  <a:pt x="538418" y="73786"/>
                </a:lnTo>
                <a:lnTo>
                  <a:pt x="539530" y="71596"/>
                </a:lnTo>
                <a:lnTo>
                  <a:pt x="540703" y="69484"/>
                </a:lnTo>
                <a:lnTo>
                  <a:pt x="541937" y="67451"/>
                </a:lnTo>
                <a:lnTo>
                  <a:pt x="543231" y="65495"/>
                </a:lnTo>
                <a:lnTo>
                  <a:pt x="544587" y="63617"/>
                </a:lnTo>
                <a:lnTo>
                  <a:pt x="546003" y="61817"/>
                </a:lnTo>
                <a:lnTo>
                  <a:pt x="547480" y="60095"/>
                </a:lnTo>
                <a:lnTo>
                  <a:pt x="549018" y="58451"/>
                </a:lnTo>
                <a:lnTo>
                  <a:pt x="550617" y="56885"/>
                </a:lnTo>
                <a:lnTo>
                  <a:pt x="552277" y="55396"/>
                </a:lnTo>
                <a:lnTo>
                  <a:pt x="553998" y="53986"/>
                </a:lnTo>
                <a:lnTo>
                  <a:pt x="555780" y="52654"/>
                </a:lnTo>
                <a:lnTo>
                  <a:pt x="557628" y="51415"/>
                </a:lnTo>
                <a:lnTo>
                  <a:pt x="559548" y="50283"/>
                </a:lnTo>
                <a:lnTo>
                  <a:pt x="561539" y="49259"/>
                </a:lnTo>
                <a:lnTo>
                  <a:pt x="563603" y="48343"/>
                </a:lnTo>
                <a:lnTo>
                  <a:pt x="565738" y="47535"/>
                </a:lnTo>
                <a:lnTo>
                  <a:pt x="567946" y="46834"/>
                </a:lnTo>
                <a:lnTo>
                  <a:pt x="570225" y="46241"/>
                </a:lnTo>
                <a:lnTo>
                  <a:pt x="572576" y="45756"/>
                </a:lnTo>
                <a:lnTo>
                  <a:pt x="574999" y="45379"/>
                </a:lnTo>
                <a:lnTo>
                  <a:pt x="577493" y="45110"/>
                </a:lnTo>
                <a:lnTo>
                  <a:pt x="580060" y="44948"/>
                </a:lnTo>
                <a:lnTo>
                  <a:pt x="582698" y="44894"/>
                </a:lnTo>
                <a:lnTo>
                  <a:pt x="583506" y="44901"/>
                </a:lnTo>
                <a:lnTo>
                  <a:pt x="584379" y="44921"/>
                </a:lnTo>
                <a:lnTo>
                  <a:pt x="585318" y="44954"/>
                </a:lnTo>
                <a:lnTo>
                  <a:pt x="586323" y="45001"/>
                </a:lnTo>
                <a:lnTo>
                  <a:pt x="587393" y="45061"/>
                </a:lnTo>
                <a:lnTo>
                  <a:pt x="588529" y="45135"/>
                </a:lnTo>
                <a:lnTo>
                  <a:pt x="589731" y="45222"/>
                </a:lnTo>
                <a:lnTo>
                  <a:pt x="590999" y="45323"/>
                </a:lnTo>
                <a:lnTo>
                  <a:pt x="592333" y="45437"/>
                </a:lnTo>
                <a:lnTo>
                  <a:pt x="593732" y="45564"/>
                </a:lnTo>
                <a:lnTo>
                  <a:pt x="595197" y="45704"/>
                </a:lnTo>
                <a:lnTo>
                  <a:pt x="596728" y="45858"/>
                </a:lnTo>
                <a:lnTo>
                  <a:pt x="596971" y="45888"/>
                </a:lnTo>
                <a:lnTo>
                  <a:pt x="597234" y="45919"/>
                </a:lnTo>
                <a:lnTo>
                  <a:pt x="597517" y="45952"/>
                </a:lnTo>
                <a:lnTo>
                  <a:pt x="597819" y="45985"/>
                </a:lnTo>
                <a:lnTo>
                  <a:pt x="598140" y="46020"/>
                </a:lnTo>
                <a:lnTo>
                  <a:pt x="598481" y="46056"/>
                </a:lnTo>
                <a:lnTo>
                  <a:pt x="598842" y="46093"/>
                </a:lnTo>
                <a:lnTo>
                  <a:pt x="599222" y="46131"/>
                </a:lnTo>
                <a:lnTo>
                  <a:pt x="599621" y="46171"/>
                </a:lnTo>
                <a:lnTo>
                  <a:pt x="600040" y="46212"/>
                </a:lnTo>
                <a:lnTo>
                  <a:pt x="600479" y="46254"/>
                </a:lnTo>
                <a:lnTo>
                  <a:pt x="600937" y="46297"/>
                </a:lnTo>
                <a:lnTo>
                  <a:pt x="617333" y="46297"/>
                </a:lnTo>
                <a:lnTo>
                  <a:pt x="617333" y="115479"/>
                </a:lnTo>
                <a:lnTo>
                  <a:pt x="617359" y="118394"/>
                </a:lnTo>
                <a:lnTo>
                  <a:pt x="617436" y="121216"/>
                </a:lnTo>
                <a:lnTo>
                  <a:pt x="617564" y="123945"/>
                </a:lnTo>
                <a:lnTo>
                  <a:pt x="617743" y="126581"/>
                </a:lnTo>
                <a:lnTo>
                  <a:pt x="617973" y="129124"/>
                </a:lnTo>
                <a:lnTo>
                  <a:pt x="618254" y="131575"/>
                </a:lnTo>
                <a:lnTo>
                  <a:pt x="618587" y="133932"/>
                </a:lnTo>
                <a:lnTo>
                  <a:pt x="618970" y="136197"/>
                </a:lnTo>
                <a:lnTo>
                  <a:pt x="619405" y="138369"/>
                </a:lnTo>
                <a:lnTo>
                  <a:pt x="619891" y="140448"/>
                </a:lnTo>
                <a:lnTo>
                  <a:pt x="620428" y="142434"/>
                </a:lnTo>
                <a:lnTo>
                  <a:pt x="621016" y="144327"/>
                </a:lnTo>
                <a:lnTo>
                  <a:pt x="604005" y="144327"/>
                </a:lnTo>
                <a:lnTo>
                  <a:pt x="603689" y="142930"/>
                </a:lnTo>
                <a:lnTo>
                  <a:pt x="603384" y="141451"/>
                </a:lnTo>
                <a:lnTo>
                  <a:pt x="603090" y="139889"/>
                </a:lnTo>
                <a:lnTo>
                  <a:pt x="602807" y="138245"/>
                </a:lnTo>
                <a:lnTo>
                  <a:pt x="602535" y="136519"/>
                </a:lnTo>
                <a:lnTo>
                  <a:pt x="602274" y="134711"/>
                </a:lnTo>
                <a:lnTo>
                  <a:pt x="602023" y="132820"/>
                </a:lnTo>
                <a:lnTo>
                  <a:pt x="601784" y="130847"/>
                </a:lnTo>
                <a:lnTo>
                  <a:pt x="601556" y="128792"/>
                </a:lnTo>
                <a:lnTo>
                  <a:pt x="601338" y="126654"/>
                </a:lnTo>
                <a:lnTo>
                  <a:pt x="601132" y="124434"/>
                </a:lnTo>
                <a:lnTo>
                  <a:pt x="600937" y="122132"/>
                </a:lnTo>
                <a:moveTo>
                  <a:pt x="600937" y="102853"/>
                </a:moveTo>
                <a:lnTo>
                  <a:pt x="600937" y="60852"/>
                </a:lnTo>
                <a:lnTo>
                  <a:pt x="599498" y="60488"/>
                </a:lnTo>
                <a:lnTo>
                  <a:pt x="598077" y="60156"/>
                </a:lnTo>
                <a:lnTo>
                  <a:pt x="596673" y="59855"/>
                </a:lnTo>
                <a:lnTo>
                  <a:pt x="595286" y="59586"/>
                </a:lnTo>
                <a:lnTo>
                  <a:pt x="593916" y="59348"/>
                </a:lnTo>
                <a:lnTo>
                  <a:pt x="592563" y="59143"/>
                </a:lnTo>
                <a:lnTo>
                  <a:pt x="591227" y="58968"/>
                </a:lnTo>
                <a:lnTo>
                  <a:pt x="589908" y="58826"/>
                </a:lnTo>
                <a:lnTo>
                  <a:pt x="588606" y="58715"/>
                </a:lnTo>
                <a:lnTo>
                  <a:pt x="587321" y="58636"/>
                </a:lnTo>
                <a:lnTo>
                  <a:pt x="586054" y="58588"/>
                </a:lnTo>
                <a:lnTo>
                  <a:pt x="584803" y="58573"/>
                </a:lnTo>
                <a:lnTo>
                  <a:pt x="582324" y="58654"/>
                </a:lnTo>
                <a:lnTo>
                  <a:pt x="579916" y="58897"/>
                </a:lnTo>
                <a:lnTo>
                  <a:pt x="577577" y="59301"/>
                </a:lnTo>
                <a:lnTo>
                  <a:pt x="575309" y="59868"/>
                </a:lnTo>
                <a:lnTo>
                  <a:pt x="573110" y="60597"/>
                </a:lnTo>
                <a:lnTo>
                  <a:pt x="570982" y="61488"/>
                </a:lnTo>
                <a:lnTo>
                  <a:pt x="568923" y="62541"/>
                </a:lnTo>
                <a:lnTo>
                  <a:pt x="566935" y="63756"/>
                </a:lnTo>
                <a:lnTo>
                  <a:pt x="565016" y="65132"/>
                </a:lnTo>
                <a:lnTo>
                  <a:pt x="563168" y="66671"/>
                </a:lnTo>
                <a:lnTo>
                  <a:pt x="561390" y="68372"/>
                </a:lnTo>
                <a:lnTo>
                  <a:pt x="559681" y="70234"/>
                </a:lnTo>
                <a:lnTo>
                  <a:pt x="558078" y="72237"/>
                </a:lnTo>
                <a:lnTo>
                  <a:pt x="556614" y="74356"/>
                </a:lnTo>
                <a:lnTo>
                  <a:pt x="555289" y="76592"/>
                </a:lnTo>
                <a:lnTo>
                  <a:pt x="554104" y="78944"/>
                </a:lnTo>
                <a:lnTo>
                  <a:pt x="553058" y="81414"/>
                </a:lnTo>
                <a:lnTo>
                  <a:pt x="552152" y="84001"/>
                </a:lnTo>
                <a:lnTo>
                  <a:pt x="551385" y="86704"/>
                </a:lnTo>
                <a:lnTo>
                  <a:pt x="550757" y="89525"/>
                </a:lnTo>
                <a:lnTo>
                  <a:pt x="550269" y="92462"/>
                </a:lnTo>
                <a:lnTo>
                  <a:pt x="549921" y="95517"/>
                </a:lnTo>
                <a:lnTo>
                  <a:pt x="549711" y="98688"/>
                </a:lnTo>
                <a:lnTo>
                  <a:pt x="549642" y="101976"/>
                </a:lnTo>
                <a:lnTo>
                  <a:pt x="549680" y="104352"/>
                </a:lnTo>
                <a:lnTo>
                  <a:pt x="549794" y="106629"/>
                </a:lnTo>
                <a:lnTo>
                  <a:pt x="549984" y="108807"/>
                </a:lnTo>
                <a:lnTo>
                  <a:pt x="550251" y="110886"/>
                </a:lnTo>
                <a:lnTo>
                  <a:pt x="550593" y="112865"/>
                </a:lnTo>
                <a:lnTo>
                  <a:pt x="551012" y="114745"/>
                </a:lnTo>
                <a:lnTo>
                  <a:pt x="551507" y="116526"/>
                </a:lnTo>
                <a:lnTo>
                  <a:pt x="552077" y="118207"/>
                </a:lnTo>
                <a:lnTo>
                  <a:pt x="552724" y="119789"/>
                </a:lnTo>
                <a:lnTo>
                  <a:pt x="553447" y="121272"/>
                </a:lnTo>
                <a:lnTo>
                  <a:pt x="554247" y="122656"/>
                </a:lnTo>
                <a:lnTo>
                  <a:pt x="555122" y="123941"/>
                </a:lnTo>
                <a:lnTo>
                  <a:pt x="556046" y="125124"/>
                </a:lnTo>
                <a:lnTo>
                  <a:pt x="556991" y="126205"/>
                </a:lnTo>
                <a:lnTo>
                  <a:pt x="557958" y="127182"/>
                </a:lnTo>
                <a:lnTo>
                  <a:pt x="558946" y="128057"/>
                </a:lnTo>
                <a:lnTo>
                  <a:pt x="559955" y="128829"/>
                </a:lnTo>
                <a:lnTo>
                  <a:pt x="560986" y="129498"/>
                </a:lnTo>
                <a:lnTo>
                  <a:pt x="562038" y="130064"/>
                </a:lnTo>
                <a:lnTo>
                  <a:pt x="563111" y="130527"/>
                </a:lnTo>
                <a:lnTo>
                  <a:pt x="564205" y="130887"/>
                </a:lnTo>
                <a:lnTo>
                  <a:pt x="565321" y="131144"/>
                </a:lnTo>
                <a:lnTo>
                  <a:pt x="566458" y="131298"/>
                </a:lnTo>
                <a:lnTo>
                  <a:pt x="567617" y="131350"/>
                </a:lnTo>
                <a:lnTo>
                  <a:pt x="568899" y="131296"/>
                </a:lnTo>
                <a:lnTo>
                  <a:pt x="570203" y="131136"/>
                </a:lnTo>
                <a:lnTo>
                  <a:pt x="571530" y="130868"/>
                </a:lnTo>
                <a:lnTo>
                  <a:pt x="572878" y="130493"/>
                </a:lnTo>
                <a:lnTo>
                  <a:pt x="574248" y="130010"/>
                </a:lnTo>
                <a:lnTo>
                  <a:pt x="575640" y="129421"/>
                </a:lnTo>
                <a:lnTo>
                  <a:pt x="577054" y="128724"/>
                </a:lnTo>
                <a:lnTo>
                  <a:pt x="578490" y="127921"/>
                </a:lnTo>
                <a:lnTo>
                  <a:pt x="579947" y="127010"/>
                </a:lnTo>
                <a:lnTo>
                  <a:pt x="581427" y="125991"/>
                </a:lnTo>
                <a:lnTo>
                  <a:pt x="582929" y="124866"/>
                </a:lnTo>
                <a:lnTo>
                  <a:pt x="584452" y="123634"/>
                </a:lnTo>
                <a:lnTo>
                  <a:pt x="585973" y="122311"/>
                </a:lnTo>
                <a:lnTo>
                  <a:pt x="587467" y="120913"/>
                </a:lnTo>
                <a:lnTo>
                  <a:pt x="588935" y="119441"/>
                </a:lnTo>
                <a:lnTo>
                  <a:pt x="590376" y="117895"/>
                </a:lnTo>
                <a:lnTo>
                  <a:pt x="591789" y="116275"/>
                </a:lnTo>
                <a:lnTo>
                  <a:pt x="593177" y="114580"/>
                </a:lnTo>
                <a:lnTo>
                  <a:pt x="594537" y="112812"/>
                </a:lnTo>
                <a:lnTo>
                  <a:pt x="595870" y="110968"/>
                </a:lnTo>
                <a:lnTo>
                  <a:pt x="597177" y="109051"/>
                </a:lnTo>
                <a:lnTo>
                  <a:pt x="598457" y="107059"/>
                </a:lnTo>
                <a:lnTo>
                  <a:pt x="599710" y="104993"/>
                </a:lnTo>
                <a:lnTo>
                  <a:pt x="600937" y="102853"/>
                </a:lnTo>
                <a:close/>
                <a:moveTo>
                  <a:pt x="670232" y="144327"/>
                </a:moveTo>
                <a:lnTo>
                  <a:pt x="670232" y="16484"/>
                </a:lnTo>
                <a:lnTo>
                  <a:pt x="640946" y="16484"/>
                </a:lnTo>
                <a:lnTo>
                  <a:pt x="640946" y="2806"/>
                </a:lnTo>
                <a:lnTo>
                  <a:pt x="686541" y="2806"/>
                </a:lnTo>
                <a:lnTo>
                  <a:pt x="686541" y="130648"/>
                </a:lnTo>
                <a:lnTo>
                  <a:pt x="717143" y="130648"/>
                </a:lnTo>
                <a:lnTo>
                  <a:pt x="717143" y="144327"/>
                </a:lnTo>
                <a:lnTo>
                  <a:pt x="670232" y="144327"/>
                </a:lnTo>
                <a:close/>
                <a:moveTo>
                  <a:pt x="831859" y="46297"/>
                </a:moveTo>
                <a:lnTo>
                  <a:pt x="831859" y="144327"/>
                </a:lnTo>
                <a:lnTo>
                  <a:pt x="815550" y="144327"/>
                </a:lnTo>
                <a:lnTo>
                  <a:pt x="815550" y="122677"/>
                </a:lnTo>
                <a:lnTo>
                  <a:pt x="814222" y="124659"/>
                </a:lnTo>
                <a:lnTo>
                  <a:pt x="812870" y="126556"/>
                </a:lnTo>
                <a:lnTo>
                  <a:pt x="811494" y="128369"/>
                </a:lnTo>
                <a:lnTo>
                  <a:pt x="810094" y="130097"/>
                </a:lnTo>
                <a:lnTo>
                  <a:pt x="808669" y="131741"/>
                </a:lnTo>
                <a:lnTo>
                  <a:pt x="807220" y="133301"/>
                </a:lnTo>
                <a:lnTo>
                  <a:pt x="805746" y="134776"/>
                </a:lnTo>
                <a:lnTo>
                  <a:pt x="804248" y="136167"/>
                </a:lnTo>
                <a:lnTo>
                  <a:pt x="802726" y="137474"/>
                </a:lnTo>
                <a:lnTo>
                  <a:pt x="801179" y="138696"/>
                </a:lnTo>
                <a:lnTo>
                  <a:pt x="799608" y="139835"/>
                </a:lnTo>
                <a:lnTo>
                  <a:pt x="798013" y="140888"/>
                </a:lnTo>
                <a:lnTo>
                  <a:pt x="796405" y="141858"/>
                </a:lnTo>
                <a:lnTo>
                  <a:pt x="794798" y="142743"/>
                </a:lnTo>
                <a:lnTo>
                  <a:pt x="793190" y="143544"/>
                </a:lnTo>
                <a:lnTo>
                  <a:pt x="791583" y="144260"/>
                </a:lnTo>
                <a:lnTo>
                  <a:pt x="789975" y="144892"/>
                </a:lnTo>
                <a:lnTo>
                  <a:pt x="788368" y="145440"/>
                </a:lnTo>
                <a:lnTo>
                  <a:pt x="786760" y="145904"/>
                </a:lnTo>
                <a:lnTo>
                  <a:pt x="785153" y="146283"/>
                </a:lnTo>
                <a:lnTo>
                  <a:pt x="783545" y="146578"/>
                </a:lnTo>
                <a:lnTo>
                  <a:pt x="781938" y="146789"/>
                </a:lnTo>
                <a:lnTo>
                  <a:pt x="780330" y="146915"/>
                </a:lnTo>
                <a:lnTo>
                  <a:pt x="778723" y="146958"/>
                </a:lnTo>
                <a:lnTo>
                  <a:pt x="777301" y="146926"/>
                </a:lnTo>
                <a:lnTo>
                  <a:pt x="775898" y="146830"/>
                </a:lnTo>
                <a:lnTo>
                  <a:pt x="774517" y="146670"/>
                </a:lnTo>
                <a:lnTo>
                  <a:pt x="773155" y="146446"/>
                </a:lnTo>
                <a:lnTo>
                  <a:pt x="771813" y="146158"/>
                </a:lnTo>
                <a:lnTo>
                  <a:pt x="770491" y="145807"/>
                </a:lnTo>
                <a:lnTo>
                  <a:pt x="769190" y="145391"/>
                </a:lnTo>
                <a:lnTo>
                  <a:pt x="767908" y="144912"/>
                </a:lnTo>
                <a:lnTo>
                  <a:pt x="766647" y="144368"/>
                </a:lnTo>
                <a:lnTo>
                  <a:pt x="765406" y="143761"/>
                </a:lnTo>
                <a:lnTo>
                  <a:pt x="764185" y="143089"/>
                </a:lnTo>
                <a:lnTo>
                  <a:pt x="762983" y="142354"/>
                </a:lnTo>
                <a:lnTo>
                  <a:pt x="761823" y="141567"/>
                </a:lnTo>
                <a:lnTo>
                  <a:pt x="760722" y="140739"/>
                </a:lnTo>
                <a:lnTo>
                  <a:pt x="759682" y="139872"/>
                </a:lnTo>
                <a:lnTo>
                  <a:pt x="758702" y="138964"/>
                </a:lnTo>
                <a:lnTo>
                  <a:pt x="757782" y="138016"/>
                </a:lnTo>
                <a:lnTo>
                  <a:pt x="756922" y="137027"/>
                </a:lnTo>
                <a:lnTo>
                  <a:pt x="756123" y="135999"/>
                </a:lnTo>
                <a:lnTo>
                  <a:pt x="755384" y="134930"/>
                </a:lnTo>
                <a:lnTo>
                  <a:pt x="754706" y="133821"/>
                </a:lnTo>
                <a:lnTo>
                  <a:pt x="754087" y="132672"/>
                </a:lnTo>
                <a:lnTo>
                  <a:pt x="753529" y="131483"/>
                </a:lnTo>
                <a:lnTo>
                  <a:pt x="753031" y="130254"/>
                </a:lnTo>
                <a:lnTo>
                  <a:pt x="752583" y="128905"/>
                </a:lnTo>
                <a:lnTo>
                  <a:pt x="752174" y="127359"/>
                </a:lnTo>
                <a:lnTo>
                  <a:pt x="751804" y="125615"/>
                </a:lnTo>
                <a:lnTo>
                  <a:pt x="751473" y="123673"/>
                </a:lnTo>
                <a:lnTo>
                  <a:pt x="751180" y="121533"/>
                </a:lnTo>
                <a:lnTo>
                  <a:pt x="750927" y="119195"/>
                </a:lnTo>
                <a:lnTo>
                  <a:pt x="750713" y="116659"/>
                </a:lnTo>
                <a:lnTo>
                  <a:pt x="750537" y="113925"/>
                </a:lnTo>
                <a:lnTo>
                  <a:pt x="750401" y="110994"/>
                </a:lnTo>
                <a:lnTo>
                  <a:pt x="750303" y="107864"/>
                </a:lnTo>
                <a:lnTo>
                  <a:pt x="750245" y="104537"/>
                </a:lnTo>
                <a:lnTo>
                  <a:pt x="750225" y="101011"/>
                </a:lnTo>
                <a:lnTo>
                  <a:pt x="750225" y="46297"/>
                </a:lnTo>
                <a:lnTo>
                  <a:pt x="766535" y="46297"/>
                </a:lnTo>
                <a:lnTo>
                  <a:pt x="766535" y="102971"/>
                </a:lnTo>
                <a:lnTo>
                  <a:pt x="766544" y="105255"/>
                </a:lnTo>
                <a:lnTo>
                  <a:pt x="766572" y="107405"/>
                </a:lnTo>
                <a:lnTo>
                  <a:pt x="766620" y="109423"/>
                </a:lnTo>
                <a:lnTo>
                  <a:pt x="766686" y="111307"/>
                </a:lnTo>
                <a:lnTo>
                  <a:pt x="766771" y="113058"/>
                </a:lnTo>
                <a:lnTo>
                  <a:pt x="766874" y="114676"/>
                </a:lnTo>
                <a:lnTo>
                  <a:pt x="766997" y="116160"/>
                </a:lnTo>
                <a:lnTo>
                  <a:pt x="767139" y="117511"/>
                </a:lnTo>
                <a:lnTo>
                  <a:pt x="767299" y="118729"/>
                </a:lnTo>
                <a:lnTo>
                  <a:pt x="767478" y="119814"/>
                </a:lnTo>
                <a:lnTo>
                  <a:pt x="767677" y="120766"/>
                </a:lnTo>
                <a:lnTo>
                  <a:pt x="767894" y="121584"/>
                </a:lnTo>
                <a:lnTo>
                  <a:pt x="768136" y="122325"/>
                </a:lnTo>
                <a:lnTo>
                  <a:pt x="768410" y="123043"/>
                </a:lnTo>
                <a:lnTo>
                  <a:pt x="768716" y="123738"/>
                </a:lnTo>
                <a:lnTo>
                  <a:pt x="769053" y="124411"/>
                </a:lnTo>
                <a:lnTo>
                  <a:pt x="769422" y="125062"/>
                </a:lnTo>
                <a:lnTo>
                  <a:pt x="769823" y="125690"/>
                </a:lnTo>
                <a:lnTo>
                  <a:pt x="770255" y="126295"/>
                </a:lnTo>
                <a:lnTo>
                  <a:pt x="770719" y="126878"/>
                </a:lnTo>
                <a:lnTo>
                  <a:pt x="771215" y="127439"/>
                </a:lnTo>
                <a:lnTo>
                  <a:pt x="771742" y="127977"/>
                </a:lnTo>
                <a:lnTo>
                  <a:pt x="772301" y="128492"/>
                </a:lnTo>
                <a:lnTo>
                  <a:pt x="772892" y="128985"/>
                </a:lnTo>
                <a:lnTo>
                  <a:pt x="773502" y="129447"/>
                </a:lnTo>
                <a:lnTo>
                  <a:pt x="774120" y="129868"/>
                </a:lnTo>
                <a:lnTo>
                  <a:pt x="774747" y="130250"/>
                </a:lnTo>
                <a:lnTo>
                  <a:pt x="775381" y="130591"/>
                </a:lnTo>
                <a:lnTo>
                  <a:pt x="776023" y="130892"/>
                </a:lnTo>
                <a:lnTo>
                  <a:pt x="776673" y="131153"/>
                </a:lnTo>
                <a:lnTo>
                  <a:pt x="777331" y="131374"/>
                </a:lnTo>
                <a:lnTo>
                  <a:pt x="777997" y="131555"/>
                </a:lnTo>
                <a:lnTo>
                  <a:pt x="778671" y="131695"/>
                </a:lnTo>
                <a:lnTo>
                  <a:pt x="779352" y="131796"/>
                </a:lnTo>
                <a:lnTo>
                  <a:pt x="780042" y="131856"/>
                </a:lnTo>
                <a:lnTo>
                  <a:pt x="780739" y="131876"/>
                </a:lnTo>
                <a:lnTo>
                  <a:pt x="782180" y="131820"/>
                </a:lnTo>
                <a:lnTo>
                  <a:pt x="783639" y="131651"/>
                </a:lnTo>
                <a:lnTo>
                  <a:pt x="785115" y="131370"/>
                </a:lnTo>
                <a:lnTo>
                  <a:pt x="786609" y="130976"/>
                </a:lnTo>
                <a:lnTo>
                  <a:pt x="788121" y="130469"/>
                </a:lnTo>
                <a:lnTo>
                  <a:pt x="789650" y="129850"/>
                </a:lnTo>
                <a:lnTo>
                  <a:pt x="791197" y="129119"/>
                </a:lnTo>
                <a:lnTo>
                  <a:pt x="792762" y="128275"/>
                </a:lnTo>
                <a:lnTo>
                  <a:pt x="794344" y="127318"/>
                </a:lnTo>
                <a:lnTo>
                  <a:pt x="795944" y="126249"/>
                </a:lnTo>
                <a:lnTo>
                  <a:pt x="797561" y="125068"/>
                </a:lnTo>
                <a:lnTo>
                  <a:pt x="799197" y="123774"/>
                </a:lnTo>
                <a:lnTo>
                  <a:pt x="800817" y="122394"/>
                </a:lnTo>
                <a:lnTo>
                  <a:pt x="802391" y="120955"/>
                </a:lnTo>
                <a:lnTo>
                  <a:pt x="803918" y="119457"/>
                </a:lnTo>
                <a:lnTo>
                  <a:pt x="805398" y="117900"/>
                </a:lnTo>
                <a:lnTo>
                  <a:pt x="806831" y="116284"/>
                </a:lnTo>
                <a:lnTo>
                  <a:pt x="808217" y="114609"/>
                </a:lnTo>
                <a:lnTo>
                  <a:pt x="809556" y="112875"/>
                </a:lnTo>
                <a:lnTo>
                  <a:pt x="810849" y="111083"/>
                </a:lnTo>
                <a:lnTo>
                  <a:pt x="812094" y="109231"/>
                </a:lnTo>
                <a:lnTo>
                  <a:pt x="813293" y="107320"/>
                </a:lnTo>
                <a:lnTo>
                  <a:pt x="814445" y="105350"/>
                </a:lnTo>
                <a:lnTo>
                  <a:pt x="815550" y="103321"/>
                </a:lnTo>
                <a:lnTo>
                  <a:pt x="815550" y="46297"/>
                </a:lnTo>
                <a:lnTo>
                  <a:pt x="831859" y="46297"/>
                </a:lnTo>
                <a:close/>
                <a:moveTo>
                  <a:pt x="940086" y="137663"/>
                </a:moveTo>
                <a:lnTo>
                  <a:pt x="936842" y="139148"/>
                </a:lnTo>
                <a:lnTo>
                  <a:pt x="933627" y="140503"/>
                </a:lnTo>
                <a:lnTo>
                  <a:pt x="930441" y="141729"/>
                </a:lnTo>
                <a:lnTo>
                  <a:pt x="927284" y="142827"/>
                </a:lnTo>
                <a:lnTo>
                  <a:pt x="924157" y="143795"/>
                </a:lnTo>
                <a:lnTo>
                  <a:pt x="921059" y="144634"/>
                </a:lnTo>
                <a:lnTo>
                  <a:pt x="917990" y="145344"/>
                </a:lnTo>
                <a:lnTo>
                  <a:pt x="914950" y="145925"/>
                </a:lnTo>
                <a:lnTo>
                  <a:pt x="911940" y="146377"/>
                </a:lnTo>
                <a:lnTo>
                  <a:pt x="908959" y="146699"/>
                </a:lnTo>
                <a:lnTo>
                  <a:pt x="906007" y="146893"/>
                </a:lnTo>
                <a:lnTo>
                  <a:pt x="903084" y="146958"/>
                </a:lnTo>
                <a:lnTo>
                  <a:pt x="900897" y="146912"/>
                </a:lnTo>
                <a:lnTo>
                  <a:pt x="898748" y="146775"/>
                </a:lnTo>
                <a:lnTo>
                  <a:pt x="896639" y="146547"/>
                </a:lnTo>
                <a:lnTo>
                  <a:pt x="894569" y="146228"/>
                </a:lnTo>
                <a:lnTo>
                  <a:pt x="892537" y="145818"/>
                </a:lnTo>
                <a:lnTo>
                  <a:pt x="890545" y="145316"/>
                </a:lnTo>
                <a:lnTo>
                  <a:pt x="888592" y="144724"/>
                </a:lnTo>
                <a:lnTo>
                  <a:pt x="886677" y="144040"/>
                </a:lnTo>
                <a:lnTo>
                  <a:pt x="884802" y="143265"/>
                </a:lnTo>
                <a:lnTo>
                  <a:pt x="882965" y="142398"/>
                </a:lnTo>
                <a:lnTo>
                  <a:pt x="881168" y="141441"/>
                </a:lnTo>
                <a:lnTo>
                  <a:pt x="879409" y="140392"/>
                </a:lnTo>
                <a:lnTo>
                  <a:pt x="877699" y="139259"/>
                </a:lnTo>
                <a:lnTo>
                  <a:pt x="876047" y="138047"/>
                </a:lnTo>
                <a:lnTo>
                  <a:pt x="874452" y="136757"/>
                </a:lnTo>
                <a:lnTo>
                  <a:pt x="872916" y="135388"/>
                </a:lnTo>
                <a:lnTo>
                  <a:pt x="871437" y="133941"/>
                </a:lnTo>
                <a:lnTo>
                  <a:pt x="870016" y="132416"/>
                </a:lnTo>
                <a:lnTo>
                  <a:pt x="868653" y="130812"/>
                </a:lnTo>
                <a:lnTo>
                  <a:pt x="867348" y="129130"/>
                </a:lnTo>
                <a:lnTo>
                  <a:pt x="866101" y="127369"/>
                </a:lnTo>
                <a:lnTo>
                  <a:pt x="864911" y="125530"/>
                </a:lnTo>
                <a:lnTo>
                  <a:pt x="863779" y="123613"/>
                </a:lnTo>
                <a:lnTo>
                  <a:pt x="862706" y="121617"/>
                </a:lnTo>
                <a:lnTo>
                  <a:pt x="861704" y="119570"/>
                </a:lnTo>
                <a:lnTo>
                  <a:pt x="860790" y="117499"/>
                </a:lnTo>
                <a:lnTo>
                  <a:pt x="859963" y="115404"/>
                </a:lnTo>
                <a:lnTo>
                  <a:pt x="859223" y="113286"/>
                </a:lnTo>
                <a:lnTo>
                  <a:pt x="858569" y="111144"/>
                </a:lnTo>
                <a:lnTo>
                  <a:pt x="858004" y="108978"/>
                </a:lnTo>
                <a:lnTo>
                  <a:pt x="857525" y="106789"/>
                </a:lnTo>
                <a:lnTo>
                  <a:pt x="857133" y="104576"/>
                </a:lnTo>
                <a:lnTo>
                  <a:pt x="856828" y="102339"/>
                </a:lnTo>
                <a:lnTo>
                  <a:pt x="856610" y="100079"/>
                </a:lnTo>
                <a:lnTo>
                  <a:pt x="856480" y="97795"/>
                </a:lnTo>
                <a:lnTo>
                  <a:pt x="856436" y="95487"/>
                </a:lnTo>
                <a:lnTo>
                  <a:pt x="856478" y="93262"/>
                </a:lnTo>
                <a:lnTo>
                  <a:pt x="856602" y="91052"/>
                </a:lnTo>
                <a:lnTo>
                  <a:pt x="856809" y="88856"/>
                </a:lnTo>
                <a:lnTo>
                  <a:pt x="857099" y="86675"/>
                </a:lnTo>
                <a:lnTo>
                  <a:pt x="857471" y="84509"/>
                </a:lnTo>
                <a:lnTo>
                  <a:pt x="857927" y="82357"/>
                </a:lnTo>
                <a:lnTo>
                  <a:pt x="858465" y="80219"/>
                </a:lnTo>
                <a:lnTo>
                  <a:pt x="859086" y="78097"/>
                </a:lnTo>
                <a:lnTo>
                  <a:pt x="859790" y="75989"/>
                </a:lnTo>
                <a:lnTo>
                  <a:pt x="860577" y="73895"/>
                </a:lnTo>
                <a:lnTo>
                  <a:pt x="861446" y="71816"/>
                </a:lnTo>
                <a:lnTo>
                  <a:pt x="862399" y="69752"/>
                </a:lnTo>
                <a:lnTo>
                  <a:pt x="863425" y="67733"/>
                </a:lnTo>
                <a:lnTo>
                  <a:pt x="864518" y="65790"/>
                </a:lnTo>
                <a:lnTo>
                  <a:pt x="865676" y="63922"/>
                </a:lnTo>
                <a:lnTo>
                  <a:pt x="866900" y="62131"/>
                </a:lnTo>
                <a:lnTo>
                  <a:pt x="868189" y="60416"/>
                </a:lnTo>
                <a:lnTo>
                  <a:pt x="869545" y="58777"/>
                </a:lnTo>
                <a:lnTo>
                  <a:pt x="870966" y="57214"/>
                </a:lnTo>
                <a:lnTo>
                  <a:pt x="872453" y="55727"/>
                </a:lnTo>
                <a:lnTo>
                  <a:pt x="874006" y="54315"/>
                </a:lnTo>
                <a:lnTo>
                  <a:pt x="875624" y="52980"/>
                </a:lnTo>
                <a:lnTo>
                  <a:pt x="877308" y="51722"/>
                </a:lnTo>
                <a:lnTo>
                  <a:pt x="879059" y="50539"/>
                </a:lnTo>
                <a:lnTo>
                  <a:pt x="880858" y="49441"/>
                </a:lnTo>
                <a:lnTo>
                  <a:pt x="882693" y="48439"/>
                </a:lnTo>
                <a:lnTo>
                  <a:pt x="884561" y="47532"/>
                </a:lnTo>
                <a:lnTo>
                  <a:pt x="886463" y="46721"/>
                </a:lnTo>
                <a:lnTo>
                  <a:pt x="888399" y="46005"/>
                </a:lnTo>
                <a:lnTo>
                  <a:pt x="890370" y="45384"/>
                </a:lnTo>
                <a:lnTo>
                  <a:pt x="892374" y="44859"/>
                </a:lnTo>
                <a:lnTo>
                  <a:pt x="894413" y="44430"/>
                </a:lnTo>
                <a:lnTo>
                  <a:pt x="896486" y="44096"/>
                </a:lnTo>
                <a:lnTo>
                  <a:pt x="898592" y="43857"/>
                </a:lnTo>
                <a:lnTo>
                  <a:pt x="900733" y="43714"/>
                </a:lnTo>
                <a:lnTo>
                  <a:pt x="902908" y="43666"/>
                </a:lnTo>
                <a:lnTo>
                  <a:pt x="905769" y="43753"/>
                </a:lnTo>
                <a:lnTo>
                  <a:pt x="908534" y="44011"/>
                </a:lnTo>
                <a:lnTo>
                  <a:pt x="911203" y="44442"/>
                </a:lnTo>
                <a:lnTo>
                  <a:pt x="913776" y="45046"/>
                </a:lnTo>
                <a:lnTo>
                  <a:pt x="916254" y="45821"/>
                </a:lnTo>
                <a:lnTo>
                  <a:pt x="918637" y="46770"/>
                </a:lnTo>
                <a:lnTo>
                  <a:pt x="920923" y="47890"/>
                </a:lnTo>
                <a:lnTo>
                  <a:pt x="923115" y="49183"/>
                </a:lnTo>
                <a:lnTo>
                  <a:pt x="925210" y="50649"/>
                </a:lnTo>
                <a:lnTo>
                  <a:pt x="927210" y="52286"/>
                </a:lnTo>
                <a:lnTo>
                  <a:pt x="929115" y="54097"/>
                </a:lnTo>
                <a:lnTo>
                  <a:pt x="930923" y="56079"/>
                </a:lnTo>
                <a:lnTo>
                  <a:pt x="932611" y="58241"/>
                </a:lnTo>
                <a:lnTo>
                  <a:pt x="934152" y="60590"/>
                </a:lnTo>
                <a:lnTo>
                  <a:pt x="935546" y="63125"/>
                </a:lnTo>
                <a:lnTo>
                  <a:pt x="936793" y="65848"/>
                </a:lnTo>
                <a:lnTo>
                  <a:pt x="937894" y="68757"/>
                </a:lnTo>
                <a:lnTo>
                  <a:pt x="938848" y="71854"/>
                </a:lnTo>
                <a:lnTo>
                  <a:pt x="939655" y="75137"/>
                </a:lnTo>
                <a:lnTo>
                  <a:pt x="940315" y="78608"/>
                </a:lnTo>
                <a:lnTo>
                  <a:pt x="940829" y="82265"/>
                </a:lnTo>
                <a:lnTo>
                  <a:pt x="941196" y="86109"/>
                </a:lnTo>
                <a:lnTo>
                  <a:pt x="941416" y="90140"/>
                </a:lnTo>
                <a:lnTo>
                  <a:pt x="941489" y="94358"/>
                </a:lnTo>
                <a:lnTo>
                  <a:pt x="941489" y="97855"/>
                </a:lnTo>
                <a:lnTo>
                  <a:pt x="873973" y="97855"/>
                </a:lnTo>
                <a:lnTo>
                  <a:pt x="874002" y="99538"/>
                </a:lnTo>
                <a:lnTo>
                  <a:pt x="874091" y="101197"/>
                </a:lnTo>
                <a:lnTo>
                  <a:pt x="874239" y="102831"/>
                </a:lnTo>
                <a:lnTo>
                  <a:pt x="874445" y="104441"/>
                </a:lnTo>
                <a:lnTo>
                  <a:pt x="874711" y="106026"/>
                </a:lnTo>
                <a:lnTo>
                  <a:pt x="875036" y="107588"/>
                </a:lnTo>
                <a:lnTo>
                  <a:pt x="875420" y="109125"/>
                </a:lnTo>
                <a:lnTo>
                  <a:pt x="875863" y="110637"/>
                </a:lnTo>
                <a:lnTo>
                  <a:pt x="876365" y="112125"/>
                </a:lnTo>
                <a:lnTo>
                  <a:pt x="876926" y="113589"/>
                </a:lnTo>
                <a:lnTo>
                  <a:pt x="877546" y="115029"/>
                </a:lnTo>
                <a:lnTo>
                  <a:pt x="878226" y="116444"/>
                </a:lnTo>
                <a:lnTo>
                  <a:pt x="878953" y="117817"/>
                </a:lnTo>
                <a:lnTo>
                  <a:pt x="879717" y="119133"/>
                </a:lnTo>
                <a:lnTo>
                  <a:pt x="880519" y="120389"/>
                </a:lnTo>
                <a:lnTo>
                  <a:pt x="881358" y="121588"/>
                </a:lnTo>
                <a:lnTo>
                  <a:pt x="882234" y="122728"/>
                </a:lnTo>
                <a:lnTo>
                  <a:pt x="883147" y="123809"/>
                </a:lnTo>
                <a:lnTo>
                  <a:pt x="884097" y="124832"/>
                </a:lnTo>
                <a:lnTo>
                  <a:pt x="885084" y="125797"/>
                </a:lnTo>
                <a:lnTo>
                  <a:pt x="886109" y="126703"/>
                </a:lnTo>
                <a:lnTo>
                  <a:pt x="887170" y="127550"/>
                </a:lnTo>
                <a:lnTo>
                  <a:pt x="888269" y="128339"/>
                </a:lnTo>
                <a:lnTo>
                  <a:pt x="889405" y="129070"/>
                </a:lnTo>
                <a:lnTo>
                  <a:pt x="890573" y="129742"/>
                </a:lnTo>
                <a:lnTo>
                  <a:pt x="891768" y="130356"/>
                </a:lnTo>
                <a:lnTo>
                  <a:pt x="892989" y="130911"/>
                </a:lnTo>
                <a:lnTo>
                  <a:pt x="894238" y="131408"/>
                </a:lnTo>
                <a:lnTo>
                  <a:pt x="895513" y="131847"/>
                </a:lnTo>
                <a:lnTo>
                  <a:pt x="896814" y="132227"/>
                </a:lnTo>
                <a:lnTo>
                  <a:pt x="898143" y="132548"/>
                </a:lnTo>
                <a:lnTo>
                  <a:pt x="899499" y="132811"/>
                </a:lnTo>
                <a:lnTo>
                  <a:pt x="900881" y="133016"/>
                </a:lnTo>
                <a:lnTo>
                  <a:pt x="902290" y="133162"/>
                </a:lnTo>
                <a:lnTo>
                  <a:pt x="903726" y="133250"/>
                </a:lnTo>
                <a:lnTo>
                  <a:pt x="905188" y="133279"/>
                </a:lnTo>
                <a:lnTo>
                  <a:pt x="907842" y="133206"/>
                </a:lnTo>
                <a:lnTo>
                  <a:pt x="910542" y="132987"/>
                </a:lnTo>
                <a:lnTo>
                  <a:pt x="913288" y="132621"/>
                </a:lnTo>
                <a:lnTo>
                  <a:pt x="916080" y="132110"/>
                </a:lnTo>
                <a:lnTo>
                  <a:pt x="918919" y="131452"/>
                </a:lnTo>
                <a:lnTo>
                  <a:pt x="921804" y="130648"/>
                </a:lnTo>
                <a:lnTo>
                  <a:pt x="924736" y="129699"/>
                </a:lnTo>
                <a:lnTo>
                  <a:pt x="927713" y="128602"/>
                </a:lnTo>
                <a:lnTo>
                  <a:pt x="930737" y="127360"/>
                </a:lnTo>
                <a:lnTo>
                  <a:pt x="933807" y="125972"/>
                </a:lnTo>
                <a:lnTo>
                  <a:pt x="936924" y="124438"/>
                </a:lnTo>
                <a:lnTo>
                  <a:pt x="940086" y="122757"/>
                </a:lnTo>
                <a:lnTo>
                  <a:pt x="940086" y="137663"/>
                </a:lnTo>
                <a:moveTo>
                  <a:pt x="874937" y="85579"/>
                </a:moveTo>
                <a:lnTo>
                  <a:pt x="923777" y="85579"/>
                </a:lnTo>
                <a:lnTo>
                  <a:pt x="923777" y="83242"/>
                </a:lnTo>
                <a:lnTo>
                  <a:pt x="923736" y="81298"/>
                </a:lnTo>
                <a:lnTo>
                  <a:pt x="923614" y="79421"/>
                </a:lnTo>
                <a:lnTo>
                  <a:pt x="923410" y="77611"/>
                </a:lnTo>
                <a:lnTo>
                  <a:pt x="923124" y="75869"/>
                </a:lnTo>
                <a:lnTo>
                  <a:pt x="922757" y="74195"/>
                </a:lnTo>
                <a:lnTo>
                  <a:pt x="922308" y="72588"/>
                </a:lnTo>
                <a:lnTo>
                  <a:pt x="921778" y="71048"/>
                </a:lnTo>
                <a:lnTo>
                  <a:pt x="921166" y="69575"/>
                </a:lnTo>
                <a:lnTo>
                  <a:pt x="920473" y="68170"/>
                </a:lnTo>
                <a:lnTo>
                  <a:pt x="919697" y="66833"/>
                </a:lnTo>
                <a:lnTo>
                  <a:pt x="918841" y="65563"/>
                </a:lnTo>
                <a:lnTo>
                  <a:pt x="917902" y="64360"/>
                </a:lnTo>
                <a:lnTo>
                  <a:pt x="916896" y="63239"/>
                </a:lnTo>
                <a:lnTo>
                  <a:pt x="915834" y="62216"/>
                </a:lnTo>
                <a:lnTo>
                  <a:pt x="914718" y="61291"/>
                </a:lnTo>
                <a:lnTo>
                  <a:pt x="913547" y="60463"/>
                </a:lnTo>
                <a:lnTo>
                  <a:pt x="912322" y="59732"/>
                </a:lnTo>
                <a:lnTo>
                  <a:pt x="911041" y="59099"/>
                </a:lnTo>
                <a:lnTo>
                  <a:pt x="909706" y="58563"/>
                </a:lnTo>
                <a:lnTo>
                  <a:pt x="908316" y="58124"/>
                </a:lnTo>
                <a:lnTo>
                  <a:pt x="906871" y="57783"/>
                </a:lnTo>
                <a:lnTo>
                  <a:pt x="905371" y="57540"/>
                </a:lnTo>
                <a:lnTo>
                  <a:pt x="903816" y="57394"/>
                </a:lnTo>
                <a:lnTo>
                  <a:pt x="902207" y="57345"/>
                </a:lnTo>
                <a:lnTo>
                  <a:pt x="900574" y="57395"/>
                </a:lnTo>
                <a:lnTo>
                  <a:pt x="898979" y="57544"/>
                </a:lnTo>
                <a:lnTo>
                  <a:pt x="897420" y="57792"/>
                </a:lnTo>
                <a:lnTo>
                  <a:pt x="895899" y="58139"/>
                </a:lnTo>
                <a:lnTo>
                  <a:pt x="894414" y="58586"/>
                </a:lnTo>
                <a:lnTo>
                  <a:pt x="892967" y="59132"/>
                </a:lnTo>
                <a:lnTo>
                  <a:pt x="891557" y="59777"/>
                </a:lnTo>
                <a:lnTo>
                  <a:pt x="890185" y="60521"/>
                </a:lnTo>
                <a:lnTo>
                  <a:pt x="888849" y="61365"/>
                </a:lnTo>
                <a:lnTo>
                  <a:pt x="887550" y="62308"/>
                </a:lnTo>
                <a:lnTo>
                  <a:pt x="886289" y="63350"/>
                </a:lnTo>
                <a:lnTo>
                  <a:pt x="885065" y="64491"/>
                </a:lnTo>
                <a:lnTo>
                  <a:pt x="883889" y="65729"/>
                </a:lnTo>
                <a:lnTo>
                  <a:pt x="882774" y="67061"/>
                </a:lnTo>
                <a:lnTo>
                  <a:pt x="881719" y="68488"/>
                </a:lnTo>
                <a:lnTo>
                  <a:pt x="880725" y="70009"/>
                </a:lnTo>
                <a:lnTo>
                  <a:pt x="879790" y="71625"/>
                </a:lnTo>
                <a:lnTo>
                  <a:pt x="878916" y="73335"/>
                </a:lnTo>
                <a:lnTo>
                  <a:pt x="878102" y="75139"/>
                </a:lnTo>
                <a:lnTo>
                  <a:pt x="877349" y="77038"/>
                </a:lnTo>
                <a:lnTo>
                  <a:pt x="876655" y="79032"/>
                </a:lnTo>
                <a:lnTo>
                  <a:pt x="876022" y="81120"/>
                </a:lnTo>
                <a:lnTo>
                  <a:pt x="875450" y="83302"/>
                </a:lnTo>
                <a:lnTo>
                  <a:pt x="874937" y="85579"/>
                </a:lnTo>
                <a:close/>
                <a:moveTo>
                  <a:pt x="1161188" y="74706"/>
                </a:moveTo>
                <a:lnTo>
                  <a:pt x="1161188" y="88385"/>
                </a:lnTo>
                <a:lnTo>
                  <a:pt x="1065964" y="88385"/>
                </a:lnTo>
                <a:lnTo>
                  <a:pt x="1065964" y="74706"/>
                </a:lnTo>
                <a:lnTo>
                  <a:pt x="1161188" y="74706"/>
                </a:lnTo>
                <a:moveTo>
                  <a:pt x="1161188" y="105396"/>
                </a:moveTo>
                <a:lnTo>
                  <a:pt x="1161188" y="119074"/>
                </a:lnTo>
                <a:lnTo>
                  <a:pt x="1065964" y="119074"/>
                </a:lnTo>
                <a:lnTo>
                  <a:pt x="1065964" y="105396"/>
                </a:lnTo>
                <a:lnTo>
                  <a:pt x="1161188" y="105396"/>
                </a:lnTo>
                <a:close/>
                <a:moveTo>
                  <a:pt x="1353442" y="122231"/>
                </a:moveTo>
                <a:lnTo>
                  <a:pt x="1352179" y="124235"/>
                </a:lnTo>
                <a:lnTo>
                  <a:pt x="1350873" y="126155"/>
                </a:lnTo>
                <a:lnTo>
                  <a:pt x="1349526" y="127991"/>
                </a:lnTo>
                <a:lnTo>
                  <a:pt x="1348137" y="129742"/>
                </a:lnTo>
                <a:lnTo>
                  <a:pt x="1346706" y="131410"/>
                </a:lnTo>
                <a:lnTo>
                  <a:pt x="1345232" y="132994"/>
                </a:lnTo>
                <a:lnTo>
                  <a:pt x="1343717" y="134494"/>
                </a:lnTo>
                <a:lnTo>
                  <a:pt x="1342160" y="135909"/>
                </a:lnTo>
                <a:lnTo>
                  <a:pt x="1340561" y="137241"/>
                </a:lnTo>
                <a:lnTo>
                  <a:pt x="1338919" y="138489"/>
                </a:lnTo>
                <a:lnTo>
                  <a:pt x="1337236" y="139652"/>
                </a:lnTo>
                <a:lnTo>
                  <a:pt x="1335511" y="140732"/>
                </a:lnTo>
                <a:lnTo>
                  <a:pt x="1333776" y="141726"/>
                </a:lnTo>
                <a:lnTo>
                  <a:pt x="1332065" y="142634"/>
                </a:lnTo>
                <a:lnTo>
                  <a:pt x="1330378" y="143456"/>
                </a:lnTo>
                <a:lnTo>
                  <a:pt x="1328715" y="144191"/>
                </a:lnTo>
                <a:lnTo>
                  <a:pt x="1327076" y="144839"/>
                </a:lnTo>
                <a:lnTo>
                  <a:pt x="1325460" y="145401"/>
                </a:lnTo>
                <a:lnTo>
                  <a:pt x="1323868" y="145877"/>
                </a:lnTo>
                <a:lnTo>
                  <a:pt x="1322300" y="146266"/>
                </a:lnTo>
                <a:lnTo>
                  <a:pt x="1320755" y="146568"/>
                </a:lnTo>
                <a:lnTo>
                  <a:pt x="1319234" y="146785"/>
                </a:lnTo>
                <a:lnTo>
                  <a:pt x="1317737" y="146914"/>
                </a:lnTo>
                <a:lnTo>
                  <a:pt x="1316264" y="146958"/>
                </a:lnTo>
                <a:lnTo>
                  <a:pt x="1314235" y="146884"/>
                </a:lnTo>
                <a:lnTo>
                  <a:pt x="1312242" y="146663"/>
                </a:lnTo>
                <a:lnTo>
                  <a:pt x="1310282" y="146294"/>
                </a:lnTo>
                <a:lnTo>
                  <a:pt x="1308358" y="145779"/>
                </a:lnTo>
                <a:lnTo>
                  <a:pt x="1306468" y="145116"/>
                </a:lnTo>
                <a:lnTo>
                  <a:pt x="1304613" y="144305"/>
                </a:lnTo>
                <a:lnTo>
                  <a:pt x="1302793" y="143347"/>
                </a:lnTo>
                <a:lnTo>
                  <a:pt x="1301007" y="142242"/>
                </a:lnTo>
                <a:lnTo>
                  <a:pt x="1299256" y="140990"/>
                </a:lnTo>
                <a:lnTo>
                  <a:pt x="1297540" y="139590"/>
                </a:lnTo>
                <a:lnTo>
                  <a:pt x="1295858" y="138042"/>
                </a:lnTo>
                <a:lnTo>
                  <a:pt x="1294212" y="136348"/>
                </a:lnTo>
                <a:lnTo>
                  <a:pt x="1292650" y="134503"/>
                </a:lnTo>
                <a:lnTo>
                  <a:pt x="1291224" y="132507"/>
                </a:lnTo>
                <a:lnTo>
                  <a:pt x="1289934" y="130358"/>
                </a:lnTo>
                <a:lnTo>
                  <a:pt x="1288780" y="128057"/>
                </a:lnTo>
                <a:lnTo>
                  <a:pt x="1287762" y="125604"/>
                </a:lnTo>
                <a:lnTo>
                  <a:pt x="1286879" y="122998"/>
                </a:lnTo>
                <a:lnTo>
                  <a:pt x="1286132" y="120240"/>
                </a:lnTo>
                <a:lnTo>
                  <a:pt x="1285521" y="117330"/>
                </a:lnTo>
                <a:lnTo>
                  <a:pt x="1285046" y="114268"/>
                </a:lnTo>
                <a:lnTo>
                  <a:pt x="1284706" y="111054"/>
                </a:lnTo>
                <a:lnTo>
                  <a:pt x="1284503" y="107687"/>
                </a:lnTo>
                <a:lnTo>
                  <a:pt x="1284435" y="104168"/>
                </a:lnTo>
                <a:lnTo>
                  <a:pt x="1284480" y="101358"/>
                </a:lnTo>
                <a:lnTo>
                  <a:pt x="1284615" y="98599"/>
                </a:lnTo>
                <a:lnTo>
                  <a:pt x="1284840" y="95890"/>
                </a:lnTo>
                <a:lnTo>
                  <a:pt x="1285156" y="93232"/>
                </a:lnTo>
                <a:lnTo>
                  <a:pt x="1285561" y="90624"/>
                </a:lnTo>
                <a:lnTo>
                  <a:pt x="1286057" y="88067"/>
                </a:lnTo>
                <a:lnTo>
                  <a:pt x="1286643" y="85561"/>
                </a:lnTo>
                <a:lnTo>
                  <a:pt x="1287319" y="83104"/>
                </a:lnTo>
                <a:lnTo>
                  <a:pt x="1288085" y="80699"/>
                </a:lnTo>
                <a:lnTo>
                  <a:pt x="1288941" y="78344"/>
                </a:lnTo>
                <a:lnTo>
                  <a:pt x="1289887" y="76040"/>
                </a:lnTo>
                <a:lnTo>
                  <a:pt x="1290923" y="73786"/>
                </a:lnTo>
                <a:lnTo>
                  <a:pt x="1292035" y="71596"/>
                </a:lnTo>
                <a:lnTo>
                  <a:pt x="1293208" y="69484"/>
                </a:lnTo>
                <a:lnTo>
                  <a:pt x="1294442" y="67451"/>
                </a:lnTo>
                <a:lnTo>
                  <a:pt x="1295736" y="65495"/>
                </a:lnTo>
                <a:lnTo>
                  <a:pt x="1297092" y="63617"/>
                </a:lnTo>
                <a:lnTo>
                  <a:pt x="1298508" y="61817"/>
                </a:lnTo>
                <a:lnTo>
                  <a:pt x="1299985" y="60095"/>
                </a:lnTo>
                <a:lnTo>
                  <a:pt x="1301523" y="58451"/>
                </a:lnTo>
                <a:lnTo>
                  <a:pt x="1303122" y="56885"/>
                </a:lnTo>
                <a:lnTo>
                  <a:pt x="1304782" y="55396"/>
                </a:lnTo>
                <a:lnTo>
                  <a:pt x="1306503" y="53986"/>
                </a:lnTo>
                <a:lnTo>
                  <a:pt x="1308285" y="52654"/>
                </a:lnTo>
                <a:lnTo>
                  <a:pt x="1310133" y="51415"/>
                </a:lnTo>
                <a:lnTo>
                  <a:pt x="1312053" y="50283"/>
                </a:lnTo>
                <a:lnTo>
                  <a:pt x="1314045" y="49259"/>
                </a:lnTo>
                <a:lnTo>
                  <a:pt x="1316108" y="48343"/>
                </a:lnTo>
                <a:lnTo>
                  <a:pt x="1318244" y="47535"/>
                </a:lnTo>
                <a:lnTo>
                  <a:pt x="1320451" y="46834"/>
                </a:lnTo>
                <a:lnTo>
                  <a:pt x="1322730" y="46241"/>
                </a:lnTo>
                <a:lnTo>
                  <a:pt x="1325081" y="45756"/>
                </a:lnTo>
                <a:lnTo>
                  <a:pt x="1327504" y="45379"/>
                </a:lnTo>
                <a:lnTo>
                  <a:pt x="1329999" y="45110"/>
                </a:lnTo>
                <a:lnTo>
                  <a:pt x="1332565" y="44948"/>
                </a:lnTo>
                <a:lnTo>
                  <a:pt x="1335204" y="44894"/>
                </a:lnTo>
                <a:lnTo>
                  <a:pt x="1336011" y="44901"/>
                </a:lnTo>
                <a:lnTo>
                  <a:pt x="1336884" y="44921"/>
                </a:lnTo>
                <a:lnTo>
                  <a:pt x="1337823" y="44954"/>
                </a:lnTo>
                <a:lnTo>
                  <a:pt x="1338828" y="45001"/>
                </a:lnTo>
                <a:lnTo>
                  <a:pt x="1339898" y="45061"/>
                </a:lnTo>
                <a:lnTo>
                  <a:pt x="1341035" y="45135"/>
                </a:lnTo>
                <a:lnTo>
                  <a:pt x="1342237" y="45222"/>
                </a:lnTo>
                <a:lnTo>
                  <a:pt x="1343504" y="45323"/>
                </a:lnTo>
                <a:lnTo>
                  <a:pt x="1344838" y="45437"/>
                </a:lnTo>
                <a:lnTo>
                  <a:pt x="1346237" y="45564"/>
                </a:lnTo>
                <a:lnTo>
                  <a:pt x="1347702" y="45704"/>
                </a:lnTo>
                <a:lnTo>
                  <a:pt x="1349233" y="45858"/>
                </a:lnTo>
                <a:lnTo>
                  <a:pt x="1349477" y="45888"/>
                </a:lnTo>
                <a:lnTo>
                  <a:pt x="1349740" y="45919"/>
                </a:lnTo>
                <a:lnTo>
                  <a:pt x="1350022" y="45952"/>
                </a:lnTo>
                <a:lnTo>
                  <a:pt x="1350324" y="45985"/>
                </a:lnTo>
                <a:lnTo>
                  <a:pt x="1350646" y="46020"/>
                </a:lnTo>
                <a:lnTo>
                  <a:pt x="1350987" y="46056"/>
                </a:lnTo>
                <a:lnTo>
                  <a:pt x="1351347" y="46093"/>
                </a:lnTo>
                <a:lnTo>
                  <a:pt x="1351727" y="46131"/>
                </a:lnTo>
                <a:lnTo>
                  <a:pt x="1352127" y="46171"/>
                </a:lnTo>
                <a:lnTo>
                  <a:pt x="1352546" y="46212"/>
                </a:lnTo>
                <a:lnTo>
                  <a:pt x="1352984" y="46254"/>
                </a:lnTo>
                <a:lnTo>
                  <a:pt x="1353442" y="46297"/>
                </a:lnTo>
                <a:lnTo>
                  <a:pt x="1353442" y="2806"/>
                </a:lnTo>
                <a:lnTo>
                  <a:pt x="1369839" y="2806"/>
                </a:lnTo>
                <a:lnTo>
                  <a:pt x="1369839" y="144327"/>
                </a:lnTo>
                <a:lnTo>
                  <a:pt x="1353442" y="144327"/>
                </a:lnTo>
                <a:lnTo>
                  <a:pt x="1353442" y="122231"/>
                </a:lnTo>
                <a:moveTo>
                  <a:pt x="1353442" y="102853"/>
                </a:moveTo>
                <a:lnTo>
                  <a:pt x="1353442" y="60852"/>
                </a:lnTo>
                <a:lnTo>
                  <a:pt x="1352004" y="60488"/>
                </a:lnTo>
                <a:lnTo>
                  <a:pt x="1350582" y="60156"/>
                </a:lnTo>
                <a:lnTo>
                  <a:pt x="1349178" y="59855"/>
                </a:lnTo>
                <a:lnTo>
                  <a:pt x="1347791" y="59586"/>
                </a:lnTo>
                <a:lnTo>
                  <a:pt x="1346421" y="59348"/>
                </a:lnTo>
                <a:lnTo>
                  <a:pt x="1345068" y="59143"/>
                </a:lnTo>
                <a:lnTo>
                  <a:pt x="1343732" y="58968"/>
                </a:lnTo>
                <a:lnTo>
                  <a:pt x="1342413" y="58826"/>
                </a:lnTo>
                <a:lnTo>
                  <a:pt x="1341111" y="58715"/>
                </a:lnTo>
                <a:lnTo>
                  <a:pt x="1339827" y="58636"/>
                </a:lnTo>
                <a:lnTo>
                  <a:pt x="1338559" y="58588"/>
                </a:lnTo>
                <a:lnTo>
                  <a:pt x="1337308" y="58573"/>
                </a:lnTo>
                <a:lnTo>
                  <a:pt x="1334829" y="58654"/>
                </a:lnTo>
                <a:lnTo>
                  <a:pt x="1332421" y="58897"/>
                </a:lnTo>
                <a:lnTo>
                  <a:pt x="1330082" y="59301"/>
                </a:lnTo>
                <a:lnTo>
                  <a:pt x="1327814" y="59868"/>
                </a:lnTo>
                <a:lnTo>
                  <a:pt x="1325615" y="60597"/>
                </a:lnTo>
                <a:lnTo>
                  <a:pt x="1323487" y="61488"/>
                </a:lnTo>
                <a:lnTo>
                  <a:pt x="1321429" y="62541"/>
                </a:lnTo>
                <a:lnTo>
                  <a:pt x="1319440" y="63756"/>
                </a:lnTo>
                <a:lnTo>
                  <a:pt x="1317522" y="65132"/>
                </a:lnTo>
                <a:lnTo>
                  <a:pt x="1315673" y="66671"/>
                </a:lnTo>
                <a:lnTo>
                  <a:pt x="1313895" y="68372"/>
                </a:lnTo>
                <a:lnTo>
                  <a:pt x="1312187" y="70234"/>
                </a:lnTo>
                <a:lnTo>
                  <a:pt x="1310583" y="72237"/>
                </a:lnTo>
                <a:lnTo>
                  <a:pt x="1309119" y="74356"/>
                </a:lnTo>
                <a:lnTo>
                  <a:pt x="1307794" y="76592"/>
                </a:lnTo>
                <a:lnTo>
                  <a:pt x="1306609" y="78944"/>
                </a:lnTo>
                <a:lnTo>
                  <a:pt x="1305563" y="81414"/>
                </a:lnTo>
                <a:lnTo>
                  <a:pt x="1304657" y="84001"/>
                </a:lnTo>
                <a:lnTo>
                  <a:pt x="1303890" y="86704"/>
                </a:lnTo>
                <a:lnTo>
                  <a:pt x="1303262" y="89525"/>
                </a:lnTo>
                <a:lnTo>
                  <a:pt x="1302774" y="92462"/>
                </a:lnTo>
                <a:lnTo>
                  <a:pt x="1302426" y="95517"/>
                </a:lnTo>
                <a:lnTo>
                  <a:pt x="1302217" y="98688"/>
                </a:lnTo>
                <a:lnTo>
                  <a:pt x="1302147" y="101976"/>
                </a:lnTo>
                <a:lnTo>
                  <a:pt x="1302185" y="104352"/>
                </a:lnTo>
                <a:lnTo>
                  <a:pt x="1302299" y="106629"/>
                </a:lnTo>
                <a:lnTo>
                  <a:pt x="1302489" y="108807"/>
                </a:lnTo>
                <a:lnTo>
                  <a:pt x="1302756" y="110886"/>
                </a:lnTo>
                <a:lnTo>
                  <a:pt x="1303098" y="112865"/>
                </a:lnTo>
                <a:lnTo>
                  <a:pt x="1303517" y="114745"/>
                </a:lnTo>
                <a:lnTo>
                  <a:pt x="1304012" y="116526"/>
                </a:lnTo>
                <a:lnTo>
                  <a:pt x="1304583" y="118207"/>
                </a:lnTo>
                <a:lnTo>
                  <a:pt x="1305230" y="119789"/>
                </a:lnTo>
                <a:lnTo>
                  <a:pt x="1305953" y="121272"/>
                </a:lnTo>
                <a:lnTo>
                  <a:pt x="1306752" y="122656"/>
                </a:lnTo>
                <a:lnTo>
                  <a:pt x="1307627" y="123941"/>
                </a:lnTo>
                <a:lnTo>
                  <a:pt x="1308551" y="125124"/>
                </a:lnTo>
                <a:lnTo>
                  <a:pt x="1309497" y="126205"/>
                </a:lnTo>
                <a:lnTo>
                  <a:pt x="1310463" y="127182"/>
                </a:lnTo>
                <a:lnTo>
                  <a:pt x="1311451" y="128057"/>
                </a:lnTo>
                <a:lnTo>
                  <a:pt x="1312460" y="128829"/>
                </a:lnTo>
                <a:lnTo>
                  <a:pt x="1313491" y="129498"/>
                </a:lnTo>
                <a:lnTo>
                  <a:pt x="1314543" y="130064"/>
                </a:lnTo>
                <a:lnTo>
                  <a:pt x="1315616" y="130527"/>
                </a:lnTo>
                <a:lnTo>
                  <a:pt x="1316711" y="130887"/>
                </a:lnTo>
                <a:lnTo>
                  <a:pt x="1317826" y="131144"/>
                </a:lnTo>
                <a:lnTo>
                  <a:pt x="1318964" y="131298"/>
                </a:lnTo>
                <a:lnTo>
                  <a:pt x="1320122" y="131350"/>
                </a:lnTo>
                <a:lnTo>
                  <a:pt x="1321404" y="131296"/>
                </a:lnTo>
                <a:lnTo>
                  <a:pt x="1322709" y="131136"/>
                </a:lnTo>
                <a:lnTo>
                  <a:pt x="1324035" y="130868"/>
                </a:lnTo>
                <a:lnTo>
                  <a:pt x="1325383" y="130493"/>
                </a:lnTo>
                <a:lnTo>
                  <a:pt x="1326753" y="130010"/>
                </a:lnTo>
                <a:lnTo>
                  <a:pt x="1328145" y="129421"/>
                </a:lnTo>
                <a:lnTo>
                  <a:pt x="1329559" y="128724"/>
                </a:lnTo>
                <a:lnTo>
                  <a:pt x="1330995" y="127921"/>
                </a:lnTo>
                <a:lnTo>
                  <a:pt x="1332453" y="127010"/>
                </a:lnTo>
                <a:lnTo>
                  <a:pt x="1333932" y="125991"/>
                </a:lnTo>
                <a:lnTo>
                  <a:pt x="1335434" y="124866"/>
                </a:lnTo>
                <a:lnTo>
                  <a:pt x="1336957" y="123634"/>
                </a:lnTo>
                <a:lnTo>
                  <a:pt x="1338478" y="122311"/>
                </a:lnTo>
                <a:lnTo>
                  <a:pt x="1339973" y="120913"/>
                </a:lnTo>
                <a:lnTo>
                  <a:pt x="1341440" y="119441"/>
                </a:lnTo>
                <a:lnTo>
                  <a:pt x="1342881" y="117895"/>
                </a:lnTo>
                <a:lnTo>
                  <a:pt x="1344295" y="116275"/>
                </a:lnTo>
                <a:lnTo>
                  <a:pt x="1345682" y="114580"/>
                </a:lnTo>
                <a:lnTo>
                  <a:pt x="1347042" y="112812"/>
                </a:lnTo>
                <a:lnTo>
                  <a:pt x="1348376" y="110968"/>
                </a:lnTo>
                <a:lnTo>
                  <a:pt x="1349682" y="109051"/>
                </a:lnTo>
                <a:lnTo>
                  <a:pt x="1350962" y="107059"/>
                </a:lnTo>
                <a:lnTo>
                  <a:pt x="1352215" y="104993"/>
                </a:lnTo>
                <a:lnTo>
                  <a:pt x="1353442" y="102853"/>
                </a:lnTo>
                <a:close/>
                <a:moveTo>
                  <a:pt x="1476838" y="137663"/>
                </a:moveTo>
                <a:lnTo>
                  <a:pt x="1473594" y="139148"/>
                </a:lnTo>
                <a:lnTo>
                  <a:pt x="1470379" y="140503"/>
                </a:lnTo>
                <a:lnTo>
                  <a:pt x="1467193" y="141729"/>
                </a:lnTo>
                <a:lnTo>
                  <a:pt x="1464037" y="142827"/>
                </a:lnTo>
                <a:lnTo>
                  <a:pt x="1460909" y="143795"/>
                </a:lnTo>
                <a:lnTo>
                  <a:pt x="1457811" y="144634"/>
                </a:lnTo>
                <a:lnTo>
                  <a:pt x="1454742" y="145344"/>
                </a:lnTo>
                <a:lnTo>
                  <a:pt x="1451703" y="145925"/>
                </a:lnTo>
                <a:lnTo>
                  <a:pt x="1448692" y="146377"/>
                </a:lnTo>
                <a:lnTo>
                  <a:pt x="1445711" y="146699"/>
                </a:lnTo>
                <a:lnTo>
                  <a:pt x="1442759" y="146893"/>
                </a:lnTo>
                <a:lnTo>
                  <a:pt x="1439836" y="146958"/>
                </a:lnTo>
                <a:lnTo>
                  <a:pt x="1437649" y="146912"/>
                </a:lnTo>
                <a:lnTo>
                  <a:pt x="1435501" y="146775"/>
                </a:lnTo>
                <a:lnTo>
                  <a:pt x="1433391" y="146547"/>
                </a:lnTo>
                <a:lnTo>
                  <a:pt x="1431321" y="146228"/>
                </a:lnTo>
                <a:lnTo>
                  <a:pt x="1429290" y="145818"/>
                </a:lnTo>
                <a:lnTo>
                  <a:pt x="1427297" y="145316"/>
                </a:lnTo>
                <a:lnTo>
                  <a:pt x="1425344" y="144724"/>
                </a:lnTo>
                <a:lnTo>
                  <a:pt x="1423429" y="144040"/>
                </a:lnTo>
                <a:lnTo>
                  <a:pt x="1421554" y="143265"/>
                </a:lnTo>
                <a:lnTo>
                  <a:pt x="1419718" y="142398"/>
                </a:lnTo>
                <a:lnTo>
                  <a:pt x="1417920" y="141441"/>
                </a:lnTo>
                <a:lnTo>
                  <a:pt x="1416161" y="140392"/>
                </a:lnTo>
                <a:lnTo>
                  <a:pt x="1414451" y="139259"/>
                </a:lnTo>
                <a:lnTo>
                  <a:pt x="1412799" y="138047"/>
                </a:lnTo>
                <a:lnTo>
                  <a:pt x="1411205" y="136757"/>
                </a:lnTo>
                <a:lnTo>
                  <a:pt x="1409668" y="135388"/>
                </a:lnTo>
                <a:lnTo>
                  <a:pt x="1408189" y="133941"/>
                </a:lnTo>
                <a:lnTo>
                  <a:pt x="1406768" y="132416"/>
                </a:lnTo>
                <a:lnTo>
                  <a:pt x="1405405" y="130812"/>
                </a:lnTo>
                <a:lnTo>
                  <a:pt x="1404100" y="129130"/>
                </a:lnTo>
                <a:lnTo>
                  <a:pt x="1402853" y="127369"/>
                </a:lnTo>
                <a:lnTo>
                  <a:pt x="1401663" y="125530"/>
                </a:lnTo>
                <a:lnTo>
                  <a:pt x="1400532" y="123613"/>
                </a:lnTo>
                <a:lnTo>
                  <a:pt x="1399458" y="121617"/>
                </a:lnTo>
                <a:lnTo>
                  <a:pt x="1398456" y="119570"/>
                </a:lnTo>
                <a:lnTo>
                  <a:pt x="1397542" y="117499"/>
                </a:lnTo>
                <a:lnTo>
                  <a:pt x="1396715" y="115404"/>
                </a:lnTo>
                <a:lnTo>
                  <a:pt x="1395975" y="113286"/>
                </a:lnTo>
                <a:lnTo>
                  <a:pt x="1395322" y="111144"/>
                </a:lnTo>
                <a:lnTo>
                  <a:pt x="1394756" y="108978"/>
                </a:lnTo>
                <a:lnTo>
                  <a:pt x="1394277" y="106789"/>
                </a:lnTo>
                <a:lnTo>
                  <a:pt x="1393885" y="104576"/>
                </a:lnTo>
                <a:lnTo>
                  <a:pt x="1393580" y="102339"/>
                </a:lnTo>
                <a:lnTo>
                  <a:pt x="1393363" y="100079"/>
                </a:lnTo>
                <a:lnTo>
                  <a:pt x="1393232" y="97795"/>
                </a:lnTo>
                <a:lnTo>
                  <a:pt x="1393188" y="95487"/>
                </a:lnTo>
                <a:lnTo>
                  <a:pt x="1393230" y="93262"/>
                </a:lnTo>
                <a:lnTo>
                  <a:pt x="1393354" y="91052"/>
                </a:lnTo>
                <a:lnTo>
                  <a:pt x="1393561" y="88856"/>
                </a:lnTo>
                <a:lnTo>
                  <a:pt x="1393851" y="86675"/>
                </a:lnTo>
                <a:lnTo>
                  <a:pt x="1394224" y="84509"/>
                </a:lnTo>
                <a:lnTo>
                  <a:pt x="1394679" y="82357"/>
                </a:lnTo>
                <a:lnTo>
                  <a:pt x="1395217" y="80219"/>
                </a:lnTo>
                <a:lnTo>
                  <a:pt x="1395838" y="78097"/>
                </a:lnTo>
                <a:lnTo>
                  <a:pt x="1396542" y="75989"/>
                </a:lnTo>
                <a:lnTo>
                  <a:pt x="1397329" y="73895"/>
                </a:lnTo>
                <a:lnTo>
                  <a:pt x="1398199" y="71816"/>
                </a:lnTo>
                <a:lnTo>
                  <a:pt x="1399151" y="69752"/>
                </a:lnTo>
                <a:lnTo>
                  <a:pt x="1400178" y="67733"/>
                </a:lnTo>
                <a:lnTo>
                  <a:pt x="1401270" y="65790"/>
                </a:lnTo>
                <a:lnTo>
                  <a:pt x="1402428" y="63922"/>
                </a:lnTo>
                <a:lnTo>
                  <a:pt x="1403652" y="62131"/>
                </a:lnTo>
                <a:lnTo>
                  <a:pt x="1404942" y="60416"/>
                </a:lnTo>
                <a:lnTo>
                  <a:pt x="1406297" y="58777"/>
                </a:lnTo>
                <a:lnTo>
                  <a:pt x="1407718" y="57214"/>
                </a:lnTo>
                <a:lnTo>
                  <a:pt x="1409205" y="55727"/>
                </a:lnTo>
                <a:lnTo>
                  <a:pt x="1410758" y="54315"/>
                </a:lnTo>
                <a:lnTo>
                  <a:pt x="1412376" y="52980"/>
                </a:lnTo>
                <a:lnTo>
                  <a:pt x="1414061" y="51722"/>
                </a:lnTo>
                <a:lnTo>
                  <a:pt x="1415811" y="50539"/>
                </a:lnTo>
                <a:lnTo>
                  <a:pt x="1417611" y="49441"/>
                </a:lnTo>
                <a:lnTo>
                  <a:pt x="1419445" y="48439"/>
                </a:lnTo>
                <a:lnTo>
                  <a:pt x="1421313" y="47532"/>
                </a:lnTo>
                <a:lnTo>
                  <a:pt x="1423215" y="46721"/>
                </a:lnTo>
                <a:lnTo>
                  <a:pt x="1425151" y="46005"/>
                </a:lnTo>
                <a:lnTo>
                  <a:pt x="1427122" y="45384"/>
                </a:lnTo>
                <a:lnTo>
                  <a:pt x="1429126" y="44859"/>
                </a:lnTo>
                <a:lnTo>
                  <a:pt x="1431165" y="44430"/>
                </a:lnTo>
                <a:lnTo>
                  <a:pt x="1433238" y="44096"/>
                </a:lnTo>
                <a:lnTo>
                  <a:pt x="1435345" y="43857"/>
                </a:lnTo>
                <a:lnTo>
                  <a:pt x="1437486" y="43714"/>
                </a:lnTo>
                <a:lnTo>
                  <a:pt x="1439661" y="43666"/>
                </a:lnTo>
                <a:lnTo>
                  <a:pt x="1442521" y="43753"/>
                </a:lnTo>
                <a:lnTo>
                  <a:pt x="1445286" y="44011"/>
                </a:lnTo>
                <a:lnTo>
                  <a:pt x="1447955" y="44442"/>
                </a:lnTo>
                <a:lnTo>
                  <a:pt x="1450529" y="45046"/>
                </a:lnTo>
                <a:lnTo>
                  <a:pt x="1453007" y="45821"/>
                </a:lnTo>
                <a:lnTo>
                  <a:pt x="1455389" y="46770"/>
                </a:lnTo>
                <a:lnTo>
                  <a:pt x="1457676" y="47890"/>
                </a:lnTo>
                <a:lnTo>
                  <a:pt x="1459867" y="49183"/>
                </a:lnTo>
                <a:lnTo>
                  <a:pt x="1461962" y="50649"/>
                </a:lnTo>
                <a:lnTo>
                  <a:pt x="1463962" y="52286"/>
                </a:lnTo>
                <a:lnTo>
                  <a:pt x="1465867" y="54097"/>
                </a:lnTo>
                <a:lnTo>
                  <a:pt x="1467676" y="56079"/>
                </a:lnTo>
                <a:lnTo>
                  <a:pt x="1469363" y="58241"/>
                </a:lnTo>
                <a:lnTo>
                  <a:pt x="1470904" y="60590"/>
                </a:lnTo>
                <a:lnTo>
                  <a:pt x="1472298" y="63125"/>
                </a:lnTo>
                <a:lnTo>
                  <a:pt x="1473545" y="65848"/>
                </a:lnTo>
                <a:lnTo>
                  <a:pt x="1474646" y="68757"/>
                </a:lnTo>
                <a:lnTo>
                  <a:pt x="1475600" y="71854"/>
                </a:lnTo>
                <a:lnTo>
                  <a:pt x="1476407" y="75137"/>
                </a:lnTo>
                <a:lnTo>
                  <a:pt x="1477067" y="78608"/>
                </a:lnTo>
                <a:lnTo>
                  <a:pt x="1477581" y="82265"/>
                </a:lnTo>
                <a:lnTo>
                  <a:pt x="1477948" y="86109"/>
                </a:lnTo>
                <a:lnTo>
                  <a:pt x="1478168" y="90140"/>
                </a:lnTo>
                <a:lnTo>
                  <a:pt x="1478241" y="94358"/>
                </a:lnTo>
                <a:lnTo>
                  <a:pt x="1478241" y="97855"/>
                </a:lnTo>
                <a:lnTo>
                  <a:pt x="1410725" y="97855"/>
                </a:lnTo>
                <a:lnTo>
                  <a:pt x="1410755" y="99538"/>
                </a:lnTo>
                <a:lnTo>
                  <a:pt x="1410843" y="101197"/>
                </a:lnTo>
                <a:lnTo>
                  <a:pt x="1410991" y="102831"/>
                </a:lnTo>
                <a:lnTo>
                  <a:pt x="1411198" y="104441"/>
                </a:lnTo>
                <a:lnTo>
                  <a:pt x="1411463" y="106026"/>
                </a:lnTo>
                <a:lnTo>
                  <a:pt x="1411788" y="107588"/>
                </a:lnTo>
                <a:lnTo>
                  <a:pt x="1412172" y="109125"/>
                </a:lnTo>
                <a:lnTo>
                  <a:pt x="1412615" y="110637"/>
                </a:lnTo>
                <a:lnTo>
                  <a:pt x="1413117" y="112125"/>
                </a:lnTo>
                <a:lnTo>
                  <a:pt x="1413678" y="113589"/>
                </a:lnTo>
                <a:lnTo>
                  <a:pt x="1414299" y="115029"/>
                </a:lnTo>
                <a:lnTo>
                  <a:pt x="1414978" y="116444"/>
                </a:lnTo>
                <a:lnTo>
                  <a:pt x="1415705" y="117817"/>
                </a:lnTo>
                <a:lnTo>
                  <a:pt x="1416470" y="119133"/>
                </a:lnTo>
                <a:lnTo>
                  <a:pt x="1417271" y="120389"/>
                </a:lnTo>
                <a:lnTo>
                  <a:pt x="1418110" y="121588"/>
                </a:lnTo>
                <a:lnTo>
                  <a:pt x="1418986" y="122728"/>
                </a:lnTo>
                <a:lnTo>
                  <a:pt x="1419899" y="123809"/>
                </a:lnTo>
                <a:lnTo>
                  <a:pt x="1420849" y="124832"/>
                </a:lnTo>
                <a:lnTo>
                  <a:pt x="1421837" y="125797"/>
                </a:lnTo>
                <a:lnTo>
                  <a:pt x="1422861" y="126703"/>
                </a:lnTo>
                <a:lnTo>
                  <a:pt x="1423923" y="127550"/>
                </a:lnTo>
                <a:lnTo>
                  <a:pt x="1425021" y="128339"/>
                </a:lnTo>
                <a:lnTo>
                  <a:pt x="1426157" y="129070"/>
                </a:lnTo>
                <a:lnTo>
                  <a:pt x="1427325" y="129742"/>
                </a:lnTo>
                <a:lnTo>
                  <a:pt x="1428520" y="130356"/>
                </a:lnTo>
                <a:lnTo>
                  <a:pt x="1429741" y="130911"/>
                </a:lnTo>
                <a:lnTo>
                  <a:pt x="1430990" y="131408"/>
                </a:lnTo>
                <a:lnTo>
                  <a:pt x="1432265" y="131847"/>
                </a:lnTo>
                <a:lnTo>
                  <a:pt x="1433567" y="132227"/>
                </a:lnTo>
                <a:lnTo>
                  <a:pt x="1434895" y="132548"/>
                </a:lnTo>
                <a:lnTo>
                  <a:pt x="1436251" y="132811"/>
                </a:lnTo>
                <a:lnTo>
                  <a:pt x="1437633" y="133016"/>
                </a:lnTo>
                <a:lnTo>
                  <a:pt x="1439042" y="133162"/>
                </a:lnTo>
                <a:lnTo>
                  <a:pt x="1440478" y="133250"/>
                </a:lnTo>
                <a:lnTo>
                  <a:pt x="1441940" y="133279"/>
                </a:lnTo>
                <a:lnTo>
                  <a:pt x="1444594" y="133206"/>
                </a:lnTo>
                <a:lnTo>
                  <a:pt x="1447294" y="132987"/>
                </a:lnTo>
                <a:lnTo>
                  <a:pt x="1450040" y="132621"/>
                </a:lnTo>
                <a:lnTo>
                  <a:pt x="1452833" y="132110"/>
                </a:lnTo>
                <a:lnTo>
                  <a:pt x="1455671" y="131452"/>
                </a:lnTo>
                <a:lnTo>
                  <a:pt x="1458556" y="130648"/>
                </a:lnTo>
                <a:lnTo>
                  <a:pt x="1461488" y="129699"/>
                </a:lnTo>
                <a:lnTo>
                  <a:pt x="1464465" y="128602"/>
                </a:lnTo>
                <a:lnTo>
                  <a:pt x="1467489" y="127360"/>
                </a:lnTo>
                <a:lnTo>
                  <a:pt x="1470559" y="125972"/>
                </a:lnTo>
                <a:lnTo>
                  <a:pt x="1473676" y="124438"/>
                </a:lnTo>
                <a:lnTo>
                  <a:pt x="1476838" y="122757"/>
                </a:lnTo>
                <a:lnTo>
                  <a:pt x="1476838" y="137663"/>
                </a:lnTo>
                <a:moveTo>
                  <a:pt x="1411690" y="85579"/>
                </a:moveTo>
                <a:lnTo>
                  <a:pt x="1460529" y="85579"/>
                </a:lnTo>
                <a:lnTo>
                  <a:pt x="1460529" y="83242"/>
                </a:lnTo>
                <a:lnTo>
                  <a:pt x="1460489" y="81298"/>
                </a:lnTo>
                <a:lnTo>
                  <a:pt x="1460366" y="79421"/>
                </a:lnTo>
                <a:lnTo>
                  <a:pt x="1460162" y="77611"/>
                </a:lnTo>
                <a:lnTo>
                  <a:pt x="1459877" y="75869"/>
                </a:lnTo>
                <a:lnTo>
                  <a:pt x="1459509" y="74195"/>
                </a:lnTo>
                <a:lnTo>
                  <a:pt x="1459061" y="72588"/>
                </a:lnTo>
                <a:lnTo>
                  <a:pt x="1458530" y="71048"/>
                </a:lnTo>
                <a:lnTo>
                  <a:pt x="1457918" y="69575"/>
                </a:lnTo>
                <a:lnTo>
                  <a:pt x="1457225" y="68170"/>
                </a:lnTo>
                <a:lnTo>
                  <a:pt x="1456450" y="66833"/>
                </a:lnTo>
                <a:lnTo>
                  <a:pt x="1455593" y="65563"/>
                </a:lnTo>
                <a:lnTo>
                  <a:pt x="1454655" y="64360"/>
                </a:lnTo>
                <a:lnTo>
                  <a:pt x="1453648" y="63239"/>
                </a:lnTo>
                <a:lnTo>
                  <a:pt x="1452587" y="62216"/>
                </a:lnTo>
                <a:lnTo>
                  <a:pt x="1451471" y="61291"/>
                </a:lnTo>
                <a:lnTo>
                  <a:pt x="1450300" y="60463"/>
                </a:lnTo>
                <a:lnTo>
                  <a:pt x="1449074" y="59732"/>
                </a:lnTo>
                <a:lnTo>
                  <a:pt x="1447793" y="59099"/>
                </a:lnTo>
                <a:lnTo>
                  <a:pt x="1446458" y="58563"/>
                </a:lnTo>
                <a:lnTo>
                  <a:pt x="1445068" y="58124"/>
                </a:lnTo>
                <a:lnTo>
                  <a:pt x="1443623" y="57783"/>
                </a:lnTo>
                <a:lnTo>
                  <a:pt x="1442123" y="57540"/>
                </a:lnTo>
                <a:lnTo>
                  <a:pt x="1440569" y="57394"/>
                </a:lnTo>
                <a:lnTo>
                  <a:pt x="1438959" y="57345"/>
                </a:lnTo>
                <a:lnTo>
                  <a:pt x="1437326" y="57395"/>
                </a:lnTo>
                <a:lnTo>
                  <a:pt x="1435731" y="57544"/>
                </a:lnTo>
                <a:lnTo>
                  <a:pt x="1434172" y="57792"/>
                </a:lnTo>
                <a:lnTo>
                  <a:pt x="1432651" y="58139"/>
                </a:lnTo>
                <a:lnTo>
                  <a:pt x="1431167" y="58586"/>
                </a:lnTo>
                <a:lnTo>
                  <a:pt x="1429720" y="59132"/>
                </a:lnTo>
                <a:lnTo>
                  <a:pt x="1428310" y="59777"/>
                </a:lnTo>
                <a:lnTo>
                  <a:pt x="1426937" y="60521"/>
                </a:lnTo>
                <a:lnTo>
                  <a:pt x="1425601" y="61365"/>
                </a:lnTo>
                <a:lnTo>
                  <a:pt x="1424303" y="62308"/>
                </a:lnTo>
                <a:lnTo>
                  <a:pt x="1423041" y="63350"/>
                </a:lnTo>
                <a:lnTo>
                  <a:pt x="1421817" y="64491"/>
                </a:lnTo>
                <a:lnTo>
                  <a:pt x="1420642" y="65729"/>
                </a:lnTo>
                <a:lnTo>
                  <a:pt x="1419526" y="67061"/>
                </a:lnTo>
                <a:lnTo>
                  <a:pt x="1418471" y="68488"/>
                </a:lnTo>
                <a:lnTo>
                  <a:pt x="1417477" y="70009"/>
                </a:lnTo>
                <a:lnTo>
                  <a:pt x="1416542" y="71625"/>
                </a:lnTo>
                <a:lnTo>
                  <a:pt x="1415668" y="73335"/>
                </a:lnTo>
                <a:lnTo>
                  <a:pt x="1414854" y="75139"/>
                </a:lnTo>
                <a:lnTo>
                  <a:pt x="1414101" y="77038"/>
                </a:lnTo>
                <a:lnTo>
                  <a:pt x="1413408" y="79032"/>
                </a:lnTo>
                <a:lnTo>
                  <a:pt x="1412775" y="81120"/>
                </a:lnTo>
                <a:lnTo>
                  <a:pt x="1412202" y="83302"/>
                </a:lnTo>
                <a:lnTo>
                  <a:pt x="1411690" y="85579"/>
                </a:lnTo>
                <a:close/>
                <a:moveTo>
                  <a:pt x="1502731" y="144327"/>
                </a:moveTo>
                <a:lnTo>
                  <a:pt x="1502731" y="46297"/>
                </a:lnTo>
                <a:lnTo>
                  <a:pt x="1519040" y="46297"/>
                </a:lnTo>
                <a:lnTo>
                  <a:pt x="1519040" y="67859"/>
                </a:lnTo>
                <a:lnTo>
                  <a:pt x="1520229" y="66001"/>
                </a:lnTo>
                <a:lnTo>
                  <a:pt x="1521459" y="64213"/>
                </a:lnTo>
                <a:lnTo>
                  <a:pt x="1522728" y="62492"/>
                </a:lnTo>
                <a:lnTo>
                  <a:pt x="1524038" y="60840"/>
                </a:lnTo>
                <a:lnTo>
                  <a:pt x="1525388" y="59257"/>
                </a:lnTo>
                <a:lnTo>
                  <a:pt x="1526778" y="57742"/>
                </a:lnTo>
                <a:lnTo>
                  <a:pt x="1528209" y="56295"/>
                </a:lnTo>
                <a:lnTo>
                  <a:pt x="1529679" y="54917"/>
                </a:lnTo>
                <a:lnTo>
                  <a:pt x="1531190" y="53607"/>
                </a:lnTo>
                <a:lnTo>
                  <a:pt x="1532741" y="52366"/>
                </a:lnTo>
                <a:lnTo>
                  <a:pt x="1534332" y="51193"/>
                </a:lnTo>
                <a:lnTo>
                  <a:pt x="1535963" y="50089"/>
                </a:lnTo>
                <a:lnTo>
                  <a:pt x="1537614" y="49063"/>
                </a:lnTo>
                <a:lnTo>
                  <a:pt x="1539266" y="48127"/>
                </a:lnTo>
                <a:lnTo>
                  <a:pt x="1540917" y="47279"/>
                </a:lnTo>
                <a:lnTo>
                  <a:pt x="1542569" y="46521"/>
                </a:lnTo>
                <a:lnTo>
                  <a:pt x="1544220" y="45852"/>
                </a:lnTo>
                <a:lnTo>
                  <a:pt x="1545871" y="45272"/>
                </a:lnTo>
                <a:lnTo>
                  <a:pt x="1547523" y="44781"/>
                </a:lnTo>
                <a:lnTo>
                  <a:pt x="1549174" y="44380"/>
                </a:lnTo>
                <a:lnTo>
                  <a:pt x="1550825" y="44068"/>
                </a:lnTo>
                <a:lnTo>
                  <a:pt x="1552477" y="43845"/>
                </a:lnTo>
                <a:lnTo>
                  <a:pt x="1554128" y="43711"/>
                </a:lnTo>
                <a:lnTo>
                  <a:pt x="1555780" y="43666"/>
                </a:lnTo>
                <a:lnTo>
                  <a:pt x="1557215" y="43698"/>
                </a:lnTo>
                <a:lnTo>
                  <a:pt x="1558629" y="43794"/>
                </a:lnTo>
                <a:lnTo>
                  <a:pt x="1560021" y="43954"/>
                </a:lnTo>
                <a:lnTo>
                  <a:pt x="1561391" y="44178"/>
                </a:lnTo>
                <a:lnTo>
                  <a:pt x="1562739" y="44466"/>
                </a:lnTo>
                <a:lnTo>
                  <a:pt x="1564066" y="44817"/>
                </a:lnTo>
                <a:lnTo>
                  <a:pt x="1565370" y="45233"/>
                </a:lnTo>
                <a:lnTo>
                  <a:pt x="1566652" y="45712"/>
                </a:lnTo>
                <a:lnTo>
                  <a:pt x="1567913" y="46256"/>
                </a:lnTo>
                <a:lnTo>
                  <a:pt x="1569151" y="46863"/>
                </a:lnTo>
                <a:lnTo>
                  <a:pt x="1570368" y="47535"/>
                </a:lnTo>
                <a:lnTo>
                  <a:pt x="1571563" y="48270"/>
                </a:lnTo>
                <a:lnTo>
                  <a:pt x="1572717" y="49057"/>
                </a:lnTo>
                <a:lnTo>
                  <a:pt x="1573812" y="49883"/>
                </a:lnTo>
                <a:lnTo>
                  <a:pt x="1574848" y="50750"/>
                </a:lnTo>
                <a:lnTo>
                  <a:pt x="1575825" y="51655"/>
                </a:lnTo>
                <a:lnTo>
                  <a:pt x="1576743" y="52601"/>
                </a:lnTo>
                <a:lnTo>
                  <a:pt x="1577602" y="53586"/>
                </a:lnTo>
                <a:lnTo>
                  <a:pt x="1578402" y="54610"/>
                </a:lnTo>
                <a:lnTo>
                  <a:pt x="1579142" y="55674"/>
                </a:lnTo>
                <a:lnTo>
                  <a:pt x="1579824" y="56778"/>
                </a:lnTo>
                <a:lnTo>
                  <a:pt x="1580447" y="57921"/>
                </a:lnTo>
                <a:lnTo>
                  <a:pt x="1581010" y="59104"/>
                </a:lnTo>
                <a:lnTo>
                  <a:pt x="1581515" y="60326"/>
                </a:lnTo>
                <a:lnTo>
                  <a:pt x="1581970" y="61668"/>
                </a:lnTo>
                <a:lnTo>
                  <a:pt x="1582385" y="63210"/>
                </a:lnTo>
                <a:lnTo>
                  <a:pt x="1582761" y="64952"/>
                </a:lnTo>
                <a:lnTo>
                  <a:pt x="1583098" y="66893"/>
                </a:lnTo>
                <a:lnTo>
                  <a:pt x="1583395" y="69034"/>
                </a:lnTo>
                <a:lnTo>
                  <a:pt x="1583652" y="71374"/>
                </a:lnTo>
                <a:lnTo>
                  <a:pt x="1583870" y="73915"/>
                </a:lnTo>
                <a:lnTo>
                  <a:pt x="1584048" y="76655"/>
                </a:lnTo>
                <a:lnTo>
                  <a:pt x="1584186" y="79595"/>
                </a:lnTo>
                <a:lnTo>
                  <a:pt x="1584285" y="82734"/>
                </a:lnTo>
                <a:lnTo>
                  <a:pt x="1584345" y="86074"/>
                </a:lnTo>
                <a:lnTo>
                  <a:pt x="1584364" y="89613"/>
                </a:lnTo>
                <a:lnTo>
                  <a:pt x="1584364" y="144327"/>
                </a:lnTo>
                <a:lnTo>
                  <a:pt x="1568055" y="144327"/>
                </a:lnTo>
                <a:lnTo>
                  <a:pt x="1568055" y="87653"/>
                </a:lnTo>
                <a:lnTo>
                  <a:pt x="1568046" y="85369"/>
                </a:lnTo>
                <a:lnTo>
                  <a:pt x="1568018" y="83219"/>
                </a:lnTo>
                <a:lnTo>
                  <a:pt x="1567970" y="81201"/>
                </a:lnTo>
                <a:lnTo>
                  <a:pt x="1567904" y="79317"/>
                </a:lnTo>
                <a:lnTo>
                  <a:pt x="1567819" y="77566"/>
                </a:lnTo>
                <a:lnTo>
                  <a:pt x="1567715" y="75948"/>
                </a:lnTo>
                <a:lnTo>
                  <a:pt x="1567593" y="74464"/>
                </a:lnTo>
                <a:lnTo>
                  <a:pt x="1567451" y="73113"/>
                </a:lnTo>
                <a:lnTo>
                  <a:pt x="1567291" y="71894"/>
                </a:lnTo>
                <a:lnTo>
                  <a:pt x="1567111" y="70810"/>
                </a:lnTo>
                <a:lnTo>
                  <a:pt x="1566913" y="69858"/>
                </a:lnTo>
                <a:lnTo>
                  <a:pt x="1566696" y="69040"/>
                </a:lnTo>
                <a:lnTo>
                  <a:pt x="1566454" y="68299"/>
                </a:lnTo>
                <a:lnTo>
                  <a:pt x="1566180" y="67581"/>
                </a:lnTo>
                <a:lnTo>
                  <a:pt x="1565874" y="66886"/>
                </a:lnTo>
                <a:lnTo>
                  <a:pt x="1565537" y="66213"/>
                </a:lnTo>
                <a:lnTo>
                  <a:pt x="1565168" y="65562"/>
                </a:lnTo>
                <a:lnTo>
                  <a:pt x="1564767" y="64934"/>
                </a:lnTo>
                <a:lnTo>
                  <a:pt x="1564335" y="64329"/>
                </a:lnTo>
                <a:lnTo>
                  <a:pt x="1563871" y="63746"/>
                </a:lnTo>
                <a:lnTo>
                  <a:pt x="1563375" y="63185"/>
                </a:lnTo>
                <a:lnTo>
                  <a:pt x="1562848" y="62647"/>
                </a:lnTo>
                <a:lnTo>
                  <a:pt x="1562289" y="62132"/>
                </a:lnTo>
                <a:lnTo>
                  <a:pt x="1561698" y="61639"/>
                </a:lnTo>
                <a:lnTo>
                  <a:pt x="1561087" y="61177"/>
                </a:lnTo>
                <a:lnTo>
                  <a:pt x="1560467" y="60755"/>
                </a:lnTo>
                <a:lnTo>
                  <a:pt x="1559838" y="60374"/>
                </a:lnTo>
                <a:lnTo>
                  <a:pt x="1559199" y="60033"/>
                </a:lnTo>
                <a:lnTo>
                  <a:pt x="1558552" y="59732"/>
                </a:lnTo>
                <a:lnTo>
                  <a:pt x="1557895" y="59471"/>
                </a:lnTo>
                <a:lnTo>
                  <a:pt x="1557229" y="59250"/>
                </a:lnTo>
                <a:lnTo>
                  <a:pt x="1556554" y="59069"/>
                </a:lnTo>
                <a:lnTo>
                  <a:pt x="1555870" y="58929"/>
                </a:lnTo>
                <a:lnTo>
                  <a:pt x="1555177" y="58828"/>
                </a:lnTo>
                <a:lnTo>
                  <a:pt x="1554474" y="58768"/>
                </a:lnTo>
                <a:lnTo>
                  <a:pt x="1553763" y="58748"/>
                </a:lnTo>
                <a:lnTo>
                  <a:pt x="1552322" y="58805"/>
                </a:lnTo>
                <a:lnTo>
                  <a:pt x="1550863" y="58974"/>
                </a:lnTo>
                <a:lnTo>
                  <a:pt x="1549387" y="59257"/>
                </a:lnTo>
                <a:lnTo>
                  <a:pt x="1547893" y="59653"/>
                </a:lnTo>
                <a:lnTo>
                  <a:pt x="1546381" y="60162"/>
                </a:lnTo>
                <a:lnTo>
                  <a:pt x="1544852" y="60785"/>
                </a:lnTo>
                <a:lnTo>
                  <a:pt x="1543305" y="61520"/>
                </a:lnTo>
                <a:lnTo>
                  <a:pt x="1541740" y="62369"/>
                </a:lnTo>
                <a:lnTo>
                  <a:pt x="1540158" y="63330"/>
                </a:lnTo>
                <a:lnTo>
                  <a:pt x="1538558" y="64405"/>
                </a:lnTo>
                <a:lnTo>
                  <a:pt x="1536941" y="65593"/>
                </a:lnTo>
                <a:lnTo>
                  <a:pt x="1535305" y="66894"/>
                </a:lnTo>
                <a:lnTo>
                  <a:pt x="1533685" y="68281"/>
                </a:lnTo>
                <a:lnTo>
                  <a:pt x="1532114" y="69724"/>
                </a:lnTo>
                <a:lnTo>
                  <a:pt x="1530590" y="71225"/>
                </a:lnTo>
                <a:lnTo>
                  <a:pt x="1529114" y="72782"/>
                </a:lnTo>
                <a:lnTo>
                  <a:pt x="1527686" y="74397"/>
                </a:lnTo>
                <a:lnTo>
                  <a:pt x="1526307" y="76070"/>
                </a:lnTo>
                <a:lnTo>
                  <a:pt x="1524976" y="77799"/>
                </a:lnTo>
                <a:lnTo>
                  <a:pt x="1523692" y="79585"/>
                </a:lnTo>
                <a:lnTo>
                  <a:pt x="1522457" y="81429"/>
                </a:lnTo>
                <a:lnTo>
                  <a:pt x="1521270" y="83330"/>
                </a:lnTo>
                <a:lnTo>
                  <a:pt x="1520131" y="85288"/>
                </a:lnTo>
                <a:lnTo>
                  <a:pt x="1519040" y="87303"/>
                </a:lnTo>
                <a:lnTo>
                  <a:pt x="1519040" y="144327"/>
                </a:lnTo>
                <a:lnTo>
                  <a:pt x="1502731" y="144327"/>
                </a:lnTo>
                <a:close/>
                <a:moveTo>
                  <a:pt x="1611221" y="139014"/>
                </a:moveTo>
                <a:lnTo>
                  <a:pt x="1611221" y="121705"/>
                </a:lnTo>
                <a:lnTo>
                  <a:pt x="1612866" y="122745"/>
                </a:lnTo>
                <a:lnTo>
                  <a:pt x="1614527" y="123732"/>
                </a:lnTo>
                <a:lnTo>
                  <a:pt x="1616203" y="124667"/>
                </a:lnTo>
                <a:lnTo>
                  <a:pt x="1617895" y="125548"/>
                </a:lnTo>
                <a:lnTo>
                  <a:pt x="1619603" y="126377"/>
                </a:lnTo>
                <a:lnTo>
                  <a:pt x="1621327" y="127152"/>
                </a:lnTo>
                <a:lnTo>
                  <a:pt x="1623067" y="127875"/>
                </a:lnTo>
                <a:lnTo>
                  <a:pt x="1624822" y="128544"/>
                </a:lnTo>
                <a:lnTo>
                  <a:pt x="1626594" y="129161"/>
                </a:lnTo>
                <a:lnTo>
                  <a:pt x="1628381" y="129724"/>
                </a:lnTo>
                <a:lnTo>
                  <a:pt x="1630184" y="130235"/>
                </a:lnTo>
                <a:lnTo>
                  <a:pt x="1632002" y="130692"/>
                </a:lnTo>
                <a:lnTo>
                  <a:pt x="1633806" y="131105"/>
                </a:lnTo>
                <a:lnTo>
                  <a:pt x="1635563" y="131483"/>
                </a:lnTo>
                <a:lnTo>
                  <a:pt x="1637274" y="131824"/>
                </a:lnTo>
                <a:lnTo>
                  <a:pt x="1638939" y="132129"/>
                </a:lnTo>
                <a:lnTo>
                  <a:pt x="1640558" y="132399"/>
                </a:lnTo>
                <a:lnTo>
                  <a:pt x="1642130" y="132632"/>
                </a:lnTo>
                <a:lnTo>
                  <a:pt x="1643656" y="132830"/>
                </a:lnTo>
                <a:lnTo>
                  <a:pt x="1645136" y="132992"/>
                </a:lnTo>
                <a:lnTo>
                  <a:pt x="1646569" y="133117"/>
                </a:lnTo>
                <a:lnTo>
                  <a:pt x="1647956" y="133207"/>
                </a:lnTo>
                <a:lnTo>
                  <a:pt x="1649297" y="133261"/>
                </a:lnTo>
                <a:lnTo>
                  <a:pt x="1650591" y="133279"/>
                </a:lnTo>
                <a:lnTo>
                  <a:pt x="1652604" y="133251"/>
                </a:lnTo>
                <a:lnTo>
                  <a:pt x="1654520" y="133169"/>
                </a:lnTo>
                <a:lnTo>
                  <a:pt x="1656340" y="133030"/>
                </a:lnTo>
                <a:lnTo>
                  <a:pt x="1658064" y="132837"/>
                </a:lnTo>
                <a:lnTo>
                  <a:pt x="1659692" y="132589"/>
                </a:lnTo>
                <a:lnTo>
                  <a:pt x="1661223" y="132285"/>
                </a:lnTo>
                <a:lnTo>
                  <a:pt x="1662658" y="131926"/>
                </a:lnTo>
                <a:lnTo>
                  <a:pt x="1663997" y="131512"/>
                </a:lnTo>
                <a:lnTo>
                  <a:pt x="1665240" y="131043"/>
                </a:lnTo>
                <a:lnTo>
                  <a:pt x="1666387" y="130518"/>
                </a:lnTo>
                <a:lnTo>
                  <a:pt x="1667437" y="129938"/>
                </a:lnTo>
                <a:lnTo>
                  <a:pt x="1668391" y="129303"/>
                </a:lnTo>
                <a:lnTo>
                  <a:pt x="1669259" y="128627"/>
                </a:lnTo>
                <a:lnTo>
                  <a:pt x="1670052" y="127923"/>
                </a:lnTo>
                <a:lnTo>
                  <a:pt x="1670770" y="127192"/>
                </a:lnTo>
                <a:lnTo>
                  <a:pt x="1671411" y="126434"/>
                </a:lnTo>
                <a:lnTo>
                  <a:pt x="1671978" y="125649"/>
                </a:lnTo>
                <a:lnTo>
                  <a:pt x="1672468" y="124836"/>
                </a:lnTo>
                <a:lnTo>
                  <a:pt x="1672884" y="123996"/>
                </a:lnTo>
                <a:lnTo>
                  <a:pt x="1673223" y="123129"/>
                </a:lnTo>
                <a:lnTo>
                  <a:pt x="1673488" y="122234"/>
                </a:lnTo>
                <a:lnTo>
                  <a:pt x="1673677" y="121312"/>
                </a:lnTo>
                <a:lnTo>
                  <a:pt x="1673790" y="120363"/>
                </a:lnTo>
                <a:lnTo>
                  <a:pt x="1673828" y="119387"/>
                </a:lnTo>
                <a:lnTo>
                  <a:pt x="1673810" y="118739"/>
                </a:lnTo>
                <a:lnTo>
                  <a:pt x="1673757" y="118107"/>
                </a:lnTo>
                <a:lnTo>
                  <a:pt x="1673669" y="117491"/>
                </a:lnTo>
                <a:lnTo>
                  <a:pt x="1673545" y="116891"/>
                </a:lnTo>
                <a:lnTo>
                  <a:pt x="1673386" y="116307"/>
                </a:lnTo>
                <a:lnTo>
                  <a:pt x="1673192" y="115738"/>
                </a:lnTo>
                <a:lnTo>
                  <a:pt x="1672962" y="115185"/>
                </a:lnTo>
                <a:lnTo>
                  <a:pt x="1672697" y="114648"/>
                </a:lnTo>
                <a:lnTo>
                  <a:pt x="1672397" y="114127"/>
                </a:lnTo>
                <a:lnTo>
                  <a:pt x="1672062" y="113621"/>
                </a:lnTo>
                <a:lnTo>
                  <a:pt x="1671691" y="113131"/>
                </a:lnTo>
                <a:lnTo>
                  <a:pt x="1671285" y="112657"/>
                </a:lnTo>
                <a:lnTo>
                  <a:pt x="1670809" y="112182"/>
                </a:lnTo>
                <a:lnTo>
                  <a:pt x="1670228" y="111689"/>
                </a:lnTo>
                <a:lnTo>
                  <a:pt x="1669542" y="111177"/>
                </a:lnTo>
                <a:lnTo>
                  <a:pt x="1668752" y="110648"/>
                </a:lnTo>
                <a:lnTo>
                  <a:pt x="1667857" y="110100"/>
                </a:lnTo>
                <a:lnTo>
                  <a:pt x="1666857" y="109534"/>
                </a:lnTo>
                <a:lnTo>
                  <a:pt x="1665752" y="108950"/>
                </a:lnTo>
                <a:lnTo>
                  <a:pt x="1664543" y="108347"/>
                </a:lnTo>
                <a:lnTo>
                  <a:pt x="1663229" y="107726"/>
                </a:lnTo>
                <a:lnTo>
                  <a:pt x="1661810" y="107087"/>
                </a:lnTo>
                <a:lnTo>
                  <a:pt x="1660287" y="106430"/>
                </a:lnTo>
                <a:lnTo>
                  <a:pt x="1658658" y="105755"/>
                </a:lnTo>
                <a:lnTo>
                  <a:pt x="1653047" y="103483"/>
                </a:lnTo>
                <a:lnTo>
                  <a:pt x="1641735" y="99025"/>
                </a:lnTo>
                <a:lnTo>
                  <a:pt x="1638789" y="97852"/>
                </a:lnTo>
                <a:lnTo>
                  <a:pt x="1636031" y="96694"/>
                </a:lnTo>
                <a:lnTo>
                  <a:pt x="1633460" y="95551"/>
                </a:lnTo>
                <a:lnTo>
                  <a:pt x="1631077" y="94421"/>
                </a:lnTo>
                <a:lnTo>
                  <a:pt x="1628881" y="93306"/>
                </a:lnTo>
                <a:lnTo>
                  <a:pt x="1626873" y="92205"/>
                </a:lnTo>
                <a:lnTo>
                  <a:pt x="1625052" y="91119"/>
                </a:lnTo>
                <a:lnTo>
                  <a:pt x="1623419" y="90047"/>
                </a:lnTo>
                <a:lnTo>
                  <a:pt x="1621974" y="88989"/>
                </a:lnTo>
                <a:lnTo>
                  <a:pt x="1620716" y="87946"/>
                </a:lnTo>
                <a:lnTo>
                  <a:pt x="1619645" y="86917"/>
                </a:lnTo>
                <a:lnTo>
                  <a:pt x="1618762" y="85902"/>
                </a:lnTo>
                <a:lnTo>
                  <a:pt x="1617992" y="84891"/>
                </a:lnTo>
                <a:lnTo>
                  <a:pt x="1617289" y="83843"/>
                </a:lnTo>
                <a:lnTo>
                  <a:pt x="1616652" y="82758"/>
                </a:lnTo>
                <a:lnTo>
                  <a:pt x="1616083" y="81637"/>
                </a:lnTo>
                <a:lnTo>
                  <a:pt x="1615581" y="80480"/>
                </a:lnTo>
                <a:lnTo>
                  <a:pt x="1615145" y="79286"/>
                </a:lnTo>
                <a:lnTo>
                  <a:pt x="1614777" y="78055"/>
                </a:lnTo>
                <a:lnTo>
                  <a:pt x="1614476" y="76788"/>
                </a:lnTo>
                <a:lnTo>
                  <a:pt x="1614241" y="75485"/>
                </a:lnTo>
                <a:lnTo>
                  <a:pt x="1614074" y="74145"/>
                </a:lnTo>
                <a:lnTo>
                  <a:pt x="1613973" y="72768"/>
                </a:lnTo>
                <a:lnTo>
                  <a:pt x="1613940" y="71355"/>
                </a:lnTo>
                <a:lnTo>
                  <a:pt x="1614005" y="69370"/>
                </a:lnTo>
                <a:lnTo>
                  <a:pt x="1614199" y="67444"/>
                </a:lnTo>
                <a:lnTo>
                  <a:pt x="1614523" y="65578"/>
                </a:lnTo>
                <a:lnTo>
                  <a:pt x="1614977" y="63771"/>
                </a:lnTo>
                <a:lnTo>
                  <a:pt x="1615561" y="62024"/>
                </a:lnTo>
                <a:lnTo>
                  <a:pt x="1616274" y="60337"/>
                </a:lnTo>
                <a:lnTo>
                  <a:pt x="1617117" y="58709"/>
                </a:lnTo>
                <a:lnTo>
                  <a:pt x="1618090" y="57141"/>
                </a:lnTo>
                <a:lnTo>
                  <a:pt x="1619192" y="55632"/>
                </a:lnTo>
                <a:lnTo>
                  <a:pt x="1620425" y="54183"/>
                </a:lnTo>
                <a:lnTo>
                  <a:pt x="1621786" y="52794"/>
                </a:lnTo>
                <a:lnTo>
                  <a:pt x="1623278" y="51465"/>
                </a:lnTo>
                <a:lnTo>
                  <a:pt x="1624915" y="50219"/>
                </a:lnTo>
                <a:lnTo>
                  <a:pt x="1626713" y="49082"/>
                </a:lnTo>
                <a:lnTo>
                  <a:pt x="1628673" y="48053"/>
                </a:lnTo>
                <a:lnTo>
                  <a:pt x="1630794" y="47132"/>
                </a:lnTo>
                <a:lnTo>
                  <a:pt x="1633077" y="46320"/>
                </a:lnTo>
                <a:lnTo>
                  <a:pt x="1635521" y="45616"/>
                </a:lnTo>
                <a:lnTo>
                  <a:pt x="1638126" y="45020"/>
                </a:lnTo>
                <a:lnTo>
                  <a:pt x="1640893" y="44533"/>
                </a:lnTo>
                <a:lnTo>
                  <a:pt x="1643821" y="44154"/>
                </a:lnTo>
                <a:lnTo>
                  <a:pt x="1646910" y="43883"/>
                </a:lnTo>
                <a:lnTo>
                  <a:pt x="1650161" y="43721"/>
                </a:lnTo>
                <a:lnTo>
                  <a:pt x="1653573" y="43666"/>
                </a:lnTo>
                <a:lnTo>
                  <a:pt x="1656177" y="43698"/>
                </a:lnTo>
                <a:lnTo>
                  <a:pt x="1658758" y="43793"/>
                </a:lnTo>
                <a:lnTo>
                  <a:pt x="1661316" y="43951"/>
                </a:lnTo>
                <a:lnTo>
                  <a:pt x="1663851" y="44173"/>
                </a:lnTo>
                <a:lnTo>
                  <a:pt x="1666363" y="44458"/>
                </a:lnTo>
                <a:lnTo>
                  <a:pt x="1668851" y="44806"/>
                </a:lnTo>
                <a:lnTo>
                  <a:pt x="1671317" y="45218"/>
                </a:lnTo>
                <a:lnTo>
                  <a:pt x="1673759" y="45693"/>
                </a:lnTo>
                <a:lnTo>
                  <a:pt x="1676179" y="46231"/>
                </a:lnTo>
                <a:lnTo>
                  <a:pt x="1678575" y="46833"/>
                </a:lnTo>
                <a:lnTo>
                  <a:pt x="1680948" y="47498"/>
                </a:lnTo>
                <a:lnTo>
                  <a:pt x="1683297" y="48226"/>
                </a:lnTo>
                <a:lnTo>
                  <a:pt x="1683297" y="63132"/>
                </a:lnTo>
                <a:lnTo>
                  <a:pt x="1680622" y="62208"/>
                </a:lnTo>
                <a:lnTo>
                  <a:pt x="1677973" y="61364"/>
                </a:lnTo>
                <a:lnTo>
                  <a:pt x="1675351" y="60600"/>
                </a:lnTo>
                <a:lnTo>
                  <a:pt x="1672756" y="59917"/>
                </a:lnTo>
                <a:lnTo>
                  <a:pt x="1670187" y="59314"/>
                </a:lnTo>
                <a:lnTo>
                  <a:pt x="1667646" y="58792"/>
                </a:lnTo>
                <a:lnTo>
                  <a:pt x="1665131" y="58350"/>
                </a:lnTo>
                <a:lnTo>
                  <a:pt x="1662643" y="57988"/>
                </a:lnTo>
                <a:lnTo>
                  <a:pt x="1660182" y="57707"/>
                </a:lnTo>
                <a:lnTo>
                  <a:pt x="1657747" y="57506"/>
                </a:lnTo>
                <a:lnTo>
                  <a:pt x="1655340" y="57385"/>
                </a:lnTo>
                <a:lnTo>
                  <a:pt x="1652959" y="57345"/>
                </a:lnTo>
                <a:lnTo>
                  <a:pt x="1651266" y="57370"/>
                </a:lnTo>
                <a:lnTo>
                  <a:pt x="1649635" y="57446"/>
                </a:lnTo>
                <a:lnTo>
                  <a:pt x="1648068" y="57572"/>
                </a:lnTo>
                <a:lnTo>
                  <a:pt x="1646563" y="57748"/>
                </a:lnTo>
                <a:lnTo>
                  <a:pt x="1645121" y="57975"/>
                </a:lnTo>
                <a:lnTo>
                  <a:pt x="1643741" y="58252"/>
                </a:lnTo>
                <a:lnTo>
                  <a:pt x="1642424" y="58580"/>
                </a:lnTo>
                <a:lnTo>
                  <a:pt x="1641170" y="58957"/>
                </a:lnTo>
                <a:lnTo>
                  <a:pt x="1639979" y="59386"/>
                </a:lnTo>
                <a:lnTo>
                  <a:pt x="1638850" y="59864"/>
                </a:lnTo>
                <a:lnTo>
                  <a:pt x="1637784" y="60393"/>
                </a:lnTo>
                <a:lnTo>
                  <a:pt x="1636781" y="60973"/>
                </a:lnTo>
                <a:lnTo>
                  <a:pt x="1635850" y="61590"/>
                </a:lnTo>
                <a:lnTo>
                  <a:pt x="1635000" y="62231"/>
                </a:lnTo>
                <a:lnTo>
                  <a:pt x="1634230" y="62898"/>
                </a:lnTo>
                <a:lnTo>
                  <a:pt x="1633542" y="63589"/>
                </a:lnTo>
                <a:lnTo>
                  <a:pt x="1632934" y="64305"/>
                </a:lnTo>
                <a:lnTo>
                  <a:pt x="1632408" y="65046"/>
                </a:lnTo>
                <a:lnTo>
                  <a:pt x="1631963" y="65812"/>
                </a:lnTo>
                <a:lnTo>
                  <a:pt x="1631598" y="66603"/>
                </a:lnTo>
                <a:lnTo>
                  <a:pt x="1631315" y="67419"/>
                </a:lnTo>
                <a:lnTo>
                  <a:pt x="1631112" y="68259"/>
                </a:lnTo>
                <a:lnTo>
                  <a:pt x="1630991" y="69125"/>
                </a:lnTo>
                <a:lnTo>
                  <a:pt x="1630950" y="70015"/>
                </a:lnTo>
                <a:lnTo>
                  <a:pt x="1630986" y="70874"/>
                </a:lnTo>
                <a:lnTo>
                  <a:pt x="1631092" y="71704"/>
                </a:lnTo>
                <a:lnTo>
                  <a:pt x="1631268" y="72505"/>
                </a:lnTo>
                <a:lnTo>
                  <a:pt x="1631515" y="73277"/>
                </a:lnTo>
                <a:lnTo>
                  <a:pt x="1631833" y="74020"/>
                </a:lnTo>
                <a:lnTo>
                  <a:pt x="1632222" y="74733"/>
                </a:lnTo>
                <a:lnTo>
                  <a:pt x="1632681" y="75417"/>
                </a:lnTo>
                <a:lnTo>
                  <a:pt x="1633211" y="76073"/>
                </a:lnTo>
                <a:lnTo>
                  <a:pt x="1633811" y="76699"/>
                </a:lnTo>
                <a:lnTo>
                  <a:pt x="1634482" y="77296"/>
                </a:lnTo>
                <a:lnTo>
                  <a:pt x="1635224" y="77864"/>
                </a:lnTo>
                <a:lnTo>
                  <a:pt x="1636036" y="78403"/>
                </a:lnTo>
                <a:lnTo>
                  <a:pt x="1636913" y="78934"/>
                </a:lnTo>
                <a:lnTo>
                  <a:pt x="1637877" y="79478"/>
                </a:lnTo>
                <a:lnTo>
                  <a:pt x="1638929" y="80036"/>
                </a:lnTo>
                <a:lnTo>
                  <a:pt x="1640069" y="80607"/>
                </a:lnTo>
                <a:lnTo>
                  <a:pt x="1641297" y="81191"/>
                </a:lnTo>
                <a:lnTo>
                  <a:pt x="1642612" y="81789"/>
                </a:lnTo>
                <a:lnTo>
                  <a:pt x="1644015" y="82400"/>
                </a:lnTo>
                <a:lnTo>
                  <a:pt x="1645506" y="83024"/>
                </a:lnTo>
                <a:lnTo>
                  <a:pt x="1647084" y="83662"/>
                </a:lnTo>
                <a:lnTo>
                  <a:pt x="1648750" y="84313"/>
                </a:lnTo>
                <a:lnTo>
                  <a:pt x="1650504" y="84978"/>
                </a:lnTo>
                <a:lnTo>
                  <a:pt x="1652345" y="85656"/>
                </a:lnTo>
                <a:lnTo>
                  <a:pt x="1663393" y="89676"/>
                </a:lnTo>
                <a:lnTo>
                  <a:pt x="1665859" y="90600"/>
                </a:lnTo>
                <a:lnTo>
                  <a:pt x="1668199" y="91538"/>
                </a:lnTo>
                <a:lnTo>
                  <a:pt x="1670413" y="92489"/>
                </a:lnTo>
                <a:lnTo>
                  <a:pt x="1672503" y="93454"/>
                </a:lnTo>
                <a:lnTo>
                  <a:pt x="1674466" y="94433"/>
                </a:lnTo>
                <a:lnTo>
                  <a:pt x="1676305" y="95425"/>
                </a:lnTo>
                <a:lnTo>
                  <a:pt x="1678017" y="96431"/>
                </a:lnTo>
                <a:lnTo>
                  <a:pt x="1679605" y="97450"/>
                </a:lnTo>
                <a:lnTo>
                  <a:pt x="1681067" y="98483"/>
                </a:lnTo>
                <a:lnTo>
                  <a:pt x="1682403" y="99530"/>
                </a:lnTo>
                <a:lnTo>
                  <a:pt x="1683615" y="100590"/>
                </a:lnTo>
                <a:lnTo>
                  <a:pt x="1684700" y="101664"/>
                </a:lnTo>
                <a:lnTo>
                  <a:pt x="1685681" y="102767"/>
                </a:lnTo>
                <a:lnTo>
                  <a:pt x="1686576" y="103915"/>
                </a:lnTo>
                <a:lnTo>
                  <a:pt x="1687386" y="105108"/>
                </a:lnTo>
                <a:lnTo>
                  <a:pt x="1688110" y="106346"/>
                </a:lnTo>
                <a:lnTo>
                  <a:pt x="1688750" y="107629"/>
                </a:lnTo>
                <a:lnTo>
                  <a:pt x="1689304" y="108957"/>
                </a:lnTo>
                <a:lnTo>
                  <a:pt x="1689773" y="110330"/>
                </a:lnTo>
                <a:lnTo>
                  <a:pt x="1690156" y="111748"/>
                </a:lnTo>
                <a:lnTo>
                  <a:pt x="1690455" y="113212"/>
                </a:lnTo>
                <a:lnTo>
                  <a:pt x="1690668" y="114720"/>
                </a:lnTo>
                <a:lnTo>
                  <a:pt x="1690795" y="116273"/>
                </a:lnTo>
                <a:lnTo>
                  <a:pt x="1690838" y="117871"/>
                </a:lnTo>
                <a:lnTo>
                  <a:pt x="1690770" y="119957"/>
                </a:lnTo>
                <a:lnTo>
                  <a:pt x="1690567" y="121980"/>
                </a:lnTo>
                <a:lnTo>
                  <a:pt x="1690227" y="123941"/>
                </a:lnTo>
                <a:lnTo>
                  <a:pt x="1689752" y="125839"/>
                </a:lnTo>
                <a:lnTo>
                  <a:pt x="1689141" y="127674"/>
                </a:lnTo>
                <a:lnTo>
                  <a:pt x="1688394" y="129447"/>
                </a:lnTo>
                <a:lnTo>
                  <a:pt x="1687511" y="131157"/>
                </a:lnTo>
                <a:lnTo>
                  <a:pt x="1686493" y="132804"/>
                </a:lnTo>
                <a:lnTo>
                  <a:pt x="1685339" y="134389"/>
                </a:lnTo>
                <a:lnTo>
                  <a:pt x="1684049" y="135911"/>
                </a:lnTo>
                <a:lnTo>
                  <a:pt x="1682623" y="137371"/>
                </a:lnTo>
                <a:lnTo>
                  <a:pt x="1681061" y="138767"/>
                </a:lnTo>
                <a:lnTo>
                  <a:pt x="1679351" y="140076"/>
                </a:lnTo>
                <a:lnTo>
                  <a:pt x="1677477" y="141270"/>
                </a:lnTo>
                <a:lnTo>
                  <a:pt x="1675441" y="142351"/>
                </a:lnTo>
                <a:lnTo>
                  <a:pt x="1673243" y="143317"/>
                </a:lnTo>
                <a:lnTo>
                  <a:pt x="1670882" y="144171"/>
                </a:lnTo>
                <a:lnTo>
                  <a:pt x="1668358" y="144910"/>
                </a:lnTo>
                <a:lnTo>
                  <a:pt x="1665672" y="145536"/>
                </a:lnTo>
                <a:lnTo>
                  <a:pt x="1662823" y="146048"/>
                </a:lnTo>
                <a:lnTo>
                  <a:pt x="1659812" y="146446"/>
                </a:lnTo>
                <a:lnTo>
                  <a:pt x="1656638" y="146730"/>
                </a:lnTo>
                <a:lnTo>
                  <a:pt x="1653301" y="146901"/>
                </a:lnTo>
                <a:lnTo>
                  <a:pt x="1649802" y="146958"/>
                </a:lnTo>
                <a:lnTo>
                  <a:pt x="1646668" y="146902"/>
                </a:lnTo>
                <a:lnTo>
                  <a:pt x="1643518" y="146737"/>
                </a:lnTo>
                <a:lnTo>
                  <a:pt x="1640354" y="146461"/>
                </a:lnTo>
                <a:lnTo>
                  <a:pt x="1637176" y="146075"/>
                </a:lnTo>
                <a:lnTo>
                  <a:pt x="1633983" y="145578"/>
                </a:lnTo>
                <a:lnTo>
                  <a:pt x="1630775" y="144972"/>
                </a:lnTo>
                <a:lnTo>
                  <a:pt x="1627553" y="144255"/>
                </a:lnTo>
                <a:lnTo>
                  <a:pt x="1624316" y="143427"/>
                </a:lnTo>
                <a:lnTo>
                  <a:pt x="1621064" y="142489"/>
                </a:lnTo>
                <a:lnTo>
                  <a:pt x="1617798" y="141441"/>
                </a:lnTo>
                <a:lnTo>
                  <a:pt x="1614517" y="140283"/>
                </a:lnTo>
                <a:lnTo>
                  <a:pt x="1611221" y="139014"/>
                </a:lnTo>
                <a:close/>
                <a:moveTo>
                  <a:pt x="1798890" y="137663"/>
                </a:moveTo>
                <a:lnTo>
                  <a:pt x="1795646" y="139148"/>
                </a:lnTo>
                <a:lnTo>
                  <a:pt x="1792431" y="140503"/>
                </a:lnTo>
                <a:lnTo>
                  <a:pt x="1789245" y="141729"/>
                </a:lnTo>
                <a:lnTo>
                  <a:pt x="1786088" y="142827"/>
                </a:lnTo>
                <a:lnTo>
                  <a:pt x="1782961" y="143795"/>
                </a:lnTo>
                <a:lnTo>
                  <a:pt x="1779863" y="144634"/>
                </a:lnTo>
                <a:lnTo>
                  <a:pt x="1776794" y="145344"/>
                </a:lnTo>
                <a:lnTo>
                  <a:pt x="1773754" y="145925"/>
                </a:lnTo>
                <a:lnTo>
                  <a:pt x="1770743" y="146377"/>
                </a:lnTo>
                <a:lnTo>
                  <a:pt x="1767762" y="146699"/>
                </a:lnTo>
                <a:lnTo>
                  <a:pt x="1764810" y="146893"/>
                </a:lnTo>
                <a:lnTo>
                  <a:pt x="1761887" y="146958"/>
                </a:lnTo>
                <a:lnTo>
                  <a:pt x="1759700" y="146912"/>
                </a:lnTo>
                <a:lnTo>
                  <a:pt x="1757552" y="146775"/>
                </a:lnTo>
                <a:lnTo>
                  <a:pt x="1755443" y="146547"/>
                </a:lnTo>
                <a:lnTo>
                  <a:pt x="1753372" y="146228"/>
                </a:lnTo>
                <a:lnTo>
                  <a:pt x="1751341" y="145818"/>
                </a:lnTo>
                <a:lnTo>
                  <a:pt x="1749349" y="145316"/>
                </a:lnTo>
                <a:lnTo>
                  <a:pt x="1747395" y="144724"/>
                </a:lnTo>
                <a:lnTo>
                  <a:pt x="1745481" y="144040"/>
                </a:lnTo>
                <a:lnTo>
                  <a:pt x="1743605" y="143265"/>
                </a:lnTo>
                <a:lnTo>
                  <a:pt x="1741769" y="142398"/>
                </a:lnTo>
                <a:lnTo>
                  <a:pt x="1739971" y="141441"/>
                </a:lnTo>
                <a:lnTo>
                  <a:pt x="1738213" y="140392"/>
                </a:lnTo>
                <a:lnTo>
                  <a:pt x="1736503" y="139259"/>
                </a:lnTo>
                <a:lnTo>
                  <a:pt x="1734850" y="138047"/>
                </a:lnTo>
                <a:lnTo>
                  <a:pt x="1733256" y="136757"/>
                </a:lnTo>
                <a:lnTo>
                  <a:pt x="1731719" y="135388"/>
                </a:lnTo>
                <a:lnTo>
                  <a:pt x="1730241" y="133941"/>
                </a:lnTo>
                <a:lnTo>
                  <a:pt x="1728820" y="132416"/>
                </a:lnTo>
                <a:lnTo>
                  <a:pt x="1727457" y="130812"/>
                </a:lnTo>
                <a:lnTo>
                  <a:pt x="1726152" y="129130"/>
                </a:lnTo>
                <a:lnTo>
                  <a:pt x="1724904" y="127369"/>
                </a:lnTo>
                <a:lnTo>
                  <a:pt x="1723715" y="125530"/>
                </a:lnTo>
                <a:lnTo>
                  <a:pt x="1722583" y="123613"/>
                </a:lnTo>
                <a:lnTo>
                  <a:pt x="1721509" y="121617"/>
                </a:lnTo>
                <a:lnTo>
                  <a:pt x="1720508" y="119570"/>
                </a:lnTo>
                <a:lnTo>
                  <a:pt x="1719594" y="117499"/>
                </a:lnTo>
                <a:lnTo>
                  <a:pt x="1718766" y="115404"/>
                </a:lnTo>
                <a:lnTo>
                  <a:pt x="1718026" y="113286"/>
                </a:lnTo>
                <a:lnTo>
                  <a:pt x="1717373" y="111144"/>
                </a:lnTo>
                <a:lnTo>
                  <a:pt x="1716807" y="108978"/>
                </a:lnTo>
                <a:lnTo>
                  <a:pt x="1716328" y="106789"/>
                </a:lnTo>
                <a:lnTo>
                  <a:pt x="1715936" y="104576"/>
                </a:lnTo>
                <a:lnTo>
                  <a:pt x="1715632" y="102339"/>
                </a:lnTo>
                <a:lnTo>
                  <a:pt x="1715414" y="100079"/>
                </a:lnTo>
                <a:lnTo>
                  <a:pt x="1715283" y="97795"/>
                </a:lnTo>
                <a:lnTo>
                  <a:pt x="1715240" y="95487"/>
                </a:lnTo>
                <a:lnTo>
                  <a:pt x="1715281" y="93262"/>
                </a:lnTo>
                <a:lnTo>
                  <a:pt x="1715405" y="91052"/>
                </a:lnTo>
                <a:lnTo>
                  <a:pt x="1715612" y="88856"/>
                </a:lnTo>
                <a:lnTo>
                  <a:pt x="1715902" y="86675"/>
                </a:lnTo>
                <a:lnTo>
                  <a:pt x="1716275" y="84509"/>
                </a:lnTo>
                <a:lnTo>
                  <a:pt x="1716730" y="82357"/>
                </a:lnTo>
                <a:lnTo>
                  <a:pt x="1717269" y="80219"/>
                </a:lnTo>
                <a:lnTo>
                  <a:pt x="1717890" y="78097"/>
                </a:lnTo>
                <a:lnTo>
                  <a:pt x="1718594" y="75989"/>
                </a:lnTo>
                <a:lnTo>
                  <a:pt x="1719380" y="73895"/>
                </a:lnTo>
                <a:lnTo>
                  <a:pt x="1720250" y="71816"/>
                </a:lnTo>
                <a:lnTo>
                  <a:pt x="1721202" y="69752"/>
                </a:lnTo>
                <a:lnTo>
                  <a:pt x="1722229" y="67733"/>
                </a:lnTo>
                <a:lnTo>
                  <a:pt x="1723321" y="65790"/>
                </a:lnTo>
                <a:lnTo>
                  <a:pt x="1724479" y="63922"/>
                </a:lnTo>
                <a:lnTo>
                  <a:pt x="1725703" y="62131"/>
                </a:lnTo>
                <a:lnTo>
                  <a:pt x="1726993" y="60416"/>
                </a:lnTo>
                <a:lnTo>
                  <a:pt x="1728348" y="58777"/>
                </a:lnTo>
                <a:lnTo>
                  <a:pt x="1729770" y="57214"/>
                </a:lnTo>
                <a:lnTo>
                  <a:pt x="1731257" y="55727"/>
                </a:lnTo>
                <a:lnTo>
                  <a:pt x="1732809" y="54315"/>
                </a:lnTo>
                <a:lnTo>
                  <a:pt x="1734428" y="52980"/>
                </a:lnTo>
                <a:lnTo>
                  <a:pt x="1736112" y="51722"/>
                </a:lnTo>
                <a:lnTo>
                  <a:pt x="1737862" y="50539"/>
                </a:lnTo>
                <a:lnTo>
                  <a:pt x="1739662" y="49441"/>
                </a:lnTo>
                <a:lnTo>
                  <a:pt x="1741496" y="48439"/>
                </a:lnTo>
                <a:lnTo>
                  <a:pt x="1743364" y="47532"/>
                </a:lnTo>
                <a:lnTo>
                  <a:pt x="1745267" y="46721"/>
                </a:lnTo>
                <a:lnTo>
                  <a:pt x="1747203" y="46005"/>
                </a:lnTo>
                <a:lnTo>
                  <a:pt x="1749173" y="45384"/>
                </a:lnTo>
                <a:lnTo>
                  <a:pt x="1751178" y="44859"/>
                </a:lnTo>
                <a:lnTo>
                  <a:pt x="1753216" y="44430"/>
                </a:lnTo>
                <a:lnTo>
                  <a:pt x="1755289" y="44096"/>
                </a:lnTo>
                <a:lnTo>
                  <a:pt x="1757396" y="43857"/>
                </a:lnTo>
                <a:lnTo>
                  <a:pt x="1759537" y="43714"/>
                </a:lnTo>
                <a:lnTo>
                  <a:pt x="1761712" y="43666"/>
                </a:lnTo>
                <a:lnTo>
                  <a:pt x="1764572" y="43753"/>
                </a:lnTo>
                <a:lnTo>
                  <a:pt x="1767337" y="44011"/>
                </a:lnTo>
                <a:lnTo>
                  <a:pt x="1770006" y="44442"/>
                </a:lnTo>
                <a:lnTo>
                  <a:pt x="1772580" y="45046"/>
                </a:lnTo>
                <a:lnTo>
                  <a:pt x="1775058" y="45821"/>
                </a:lnTo>
                <a:lnTo>
                  <a:pt x="1777440" y="46770"/>
                </a:lnTo>
                <a:lnTo>
                  <a:pt x="1779727" y="47890"/>
                </a:lnTo>
                <a:lnTo>
                  <a:pt x="1781918" y="49183"/>
                </a:lnTo>
                <a:lnTo>
                  <a:pt x="1784014" y="50649"/>
                </a:lnTo>
                <a:lnTo>
                  <a:pt x="1786014" y="52286"/>
                </a:lnTo>
                <a:lnTo>
                  <a:pt x="1787918" y="54097"/>
                </a:lnTo>
                <a:lnTo>
                  <a:pt x="1789727" y="56079"/>
                </a:lnTo>
                <a:lnTo>
                  <a:pt x="1791415" y="58241"/>
                </a:lnTo>
                <a:lnTo>
                  <a:pt x="1792955" y="60590"/>
                </a:lnTo>
                <a:lnTo>
                  <a:pt x="1794350" y="63125"/>
                </a:lnTo>
                <a:lnTo>
                  <a:pt x="1795597" y="65848"/>
                </a:lnTo>
                <a:lnTo>
                  <a:pt x="1796697" y="68757"/>
                </a:lnTo>
                <a:lnTo>
                  <a:pt x="1797651" y="71854"/>
                </a:lnTo>
                <a:lnTo>
                  <a:pt x="1798458" y="75137"/>
                </a:lnTo>
                <a:lnTo>
                  <a:pt x="1799119" y="78608"/>
                </a:lnTo>
                <a:lnTo>
                  <a:pt x="1799632" y="82265"/>
                </a:lnTo>
                <a:lnTo>
                  <a:pt x="1799999" y="86109"/>
                </a:lnTo>
                <a:lnTo>
                  <a:pt x="1800219" y="90140"/>
                </a:lnTo>
                <a:lnTo>
                  <a:pt x="1800293" y="94358"/>
                </a:lnTo>
                <a:lnTo>
                  <a:pt x="1800293" y="97855"/>
                </a:lnTo>
                <a:lnTo>
                  <a:pt x="1732776" y="97855"/>
                </a:lnTo>
                <a:lnTo>
                  <a:pt x="1732806" y="99538"/>
                </a:lnTo>
                <a:lnTo>
                  <a:pt x="1732895" y="101197"/>
                </a:lnTo>
                <a:lnTo>
                  <a:pt x="1733042" y="102831"/>
                </a:lnTo>
                <a:lnTo>
                  <a:pt x="1733249" y="104441"/>
                </a:lnTo>
                <a:lnTo>
                  <a:pt x="1733515" y="106026"/>
                </a:lnTo>
                <a:lnTo>
                  <a:pt x="1733840" y="107588"/>
                </a:lnTo>
                <a:lnTo>
                  <a:pt x="1734224" y="109125"/>
                </a:lnTo>
                <a:lnTo>
                  <a:pt x="1734667" y="110637"/>
                </a:lnTo>
                <a:lnTo>
                  <a:pt x="1735169" y="112125"/>
                </a:lnTo>
                <a:lnTo>
                  <a:pt x="1735730" y="113589"/>
                </a:lnTo>
                <a:lnTo>
                  <a:pt x="1736350" y="115029"/>
                </a:lnTo>
                <a:lnTo>
                  <a:pt x="1737029" y="116444"/>
                </a:lnTo>
                <a:lnTo>
                  <a:pt x="1737756" y="117817"/>
                </a:lnTo>
                <a:lnTo>
                  <a:pt x="1738521" y="119133"/>
                </a:lnTo>
                <a:lnTo>
                  <a:pt x="1739323" y="120389"/>
                </a:lnTo>
                <a:lnTo>
                  <a:pt x="1740161" y="121588"/>
                </a:lnTo>
                <a:lnTo>
                  <a:pt x="1741037" y="122728"/>
                </a:lnTo>
                <a:lnTo>
                  <a:pt x="1741950" y="123809"/>
                </a:lnTo>
                <a:lnTo>
                  <a:pt x="1742901" y="124832"/>
                </a:lnTo>
                <a:lnTo>
                  <a:pt x="1743888" y="125797"/>
                </a:lnTo>
                <a:lnTo>
                  <a:pt x="1744912" y="126703"/>
                </a:lnTo>
                <a:lnTo>
                  <a:pt x="1745974" y="127550"/>
                </a:lnTo>
                <a:lnTo>
                  <a:pt x="1747073" y="128339"/>
                </a:lnTo>
                <a:lnTo>
                  <a:pt x="1748209" y="129070"/>
                </a:lnTo>
                <a:lnTo>
                  <a:pt x="1749377" y="129742"/>
                </a:lnTo>
                <a:lnTo>
                  <a:pt x="1750571" y="130356"/>
                </a:lnTo>
                <a:lnTo>
                  <a:pt x="1751793" y="130911"/>
                </a:lnTo>
                <a:lnTo>
                  <a:pt x="1753041" y="131408"/>
                </a:lnTo>
                <a:lnTo>
                  <a:pt x="1754316" y="131847"/>
                </a:lnTo>
                <a:lnTo>
                  <a:pt x="1755618" y="132227"/>
                </a:lnTo>
                <a:lnTo>
                  <a:pt x="1756947" y="132548"/>
                </a:lnTo>
                <a:lnTo>
                  <a:pt x="1758302" y="132811"/>
                </a:lnTo>
                <a:lnTo>
                  <a:pt x="1759684" y="133016"/>
                </a:lnTo>
                <a:lnTo>
                  <a:pt x="1761093" y="133162"/>
                </a:lnTo>
                <a:lnTo>
                  <a:pt x="1762529" y="133250"/>
                </a:lnTo>
                <a:lnTo>
                  <a:pt x="1763992" y="133279"/>
                </a:lnTo>
                <a:lnTo>
                  <a:pt x="1766645" y="133206"/>
                </a:lnTo>
                <a:lnTo>
                  <a:pt x="1769345" y="132987"/>
                </a:lnTo>
                <a:lnTo>
                  <a:pt x="1772092" y="132621"/>
                </a:lnTo>
                <a:lnTo>
                  <a:pt x="1774884" y="132110"/>
                </a:lnTo>
                <a:lnTo>
                  <a:pt x="1777723" y="131452"/>
                </a:lnTo>
                <a:lnTo>
                  <a:pt x="1780608" y="130648"/>
                </a:lnTo>
                <a:lnTo>
                  <a:pt x="1783539" y="129699"/>
                </a:lnTo>
                <a:lnTo>
                  <a:pt x="1786517" y="128602"/>
                </a:lnTo>
                <a:lnTo>
                  <a:pt x="1789541" y="127360"/>
                </a:lnTo>
                <a:lnTo>
                  <a:pt x="1792611" y="125972"/>
                </a:lnTo>
                <a:lnTo>
                  <a:pt x="1795727" y="124438"/>
                </a:lnTo>
                <a:lnTo>
                  <a:pt x="1798890" y="122757"/>
                </a:lnTo>
                <a:lnTo>
                  <a:pt x="1798890" y="137663"/>
                </a:lnTo>
                <a:moveTo>
                  <a:pt x="1733741" y="85579"/>
                </a:moveTo>
                <a:lnTo>
                  <a:pt x="1782581" y="85579"/>
                </a:lnTo>
                <a:lnTo>
                  <a:pt x="1782581" y="83242"/>
                </a:lnTo>
                <a:lnTo>
                  <a:pt x="1782540" y="81298"/>
                </a:lnTo>
                <a:lnTo>
                  <a:pt x="1782418" y="79421"/>
                </a:lnTo>
                <a:lnTo>
                  <a:pt x="1782214" y="77611"/>
                </a:lnTo>
                <a:lnTo>
                  <a:pt x="1781928" y="75869"/>
                </a:lnTo>
                <a:lnTo>
                  <a:pt x="1781561" y="74195"/>
                </a:lnTo>
                <a:lnTo>
                  <a:pt x="1781112" y="72588"/>
                </a:lnTo>
                <a:lnTo>
                  <a:pt x="1780582" y="71048"/>
                </a:lnTo>
                <a:lnTo>
                  <a:pt x="1779970" y="69575"/>
                </a:lnTo>
                <a:lnTo>
                  <a:pt x="1779276" y="68170"/>
                </a:lnTo>
                <a:lnTo>
                  <a:pt x="1778501" y="66833"/>
                </a:lnTo>
                <a:lnTo>
                  <a:pt x="1777644" y="65563"/>
                </a:lnTo>
                <a:lnTo>
                  <a:pt x="1776706" y="64360"/>
                </a:lnTo>
                <a:lnTo>
                  <a:pt x="1775699" y="63239"/>
                </a:lnTo>
                <a:lnTo>
                  <a:pt x="1774638" y="62216"/>
                </a:lnTo>
                <a:lnTo>
                  <a:pt x="1773522" y="61291"/>
                </a:lnTo>
                <a:lnTo>
                  <a:pt x="1772351" y="60463"/>
                </a:lnTo>
                <a:lnTo>
                  <a:pt x="1771125" y="59732"/>
                </a:lnTo>
                <a:lnTo>
                  <a:pt x="1769845" y="59099"/>
                </a:lnTo>
                <a:lnTo>
                  <a:pt x="1768509" y="58563"/>
                </a:lnTo>
                <a:lnTo>
                  <a:pt x="1767119" y="58124"/>
                </a:lnTo>
                <a:lnTo>
                  <a:pt x="1765674" y="57783"/>
                </a:lnTo>
                <a:lnTo>
                  <a:pt x="1764174" y="57540"/>
                </a:lnTo>
                <a:lnTo>
                  <a:pt x="1762620" y="57394"/>
                </a:lnTo>
                <a:lnTo>
                  <a:pt x="1761011" y="57345"/>
                </a:lnTo>
                <a:lnTo>
                  <a:pt x="1759378" y="57395"/>
                </a:lnTo>
                <a:lnTo>
                  <a:pt x="1757782" y="57544"/>
                </a:lnTo>
                <a:lnTo>
                  <a:pt x="1756224" y="57792"/>
                </a:lnTo>
                <a:lnTo>
                  <a:pt x="1754702" y="58139"/>
                </a:lnTo>
                <a:lnTo>
                  <a:pt x="1753218" y="58586"/>
                </a:lnTo>
                <a:lnTo>
                  <a:pt x="1751771" y="59132"/>
                </a:lnTo>
                <a:lnTo>
                  <a:pt x="1750361" y="59777"/>
                </a:lnTo>
                <a:lnTo>
                  <a:pt x="1748988" y="60521"/>
                </a:lnTo>
                <a:lnTo>
                  <a:pt x="1747653" y="61365"/>
                </a:lnTo>
                <a:lnTo>
                  <a:pt x="1746354" y="62308"/>
                </a:lnTo>
                <a:lnTo>
                  <a:pt x="1745093" y="63350"/>
                </a:lnTo>
                <a:lnTo>
                  <a:pt x="1743868" y="64491"/>
                </a:lnTo>
                <a:lnTo>
                  <a:pt x="1742693" y="65729"/>
                </a:lnTo>
                <a:lnTo>
                  <a:pt x="1741578" y="67061"/>
                </a:lnTo>
                <a:lnTo>
                  <a:pt x="1740523" y="68488"/>
                </a:lnTo>
                <a:lnTo>
                  <a:pt x="1739528" y="70009"/>
                </a:lnTo>
                <a:lnTo>
                  <a:pt x="1738594" y="71625"/>
                </a:lnTo>
                <a:lnTo>
                  <a:pt x="1737720" y="73335"/>
                </a:lnTo>
                <a:lnTo>
                  <a:pt x="1736906" y="75139"/>
                </a:lnTo>
                <a:lnTo>
                  <a:pt x="1736152" y="77038"/>
                </a:lnTo>
                <a:lnTo>
                  <a:pt x="1735459" y="79032"/>
                </a:lnTo>
                <a:lnTo>
                  <a:pt x="1734826" y="81120"/>
                </a:lnTo>
                <a:lnTo>
                  <a:pt x="1734253" y="83302"/>
                </a:lnTo>
                <a:lnTo>
                  <a:pt x="1733741" y="85579"/>
                </a:lnTo>
                <a:close/>
                <a:moveTo>
                  <a:pt x="1817417" y="96715"/>
                </a:moveTo>
                <a:lnTo>
                  <a:pt x="1912641" y="49103"/>
                </a:lnTo>
                <a:lnTo>
                  <a:pt x="1912641" y="64269"/>
                </a:lnTo>
                <a:lnTo>
                  <a:pt x="1847580" y="96603"/>
                </a:lnTo>
                <a:lnTo>
                  <a:pt x="1912641" y="129303"/>
                </a:lnTo>
                <a:lnTo>
                  <a:pt x="1912641" y="144327"/>
                </a:lnTo>
                <a:lnTo>
                  <a:pt x="1817417" y="96715"/>
                </a:lnTo>
                <a:close/>
                <a:moveTo>
                  <a:pt x="1972464" y="4209"/>
                </a:moveTo>
                <a:lnTo>
                  <a:pt x="1976260" y="4344"/>
                </a:lnTo>
                <a:lnTo>
                  <a:pt x="1979903" y="4750"/>
                </a:lnTo>
                <a:lnTo>
                  <a:pt x="1983392" y="5427"/>
                </a:lnTo>
                <a:lnTo>
                  <a:pt x="1986727" y="6375"/>
                </a:lnTo>
                <a:lnTo>
                  <a:pt x="1989909" y="7594"/>
                </a:lnTo>
                <a:lnTo>
                  <a:pt x="1992938" y="9083"/>
                </a:lnTo>
                <a:lnTo>
                  <a:pt x="1995813" y="10844"/>
                </a:lnTo>
                <a:lnTo>
                  <a:pt x="1998535" y="12875"/>
                </a:lnTo>
                <a:lnTo>
                  <a:pt x="2001104" y="15177"/>
                </a:lnTo>
                <a:lnTo>
                  <a:pt x="2003519" y="17750"/>
                </a:lnTo>
                <a:lnTo>
                  <a:pt x="2005780" y="20593"/>
                </a:lnTo>
                <a:lnTo>
                  <a:pt x="2007888" y="23707"/>
                </a:lnTo>
                <a:lnTo>
                  <a:pt x="2009835" y="27051"/>
                </a:lnTo>
                <a:lnTo>
                  <a:pt x="2011612" y="30582"/>
                </a:lnTo>
                <a:lnTo>
                  <a:pt x="2013220" y="34302"/>
                </a:lnTo>
                <a:lnTo>
                  <a:pt x="2014659" y="38209"/>
                </a:lnTo>
                <a:lnTo>
                  <a:pt x="2015929" y="42305"/>
                </a:lnTo>
                <a:lnTo>
                  <a:pt x="2017029" y="46589"/>
                </a:lnTo>
                <a:lnTo>
                  <a:pt x="2017960" y="51061"/>
                </a:lnTo>
                <a:lnTo>
                  <a:pt x="2018722" y="55720"/>
                </a:lnTo>
                <a:lnTo>
                  <a:pt x="2019314" y="60568"/>
                </a:lnTo>
                <a:lnTo>
                  <a:pt x="2019738" y="65604"/>
                </a:lnTo>
                <a:lnTo>
                  <a:pt x="2019992" y="70829"/>
                </a:lnTo>
                <a:lnTo>
                  <a:pt x="2020076" y="76241"/>
                </a:lnTo>
                <a:lnTo>
                  <a:pt x="2019992" y="81667"/>
                </a:lnTo>
                <a:lnTo>
                  <a:pt x="2019738" y="86904"/>
                </a:lnTo>
                <a:lnTo>
                  <a:pt x="2019314" y="91952"/>
                </a:lnTo>
                <a:lnTo>
                  <a:pt x="2018722" y="96810"/>
                </a:lnTo>
                <a:lnTo>
                  <a:pt x="2017960" y="101479"/>
                </a:lnTo>
                <a:lnTo>
                  <a:pt x="2017029" y="105959"/>
                </a:lnTo>
                <a:lnTo>
                  <a:pt x="2015929" y="110250"/>
                </a:lnTo>
                <a:lnTo>
                  <a:pt x="2014659" y="114351"/>
                </a:lnTo>
                <a:lnTo>
                  <a:pt x="2013220" y="118264"/>
                </a:lnTo>
                <a:lnTo>
                  <a:pt x="2011612" y="121987"/>
                </a:lnTo>
                <a:lnTo>
                  <a:pt x="2009835" y="125520"/>
                </a:lnTo>
                <a:lnTo>
                  <a:pt x="2007888" y="128865"/>
                </a:lnTo>
                <a:lnTo>
                  <a:pt x="2005780" y="131979"/>
                </a:lnTo>
                <a:lnTo>
                  <a:pt x="2003519" y="134822"/>
                </a:lnTo>
                <a:lnTo>
                  <a:pt x="2001104" y="137394"/>
                </a:lnTo>
                <a:lnTo>
                  <a:pt x="1998535" y="139696"/>
                </a:lnTo>
                <a:lnTo>
                  <a:pt x="1995813" y="141726"/>
                </a:lnTo>
                <a:lnTo>
                  <a:pt x="1992938" y="143487"/>
                </a:lnTo>
                <a:lnTo>
                  <a:pt x="1989909" y="144976"/>
                </a:lnTo>
                <a:lnTo>
                  <a:pt x="1986727" y="146194"/>
                </a:lnTo>
                <a:lnTo>
                  <a:pt x="1983392" y="147142"/>
                </a:lnTo>
                <a:lnTo>
                  <a:pt x="1979903" y="147819"/>
                </a:lnTo>
                <a:lnTo>
                  <a:pt x="1976260" y="148225"/>
                </a:lnTo>
                <a:lnTo>
                  <a:pt x="1972464" y="148361"/>
                </a:lnTo>
                <a:lnTo>
                  <a:pt x="1968682" y="148225"/>
                </a:lnTo>
                <a:lnTo>
                  <a:pt x="1965051" y="147819"/>
                </a:lnTo>
                <a:lnTo>
                  <a:pt x="1961572" y="147142"/>
                </a:lnTo>
                <a:lnTo>
                  <a:pt x="1958245" y="146194"/>
                </a:lnTo>
                <a:lnTo>
                  <a:pt x="1955069" y="144976"/>
                </a:lnTo>
                <a:lnTo>
                  <a:pt x="1952045" y="143487"/>
                </a:lnTo>
                <a:lnTo>
                  <a:pt x="1949172" y="141726"/>
                </a:lnTo>
                <a:lnTo>
                  <a:pt x="1946451" y="139696"/>
                </a:lnTo>
                <a:lnTo>
                  <a:pt x="1943882" y="137394"/>
                </a:lnTo>
                <a:lnTo>
                  <a:pt x="1941464" y="134822"/>
                </a:lnTo>
                <a:lnTo>
                  <a:pt x="1939198" y="131979"/>
                </a:lnTo>
                <a:lnTo>
                  <a:pt x="1937084" y="128865"/>
                </a:lnTo>
                <a:lnTo>
                  <a:pt x="1935130" y="125520"/>
                </a:lnTo>
                <a:lnTo>
                  <a:pt x="1933346" y="121987"/>
                </a:lnTo>
                <a:lnTo>
                  <a:pt x="1931732" y="118264"/>
                </a:lnTo>
                <a:lnTo>
                  <a:pt x="1930288" y="114351"/>
                </a:lnTo>
                <a:lnTo>
                  <a:pt x="1929014" y="110250"/>
                </a:lnTo>
                <a:lnTo>
                  <a:pt x="1927910" y="105959"/>
                </a:lnTo>
                <a:lnTo>
                  <a:pt x="1926975" y="101479"/>
                </a:lnTo>
                <a:lnTo>
                  <a:pt x="1926211" y="96810"/>
                </a:lnTo>
                <a:lnTo>
                  <a:pt x="1925616" y="91952"/>
                </a:lnTo>
                <a:lnTo>
                  <a:pt x="1925192" y="86904"/>
                </a:lnTo>
                <a:lnTo>
                  <a:pt x="1924937" y="81667"/>
                </a:lnTo>
                <a:lnTo>
                  <a:pt x="1924852" y="76241"/>
                </a:lnTo>
                <a:lnTo>
                  <a:pt x="1924937" y="70829"/>
                </a:lnTo>
                <a:lnTo>
                  <a:pt x="1925192" y="65604"/>
                </a:lnTo>
                <a:lnTo>
                  <a:pt x="1925616" y="60568"/>
                </a:lnTo>
                <a:lnTo>
                  <a:pt x="1926211" y="55720"/>
                </a:lnTo>
                <a:lnTo>
                  <a:pt x="1926975" y="51061"/>
                </a:lnTo>
                <a:lnTo>
                  <a:pt x="1927910" y="46589"/>
                </a:lnTo>
                <a:lnTo>
                  <a:pt x="1929014" y="42305"/>
                </a:lnTo>
                <a:lnTo>
                  <a:pt x="1930288" y="38209"/>
                </a:lnTo>
                <a:lnTo>
                  <a:pt x="1931732" y="34302"/>
                </a:lnTo>
                <a:lnTo>
                  <a:pt x="1933346" y="30582"/>
                </a:lnTo>
                <a:lnTo>
                  <a:pt x="1935130" y="27051"/>
                </a:lnTo>
                <a:lnTo>
                  <a:pt x="1937084" y="23707"/>
                </a:lnTo>
                <a:lnTo>
                  <a:pt x="1939198" y="20593"/>
                </a:lnTo>
                <a:lnTo>
                  <a:pt x="1941464" y="17750"/>
                </a:lnTo>
                <a:lnTo>
                  <a:pt x="1943882" y="15177"/>
                </a:lnTo>
                <a:lnTo>
                  <a:pt x="1946451" y="12875"/>
                </a:lnTo>
                <a:lnTo>
                  <a:pt x="1949172" y="10844"/>
                </a:lnTo>
                <a:lnTo>
                  <a:pt x="1952045" y="9083"/>
                </a:lnTo>
                <a:lnTo>
                  <a:pt x="1955069" y="7594"/>
                </a:lnTo>
                <a:lnTo>
                  <a:pt x="1958245" y="6375"/>
                </a:lnTo>
                <a:lnTo>
                  <a:pt x="1961572" y="5427"/>
                </a:lnTo>
                <a:lnTo>
                  <a:pt x="1965051" y="4750"/>
                </a:lnTo>
                <a:lnTo>
                  <a:pt x="1968682" y="4344"/>
                </a:lnTo>
                <a:lnTo>
                  <a:pt x="1972464" y="4209"/>
                </a:lnTo>
                <a:moveTo>
                  <a:pt x="1945896" y="105272"/>
                </a:moveTo>
                <a:lnTo>
                  <a:pt x="1992982" y="31703"/>
                </a:lnTo>
                <a:lnTo>
                  <a:pt x="1992231" y="30384"/>
                </a:lnTo>
                <a:lnTo>
                  <a:pt x="1991471" y="29139"/>
                </a:lnTo>
                <a:lnTo>
                  <a:pt x="1990699" y="27967"/>
                </a:lnTo>
                <a:lnTo>
                  <a:pt x="1989918" y="26869"/>
                </a:lnTo>
                <a:lnTo>
                  <a:pt x="1989126" y="25844"/>
                </a:lnTo>
                <a:lnTo>
                  <a:pt x="1988324" y="24893"/>
                </a:lnTo>
                <a:lnTo>
                  <a:pt x="1987511" y="24015"/>
                </a:lnTo>
                <a:lnTo>
                  <a:pt x="1986688" y="23211"/>
                </a:lnTo>
                <a:lnTo>
                  <a:pt x="1985855" y="22480"/>
                </a:lnTo>
                <a:lnTo>
                  <a:pt x="1985011" y="21823"/>
                </a:lnTo>
                <a:lnTo>
                  <a:pt x="1984157" y="21239"/>
                </a:lnTo>
                <a:lnTo>
                  <a:pt x="1983293" y="20729"/>
                </a:lnTo>
                <a:lnTo>
                  <a:pt x="1982421" y="20275"/>
                </a:lnTo>
                <a:lnTo>
                  <a:pt x="1981543" y="19861"/>
                </a:lnTo>
                <a:lnTo>
                  <a:pt x="1980660" y="19486"/>
                </a:lnTo>
                <a:lnTo>
                  <a:pt x="1979771" y="19150"/>
                </a:lnTo>
                <a:lnTo>
                  <a:pt x="1978877" y="18854"/>
                </a:lnTo>
                <a:lnTo>
                  <a:pt x="1977977" y="18598"/>
                </a:lnTo>
                <a:lnTo>
                  <a:pt x="1977072" y="18381"/>
                </a:lnTo>
                <a:lnTo>
                  <a:pt x="1976161" y="18203"/>
                </a:lnTo>
                <a:lnTo>
                  <a:pt x="1975245" y="18065"/>
                </a:lnTo>
                <a:lnTo>
                  <a:pt x="1974324" y="17966"/>
                </a:lnTo>
                <a:lnTo>
                  <a:pt x="1973397" y="17907"/>
                </a:lnTo>
                <a:lnTo>
                  <a:pt x="1972464" y="17887"/>
                </a:lnTo>
                <a:lnTo>
                  <a:pt x="1970072" y="18000"/>
                </a:lnTo>
                <a:lnTo>
                  <a:pt x="1967778" y="18338"/>
                </a:lnTo>
                <a:lnTo>
                  <a:pt x="1965581" y="18902"/>
                </a:lnTo>
                <a:lnTo>
                  <a:pt x="1963481" y="19690"/>
                </a:lnTo>
                <a:lnTo>
                  <a:pt x="1961479" y="20705"/>
                </a:lnTo>
                <a:lnTo>
                  <a:pt x="1959575" y="21944"/>
                </a:lnTo>
                <a:lnTo>
                  <a:pt x="1957767" y="23409"/>
                </a:lnTo>
                <a:lnTo>
                  <a:pt x="1956057" y="25099"/>
                </a:lnTo>
                <a:lnTo>
                  <a:pt x="1954445" y="27015"/>
                </a:lnTo>
                <a:lnTo>
                  <a:pt x="1952930" y="29156"/>
                </a:lnTo>
                <a:lnTo>
                  <a:pt x="1951513" y="31523"/>
                </a:lnTo>
                <a:lnTo>
                  <a:pt x="1950192" y="34114"/>
                </a:lnTo>
                <a:lnTo>
                  <a:pt x="1948974" y="36879"/>
                </a:lnTo>
                <a:lnTo>
                  <a:pt x="1947861" y="39764"/>
                </a:lnTo>
                <a:lnTo>
                  <a:pt x="1946855" y="42771"/>
                </a:lnTo>
                <a:lnTo>
                  <a:pt x="1945954" y="45898"/>
                </a:lnTo>
                <a:lnTo>
                  <a:pt x="1945160" y="49146"/>
                </a:lnTo>
                <a:lnTo>
                  <a:pt x="1944471" y="52515"/>
                </a:lnTo>
                <a:lnTo>
                  <a:pt x="1943888" y="56005"/>
                </a:lnTo>
                <a:lnTo>
                  <a:pt x="1943412" y="59616"/>
                </a:lnTo>
                <a:lnTo>
                  <a:pt x="1943041" y="63347"/>
                </a:lnTo>
                <a:lnTo>
                  <a:pt x="1942776" y="67200"/>
                </a:lnTo>
                <a:lnTo>
                  <a:pt x="1942617" y="71174"/>
                </a:lnTo>
                <a:lnTo>
                  <a:pt x="1942564" y="75268"/>
                </a:lnTo>
                <a:lnTo>
                  <a:pt x="1942566" y="76222"/>
                </a:lnTo>
                <a:lnTo>
                  <a:pt x="1942574" y="77188"/>
                </a:lnTo>
                <a:lnTo>
                  <a:pt x="1942586" y="78166"/>
                </a:lnTo>
                <a:lnTo>
                  <a:pt x="1942603" y="79156"/>
                </a:lnTo>
                <a:lnTo>
                  <a:pt x="1942625" y="80158"/>
                </a:lnTo>
                <a:lnTo>
                  <a:pt x="1942652" y="81173"/>
                </a:lnTo>
                <a:lnTo>
                  <a:pt x="1942683" y="82200"/>
                </a:lnTo>
                <a:lnTo>
                  <a:pt x="1942720" y="83239"/>
                </a:lnTo>
                <a:lnTo>
                  <a:pt x="1942761" y="84290"/>
                </a:lnTo>
                <a:lnTo>
                  <a:pt x="1942808" y="85353"/>
                </a:lnTo>
                <a:lnTo>
                  <a:pt x="1942859" y="86429"/>
                </a:lnTo>
                <a:lnTo>
                  <a:pt x="1942915" y="87516"/>
                </a:lnTo>
                <a:lnTo>
                  <a:pt x="1942989" y="88642"/>
                </a:lnTo>
                <a:lnTo>
                  <a:pt x="1943095" y="89832"/>
                </a:lnTo>
                <a:lnTo>
                  <a:pt x="1943233" y="91086"/>
                </a:lnTo>
                <a:lnTo>
                  <a:pt x="1943402" y="92405"/>
                </a:lnTo>
                <a:lnTo>
                  <a:pt x="1943603" y="93788"/>
                </a:lnTo>
                <a:lnTo>
                  <a:pt x="1943835" y="95235"/>
                </a:lnTo>
                <a:lnTo>
                  <a:pt x="1944100" y="96747"/>
                </a:lnTo>
                <a:lnTo>
                  <a:pt x="1944396" y="98323"/>
                </a:lnTo>
                <a:lnTo>
                  <a:pt x="1944723" y="99964"/>
                </a:lnTo>
                <a:lnTo>
                  <a:pt x="1945082" y="101669"/>
                </a:lnTo>
                <a:lnTo>
                  <a:pt x="1945473" y="103438"/>
                </a:lnTo>
                <a:lnTo>
                  <a:pt x="1945896" y="105272"/>
                </a:lnTo>
                <a:moveTo>
                  <a:pt x="1998857" y="47894"/>
                </a:moveTo>
                <a:lnTo>
                  <a:pt x="1952121" y="121907"/>
                </a:lnTo>
                <a:lnTo>
                  <a:pt x="1952758" y="122950"/>
                </a:lnTo>
                <a:lnTo>
                  <a:pt x="1953410" y="123948"/>
                </a:lnTo>
                <a:lnTo>
                  <a:pt x="1954078" y="124902"/>
                </a:lnTo>
                <a:lnTo>
                  <a:pt x="1954762" y="125811"/>
                </a:lnTo>
                <a:lnTo>
                  <a:pt x="1955461" y="126676"/>
                </a:lnTo>
                <a:lnTo>
                  <a:pt x="1956177" y="127497"/>
                </a:lnTo>
                <a:lnTo>
                  <a:pt x="1956908" y="128273"/>
                </a:lnTo>
                <a:lnTo>
                  <a:pt x="1957655" y="129005"/>
                </a:lnTo>
                <a:lnTo>
                  <a:pt x="1958418" y="129693"/>
                </a:lnTo>
                <a:lnTo>
                  <a:pt x="1959197" y="130336"/>
                </a:lnTo>
                <a:lnTo>
                  <a:pt x="1959992" y="130935"/>
                </a:lnTo>
                <a:lnTo>
                  <a:pt x="1960802" y="131490"/>
                </a:lnTo>
                <a:lnTo>
                  <a:pt x="1961628" y="132000"/>
                </a:lnTo>
                <a:lnTo>
                  <a:pt x="1962471" y="132465"/>
                </a:lnTo>
                <a:lnTo>
                  <a:pt x="1963329" y="132886"/>
                </a:lnTo>
                <a:lnTo>
                  <a:pt x="1964202" y="133263"/>
                </a:lnTo>
                <a:lnTo>
                  <a:pt x="1965092" y="133596"/>
                </a:lnTo>
                <a:lnTo>
                  <a:pt x="1965997" y="133884"/>
                </a:lnTo>
                <a:lnTo>
                  <a:pt x="1966919" y="134128"/>
                </a:lnTo>
                <a:lnTo>
                  <a:pt x="1967856" y="134327"/>
                </a:lnTo>
                <a:lnTo>
                  <a:pt x="1968809" y="134482"/>
                </a:lnTo>
                <a:lnTo>
                  <a:pt x="1969778" y="134593"/>
                </a:lnTo>
                <a:lnTo>
                  <a:pt x="1970762" y="134660"/>
                </a:lnTo>
                <a:lnTo>
                  <a:pt x="1971763" y="134682"/>
                </a:lnTo>
                <a:lnTo>
                  <a:pt x="1974472" y="134553"/>
                </a:lnTo>
                <a:lnTo>
                  <a:pt x="1977048" y="134165"/>
                </a:lnTo>
                <a:lnTo>
                  <a:pt x="1979490" y="133520"/>
                </a:lnTo>
                <a:lnTo>
                  <a:pt x="1981797" y="132616"/>
                </a:lnTo>
                <a:lnTo>
                  <a:pt x="1983971" y="131454"/>
                </a:lnTo>
                <a:lnTo>
                  <a:pt x="1986011" y="130034"/>
                </a:lnTo>
                <a:lnTo>
                  <a:pt x="1987917" y="128356"/>
                </a:lnTo>
                <a:lnTo>
                  <a:pt x="1989689" y="126419"/>
                </a:lnTo>
                <a:lnTo>
                  <a:pt x="1991327" y="124224"/>
                </a:lnTo>
                <a:lnTo>
                  <a:pt x="1992831" y="121771"/>
                </a:lnTo>
                <a:lnTo>
                  <a:pt x="1994201" y="119060"/>
                </a:lnTo>
                <a:lnTo>
                  <a:pt x="1995437" y="116090"/>
                </a:lnTo>
                <a:lnTo>
                  <a:pt x="1996558" y="112963"/>
                </a:lnTo>
                <a:lnTo>
                  <a:pt x="1997580" y="109780"/>
                </a:lnTo>
                <a:lnTo>
                  <a:pt x="1998506" y="106540"/>
                </a:lnTo>
                <a:lnTo>
                  <a:pt x="1999334" y="103244"/>
                </a:lnTo>
                <a:lnTo>
                  <a:pt x="2000065" y="99891"/>
                </a:lnTo>
                <a:lnTo>
                  <a:pt x="2000698" y="96482"/>
                </a:lnTo>
                <a:lnTo>
                  <a:pt x="2001234" y="93016"/>
                </a:lnTo>
                <a:lnTo>
                  <a:pt x="2001672" y="89494"/>
                </a:lnTo>
                <a:lnTo>
                  <a:pt x="2002013" y="85915"/>
                </a:lnTo>
                <a:lnTo>
                  <a:pt x="2002257" y="82280"/>
                </a:lnTo>
                <a:lnTo>
                  <a:pt x="2002403" y="78589"/>
                </a:lnTo>
                <a:lnTo>
                  <a:pt x="2002452" y="74841"/>
                </a:lnTo>
                <a:lnTo>
                  <a:pt x="2002427" y="72515"/>
                </a:lnTo>
                <a:lnTo>
                  <a:pt x="2002352" y="70203"/>
                </a:lnTo>
                <a:lnTo>
                  <a:pt x="2002227" y="67907"/>
                </a:lnTo>
                <a:lnTo>
                  <a:pt x="2002052" y="65625"/>
                </a:lnTo>
                <a:lnTo>
                  <a:pt x="2001828" y="63357"/>
                </a:lnTo>
                <a:lnTo>
                  <a:pt x="2001553" y="61104"/>
                </a:lnTo>
                <a:lnTo>
                  <a:pt x="2001228" y="58866"/>
                </a:lnTo>
                <a:lnTo>
                  <a:pt x="2000854" y="56643"/>
                </a:lnTo>
                <a:lnTo>
                  <a:pt x="2000430" y="54434"/>
                </a:lnTo>
                <a:lnTo>
                  <a:pt x="1999955" y="52239"/>
                </a:lnTo>
                <a:lnTo>
                  <a:pt x="1999431" y="50060"/>
                </a:lnTo>
                <a:lnTo>
                  <a:pt x="1998857" y="47894"/>
                </a:lnTo>
                <a:close/>
                <a:moveTo>
                  <a:pt x="2079814" y="148536"/>
                </a:moveTo>
                <a:lnTo>
                  <a:pt x="2078847" y="148507"/>
                </a:lnTo>
                <a:lnTo>
                  <a:pt x="2077902" y="148419"/>
                </a:lnTo>
                <a:lnTo>
                  <a:pt x="2076981" y="148273"/>
                </a:lnTo>
                <a:lnTo>
                  <a:pt x="2076083" y="148068"/>
                </a:lnTo>
                <a:lnTo>
                  <a:pt x="2075208" y="147805"/>
                </a:lnTo>
                <a:lnTo>
                  <a:pt x="2074356" y="147484"/>
                </a:lnTo>
                <a:lnTo>
                  <a:pt x="2073527" y="147104"/>
                </a:lnTo>
                <a:lnTo>
                  <a:pt x="2072722" y="146665"/>
                </a:lnTo>
                <a:lnTo>
                  <a:pt x="2071939" y="146168"/>
                </a:lnTo>
                <a:lnTo>
                  <a:pt x="2071180" y="145613"/>
                </a:lnTo>
                <a:lnTo>
                  <a:pt x="2070444" y="144999"/>
                </a:lnTo>
                <a:lnTo>
                  <a:pt x="2069731" y="144327"/>
                </a:lnTo>
                <a:lnTo>
                  <a:pt x="2069058" y="143614"/>
                </a:lnTo>
                <a:lnTo>
                  <a:pt x="2068445" y="142878"/>
                </a:lnTo>
                <a:lnTo>
                  <a:pt x="2067889" y="142119"/>
                </a:lnTo>
                <a:lnTo>
                  <a:pt x="2067392" y="141336"/>
                </a:lnTo>
                <a:lnTo>
                  <a:pt x="2066954" y="140530"/>
                </a:lnTo>
                <a:lnTo>
                  <a:pt x="2066574" y="139702"/>
                </a:lnTo>
                <a:lnTo>
                  <a:pt x="2066253" y="138850"/>
                </a:lnTo>
                <a:lnTo>
                  <a:pt x="2065990" y="137975"/>
                </a:lnTo>
                <a:lnTo>
                  <a:pt x="2065785" y="137077"/>
                </a:lnTo>
                <a:lnTo>
                  <a:pt x="2065639" y="136155"/>
                </a:lnTo>
                <a:lnTo>
                  <a:pt x="2065551" y="135211"/>
                </a:lnTo>
                <a:lnTo>
                  <a:pt x="2065522" y="134243"/>
                </a:lnTo>
                <a:lnTo>
                  <a:pt x="2065551" y="133262"/>
                </a:lnTo>
                <a:lnTo>
                  <a:pt x="2065640" y="132306"/>
                </a:lnTo>
                <a:lnTo>
                  <a:pt x="2065788" y="131375"/>
                </a:lnTo>
                <a:lnTo>
                  <a:pt x="2065994" y="130468"/>
                </a:lnTo>
                <a:lnTo>
                  <a:pt x="2066260" y="129587"/>
                </a:lnTo>
                <a:lnTo>
                  <a:pt x="2066585" y="128730"/>
                </a:lnTo>
                <a:lnTo>
                  <a:pt x="2066969" y="127899"/>
                </a:lnTo>
                <a:lnTo>
                  <a:pt x="2067412" y="127092"/>
                </a:lnTo>
                <a:lnTo>
                  <a:pt x="2067914" y="126311"/>
                </a:lnTo>
                <a:lnTo>
                  <a:pt x="2068475" y="125554"/>
                </a:lnTo>
                <a:lnTo>
                  <a:pt x="2069095" y="124823"/>
                </a:lnTo>
                <a:lnTo>
                  <a:pt x="2069775" y="124116"/>
                </a:lnTo>
                <a:lnTo>
                  <a:pt x="2070494" y="123451"/>
                </a:lnTo>
                <a:lnTo>
                  <a:pt x="2071235" y="122843"/>
                </a:lnTo>
                <a:lnTo>
                  <a:pt x="2071997" y="122294"/>
                </a:lnTo>
                <a:lnTo>
                  <a:pt x="2072780" y="121802"/>
                </a:lnTo>
                <a:lnTo>
                  <a:pt x="2073585" y="121368"/>
                </a:lnTo>
                <a:lnTo>
                  <a:pt x="2074411" y="120992"/>
                </a:lnTo>
                <a:lnTo>
                  <a:pt x="2075258" y="120674"/>
                </a:lnTo>
                <a:lnTo>
                  <a:pt x="2076127" y="120414"/>
                </a:lnTo>
                <a:lnTo>
                  <a:pt x="2077017" y="120211"/>
                </a:lnTo>
                <a:lnTo>
                  <a:pt x="2077928" y="120067"/>
                </a:lnTo>
                <a:lnTo>
                  <a:pt x="2078860" y="119980"/>
                </a:lnTo>
                <a:lnTo>
                  <a:pt x="2079814" y="119951"/>
                </a:lnTo>
                <a:lnTo>
                  <a:pt x="2080768" y="119980"/>
                </a:lnTo>
                <a:lnTo>
                  <a:pt x="2081701" y="120067"/>
                </a:lnTo>
                <a:lnTo>
                  <a:pt x="2082612" y="120211"/>
                </a:lnTo>
                <a:lnTo>
                  <a:pt x="2083502" y="120414"/>
                </a:lnTo>
                <a:lnTo>
                  <a:pt x="2084370" y="120674"/>
                </a:lnTo>
                <a:lnTo>
                  <a:pt x="2085218" y="120992"/>
                </a:lnTo>
                <a:lnTo>
                  <a:pt x="2086044" y="121368"/>
                </a:lnTo>
                <a:lnTo>
                  <a:pt x="2086848" y="121802"/>
                </a:lnTo>
                <a:lnTo>
                  <a:pt x="2087632" y="122294"/>
                </a:lnTo>
                <a:lnTo>
                  <a:pt x="2088394" y="122843"/>
                </a:lnTo>
                <a:lnTo>
                  <a:pt x="2089135" y="123451"/>
                </a:lnTo>
                <a:lnTo>
                  <a:pt x="2089854" y="124116"/>
                </a:lnTo>
                <a:lnTo>
                  <a:pt x="2090533" y="124823"/>
                </a:lnTo>
                <a:lnTo>
                  <a:pt x="2091153" y="125554"/>
                </a:lnTo>
                <a:lnTo>
                  <a:pt x="2091715" y="126311"/>
                </a:lnTo>
                <a:lnTo>
                  <a:pt x="2092217" y="127092"/>
                </a:lnTo>
                <a:lnTo>
                  <a:pt x="2092660" y="127899"/>
                </a:lnTo>
                <a:lnTo>
                  <a:pt x="2093044" y="128730"/>
                </a:lnTo>
                <a:lnTo>
                  <a:pt x="2093368" y="129587"/>
                </a:lnTo>
                <a:lnTo>
                  <a:pt x="2093634" y="130468"/>
                </a:lnTo>
                <a:lnTo>
                  <a:pt x="2093841" y="131375"/>
                </a:lnTo>
                <a:lnTo>
                  <a:pt x="2093989" y="132306"/>
                </a:lnTo>
                <a:lnTo>
                  <a:pt x="2094077" y="133262"/>
                </a:lnTo>
                <a:lnTo>
                  <a:pt x="2094107" y="134243"/>
                </a:lnTo>
                <a:lnTo>
                  <a:pt x="2094077" y="135211"/>
                </a:lnTo>
                <a:lnTo>
                  <a:pt x="2093990" y="136155"/>
                </a:lnTo>
                <a:lnTo>
                  <a:pt x="2093844" y="137077"/>
                </a:lnTo>
                <a:lnTo>
                  <a:pt x="2093639" y="137975"/>
                </a:lnTo>
                <a:lnTo>
                  <a:pt x="2093376" y="138850"/>
                </a:lnTo>
                <a:lnTo>
                  <a:pt x="2093055" y="139702"/>
                </a:lnTo>
                <a:lnTo>
                  <a:pt x="2092675" y="140530"/>
                </a:lnTo>
                <a:lnTo>
                  <a:pt x="2092236" y="141336"/>
                </a:lnTo>
                <a:lnTo>
                  <a:pt x="2091739" y="142119"/>
                </a:lnTo>
                <a:lnTo>
                  <a:pt x="2091184" y="142878"/>
                </a:lnTo>
                <a:lnTo>
                  <a:pt x="2090570" y="143614"/>
                </a:lnTo>
                <a:lnTo>
                  <a:pt x="2089898" y="144327"/>
                </a:lnTo>
                <a:lnTo>
                  <a:pt x="2089185" y="144999"/>
                </a:lnTo>
                <a:lnTo>
                  <a:pt x="2088449" y="145613"/>
                </a:lnTo>
                <a:lnTo>
                  <a:pt x="2087689" y="146168"/>
                </a:lnTo>
                <a:lnTo>
                  <a:pt x="2086907" y="146665"/>
                </a:lnTo>
                <a:lnTo>
                  <a:pt x="2086101" y="147104"/>
                </a:lnTo>
                <a:lnTo>
                  <a:pt x="2085273" y="147484"/>
                </a:lnTo>
                <a:lnTo>
                  <a:pt x="2084421" y="147805"/>
                </a:lnTo>
                <a:lnTo>
                  <a:pt x="2083546" y="148068"/>
                </a:lnTo>
                <a:lnTo>
                  <a:pt x="2082648" y="148273"/>
                </a:lnTo>
                <a:lnTo>
                  <a:pt x="2081726" y="148419"/>
                </a:lnTo>
                <a:lnTo>
                  <a:pt x="2080782" y="148507"/>
                </a:lnTo>
                <a:lnTo>
                  <a:pt x="2079814" y="148536"/>
                </a:lnTo>
                <a:close/>
                <a:moveTo>
                  <a:pt x="2187165" y="4209"/>
                </a:moveTo>
                <a:lnTo>
                  <a:pt x="2190961" y="4344"/>
                </a:lnTo>
                <a:lnTo>
                  <a:pt x="2194604" y="4750"/>
                </a:lnTo>
                <a:lnTo>
                  <a:pt x="2198093" y="5427"/>
                </a:lnTo>
                <a:lnTo>
                  <a:pt x="2201428" y="6375"/>
                </a:lnTo>
                <a:lnTo>
                  <a:pt x="2204611" y="7594"/>
                </a:lnTo>
                <a:lnTo>
                  <a:pt x="2207639" y="9083"/>
                </a:lnTo>
                <a:lnTo>
                  <a:pt x="2210515" y="10844"/>
                </a:lnTo>
                <a:lnTo>
                  <a:pt x="2213236" y="12875"/>
                </a:lnTo>
                <a:lnTo>
                  <a:pt x="2215805" y="15177"/>
                </a:lnTo>
                <a:lnTo>
                  <a:pt x="2218220" y="17750"/>
                </a:lnTo>
                <a:lnTo>
                  <a:pt x="2220481" y="20593"/>
                </a:lnTo>
                <a:lnTo>
                  <a:pt x="2222589" y="23707"/>
                </a:lnTo>
                <a:lnTo>
                  <a:pt x="2224536" y="27051"/>
                </a:lnTo>
                <a:lnTo>
                  <a:pt x="2226313" y="30582"/>
                </a:lnTo>
                <a:lnTo>
                  <a:pt x="2227922" y="34302"/>
                </a:lnTo>
                <a:lnTo>
                  <a:pt x="2229360" y="38209"/>
                </a:lnTo>
                <a:lnTo>
                  <a:pt x="2230630" y="42305"/>
                </a:lnTo>
                <a:lnTo>
                  <a:pt x="2231730" y="46589"/>
                </a:lnTo>
                <a:lnTo>
                  <a:pt x="2232661" y="51061"/>
                </a:lnTo>
                <a:lnTo>
                  <a:pt x="2233423" y="55720"/>
                </a:lnTo>
                <a:lnTo>
                  <a:pt x="2234016" y="60568"/>
                </a:lnTo>
                <a:lnTo>
                  <a:pt x="2234439" y="65604"/>
                </a:lnTo>
                <a:lnTo>
                  <a:pt x="2234693" y="70829"/>
                </a:lnTo>
                <a:lnTo>
                  <a:pt x="2234777" y="76241"/>
                </a:lnTo>
                <a:lnTo>
                  <a:pt x="2234693" y="81667"/>
                </a:lnTo>
                <a:lnTo>
                  <a:pt x="2234439" y="86904"/>
                </a:lnTo>
                <a:lnTo>
                  <a:pt x="2234016" y="91952"/>
                </a:lnTo>
                <a:lnTo>
                  <a:pt x="2233423" y="96810"/>
                </a:lnTo>
                <a:lnTo>
                  <a:pt x="2232661" y="101479"/>
                </a:lnTo>
                <a:lnTo>
                  <a:pt x="2231730" y="105959"/>
                </a:lnTo>
                <a:lnTo>
                  <a:pt x="2230630" y="110250"/>
                </a:lnTo>
                <a:lnTo>
                  <a:pt x="2229360" y="114351"/>
                </a:lnTo>
                <a:lnTo>
                  <a:pt x="2227922" y="118264"/>
                </a:lnTo>
                <a:lnTo>
                  <a:pt x="2226313" y="121987"/>
                </a:lnTo>
                <a:lnTo>
                  <a:pt x="2224536" y="125520"/>
                </a:lnTo>
                <a:lnTo>
                  <a:pt x="2222589" y="128865"/>
                </a:lnTo>
                <a:lnTo>
                  <a:pt x="2220481" y="131979"/>
                </a:lnTo>
                <a:lnTo>
                  <a:pt x="2218220" y="134822"/>
                </a:lnTo>
                <a:lnTo>
                  <a:pt x="2215805" y="137394"/>
                </a:lnTo>
                <a:lnTo>
                  <a:pt x="2213236" y="139696"/>
                </a:lnTo>
                <a:lnTo>
                  <a:pt x="2210515" y="141726"/>
                </a:lnTo>
                <a:lnTo>
                  <a:pt x="2207639" y="143487"/>
                </a:lnTo>
                <a:lnTo>
                  <a:pt x="2204611" y="144976"/>
                </a:lnTo>
                <a:lnTo>
                  <a:pt x="2201428" y="146194"/>
                </a:lnTo>
                <a:lnTo>
                  <a:pt x="2198093" y="147142"/>
                </a:lnTo>
                <a:lnTo>
                  <a:pt x="2194604" y="147819"/>
                </a:lnTo>
                <a:lnTo>
                  <a:pt x="2190961" y="148225"/>
                </a:lnTo>
                <a:lnTo>
                  <a:pt x="2187165" y="148361"/>
                </a:lnTo>
                <a:lnTo>
                  <a:pt x="2183383" y="148225"/>
                </a:lnTo>
                <a:lnTo>
                  <a:pt x="2179752" y="147819"/>
                </a:lnTo>
                <a:lnTo>
                  <a:pt x="2176273" y="147142"/>
                </a:lnTo>
                <a:lnTo>
                  <a:pt x="2172946" y="146194"/>
                </a:lnTo>
                <a:lnTo>
                  <a:pt x="2169770" y="144976"/>
                </a:lnTo>
                <a:lnTo>
                  <a:pt x="2166746" y="143487"/>
                </a:lnTo>
                <a:lnTo>
                  <a:pt x="2163873" y="141726"/>
                </a:lnTo>
                <a:lnTo>
                  <a:pt x="2161152" y="139696"/>
                </a:lnTo>
                <a:lnTo>
                  <a:pt x="2158583" y="137394"/>
                </a:lnTo>
                <a:lnTo>
                  <a:pt x="2156165" y="134822"/>
                </a:lnTo>
                <a:lnTo>
                  <a:pt x="2153899" y="131979"/>
                </a:lnTo>
                <a:lnTo>
                  <a:pt x="2151785" y="128865"/>
                </a:lnTo>
                <a:lnTo>
                  <a:pt x="2149831" y="125520"/>
                </a:lnTo>
                <a:lnTo>
                  <a:pt x="2148047" y="121987"/>
                </a:lnTo>
                <a:lnTo>
                  <a:pt x="2146433" y="118264"/>
                </a:lnTo>
                <a:lnTo>
                  <a:pt x="2144989" y="114351"/>
                </a:lnTo>
                <a:lnTo>
                  <a:pt x="2143715" y="110250"/>
                </a:lnTo>
                <a:lnTo>
                  <a:pt x="2142611" y="105959"/>
                </a:lnTo>
                <a:lnTo>
                  <a:pt x="2141677" y="101479"/>
                </a:lnTo>
                <a:lnTo>
                  <a:pt x="2140912" y="96810"/>
                </a:lnTo>
                <a:lnTo>
                  <a:pt x="2140317" y="91952"/>
                </a:lnTo>
                <a:lnTo>
                  <a:pt x="2139893" y="86904"/>
                </a:lnTo>
                <a:lnTo>
                  <a:pt x="2139638" y="81667"/>
                </a:lnTo>
                <a:lnTo>
                  <a:pt x="2139553" y="76241"/>
                </a:lnTo>
                <a:lnTo>
                  <a:pt x="2139638" y="70829"/>
                </a:lnTo>
                <a:lnTo>
                  <a:pt x="2139893" y="65604"/>
                </a:lnTo>
                <a:lnTo>
                  <a:pt x="2140317" y="60568"/>
                </a:lnTo>
                <a:lnTo>
                  <a:pt x="2140912" y="55720"/>
                </a:lnTo>
                <a:lnTo>
                  <a:pt x="2141677" y="51061"/>
                </a:lnTo>
                <a:lnTo>
                  <a:pt x="2142611" y="46589"/>
                </a:lnTo>
                <a:lnTo>
                  <a:pt x="2143715" y="42305"/>
                </a:lnTo>
                <a:lnTo>
                  <a:pt x="2144989" y="38209"/>
                </a:lnTo>
                <a:lnTo>
                  <a:pt x="2146433" y="34302"/>
                </a:lnTo>
                <a:lnTo>
                  <a:pt x="2148047" y="30582"/>
                </a:lnTo>
                <a:lnTo>
                  <a:pt x="2149831" y="27051"/>
                </a:lnTo>
                <a:lnTo>
                  <a:pt x="2151785" y="23707"/>
                </a:lnTo>
                <a:lnTo>
                  <a:pt x="2153899" y="20593"/>
                </a:lnTo>
                <a:lnTo>
                  <a:pt x="2156165" y="17750"/>
                </a:lnTo>
                <a:lnTo>
                  <a:pt x="2158583" y="15177"/>
                </a:lnTo>
                <a:lnTo>
                  <a:pt x="2161152" y="12875"/>
                </a:lnTo>
                <a:lnTo>
                  <a:pt x="2163873" y="10844"/>
                </a:lnTo>
                <a:lnTo>
                  <a:pt x="2166746" y="9083"/>
                </a:lnTo>
                <a:lnTo>
                  <a:pt x="2169770" y="7594"/>
                </a:lnTo>
                <a:lnTo>
                  <a:pt x="2172946" y="6375"/>
                </a:lnTo>
                <a:lnTo>
                  <a:pt x="2176273" y="5427"/>
                </a:lnTo>
                <a:lnTo>
                  <a:pt x="2179752" y="4750"/>
                </a:lnTo>
                <a:lnTo>
                  <a:pt x="2183383" y="4344"/>
                </a:lnTo>
                <a:lnTo>
                  <a:pt x="2187165" y="4209"/>
                </a:lnTo>
                <a:moveTo>
                  <a:pt x="2160597" y="105272"/>
                </a:moveTo>
                <a:lnTo>
                  <a:pt x="2207683" y="31703"/>
                </a:lnTo>
                <a:lnTo>
                  <a:pt x="2206933" y="30384"/>
                </a:lnTo>
                <a:lnTo>
                  <a:pt x="2206172" y="29139"/>
                </a:lnTo>
                <a:lnTo>
                  <a:pt x="2205401" y="27967"/>
                </a:lnTo>
                <a:lnTo>
                  <a:pt x="2204619" y="26869"/>
                </a:lnTo>
                <a:lnTo>
                  <a:pt x="2203827" y="25844"/>
                </a:lnTo>
                <a:lnTo>
                  <a:pt x="2203025" y="24893"/>
                </a:lnTo>
                <a:lnTo>
                  <a:pt x="2202212" y="24015"/>
                </a:lnTo>
                <a:lnTo>
                  <a:pt x="2201389" y="23211"/>
                </a:lnTo>
                <a:lnTo>
                  <a:pt x="2200556" y="22480"/>
                </a:lnTo>
                <a:lnTo>
                  <a:pt x="2199712" y="21823"/>
                </a:lnTo>
                <a:lnTo>
                  <a:pt x="2198858" y="21239"/>
                </a:lnTo>
                <a:lnTo>
                  <a:pt x="2197994" y="20729"/>
                </a:lnTo>
                <a:lnTo>
                  <a:pt x="2197122" y="20275"/>
                </a:lnTo>
                <a:lnTo>
                  <a:pt x="2196244" y="19861"/>
                </a:lnTo>
                <a:lnTo>
                  <a:pt x="2195361" y="19486"/>
                </a:lnTo>
                <a:lnTo>
                  <a:pt x="2194472" y="19150"/>
                </a:lnTo>
                <a:lnTo>
                  <a:pt x="2193578" y="18854"/>
                </a:lnTo>
                <a:lnTo>
                  <a:pt x="2192678" y="18598"/>
                </a:lnTo>
                <a:lnTo>
                  <a:pt x="2191773" y="18381"/>
                </a:lnTo>
                <a:lnTo>
                  <a:pt x="2190862" y="18203"/>
                </a:lnTo>
                <a:lnTo>
                  <a:pt x="2189946" y="18065"/>
                </a:lnTo>
                <a:lnTo>
                  <a:pt x="2189025" y="17966"/>
                </a:lnTo>
                <a:lnTo>
                  <a:pt x="2188098" y="17907"/>
                </a:lnTo>
                <a:lnTo>
                  <a:pt x="2187165" y="17887"/>
                </a:lnTo>
                <a:lnTo>
                  <a:pt x="2184773" y="18000"/>
                </a:lnTo>
                <a:lnTo>
                  <a:pt x="2182479" y="18338"/>
                </a:lnTo>
                <a:lnTo>
                  <a:pt x="2180282" y="18902"/>
                </a:lnTo>
                <a:lnTo>
                  <a:pt x="2178182" y="19690"/>
                </a:lnTo>
                <a:lnTo>
                  <a:pt x="2176180" y="20705"/>
                </a:lnTo>
                <a:lnTo>
                  <a:pt x="2174276" y="21944"/>
                </a:lnTo>
                <a:lnTo>
                  <a:pt x="2172468" y="23409"/>
                </a:lnTo>
                <a:lnTo>
                  <a:pt x="2170759" y="25099"/>
                </a:lnTo>
                <a:lnTo>
                  <a:pt x="2169146" y="27015"/>
                </a:lnTo>
                <a:lnTo>
                  <a:pt x="2167631" y="29156"/>
                </a:lnTo>
                <a:lnTo>
                  <a:pt x="2166214" y="31523"/>
                </a:lnTo>
                <a:lnTo>
                  <a:pt x="2164894" y="34114"/>
                </a:lnTo>
                <a:lnTo>
                  <a:pt x="2163675" y="36879"/>
                </a:lnTo>
                <a:lnTo>
                  <a:pt x="2162563" y="39764"/>
                </a:lnTo>
                <a:lnTo>
                  <a:pt x="2161556" y="42771"/>
                </a:lnTo>
                <a:lnTo>
                  <a:pt x="2160655" y="45898"/>
                </a:lnTo>
                <a:lnTo>
                  <a:pt x="2159861" y="49146"/>
                </a:lnTo>
                <a:lnTo>
                  <a:pt x="2159172" y="52515"/>
                </a:lnTo>
                <a:lnTo>
                  <a:pt x="2158589" y="56005"/>
                </a:lnTo>
                <a:lnTo>
                  <a:pt x="2158113" y="59616"/>
                </a:lnTo>
                <a:lnTo>
                  <a:pt x="2157742" y="63347"/>
                </a:lnTo>
                <a:lnTo>
                  <a:pt x="2157477" y="67200"/>
                </a:lnTo>
                <a:lnTo>
                  <a:pt x="2157318" y="71174"/>
                </a:lnTo>
                <a:lnTo>
                  <a:pt x="2157265" y="75268"/>
                </a:lnTo>
                <a:lnTo>
                  <a:pt x="2157268" y="76222"/>
                </a:lnTo>
                <a:lnTo>
                  <a:pt x="2157275" y="77188"/>
                </a:lnTo>
                <a:lnTo>
                  <a:pt x="2157287" y="78166"/>
                </a:lnTo>
                <a:lnTo>
                  <a:pt x="2157304" y="79156"/>
                </a:lnTo>
                <a:lnTo>
                  <a:pt x="2157326" y="80158"/>
                </a:lnTo>
                <a:lnTo>
                  <a:pt x="2157353" y="81173"/>
                </a:lnTo>
                <a:lnTo>
                  <a:pt x="2157384" y="82200"/>
                </a:lnTo>
                <a:lnTo>
                  <a:pt x="2157421" y="83239"/>
                </a:lnTo>
                <a:lnTo>
                  <a:pt x="2157462" y="84290"/>
                </a:lnTo>
                <a:lnTo>
                  <a:pt x="2157509" y="85353"/>
                </a:lnTo>
                <a:lnTo>
                  <a:pt x="2157560" y="86429"/>
                </a:lnTo>
                <a:lnTo>
                  <a:pt x="2157616" y="87516"/>
                </a:lnTo>
                <a:lnTo>
                  <a:pt x="2157690" y="88642"/>
                </a:lnTo>
                <a:lnTo>
                  <a:pt x="2157796" y="89832"/>
                </a:lnTo>
                <a:lnTo>
                  <a:pt x="2157934" y="91086"/>
                </a:lnTo>
                <a:lnTo>
                  <a:pt x="2158103" y="92405"/>
                </a:lnTo>
                <a:lnTo>
                  <a:pt x="2158304" y="93788"/>
                </a:lnTo>
                <a:lnTo>
                  <a:pt x="2158536" y="95235"/>
                </a:lnTo>
                <a:lnTo>
                  <a:pt x="2158801" y="96747"/>
                </a:lnTo>
                <a:lnTo>
                  <a:pt x="2159097" y="98323"/>
                </a:lnTo>
                <a:lnTo>
                  <a:pt x="2159424" y="99964"/>
                </a:lnTo>
                <a:lnTo>
                  <a:pt x="2159784" y="101669"/>
                </a:lnTo>
                <a:lnTo>
                  <a:pt x="2160174" y="103438"/>
                </a:lnTo>
                <a:lnTo>
                  <a:pt x="2160597" y="105272"/>
                </a:lnTo>
                <a:moveTo>
                  <a:pt x="2213558" y="47894"/>
                </a:moveTo>
                <a:lnTo>
                  <a:pt x="2166823" y="121907"/>
                </a:lnTo>
                <a:lnTo>
                  <a:pt x="2167459" y="122950"/>
                </a:lnTo>
                <a:lnTo>
                  <a:pt x="2168111" y="123948"/>
                </a:lnTo>
                <a:lnTo>
                  <a:pt x="2168779" y="124902"/>
                </a:lnTo>
                <a:lnTo>
                  <a:pt x="2169463" y="125811"/>
                </a:lnTo>
                <a:lnTo>
                  <a:pt x="2170162" y="126676"/>
                </a:lnTo>
                <a:lnTo>
                  <a:pt x="2170878" y="127497"/>
                </a:lnTo>
                <a:lnTo>
                  <a:pt x="2171609" y="128273"/>
                </a:lnTo>
                <a:lnTo>
                  <a:pt x="2172356" y="129005"/>
                </a:lnTo>
                <a:lnTo>
                  <a:pt x="2173119" y="129693"/>
                </a:lnTo>
                <a:lnTo>
                  <a:pt x="2173898" y="130336"/>
                </a:lnTo>
                <a:lnTo>
                  <a:pt x="2174693" y="130935"/>
                </a:lnTo>
                <a:lnTo>
                  <a:pt x="2175503" y="131490"/>
                </a:lnTo>
                <a:lnTo>
                  <a:pt x="2176330" y="132000"/>
                </a:lnTo>
                <a:lnTo>
                  <a:pt x="2177172" y="132465"/>
                </a:lnTo>
                <a:lnTo>
                  <a:pt x="2178030" y="132886"/>
                </a:lnTo>
                <a:lnTo>
                  <a:pt x="2178903" y="133263"/>
                </a:lnTo>
                <a:lnTo>
                  <a:pt x="2179793" y="133596"/>
                </a:lnTo>
                <a:lnTo>
                  <a:pt x="2180698" y="133884"/>
                </a:lnTo>
                <a:lnTo>
                  <a:pt x="2181620" y="134128"/>
                </a:lnTo>
                <a:lnTo>
                  <a:pt x="2182557" y="134327"/>
                </a:lnTo>
                <a:lnTo>
                  <a:pt x="2183510" y="134482"/>
                </a:lnTo>
                <a:lnTo>
                  <a:pt x="2184479" y="134593"/>
                </a:lnTo>
                <a:lnTo>
                  <a:pt x="2185463" y="134660"/>
                </a:lnTo>
                <a:lnTo>
                  <a:pt x="2186464" y="134682"/>
                </a:lnTo>
                <a:lnTo>
                  <a:pt x="2189173" y="134553"/>
                </a:lnTo>
                <a:lnTo>
                  <a:pt x="2191749" y="134165"/>
                </a:lnTo>
                <a:lnTo>
                  <a:pt x="2194191" y="133520"/>
                </a:lnTo>
                <a:lnTo>
                  <a:pt x="2196499" y="132616"/>
                </a:lnTo>
                <a:lnTo>
                  <a:pt x="2198672" y="131454"/>
                </a:lnTo>
                <a:lnTo>
                  <a:pt x="2200712" y="130034"/>
                </a:lnTo>
                <a:lnTo>
                  <a:pt x="2202618" y="128356"/>
                </a:lnTo>
                <a:lnTo>
                  <a:pt x="2204390" y="126419"/>
                </a:lnTo>
                <a:lnTo>
                  <a:pt x="2206028" y="124224"/>
                </a:lnTo>
                <a:lnTo>
                  <a:pt x="2207532" y="121771"/>
                </a:lnTo>
                <a:lnTo>
                  <a:pt x="2208902" y="119060"/>
                </a:lnTo>
                <a:lnTo>
                  <a:pt x="2210138" y="116090"/>
                </a:lnTo>
                <a:lnTo>
                  <a:pt x="2211259" y="112963"/>
                </a:lnTo>
                <a:lnTo>
                  <a:pt x="2212282" y="109780"/>
                </a:lnTo>
                <a:lnTo>
                  <a:pt x="2213207" y="106540"/>
                </a:lnTo>
                <a:lnTo>
                  <a:pt x="2214035" y="103244"/>
                </a:lnTo>
                <a:lnTo>
                  <a:pt x="2214766" y="99891"/>
                </a:lnTo>
                <a:lnTo>
                  <a:pt x="2215399" y="96482"/>
                </a:lnTo>
                <a:lnTo>
                  <a:pt x="2215935" y="93016"/>
                </a:lnTo>
                <a:lnTo>
                  <a:pt x="2216374" y="89494"/>
                </a:lnTo>
                <a:lnTo>
                  <a:pt x="2216714" y="85915"/>
                </a:lnTo>
                <a:lnTo>
                  <a:pt x="2216958" y="82280"/>
                </a:lnTo>
                <a:lnTo>
                  <a:pt x="2217104" y="78589"/>
                </a:lnTo>
                <a:lnTo>
                  <a:pt x="2217153" y="74841"/>
                </a:lnTo>
                <a:lnTo>
                  <a:pt x="2217128" y="72515"/>
                </a:lnTo>
                <a:lnTo>
                  <a:pt x="2217053" y="70203"/>
                </a:lnTo>
                <a:lnTo>
                  <a:pt x="2216928" y="67907"/>
                </a:lnTo>
                <a:lnTo>
                  <a:pt x="2216753" y="65625"/>
                </a:lnTo>
                <a:lnTo>
                  <a:pt x="2216529" y="63357"/>
                </a:lnTo>
                <a:lnTo>
                  <a:pt x="2216254" y="61104"/>
                </a:lnTo>
                <a:lnTo>
                  <a:pt x="2215930" y="58866"/>
                </a:lnTo>
                <a:lnTo>
                  <a:pt x="2215555" y="56643"/>
                </a:lnTo>
                <a:lnTo>
                  <a:pt x="2215131" y="54434"/>
                </a:lnTo>
                <a:lnTo>
                  <a:pt x="2214656" y="52239"/>
                </a:lnTo>
                <a:lnTo>
                  <a:pt x="2214132" y="50060"/>
                </a:lnTo>
                <a:lnTo>
                  <a:pt x="2213558" y="47894"/>
                </a:lnTo>
                <a:close/>
                <a:moveTo>
                  <a:pt x="2342142" y="96715"/>
                </a:moveTo>
                <a:lnTo>
                  <a:pt x="2246917" y="144327"/>
                </a:lnTo>
                <a:lnTo>
                  <a:pt x="2246917" y="129182"/>
                </a:lnTo>
                <a:lnTo>
                  <a:pt x="2312066" y="96877"/>
                </a:lnTo>
                <a:lnTo>
                  <a:pt x="2246917" y="64302"/>
                </a:lnTo>
                <a:lnTo>
                  <a:pt x="2246917" y="49103"/>
                </a:lnTo>
                <a:lnTo>
                  <a:pt x="2342142" y="96715"/>
                </a:lnTo>
                <a:close/>
                <a:moveTo>
                  <a:pt x="2509230" y="148536"/>
                </a:moveTo>
                <a:lnTo>
                  <a:pt x="2508263" y="148507"/>
                </a:lnTo>
                <a:lnTo>
                  <a:pt x="2507318" y="148419"/>
                </a:lnTo>
                <a:lnTo>
                  <a:pt x="2506397" y="148273"/>
                </a:lnTo>
                <a:lnTo>
                  <a:pt x="2505499" y="148068"/>
                </a:lnTo>
                <a:lnTo>
                  <a:pt x="2504624" y="147805"/>
                </a:lnTo>
                <a:lnTo>
                  <a:pt x="2503772" y="147484"/>
                </a:lnTo>
                <a:lnTo>
                  <a:pt x="2502943" y="147104"/>
                </a:lnTo>
                <a:lnTo>
                  <a:pt x="2502138" y="146665"/>
                </a:lnTo>
                <a:lnTo>
                  <a:pt x="2501355" y="146168"/>
                </a:lnTo>
                <a:lnTo>
                  <a:pt x="2500596" y="145613"/>
                </a:lnTo>
                <a:lnTo>
                  <a:pt x="2499860" y="144999"/>
                </a:lnTo>
                <a:lnTo>
                  <a:pt x="2499147" y="144327"/>
                </a:lnTo>
                <a:lnTo>
                  <a:pt x="2498474" y="143614"/>
                </a:lnTo>
                <a:lnTo>
                  <a:pt x="2497861" y="142878"/>
                </a:lnTo>
                <a:lnTo>
                  <a:pt x="2497305" y="142119"/>
                </a:lnTo>
                <a:lnTo>
                  <a:pt x="2496808" y="141336"/>
                </a:lnTo>
                <a:lnTo>
                  <a:pt x="2496370" y="140530"/>
                </a:lnTo>
                <a:lnTo>
                  <a:pt x="2495990" y="139702"/>
                </a:lnTo>
                <a:lnTo>
                  <a:pt x="2495669" y="138850"/>
                </a:lnTo>
                <a:lnTo>
                  <a:pt x="2495405" y="137975"/>
                </a:lnTo>
                <a:lnTo>
                  <a:pt x="2495201" y="137077"/>
                </a:lnTo>
                <a:lnTo>
                  <a:pt x="2495055" y="136155"/>
                </a:lnTo>
                <a:lnTo>
                  <a:pt x="2494967" y="135211"/>
                </a:lnTo>
                <a:lnTo>
                  <a:pt x="2494938" y="134243"/>
                </a:lnTo>
                <a:lnTo>
                  <a:pt x="2494967" y="133262"/>
                </a:lnTo>
                <a:lnTo>
                  <a:pt x="2495056" y="132306"/>
                </a:lnTo>
                <a:lnTo>
                  <a:pt x="2495204" y="131375"/>
                </a:lnTo>
                <a:lnTo>
                  <a:pt x="2495410" y="130468"/>
                </a:lnTo>
                <a:lnTo>
                  <a:pt x="2495676" y="129587"/>
                </a:lnTo>
                <a:lnTo>
                  <a:pt x="2496001" y="128730"/>
                </a:lnTo>
                <a:lnTo>
                  <a:pt x="2496385" y="127899"/>
                </a:lnTo>
                <a:lnTo>
                  <a:pt x="2496828" y="127092"/>
                </a:lnTo>
                <a:lnTo>
                  <a:pt x="2497330" y="126311"/>
                </a:lnTo>
                <a:lnTo>
                  <a:pt x="2497891" y="125554"/>
                </a:lnTo>
                <a:lnTo>
                  <a:pt x="2498511" y="124823"/>
                </a:lnTo>
                <a:lnTo>
                  <a:pt x="2499190" y="124116"/>
                </a:lnTo>
                <a:lnTo>
                  <a:pt x="2499910" y="123451"/>
                </a:lnTo>
                <a:lnTo>
                  <a:pt x="2500651" y="122843"/>
                </a:lnTo>
                <a:lnTo>
                  <a:pt x="2501413" y="122294"/>
                </a:lnTo>
                <a:lnTo>
                  <a:pt x="2502196" y="121802"/>
                </a:lnTo>
                <a:lnTo>
                  <a:pt x="2503001" y="121368"/>
                </a:lnTo>
                <a:lnTo>
                  <a:pt x="2503827" y="120992"/>
                </a:lnTo>
                <a:lnTo>
                  <a:pt x="2504674" y="120674"/>
                </a:lnTo>
                <a:lnTo>
                  <a:pt x="2505543" y="120414"/>
                </a:lnTo>
                <a:lnTo>
                  <a:pt x="2506433" y="120211"/>
                </a:lnTo>
                <a:lnTo>
                  <a:pt x="2507344" y="120067"/>
                </a:lnTo>
                <a:lnTo>
                  <a:pt x="2508276" y="119980"/>
                </a:lnTo>
                <a:lnTo>
                  <a:pt x="2509230" y="119951"/>
                </a:lnTo>
                <a:lnTo>
                  <a:pt x="2510184" y="119980"/>
                </a:lnTo>
                <a:lnTo>
                  <a:pt x="2511117" y="120067"/>
                </a:lnTo>
                <a:lnTo>
                  <a:pt x="2512028" y="120211"/>
                </a:lnTo>
                <a:lnTo>
                  <a:pt x="2512918" y="120414"/>
                </a:lnTo>
                <a:lnTo>
                  <a:pt x="2513786" y="120674"/>
                </a:lnTo>
                <a:lnTo>
                  <a:pt x="2514634" y="120992"/>
                </a:lnTo>
                <a:lnTo>
                  <a:pt x="2515460" y="121368"/>
                </a:lnTo>
                <a:lnTo>
                  <a:pt x="2516264" y="121802"/>
                </a:lnTo>
                <a:lnTo>
                  <a:pt x="2517048" y="122294"/>
                </a:lnTo>
                <a:lnTo>
                  <a:pt x="2517810" y="122843"/>
                </a:lnTo>
                <a:lnTo>
                  <a:pt x="2518551" y="123451"/>
                </a:lnTo>
                <a:lnTo>
                  <a:pt x="2519270" y="124116"/>
                </a:lnTo>
                <a:lnTo>
                  <a:pt x="2519949" y="124823"/>
                </a:lnTo>
                <a:lnTo>
                  <a:pt x="2520569" y="125554"/>
                </a:lnTo>
                <a:lnTo>
                  <a:pt x="2521131" y="126311"/>
                </a:lnTo>
                <a:lnTo>
                  <a:pt x="2521633" y="127092"/>
                </a:lnTo>
                <a:lnTo>
                  <a:pt x="2522076" y="127899"/>
                </a:lnTo>
                <a:lnTo>
                  <a:pt x="2522460" y="128730"/>
                </a:lnTo>
                <a:lnTo>
                  <a:pt x="2522784" y="129587"/>
                </a:lnTo>
                <a:lnTo>
                  <a:pt x="2523050" y="130468"/>
                </a:lnTo>
                <a:lnTo>
                  <a:pt x="2523257" y="131375"/>
                </a:lnTo>
                <a:lnTo>
                  <a:pt x="2523405" y="132306"/>
                </a:lnTo>
                <a:lnTo>
                  <a:pt x="2523493" y="133262"/>
                </a:lnTo>
                <a:lnTo>
                  <a:pt x="2523523" y="134243"/>
                </a:lnTo>
                <a:lnTo>
                  <a:pt x="2523493" y="135211"/>
                </a:lnTo>
                <a:lnTo>
                  <a:pt x="2523406" y="136155"/>
                </a:lnTo>
                <a:lnTo>
                  <a:pt x="2523260" y="137077"/>
                </a:lnTo>
                <a:lnTo>
                  <a:pt x="2523055" y="137975"/>
                </a:lnTo>
                <a:lnTo>
                  <a:pt x="2522792" y="138850"/>
                </a:lnTo>
                <a:lnTo>
                  <a:pt x="2522470" y="139702"/>
                </a:lnTo>
                <a:lnTo>
                  <a:pt x="2522091" y="140530"/>
                </a:lnTo>
                <a:lnTo>
                  <a:pt x="2521652" y="141336"/>
                </a:lnTo>
                <a:lnTo>
                  <a:pt x="2521155" y="142119"/>
                </a:lnTo>
                <a:lnTo>
                  <a:pt x="2520600" y="142878"/>
                </a:lnTo>
                <a:lnTo>
                  <a:pt x="2519986" y="143614"/>
                </a:lnTo>
                <a:lnTo>
                  <a:pt x="2519314" y="144327"/>
                </a:lnTo>
                <a:lnTo>
                  <a:pt x="2518601" y="144999"/>
                </a:lnTo>
                <a:lnTo>
                  <a:pt x="2517865" y="145613"/>
                </a:lnTo>
                <a:lnTo>
                  <a:pt x="2517105" y="146168"/>
                </a:lnTo>
                <a:lnTo>
                  <a:pt x="2516323" y="146665"/>
                </a:lnTo>
                <a:lnTo>
                  <a:pt x="2515517" y="147104"/>
                </a:lnTo>
                <a:lnTo>
                  <a:pt x="2514689" y="147484"/>
                </a:lnTo>
                <a:lnTo>
                  <a:pt x="2513837" y="147805"/>
                </a:lnTo>
                <a:lnTo>
                  <a:pt x="2512962" y="148068"/>
                </a:lnTo>
                <a:lnTo>
                  <a:pt x="2512064" y="148273"/>
                </a:lnTo>
                <a:lnTo>
                  <a:pt x="2511142" y="148419"/>
                </a:lnTo>
                <a:lnTo>
                  <a:pt x="2510198" y="148507"/>
                </a:lnTo>
                <a:lnTo>
                  <a:pt x="2509230" y="148536"/>
                </a:lnTo>
                <a:moveTo>
                  <a:pt x="2509230" y="72251"/>
                </a:moveTo>
                <a:lnTo>
                  <a:pt x="2508263" y="72222"/>
                </a:lnTo>
                <a:lnTo>
                  <a:pt x="2507318" y="72134"/>
                </a:lnTo>
                <a:lnTo>
                  <a:pt x="2506397" y="71988"/>
                </a:lnTo>
                <a:lnTo>
                  <a:pt x="2505499" y="71784"/>
                </a:lnTo>
                <a:lnTo>
                  <a:pt x="2504624" y="71521"/>
                </a:lnTo>
                <a:lnTo>
                  <a:pt x="2503772" y="71199"/>
                </a:lnTo>
                <a:lnTo>
                  <a:pt x="2502943" y="70819"/>
                </a:lnTo>
                <a:lnTo>
                  <a:pt x="2502138" y="70381"/>
                </a:lnTo>
                <a:lnTo>
                  <a:pt x="2501355" y="69884"/>
                </a:lnTo>
                <a:lnTo>
                  <a:pt x="2500596" y="69328"/>
                </a:lnTo>
                <a:lnTo>
                  <a:pt x="2499860" y="68715"/>
                </a:lnTo>
                <a:lnTo>
                  <a:pt x="2499147" y="68042"/>
                </a:lnTo>
                <a:lnTo>
                  <a:pt x="2498474" y="67329"/>
                </a:lnTo>
                <a:lnTo>
                  <a:pt x="2497861" y="66593"/>
                </a:lnTo>
                <a:lnTo>
                  <a:pt x="2497305" y="65834"/>
                </a:lnTo>
                <a:lnTo>
                  <a:pt x="2496808" y="65051"/>
                </a:lnTo>
                <a:lnTo>
                  <a:pt x="2496370" y="64246"/>
                </a:lnTo>
                <a:lnTo>
                  <a:pt x="2495990" y="63417"/>
                </a:lnTo>
                <a:lnTo>
                  <a:pt x="2495669" y="62565"/>
                </a:lnTo>
                <a:lnTo>
                  <a:pt x="2495405" y="61690"/>
                </a:lnTo>
                <a:lnTo>
                  <a:pt x="2495201" y="60792"/>
                </a:lnTo>
                <a:lnTo>
                  <a:pt x="2495055" y="59871"/>
                </a:lnTo>
                <a:lnTo>
                  <a:pt x="2494967" y="58926"/>
                </a:lnTo>
                <a:lnTo>
                  <a:pt x="2494938" y="57959"/>
                </a:lnTo>
                <a:lnTo>
                  <a:pt x="2494967" y="56978"/>
                </a:lnTo>
                <a:lnTo>
                  <a:pt x="2495056" y="56021"/>
                </a:lnTo>
                <a:lnTo>
                  <a:pt x="2495204" y="55090"/>
                </a:lnTo>
                <a:lnTo>
                  <a:pt x="2495410" y="54184"/>
                </a:lnTo>
                <a:lnTo>
                  <a:pt x="2495676" y="53302"/>
                </a:lnTo>
                <a:lnTo>
                  <a:pt x="2496001" y="52446"/>
                </a:lnTo>
                <a:lnTo>
                  <a:pt x="2496385" y="51614"/>
                </a:lnTo>
                <a:lnTo>
                  <a:pt x="2496828" y="50808"/>
                </a:lnTo>
                <a:lnTo>
                  <a:pt x="2497330" y="50026"/>
                </a:lnTo>
                <a:lnTo>
                  <a:pt x="2497891" y="49270"/>
                </a:lnTo>
                <a:lnTo>
                  <a:pt x="2498511" y="48538"/>
                </a:lnTo>
                <a:lnTo>
                  <a:pt x="2499190" y="47831"/>
                </a:lnTo>
                <a:lnTo>
                  <a:pt x="2499910" y="47166"/>
                </a:lnTo>
                <a:lnTo>
                  <a:pt x="2500651" y="46559"/>
                </a:lnTo>
                <a:lnTo>
                  <a:pt x="2501413" y="46009"/>
                </a:lnTo>
                <a:lnTo>
                  <a:pt x="2502196" y="45517"/>
                </a:lnTo>
                <a:lnTo>
                  <a:pt x="2503001" y="45084"/>
                </a:lnTo>
                <a:lnTo>
                  <a:pt x="2503827" y="44708"/>
                </a:lnTo>
                <a:lnTo>
                  <a:pt x="2504674" y="44389"/>
                </a:lnTo>
                <a:lnTo>
                  <a:pt x="2505543" y="44129"/>
                </a:lnTo>
                <a:lnTo>
                  <a:pt x="2506433" y="43927"/>
                </a:lnTo>
                <a:lnTo>
                  <a:pt x="2507344" y="43782"/>
                </a:lnTo>
                <a:lnTo>
                  <a:pt x="2508276" y="43695"/>
                </a:lnTo>
                <a:lnTo>
                  <a:pt x="2509230" y="43666"/>
                </a:lnTo>
                <a:lnTo>
                  <a:pt x="2510184" y="43695"/>
                </a:lnTo>
                <a:lnTo>
                  <a:pt x="2511117" y="43782"/>
                </a:lnTo>
                <a:lnTo>
                  <a:pt x="2512028" y="43927"/>
                </a:lnTo>
                <a:lnTo>
                  <a:pt x="2512918" y="44129"/>
                </a:lnTo>
                <a:lnTo>
                  <a:pt x="2513786" y="44389"/>
                </a:lnTo>
                <a:lnTo>
                  <a:pt x="2514634" y="44708"/>
                </a:lnTo>
                <a:lnTo>
                  <a:pt x="2515460" y="45084"/>
                </a:lnTo>
                <a:lnTo>
                  <a:pt x="2516264" y="45517"/>
                </a:lnTo>
                <a:lnTo>
                  <a:pt x="2517048" y="46009"/>
                </a:lnTo>
                <a:lnTo>
                  <a:pt x="2517810" y="46559"/>
                </a:lnTo>
                <a:lnTo>
                  <a:pt x="2518551" y="47166"/>
                </a:lnTo>
                <a:lnTo>
                  <a:pt x="2519270" y="47831"/>
                </a:lnTo>
                <a:lnTo>
                  <a:pt x="2519949" y="48538"/>
                </a:lnTo>
                <a:lnTo>
                  <a:pt x="2520569" y="49270"/>
                </a:lnTo>
                <a:lnTo>
                  <a:pt x="2521131" y="50026"/>
                </a:lnTo>
                <a:lnTo>
                  <a:pt x="2521633" y="50808"/>
                </a:lnTo>
                <a:lnTo>
                  <a:pt x="2522076" y="51614"/>
                </a:lnTo>
                <a:lnTo>
                  <a:pt x="2522460" y="52446"/>
                </a:lnTo>
                <a:lnTo>
                  <a:pt x="2522784" y="53302"/>
                </a:lnTo>
                <a:lnTo>
                  <a:pt x="2523050" y="54184"/>
                </a:lnTo>
                <a:lnTo>
                  <a:pt x="2523257" y="55090"/>
                </a:lnTo>
                <a:lnTo>
                  <a:pt x="2523405" y="56021"/>
                </a:lnTo>
                <a:lnTo>
                  <a:pt x="2523493" y="56978"/>
                </a:lnTo>
                <a:lnTo>
                  <a:pt x="2523523" y="57959"/>
                </a:lnTo>
                <a:lnTo>
                  <a:pt x="2523493" y="58926"/>
                </a:lnTo>
                <a:lnTo>
                  <a:pt x="2523406" y="59871"/>
                </a:lnTo>
                <a:lnTo>
                  <a:pt x="2523260" y="60792"/>
                </a:lnTo>
                <a:lnTo>
                  <a:pt x="2523055" y="61690"/>
                </a:lnTo>
                <a:lnTo>
                  <a:pt x="2522792" y="62565"/>
                </a:lnTo>
                <a:lnTo>
                  <a:pt x="2522470" y="63417"/>
                </a:lnTo>
                <a:lnTo>
                  <a:pt x="2522091" y="64246"/>
                </a:lnTo>
                <a:lnTo>
                  <a:pt x="2521652" y="65051"/>
                </a:lnTo>
                <a:lnTo>
                  <a:pt x="2521155" y="65834"/>
                </a:lnTo>
                <a:lnTo>
                  <a:pt x="2520600" y="66593"/>
                </a:lnTo>
                <a:lnTo>
                  <a:pt x="2519986" y="67329"/>
                </a:lnTo>
                <a:lnTo>
                  <a:pt x="2519314" y="68042"/>
                </a:lnTo>
                <a:lnTo>
                  <a:pt x="2518601" y="68715"/>
                </a:lnTo>
                <a:lnTo>
                  <a:pt x="2517865" y="69328"/>
                </a:lnTo>
                <a:lnTo>
                  <a:pt x="2517105" y="69884"/>
                </a:lnTo>
                <a:lnTo>
                  <a:pt x="2516323" y="70381"/>
                </a:lnTo>
                <a:lnTo>
                  <a:pt x="2515517" y="70819"/>
                </a:lnTo>
                <a:lnTo>
                  <a:pt x="2514689" y="71199"/>
                </a:lnTo>
                <a:lnTo>
                  <a:pt x="2513837" y="71521"/>
                </a:lnTo>
                <a:lnTo>
                  <a:pt x="2512962" y="71784"/>
                </a:lnTo>
                <a:lnTo>
                  <a:pt x="2512064" y="71988"/>
                </a:lnTo>
                <a:lnTo>
                  <a:pt x="2511142" y="72134"/>
                </a:lnTo>
                <a:lnTo>
                  <a:pt x="2510198" y="72222"/>
                </a:lnTo>
                <a:lnTo>
                  <a:pt x="2509230" y="72251"/>
                </a:lnTo>
                <a:close/>
                <a:moveTo>
                  <a:pt x="2765580" y="140250"/>
                </a:moveTo>
                <a:lnTo>
                  <a:pt x="2763710" y="141032"/>
                </a:lnTo>
                <a:lnTo>
                  <a:pt x="2761927" y="141759"/>
                </a:lnTo>
                <a:lnTo>
                  <a:pt x="2760232" y="142432"/>
                </a:lnTo>
                <a:lnTo>
                  <a:pt x="2758624" y="143050"/>
                </a:lnTo>
                <a:lnTo>
                  <a:pt x="2757104" y="143614"/>
                </a:lnTo>
                <a:lnTo>
                  <a:pt x="2755672" y="144123"/>
                </a:lnTo>
                <a:lnTo>
                  <a:pt x="2754328" y="144577"/>
                </a:lnTo>
                <a:lnTo>
                  <a:pt x="2753071" y="144977"/>
                </a:lnTo>
                <a:lnTo>
                  <a:pt x="2751902" y="145323"/>
                </a:lnTo>
                <a:lnTo>
                  <a:pt x="2750820" y="145614"/>
                </a:lnTo>
                <a:lnTo>
                  <a:pt x="2749827" y="145850"/>
                </a:lnTo>
                <a:lnTo>
                  <a:pt x="2748921" y="146031"/>
                </a:lnTo>
                <a:lnTo>
                  <a:pt x="2748061" y="146179"/>
                </a:lnTo>
                <a:lnTo>
                  <a:pt x="2747206" y="146314"/>
                </a:lnTo>
                <a:lnTo>
                  <a:pt x="2746356" y="146437"/>
                </a:lnTo>
                <a:lnTo>
                  <a:pt x="2745511" y="146546"/>
                </a:lnTo>
                <a:lnTo>
                  <a:pt x="2744670" y="146642"/>
                </a:lnTo>
                <a:lnTo>
                  <a:pt x="2743835" y="146726"/>
                </a:lnTo>
                <a:lnTo>
                  <a:pt x="2743004" y="146797"/>
                </a:lnTo>
                <a:lnTo>
                  <a:pt x="2742179" y="146855"/>
                </a:lnTo>
                <a:lnTo>
                  <a:pt x="2741358" y="146900"/>
                </a:lnTo>
                <a:lnTo>
                  <a:pt x="2740542" y="146932"/>
                </a:lnTo>
                <a:lnTo>
                  <a:pt x="2739731" y="146951"/>
                </a:lnTo>
                <a:lnTo>
                  <a:pt x="2738925" y="146958"/>
                </a:lnTo>
                <a:lnTo>
                  <a:pt x="2737227" y="146930"/>
                </a:lnTo>
                <a:lnTo>
                  <a:pt x="2735554" y="146848"/>
                </a:lnTo>
                <a:lnTo>
                  <a:pt x="2733905" y="146711"/>
                </a:lnTo>
                <a:lnTo>
                  <a:pt x="2732280" y="146519"/>
                </a:lnTo>
                <a:lnTo>
                  <a:pt x="2730680" y="146273"/>
                </a:lnTo>
                <a:lnTo>
                  <a:pt x="2729104" y="145971"/>
                </a:lnTo>
                <a:lnTo>
                  <a:pt x="2727553" y="145615"/>
                </a:lnTo>
                <a:lnTo>
                  <a:pt x="2726025" y="145204"/>
                </a:lnTo>
                <a:lnTo>
                  <a:pt x="2724523" y="144738"/>
                </a:lnTo>
                <a:lnTo>
                  <a:pt x="2723044" y="144217"/>
                </a:lnTo>
                <a:lnTo>
                  <a:pt x="2721590" y="143642"/>
                </a:lnTo>
                <a:lnTo>
                  <a:pt x="2720160" y="143012"/>
                </a:lnTo>
                <a:lnTo>
                  <a:pt x="2718772" y="142328"/>
                </a:lnTo>
                <a:lnTo>
                  <a:pt x="2717441" y="141592"/>
                </a:lnTo>
                <a:lnTo>
                  <a:pt x="2716168" y="140803"/>
                </a:lnTo>
                <a:lnTo>
                  <a:pt x="2714953" y="139962"/>
                </a:lnTo>
                <a:lnTo>
                  <a:pt x="2713796" y="139069"/>
                </a:lnTo>
                <a:lnTo>
                  <a:pt x="2712696" y="138123"/>
                </a:lnTo>
                <a:lnTo>
                  <a:pt x="2711655" y="137125"/>
                </a:lnTo>
                <a:lnTo>
                  <a:pt x="2710671" y="136075"/>
                </a:lnTo>
                <a:lnTo>
                  <a:pt x="2709745" y="134972"/>
                </a:lnTo>
                <a:lnTo>
                  <a:pt x="2708877" y="133817"/>
                </a:lnTo>
                <a:lnTo>
                  <a:pt x="2708067" y="132610"/>
                </a:lnTo>
                <a:lnTo>
                  <a:pt x="2707315" y="131350"/>
                </a:lnTo>
                <a:lnTo>
                  <a:pt x="2706622" y="130005"/>
                </a:lnTo>
                <a:lnTo>
                  <a:pt x="2705989" y="128544"/>
                </a:lnTo>
                <a:lnTo>
                  <a:pt x="2705416" y="126966"/>
                </a:lnTo>
                <a:lnTo>
                  <a:pt x="2704903" y="125271"/>
                </a:lnTo>
                <a:lnTo>
                  <a:pt x="2704451" y="123458"/>
                </a:lnTo>
                <a:lnTo>
                  <a:pt x="2704060" y="121529"/>
                </a:lnTo>
                <a:lnTo>
                  <a:pt x="2703728" y="119483"/>
                </a:lnTo>
                <a:lnTo>
                  <a:pt x="2703457" y="117321"/>
                </a:lnTo>
                <a:lnTo>
                  <a:pt x="2703246" y="115041"/>
                </a:lnTo>
                <a:lnTo>
                  <a:pt x="2703095" y="112644"/>
                </a:lnTo>
                <a:lnTo>
                  <a:pt x="2703005" y="110130"/>
                </a:lnTo>
                <a:lnTo>
                  <a:pt x="2702974" y="107500"/>
                </a:lnTo>
                <a:lnTo>
                  <a:pt x="2702974" y="68042"/>
                </a:lnTo>
                <a:lnTo>
                  <a:pt x="2678511" y="68042"/>
                </a:lnTo>
                <a:lnTo>
                  <a:pt x="2678511" y="54364"/>
                </a:lnTo>
                <a:lnTo>
                  <a:pt x="2702974" y="54364"/>
                </a:lnTo>
                <a:lnTo>
                  <a:pt x="2702974" y="14906"/>
                </a:lnTo>
                <a:lnTo>
                  <a:pt x="2719284" y="14906"/>
                </a:lnTo>
                <a:lnTo>
                  <a:pt x="2719284" y="54364"/>
                </a:lnTo>
                <a:lnTo>
                  <a:pt x="2762862" y="54364"/>
                </a:lnTo>
                <a:lnTo>
                  <a:pt x="2762862" y="68042"/>
                </a:lnTo>
                <a:lnTo>
                  <a:pt x="2719284" y="68042"/>
                </a:lnTo>
                <a:lnTo>
                  <a:pt x="2719284" y="107185"/>
                </a:lnTo>
                <a:lnTo>
                  <a:pt x="2719303" y="109107"/>
                </a:lnTo>
                <a:lnTo>
                  <a:pt x="2719362" y="110932"/>
                </a:lnTo>
                <a:lnTo>
                  <a:pt x="2719459" y="112660"/>
                </a:lnTo>
                <a:lnTo>
                  <a:pt x="2719595" y="114292"/>
                </a:lnTo>
                <a:lnTo>
                  <a:pt x="2719771" y="115827"/>
                </a:lnTo>
                <a:lnTo>
                  <a:pt x="2719985" y="117266"/>
                </a:lnTo>
                <a:lnTo>
                  <a:pt x="2720238" y="118608"/>
                </a:lnTo>
                <a:lnTo>
                  <a:pt x="2720531" y="119853"/>
                </a:lnTo>
                <a:lnTo>
                  <a:pt x="2720862" y="121001"/>
                </a:lnTo>
                <a:lnTo>
                  <a:pt x="2721232" y="122053"/>
                </a:lnTo>
                <a:lnTo>
                  <a:pt x="2721641" y="123008"/>
                </a:lnTo>
                <a:lnTo>
                  <a:pt x="2722089" y="123867"/>
                </a:lnTo>
                <a:lnTo>
                  <a:pt x="2722570" y="124658"/>
                </a:lnTo>
                <a:lnTo>
                  <a:pt x="2723077" y="125414"/>
                </a:lnTo>
                <a:lnTo>
                  <a:pt x="2723610" y="126134"/>
                </a:lnTo>
                <a:lnTo>
                  <a:pt x="2724170" y="126819"/>
                </a:lnTo>
                <a:lnTo>
                  <a:pt x="2724755" y="127467"/>
                </a:lnTo>
                <a:lnTo>
                  <a:pt x="2725367" y="128080"/>
                </a:lnTo>
                <a:lnTo>
                  <a:pt x="2726004" y="128656"/>
                </a:lnTo>
                <a:lnTo>
                  <a:pt x="2726668" y="129197"/>
                </a:lnTo>
                <a:lnTo>
                  <a:pt x="2727359" y="129702"/>
                </a:lnTo>
                <a:lnTo>
                  <a:pt x="2728075" y="130171"/>
                </a:lnTo>
                <a:lnTo>
                  <a:pt x="2728818" y="130604"/>
                </a:lnTo>
                <a:lnTo>
                  <a:pt x="2729586" y="131002"/>
                </a:lnTo>
                <a:lnTo>
                  <a:pt x="2730380" y="131366"/>
                </a:lnTo>
                <a:lnTo>
                  <a:pt x="2731198" y="131698"/>
                </a:lnTo>
                <a:lnTo>
                  <a:pt x="2732039" y="131998"/>
                </a:lnTo>
                <a:lnTo>
                  <a:pt x="2732904" y="132267"/>
                </a:lnTo>
                <a:lnTo>
                  <a:pt x="2733792" y="132504"/>
                </a:lnTo>
                <a:lnTo>
                  <a:pt x="2734705" y="132710"/>
                </a:lnTo>
                <a:lnTo>
                  <a:pt x="2735641" y="132884"/>
                </a:lnTo>
                <a:lnTo>
                  <a:pt x="2736601" y="133026"/>
                </a:lnTo>
                <a:lnTo>
                  <a:pt x="2737585" y="133137"/>
                </a:lnTo>
                <a:lnTo>
                  <a:pt x="2738592" y="133216"/>
                </a:lnTo>
                <a:lnTo>
                  <a:pt x="2739623" y="133263"/>
                </a:lnTo>
                <a:lnTo>
                  <a:pt x="2740678" y="133279"/>
                </a:lnTo>
                <a:lnTo>
                  <a:pt x="2742660" y="133227"/>
                </a:lnTo>
                <a:lnTo>
                  <a:pt x="2744658" y="133072"/>
                </a:lnTo>
                <a:lnTo>
                  <a:pt x="2746674" y="132814"/>
                </a:lnTo>
                <a:lnTo>
                  <a:pt x="2748706" y="132452"/>
                </a:lnTo>
                <a:lnTo>
                  <a:pt x="2750756" y="131987"/>
                </a:lnTo>
                <a:lnTo>
                  <a:pt x="2752823" y="131418"/>
                </a:lnTo>
                <a:lnTo>
                  <a:pt x="2754906" y="130747"/>
                </a:lnTo>
                <a:lnTo>
                  <a:pt x="2757007" y="129971"/>
                </a:lnTo>
                <a:lnTo>
                  <a:pt x="2759125" y="129093"/>
                </a:lnTo>
                <a:lnTo>
                  <a:pt x="2761260" y="128111"/>
                </a:lnTo>
                <a:lnTo>
                  <a:pt x="2763412" y="127025"/>
                </a:lnTo>
                <a:lnTo>
                  <a:pt x="2765580" y="125837"/>
                </a:lnTo>
                <a:lnTo>
                  <a:pt x="2765580" y="140250"/>
                </a:lnTo>
                <a:close/>
                <a:moveTo>
                  <a:pt x="2872493" y="137663"/>
                </a:moveTo>
                <a:lnTo>
                  <a:pt x="2869249" y="139148"/>
                </a:lnTo>
                <a:lnTo>
                  <a:pt x="2866034" y="140503"/>
                </a:lnTo>
                <a:lnTo>
                  <a:pt x="2862848" y="141729"/>
                </a:lnTo>
                <a:lnTo>
                  <a:pt x="2859691" y="142827"/>
                </a:lnTo>
                <a:lnTo>
                  <a:pt x="2856564" y="143795"/>
                </a:lnTo>
                <a:lnTo>
                  <a:pt x="2853466" y="144634"/>
                </a:lnTo>
                <a:lnTo>
                  <a:pt x="2850397" y="145344"/>
                </a:lnTo>
                <a:lnTo>
                  <a:pt x="2847357" y="145925"/>
                </a:lnTo>
                <a:lnTo>
                  <a:pt x="2844346" y="146377"/>
                </a:lnTo>
                <a:lnTo>
                  <a:pt x="2841365" y="146699"/>
                </a:lnTo>
                <a:lnTo>
                  <a:pt x="2838413" y="146893"/>
                </a:lnTo>
                <a:lnTo>
                  <a:pt x="2835490" y="146958"/>
                </a:lnTo>
                <a:lnTo>
                  <a:pt x="2833303" y="146912"/>
                </a:lnTo>
                <a:lnTo>
                  <a:pt x="2831155" y="146775"/>
                </a:lnTo>
                <a:lnTo>
                  <a:pt x="2829046" y="146547"/>
                </a:lnTo>
                <a:lnTo>
                  <a:pt x="2826975" y="146228"/>
                </a:lnTo>
                <a:lnTo>
                  <a:pt x="2824944" y="145818"/>
                </a:lnTo>
                <a:lnTo>
                  <a:pt x="2822952" y="145316"/>
                </a:lnTo>
                <a:lnTo>
                  <a:pt x="2820998" y="144724"/>
                </a:lnTo>
                <a:lnTo>
                  <a:pt x="2819084" y="144040"/>
                </a:lnTo>
                <a:lnTo>
                  <a:pt x="2817208" y="143265"/>
                </a:lnTo>
                <a:lnTo>
                  <a:pt x="2815372" y="142398"/>
                </a:lnTo>
                <a:lnTo>
                  <a:pt x="2813574" y="141441"/>
                </a:lnTo>
                <a:lnTo>
                  <a:pt x="2811816" y="140392"/>
                </a:lnTo>
                <a:lnTo>
                  <a:pt x="2810106" y="139259"/>
                </a:lnTo>
                <a:lnTo>
                  <a:pt x="2808453" y="138047"/>
                </a:lnTo>
                <a:lnTo>
                  <a:pt x="2806859" y="136757"/>
                </a:lnTo>
                <a:lnTo>
                  <a:pt x="2805322" y="135388"/>
                </a:lnTo>
                <a:lnTo>
                  <a:pt x="2803844" y="133941"/>
                </a:lnTo>
                <a:lnTo>
                  <a:pt x="2802423" y="132416"/>
                </a:lnTo>
                <a:lnTo>
                  <a:pt x="2801060" y="130812"/>
                </a:lnTo>
                <a:lnTo>
                  <a:pt x="2799755" y="129130"/>
                </a:lnTo>
                <a:lnTo>
                  <a:pt x="2798507" y="127369"/>
                </a:lnTo>
                <a:lnTo>
                  <a:pt x="2797318" y="125530"/>
                </a:lnTo>
                <a:lnTo>
                  <a:pt x="2796186" y="123613"/>
                </a:lnTo>
                <a:lnTo>
                  <a:pt x="2795112" y="121617"/>
                </a:lnTo>
                <a:lnTo>
                  <a:pt x="2794111" y="119570"/>
                </a:lnTo>
                <a:lnTo>
                  <a:pt x="2793197" y="117499"/>
                </a:lnTo>
                <a:lnTo>
                  <a:pt x="2792369" y="115404"/>
                </a:lnTo>
                <a:lnTo>
                  <a:pt x="2791629" y="113286"/>
                </a:lnTo>
                <a:lnTo>
                  <a:pt x="2790976" y="111144"/>
                </a:lnTo>
                <a:lnTo>
                  <a:pt x="2790410" y="108978"/>
                </a:lnTo>
                <a:lnTo>
                  <a:pt x="2789931" y="106789"/>
                </a:lnTo>
                <a:lnTo>
                  <a:pt x="2789539" y="104576"/>
                </a:lnTo>
                <a:lnTo>
                  <a:pt x="2789235" y="102339"/>
                </a:lnTo>
                <a:lnTo>
                  <a:pt x="2789017" y="100079"/>
                </a:lnTo>
                <a:lnTo>
                  <a:pt x="2788886" y="97795"/>
                </a:lnTo>
                <a:lnTo>
                  <a:pt x="2788843" y="95487"/>
                </a:lnTo>
                <a:lnTo>
                  <a:pt x="2788884" y="93262"/>
                </a:lnTo>
                <a:lnTo>
                  <a:pt x="2789008" y="91052"/>
                </a:lnTo>
                <a:lnTo>
                  <a:pt x="2789215" y="88856"/>
                </a:lnTo>
                <a:lnTo>
                  <a:pt x="2789505" y="86675"/>
                </a:lnTo>
                <a:lnTo>
                  <a:pt x="2789878" y="84509"/>
                </a:lnTo>
                <a:lnTo>
                  <a:pt x="2790333" y="82357"/>
                </a:lnTo>
                <a:lnTo>
                  <a:pt x="2790872" y="80219"/>
                </a:lnTo>
                <a:lnTo>
                  <a:pt x="2791493" y="78097"/>
                </a:lnTo>
                <a:lnTo>
                  <a:pt x="2792197" y="75989"/>
                </a:lnTo>
                <a:lnTo>
                  <a:pt x="2792983" y="73895"/>
                </a:lnTo>
                <a:lnTo>
                  <a:pt x="2793853" y="71816"/>
                </a:lnTo>
                <a:lnTo>
                  <a:pt x="2794805" y="69752"/>
                </a:lnTo>
                <a:lnTo>
                  <a:pt x="2795832" y="67733"/>
                </a:lnTo>
                <a:lnTo>
                  <a:pt x="2796924" y="65790"/>
                </a:lnTo>
                <a:lnTo>
                  <a:pt x="2798082" y="63922"/>
                </a:lnTo>
                <a:lnTo>
                  <a:pt x="2799306" y="62131"/>
                </a:lnTo>
                <a:lnTo>
                  <a:pt x="2800596" y="60416"/>
                </a:lnTo>
                <a:lnTo>
                  <a:pt x="2801952" y="58777"/>
                </a:lnTo>
                <a:lnTo>
                  <a:pt x="2803373" y="57214"/>
                </a:lnTo>
                <a:lnTo>
                  <a:pt x="2804860" y="55727"/>
                </a:lnTo>
                <a:lnTo>
                  <a:pt x="2806412" y="54315"/>
                </a:lnTo>
                <a:lnTo>
                  <a:pt x="2808031" y="52980"/>
                </a:lnTo>
                <a:lnTo>
                  <a:pt x="2809715" y="51722"/>
                </a:lnTo>
                <a:lnTo>
                  <a:pt x="2811465" y="50539"/>
                </a:lnTo>
                <a:lnTo>
                  <a:pt x="2813265" y="49441"/>
                </a:lnTo>
                <a:lnTo>
                  <a:pt x="2815099" y="48439"/>
                </a:lnTo>
                <a:lnTo>
                  <a:pt x="2816967" y="47532"/>
                </a:lnTo>
                <a:lnTo>
                  <a:pt x="2818870" y="46721"/>
                </a:lnTo>
                <a:lnTo>
                  <a:pt x="2820806" y="46005"/>
                </a:lnTo>
                <a:lnTo>
                  <a:pt x="2822776" y="45384"/>
                </a:lnTo>
                <a:lnTo>
                  <a:pt x="2824781" y="44859"/>
                </a:lnTo>
                <a:lnTo>
                  <a:pt x="2826820" y="44430"/>
                </a:lnTo>
                <a:lnTo>
                  <a:pt x="2828892" y="44096"/>
                </a:lnTo>
                <a:lnTo>
                  <a:pt x="2830999" y="43857"/>
                </a:lnTo>
                <a:lnTo>
                  <a:pt x="2833140" y="43714"/>
                </a:lnTo>
                <a:lnTo>
                  <a:pt x="2835315" y="43666"/>
                </a:lnTo>
                <a:lnTo>
                  <a:pt x="2838175" y="43753"/>
                </a:lnTo>
                <a:lnTo>
                  <a:pt x="2840940" y="44011"/>
                </a:lnTo>
                <a:lnTo>
                  <a:pt x="2843609" y="44442"/>
                </a:lnTo>
                <a:lnTo>
                  <a:pt x="2846183" y="45046"/>
                </a:lnTo>
                <a:lnTo>
                  <a:pt x="2848661" y="45821"/>
                </a:lnTo>
                <a:lnTo>
                  <a:pt x="2851043" y="46770"/>
                </a:lnTo>
                <a:lnTo>
                  <a:pt x="2853330" y="47890"/>
                </a:lnTo>
                <a:lnTo>
                  <a:pt x="2855521" y="49183"/>
                </a:lnTo>
                <a:lnTo>
                  <a:pt x="2857617" y="50649"/>
                </a:lnTo>
                <a:lnTo>
                  <a:pt x="2859617" y="52286"/>
                </a:lnTo>
                <a:lnTo>
                  <a:pt x="2861521" y="54097"/>
                </a:lnTo>
                <a:lnTo>
                  <a:pt x="2863330" y="56079"/>
                </a:lnTo>
                <a:lnTo>
                  <a:pt x="2865018" y="58241"/>
                </a:lnTo>
                <a:lnTo>
                  <a:pt x="2866558" y="60590"/>
                </a:lnTo>
                <a:lnTo>
                  <a:pt x="2867953" y="63125"/>
                </a:lnTo>
                <a:lnTo>
                  <a:pt x="2869200" y="65848"/>
                </a:lnTo>
                <a:lnTo>
                  <a:pt x="2870301" y="68757"/>
                </a:lnTo>
                <a:lnTo>
                  <a:pt x="2871254" y="71854"/>
                </a:lnTo>
                <a:lnTo>
                  <a:pt x="2872061" y="75137"/>
                </a:lnTo>
                <a:lnTo>
                  <a:pt x="2872722" y="78608"/>
                </a:lnTo>
                <a:lnTo>
                  <a:pt x="2873235" y="82265"/>
                </a:lnTo>
                <a:lnTo>
                  <a:pt x="2873602" y="86109"/>
                </a:lnTo>
                <a:lnTo>
                  <a:pt x="2873822" y="90140"/>
                </a:lnTo>
                <a:lnTo>
                  <a:pt x="2873896" y="94358"/>
                </a:lnTo>
                <a:lnTo>
                  <a:pt x="2873896" y="97855"/>
                </a:lnTo>
                <a:lnTo>
                  <a:pt x="2806380" y="97855"/>
                </a:lnTo>
                <a:lnTo>
                  <a:pt x="2806409" y="99538"/>
                </a:lnTo>
                <a:lnTo>
                  <a:pt x="2806498" y="101197"/>
                </a:lnTo>
                <a:lnTo>
                  <a:pt x="2806645" y="102831"/>
                </a:lnTo>
                <a:lnTo>
                  <a:pt x="2806852" y="104441"/>
                </a:lnTo>
                <a:lnTo>
                  <a:pt x="2807118" y="106026"/>
                </a:lnTo>
                <a:lnTo>
                  <a:pt x="2807443" y="107588"/>
                </a:lnTo>
                <a:lnTo>
                  <a:pt x="2807827" y="109125"/>
                </a:lnTo>
                <a:lnTo>
                  <a:pt x="2808270" y="110637"/>
                </a:lnTo>
                <a:lnTo>
                  <a:pt x="2808772" y="112125"/>
                </a:lnTo>
                <a:lnTo>
                  <a:pt x="2809333" y="113589"/>
                </a:lnTo>
                <a:lnTo>
                  <a:pt x="2809953" y="115029"/>
                </a:lnTo>
                <a:lnTo>
                  <a:pt x="2810632" y="116444"/>
                </a:lnTo>
                <a:lnTo>
                  <a:pt x="2811360" y="117817"/>
                </a:lnTo>
                <a:lnTo>
                  <a:pt x="2812124" y="119133"/>
                </a:lnTo>
                <a:lnTo>
                  <a:pt x="2812926" y="120389"/>
                </a:lnTo>
                <a:lnTo>
                  <a:pt x="2813764" y="121588"/>
                </a:lnTo>
                <a:lnTo>
                  <a:pt x="2814640" y="122728"/>
                </a:lnTo>
                <a:lnTo>
                  <a:pt x="2815553" y="123809"/>
                </a:lnTo>
                <a:lnTo>
                  <a:pt x="2816504" y="124832"/>
                </a:lnTo>
                <a:lnTo>
                  <a:pt x="2817491" y="125797"/>
                </a:lnTo>
                <a:lnTo>
                  <a:pt x="2818515" y="126703"/>
                </a:lnTo>
                <a:lnTo>
                  <a:pt x="2819577" y="127550"/>
                </a:lnTo>
                <a:lnTo>
                  <a:pt x="2820676" y="128339"/>
                </a:lnTo>
                <a:lnTo>
                  <a:pt x="2821812" y="129070"/>
                </a:lnTo>
                <a:lnTo>
                  <a:pt x="2822980" y="129742"/>
                </a:lnTo>
                <a:lnTo>
                  <a:pt x="2824174" y="130356"/>
                </a:lnTo>
                <a:lnTo>
                  <a:pt x="2825396" y="130911"/>
                </a:lnTo>
                <a:lnTo>
                  <a:pt x="2826644" y="131408"/>
                </a:lnTo>
                <a:lnTo>
                  <a:pt x="2827919" y="131847"/>
                </a:lnTo>
                <a:lnTo>
                  <a:pt x="2829221" y="132227"/>
                </a:lnTo>
                <a:lnTo>
                  <a:pt x="2830550" y="132548"/>
                </a:lnTo>
                <a:lnTo>
                  <a:pt x="2831905" y="132811"/>
                </a:lnTo>
                <a:lnTo>
                  <a:pt x="2833287" y="133016"/>
                </a:lnTo>
                <a:lnTo>
                  <a:pt x="2834696" y="133162"/>
                </a:lnTo>
                <a:lnTo>
                  <a:pt x="2836132" y="133250"/>
                </a:lnTo>
                <a:lnTo>
                  <a:pt x="2837595" y="133279"/>
                </a:lnTo>
                <a:lnTo>
                  <a:pt x="2840249" y="133206"/>
                </a:lnTo>
                <a:lnTo>
                  <a:pt x="2842948" y="132987"/>
                </a:lnTo>
                <a:lnTo>
                  <a:pt x="2845695" y="132621"/>
                </a:lnTo>
                <a:lnTo>
                  <a:pt x="2848487" y="132110"/>
                </a:lnTo>
                <a:lnTo>
                  <a:pt x="2851326" y="131452"/>
                </a:lnTo>
                <a:lnTo>
                  <a:pt x="2854211" y="130648"/>
                </a:lnTo>
                <a:lnTo>
                  <a:pt x="2857142" y="129699"/>
                </a:lnTo>
                <a:lnTo>
                  <a:pt x="2860120" y="128602"/>
                </a:lnTo>
                <a:lnTo>
                  <a:pt x="2863144" y="127360"/>
                </a:lnTo>
                <a:lnTo>
                  <a:pt x="2866214" y="125972"/>
                </a:lnTo>
                <a:lnTo>
                  <a:pt x="2869330" y="124438"/>
                </a:lnTo>
                <a:lnTo>
                  <a:pt x="2872493" y="122757"/>
                </a:lnTo>
                <a:lnTo>
                  <a:pt x="2872493" y="137663"/>
                </a:lnTo>
                <a:moveTo>
                  <a:pt x="2807344" y="85579"/>
                </a:moveTo>
                <a:lnTo>
                  <a:pt x="2856184" y="85579"/>
                </a:lnTo>
                <a:lnTo>
                  <a:pt x="2856184" y="83242"/>
                </a:lnTo>
                <a:lnTo>
                  <a:pt x="2856143" y="81298"/>
                </a:lnTo>
                <a:lnTo>
                  <a:pt x="2856021" y="79421"/>
                </a:lnTo>
                <a:lnTo>
                  <a:pt x="2855817" y="77611"/>
                </a:lnTo>
                <a:lnTo>
                  <a:pt x="2855531" y="75869"/>
                </a:lnTo>
                <a:lnTo>
                  <a:pt x="2855164" y="74195"/>
                </a:lnTo>
                <a:lnTo>
                  <a:pt x="2854715" y="72588"/>
                </a:lnTo>
                <a:lnTo>
                  <a:pt x="2854185" y="71048"/>
                </a:lnTo>
                <a:lnTo>
                  <a:pt x="2853573" y="69575"/>
                </a:lnTo>
                <a:lnTo>
                  <a:pt x="2852879" y="68170"/>
                </a:lnTo>
                <a:lnTo>
                  <a:pt x="2852104" y="66833"/>
                </a:lnTo>
                <a:lnTo>
                  <a:pt x="2851247" y="65563"/>
                </a:lnTo>
                <a:lnTo>
                  <a:pt x="2850309" y="64360"/>
                </a:lnTo>
                <a:lnTo>
                  <a:pt x="2849302" y="63239"/>
                </a:lnTo>
                <a:lnTo>
                  <a:pt x="2848241" y="62216"/>
                </a:lnTo>
                <a:lnTo>
                  <a:pt x="2847125" y="61291"/>
                </a:lnTo>
                <a:lnTo>
                  <a:pt x="2845954" y="60463"/>
                </a:lnTo>
                <a:lnTo>
                  <a:pt x="2844728" y="59732"/>
                </a:lnTo>
                <a:lnTo>
                  <a:pt x="2843448" y="59099"/>
                </a:lnTo>
                <a:lnTo>
                  <a:pt x="2842112" y="58563"/>
                </a:lnTo>
                <a:lnTo>
                  <a:pt x="2840722" y="58124"/>
                </a:lnTo>
                <a:lnTo>
                  <a:pt x="2839277" y="57783"/>
                </a:lnTo>
                <a:lnTo>
                  <a:pt x="2837778" y="57540"/>
                </a:lnTo>
                <a:lnTo>
                  <a:pt x="2836223" y="57394"/>
                </a:lnTo>
                <a:lnTo>
                  <a:pt x="2834614" y="57345"/>
                </a:lnTo>
                <a:lnTo>
                  <a:pt x="2832981" y="57395"/>
                </a:lnTo>
                <a:lnTo>
                  <a:pt x="2831385" y="57544"/>
                </a:lnTo>
                <a:lnTo>
                  <a:pt x="2829827" y="57792"/>
                </a:lnTo>
                <a:lnTo>
                  <a:pt x="2828305" y="58139"/>
                </a:lnTo>
                <a:lnTo>
                  <a:pt x="2826821" y="58586"/>
                </a:lnTo>
                <a:lnTo>
                  <a:pt x="2825374" y="59132"/>
                </a:lnTo>
                <a:lnTo>
                  <a:pt x="2823964" y="59777"/>
                </a:lnTo>
                <a:lnTo>
                  <a:pt x="2822591" y="60521"/>
                </a:lnTo>
                <a:lnTo>
                  <a:pt x="2821256" y="61365"/>
                </a:lnTo>
                <a:lnTo>
                  <a:pt x="2819957" y="62308"/>
                </a:lnTo>
                <a:lnTo>
                  <a:pt x="2818696" y="63350"/>
                </a:lnTo>
                <a:lnTo>
                  <a:pt x="2817471" y="64491"/>
                </a:lnTo>
                <a:lnTo>
                  <a:pt x="2816296" y="65729"/>
                </a:lnTo>
                <a:lnTo>
                  <a:pt x="2815181" y="67061"/>
                </a:lnTo>
                <a:lnTo>
                  <a:pt x="2814126" y="68488"/>
                </a:lnTo>
                <a:lnTo>
                  <a:pt x="2813131" y="70009"/>
                </a:lnTo>
                <a:lnTo>
                  <a:pt x="2812197" y="71625"/>
                </a:lnTo>
                <a:lnTo>
                  <a:pt x="2811323" y="73335"/>
                </a:lnTo>
                <a:lnTo>
                  <a:pt x="2810509" y="75139"/>
                </a:lnTo>
                <a:lnTo>
                  <a:pt x="2809755" y="77038"/>
                </a:lnTo>
                <a:lnTo>
                  <a:pt x="2809062" y="79032"/>
                </a:lnTo>
                <a:lnTo>
                  <a:pt x="2808429" y="81120"/>
                </a:lnTo>
                <a:lnTo>
                  <a:pt x="2807856" y="83302"/>
                </a:lnTo>
                <a:lnTo>
                  <a:pt x="2807344" y="85579"/>
                </a:lnTo>
                <a:close/>
                <a:moveTo>
                  <a:pt x="2898385" y="144327"/>
                </a:moveTo>
                <a:lnTo>
                  <a:pt x="2898385" y="46297"/>
                </a:lnTo>
                <a:lnTo>
                  <a:pt x="2914694" y="46297"/>
                </a:lnTo>
                <a:lnTo>
                  <a:pt x="2914694" y="67859"/>
                </a:lnTo>
                <a:lnTo>
                  <a:pt x="2915884" y="66001"/>
                </a:lnTo>
                <a:lnTo>
                  <a:pt x="2917113" y="64213"/>
                </a:lnTo>
                <a:lnTo>
                  <a:pt x="2918383" y="62492"/>
                </a:lnTo>
                <a:lnTo>
                  <a:pt x="2919692" y="60840"/>
                </a:lnTo>
                <a:lnTo>
                  <a:pt x="2921042" y="59257"/>
                </a:lnTo>
                <a:lnTo>
                  <a:pt x="2922432" y="57742"/>
                </a:lnTo>
                <a:lnTo>
                  <a:pt x="2923863" y="56295"/>
                </a:lnTo>
                <a:lnTo>
                  <a:pt x="2925333" y="54917"/>
                </a:lnTo>
                <a:lnTo>
                  <a:pt x="2926844" y="53607"/>
                </a:lnTo>
                <a:lnTo>
                  <a:pt x="2928395" y="52366"/>
                </a:lnTo>
                <a:lnTo>
                  <a:pt x="2929986" y="51193"/>
                </a:lnTo>
                <a:lnTo>
                  <a:pt x="2931617" y="50089"/>
                </a:lnTo>
                <a:lnTo>
                  <a:pt x="2933269" y="49063"/>
                </a:lnTo>
                <a:lnTo>
                  <a:pt x="2934920" y="48127"/>
                </a:lnTo>
                <a:lnTo>
                  <a:pt x="2936571" y="47279"/>
                </a:lnTo>
                <a:lnTo>
                  <a:pt x="2938223" y="46521"/>
                </a:lnTo>
                <a:lnTo>
                  <a:pt x="2939874" y="45852"/>
                </a:lnTo>
                <a:lnTo>
                  <a:pt x="2941525" y="45272"/>
                </a:lnTo>
                <a:lnTo>
                  <a:pt x="2943177" y="44781"/>
                </a:lnTo>
                <a:lnTo>
                  <a:pt x="2944828" y="44380"/>
                </a:lnTo>
                <a:lnTo>
                  <a:pt x="2946480" y="44068"/>
                </a:lnTo>
                <a:lnTo>
                  <a:pt x="2948131" y="43845"/>
                </a:lnTo>
                <a:lnTo>
                  <a:pt x="2949782" y="43711"/>
                </a:lnTo>
                <a:lnTo>
                  <a:pt x="2951434" y="43666"/>
                </a:lnTo>
                <a:lnTo>
                  <a:pt x="2952870" y="43698"/>
                </a:lnTo>
                <a:lnTo>
                  <a:pt x="2954283" y="43794"/>
                </a:lnTo>
                <a:lnTo>
                  <a:pt x="2955675" y="43954"/>
                </a:lnTo>
                <a:lnTo>
                  <a:pt x="2957045" y="44178"/>
                </a:lnTo>
                <a:lnTo>
                  <a:pt x="2958394" y="44466"/>
                </a:lnTo>
                <a:lnTo>
                  <a:pt x="2959720" y="44817"/>
                </a:lnTo>
                <a:lnTo>
                  <a:pt x="2961024" y="45233"/>
                </a:lnTo>
                <a:lnTo>
                  <a:pt x="2962306" y="45712"/>
                </a:lnTo>
                <a:lnTo>
                  <a:pt x="2963567" y="46256"/>
                </a:lnTo>
                <a:lnTo>
                  <a:pt x="2964805" y="46863"/>
                </a:lnTo>
                <a:lnTo>
                  <a:pt x="2966022" y="47535"/>
                </a:lnTo>
                <a:lnTo>
                  <a:pt x="2967217" y="48270"/>
                </a:lnTo>
                <a:lnTo>
                  <a:pt x="2968371" y="49057"/>
                </a:lnTo>
                <a:lnTo>
                  <a:pt x="2969466" y="49883"/>
                </a:lnTo>
                <a:lnTo>
                  <a:pt x="2970502" y="50750"/>
                </a:lnTo>
                <a:lnTo>
                  <a:pt x="2971479" y="51655"/>
                </a:lnTo>
                <a:lnTo>
                  <a:pt x="2972397" y="52601"/>
                </a:lnTo>
                <a:lnTo>
                  <a:pt x="2973256" y="53586"/>
                </a:lnTo>
                <a:lnTo>
                  <a:pt x="2974056" y="54610"/>
                </a:lnTo>
                <a:lnTo>
                  <a:pt x="2974797" y="55674"/>
                </a:lnTo>
                <a:lnTo>
                  <a:pt x="2975478" y="56778"/>
                </a:lnTo>
                <a:lnTo>
                  <a:pt x="2976101" y="57921"/>
                </a:lnTo>
                <a:lnTo>
                  <a:pt x="2976664" y="59104"/>
                </a:lnTo>
                <a:lnTo>
                  <a:pt x="2977169" y="60326"/>
                </a:lnTo>
                <a:lnTo>
                  <a:pt x="2977624" y="61668"/>
                </a:lnTo>
                <a:lnTo>
                  <a:pt x="2978040" y="63210"/>
                </a:lnTo>
                <a:lnTo>
                  <a:pt x="2978416" y="64952"/>
                </a:lnTo>
                <a:lnTo>
                  <a:pt x="2978752" y="66893"/>
                </a:lnTo>
                <a:lnTo>
                  <a:pt x="2979049" y="69034"/>
                </a:lnTo>
                <a:lnTo>
                  <a:pt x="2979306" y="71374"/>
                </a:lnTo>
                <a:lnTo>
                  <a:pt x="2979524" y="73915"/>
                </a:lnTo>
                <a:lnTo>
                  <a:pt x="2979702" y="76655"/>
                </a:lnTo>
                <a:lnTo>
                  <a:pt x="2979840" y="79595"/>
                </a:lnTo>
                <a:lnTo>
                  <a:pt x="2979939" y="82734"/>
                </a:lnTo>
                <a:lnTo>
                  <a:pt x="2979999" y="86074"/>
                </a:lnTo>
                <a:lnTo>
                  <a:pt x="2980019" y="89613"/>
                </a:lnTo>
                <a:lnTo>
                  <a:pt x="2980019" y="144327"/>
                </a:lnTo>
                <a:lnTo>
                  <a:pt x="2963709" y="144327"/>
                </a:lnTo>
                <a:lnTo>
                  <a:pt x="2963709" y="87653"/>
                </a:lnTo>
                <a:lnTo>
                  <a:pt x="2963700" y="85369"/>
                </a:lnTo>
                <a:lnTo>
                  <a:pt x="2963672" y="83219"/>
                </a:lnTo>
                <a:lnTo>
                  <a:pt x="2963624" y="81201"/>
                </a:lnTo>
                <a:lnTo>
                  <a:pt x="2963558" y="79317"/>
                </a:lnTo>
                <a:lnTo>
                  <a:pt x="2963473" y="77566"/>
                </a:lnTo>
                <a:lnTo>
                  <a:pt x="2963370" y="75948"/>
                </a:lnTo>
                <a:lnTo>
                  <a:pt x="2963247" y="74464"/>
                </a:lnTo>
                <a:lnTo>
                  <a:pt x="2963105" y="73113"/>
                </a:lnTo>
                <a:lnTo>
                  <a:pt x="2962945" y="71894"/>
                </a:lnTo>
                <a:lnTo>
                  <a:pt x="2962766" y="70810"/>
                </a:lnTo>
                <a:lnTo>
                  <a:pt x="2962567" y="69858"/>
                </a:lnTo>
                <a:lnTo>
                  <a:pt x="2962350" y="69040"/>
                </a:lnTo>
                <a:lnTo>
                  <a:pt x="2962108" y="68299"/>
                </a:lnTo>
                <a:lnTo>
                  <a:pt x="2961834" y="67581"/>
                </a:lnTo>
                <a:lnTo>
                  <a:pt x="2961528" y="66886"/>
                </a:lnTo>
                <a:lnTo>
                  <a:pt x="2961191" y="66213"/>
                </a:lnTo>
                <a:lnTo>
                  <a:pt x="2960822" y="65562"/>
                </a:lnTo>
                <a:lnTo>
                  <a:pt x="2960421" y="64934"/>
                </a:lnTo>
                <a:lnTo>
                  <a:pt x="2959989" y="64329"/>
                </a:lnTo>
                <a:lnTo>
                  <a:pt x="2959525" y="63746"/>
                </a:lnTo>
                <a:lnTo>
                  <a:pt x="2959029" y="63185"/>
                </a:lnTo>
                <a:lnTo>
                  <a:pt x="2958502" y="62647"/>
                </a:lnTo>
                <a:lnTo>
                  <a:pt x="2957943" y="62132"/>
                </a:lnTo>
                <a:lnTo>
                  <a:pt x="2957352" y="61639"/>
                </a:lnTo>
                <a:lnTo>
                  <a:pt x="2956741" y="61177"/>
                </a:lnTo>
                <a:lnTo>
                  <a:pt x="2956121" y="60755"/>
                </a:lnTo>
                <a:lnTo>
                  <a:pt x="2955492" y="60374"/>
                </a:lnTo>
                <a:lnTo>
                  <a:pt x="2954853" y="60033"/>
                </a:lnTo>
                <a:lnTo>
                  <a:pt x="2954206" y="59732"/>
                </a:lnTo>
                <a:lnTo>
                  <a:pt x="2953549" y="59471"/>
                </a:lnTo>
                <a:lnTo>
                  <a:pt x="2952883" y="59250"/>
                </a:lnTo>
                <a:lnTo>
                  <a:pt x="2952208" y="59069"/>
                </a:lnTo>
                <a:lnTo>
                  <a:pt x="2951524" y="58929"/>
                </a:lnTo>
                <a:lnTo>
                  <a:pt x="2950831" y="58828"/>
                </a:lnTo>
                <a:lnTo>
                  <a:pt x="2950129" y="58768"/>
                </a:lnTo>
                <a:lnTo>
                  <a:pt x="2949417" y="58748"/>
                </a:lnTo>
                <a:lnTo>
                  <a:pt x="2947976" y="58805"/>
                </a:lnTo>
                <a:lnTo>
                  <a:pt x="2946517" y="58974"/>
                </a:lnTo>
                <a:lnTo>
                  <a:pt x="2945041" y="59257"/>
                </a:lnTo>
                <a:lnTo>
                  <a:pt x="2943547" y="59653"/>
                </a:lnTo>
                <a:lnTo>
                  <a:pt x="2942035" y="60162"/>
                </a:lnTo>
                <a:lnTo>
                  <a:pt x="2940506" y="60785"/>
                </a:lnTo>
                <a:lnTo>
                  <a:pt x="2938959" y="61520"/>
                </a:lnTo>
                <a:lnTo>
                  <a:pt x="2937395" y="62369"/>
                </a:lnTo>
                <a:lnTo>
                  <a:pt x="2935812" y="63330"/>
                </a:lnTo>
                <a:lnTo>
                  <a:pt x="2934212" y="64405"/>
                </a:lnTo>
                <a:lnTo>
                  <a:pt x="2932595" y="65593"/>
                </a:lnTo>
                <a:lnTo>
                  <a:pt x="2930960" y="66894"/>
                </a:lnTo>
                <a:lnTo>
                  <a:pt x="2929340" y="68281"/>
                </a:lnTo>
                <a:lnTo>
                  <a:pt x="2927768" y="69724"/>
                </a:lnTo>
                <a:lnTo>
                  <a:pt x="2926244" y="71225"/>
                </a:lnTo>
                <a:lnTo>
                  <a:pt x="2924768" y="72782"/>
                </a:lnTo>
                <a:lnTo>
                  <a:pt x="2923341" y="74397"/>
                </a:lnTo>
                <a:lnTo>
                  <a:pt x="2921961" y="76070"/>
                </a:lnTo>
                <a:lnTo>
                  <a:pt x="2920630" y="77799"/>
                </a:lnTo>
                <a:lnTo>
                  <a:pt x="2919346" y="79585"/>
                </a:lnTo>
                <a:lnTo>
                  <a:pt x="2918111" y="81429"/>
                </a:lnTo>
                <a:lnTo>
                  <a:pt x="2916924" y="83330"/>
                </a:lnTo>
                <a:lnTo>
                  <a:pt x="2915785" y="85288"/>
                </a:lnTo>
                <a:lnTo>
                  <a:pt x="2914694" y="87303"/>
                </a:lnTo>
                <a:lnTo>
                  <a:pt x="2914694" y="144327"/>
                </a:lnTo>
                <a:lnTo>
                  <a:pt x="2898385" y="144327"/>
                </a:lnTo>
                <a:close/>
                <a:moveTo>
                  <a:pt x="3006875" y="139014"/>
                </a:moveTo>
                <a:lnTo>
                  <a:pt x="3006875" y="121705"/>
                </a:lnTo>
                <a:lnTo>
                  <a:pt x="3008520" y="122745"/>
                </a:lnTo>
                <a:lnTo>
                  <a:pt x="3010181" y="123732"/>
                </a:lnTo>
                <a:lnTo>
                  <a:pt x="3011857" y="124667"/>
                </a:lnTo>
                <a:lnTo>
                  <a:pt x="3013549" y="125548"/>
                </a:lnTo>
                <a:lnTo>
                  <a:pt x="3015257" y="126377"/>
                </a:lnTo>
                <a:lnTo>
                  <a:pt x="3016981" y="127152"/>
                </a:lnTo>
                <a:lnTo>
                  <a:pt x="3018721" y="127875"/>
                </a:lnTo>
                <a:lnTo>
                  <a:pt x="3020476" y="128544"/>
                </a:lnTo>
                <a:lnTo>
                  <a:pt x="3022247" y="129161"/>
                </a:lnTo>
                <a:lnTo>
                  <a:pt x="3024035" y="129724"/>
                </a:lnTo>
                <a:lnTo>
                  <a:pt x="3025838" y="130235"/>
                </a:lnTo>
                <a:lnTo>
                  <a:pt x="3027656" y="130692"/>
                </a:lnTo>
                <a:lnTo>
                  <a:pt x="3029460" y="131105"/>
                </a:lnTo>
                <a:lnTo>
                  <a:pt x="3031217" y="131483"/>
                </a:lnTo>
                <a:lnTo>
                  <a:pt x="3032928" y="131824"/>
                </a:lnTo>
                <a:lnTo>
                  <a:pt x="3034593" y="132129"/>
                </a:lnTo>
                <a:lnTo>
                  <a:pt x="3036212" y="132399"/>
                </a:lnTo>
                <a:lnTo>
                  <a:pt x="3037784" y="132632"/>
                </a:lnTo>
                <a:lnTo>
                  <a:pt x="3039310" y="132830"/>
                </a:lnTo>
                <a:lnTo>
                  <a:pt x="3040789" y="132992"/>
                </a:lnTo>
                <a:lnTo>
                  <a:pt x="3042223" y="133117"/>
                </a:lnTo>
                <a:lnTo>
                  <a:pt x="3043610" y="133207"/>
                </a:lnTo>
                <a:lnTo>
                  <a:pt x="3044951" y="133261"/>
                </a:lnTo>
                <a:lnTo>
                  <a:pt x="3046245" y="133279"/>
                </a:lnTo>
                <a:lnTo>
                  <a:pt x="3048258" y="133251"/>
                </a:lnTo>
                <a:lnTo>
                  <a:pt x="3050174" y="133169"/>
                </a:lnTo>
                <a:lnTo>
                  <a:pt x="3051994" y="133030"/>
                </a:lnTo>
                <a:lnTo>
                  <a:pt x="3053718" y="132837"/>
                </a:lnTo>
                <a:lnTo>
                  <a:pt x="3055345" y="132589"/>
                </a:lnTo>
                <a:lnTo>
                  <a:pt x="3056877" y="132285"/>
                </a:lnTo>
                <a:lnTo>
                  <a:pt x="3058312" y="131926"/>
                </a:lnTo>
                <a:lnTo>
                  <a:pt x="3059651" y="131512"/>
                </a:lnTo>
                <a:lnTo>
                  <a:pt x="3060894" y="131043"/>
                </a:lnTo>
                <a:lnTo>
                  <a:pt x="3062040" y="130518"/>
                </a:lnTo>
                <a:lnTo>
                  <a:pt x="3063091" y="129938"/>
                </a:lnTo>
                <a:lnTo>
                  <a:pt x="3064045" y="129303"/>
                </a:lnTo>
                <a:lnTo>
                  <a:pt x="3064913" y="128627"/>
                </a:lnTo>
                <a:lnTo>
                  <a:pt x="3065706" y="127923"/>
                </a:lnTo>
                <a:lnTo>
                  <a:pt x="3066423" y="127192"/>
                </a:lnTo>
                <a:lnTo>
                  <a:pt x="3067065" y="126434"/>
                </a:lnTo>
                <a:lnTo>
                  <a:pt x="3067632" y="125649"/>
                </a:lnTo>
                <a:lnTo>
                  <a:pt x="3068122" y="124836"/>
                </a:lnTo>
                <a:lnTo>
                  <a:pt x="3068538" y="123996"/>
                </a:lnTo>
                <a:lnTo>
                  <a:pt x="3068877" y="123129"/>
                </a:lnTo>
                <a:lnTo>
                  <a:pt x="3069142" y="122234"/>
                </a:lnTo>
                <a:lnTo>
                  <a:pt x="3069330" y="121312"/>
                </a:lnTo>
                <a:lnTo>
                  <a:pt x="3069444" y="120363"/>
                </a:lnTo>
                <a:lnTo>
                  <a:pt x="3069481" y="119387"/>
                </a:lnTo>
                <a:lnTo>
                  <a:pt x="3069464" y="118739"/>
                </a:lnTo>
                <a:lnTo>
                  <a:pt x="3069411" y="118107"/>
                </a:lnTo>
                <a:lnTo>
                  <a:pt x="3069322" y="117491"/>
                </a:lnTo>
                <a:lnTo>
                  <a:pt x="3069199" y="116891"/>
                </a:lnTo>
                <a:lnTo>
                  <a:pt x="3069040" y="116307"/>
                </a:lnTo>
                <a:lnTo>
                  <a:pt x="3068846" y="115738"/>
                </a:lnTo>
                <a:lnTo>
                  <a:pt x="3068616" y="115185"/>
                </a:lnTo>
                <a:lnTo>
                  <a:pt x="3068351" y="114648"/>
                </a:lnTo>
                <a:lnTo>
                  <a:pt x="3068051" y="114127"/>
                </a:lnTo>
                <a:lnTo>
                  <a:pt x="3067716" y="113621"/>
                </a:lnTo>
                <a:lnTo>
                  <a:pt x="3067345" y="113131"/>
                </a:lnTo>
                <a:lnTo>
                  <a:pt x="3066939" y="112657"/>
                </a:lnTo>
                <a:lnTo>
                  <a:pt x="3066462" y="112182"/>
                </a:lnTo>
                <a:lnTo>
                  <a:pt x="3065881" y="111689"/>
                </a:lnTo>
                <a:lnTo>
                  <a:pt x="3065196" y="111177"/>
                </a:lnTo>
                <a:lnTo>
                  <a:pt x="3064405" y="110648"/>
                </a:lnTo>
                <a:lnTo>
                  <a:pt x="3063510" y="110100"/>
                </a:lnTo>
                <a:lnTo>
                  <a:pt x="3062511" y="109534"/>
                </a:lnTo>
                <a:lnTo>
                  <a:pt x="3061406" y="108950"/>
                </a:lnTo>
                <a:lnTo>
                  <a:pt x="3060197" y="108347"/>
                </a:lnTo>
                <a:lnTo>
                  <a:pt x="3058883" y="107726"/>
                </a:lnTo>
                <a:lnTo>
                  <a:pt x="3057464" y="107087"/>
                </a:lnTo>
                <a:lnTo>
                  <a:pt x="3055940" y="106430"/>
                </a:lnTo>
                <a:lnTo>
                  <a:pt x="3054312" y="105755"/>
                </a:lnTo>
                <a:lnTo>
                  <a:pt x="3048700" y="103483"/>
                </a:lnTo>
                <a:lnTo>
                  <a:pt x="3037389" y="99025"/>
                </a:lnTo>
                <a:lnTo>
                  <a:pt x="3034443" y="97852"/>
                </a:lnTo>
                <a:lnTo>
                  <a:pt x="3031685" y="96694"/>
                </a:lnTo>
                <a:lnTo>
                  <a:pt x="3029114" y="95551"/>
                </a:lnTo>
                <a:lnTo>
                  <a:pt x="3026731" y="94421"/>
                </a:lnTo>
                <a:lnTo>
                  <a:pt x="3024535" y="93306"/>
                </a:lnTo>
                <a:lnTo>
                  <a:pt x="3022527" y="92205"/>
                </a:lnTo>
                <a:lnTo>
                  <a:pt x="3020706" y="91119"/>
                </a:lnTo>
                <a:lnTo>
                  <a:pt x="3019073" y="90047"/>
                </a:lnTo>
                <a:lnTo>
                  <a:pt x="3017628" y="88989"/>
                </a:lnTo>
                <a:lnTo>
                  <a:pt x="3016370" y="87946"/>
                </a:lnTo>
                <a:lnTo>
                  <a:pt x="3015299" y="86917"/>
                </a:lnTo>
                <a:lnTo>
                  <a:pt x="3014416" y="85902"/>
                </a:lnTo>
                <a:lnTo>
                  <a:pt x="3013646" y="84891"/>
                </a:lnTo>
                <a:lnTo>
                  <a:pt x="3012943" y="83843"/>
                </a:lnTo>
                <a:lnTo>
                  <a:pt x="3012306" y="82758"/>
                </a:lnTo>
                <a:lnTo>
                  <a:pt x="3011737" y="81637"/>
                </a:lnTo>
                <a:lnTo>
                  <a:pt x="3011235" y="80480"/>
                </a:lnTo>
                <a:lnTo>
                  <a:pt x="3010799" y="79286"/>
                </a:lnTo>
                <a:lnTo>
                  <a:pt x="3010431" y="78055"/>
                </a:lnTo>
                <a:lnTo>
                  <a:pt x="3010129" y="76788"/>
                </a:lnTo>
                <a:lnTo>
                  <a:pt x="3009895" y="75485"/>
                </a:lnTo>
                <a:lnTo>
                  <a:pt x="3009728" y="74145"/>
                </a:lnTo>
                <a:lnTo>
                  <a:pt x="3009627" y="72768"/>
                </a:lnTo>
                <a:lnTo>
                  <a:pt x="3009594" y="71355"/>
                </a:lnTo>
                <a:lnTo>
                  <a:pt x="3009658" y="69370"/>
                </a:lnTo>
                <a:lnTo>
                  <a:pt x="3009853" y="67444"/>
                </a:lnTo>
                <a:lnTo>
                  <a:pt x="3010177" y="65578"/>
                </a:lnTo>
                <a:lnTo>
                  <a:pt x="3010631" y="63771"/>
                </a:lnTo>
                <a:lnTo>
                  <a:pt x="3011215" y="62024"/>
                </a:lnTo>
                <a:lnTo>
                  <a:pt x="3011928" y="60337"/>
                </a:lnTo>
                <a:lnTo>
                  <a:pt x="3012771" y="58709"/>
                </a:lnTo>
                <a:lnTo>
                  <a:pt x="3013744" y="57141"/>
                </a:lnTo>
                <a:lnTo>
                  <a:pt x="3014846" y="55632"/>
                </a:lnTo>
                <a:lnTo>
                  <a:pt x="3016078" y="54183"/>
                </a:lnTo>
                <a:lnTo>
                  <a:pt x="3017440" y="52794"/>
                </a:lnTo>
                <a:lnTo>
                  <a:pt x="3018932" y="51465"/>
                </a:lnTo>
                <a:lnTo>
                  <a:pt x="3020569" y="50219"/>
                </a:lnTo>
                <a:lnTo>
                  <a:pt x="3022367" y="49082"/>
                </a:lnTo>
                <a:lnTo>
                  <a:pt x="3024327" y="48053"/>
                </a:lnTo>
                <a:lnTo>
                  <a:pt x="3026448" y="47132"/>
                </a:lnTo>
                <a:lnTo>
                  <a:pt x="3028731" y="46320"/>
                </a:lnTo>
                <a:lnTo>
                  <a:pt x="3031175" y="45616"/>
                </a:lnTo>
                <a:lnTo>
                  <a:pt x="3033780" y="45020"/>
                </a:lnTo>
                <a:lnTo>
                  <a:pt x="3036546" y="44533"/>
                </a:lnTo>
                <a:lnTo>
                  <a:pt x="3039474" y="44154"/>
                </a:lnTo>
                <a:lnTo>
                  <a:pt x="3042564" y="43883"/>
                </a:lnTo>
                <a:lnTo>
                  <a:pt x="3045814" y="43721"/>
                </a:lnTo>
                <a:lnTo>
                  <a:pt x="3049226" y="43666"/>
                </a:lnTo>
                <a:lnTo>
                  <a:pt x="3051831" y="43698"/>
                </a:lnTo>
                <a:lnTo>
                  <a:pt x="3054412" y="43793"/>
                </a:lnTo>
                <a:lnTo>
                  <a:pt x="3056970" y="43951"/>
                </a:lnTo>
                <a:lnTo>
                  <a:pt x="3059505" y="44173"/>
                </a:lnTo>
                <a:lnTo>
                  <a:pt x="3062017" y="44458"/>
                </a:lnTo>
                <a:lnTo>
                  <a:pt x="3064505" y="44806"/>
                </a:lnTo>
                <a:lnTo>
                  <a:pt x="3066971" y="45218"/>
                </a:lnTo>
                <a:lnTo>
                  <a:pt x="3069413" y="45693"/>
                </a:lnTo>
                <a:lnTo>
                  <a:pt x="3071832" y="46231"/>
                </a:lnTo>
                <a:lnTo>
                  <a:pt x="3074228" y="46833"/>
                </a:lnTo>
                <a:lnTo>
                  <a:pt x="3076601" y="47498"/>
                </a:lnTo>
                <a:lnTo>
                  <a:pt x="3078951" y="48226"/>
                </a:lnTo>
                <a:lnTo>
                  <a:pt x="3078951" y="63132"/>
                </a:lnTo>
                <a:lnTo>
                  <a:pt x="3076276" y="62208"/>
                </a:lnTo>
                <a:lnTo>
                  <a:pt x="3073627" y="61364"/>
                </a:lnTo>
                <a:lnTo>
                  <a:pt x="3071005" y="60600"/>
                </a:lnTo>
                <a:lnTo>
                  <a:pt x="3068410" y="59917"/>
                </a:lnTo>
                <a:lnTo>
                  <a:pt x="3065841" y="59314"/>
                </a:lnTo>
                <a:lnTo>
                  <a:pt x="3063300" y="58792"/>
                </a:lnTo>
                <a:lnTo>
                  <a:pt x="3060785" y="58350"/>
                </a:lnTo>
                <a:lnTo>
                  <a:pt x="3058297" y="57988"/>
                </a:lnTo>
                <a:lnTo>
                  <a:pt x="3055836" y="57707"/>
                </a:lnTo>
                <a:lnTo>
                  <a:pt x="3053401" y="57506"/>
                </a:lnTo>
                <a:lnTo>
                  <a:pt x="3050994" y="57385"/>
                </a:lnTo>
                <a:lnTo>
                  <a:pt x="3048613" y="57345"/>
                </a:lnTo>
                <a:lnTo>
                  <a:pt x="3046920" y="57370"/>
                </a:lnTo>
                <a:lnTo>
                  <a:pt x="3045289" y="57446"/>
                </a:lnTo>
                <a:lnTo>
                  <a:pt x="3043722" y="57572"/>
                </a:lnTo>
                <a:lnTo>
                  <a:pt x="3042217" y="57748"/>
                </a:lnTo>
                <a:lnTo>
                  <a:pt x="3040774" y="57975"/>
                </a:lnTo>
                <a:lnTo>
                  <a:pt x="3039395" y="58252"/>
                </a:lnTo>
                <a:lnTo>
                  <a:pt x="3038078" y="58580"/>
                </a:lnTo>
                <a:lnTo>
                  <a:pt x="3036824" y="58957"/>
                </a:lnTo>
                <a:lnTo>
                  <a:pt x="3035633" y="59386"/>
                </a:lnTo>
                <a:lnTo>
                  <a:pt x="3034504" y="59864"/>
                </a:lnTo>
                <a:lnTo>
                  <a:pt x="3033438" y="60393"/>
                </a:lnTo>
                <a:lnTo>
                  <a:pt x="3032435" y="60973"/>
                </a:lnTo>
                <a:lnTo>
                  <a:pt x="3031504" y="61590"/>
                </a:lnTo>
                <a:lnTo>
                  <a:pt x="3030653" y="62231"/>
                </a:lnTo>
                <a:lnTo>
                  <a:pt x="3029884" y="62898"/>
                </a:lnTo>
                <a:lnTo>
                  <a:pt x="3029196" y="63589"/>
                </a:lnTo>
                <a:lnTo>
                  <a:pt x="3028588" y="64305"/>
                </a:lnTo>
                <a:lnTo>
                  <a:pt x="3028062" y="65046"/>
                </a:lnTo>
                <a:lnTo>
                  <a:pt x="3027616" y="65812"/>
                </a:lnTo>
                <a:lnTo>
                  <a:pt x="3027252" y="66603"/>
                </a:lnTo>
                <a:lnTo>
                  <a:pt x="3026969" y="67419"/>
                </a:lnTo>
                <a:lnTo>
                  <a:pt x="3026766" y="68259"/>
                </a:lnTo>
                <a:lnTo>
                  <a:pt x="3026645" y="69125"/>
                </a:lnTo>
                <a:lnTo>
                  <a:pt x="3026604" y="70015"/>
                </a:lnTo>
                <a:lnTo>
                  <a:pt x="3026639" y="70874"/>
                </a:lnTo>
                <a:lnTo>
                  <a:pt x="3026745" y="71704"/>
                </a:lnTo>
                <a:lnTo>
                  <a:pt x="3026922" y="72505"/>
                </a:lnTo>
                <a:lnTo>
                  <a:pt x="3027169" y="73277"/>
                </a:lnTo>
                <a:lnTo>
                  <a:pt x="3027487" y="74020"/>
                </a:lnTo>
                <a:lnTo>
                  <a:pt x="3027876" y="74733"/>
                </a:lnTo>
                <a:lnTo>
                  <a:pt x="3028335" y="75417"/>
                </a:lnTo>
                <a:lnTo>
                  <a:pt x="3028864" y="76073"/>
                </a:lnTo>
                <a:lnTo>
                  <a:pt x="3029465" y="76699"/>
                </a:lnTo>
                <a:lnTo>
                  <a:pt x="3030136" y="77296"/>
                </a:lnTo>
                <a:lnTo>
                  <a:pt x="3030877" y="77864"/>
                </a:lnTo>
                <a:lnTo>
                  <a:pt x="3031690" y="78403"/>
                </a:lnTo>
                <a:lnTo>
                  <a:pt x="3032567" y="78934"/>
                </a:lnTo>
                <a:lnTo>
                  <a:pt x="3033531" y="79478"/>
                </a:lnTo>
                <a:lnTo>
                  <a:pt x="3034583" y="80036"/>
                </a:lnTo>
                <a:lnTo>
                  <a:pt x="3035723" y="80607"/>
                </a:lnTo>
                <a:lnTo>
                  <a:pt x="3036951" y="81191"/>
                </a:lnTo>
                <a:lnTo>
                  <a:pt x="3038266" y="81789"/>
                </a:lnTo>
                <a:lnTo>
                  <a:pt x="3039669" y="82400"/>
                </a:lnTo>
                <a:lnTo>
                  <a:pt x="3041160" y="83024"/>
                </a:lnTo>
                <a:lnTo>
                  <a:pt x="3042738" y="83662"/>
                </a:lnTo>
                <a:lnTo>
                  <a:pt x="3044404" y="84313"/>
                </a:lnTo>
                <a:lnTo>
                  <a:pt x="3046158" y="84978"/>
                </a:lnTo>
                <a:lnTo>
                  <a:pt x="3047999" y="85656"/>
                </a:lnTo>
                <a:lnTo>
                  <a:pt x="3059047" y="89676"/>
                </a:lnTo>
                <a:lnTo>
                  <a:pt x="3061513" y="90600"/>
                </a:lnTo>
                <a:lnTo>
                  <a:pt x="3063853" y="91538"/>
                </a:lnTo>
                <a:lnTo>
                  <a:pt x="3066067" y="92489"/>
                </a:lnTo>
                <a:lnTo>
                  <a:pt x="3068156" y="93454"/>
                </a:lnTo>
                <a:lnTo>
                  <a:pt x="3070120" y="94433"/>
                </a:lnTo>
                <a:lnTo>
                  <a:pt x="3071958" y="95425"/>
                </a:lnTo>
                <a:lnTo>
                  <a:pt x="3073671" y="96431"/>
                </a:lnTo>
                <a:lnTo>
                  <a:pt x="3075259" y="97450"/>
                </a:lnTo>
                <a:lnTo>
                  <a:pt x="3076721" y="98483"/>
                </a:lnTo>
                <a:lnTo>
                  <a:pt x="3078057" y="99530"/>
                </a:lnTo>
                <a:lnTo>
                  <a:pt x="3079268" y="100590"/>
                </a:lnTo>
                <a:lnTo>
                  <a:pt x="3080354" y="101664"/>
                </a:lnTo>
                <a:lnTo>
                  <a:pt x="3081334" y="102767"/>
                </a:lnTo>
                <a:lnTo>
                  <a:pt x="3082230" y="103915"/>
                </a:lnTo>
                <a:lnTo>
                  <a:pt x="3083039" y="105108"/>
                </a:lnTo>
                <a:lnTo>
                  <a:pt x="3083764" y="106346"/>
                </a:lnTo>
                <a:lnTo>
                  <a:pt x="3084403" y="107629"/>
                </a:lnTo>
                <a:lnTo>
                  <a:pt x="3084958" y="108957"/>
                </a:lnTo>
                <a:lnTo>
                  <a:pt x="3085426" y="110330"/>
                </a:lnTo>
                <a:lnTo>
                  <a:pt x="3085810" y="111748"/>
                </a:lnTo>
                <a:lnTo>
                  <a:pt x="3086108" y="113212"/>
                </a:lnTo>
                <a:lnTo>
                  <a:pt x="3086321" y="114720"/>
                </a:lnTo>
                <a:lnTo>
                  <a:pt x="3086449" y="116273"/>
                </a:lnTo>
                <a:lnTo>
                  <a:pt x="3086492" y="117871"/>
                </a:lnTo>
                <a:lnTo>
                  <a:pt x="3086424" y="119957"/>
                </a:lnTo>
                <a:lnTo>
                  <a:pt x="3086220" y="121980"/>
                </a:lnTo>
                <a:lnTo>
                  <a:pt x="3085881" y="123941"/>
                </a:lnTo>
                <a:lnTo>
                  <a:pt x="3085406" y="125839"/>
                </a:lnTo>
                <a:lnTo>
                  <a:pt x="3084795" y="127674"/>
                </a:lnTo>
                <a:lnTo>
                  <a:pt x="3084048" y="129447"/>
                </a:lnTo>
                <a:lnTo>
                  <a:pt x="3083165" y="131157"/>
                </a:lnTo>
                <a:lnTo>
                  <a:pt x="3082147" y="132804"/>
                </a:lnTo>
                <a:lnTo>
                  <a:pt x="3080993" y="134389"/>
                </a:lnTo>
                <a:lnTo>
                  <a:pt x="3079703" y="135911"/>
                </a:lnTo>
                <a:lnTo>
                  <a:pt x="3078277" y="137371"/>
                </a:lnTo>
                <a:lnTo>
                  <a:pt x="3076715" y="138767"/>
                </a:lnTo>
                <a:lnTo>
                  <a:pt x="3075005" y="140076"/>
                </a:lnTo>
                <a:lnTo>
                  <a:pt x="3073131" y="141270"/>
                </a:lnTo>
                <a:lnTo>
                  <a:pt x="3071095" y="142351"/>
                </a:lnTo>
                <a:lnTo>
                  <a:pt x="3068897" y="143317"/>
                </a:lnTo>
                <a:lnTo>
                  <a:pt x="3066536" y="144171"/>
                </a:lnTo>
                <a:lnTo>
                  <a:pt x="3064012" y="144910"/>
                </a:lnTo>
                <a:lnTo>
                  <a:pt x="3061326" y="145536"/>
                </a:lnTo>
                <a:lnTo>
                  <a:pt x="3058477" y="146048"/>
                </a:lnTo>
                <a:lnTo>
                  <a:pt x="3055466" y="146446"/>
                </a:lnTo>
                <a:lnTo>
                  <a:pt x="3052292" y="146730"/>
                </a:lnTo>
                <a:lnTo>
                  <a:pt x="3048955" y="146901"/>
                </a:lnTo>
                <a:lnTo>
                  <a:pt x="3045456" y="146958"/>
                </a:lnTo>
                <a:lnTo>
                  <a:pt x="3042321" y="146902"/>
                </a:lnTo>
                <a:lnTo>
                  <a:pt x="3039172" y="146737"/>
                </a:lnTo>
                <a:lnTo>
                  <a:pt x="3036008" y="146461"/>
                </a:lnTo>
                <a:lnTo>
                  <a:pt x="3032830" y="146075"/>
                </a:lnTo>
                <a:lnTo>
                  <a:pt x="3029637" y="145578"/>
                </a:lnTo>
                <a:lnTo>
                  <a:pt x="3026429" y="144972"/>
                </a:lnTo>
                <a:lnTo>
                  <a:pt x="3023206" y="144255"/>
                </a:lnTo>
                <a:lnTo>
                  <a:pt x="3019969" y="143427"/>
                </a:lnTo>
                <a:lnTo>
                  <a:pt x="3016718" y="142489"/>
                </a:lnTo>
                <a:lnTo>
                  <a:pt x="3013452" y="141441"/>
                </a:lnTo>
                <a:lnTo>
                  <a:pt x="3010171" y="140283"/>
                </a:lnTo>
                <a:lnTo>
                  <a:pt x="3006875" y="139014"/>
                </a:lnTo>
                <a:close/>
                <a:moveTo>
                  <a:pt x="3153420" y="146958"/>
                </a:moveTo>
                <a:lnTo>
                  <a:pt x="3149972" y="146856"/>
                </a:lnTo>
                <a:lnTo>
                  <a:pt x="3146640" y="146550"/>
                </a:lnTo>
                <a:lnTo>
                  <a:pt x="3143425" y="146040"/>
                </a:lnTo>
                <a:lnTo>
                  <a:pt x="3140326" y="145327"/>
                </a:lnTo>
                <a:lnTo>
                  <a:pt x="3137345" y="144410"/>
                </a:lnTo>
                <a:lnTo>
                  <a:pt x="3134481" y="143289"/>
                </a:lnTo>
                <a:lnTo>
                  <a:pt x="3131733" y="141965"/>
                </a:lnTo>
                <a:lnTo>
                  <a:pt x="3129103" y="140436"/>
                </a:lnTo>
                <a:lnTo>
                  <a:pt x="3126589" y="138704"/>
                </a:lnTo>
                <a:lnTo>
                  <a:pt x="3124193" y="136768"/>
                </a:lnTo>
                <a:lnTo>
                  <a:pt x="3121913" y="134628"/>
                </a:lnTo>
                <a:lnTo>
                  <a:pt x="3119750" y="132284"/>
                </a:lnTo>
                <a:lnTo>
                  <a:pt x="3117733" y="129785"/>
                </a:lnTo>
                <a:lnTo>
                  <a:pt x="3115892" y="127179"/>
                </a:lnTo>
                <a:lnTo>
                  <a:pt x="3114226" y="124467"/>
                </a:lnTo>
                <a:lnTo>
                  <a:pt x="3112735" y="121649"/>
                </a:lnTo>
                <a:lnTo>
                  <a:pt x="3111420" y="118724"/>
                </a:lnTo>
                <a:lnTo>
                  <a:pt x="3110280" y="115692"/>
                </a:lnTo>
                <a:lnTo>
                  <a:pt x="3109316" y="112554"/>
                </a:lnTo>
                <a:lnTo>
                  <a:pt x="3108526" y="109310"/>
                </a:lnTo>
                <a:lnTo>
                  <a:pt x="3107913" y="105959"/>
                </a:lnTo>
                <a:lnTo>
                  <a:pt x="3107474" y="102502"/>
                </a:lnTo>
                <a:lnTo>
                  <a:pt x="3107211" y="98938"/>
                </a:lnTo>
                <a:lnTo>
                  <a:pt x="3107124" y="95268"/>
                </a:lnTo>
                <a:lnTo>
                  <a:pt x="3107211" y="91598"/>
                </a:lnTo>
                <a:lnTo>
                  <a:pt x="3107474" y="88036"/>
                </a:lnTo>
                <a:lnTo>
                  <a:pt x="3107913" y="84580"/>
                </a:lnTo>
                <a:lnTo>
                  <a:pt x="3108526" y="81231"/>
                </a:lnTo>
                <a:lnTo>
                  <a:pt x="3109316" y="77990"/>
                </a:lnTo>
                <a:lnTo>
                  <a:pt x="3110280" y="74856"/>
                </a:lnTo>
                <a:lnTo>
                  <a:pt x="3111420" y="71828"/>
                </a:lnTo>
                <a:lnTo>
                  <a:pt x="3112735" y="68908"/>
                </a:lnTo>
                <a:lnTo>
                  <a:pt x="3114226" y="66095"/>
                </a:lnTo>
                <a:lnTo>
                  <a:pt x="3115892" y="63389"/>
                </a:lnTo>
                <a:lnTo>
                  <a:pt x="3117733" y="60790"/>
                </a:lnTo>
                <a:lnTo>
                  <a:pt x="3119750" y="58299"/>
                </a:lnTo>
                <a:lnTo>
                  <a:pt x="3121913" y="55961"/>
                </a:lnTo>
                <a:lnTo>
                  <a:pt x="3124193" y="53828"/>
                </a:lnTo>
                <a:lnTo>
                  <a:pt x="3126589" y="51897"/>
                </a:lnTo>
                <a:lnTo>
                  <a:pt x="3129103" y="50170"/>
                </a:lnTo>
                <a:lnTo>
                  <a:pt x="3131733" y="48645"/>
                </a:lnTo>
                <a:lnTo>
                  <a:pt x="3134481" y="47324"/>
                </a:lnTo>
                <a:lnTo>
                  <a:pt x="3137345" y="46207"/>
                </a:lnTo>
                <a:lnTo>
                  <a:pt x="3140326" y="45292"/>
                </a:lnTo>
                <a:lnTo>
                  <a:pt x="3143425" y="44581"/>
                </a:lnTo>
                <a:lnTo>
                  <a:pt x="3146640" y="44073"/>
                </a:lnTo>
                <a:lnTo>
                  <a:pt x="3149972" y="43768"/>
                </a:lnTo>
                <a:lnTo>
                  <a:pt x="3153420" y="43666"/>
                </a:lnTo>
                <a:lnTo>
                  <a:pt x="3156855" y="43768"/>
                </a:lnTo>
                <a:lnTo>
                  <a:pt x="3160175" y="44073"/>
                </a:lnTo>
                <a:lnTo>
                  <a:pt x="3163378" y="44581"/>
                </a:lnTo>
                <a:lnTo>
                  <a:pt x="3166466" y="45292"/>
                </a:lnTo>
                <a:lnTo>
                  <a:pt x="3169438" y="46207"/>
                </a:lnTo>
                <a:lnTo>
                  <a:pt x="3172294" y="47324"/>
                </a:lnTo>
                <a:lnTo>
                  <a:pt x="3175035" y="48645"/>
                </a:lnTo>
                <a:lnTo>
                  <a:pt x="3177660" y="50170"/>
                </a:lnTo>
                <a:lnTo>
                  <a:pt x="3180169" y="51897"/>
                </a:lnTo>
                <a:lnTo>
                  <a:pt x="3182563" y="53828"/>
                </a:lnTo>
                <a:lnTo>
                  <a:pt x="3184841" y="55961"/>
                </a:lnTo>
                <a:lnTo>
                  <a:pt x="3187003" y="58299"/>
                </a:lnTo>
                <a:lnTo>
                  <a:pt x="3189020" y="60790"/>
                </a:lnTo>
                <a:lnTo>
                  <a:pt x="3190861" y="63389"/>
                </a:lnTo>
                <a:lnTo>
                  <a:pt x="3192527" y="66095"/>
                </a:lnTo>
                <a:lnTo>
                  <a:pt x="3194018" y="68908"/>
                </a:lnTo>
                <a:lnTo>
                  <a:pt x="3195333" y="71828"/>
                </a:lnTo>
                <a:lnTo>
                  <a:pt x="3196473" y="74856"/>
                </a:lnTo>
                <a:lnTo>
                  <a:pt x="3197438" y="77990"/>
                </a:lnTo>
                <a:lnTo>
                  <a:pt x="3198227" y="81231"/>
                </a:lnTo>
                <a:lnTo>
                  <a:pt x="3198841" y="84580"/>
                </a:lnTo>
                <a:lnTo>
                  <a:pt x="3199279" y="88036"/>
                </a:lnTo>
                <a:lnTo>
                  <a:pt x="3199542" y="91598"/>
                </a:lnTo>
                <a:lnTo>
                  <a:pt x="3199630" y="95268"/>
                </a:lnTo>
                <a:lnTo>
                  <a:pt x="3199542" y="98938"/>
                </a:lnTo>
                <a:lnTo>
                  <a:pt x="3199279" y="102502"/>
                </a:lnTo>
                <a:lnTo>
                  <a:pt x="3198841" y="105959"/>
                </a:lnTo>
                <a:lnTo>
                  <a:pt x="3198227" y="109310"/>
                </a:lnTo>
                <a:lnTo>
                  <a:pt x="3197438" y="112554"/>
                </a:lnTo>
                <a:lnTo>
                  <a:pt x="3196473" y="115692"/>
                </a:lnTo>
                <a:lnTo>
                  <a:pt x="3195333" y="118724"/>
                </a:lnTo>
                <a:lnTo>
                  <a:pt x="3194018" y="121649"/>
                </a:lnTo>
                <a:lnTo>
                  <a:pt x="3192527" y="124467"/>
                </a:lnTo>
                <a:lnTo>
                  <a:pt x="3190861" y="127179"/>
                </a:lnTo>
                <a:lnTo>
                  <a:pt x="3189020" y="129785"/>
                </a:lnTo>
                <a:lnTo>
                  <a:pt x="3187003" y="132284"/>
                </a:lnTo>
                <a:lnTo>
                  <a:pt x="3184841" y="134628"/>
                </a:lnTo>
                <a:lnTo>
                  <a:pt x="3182563" y="136768"/>
                </a:lnTo>
                <a:lnTo>
                  <a:pt x="3180169" y="138704"/>
                </a:lnTo>
                <a:lnTo>
                  <a:pt x="3177660" y="140436"/>
                </a:lnTo>
                <a:lnTo>
                  <a:pt x="3175035" y="141965"/>
                </a:lnTo>
                <a:lnTo>
                  <a:pt x="3172294" y="143289"/>
                </a:lnTo>
                <a:lnTo>
                  <a:pt x="3169438" y="144410"/>
                </a:lnTo>
                <a:lnTo>
                  <a:pt x="3166466" y="145327"/>
                </a:lnTo>
                <a:lnTo>
                  <a:pt x="3163378" y="146040"/>
                </a:lnTo>
                <a:lnTo>
                  <a:pt x="3160175" y="146550"/>
                </a:lnTo>
                <a:lnTo>
                  <a:pt x="3156855" y="146856"/>
                </a:lnTo>
                <a:lnTo>
                  <a:pt x="3153420" y="146958"/>
                </a:lnTo>
                <a:moveTo>
                  <a:pt x="3153420" y="133279"/>
                </a:moveTo>
                <a:lnTo>
                  <a:pt x="3155561" y="133209"/>
                </a:lnTo>
                <a:lnTo>
                  <a:pt x="3157627" y="132997"/>
                </a:lnTo>
                <a:lnTo>
                  <a:pt x="3159619" y="132645"/>
                </a:lnTo>
                <a:lnTo>
                  <a:pt x="3161536" y="132153"/>
                </a:lnTo>
                <a:lnTo>
                  <a:pt x="3163379" y="131519"/>
                </a:lnTo>
                <a:lnTo>
                  <a:pt x="3165148" y="130745"/>
                </a:lnTo>
                <a:lnTo>
                  <a:pt x="3166843" y="129830"/>
                </a:lnTo>
                <a:lnTo>
                  <a:pt x="3168463" y="128774"/>
                </a:lnTo>
                <a:lnTo>
                  <a:pt x="3170009" y="127578"/>
                </a:lnTo>
                <a:lnTo>
                  <a:pt x="3171481" y="126240"/>
                </a:lnTo>
                <a:lnTo>
                  <a:pt x="3172878" y="124762"/>
                </a:lnTo>
                <a:lnTo>
                  <a:pt x="3174201" y="123143"/>
                </a:lnTo>
                <a:lnTo>
                  <a:pt x="3175434" y="121401"/>
                </a:lnTo>
                <a:lnTo>
                  <a:pt x="3176559" y="119554"/>
                </a:lnTo>
                <a:lnTo>
                  <a:pt x="3177577" y="117600"/>
                </a:lnTo>
                <a:lnTo>
                  <a:pt x="3178488" y="115541"/>
                </a:lnTo>
                <a:lnTo>
                  <a:pt x="3179292" y="113377"/>
                </a:lnTo>
                <a:lnTo>
                  <a:pt x="3179989" y="111107"/>
                </a:lnTo>
                <a:lnTo>
                  <a:pt x="3180578" y="108731"/>
                </a:lnTo>
                <a:lnTo>
                  <a:pt x="3181060" y="106250"/>
                </a:lnTo>
                <a:lnTo>
                  <a:pt x="3181435" y="103663"/>
                </a:lnTo>
                <a:lnTo>
                  <a:pt x="3181703" y="100970"/>
                </a:lnTo>
                <a:lnTo>
                  <a:pt x="3181864" y="98172"/>
                </a:lnTo>
                <a:lnTo>
                  <a:pt x="3181918" y="95268"/>
                </a:lnTo>
                <a:lnTo>
                  <a:pt x="3181864" y="92378"/>
                </a:lnTo>
                <a:lnTo>
                  <a:pt x="3181703" y="89593"/>
                </a:lnTo>
                <a:lnTo>
                  <a:pt x="3181435" y="86912"/>
                </a:lnTo>
                <a:lnTo>
                  <a:pt x="3181060" y="84335"/>
                </a:lnTo>
                <a:lnTo>
                  <a:pt x="3180578" y="81863"/>
                </a:lnTo>
                <a:lnTo>
                  <a:pt x="3179989" y="79495"/>
                </a:lnTo>
                <a:lnTo>
                  <a:pt x="3179292" y="77232"/>
                </a:lnTo>
                <a:lnTo>
                  <a:pt x="3178488" y="75073"/>
                </a:lnTo>
                <a:lnTo>
                  <a:pt x="3177577" y="73018"/>
                </a:lnTo>
                <a:lnTo>
                  <a:pt x="3176559" y="71068"/>
                </a:lnTo>
                <a:lnTo>
                  <a:pt x="3175434" y="69222"/>
                </a:lnTo>
                <a:lnTo>
                  <a:pt x="3174201" y="67481"/>
                </a:lnTo>
                <a:lnTo>
                  <a:pt x="3172878" y="65862"/>
                </a:lnTo>
                <a:lnTo>
                  <a:pt x="3171481" y="64384"/>
                </a:lnTo>
                <a:lnTo>
                  <a:pt x="3170009" y="63046"/>
                </a:lnTo>
                <a:lnTo>
                  <a:pt x="3168463" y="61850"/>
                </a:lnTo>
                <a:lnTo>
                  <a:pt x="3166843" y="60794"/>
                </a:lnTo>
                <a:lnTo>
                  <a:pt x="3165148" y="59879"/>
                </a:lnTo>
                <a:lnTo>
                  <a:pt x="3163379" y="59105"/>
                </a:lnTo>
                <a:lnTo>
                  <a:pt x="3161536" y="58471"/>
                </a:lnTo>
                <a:lnTo>
                  <a:pt x="3159619" y="57979"/>
                </a:lnTo>
                <a:lnTo>
                  <a:pt x="3157627" y="57627"/>
                </a:lnTo>
                <a:lnTo>
                  <a:pt x="3155561" y="57415"/>
                </a:lnTo>
                <a:lnTo>
                  <a:pt x="3153420" y="57345"/>
                </a:lnTo>
                <a:lnTo>
                  <a:pt x="3151266" y="57415"/>
                </a:lnTo>
                <a:lnTo>
                  <a:pt x="3149187" y="57627"/>
                </a:lnTo>
                <a:lnTo>
                  <a:pt x="3147184" y="57979"/>
                </a:lnTo>
                <a:lnTo>
                  <a:pt x="3145256" y="58471"/>
                </a:lnTo>
                <a:lnTo>
                  <a:pt x="3143404" y="59105"/>
                </a:lnTo>
                <a:lnTo>
                  <a:pt x="3141627" y="59879"/>
                </a:lnTo>
                <a:lnTo>
                  <a:pt x="3139926" y="60794"/>
                </a:lnTo>
                <a:lnTo>
                  <a:pt x="3138300" y="61850"/>
                </a:lnTo>
                <a:lnTo>
                  <a:pt x="3136750" y="63046"/>
                </a:lnTo>
                <a:lnTo>
                  <a:pt x="3135275" y="64384"/>
                </a:lnTo>
                <a:lnTo>
                  <a:pt x="3133876" y="65862"/>
                </a:lnTo>
                <a:lnTo>
                  <a:pt x="3132552" y="67481"/>
                </a:lnTo>
                <a:lnTo>
                  <a:pt x="3131319" y="69222"/>
                </a:lnTo>
                <a:lnTo>
                  <a:pt x="3130194" y="71068"/>
                </a:lnTo>
                <a:lnTo>
                  <a:pt x="3129176" y="73018"/>
                </a:lnTo>
                <a:lnTo>
                  <a:pt x="3128265" y="75073"/>
                </a:lnTo>
                <a:lnTo>
                  <a:pt x="3127461" y="77232"/>
                </a:lnTo>
                <a:lnTo>
                  <a:pt x="3126765" y="79495"/>
                </a:lnTo>
                <a:lnTo>
                  <a:pt x="3126175" y="81863"/>
                </a:lnTo>
                <a:lnTo>
                  <a:pt x="3125693" y="84335"/>
                </a:lnTo>
                <a:lnTo>
                  <a:pt x="3125318" y="86912"/>
                </a:lnTo>
                <a:lnTo>
                  <a:pt x="3125050" y="89593"/>
                </a:lnTo>
                <a:lnTo>
                  <a:pt x="3124889" y="92378"/>
                </a:lnTo>
                <a:lnTo>
                  <a:pt x="3124836" y="95268"/>
                </a:lnTo>
                <a:lnTo>
                  <a:pt x="3124889" y="98172"/>
                </a:lnTo>
                <a:lnTo>
                  <a:pt x="3125050" y="100970"/>
                </a:lnTo>
                <a:lnTo>
                  <a:pt x="3125318" y="103663"/>
                </a:lnTo>
                <a:lnTo>
                  <a:pt x="3125693" y="106250"/>
                </a:lnTo>
                <a:lnTo>
                  <a:pt x="3126175" y="108731"/>
                </a:lnTo>
                <a:lnTo>
                  <a:pt x="3126765" y="111107"/>
                </a:lnTo>
                <a:lnTo>
                  <a:pt x="3127461" y="113377"/>
                </a:lnTo>
                <a:lnTo>
                  <a:pt x="3128265" y="115541"/>
                </a:lnTo>
                <a:lnTo>
                  <a:pt x="3129176" y="117600"/>
                </a:lnTo>
                <a:lnTo>
                  <a:pt x="3130194" y="119554"/>
                </a:lnTo>
                <a:lnTo>
                  <a:pt x="3131319" y="121401"/>
                </a:lnTo>
                <a:lnTo>
                  <a:pt x="3132552" y="123143"/>
                </a:lnTo>
                <a:lnTo>
                  <a:pt x="3133876" y="124762"/>
                </a:lnTo>
                <a:lnTo>
                  <a:pt x="3135275" y="126240"/>
                </a:lnTo>
                <a:lnTo>
                  <a:pt x="3136750" y="127578"/>
                </a:lnTo>
                <a:lnTo>
                  <a:pt x="3138300" y="128774"/>
                </a:lnTo>
                <a:lnTo>
                  <a:pt x="3139926" y="129830"/>
                </a:lnTo>
                <a:lnTo>
                  <a:pt x="3141627" y="130745"/>
                </a:lnTo>
                <a:lnTo>
                  <a:pt x="3143404" y="131519"/>
                </a:lnTo>
                <a:lnTo>
                  <a:pt x="3145256" y="132153"/>
                </a:lnTo>
                <a:lnTo>
                  <a:pt x="3147184" y="132645"/>
                </a:lnTo>
                <a:lnTo>
                  <a:pt x="3149187" y="132997"/>
                </a:lnTo>
                <a:lnTo>
                  <a:pt x="3151266" y="133209"/>
                </a:lnTo>
                <a:lnTo>
                  <a:pt x="3153420" y="133279"/>
                </a:lnTo>
                <a:close/>
                <a:moveTo>
                  <a:pt x="3228766" y="144327"/>
                </a:moveTo>
                <a:lnTo>
                  <a:pt x="3228766" y="46297"/>
                </a:lnTo>
                <a:lnTo>
                  <a:pt x="3245075" y="46297"/>
                </a:lnTo>
                <a:lnTo>
                  <a:pt x="3245075" y="67831"/>
                </a:lnTo>
                <a:lnTo>
                  <a:pt x="3246362" y="65853"/>
                </a:lnTo>
                <a:lnTo>
                  <a:pt x="3247680" y="63959"/>
                </a:lnTo>
                <a:lnTo>
                  <a:pt x="3249029" y="62149"/>
                </a:lnTo>
                <a:lnTo>
                  <a:pt x="3250409" y="60425"/>
                </a:lnTo>
                <a:lnTo>
                  <a:pt x="3251821" y="58786"/>
                </a:lnTo>
                <a:lnTo>
                  <a:pt x="3253263" y="57231"/>
                </a:lnTo>
                <a:lnTo>
                  <a:pt x="3254736" y="55762"/>
                </a:lnTo>
                <a:lnTo>
                  <a:pt x="3256240" y="54377"/>
                </a:lnTo>
                <a:lnTo>
                  <a:pt x="3257776" y="53077"/>
                </a:lnTo>
                <a:lnTo>
                  <a:pt x="3259342" y="51862"/>
                </a:lnTo>
                <a:lnTo>
                  <a:pt x="3260940" y="50732"/>
                </a:lnTo>
                <a:lnTo>
                  <a:pt x="3262568" y="49686"/>
                </a:lnTo>
                <a:lnTo>
                  <a:pt x="3264228" y="48725"/>
                </a:lnTo>
                <a:lnTo>
                  <a:pt x="3265918" y="47847"/>
                </a:lnTo>
                <a:lnTo>
                  <a:pt x="3267640" y="47053"/>
                </a:lnTo>
                <a:lnTo>
                  <a:pt x="3269393" y="46342"/>
                </a:lnTo>
                <a:lnTo>
                  <a:pt x="3271177" y="45715"/>
                </a:lnTo>
                <a:lnTo>
                  <a:pt x="3272992" y="45171"/>
                </a:lnTo>
                <a:lnTo>
                  <a:pt x="3274838" y="44712"/>
                </a:lnTo>
                <a:lnTo>
                  <a:pt x="3276715" y="44335"/>
                </a:lnTo>
                <a:lnTo>
                  <a:pt x="3278623" y="44043"/>
                </a:lnTo>
                <a:lnTo>
                  <a:pt x="3280562" y="43834"/>
                </a:lnTo>
                <a:lnTo>
                  <a:pt x="3282532" y="43708"/>
                </a:lnTo>
                <a:lnTo>
                  <a:pt x="3284533" y="43666"/>
                </a:lnTo>
                <a:lnTo>
                  <a:pt x="3286009" y="43685"/>
                </a:lnTo>
                <a:lnTo>
                  <a:pt x="3287485" y="43739"/>
                </a:lnTo>
                <a:lnTo>
                  <a:pt x="3288961" y="43831"/>
                </a:lnTo>
                <a:lnTo>
                  <a:pt x="3290437" y="43959"/>
                </a:lnTo>
                <a:lnTo>
                  <a:pt x="3291913" y="44123"/>
                </a:lnTo>
                <a:lnTo>
                  <a:pt x="3293389" y="44324"/>
                </a:lnTo>
                <a:lnTo>
                  <a:pt x="3294865" y="44561"/>
                </a:lnTo>
                <a:lnTo>
                  <a:pt x="3296341" y="44836"/>
                </a:lnTo>
                <a:lnTo>
                  <a:pt x="3297817" y="45146"/>
                </a:lnTo>
                <a:lnTo>
                  <a:pt x="3299293" y="45493"/>
                </a:lnTo>
                <a:lnTo>
                  <a:pt x="3300769" y="45877"/>
                </a:lnTo>
                <a:lnTo>
                  <a:pt x="3302245" y="46297"/>
                </a:lnTo>
                <a:lnTo>
                  <a:pt x="3302245" y="81721"/>
                </a:lnTo>
                <a:lnTo>
                  <a:pt x="3286550" y="81721"/>
                </a:lnTo>
                <a:lnTo>
                  <a:pt x="3286550" y="59447"/>
                </a:lnTo>
                <a:lnTo>
                  <a:pt x="3285875" y="59335"/>
                </a:lnTo>
                <a:lnTo>
                  <a:pt x="3285225" y="59233"/>
                </a:lnTo>
                <a:lnTo>
                  <a:pt x="3284599" y="59141"/>
                </a:lnTo>
                <a:lnTo>
                  <a:pt x="3283997" y="59059"/>
                </a:lnTo>
                <a:lnTo>
                  <a:pt x="3283420" y="58986"/>
                </a:lnTo>
                <a:lnTo>
                  <a:pt x="3282867" y="58923"/>
                </a:lnTo>
                <a:lnTo>
                  <a:pt x="3282338" y="58869"/>
                </a:lnTo>
                <a:lnTo>
                  <a:pt x="3281834" y="58826"/>
                </a:lnTo>
                <a:lnTo>
                  <a:pt x="3281354" y="58792"/>
                </a:lnTo>
                <a:lnTo>
                  <a:pt x="3280899" y="58767"/>
                </a:lnTo>
                <a:lnTo>
                  <a:pt x="3280468" y="58753"/>
                </a:lnTo>
                <a:lnTo>
                  <a:pt x="3280061" y="58748"/>
                </a:lnTo>
                <a:lnTo>
                  <a:pt x="3278544" y="58798"/>
                </a:lnTo>
                <a:lnTo>
                  <a:pt x="3277031" y="58947"/>
                </a:lnTo>
                <a:lnTo>
                  <a:pt x="3275523" y="59196"/>
                </a:lnTo>
                <a:lnTo>
                  <a:pt x="3274021" y="59544"/>
                </a:lnTo>
                <a:lnTo>
                  <a:pt x="3272523" y="59992"/>
                </a:lnTo>
                <a:lnTo>
                  <a:pt x="3271030" y="60540"/>
                </a:lnTo>
                <a:lnTo>
                  <a:pt x="3269542" y="61187"/>
                </a:lnTo>
                <a:lnTo>
                  <a:pt x="3268058" y="61934"/>
                </a:lnTo>
                <a:lnTo>
                  <a:pt x="3266580" y="62780"/>
                </a:lnTo>
                <a:lnTo>
                  <a:pt x="3265106" y="63726"/>
                </a:lnTo>
                <a:lnTo>
                  <a:pt x="3263637" y="64771"/>
                </a:lnTo>
                <a:lnTo>
                  <a:pt x="3262174" y="65916"/>
                </a:lnTo>
                <a:lnTo>
                  <a:pt x="3260715" y="67161"/>
                </a:lnTo>
                <a:lnTo>
                  <a:pt x="3259263" y="68505"/>
                </a:lnTo>
                <a:lnTo>
                  <a:pt x="3257817" y="69948"/>
                </a:lnTo>
                <a:lnTo>
                  <a:pt x="3256377" y="71491"/>
                </a:lnTo>
                <a:lnTo>
                  <a:pt x="3254943" y="73134"/>
                </a:lnTo>
                <a:lnTo>
                  <a:pt x="3253515" y="74876"/>
                </a:lnTo>
                <a:lnTo>
                  <a:pt x="3252093" y="76718"/>
                </a:lnTo>
                <a:lnTo>
                  <a:pt x="3250677" y="78659"/>
                </a:lnTo>
                <a:lnTo>
                  <a:pt x="3249268" y="80700"/>
                </a:lnTo>
                <a:lnTo>
                  <a:pt x="3247864" y="82841"/>
                </a:lnTo>
                <a:lnTo>
                  <a:pt x="3246467" y="85081"/>
                </a:lnTo>
                <a:lnTo>
                  <a:pt x="3245075" y="87420"/>
                </a:lnTo>
                <a:lnTo>
                  <a:pt x="3245075" y="144327"/>
                </a:lnTo>
                <a:lnTo>
                  <a:pt x="3228766" y="144327"/>
                </a:lnTo>
                <a:close/>
                <a:moveTo>
                  <a:pt x="3320421" y="96715"/>
                </a:moveTo>
                <a:lnTo>
                  <a:pt x="3415645" y="49103"/>
                </a:lnTo>
                <a:lnTo>
                  <a:pt x="3415645" y="64269"/>
                </a:lnTo>
                <a:lnTo>
                  <a:pt x="3350584" y="96603"/>
                </a:lnTo>
                <a:lnTo>
                  <a:pt x="3415645" y="129303"/>
                </a:lnTo>
                <a:lnTo>
                  <a:pt x="3415645" y="144327"/>
                </a:lnTo>
                <a:lnTo>
                  <a:pt x="3320421" y="96715"/>
                </a:lnTo>
                <a:close/>
                <a:moveTo>
                  <a:pt x="3471351" y="130648"/>
                </a:moveTo>
                <a:lnTo>
                  <a:pt x="3471351" y="25667"/>
                </a:lnTo>
                <a:lnTo>
                  <a:pt x="3470126" y="26634"/>
                </a:lnTo>
                <a:lnTo>
                  <a:pt x="3468908" y="27577"/>
                </a:lnTo>
                <a:lnTo>
                  <a:pt x="3467695" y="28496"/>
                </a:lnTo>
                <a:lnTo>
                  <a:pt x="3466489" y="29390"/>
                </a:lnTo>
                <a:lnTo>
                  <a:pt x="3465289" y="30260"/>
                </a:lnTo>
                <a:lnTo>
                  <a:pt x="3464095" y="31106"/>
                </a:lnTo>
                <a:lnTo>
                  <a:pt x="3462907" y="31927"/>
                </a:lnTo>
                <a:lnTo>
                  <a:pt x="3461725" y="32724"/>
                </a:lnTo>
                <a:lnTo>
                  <a:pt x="3460549" y="33496"/>
                </a:lnTo>
                <a:lnTo>
                  <a:pt x="3459379" y="34245"/>
                </a:lnTo>
                <a:lnTo>
                  <a:pt x="3458216" y="34969"/>
                </a:lnTo>
                <a:lnTo>
                  <a:pt x="3457058" y="35668"/>
                </a:lnTo>
                <a:lnTo>
                  <a:pt x="3455868" y="36356"/>
                </a:lnTo>
                <a:lnTo>
                  <a:pt x="3454606" y="37047"/>
                </a:lnTo>
                <a:lnTo>
                  <a:pt x="3453271" y="37740"/>
                </a:lnTo>
                <a:lnTo>
                  <a:pt x="3451865" y="38435"/>
                </a:lnTo>
                <a:lnTo>
                  <a:pt x="3450388" y="39133"/>
                </a:lnTo>
                <a:lnTo>
                  <a:pt x="3448838" y="39833"/>
                </a:lnTo>
                <a:lnTo>
                  <a:pt x="3447216" y="40536"/>
                </a:lnTo>
                <a:lnTo>
                  <a:pt x="3445523" y="41241"/>
                </a:lnTo>
                <a:lnTo>
                  <a:pt x="3443758" y="41948"/>
                </a:lnTo>
                <a:lnTo>
                  <a:pt x="3441921" y="42658"/>
                </a:lnTo>
                <a:lnTo>
                  <a:pt x="3440012" y="43371"/>
                </a:lnTo>
                <a:lnTo>
                  <a:pt x="3438031" y="44086"/>
                </a:lnTo>
                <a:lnTo>
                  <a:pt x="3438031" y="29358"/>
                </a:lnTo>
                <a:lnTo>
                  <a:pt x="3441196" y="27966"/>
                </a:lnTo>
                <a:lnTo>
                  <a:pt x="3444291" y="26507"/>
                </a:lnTo>
                <a:lnTo>
                  <a:pt x="3447314" y="24982"/>
                </a:lnTo>
                <a:lnTo>
                  <a:pt x="3450268" y="23390"/>
                </a:lnTo>
                <a:lnTo>
                  <a:pt x="3453150" y="21730"/>
                </a:lnTo>
                <a:lnTo>
                  <a:pt x="3455962" y="20004"/>
                </a:lnTo>
                <a:lnTo>
                  <a:pt x="3458704" y="18211"/>
                </a:lnTo>
                <a:lnTo>
                  <a:pt x="3461374" y="16351"/>
                </a:lnTo>
                <a:lnTo>
                  <a:pt x="3463974" y="14424"/>
                </a:lnTo>
                <a:lnTo>
                  <a:pt x="3466504" y="12431"/>
                </a:lnTo>
                <a:lnTo>
                  <a:pt x="3468963" y="10370"/>
                </a:lnTo>
                <a:lnTo>
                  <a:pt x="3471351" y="8242"/>
                </a:lnTo>
                <a:lnTo>
                  <a:pt x="3487660" y="8242"/>
                </a:lnTo>
                <a:lnTo>
                  <a:pt x="3487660" y="130648"/>
                </a:lnTo>
                <a:lnTo>
                  <a:pt x="3520366" y="130648"/>
                </a:lnTo>
                <a:lnTo>
                  <a:pt x="3520366" y="144327"/>
                </a:lnTo>
                <a:lnTo>
                  <a:pt x="3438031" y="144327"/>
                </a:lnTo>
                <a:lnTo>
                  <a:pt x="3438031" y="130648"/>
                </a:lnTo>
                <a:lnTo>
                  <a:pt x="3471351" y="130648"/>
                </a:lnTo>
                <a:close/>
                <a:moveTo>
                  <a:pt x="3552660" y="144327"/>
                </a:moveTo>
                <a:lnTo>
                  <a:pt x="3533808" y="144327"/>
                </a:lnTo>
                <a:lnTo>
                  <a:pt x="3572284" y="93175"/>
                </a:lnTo>
                <a:lnTo>
                  <a:pt x="3536350" y="46297"/>
                </a:lnTo>
                <a:lnTo>
                  <a:pt x="3557219" y="46297"/>
                </a:lnTo>
                <a:lnTo>
                  <a:pt x="3582636" y="79417"/>
                </a:lnTo>
                <a:lnTo>
                  <a:pt x="3607549" y="46297"/>
                </a:lnTo>
                <a:lnTo>
                  <a:pt x="3626051" y="46297"/>
                </a:lnTo>
                <a:lnTo>
                  <a:pt x="3592062" y="91698"/>
                </a:lnTo>
                <a:lnTo>
                  <a:pt x="3632452" y="144327"/>
                </a:lnTo>
                <a:lnTo>
                  <a:pt x="3611495" y="144327"/>
                </a:lnTo>
                <a:lnTo>
                  <a:pt x="3581729" y="105497"/>
                </a:lnTo>
                <a:lnTo>
                  <a:pt x="3552660" y="144327"/>
                </a:lnTo>
                <a:close/>
                <a:moveTo>
                  <a:pt x="3731708" y="144327"/>
                </a:moveTo>
                <a:lnTo>
                  <a:pt x="3649373" y="144327"/>
                </a:lnTo>
                <a:lnTo>
                  <a:pt x="3649373" y="129322"/>
                </a:lnTo>
                <a:lnTo>
                  <a:pt x="3649390" y="128351"/>
                </a:lnTo>
                <a:lnTo>
                  <a:pt x="3649439" y="127369"/>
                </a:lnTo>
                <a:lnTo>
                  <a:pt x="3649521" y="126375"/>
                </a:lnTo>
                <a:lnTo>
                  <a:pt x="3649636" y="125370"/>
                </a:lnTo>
                <a:lnTo>
                  <a:pt x="3649784" y="124353"/>
                </a:lnTo>
                <a:lnTo>
                  <a:pt x="3649965" y="123324"/>
                </a:lnTo>
                <a:lnTo>
                  <a:pt x="3650179" y="122284"/>
                </a:lnTo>
                <a:lnTo>
                  <a:pt x="3650426" y="121232"/>
                </a:lnTo>
                <a:lnTo>
                  <a:pt x="3650705" y="120169"/>
                </a:lnTo>
                <a:lnTo>
                  <a:pt x="3651017" y="119094"/>
                </a:lnTo>
                <a:lnTo>
                  <a:pt x="3651363" y="118008"/>
                </a:lnTo>
                <a:lnTo>
                  <a:pt x="3651741" y="116910"/>
                </a:lnTo>
                <a:lnTo>
                  <a:pt x="3652165" y="115794"/>
                </a:lnTo>
                <a:lnTo>
                  <a:pt x="3652649" y="114656"/>
                </a:lnTo>
                <a:lnTo>
                  <a:pt x="3653193" y="113495"/>
                </a:lnTo>
                <a:lnTo>
                  <a:pt x="3653796" y="112312"/>
                </a:lnTo>
                <a:lnTo>
                  <a:pt x="3654460" y="111107"/>
                </a:lnTo>
                <a:lnTo>
                  <a:pt x="3655182" y="109878"/>
                </a:lnTo>
                <a:lnTo>
                  <a:pt x="3655965" y="108628"/>
                </a:lnTo>
                <a:lnTo>
                  <a:pt x="3656807" y="107354"/>
                </a:lnTo>
                <a:lnTo>
                  <a:pt x="3657709" y="106059"/>
                </a:lnTo>
                <a:lnTo>
                  <a:pt x="3658670" y="104740"/>
                </a:lnTo>
                <a:lnTo>
                  <a:pt x="3659691" y="103400"/>
                </a:lnTo>
                <a:lnTo>
                  <a:pt x="3660772" y="102036"/>
                </a:lnTo>
                <a:lnTo>
                  <a:pt x="3661888" y="100666"/>
                </a:lnTo>
                <a:lnTo>
                  <a:pt x="3663015" y="99304"/>
                </a:lnTo>
                <a:lnTo>
                  <a:pt x="3664153" y="97952"/>
                </a:lnTo>
                <a:lnTo>
                  <a:pt x="3665302" y="96608"/>
                </a:lnTo>
                <a:lnTo>
                  <a:pt x="3666462" y="95273"/>
                </a:lnTo>
                <a:lnTo>
                  <a:pt x="3667633" y="93946"/>
                </a:lnTo>
                <a:lnTo>
                  <a:pt x="3668815" y="92628"/>
                </a:lnTo>
                <a:lnTo>
                  <a:pt x="3670008" y="91319"/>
                </a:lnTo>
                <a:lnTo>
                  <a:pt x="3671212" y="90019"/>
                </a:lnTo>
                <a:lnTo>
                  <a:pt x="3672427" y="88728"/>
                </a:lnTo>
                <a:lnTo>
                  <a:pt x="3673653" y="87445"/>
                </a:lnTo>
                <a:lnTo>
                  <a:pt x="3674889" y="86171"/>
                </a:lnTo>
                <a:lnTo>
                  <a:pt x="3684184" y="76718"/>
                </a:lnTo>
                <a:lnTo>
                  <a:pt x="3684698" y="76183"/>
                </a:lnTo>
                <a:lnTo>
                  <a:pt x="3685304" y="75543"/>
                </a:lnTo>
                <a:lnTo>
                  <a:pt x="3686003" y="74797"/>
                </a:lnTo>
                <a:lnTo>
                  <a:pt x="3686795" y="73946"/>
                </a:lnTo>
                <a:lnTo>
                  <a:pt x="3687679" y="72988"/>
                </a:lnTo>
                <a:lnTo>
                  <a:pt x="3688656" y="71925"/>
                </a:lnTo>
                <a:lnTo>
                  <a:pt x="3689725" y="70756"/>
                </a:lnTo>
                <a:lnTo>
                  <a:pt x="3690887" y="69481"/>
                </a:lnTo>
                <a:lnTo>
                  <a:pt x="3692141" y="68101"/>
                </a:lnTo>
                <a:lnTo>
                  <a:pt x="3693488" y="66614"/>
                </a:lnTo>
                <a:lnTo>
                  <a:pt x="3694927" y="65022"/>
                </a:lnTo>
                <a:lnTo>
                  <a:pt x="3696459" y="63324"/>
                </a:lnTo>
                <a:lnTo>
                  <a:pt x="3697993" y="61607"/>
                </a:lnTo>
                <a:lnTo>
                  <a:pt x="3699437" y="59958"/>
                </a:lnTo>
                <a:lnTo>
                  <a:pt x="3700791" y="58378"/>
                </a:lnTo>
                <a:lnTo>
                  <a:pt x="3702056" y="56865"/>
                </a:lnTo>
                <a:lnTo>
                  <a:pt x="3703232" y="55420"/>
                </a:lnTo>
                <a:lnTo>
                  <a:pt x="3704318" y="54044"/>
                </a:lnTo>
                <a:lnTo>
                  <a:pt x="3705314" y="52735"/>
                </a:lnTo>
                <a:lnTo>
                  <a:pt x="3706221" y="51495"/>
                </a:lnTo>
                <a:lnTo>
                  <a:pt x="3707039" y="50323"/>
                </a:lnTo>
                <a:lnTo>
                  <a:pt x="3707767" y="49219"/>
                </a:lnTo>
                <a:lnTo>
                  <a:pt x="3708405" y="48183"/>
                </a:lnTo>
                <a:lnTo>
                  <a:pt x="3708954" y="47215"/>
                </a:lnTo>
                <a:lnTo>
                  <a:pt x="3709437" y="46282"/>
                </a:lnTo>
                <a:lnTo>
                  <a:pt x="3709879" y="45352"/>
                </a:lnTo>
                <a:lnTo>
                  <a:pt x="3710278" y="44424"/>
                </a:lnTo>
                <a:lnTo>
                  <a:pt x="3710635" y="43499"/>
                </a:lnTo>
                <a:lnTo>
                  <a:pt x="3710950" y="42576"/>
                </a:lnTo>
                <a:lnTo>
                  <a:pt x="3711223" y="41656"/>
                </a:lnTo>
                <a:lnTo>
                  <a:pt x="3711454" y="40738"/>
                </a:lnTo>
                <a:lnTo>
                  <a:pt x="3711643" y="39823"/>
                </a:lnTo>
                <a:lnTo>
                  <a:pt x="3711790" y="38910"/>
                </a:lnTo>
                <a:lnTo>
                  <a:pt x="3711895" y="37999"/>
                </a:lnTo>
                <a:lnTo>
                  <a:pt x="3711958" y="37091"/>
                </a:lnTo>
                <a:lnTo>
                  <a:pt x="3711979" y="36186"/>
                </a:lnTo>
                <a:lnTo>
                  <a:pt x="3711931" y="34754"/>
                </a:lnTo>
                <a:lnTo>
                  <a:pt x="3711784" y="33378"/>
                </a:lnTo>
                <a:lnTo>
                  <a:pt x="3711541" y="32058"/>
                </a:lnTo>
                <a:lnTo>
                  <a:pt x="3711200" y="30792"/>
                </a:lnTo>
                <a:lnTo>
                  <a:pt x="3710762" y="29582"/>
                </a:lnTo>
                <a:lnTo>
                  <a:pt x="3710226" y="28427"/>
                </a:lnTo>
                <a:lnTo>
                  <a:pt x="3709592" y="27328"/>
                </a:lnTo>
                <a:lnTo>
                  <a:pt x="3708862" y="26284"/>
                </a:lnTo>
                <a:lnTo>
                  <a:pt x="3708034" y="25295"/>
                </a:lnTo>
                <a:lnTo>
                  <a:pt x="3707108" y="24362"/>
                </a:lnTo>
                <a:lnTo>
                  <a:pt x="3706085" y="23483"/>
                </a:lnTo>
                <a:lnTo>
                  <a:pt x="3704965" y="22661"/>
                </a:lnTo>
                <a:lnTo>
                  <a:pt x="3703783" y="21898"/>
                </a:lnTo>
                <a:lnTo>
                  <a:pt x="3702578" y="21202"/>
                </a:lnTo>
                <a:lnTo>
                  <a:pt x="3701348" y="20572"/>
                </a:lnTo>
                <a:lnTo>
                  <a:pt x="3700093" y="20009"/>
                </a:lnTo>
                <a:lnTo>
                  <a:pt x="3698815" y="19512"/>
                </a:lnTo>
                <a:lnTo>
                  <a:pt x="3697512" y="19081"/>
                </a:lnTo>
                <a:lnTo>
                  <a:pt x="3696184" y="18716"/>
                </a:lnTo>
                <a:lnTo>
                  <a:pt x="3694832" y="18418"/>
                </a:lnTo>
                <a:lnTo>
                  <a:pt x="3693456" y="18186"/>
                </a:lnTo>
                <a:lnTo>
                  <a:pt x="3692056" y="18020"/>
                </a:lnTo>
                <a:lnTo>
                  <a:pt x="3690631" y="17921"/>
                </a:lnTo>
                <a:lnTo>
                  <a:pt x="3689182" y="17887"/>
                </a:lnTo>
                <a:lnTo>
                  <a:pt x="3688340" y="17895"/>
                </a:lnTo>
                <a:lnTo>
                  <a:pt x="3687483" y="17919"/>
                </a:lnTo>
                <a:lnTo>
                  <a:pt x="3686609" y="17959"/>
                </a:lnTo>
                <a:lnTo>
                  <a:pt x="3685718" y="18014"/>
                </a:lnTo>
                <a:lnTo>
                  <a:pt x="3684811" y="18085"/>
                </a:lnTo>
                <a:lnTo>
                  <a:pt x="3683888" y="18172"/>
                </a:lnTo>
                <a:lnTo>
                  <a:pt x="3682948" y="18275"/>
                </a:lnTo>
                <a:lnTo>
                  <a:pt x="3681992" y="18394"/>
                </a:lnTo>
                <a:lnTo>
                  <a:pt x="3681019" y="18529"/>
                </a:lnTo>
                <a:lnTo>
                  <a:pt x="3680030" y="18679"/>
                </a:lnTo>
                <a:lnTo>
                  <a:pt x="3679024" y="18845"/>
                </a:lnTo>
                <a:lnTo>
                  <a:pt x="3678002" y="19027"/>
                </a:lnTo>
                <a:lnTo>
                  <a:pt x="3676982" y="19220"/>
                </a:lnTo>
                <a:lnTo>
                  <a:pt x="3675984" y="19417"/>
                </a:lnTo>
                <a:lnTo>
                  <a:pt x="3675007" y="19621"/>
                </a:lnTo>
                <a:lnTo>
                  <a:pt x="3674051" y="19829"/>
                </a:lnTo>
                <a:lnTo>
                  <a:pt x="3673117" y="20043"/>
                </a:lnTo>
                <a:lnTo>
                  <a:pt x="3672204" y="20263"/>
                </a:lnTo>
                <a:lnTo>
                  <a:pt x="3671312" y="20488"/>
                </a:lnTo>
                <a:lnTo>
                  <a:pt x="3670442" y="20719"/>
                </a:lnTo>
                <a:lnTo>
                  <a:pt x="3669593" y="20955"/>
                </a:lnTo>
                <a:lnTo>
                  <a:pt x="3668765" y="21197"/>
                </a:lnTo>
                <a:lnTo>
                  <a:pt x="3667958" y="21444"/>
                </a:lnTo>
                <a:lnTo>
                  <a:pt x="3667173" y="21696"/>
                </a:lnTo>
                <a:lnTo>
                  <a:pt x="3666358" y="21974"/>
                </a:lnTo>
                <a:lnTo>
                  <a:pt x="3665463" y="22296"/>
                </a:lnTo>
                <a:lnTo>
                  <a:pt x="3664488" y="22662"/>
                </a:lnTo>
                <a:lnTo>
                  <a:pt x="3663432" y="23072"/>
                </a:lnTo>
                <a:lnTo>
                  <a:pt x="3662296" y="23527"/>
                </a:lnTo>
                <a:lnTo>
                  <a:pt x="3661079" y="24027"/>
                </a:lnTo>
                <a:lnTo>
                  <a:pt x="3659782" y="24570"/>
                </a:lnTo>
                <a:lnTo>
                  <a:pt x="3658405" y="25158"/>
                </a:lnTo>
                <a:lnTo>
                  <a:pt x="3656947" y="25791"/>
                </a:lnTo>
                <a:lnTo>
                  <a:pt x="3655409" y="26468"/>
                </a:lnTo>
                <a:lnTo>
                  <a:pt x="3653790" y="27189"/>
                </a:lnTo>
                <a:lnTo>
                  <a:pt x="3652091" y="27955"/>
                </a:lnTo>
                <a:lnTo>
                  <a:pt x="3652091" y="13476"/>
                </a:lnTo>
                <a:lnTo>
                  <a:pt x="3653933" y="12616"/>
                </a:lnTo>
                <a:lnTo>
                  <a:pt x="3655775" y="11802"/>
                </a:lnTo>
                <a:lnTo>
                  <a:pt x="3657618" y="11035"/>
                </a:lnTo>
                <a:lnTo>
                  <a:pt x="3659462" y="10313"/>
                </a:lnTo>
                <a:lnTo>
                  <a:pt x="3661306" y="9637"/>
                </a:lnTo>
                <a:lnTo>
                  <a:pt x="3663151" y="9007"/>
                </a:lnTo>
                <a:lnTo>
                  <a:pt x="3664996" y="8424"/>
                </a:lnTo>
                <a:lnTo>
                  <a:pt x="3666842" y="7886"/>
                </a:lnTo>
                <a:lnTo>
                  <a:pt x="3668688" y="7394"/>
                </a:lnTo>
                <a:lnTo>
                  <a:pt x="3670535" y="6949"/>
                </a:lnTo>
                <a:lnTo>
                  <a:pt x="3672383" y="6549"/>
                </a:lnTo>
                <a:lnTo>
                  <a:pt x="3674232" y="6195"/>
                </a:lnTo>
                <a:lnTo>
                  <a:pt x="3676053" y="5878"/>
                </a:lnTo>
                <a:lnTo>
                  <a:pt x="3677821" y="5588"/>
                </a:lnTo>
                <a:lnTo>
                  <a:pt x="3679534" y="5326"/>
                </a:lnTo>
                <a:lnTo>
                  <a:pt x="3681193" y="5092"/>
                </a:lnTo>
                <a:lnTo>
                  <a:pt x="3682797" y="4885"/>
                </a:lnTo>
                <a:lnTo>
                  <a:pt x="3684348" y="4705"/>
                </a:lnTo>
                <a:lnTo>
                  <a:pt x="3685844" y="4554"/>
                </a:lnTo>
                <a:lnTo>
                  <a:pt x="3687287" y="4430"/>
                </a:lnTo>
                <a:lnTo>
                  <a:pt x="3688675" y="4333"/>
                </a:lnTo>
                <a:lnTo>
                  <a:pt x="3690009" y="4264"/>
                </a:lnTo>
                <a:lnTo>
                  <a:pt x="3691288" y="4223"/>
                </a:lnTo>
                <a:lnTo>
                  <a:pt x="3692514" y="4209"/>
                </a:lnTo>
                <a:lnTo>
                  <a:pt x="3694270" y="4233"/>
                </a:lnTo>
                <a:lnTo>
                  <a:pt x="3696003" y="4305"/>
                </a:lnTo>
                <a:lnTo>
                  <a:pt x="3697712" y="4425"/>
                </a:lnTo>
                <a:lnTo>
                  <a:pt x="3699397" y="4594"/>
                </a:lnTo>
                <a:lnTo>
                  <a:pt x="3701058" y="4811"/>
                </a:lnTo>
                <a:lnTo>
                  <a:pt x="3702696" y="5075"/>
                </a:lnTo>
                <a:lnTo>
                  <a:pt x="3704310" y="5388"/>
                </a:lnTo>
                <a:lnTo>
                  <a:pt x="3705900" y="5749"/>
                </a:lnTo>
                <a:lnTo>
                  <a:pt x="3707466" y="6159"/>
                </a:lnTo>
                <a:lnTo>
                  <a:pt x="3709009" y="6616"/>
                </a:lnTo>
                <a:lnTo>
                  <a:pt x="3710528" y="7121"/>
                </a:lnTo>
                <a:lnTo>
                  <a:pt x="3712023" y="7675"/>
                </a:lnTo>
                <a:lnTo>
                  <a:pt x="3713475" y="8279"/>
                </a:lnTo>
                <a:lnTo>
                  <a:pt x="3714863" y="8936"/>
                </a:lnTo>
                <a:lnTo>
                  <a:pt x="3716188" y="9645"/>
                </a:lnTo>
                <a:lnTo>
                  <a:pt x="3717450" y="10408"/>
                </a:lnTo>
                <a:lnTo>
                  <a:pt x="3718648" y="11224"/>
                </a:lnTo>
                <a:lnTo>
                  <a:pt x="3719783" y="12093"/>
                </a:lnTo>
                <a:lnTo>
                  <a:pt x="3720855" y="13015"/>
                </a:lnTo>
                <a:lnTo>
                  <a:pt x="3721863" y="13989"/>
                </a:lnTo>
                <a:lnTo>
                  <a:pt x="3722808" y="15017"/>
                </a:lnTo>
                <a:lnTo>
                  <a:pt x="3723690" y="16098"/>
                </a:lnTo>
                <a:lnTo>
                  <a:pt x="3724508" y="17232"/>
                </a:lnTo>
                <a:lnTo>
                  <a:pt x="3725263" y="18419"/>
                </a:lnTo>
                <a:lnTo>
                  <a:pt x="3725957" y="19639"/>
                </a:lnTo>
                <a:lnTo>
                  <a:pt x="3726590" y="20872"/>
                </a:lnTo>
                <a:lnTo>
                  <a:pt x="3727162" y="22118"/>
                </a:lnTo>
                <a:lnTo>
                  <a:pt x="3727675" y="23378"/>
                </a:lnTo>
                <a:lnTo>
                  <a:pt x="3728127" y="24652"/>
                </a:lnTo>
                <a:lnTo>
                  <a:pt x="3728519" y="25939"/>
                </a:lnTo>
                <a:lnTo>
                  <a:pt x="3728850" y="27239"/>
                </a:lnTo>
                <a:lnTo>
                  <a:pt x="3729121" y="28553"/>
                </a:lnTo>
                <a:lnTo>
                  <a:pt x="3729332" y="29880"/>
                </a:lnTo>
                <a:lnTo>
                  <a:pt x="3729483" y="31220"/>
                </a:lnTo>
                <a:lnTo>
                  <a:pt x="3729574" y="32574"/>
                </a:lnTo>
                <a:lnTo>
                  <a:pt x="3729604" y="33942"/>
                </a:lnTo>
                <a:lnTo>
                  <a:pt x="3729565" y="35480"/>
                </a:lnTo>
                <a:lnTo>
                  <a:pt x="3729449" y="37024"/>
                </a:lnTo>
                <a:lnTo>
                  <a:pt x="3729256" y="38574"/>
                </a:lnTo>
                <a:lnTo>
                  <a:pt x="3728985" y="40130"/>
                </a:lnTo>
                <a:lnTo>
                  <a:pt x="3728637" y="41692"/>
                </a:lnTo>
                <a:lnTo>
                  <a:pt x="3728212" y="43261"/>
                </a:lnTo>
                <a:lnTo>
                  <a:pt x="3727709" y="44835"/>
                </a:lnTo>
                <a:lnTo>
                  <a:pt x="3727129" y="46416"/>
                </a:lnTo>
                <a:lnTo>
                  <a:pt x="3726472" y="48003"/>
                </a:lnTo>
                <a:lnTo>
                  <a:pt x="3725737" y="49595"/>
                </a:lnTo>
                <a:lnTo>
                  <a:pt x="3724925" y="51194"/>
                </a:lnTo>
                <a:lnTo>
                  <a:pt x="3724036" y="52799"/>
                </a:lnTo>
                <a:lnTo>
                  <a:pt x="3723039" y="54445"/>
                </a:lnTo>
                <a:lnTo>
                  <a:pt x="3721906" y="56168"/>
                </a:lnTo>
                <a:lnTo>
                  <a:pt x="3720635" y="57967"/>
                </a:lnTo>
                <a:lnTo>
                  <a:pt x="3719228" y="59842"/>
                </a:lnTo>
                <a:lnTo>
                  <a:pt x="3717683" y="61794"/>
                </a:lnTo>
                <a:lnTo>
                  <a:pt x="3716002" y="63822"/>
                </a:lnTo>
                <a:lnTo>
                  <a:pt x="3714183" y="65926"/>
                </a:lnTo>
                <a:lnTo>
                  <a:pt x="3712228" y="68107"/>
                </a:lnTo>
                <a:lnTo>
                  <a:pt x="3710135" y="70364"/>
                </a:lnTo>
                <a:lnTo>
                  <a:pt x="3707906" y="72698"/>
                </a:lnTo>
                <a:lnTo>
                  <a:pt x="3705539" y="75108"/>
                </a:lnTo>
                <a:lnTo>
                  <a:pt x="3703036" y="77594"/>
                </a:lnTo>
                <a:lnTo>
                  <a:pt x="3693040" y="87486"/>
                </a:lnTo>
                <a:lnTo>
                  <a:pt x="3684622" y="95715"/>
                </a:lnTo>
                <a:lnTo>
                  <a:pt x="3683314" y="97054"/>
                </a:lnTo>
                <a:lnTo>
                  <a:pt x="3682048" y="98385"/>
                </a:lnTo>
                <a:lnTo>
                  <a:pt x="3680824" y="99710"/>
                </a:lnTo>
                <a:lnTo>
                  <a:pt x="3679644" y="101027"/>
                </a:lnTo>
                <a:lnTo>
                  <a:pt x="3678506" y="102337"/>
                </a:lnTo>
                <a:lnTo>
                  <a:pt x="3677410" y="103639"/>
                </a:lnTo>
                <a:lnTo>
                  <a:pt x="3676357" y="104934"/>
                </a:lnTo>
                <a:lnTo>
                  <a:pt x="3675347" y="106222"/>
                </a:lnTo>
                <a:lnTo>
                  <a:pt x="3674380" y="107503"/>
                </a:lnTo>
                <a:lnTo>
                  <a:pt x="3673455" y="108776"/>
                </a:lnTo>
                <a:lnTo>
                  <a:pt x="3672572" y="110042"/>
                </a:lnTo>
                <a:lnTo>
                  <a:pt x="3671733" y="111301"/>
                </a:lnTo>
                <a:lnTo>
                  <a:pt x="3670945" y="112575"/>
                </a:lnTo>
                <a:lnTo>
                  <a:pt x="3670218" y="113890"/>
                </a:lnTo>
                <a:lnTo>
                  <a:pt x="3669551" y="115245"/>
                </a:lnTo>
                <a:lnTo>
                  <a:pt x="3668946" y="116640"/>
                </a:lnTo>
                <a:lnTo>
                  <a:pt x="3668402" y="118075"/>
                </a:lnTo>
                <a:lnTo>
                  <a:pt x="3667918" y="119550"/>
                </a:lnTo>
                <a:lnTo>
                  <a:pt x="3667496" y="121066"/>
                </a:lnTo>
                <a:lnTo>
                  <a:pt x="3667134" y="122621"/>
                </a:lnTo>
                <a:lnTo>
                  <a:pt x="3666833" y="124217"/>
                </a:lnTo>
                <a:lnTo>
                  <a:pt x="3666593" y="125853"/>
                </a:lnTo>
                <a:lnTo>
                  <a:pt x="3666414" y="127529"/>
                </a:lnTo>
                <a:lnTo>
                  <a:pt x="3666296" y="129246"/>
                </a:lnTo>
                <a:lnTo>
                  <a:pt x="3731708" y="129246"/>
                </a:lnTo>
                <a:lnTo>
                  <a:pt x="3731708" y="144327"/>
                </a:lnTo>
                <a:close/>
                <a:moveTo>
                  <a:pt x="3767426" y="144327"/>
                </a:moveTo>
                <a:lnTo>
                  <a:pt x="3748574" y="144327"/>
                </a:lnTo>
                <a:lnTo>
                  <a:pt x="3787050" y="93175"/>
                </a:lnTo>
                <a:lnTo>
                  <a:pt x="3751117" y="46297"/>
                </a:lnTo>
                <a:lnTo>
                  <a:pt x="3771985" y="46297"/>
                </a:lnTo>
                <a:lnTo>
                  <a:pt x="3797403" y="79417"/>
                </a:lnTo>
                <a:lnTo>
                  <a:pt x="3822316" y="46297"/>
                </a:lnTo>
                <a:lnTo>
                  <a:pt x="3840817" y="46297"/>
                </a:lnTo>
                <a:lnTo>
                  <a:pt x="3806829" y="91698"/>
                </a:lnTo>
                <a:lnTo>
                  <a:pt x="3847218" y="144327"/>
                </a:lnTo>
                <a:lnTo>
                  <a:pt x="3826261" y="144327"/>
                </a:lnTo>
                <a:lnTo>
                  <a:pt x="3796496" y="105497"/>
                </a:lnTo>
                <a:lnTo>
                  <a:pt x="3767426" y="144327"/>
                </a:lnTo>
                <a:close/>
                <a:moveTo>
                  <a:pt x="3946419" y="144327"/>
                </a:moveTo>
                <a:lnTo>
                  <a:pt x="3864084" y="144327"/>
                </a:lnTo>
                <a:lnTo>
                  <a:pt x="3864084" y="129322"/>
                </a:lnTo>
                <a:lnTo>
                  <a:pt x="3864100" y="128351"/>
                </a:lnTo>
                <a:lnTo>
                  <a:pt x="3864150" y="127369"/>
                </a:lnTo>
                <a:lnTo>
                  <a:pt x="3864232" y="126375"/>
                </a:lnTo>
                <a:lnTo>
                  <a:pt x="3864347" y="125370"/>
                </a:lnTo>
                <a:lnTo>
                  <a:pt x="3864495" y="124353"/>
                </a:lnTo>
                <a:lnTo>
                  <a:pt x="3864676" y="123324"/>
                </a:lnTo>
                <a:lnTo>
                  <a:pt x="3864889" y="122284"/>
                </a:lnTo>
                <a:lnTo>
                  <a:pt x="3865136" y="121232"/>
                </a:lnTo>
                <a:lnTo>
                  <a:pt x="3865416" y="120169"/>
                </a:lnTo>
                <a:lnTo>
                  <a:pt x="3865728" y="119094"/>
                </a:lnTo>
                <a:lnTo>
                  <a:pt x="3866073" y="118008"/>
                </a:lnTo>
                <a:lnTo>
                  <a:pt x="3866451" y="116910"/>
                </a:lnTo>
                <a:lnTo>
                  <a:pt x="3866876" y="115794"/>
                </a:lnTo>
                <a:lnTo>
                  <a:pt x="3867360" y="114656"/>
                </a:lnTo>
                <a:lnTo>
                  <a:pt x="3867904" y="113495"/>
                </a:lnTo>
                <a:lnTo>
                  <a:pt x="3868507" y="112312"/>
                </a:lnTo>
                <a:lnTo>
                  <a:pt x="3869170" y="111107"/>
                </a:lnTo>
                <a:lnTo>
                  <a:pt x="3869893" y="109878"/>
                </a:lnTo>
                <a:lnTo>
                  <a:pt x="3870675" y="108628"/>
                </a:lnTo>
                <a:lnTo>
                  <a:pt x="3871517" y="107354"/>
                </a:lnTo>
                <a:lnTo>
                  <a:pt x="3872419" y="106059"/>
                </a:lnTo>
                <a:lnTo>
                  <a:pt x="3873381" y="104740"/>
                </a:lnTo>
                <a:lnTo>
                  <a:pt x="3874402" y="103400"/>
                </a:lnTo>
                <a:lnTo>
                  <a:pt x="3875483" y="102036"/>
                </a:lnTo>
                <a:lnTo>
                  <a:pt x="3876599" y="100666"/>
                </a:lnTo>
                <a:lnTo>
                  <a:pt x="3877726" y="99304"/>
                </a:lnTo>
                <a:lnTo>
                  <a:pt x="3878864" y="97952"/>
                </a:lnTo>
                <a:lnTo>
                  <a:pt x="3880013" y="96608"/>
                </a:lnTo>
                <a:lnTo>
                  <a:pt x="3881173" y="95273"/>
                </a:lnTo>
                <a:lnTo>
                  <a:pt x="3882344" y="93946"/>
                </a:lnTo>
                <a:lnTo>
                  <a:pt x="3883526" y="92628"/>
                </a:lnTo>
                <a:lnTo>
                  <a:pt x="3884719" y="91319"/>
                </a:lnTo>
                <a:lnTo>
                  <a:pt x="3885923" y="90019"/>
                </a:lnTo>
                <a:lnTo>
                  <a:pt x="3887137" y="88728"/>
                </a:lnTo>
                <a:lnTo>
                  <a:pt x="3888363" y="87445"/>
                </a:lnTo>
                <a:lnTo>
                  <a:pt x="3889600" y="86171"/>
                </a:lnTo>
                <a:lnTo>
                  <a:pt x="3898894" y="76718"/>
                </a:lnTo>
                <a:lnTo>
                  <a:pt x="3899408" y="76183"/>
                </a:lnTo>
                <a:lnTo>
                  <a:pt x="3900015" y="75543"/>
                </a:lnTo>
                <a:lnTo>
                  <a:pt x="3900714" y="74797"/>
                </a:lnTo>
                <a:lnTo>
                  <a:pt x="3901505" y="73946"/>
                </a:lnTo>
                <a:lnTo>
                  <a:pt x="3902389" y="72988"/>
                </a:lnTo>
                <a:lnTo>
                  <a:pt x="3903366" y="71925"/>
                </a:lnTo>
                <a:lnTo>
                  <a:pt x="3904435" y="70756"/>
                </a:lnTo>
                <a:lnTo>
                  <a:pt x="3905597" y="69481"/>
                </a:lnTo>
                <a:lnTo>
                  <a:pt x="3906851" y="68101"/>
                </a:lnTo>
                <a:lnTo>
                  <a:pt x="3908198" y="66614"/>
                </a:lnTo>
                <a:lnTo>
                  <a:pt x="3909638" y="65022"/>
                </a:lnTo>
                <a:lnTo>
                  <a:pt x="3911170" y="63324"/>
                </a:lnTo>
                <a:lnTo>
                  <a:pt x="3912703" y="61607"/>
                </a:lnTo>
                <a:lnTo>
                  <a:pt x="3914147" y="59958"/>
                </a:lnTo>
                <a:lnTo>
                  <a:pt x="3915502" y="58378"/>
                </a:lnTo>
                <a:lnTo>
                  <a:pt x="3916767" y="56865"/>
                </a:lnTo>
                <a:lnTo>
                  <a:pt x="3917943" y="55420"/>
                </a:lnTo>
                <a:lnTo>
                  <a:pt x="3919029" y="54044"/>
                </a:lnTo>
                <a:lnTo>
                  <a:pt x="3920025" y="52735"/>
                </a:lnTo>
                <a:lnTo>
                  <a:pt x="3920932" y="51495"/>
                </a:lnTo>
                <a:lnTo>
                  <a:pt x="3921749" y="50323"/>
                </a:lnTo>
                <a:lnTo>
                  <a:pt x="3922477" y="49219"/>
                </a:lnTo>
                <a:lnTo>
                  <a:pt x="3923116" y="48183"/>
                </a:lnTo>
                <a:lnTo>
                  <a:pt x="3923665" y="47215"/>
                </a:lnTo>
                <a:lnTo>
                  <a:pt x="3924148" y="46282"/>
                </a:lnTo>
                <a:lnTo>
                  <a:pt x="3924589" y="45352"/>
                </a:lnTo>
                <a:lnTo>
                  <a:pt x="3924988" y="44424"/>
                </a:lnTo>
                <a:lnTo>
                  <a:pt x="3925345" y="43499"/>
                </a:lnTo>
                <a:lnTo>
                  <a:pt x="3925661" y="42576"/>
                </a:lnTo>
                <a:lnTo>
                  <a:pt x="3925934" y="41656"/>
                </a:lnTo>
                <a:lnTo>
                  <a:pt x="3926165" y="40738"/>
                </a:lnTo>
                <a:lnTo>
                  <a:pt x="3926354" y="39823"/>
                </a:lnTo>
                <a:lnTo>
                  <a:pt x="3926501" y="38910"/>
                </a:lnTo>
                <a:lnTo>
                  <a:pt x="3926606" y="37999"/>
                </a:lnTo>
                <a:lnTo>
                  <a:pt x="3926669" y="37091"/>
                </a:lnTo>
                <a:lnTo>
                  <a:pt x="3926690" y="36186"/>
                </a:lnTo>
                <a:lnTo>
                  <a:pt x="3926641" y="34754"/>
                </a:lnTo>
                <a:lnTo>
                  <a:pt x="3926495" y="33378"/>
                </a:lnTo>
                <a:lnTo>
                  <a:pt x="3926251" y="32058"/>
                </a:lnTo>
                <a:lnTo>
                  <a:pt x="3925910" y="30792"/>
                </a:lnTo>
                <a:lnTo>
                  <a:pt x="3925472" y="29582"/>
                </a:lnTo>
                <a:lnTo>
                  <a:pt x="3924936" y="28427"/>
                </a:lnTo>
                <a:lnTo>
                  <a:pt x="3924303" y="27328"/>
                </a:lnTo>
                <a:lnTo>
                  <a:pt x="3923572" y="26284"/>
                </a:lnTo>
                <a:lnTo>
                  <a:pt x="3922744" y="25295"/>
                </a:lnTo>
                <a:lnTo>
                  <a:pt x="3921819" y="24362"/>
                </a:lnTo>
                <a:lnTo>
                  <a:pt x="3920796" y="23483"/>
                </a:lnTo>
                <a:lnTo>
                  <a:pt x="3919675" y="22661"/>
                </a:lnTo>
                <a:lnTo>
                  <a:pt x="3918494" y="21898"/>
                </a:lnTo>
                <a:lnTo>
                  <a:pt x="3917288" y="21202"/>
                </a:lnTo>
                <a:lnTo>
                  <a:pt x="3916058" y="20572"/>
                </a:lnTo>
                <a:lnTo>
                  <a:pt x="3914804" y="20009"/>
                </a:lnTo>
                <a:lnTo>
                  <a:pt x="3913525" y="19512"/>
                </a:lnTo>
                <a:lnTo>
                  <a:pt x="3912222" y="19081"/>
                </a:lnTo>
                <a:lnTo>
                  <a:pt x="3910895" y="18716"/>
                </a:lnTo>
                <a:lnTo>
                  <a:pt x="3909543" y="18418"/>
                </a:lnTo>
                <a:lnTo>
                  <a:pt x="3908167" y="18186"/>
                </a:lnTo>
                <a:lnTo>
                  <a:pt x="3906766" y="18020"/>
                </a:lnTo>
                <a:lnTo>
                  <a:pt x="3905341" y="17921"/>
                </a:lnTo>
                <a:lnTo>
                  <a:pt x="3903892" y="17887"/>
                </a:lnTo>
                <a:lnTo>
                  <a:pt x="3903051" y="17895"/>
                </a:lnTo>
                <a:lnTo>
                  <a:pt x="3902193" y="17919"/>
                </a:lnTo>
                <a:lnTo>
                  <a:pt x="3901319" y="17959"/>
                </a:lnTo>
                <a:lnTo>
                  <a:pt x="3900429" y="18014"/>
                </a:lnTo>
                <a:lnTo>
                  <a:pt x="3899522" y="18085"/>
                </a:lnTo>
                <a:lnTo>
                  <a:pt x="3898598" y="18172"/>
                </a:lnTo>
                <a:lnTo>
                  <a:pt x="3897658" y="18275"/>
                </a:lnTo>
                <a:lnTo>
                  <a:pt x="3896702" y="18394"/>
                </a:lnTo>
                <a:lnTo>
                  <a:pt x="3895729" y="18529"/>
                </a:lnTo>
                <a:lnTo>
                  <a:pt x="3894740" y="18679"/>
                </a:lnTo>
                <a:lnTo>
                  <a:pt x="3893735" y="18845"/>
                </a:lnTo>
                <a:lnTo>
                  <a:pt x="3892713" y="19027"/>
                </a:lnTo>
                <a:lnTo>
                  <a:pt x="3891693" y="19220"/>
                </a:lnTo>
                <a:lnTo>
                  <a:pt x="3890695" y="19417"/>
                </a:lnTo>
                <a:lnTo>
                  <a:pt x="3889718" y="19621"/>
                </a:lnTo>
                <a:lnTo>
                  <a:pt x="3888762" y="19829"/>
                </a:lnTo>
                <a:lnTo>
                  <a:pt x="3887828" y="20043"/>
                </a:lnTo>
                <a:lnTo>
                  <a:pt x="3886914" y="20263"/>
                </a:lnTo>
                <a:lnTo>
                  <a:pt x="3886023" y="20488"/>
                </a:lnTo>
                <a:lnTo>
                  <a:pt x="3885152" y="20719"/>
                </a:lnTo>
                <a:lnTo>
                  <a:pt x="3884303" y="20955"/>
                </a:lnTo>
                <a:lnTo>
                  <a:pt x="3883475" y="21197"/>
                </a:lnTo>
                <a:lnTo>
                  <a:pt x="3882669" y="21444"/>
                </a:lnTo>
                <a:lnTo>
                  <a:pt x="3881884" y="21696"/>
                </a:lnTo>
                <a:lnTo>
                  <a:pt x="3881069" y="21974"/>
                </a:lnTo>
                <a:lnTo>
                  <a:pt x="3880174" y="22296"/>
                </a:lnTo>
                <a:lnTo>
                  <a:pt x="3879198" y="22662"/>
                </a:lnTo>
                <a:lnTo>
                  <a:pt x="3878142" y="23072"/>
                </a:lnTo>
                <a:lnTo>
                  <a:pt x="3877006" y="23527"/>
                </a:lnTo>
                <a:lnTo>
                  <a:pt x="3875790" y="24027"/>
                </a:lnTo>
                <a:lnTo>
                  <a:pt x="3874493" y="24570"/>
                </a:lnTo>
                <a:lnTo>
                  <a:pt x="3873115" y="25158"/>
                </a:lnTo>
                <a:lnTo>
                  <a:pt x="3871658" y="25791"/>
                </a:lnTo>
                <a:lnTo>
                  <a:pt x="3870119" y="26468"/>
                </a:lnTo>
                <a:lnTo>
                  <a:pt x="3868501" y="27189"/>
                </a:lnTo>
                <a:lnTo>
                  <a:pt x="3866802" y="27955"/>
                </a:lnTo>
                <a:lnTo>
                  <a:pt x="3866802" y="13476"/>
                </a:lnTo>
                <a:lnTo>
                  <a:pt x="3868644" y="12616"/>
                </a:lnTo>
                <a:lnTo>
                  <a:pt x="3870486" y="11802"/>
                </a:lnTo>
                <a:lnTo>
                  <a:pt x="3872329" y="11035"/>
                </a:lnTo>
                <a:lnTo>
                  <a:pt x="3874172" y="10313"/>
                </a:lnTo>
                <a:lnTo>
                  <a:pt x="3876016" y="9637"/>
                </a:lnTo>
                <a:lnTo>
                  <a:pt x="3877861" y="9007"/>
                </a:lnTo>
                <a:lnTo>
                  <a:pt x="3879706" y="8424"/>
                </a:lnTo>
                <a:lnTo>
                  <a:pt x="3881552" y="7886"/>
                </a:lnTo>
                <a:lnTo>
                  <a:pt x="3883399" y="7394"/>
                </a:lnTo>
                <a:lnTo>
                  <a:pt x="3885246" y="6949"/>
                </a:lnTo>
                <a:lnTo>
                  <a:pt x="3887094" y="6549"/>
                </a:lnTo>
                <a:lnTo>
                  <a:pt x="3888942" y="6195"/>
                </a:lnTo>
                <a:lnTo>
                  <a:pt x="3890764" y="5878"/>
                </a:lnTo>
                <a:lnTo>
                  <a:pt x="3892531" y="5588"/>
                </a:lnTo>
                <a:lnTo>
                  <a:pt x="3894244" y="5326"/>
                </a:lnTo>
                <a:lnTo>
                  <a:pt x="3895903" y="5092"/>
                </a:lnTo>
                <a:lnTo>
                  <a:pt x="3897508" y="4885"/>
                </a:lnTo>
                <a:lnTo>
                  <a:pt x="3899059" y="4705"/>
                </a:lnTo>
                <a:lnTo>
                  <a:pt x="3900555" y="4554"/>
                </a:lnTo>
                <a:lnTo>
                  <a:pt x="3901997" y="4430"/>
                </a:lnTo>
                <a:lnTo>
                  <a:pt x="3903385" y="4333"/>
                </a:lnTo>
                <a:lnTo>
                  <a:pt x="3904719" y="4264"/>
                </a:lnTo>
                <a:lnTo>
                  <a:pt x="3905999" y="4223"/>
                </a:lnTo>
                <a:lnTo>
                  <a:pt x="3907224" y="4209"/>
                </a:lnTo>
                <a:lnTo>
                  <a:pt x="3908981" y="4233"/>
                </a:lnTo>
                <a:lnTo>
                  <a:pt x="3910713" y="4305"/>
                </a:lnTo>
                <a:lnTo>
                  <a:pt x="3912422" y="4425"/>
                </a:lnTo>
                <a:lnTo>
                  <a:pt x="3914107" y="4594"/>
                </a:lnTo>
                <a:lnTo>
                  <a:pt x="3915769" y="4811"/>
                </a:lnTo>
                <a:lnTo>
                  <a:pt x="3917406" y="5075"/>
                </a:lnTo>
                <a:lnTo>
                  <a:pt x="3919020" y="5388"/>
                </a:lnTo>
                <a:lnTo>
                  <a:pt x="3920610" y="5749"/>
                </a:lnTo>
                <a:lnTo>
                  <a:pt x="3922177" y="6159"/>
                </a:lnTo>
                <a:lnTo>
                  <a:pt x="3923720" y="6616"/>
                </a:lnTo>
                <a:lnTo>
                  <a:pt x="3925239" y="7121"/>
                </a:lnTo>
                <a:lnTo>
                  <a:pt x="3926734" y="7675"/>
                </a:lnTo>
                <a:lnTo>
                  <a:pt x="3928185" y="8279"/>
                </a:lnTo>
                <a:lnTo>
                  <a:pt x="3929574" y="8936"/>
                </a:lnTo>
                <a:lnTo>
                  <a:pt x="3930899" y="9645"/>
                </a:lnTo>
                <a:lnTo>
                  <a:pt x="3932160" y="10408"/>
                </a:lnTo>
                <a:lnTo>
                  <a:pt x="3933359" y="11224"/>
                </a:lnTo>
                <a:lnTo>
                  <a:pt x="3934494" y="12093"/>
                </a:lnTo>
                <a:lnTo>
                  <a:pt x="3935565" y="13015"/>
                </a:lnTo>
                <a:lnTo>
                  <a:pt x="3936574" y="13989"/>
                </a:lnTo>
                <a:lnTo>
                  <a:pt x="3937519" y="15017"/>
                </a:lnTo>
                <a:lnTo>
                  <a:pt x="3938401" y="16098"/>
                </a:lnTo>
                <a:lnTo>
                  <a:pt x="3939219" y="17232"/>
                </a:lnTo>
                <a:lnTo>
                  <a:pt x="3939974" y="18419"/>
                </a:lnTo>
                <a:lnTo>
                  <a:pt x="3940667" y="19639"/>
                </a:lnTo>
                <a:lnTo>
                  <a:pt x="3941300" y="20872"/>
                </a:lnTo>
                <a:lnTo>
                  <a:pt x="3941873" y="22118"/>
                </a:lnTo>
                <a:lnTo>
                  <a:pt x="3942385" y="23378"/>
                </a:lnTo>
                <a:lnTo>
                  <a:pt x="3942837" y="24652"/>
                </a:lnTo>
                <a:lnTo>
                  <a:pt x="3943229" y="25939"/>
                </a:lnTo>
                <a:lnTo>
                  <a:pt x="3943561" y="27239"/>
                </a:lnTo>
                <a:lnTo>
                  <a:pt x="3943832" y="28553"/>
                </a:lnTo>
                <a:lnTo>
                  <a:pt x="3944043" y="29880"/>
                </a:lnTo>
                <a:lnTo>
                  <a:pt x="3944194" y="31220"/>
                </a:lnTo>
                <a:lnTo>
                  <a:pt x="3944284" y="32574"/>
                </a:lnTo>
                <a:lnTo>
                  <a:pt x="3944314" y="33942"/>
                </a:lnTo>
                <a:lnTo>
                  <a:pt x="3944276" y="35480"/>
                </a:lnTo>
                <a:lnTo>
                  <a:pt x="3944160" y="37024"/>
                </a:lnTo>
                <a:lnTo>
                  <a:pt x="3943966" y="38574"/>
                </a:lnTo>
                <a:lnTo>
                  <a:pt x="3943696" y="40130"/>
                </a:lnTo>
                <a:lnTo>
                  <a:pt x="3943348" y="41692"/>
                </a:lnTo>
                <a:lnTo>
                  <a:pt x="3942922" y="43261"/>
                </a:lnTo>
                <a:lnTo>
                  <a:pt x="3942420" y="44835"/>
                </a:lnTo>
                <a:lnTo>
                  <a:pt x="3941840" y="46416"/>
                </a:lnTo>
                <a:lnTo>
                  <a:pt x="3941182" y="48003"/>
                </a:lnTo>
                <a:lnTo>
                  <a:pt x="3940448" y="49595"/>
                </a:lnTo>
                <a:lnTo>
                  <a:pt x="3939636" y="51194"/>
                </a:lnTo>
                <a:lnTo>
                  <a:pt x="3938746" y="52799"/>
                </a:lnTo>
                <a:lnTo>
                  <a:pt x="3937750" y="54445"/>
                </a:lnTo>
                <a:lnTo>
                  <a:pt x="3936616" y="56168"/>
                </a:lnTo>
                <a:lnTo>
                  <a:pt x="3935346" y="57967"/>
                </a:lnTo>
                <a:lnTo>
                  <a:pt x="3933938" y="59842"/>
                </a:lnTo>
                <a:lnTo>
                  <a:pt x="3932394" y="61794"/>
                </a:lnTo>
                <a:lnTo>
                  <a:pt x="3930712" y="63822"/>
                </a:lnTo>
                <a:lnTo>
                  <a:pt x="3928894" y="65926"/>
                </a:lnTo>
                <a:lnTo>
                  <a:pt x="3926938" y="68107"/>
                </a:lnTo>
                <a:lnTo>
                  <a:pt x="3924846" y="70364"/>
                </a:lnTo>
                <a:lnTo>
                  <a:pt x="3922616" y="72698"/>
                </a:lnTo>
                <a:lnTo>
                  <a:pt x="3920250" y="75108"/>
                </a:lnTo>
                <a:lnTo>
                  <a:pt x="3917746" y="77594"/>
                </a:lnTo>
                <a:lnTo>
                  <a:pt x="3907750" y="87486"/>
                </a:lnTo>
                <a:lnTo>
                  <a:pt x="3899333" y="95715"/>
                </a:lnTo>
                <a:lnTo>
                  <a:pt x="3898024" y="97054"/>
                </a:lnTo>
                <a:lnTo>
                  <a:pt x="3896758" y="98385"/>
                </a:lnTo>
                <a:lnTo>
                  <a:pt x="3895535" y="99710"/>
                </a:lnTo>
                <a:lnTo>
                  <a:pt x="3894354" y="101027"/>
                </a:lnTo>
                <a:lnTo>
                  <a:pt x="3893216" y="102337"/>
                </a:lnTo>
                <a:lnTo>
                  <a:pt x="3892121" y="103639"/>
                </a:lnTo>
                <a:lnTo>
                  <a:pt x="3891068" y="104934"/>
                </a:lnTo>
                <a:lnTo>
                  <a:pt x="3890058" y="106222"/>
                </a:lnTo>
                <a:lnTo>
                  <a:pt x="3889090" y="107503"/>
                </a:lnTo>
                <a:lnTo>
                  <a:pt x="3888165" y="108776"/>
                </a:lnTo>
                <a:lnTo>
                  <a:pt x="3887283" y="110042"/>
                </a:lnTo>
                <a:lnTo>
                  <a:pt x="3886443" y="111301"/>
                </a:lnTo>
                <a:lnTo>
                  <a:pt x="3885655" y="112575"/>
                </a:lnTo>
                <a:lnTo>
                  <a:pt x="3884928" y="113890"/>
                </a:lnTo>
                <a:lnTo>
                  <a:pt x="3884262" y="115245"/>
                </a:lnTo>
                <a:lnTo>
                  <a:pt x="3883657" y="116640"/>
                </a:lnTo>
                <a:lnTo>
                  <a:pt x="3883112" y="118075"/>
                </a:lnTo>
                <a:lnTo>
                  <a:pt x="3882629" y="119550"/>
                </a:lnTo>
                <a:lnTo>
                  <a:pt x="3882206" y="121066"/>
                </a:lnTo>
                <a:lnTo>
                  <a:pt x="3881845" y="122621"/>
                </a:lnTo>
                <a:lnTo>
                  <a:pt x="3881544" y="124217"/>
                </a:lnTo>
                <a:lnTo>
                  <a:pt x="3881304" y="125853"/>
                </a:lnTo>
                <a:lnTo>
                  <a:pt x="3881125" y="127529"/>
                </a:lnTo>
                <a:lnTo>
                  <a:pt x="3881007" y="129246"/>
                </a:lnTo>
                <a:lnTo>
                  <a:pt x="3946419" y="129246"/>
                </a:lnTo>
                <a:lnTo>
                  <a:pt x="3946419" y="144327"/>
                </a:lnTo>
                <a:close/>
                <a:moveTo>
                  <a:pt x="3982136" y="144327"/>
                </a:moveTo>
                <a:lnTo>
                  <a:pt x="3963284" y="144327"/>
                </a:lnTo>
                <a:lnTo>
                  <a:pt x="4001761" y="93175"/>
                </a:lnTo>
                <a:lnTo>
                  <a:pt x="3965827" y="46297"/>
                </a:lnTo>
                <a:lnTo>
                  <a:pt x="3986696" y="46297"/>
                </a:lnTo>
                <a:lnTo>
                  <a:pt x="4012113" y="79417"/>
                </a:lnTo>
                <a:lnTo>
                  <a:pt x="4037026" y="46297"/>
                </a:lnTo>
                <a:lnTo>
                  <a:pt x="4055527" y="46297"/>
                </a:lnTo>
                <a:lnTo>
                  <a:pt x="4021539" y="91698"/>
                </a:lnTo>
                <a:lnTo>
                  <a:pt x="4061928" y="144327"/>
                </a:lnTo>
                <a:lnTo>
                  <a:pt x="4040972" y="144327"/>
                </a:lnTo>
                <a:lnTo>
                  <a:pt x="4011206" y="105497"/>
                </a:lnTo>
                <a:lnTo>
                  <a:pt x="3982136" y="144327"/>
                </a:lnTo>
                <a:close/>
                <a:moveTo>
                  <a:pt x="4102118" y="144327"/>
                </a:moveTo>
                <a:lnTo>
                  <a:pt x="4102118" y="68218"/>
                </a:lnTo>
                <a:lnTo>
                  <a:pt x="4080372" y="68218"/>
                </a:lnTo>
                <a:lnTo>
                  <a:pt x="4080372" y="54539"/>
                </a:lnTo>
                <a:lnTo>
                  <a:pt x="4102118" y="54539"/>
                </a:lnTo>
                <a:lnTo>
                  <a:pt x="4102118" y="49988"/>
                </a:lnTo>
                <a:lnTo>
                  <a:pt x="4102148" y="46833"/>
                </a:lnTo>
                <a:lnTo>
                  <a:pt x="4102240" y="43818"/>
                </a:lnTo>
                <a:lnTo>
                  <a:pt x="4102392" y="40943"/>
                </a:lnTo>
                <a:lnTo>
                  <a:pt x="4102605" y="38208"/>
                </a:lnTo>
                <a:lnTo>
                  <a:pt x="4102879" y="35613"/>
                </a:lnTo>
                <a:lnTo>
                  <a:pt x="4103214" y="33157"/>
                </a:lnTo>
                <a:lnTo>
                  <a:pt x="4103610" y="30842"/>
                </a:lnTo>
                <a:lnTo>
                  <a:pt x="4104066" y="28666"/>
                </a:lnTo>
                <a:lnTo>
                  <a:pt x="4104584" y="26630"/>
                </a:lnTo>
                <a:lnTo>
                  <a:pt x="4105162" y="24734"/>
                </a:lnTo>
                <a:lnTo>
                  <a:pt x="4105802" y="22978"/>
                </a:lnTo>
                <a:lnTo>
                  <a:pt x="4106502" y="21362"/>
                </a:lnTo>
                <a:lnTo>
                  <a:pt x="4107266" y="19838"/>
                </a:lnTo>
                <a:lnTo>
                  <a:pt x="4108096" y="18361"/>
                </a:lnTo>
                <a:lnTo>
                  <a:pt x="4108993" y="16930"/>
                </a:lnTo>
                <a:lnTo>
                  <a:pt x="4109956" y="15545"/>
                </a:lnTo>
                <a:lnTo>
                  <a:pt x="4110985" y="14206"/>
                </a:lnTo>
                <a:lnTo>
                  <a:pt x="4112081" y="12913"/>
                </a:lnTo>
                <a:lnTo>
                  <a:pt x="4113243" y="11667"/>
                </a:lnTo>
                <a:lnTo>
                  <a:pt x="4114472" y="10467"/>
                </a:lnTo>
                <a:lnTo>
                  <a:pt x="4115766" y="9313"/>
                </a:lnTo>
                <a:lnTo>
                  <a:pt x="4117128" y="8206"/>
                </a:lnTo>
                <a:lnTo>
                  <a:pt x="4118555" y="7145"/>
                </a:lnTo>
                <a:lnTo>
                  <a:pt x="4120049" y="6130"/>
                </a:lnTo>
                <a:lnTo>
                  <a:pt x="4121617" y="5179"/>
                </a:lnTo>
                <a:lnTo>
                  <a:pt x="4123268" y="4310"/>
                </a:lnTo>
                <a:lnTo>
                  <a:pt x="4125001" y="3525"/>
                </a:lnTo>
                <a:lnTo>
                  <a:pt x="4126815" y="2822"/>
                </a:lnTo>
                <a:lnTo>
                  <a:pt x="4128713" y="2201"/>
                </a:lnTo>
                <a:lnTo>
                  <a:pt x="4130692" y="1664"/>
                </a:lnTo>
                <a:lnTo>
                  <a:pt x="4132753" y="1209"/>
                </a:lnTo>
                <a:lnTo>
                  <a:pt x="4134897" y="837"/>
                </a:lnTo>
                <a:lnTo>
                  <a:pt x="4137123" y="548"/>
                </a:lnTo>
                <a:lnTo>
                  <a:pt x="4139431" y="341"/>
                </a:lnTo>
                <a:lnTo>
                  <a:pt x="4141821" y="217"/>
                </a:lnTo>
                <a:lnTo>
                  <a:pt x="4144294" y="175"/>
                </a:lnTo>
                <a:lnTo>
                  <a:pt x="4146196" y="192"/>
                </a:lnTo>
                <a:lnTo>
                  <a:pt x="4148103" y="241"/>
                </a:lnTo>
                <a:lnTo>
                  <a:pt x="4150015" y="323"/>
                </a:lnTo>
                <a:lnTo>
                  <a:pt x="4151932" y="438"/>
                </a:lnTo>
                <a:lnTo>
                  <a:pt x="4153854" y="586"/>
                </a:lnTo>
                <a:lnTo>
                  <a:pt x="4155780" y="767"/>
                </a:lnTo>
                <a:lnTo>
                  <a:pt x="4157712" y="981"/>
                </a:lnTo>
                <a:lnTo>
                  <a:pt x="4159648" y="1228"/>
                </a:lnTo>
                <a:lnTo>
                  <a:pt x="4161589" y="1507"/>
                </a:lnTo>
                <a:lnTo>
                  <a:pt x="4163535" y="1819"/>
                </a:lnTo>
                <a:lnTo>
                  <a:pt x="4165486" y="2165"/>
                </a:lnTo>
                <a:lnTo>
                  <a:pt x="4167442" y="2543"/>
                </a:lnTo>
                <a:lnTo>
                  <a:pt x="4167442" y="18063"/>
                </a:lnTo>
                <a:lnTo>
                  <a:pt x="4165343" y="17391"/>
                </a:lnTo>
                <a:lnTo>
                  <a:pt x="4163284" y="16777"/>
                </a:lnTo>
                <a:lnTo>
                  <a:pt x="4161266" y="16221"/>
                </a:lnTo>
                <a:lnTo>
                  <a:pt x="4159288" y="15725"/>
                </a:lnTo>
                <a:lnTo>
                  <a:pt x="4157349" y="15286"/>
                </a:lnTo>
                <a:lnTo>
                  <a:pt x="4155451" y="14906"/>
                </a:lnTo>
                <a:lnTo>
                  <a:pt x="4153594" y="14585"/>
                </a:lnTo>
                <a:lnTo>
                  <a:pt x="4151776" y="14322"/>
                </a:lnTo>
                <a:lnTo>
                  <a:pt x="4149999" y="14117"/>
                </a:lnTo>
                <a:lnTo>
                  <a:pt x="4148261" y="13971"/>
                </a:lnTo>
                <a:lnTo>
                  <a:pt x="4146564" y="13883"/>
                </a:lnTo>
                <a:lnTo>
                  <a:pt x="4144907" y="13854"/>
                </a:lnTo>
                <a:lnTo>
                  <a:pt x="4143620" y="13874"/>
                </a:lnTo>
                <a:lnTo>
                  <a:pt x="4142357" y="13934"/>
                </a:lnTo>
                <a:lnTo>
                  <a:pt x="4141121" y="14035"/>
                </a:lnTo>
                <a:lnTo>
                  <a:pt x="4139910" y="14175"/>
                </a:lnTo>
                <a:lnTo>
                  <a:pt x="4138724" y="14355"/>
                </a:lnTo>
                <a:lnTo>
                  <a:pt x="4137564" y="14576"/>
                </a:lnTo>
                <a:lnTo>
                  <a:pt x="4136430" y="14837"/>
                </a:lnTo>
                <a:lnTo>
                  <a:pt x="4135321" y="15138"/>
                </a:lnTo>
                <a:lnTo>
                  <a:pt x="4134238" y="15479"/>
                </a:lnTo>
                <a:lnTo>
                  <a:pt x="4133180" y="15860"/>
                </a:lnTo>
                <a:lnTo>
                  <a:pt x="4132148" y="16281"/>
                </a:lnTo>
                <a:lnTo>
                  <a:pt x="4131141" y="16742"/>
                </a:lnTo>
                <a:lnTo>
                  <a:pt x="4130165" y="17248"/>
                </a:lnTo>
                <a:lnTo>
                  <a:pt x="4129226" y="17805"/>
                </a:lnTo>
                <a:lnTo>
                  <a:pt x="4128322" y="18412"/>
                </a:lnTo>
                <a:lnTo>
                  <a:pt x="4127454" y="19069"/>
                </a:lnTo>
                <a:lnTo>
                  <a:pt x="4126622" y="19777"/>
                </a:lnTo>
                <a:lnTo>
                  <a:pt x="4125825" y="20536"/>
                </a:lnTo>
                <a:lnTo>
                  <a:pt x="4125065" y="21345"/>
                </a:lnTo>
                <a:lnTo>
                  <a:pt x="4124341" y="22204"/>
                </a:lnTo>
                <a:lnTo>
                  <a:pt x="4123652" y="23114"/>
                </a:lnTo>
                <a:lnTo>
                  <a:pt x="4123000" y="24074"/>
                </a:lnTo>
                <a:lnTo>
                  <a:pt x="4122383" y="25085"/>
                </a:lnTo>
                <a:lnTo>
                  <a:pt x="4121803" y="26146"/>
                </a:lnTo>
                <a:lnTo>
                  <a:pt x="4121264" y="27295"/>
                </a:lnTo>
                <a:lnTo>
                  <a:pt x="4120771" y="28571"/>
                </a:lnTo>
                <a:lnTo>
                  <a:pt x="4120326" y="29971"/>
                </a:lnTo>
                <a:lnTo>
                  <a:pt x="4119927" y="31498"/>
                </a:lnTo>
                <a:lnTo>
                  <a:pt x="4119576" y="33151"/>
                </a:lnTo>
                <a:lnTo>
                  <a:pt x="4119271" y="34929"/>
                </a:lnTo>
                <a:lnTo>
                  <a:pt x="4119013" y="36833"/>
                </a:lnTo>
                <a:lnTo>
                  <a:pt x="4118802" y="38863"/>
                </a:lnTo>
                <a:lnTo>
                  <a:pt x="4118638" y="41018"/>
                </a:lnTo>
                <a:lnTo>
                  <a:pt x="4118521" y="43300"/>
                </a:lnTo>
                <a:lnTo>
                  <a:pt x="4118451" y="45707"/>
                </a:lnTo>
                <a:lnTo>
                  <a:pt x="4118427" y="48240"/>
                </a:lnTo>
                <a:lnTo>
                  <a:pt x="4118427" y="54539"/>
                </a:lnTo>
                <a:lnTo>
                  <a:pt x="4157271" y="54539"/>
                </a:lnTo>
                <a:lnTo>
                  <a:pt x="4157271" y="68218"/>
                </a:lnTo>
                <a:lnTo>
                  <a:pt x="4118427" y="68218"/>
                </a:lnTo>
                <a:lnTo>
                  <a:pt x="4118427" y="144327"/>
                </a:lnTo>
                <a:lnTo>
                  <a:pt x="4102118" y="144327"/>
                </a:lnTo>
                <a:close/>
                <a:moveTo>
                  <a:pt x="4185798" y="141792"/>
                </a:moveTo>
                <a:lnTo>
                  <a:pt x="4185798" y="124628"/>
                </a:lnTo>
                <a:lnTo>
                  <a:pt x="4189108" y="126234"/>
                </a:lnTo>
                <a:lnTo>
                  <a:pt x="4192343" y="127700"/>
                </a:lnTo>
                <a:lnTo>
                  <a:pt x="4195504" y="129027"/>
                </a:lnTo>
                <a:lnTo>
                  <a:pt x="4198590" y="130214"/>
                </a:lnTo>
                <a:lnTo>
                  <a:pt x="4201603" y="131261"/>
                </a:lnTo>
                <a:lnTo>
                  <a:pt x="4204541" y="132169"/>
                </a:lnTo>
                <a:lnTo>
                  <a:pt x="4207404" y="132936"/>
                </a:lnTo>
                <a:lnTo>
                  <a:pt x="4210194" y="133565"/>
                </a:lnTo>
                <a:lnTo>
                  <a:pt x="4212909" y="134054"/>
                </a:lnTo>
                <a:lnTo>
                  <a:pt x="4215550" y="134403"/>
                </a:lnTo>
                <a:lnTo>
                  <a:pt x="4218116" y="134612"/>
                </a:lnTo>
                <a:lnTo>
                  <a:pt x="4220609" y="134682"/>
                </a:lnTo>
                <a:lnTo>
                  <a:pt x="4222827" y="134625"/>
                </a:lnTo>
                <a:lnTo>
                  <a:pt x="4224979" y="134455"/>
                </a:lnTo>
                <a:lnTo>
                  <a:pt x="4227067" y="134171"/>
                </a:lnTo>
                <a:lnTo>
                  <a:pt x="4229090" y="133774"/>
                </a:lnTo>
                <a:lnTo>
                  <a:pt x="4231047" y="133263"/>
                </a:lnTo>
                <a:lnTo>
                  <a:pt x="4232939" y="132638"/>
                </a:lnTo>
                <a:lnTo>
                  <a:pt x="4234766" y="131901"/>
                </a:lnTo>
                <a:lnTo>
                  <a:pt x="4236528" y="131049"/>
                </a:lnTo>
                <a:lnTo>
                  <a:pt x="4238225" y="130084"/>
                </a:lnTo>
                <a:lnTo>
                  <a:pt x="4239856" y="129006"/>
                </a:lnTo>
                <a:lnTo>
                  <a:pt x="4241423" y="127814"/>
                </a:lnTo>
                <a:lnTo>
                  <a:pt x="4242924" y="126508"/>
                </a:lnTo>
                <a:lnTo>
                  <a:pt x="4244332" y="125113"/>
                </a:lnTo>
                <a:lnTo>
                  <a:pt x="4245617" y="123654"/>
                </a:lnTo>
                <a:lnTo>
                  <a:pt x="4246779" y="122129"/>
                </a:lnTo>
                <a:lnTo>
                  <a:pt x="4247820" y="120539"/>
                </a:lnTo>
                <a:lnTo>
                  <a:pt x="4248738" y="118885"/>
                </a:lnTo>
                <a:lnTo>
                  <a:pt x="4249533" y="117165"/>
                </a:lnTo>
                <a:lnTo>
                  <a:pt x="4250206" y="115380"/>
                </a:lnTo>
                <a:lnTo>
                  <a:pt x="4250757" y="113531"/>
                </a:lnTo>
                <a:lnTo>
                  <a:pt x="4251185" y="111616"/>
                </a:lnTo>
                <a:lnTo>
                  <a:pt x="4251491" y="109637"/>
                </a:lnTo>
                <a:lnTo>
                  <a:pt x="4251675" y="107593"/>
                </a:lnTo>
                <a:lnTo>
                  <a:pt x="4251736" y="105483"/>
                </a:lnTo>
                <a:lnTo>
                  <a:pt x="4251669" y="103360"/>
                </a:lnTo>
                <a:lnTo>
                  <a:pt x="4251467" y="101304"/>
                </a:lnTo>
                <a:lnTo>
                  <a:pt x="4251131" y="99314"/>
                </a:lnTo>
                <a:lnTo>
                  <a:pt x="4250660" y="97392"/>
                </a:lnTo>
                <a:lnTo>
                  <a:pt x="4250054" y="95536"/>
                </a:lnTo>
                <a:lnTo>
                  <a:pt x="4249314" y="93747"/>
                </a:lnTo>
                <a:lnTo>
                  <a:pt x="4248439" y="92024"/>
                </a:lnTo>
                <a:lnTo>
                  <a:pt x="4247430" y="90369"/>
                </a:lnTo>
                <a:lnTo>
                  <a:pt x="4246286" y="88780"/>
                </a:lnTo>
                <a:lnTo>
                  <a:pt x="4245008" y="87258"/>
                </a:lnTo>
                <a:lnTo>
                  <a:pt x="4243595" y="85803"/>
                </a:lnTo>
                <a:lnTo>
                  <a:pt x="4242047" y="84415"/>
                </a:lnTo>
                <a:lnTo>
                  <a:pt x="4240338" y="83116"/>
                </a:lnTo>
                <a:lnTo>
                  <a:pt x="4238441" y="81930"/>
                </a:lnTo>
                <a:lnTo>
                  <a:pt x="4236356" y="80858"/>
                </a:lnTo>
                <a:lnTo>
                  <a:pt x="4234083" y="79898"/>
                </a:lnTo>
                <a:lnTo>
                  <a:pt x="4231621" y="79051"/>
                </a:lnTo>
                <a:lnTo>
                  <a:pt x="4228971" y="78317"/>
                </a:lnTo>
                <a:lnTo>
                  <a:pt x="4226134" y="77696"/>
                </a:lnTo>
                <a:lnTo>
                  <a:pt x="4223108" y="77188"/>
                </a:lnTo>
                <a:lnTo>
                  <a:pt x="4219893" y="76793"/>
                </a:lnTo>
                <a:lnTo>
                  <a:pt x="4216491" y="76510"/>
                </a:lnTo>
                <a:lnTo>
                  <a:pt x="4212901" y="76341"/>
                </a:lnTo>
                <a:lnTo>
                  <a:pt x="4209122" y="76285"/>
                </a:lnTo>
                <a:lnTo>
                  <a:pt x="4200091" y="76285"/>
                </a:lnTo>
                <a:lnTo>
                  <a:pt x="4200091" y="62606"/>
                </a:lnTo>
                <a:lnTo>
                  <a:pt x="4212629" y="62606"/>
                </a:lnTo>
                <a:lnTo>
                  <a:pt x="4215413" y="62553"/>
                </a:lnTo>
                <a:lnTo>
                  <a:pt x="4218066" y="62394"/>
                </a:lnTo>
                <a:lnTo>
                  <a:pt x="4220587" y="62128"/>
                </a:lnTo>
                <a:lnTo>
                  <a:pt x="4222976" y="61757"/>
                </a:lnTo>
                <a:lnTo>
                  <a:pt x="4225234" y="61279"/>
                </a:lnTo>
                <a:lnTo>
                  <a:pt x="4227360" y="60695"/>
                </a:lnTo>
                <a:lnTo>
                  <a:pt x="4229355" y="60006"/>
                </a:lnTo>
                <a:lnTo>
                  <a:pt x="4231218" y="59210"/>
                </a:lnTo>
                <a:lnTo>
                  <a:pt x="4232950" y="58307"/>
                </a:lnTo>
                <a:lnTo>
                  <a:pt x="4234550" y="57299"/>
                </a:lnTo>
                <a:lnTo>
                  <a:pt x="4236019" y="56184"/>
                </a:lnTo>
                <a:lnTo>
                  <a:pt x="4237356" y="54964"/>
                </a:lnTo>
                <a:lnTo>
                  <a:pt x="4238575" y="53678"/>
                </a:lnTo>
                <a:lnTo>
                  <a:pt x="4239687" y="52369"/>
                </a:lnTo>
                <a:lnTo>
                  <a:pt x="4240694" y="51036"/>
                </a:lnTo>
                <a:lnTo>
                  <a:pt x="4241594" y="49680"/>
                </a:lnTo>
                <a:lnTo>
                  <a:pt x="4242389" y="48299"/>
                </a:lnTo>
                <a:lnTo>
                  <a:pt x="4243077" y="46896"/>
                </a:lnTo>
                <a:lnTo>
                  <a:pt x="4243660" y="45468"/>
                </a:lnTo>
                <a:lnTo>
                  <a:pt x="4244137" y="44017"/>
                </a:lnTo>
                <a:lnTo>
                  <a:pt x="4244508" y="42542"/>
                </a:lnTo>
                <a:lnTo>
                  <a:pt x="4244773" y="41043"/>
                </a:lnTo>
                <a:lnTo>
                  <a:pt x="4244932" y="39521"/>
                </a:lnTo>
                <a:lnTo>
                  <a:pt x="4244985" y="37975"/>
                </a:lnTo>
                <a:lnTo>
                  <a:pt x="4244941" y="36582"/>
                </a:lnTo>
                <a:lnTo>
                  <a:pt x="4244812" y="35225"/>
                </a:lnTo>
                <a:lnTo>
                  <a:pt x="4244596" y="33906"/>
                </a:lnTo>
                <a:lnTo>
                  <a:pt x="4244293" y="32623"/>
                </a:lnTo>
                <a:lnTo>
                  <a:pt x="4243904" y="31378"/>
                </a:lnTo>
                <a:lnTo>
                  <a:pt x="4243428" y="30169"/>
                </a:lnTo>
                <a:lnTo>
                  <a:pt x="4242866" y="28998"/>
                </a:lnTo>
                <a:lnTo>
                  <a:pt x="4242218" y="27864"/>
                </a:lnTo>
                <a:lnTo>
                  <a:pt x="4241483" y="26766"/>
                </a:lnTo>
                <a:lnTo>
                  <a:pt x="4240661" y="25706"/>
                </a:lnTo>
                <a:lnTo>
                  <a:pt x="4239753" y="24683"/>
                </a:lnTo>
                <a:lnTo>
                  <a:pt x="4238759" y="23696"/>
                </a:lnTo>
                <a:lnTo>
                  <a:pt x="4237675" y="22769"/>
                </a:lnTo>
                <a:lnTo>
                  <a:pt x="4236499" y="21921"/>
                </a:lnTo>
                <a:lnTo>
                  <a:pt x="4235230" y="21155"/>
                </a:lnTo>
                <a:lnTo>
                  <a:pt x="4233868" y="20469"/>
                </a:lnTo>
                <a:lnTo>
                  <a:pt x="4232414" y="19864"/>
                </a:lnTo>
                <a:lnTo>
                  <a:pt x="4230868" y="19340"/>
                </a:lnTo>
                <a:lnTo>
                  <a:pt x="4229228" y="18896"/>
                </a:lnTo>
                <a:lnTo>
                  <a:pt x="4227497" y="18533"/>
                </a:lnTo>
                <a:lnTo>
                  <a:pt x="4225672" y="18251"/>
                </a:lnTo>
                <a:lnTo>
                  <a:pt x="4223755" y="18049"/>
                </a:lnTo>
                <a:lnTo>
                  <a:pt x="4221746" y="17928"/>
                </a:lnTo>
                <a:lnTo>
                  <a:pt x="4219644" y="17887"/>
                </a:lnTo>
                <a:lnTo>
                  <a:pt x="4217218" y="17943"/>
                </a:lnTo>
                <a:lnTo>
                  <a:pt x="4214761" y="18111"/>
                </a:lnTo>
                <a:lnTo>
                  <a:pt x="4212273" y="18390"/>
                </a:lnTo>
                <a:lnTo>
                  <a:pt x="4209755" y="18780"/>
                </a:lnTo>
                <a:lnTo>
                  <a:pt x="4207207" y="19282"/>
                </a:lnTo>
                <a:lnTo>
                  <a:pt x="4204628" y="19896"/>
                </a:lnTo>
                <a:lnTo>
                  <a:pt x="4202019" y="20621"/>
                </a:lnTo>
                <a:lnTo>
                  <a:pt x="4199379" y="21458"/>
                </a:lnTo>
                <a:lnTo>
                  <a:pt x="4196709" y="22407"/>
                </a:lnTo>
                <a:lnTo>
                  <a:pt x="4194009" y="23467"/>
                </a:lnTo>
                <a:lnTo>
                  <a:pt x="4191278" y="24638"/>
                </a:lnTo>
                <a:lnTo>
                  <a:pt x="4188516" y="25921"/>
                </a:lnTo>
                <a:lnTo>
                  <a:pt x="4188516" y="10426"/>
                </a:lnTo>
                <a:lnTo>
                  <a:pt x="4191274" y="9433"/>
                </a:lnTo>
                <a:lnTo>
                  <a:pt x="4193992" y="8526"/>
                </a:lnTo>
                <a:lnTo>
                  <a:pt x="4196671" y="7706"/>
                </a:lnTo>
                <a:lnTo>
                  <a:pt x="4199311" y="6972"/>
                </a:lnTo>
                <a:lnTo>
                  <a:pt x="4201913" y="6324"/>
                </a:lnTo>
                <a:lnTo>
                  <a:pt x="4204475" y="5763"/>
                </a:lnTo>
                <a:lnTo>
                  <a:pt x="4206998" y="5288"/>
                </a:lnTo>
                <a:lnTo>
                  <a:pt x="4209483" y="4900"/>
                </a:lnTo>
                <a:lnTo>
                  <a:pt x="4211928" y="4597"/>
                </a:lnTo>
                <a:lnTo>
                  <a:pt x="4214334" y="4382"/>
                </a:lnTo>
                <a:lnTo>
                  <a:pt x="4216702" y="4252"/>
                </a:lnTo>
                <a:lnTo>
                  <a:pt x="4219030" y="4209"/>
                </a:lnTo>
                <a:lnTo>
                  <a:pt x="4223059" y="4277"/>
                </a:lnTo>
                <a:lnTo>
                  <a:pt x="4226874" y="4480"/>
                </a:lnTo>
                <a:lnTo>
                  <a:pt x="4230476" y="4819"/>
                </a:lnTo>
                <a:lnTo>
                  <a:pt x="4233863" y="5294"/>
                </a:lnTo>
                <a:lnTo>
                  <a:pt x="4237037" y="5905"/>
                </a:lnTo>
                <a:lnTo>
                  <a:pt x="4239998" y="6651"/>
                </a:lnTo>
                <a:lnTo>
                  <a:pt x="4242744" y="7533"/>
                </a:lnTo>
                <a:lnTo>
                  <a:pt x="4245277" y="8550"/>
                </a:lnTo>
                <a:lnTo>
                  <a:pt x="4247596" y="9704"/>
                </a:lnTo>
                <a:lnTo>
                  <a:pt x="4249701" y="10992"/>
                </a:lnTo>
                <a:lnTo>
                  <a:pt x="4251593" y="12417"/>
                </a:lnTo>
                <a:lnTo>
                  <a:pt x="4253271" y="13977"/>
                </a:lnTo>
                <a:lnTo>
                  <a:pt x="4254776" y="15625"/>
                </a:lnTo>
                <a:lnTo>
                  <a:pt x="4256151" y="17310"/>
                </a:lnTo>
                <a:lnTo>
                  <a:pt x="4257395" y="19034"/>
                </a:lnTo>
                <a:lnTo>
                  <a:pt x="4258507" y="20796"/>
                </a:lnTo>
                <a:lnTo>
                  <a:pt x="4259489" y="22597"/>
                </a:lnTo>
                <a:lnTo>
                  <a:pt x="4260340" y="24436"/>
                </a:lnTo>
                <a:lnTo>
                  <a:pt x="4261060" y="26313"/>
                </a:lnTo>
                <a:lnTo>
                  <a:pt x="4261649" y="28228"/>
                </a:lnTo>
                <a:lnTo>
                  <a:pt x="4262108" y="30182"/>
                </a:lnTo>
                <a:lnTo>
                  <a:pt x="4262435" y="32174"/>
                </a:lnTo>
                <a:lnTo>
                  <a:pt x="4262631" y="34205"/>
                </a:lnTo>
                <a:lnTo>
                  <a:pt x="4262697" y="36274"/>
                </a:lnTo>
                <a:lnTo>
                  <a:pt x="4262662" y="37814"/>
                </a:lnTo>
                <a:lnTo>
                  <a:pt x="4262558" y="39338"/>
                </a:lnTo>
                <a:lnTo>
                  <a:pt x="4262384" y="40847"/>
                </a:lnTo>
                <a:lnTo>
                  <a:pt x="4262141" y="42340"/>
                </a:lnTo>
                <a:lnTo>
                  <a:pt x="4261829" y="43816"/>
                </a:lnTo>
                <a:lnTo>
                  <a:pt x="4261447" y="45278"/>
                </a:lnTo>
                <a:lnTo>
                  <a:pt x="4260996" y="46723"/>
                </a:lnTo>
                <a:lnTo>
                  <a:pt x="4260475" y="48152"/>
                </a:lnTo>
                <a:lnTo>
                  <a:pt x="4259885" y="49566"/>
                </a:lnTo>
                <a:lnTo>
                  <a:pt x="4259226" y="50964"/>
                </a:lnTo>
                <a:lnTo>
                  <a:pt x="4258497" y="52346"/>
                </a:lnTo>
                <a:lnTo>
                  <a:pt x="4257699" y="53712"/>
                </a:lnTo>
                <a:lnTo>
                  <a:pt x="4256807" y="55057"/>
                </a:lnTo>
                <a:lnTo>
                  <a:pt x="4255799" y="56378"/>
                </a:lnTo>
                <a:lnTo>
                  <a:pt x="4254674" y="57675"/>
                </a:lnTo>
                <a:lnTo>
                  <a:pt x="4253431" y="58948"/>
                </a:lnTo>
                <a:lnTo>
                  <a:pt x="4252072" y="60196"/>
                </a:lnTo>
                <a:lnTo>
                  <a:pt x="4250596" y="61420"/>
                </a:lnTo>
                <a:lnTo>
                  <a:pt x="4249003" y="62620"/>
                </a:lnTo>
                <a:lnTo>
                  <a:pt x="4247294" y="63795"/>
                </a:lnTo>
                <a:lnTo>
                  <a:pt x="4245467" y="64946"/>
                </a:lnTo>
                <a:lnTo>
                  <a:pt x="4243523" y="66073"/>
                </a:lnTo>
                <a:lnTo>
                  <a:pt x="4241463" y="67175"/>
                </a:lnTo>
                <a:lnTo>
                  <a:pt x="4239285" y="68253"/>
                </a:lnTo>
                <a:lnTo>
                  <a:pt x="4241218" y="68848"/>
                </a:lnTo>
                <a:lnTo>
                  <a:pt x="4243070" y="69466"/>
                </a:lnTo>
                <a:lnTo>
                  <a:pt x="4244842" y="70105"/>
                </a:lnTo>
                <a:lnTo>
                  <a:pt x="4246534" y="70765"/>
                </a:lnTo>
                <a:lnTo>
                  <a:pt x="4248145" y="71448"/>
                </a:lnTo>
                <a:lnTo>
                  <a:pt x="4249676" y="72153"/>
                </a:lnTo>
                <a:lnTo>
                  <a:pt x="4251126" y="72880"/>
                </a:lnTo>
                <a:lnTo>
                  <a:pt x="4252496" y="73629"/>
                </a:lnTo>
                <a:lnTo>
                  <a:pt x="4253786" y="74400"/>
                </a:lnTo>
                <a:lnTo>
                  <a:pt x="4254995" y="75192"/>
                </a:lnTo>
                <a:lnTo>
                  <a:pt x="4256124" y="76007"/>
                </a:lnTo>
                <a:lnTo>
                  <a:pt x="4257173" y="76844"/>
                </a:lnTo>
                <a:lnTo>
                  <a:pt x="4258161" y="77704"/>
                </a:lnTo>
                <a:lnTo>
                  <a:pt x="4259108" y="78589"/>
                </a:lnTo>
                <a:lnTo>
                  <a:pt x="4260014" y="79500"/>
                </a:lnTo>
                <a:lnTo>
                  <a:pt x="4260880" y="80437"/>
                </a:lnTo>
                <a:lnTo>
                  <a:pt x="4261704" y="81399"/>
                </a:lnTo>
                <a:lnTo>
                  <a:pt x="4262488" y="82387"/>
                </a:lnTo>
                <a:lnTo>
                  <a:pt x="4263232" y="83400"/>
                </a:lnTo>
                <a:lnTo>
                  <a:pt x="4263934" y="84439"/>
                </a:lnTo>
                <a:lnTo>
                  <a:pt x="4264596" y="85504"/>
                </a:lnTo>
                <a:lnTo>
                  <a:pt x="4265216" y="86594"/>
                </a:lnTo>
                <a:lnTo>
                  <a:pt x="4265796" y="87710"/>
                </a:lnTo>
                <a:lnTo>
                  <a:pt x="4266336" y="88851"/>
                </a:lnTo>
                <a:lnTo>
                  <a:pt x="4266833" y="90016"/>
                </a:lnTo>
                <a:lnTo>
                  <a:pt x="4267287" y="91205"/>
                </a:lnTo>
                <a:lnTo>
                  <a:pt x="4267697" y="92417"/>
                </a:lnTo>
                <a:lnTo>
                  <a:pt x="4268065" y="93652"/>
                </a:lnTo>
                <a:lnTo>
                  <a:pt x="4268389" y="94910"/>
                </a:lnTo>
                <a:lnTo>
                  <a:pt x="4268670" y="96191"/>
                </a:lnTo>
                <a:lnTo>
                  <a:pt x="4268908" y="97495"/>
                </a:lnTo>
                <a:lnTo>
                  <a:pt x="4269102" y="98822"/>
                </a:lnTo>
                <a:lnTo>
                  <a:pt x="4269254" y="100173"/>
                </a:lnTo>
                <a:lnTo>
                  <a:pt x="4269362" y="101546"/>
                </a:lnTo>
                <a:lnTo>
                  <a:pt x="4269427" y="102943"/>
                </a:lnTo>
                <a:lnTo>
                  <a:pt x="4269448" y="104363"/>
                </a:lnTo>
                <a:lnTo>
                  <a:pt x="4269350" y="107501"/>
                </a:lnTo>
                <a:lnTo>
                  <a:pt x="4269055" y="110546"/>
                </a:lnTo>
                <a:lnTo>
                  <a:pt x="4268563" y="113500"/>
                </a:lnTo>
                <a:lnTo>
                  <a:pt x="4267875" y="116360"/>
                </a:lnTo>
                <a:lnTo>
                  <a:pt x="4266990" y="119128"/>
                </a:lnTo>
                <a:lnTo>
                  <a:pt x="4265908" y="121804"/>
                </a:lnTo>
                <a:lnTo>
                  <a:pt x="4264630" y="124387"/>
                </a:lnTo>
                <a:lnTo>
                  <a:pt x="4263155" y="126878"/>
                </a:lnTo>
                <a:lnTo>
                  <a:pt x="4261483" y="129276"/>
                </a:lnTo>
                <a:lnTo>
                  <a:pt x="4259614" y="131581"/>
                </a:lnTo>
                <a:lnTo>
                  <a:pt x="4257549" y="133794"/>
                </a:lnTo>
                <a:lnTo>
                  <a:pt x="4255287" y="135915"/>
                </a:lnTo>
                <a:lnTo>
                  <a:pt x="4252870" y="137903"/>
                </a:lnTo>
                <a:lnTo>
                  <a:pt x="4250337" y="139718"/>
                </a:lnTo>
                <a:lnTo>
                  <a:pt x="4247689" y="141360"/>
                </a:lnTo>
                <a:lnTo>
                  <a:pt x="4244926" y="142829"/>
                </a:lnTo>
                <a:lnTo>
                  <a:pt x="4242048" y="144126"/>
                </a:lnTo>
                <a:lnTo>
                  <a:pt x="4239055" y="145249"/>
                </a:lnTo>
                <a:lnTo>
                  <a:pt x="4235947" y="146200"/>
                </a:lnTo>
                <a:lnTo>
                  <a:pt x="4232724" y="146978"/>
                </a:lnTo>
                <a:lnTo>
                  <a:pt x="4229385" y="147583"/>
                </a:lnTo>
                <a:lnTo>
                  <a:pt x="4225932" y="148015"/>
                </a:lnTo>
                <a:lnTo>
                  <a:pt x="4222363" y="148274"/>
                </a:lnTo>
                <a:lnTo>
                  <a:pt x="4218680" y="148361"/>
                </a:lnTo>
                <a:lnTo>
                  <a:pt x="4217590" y="148354"/>
                </a:lnTo>
                <a:lnTo>
                  <a:pt x="4216484" y="148334"/>
                </a:lnTo>
                <a:lnTo>
                  <a:pt x="4215361" y="148300"/>
                </a:lnTo>
                <a:lnTo>
                  <a:pt x="4214222" y="148253"/>
                </a:lnTo>
                <a:lnTo>
                  <a:pt x="4213067" y="148193"/>
                </a:lnTo>
                <a:lnTo>
                  <a:pt x="4211895" y="148119"/>
                </a:lnTo>
                <a:lnTo>
                  <a:pt x="4210707" y="148032"/>
                </a:lnTo>
                <a:lnTo>
                  <a:pt x="4209502" y="147932"/>
                </a:lnTo>
                <a:lnTo>
                  <a:pt x="4208281" y="147818"/>
                </a:lnTo>
                <a:lnTo>
                  <a:pt x="4207043" y="147691"/>
                </a:lnTo>
                <a:lnTo>
                  <a:pt x="4205789" y="147550"/>
                </a:lnTo>
                <a:lnTo>
                  <a:pt x="4204519" y="147396"/>
                </a:lnTo>
                <a:lnTo>
                  <a:pt x="4203217" y="147210"/>
                </a:lnTo>
                <a:lnTo>
                  <a:pt x="4201867" y="146973"/>
                </a:lnTo>
                <a:lnTo>
                  <a:pt x="4200472" y="146685"/>
                </a:lnTo>
                <a:lnTo>
                  <a:pt x="4199029" y="146346"/>
                </a:lnTo>
                <a:lnTo>
                  <a:pt x="4197539" y="145956"/>
                </a:lnTo>
                <a:lnTo>
                  <a:pt x="4196002" y="145514"/>
                </a:lnTo>
                <a:lnTo>
                  <a:pt x="4194419" y="145022"/>
                </a:lnTo>
                <a:lnTo>
                  <a:pt x="4192789" y="144478"/>
                </a:lnTo>
                <a:lnTo>
                  <a:pt x="4191111" y="143883"/>
                </a:lnTo>
                <a:lnTo>
                  <a:pt x="4189387" y="143237"/>
                </a:lnTo>
                <a:lnTo>
                  <a:pt x="4187616" y="142541"/>
                </a:lnTo>
                <a:lnTo>
                  <a:pt x="4185798" y="141792"/>
                </a:lnTo>
                <a:close/>
                <a:moveTo>
                  <a:pt x="4375834" y="144327"/>
                </a:moveTo>
                <a:lnTo>
                  <a:pt x="4293500" y="144327"/>
                </a:lnTo>
                <a:lnTo>
                  <a:pt x="4293500" y="129322"/>
                </a:lnTo>
                <a:lnTo>
                  <a:pt x="4293516" y="128351"/>
                </a:lnTo>
                <a:lnTo>
                  <a:pt x="4293565" y="127369"/>
                </a:lnTo>
                <a:lnTo>
                  <a:pt x="4293647" y="126375"/>
                </a:lnTo>
                <a:lnTo>
                  <a:pt x="4293763" y="125370"/>
                </a:lnTo>
                <a:lnTo>
                  <a:pt x="4293911" y="124353"/>
                </a:lnTo>
                <a:lnTo>
                  <a:pt x="4294091" y="123324"/>
                </a:lnTo>
                <a:lnTo>
                  <a:pt x="4294305" y="122284"/>
                </a:lnTo>
                <a:lnTo>
                  <a:pt x="4294552" y="121232"/>
                </a:lnTo>
                <a:lnTo>
                  <a:pt x="4294831" y="120169"/>
                </a:lnTo>
                <a:lnTo>
                  <a:pt x="4295144" y="119094"/>
                </a:lnTo>
                <a:lnTo>
                  <a:pt x="4295489" y="118008"/>
                </a:lnTo>
                <a:lnTo>
                  <a:pt x="4295867" y="116910"/>
                </a:lnTo>
                <a:lnTo>
                  <a:pt x="4296291" y="115794"/>
                </a:lnTo>
                <a:lnTo>
                  <a:pt x="4296775" y="114656"/>
                </a:lnTo>
                <a:lnTo>
                  <a:pt x="4297319" y="113495"/>
                </a:lnTo>
                <a:lnTo>
                  <a:pt x="4297923" y="112312"/>
                </a:lnTo>
                <a:lnTo>
                  <a:pt x="4298586" y="111107"/>
                </a:lnTo>
                <a:lnTo>
                  <a:pt x="4299309" y="109878"/>
                </a:lnTo>
                <a:lnTo>
                  <a:pt x="4300091" y="108628"/>
                </a:lnTo>
                <a:lnTo>
                  <a:pt x="4300933" y="107354"/>
                </a:lnTo>
                <a:lnTo>
                  <a:pt x="4301835" y="106059"/>
                </a:lnTo>
                <a:lnTo>
                  <a:pt x="4302796" y="104740"/>
                </a:lnTo>
                <a:lnTo>
                  <a:pt x="4303818" y="103400"/>
                </a:lnTo>
                <a:lnTo>
                  <a:pt x="4304898" y="102036"/>
                </a:lnTo>
                <a:lnTo>
                  <a:pt x="4306015" y="100666"/>
                </a:lnTo>
                <a:lnTo>
                  <a:pt x="4307142" y="99304"/>
                </a:lnTo>
                <a:lnTo>
                  <a:pt x="4308280" y="97952"/>
                </a:lnTo>
                <a:lnTo>
                  <a:pt x="4309429" y="96608"/>
                </a:lnTo>
                <a:lnTo>
                  <a:pt x="4310589" y="95273"/>
                </a:lnTo>
                <a:lnTo>
                  <a:pt x="4311760" y="93946"/>
                </a:lnTo>
                <a:lnTo>
                  <a:pt x="4312942" y="92628"/>
                </a:lnTo>
                <a:lnTo>
                  <a:pt x="4314134" y="91319"/>
                </a:lnTo>
                <a:lnTo>
                  <a:pt x="4315338" y="90019"/>
                </a:lnTo>
                <a:lnTo>
                  <a:pt x="4316553" y="88728"/>
                </a:lnTo>
                <a:lnTo>
                  <a:pt x="4317779" y="87445"/>
                </a:lnTo>
                <a:lnTo>
                  <a:pt x="4319015" y="86171"/>
                </a:lnTo>
                <a:lnTo>
                  <a:pt x="4328310" y="76718"/>
                </a:lnTo>
                <a:lnTo>
                  <a:pt x="4328824" y="76183"/>
                </a:lnTo>
                <a:lnTo>
                  <a:pt x="4329430" y="75543"/>
                </a:lnTo>
                <a:lnTo>
                  <a:pt x="4330129" y="74797"/>
                </a:lnTo>
                <a:lnTo>
                  <a:pt x="4330921" y="73946"/>
                </a:lnTo>
                <a:lnTo>
                  <a:pt x="4331805" y="72988"/>
                </a:lnTo>
                <a:lnTo>
                  <a:pt x="4332782" y="71925"/>
                </a:lnTo>
                <a:lnTo>
                  <a:pt x="4333851" y="70756"/>
                </a:lnTo>
                <a:lnTo>
                  <a:pt x="4335013" y="69481"/>
                </a:lnTo>
                <a:lnTo>
                  <a:pt x="4336267" y="68101"/>
                </a:lnTo>
                <a:lnTo>
                  <a:pt x="4337614" y="66614"/>
                </a:lnTo>
                <a:lnTo>
                  <a:pt x="4339054" y="65022"/>
                </a:lnTo>
                <a:lnTo>
                  <a:pt x="4340586" y="63324"/>
                </a:lnTo>
                <a:lnTo>
                  <a:pt x="4342119" y="61607"/>
                </a:lnTo>
                <a:lnTo>
                  <a:pt x="4343563" y="59958"/>
                </a:lnTo>
                <a:lnTo>
                  <a:pt x="4344918" y="58378"/>
                </a:lnTo>
                <a:lnTo>
                  <a:pt x="4346183" y="56865"/>
                </a:lnTo>
                <a:lnTo>
                  <a:pt x="4347358" y="55420"/>
                </a:lnTo>
                <a:lnTo>
                  <a:pt x="4348444" y="54044"/>
                </a:lnTo>
                <a:lnTo>
                  <a:pt x="4349441" y="52735"/>
                </a:lnTo>
                <a:lnTo>
                  <a:pt x="4350348" y="51495"/>
                </a:lnTo>
                <a:lnTo>
                  <a:pt x="4351165" y="50323"/>
                </a:lnTo>
                <a:lnTo>
                  <a:pt x="4351893" y="49219"/>
                </a:lnTo>
                <a:lnTo>
                  <a:pt x="4352532" y="48183"/>
                </a:lnTo>
                <a:lnTo>
                  <a:pt x="4353080" y="47215"/>
                </a:lnTo>
                <a:lnTo>
                  <a:pt x="4353564" y="46282"/>
                </a:lnTo>
                <a:lnTo>
                  <a:pt x="4354005" y="45352"/>
                </a:lnTo>
                <a:lnTo>
                  <a:pt x="4354404" y="44424"/>
                </a:lnTo>
                <a:lnTo>
                  <a:pt x="4354761" y="43499"/>
                </a:lnTo>
                <a:lnTo>
                  <a:pt x="4355076" y="42576"/>
                </a:lnTo>
                <a:lnTo>
                  <a:pt x="4355349" y="41656"/>
                </a:lnTo>
                <a:lnTo>
                  <a:pt x="4355580" y="40738"/>
                </a:lnTo>
                <a:lnTo>
                  <a:pt x="4355769" y="39823"/>
                </a:lnTo>
                <a:lnTo>
                  <a:pt x="4355916" y="38910"/>
                </a:lnTo>
                <a:lnTo>
                  <a:pt x="4356022" y="37999"/>
                </a:lnTo>
                <a:lnTo>
                  <a:pt x="4356085" y="37091"/>
                </a:lnTo>
                <a:lnTo>
                  <a:pt x="4356106" y="36186"/>
                </a:lnTo>
                <a:lnTo>
                  <a:pt x="4356057" y="34754"/>
                </a:lnTo>
                <a:lnTo>
                  <a:pt x="4355911" y="33378"/>
                </a:lnTo>
                <a:lnTo>
                  <a:pt x="4355667" y="32058"/>
                </a:lnTo>
                <a:lnTo>
                  <a:pt x="4355326" y="30792"/>
                </a:lnTo>
                <a:lnTo>
                  <a:pt x="4354888" y="29582"/>
                </a:lnTo>
                <a:lnTo>
                  <a:pt x="4354352" y="28427"/>
                </a:lnTo>
                <a:lnTo>
                  <a:pt x="4353719" y="27328"/>
                </a:lnTo>
                <a:lnTo>
                  <a:pt x="4352988" y="26284"/>
                </a:lnTo>
                <a:lnTo>
                  <a:pt x="4352160" y="25295"/>
                </a:lnTo>
                <a:lnTo>
                  <a:pt x="4351234" y="24362"/>
                </a:lnTo>
                <a:lnTo>
                  <a:pt x="4350211" y="23483"/>
                </a:lnTo>
                <a:lnTo>
                  <a:pt x="4349091" y="22661"/>
                </a:lnTo>
                <a:lnTo>
                  <a:pt x="4347910" y="21898"/>
                </a:lnTo>
                <a:lnTo>
                  <a:pt x="4346704" y="21202"/>
                </a:lnTo>
                <a:lnTo>
                  <a:pt x="4345474" y="20572"/>
                </a:lnTo>
                <a:lnTo>
                  <a:pt x="4344220" y="20009"/>
                </a:lnTo>
                <a:lnTo>
                  <a:pt x="4342941" y="19512"/>
                </a:lnTo>
                <a:lnTo>
                  <a:pt x="4341638" y="19081"/>
                </a:lnTo>
                <a:lnTo>
                  <a:pt x="4340310" y="18716"/>
                </a:lnTo>
                <a:lnTo>
                  <a:pt x="4338959" y="18418"/>
                </a:lnTo>
                <a:lnTo>
                  <a:pt x="4337582" y="18186"/>
                </a:lnTo>
                <a:lnTo>
                  <a:pt x="4336182" y="18020"/>
                </a:lnTo>
                <a:lnTo>
                  <a:pt x="4334757" y="17921"/>
                </a:lnTo>
                <a:lnTo>
                  <a:pt x="4333308" y="17887"/>
                </a:lnTo>
                <a:lnTo>
                  <a:pt x="4332467" y="17895"/>
                </a:lnTo>
                <a:lnTo>
                  <a:pt x="4331609" y="17919"/>
                </a:lnTo>
                <a:lnTo>
                  <a:pt x="4330735" y="17959"/>
                </a:lnTo>
                <a:lnTo>
                  <a:pt x="4329844" y="18014"/>
                </a:lnTo>
                <a:lnTo>
                  <a:pt x="4328937" y="18085"/>
                </a:lnTo>
                <a:lnTo>
                  <a:pt x="4328014" y="18172"/>
                </a:lnTo>
                <a:lnTo>
                  <a:pt x="4327074" y="18275"/>
                </a:lnTo>
                <a:lnTo>
                  <a:pt x="4326118" y="18394"/>
                </a:lnTo>
                <a:lnTo>
                  <a:pt x="4325145" y="18529"/>
                </a:lnTo>
                <a:lnTo>
                  <a:pt x="4324156" y="18679"/>
                </a:lnTo>
                <a:lnTo>
                  <a:pt x="4323150" y="18845"/>
                </a:lnTo>
                <a:lnTo>
                  <a:pt x="4322128" y="19027"/>
                </a:lnTo>
                <a:lnTo>
                  <a:pt x="4321109" y="19220"/>
                </a:lnTo>
                <a:lnTo>
                  <a:pt x="4320110" y="19417"/>
                </a:lnTo>
                <a:lnTo>
                  <a:pt x="4319133" y="19621"/>
                </a:lnTo>
                <a:lnTo>
                  <a:pt x="4318178" y="19829"/>
                </a:lnTo>
                <a:lnTo>
                  <a:pt x="4317243" y="20043"/>
                </a:lnTo>
                <a:lnTo>
                  <a:pt x="4316330" y="20263"/>
                </a:lnTo>
                <a:lnTo>
                  <a:pt x="4315438" y="20488"/>
                </a:lnTo>
                <a:lnTo>
                  <a:pt x="4314568" y="20719"/>
                </a:lnTo>
                <a:lnTo>
                  <a:pt x="4313719" y="20955"/>
                </a:lnTo>
                <a:lnTo>
                  <a:pt x="4312891" y="21197"/>
                </a:lnTo>
                <a:lnTo>
                  <a:pt x="4312084" y="21444"/>
                </a:lnTo>
                <a:lnTo>
                  <a:pt x="4311299" y="21696"/>
                </a:lnTo>
                <a:lnTo>
                  <a:pt x="4310485" y="21974"/>
                </a:lnTo>
                <a:lnTo>
                  <a:pt x="4309589" y="22296"/>
                </a:lnTo>
                <a:lnTo>
                  <a:pt x="4308614" y="22662"/>
                </a:lnTo>
                <a:lnTo>
                  <a:pt x="4307558" y="23072"/>
                </a:lnTo>
                <a:lnTo>
                  <a:pt x="4306422" y="23527"/>
                </a:lnTo>
                <a:lnTo>
                  <a:pt x="4305205" y="24027"/>
                </a:lnTo>
                <a:lnTo>
                  <a:pt x="4303908" y="24570"/>
                </a:lnTo>
                <a:lnTo>
                  <a:pt x="4302531" y="25158"/>
                </a:lnTo>
                <a:lnTo>
                  <a:pt x="4301073" y="25791"/>
                </a:lnTo>
                <a:lnTo>
                  <a:pt x="4299535" y="26468"/>
                </a:lnTo>
                <a:lnTo>
                  <a:pt x="4297917" y="27189"/>
                </a:lnTo>
                <a:lnTo>
                  <a:pt x="4296218" y="27955"/>
                </a:lnTo>
                <a:lnTo>
                  <a:pt x="4296218" y="13476"/>
                </a:lnTo>
                <a:lnTo>
                  <a:pt x="4298059" y="12616"/>
                </a:lnTo>
                <a:lnTo>
                  <a:pt x="4299902" y="11802"/>
                </a:lnTo>
                <a:lnTo>
                  <a:pt x="4301745" y="11035"/>
                </a:lnTo>
                <a:lnTo>
                  <a:pt x="4303588" y="10313"/>
                </a:lnTo>
                <a:lnTo>
                  <a:pt x="4305432" y="9637"/>
                </a:lnTo>
                <a:lnTo>
                  <a:pt x="4307277" y="9007"/>
                </a:lnTo>
                <a:lnTo>
                  <a:pt x="4309122" y="8424"/>
                </a:lnTo>
                <a:lnTo>
                  <a:pt x="4310968" y="7886"/>
                </a:lnTo>
                <a:lnTo>
                  <a:pt x="4312815" y="7394"/>
                </a:lnTo>
                <a:lnTo>
                  <a:pt x="4314662" y="6949"/>
                </a:lnTo>
                <a:lnTo>
                  <a:pt x="4316509" y="6549"/>
                </a:lnTo>
                <a:lnTo>
                  <a:pt x="4318358" y="6195"/>
                </a:lnTo>
                <a:lnTo>
                  <a:pt x="4320179" y="5878"/>
                </a:lnTo>
                <a:lnTo>
                  <a:pt x="4321947" y="5588"/>
                </a:lnTo>
                <a:lnTo>
                  <a:pt x="4323660" y="5326"/>
                </a:lnTo>
                <a:lnTo>
                  <a:pt x="4325319" y="5092"/>
                </a:lnTo>
                <a:lnTo>
                  <a:pt x="4326924" y="4885"/>
                </a:lnTo>
                <a:lnTo>
                  <a:pt x="4328474" y="4705"/>
                </a:lnTo>
                <a:lnTo>
                  <a:pt x="4329971" y="4554"/>
                </a:lnTo>
                <a:lnTo>
                  <a:pt x="4331413" y="4430"/>
                </a:lnTo>
                <a:lnTo>
                  <a:pt x="4332801" y="4333"/>
                </a:lnTo>
                <a:lnTo>
                  <a:pt x="4334135" y="4264"/>
                </a:lnTo>
                <a:lnTo>
                  <a:pt x="4335414" y="4223"/>
                </a:lnTo>
                <a:lnTo>
                  <a:pt x="4336640" y="4209"/>
                </a:lnTo>
                <a:lnTo>
                  <a:pt x="4338396" y="4233"/>
                </a:lnTo>
                <a:lnTo>
                  <a:pt x="4340129" y="4305"/>
                </a:lnTo>
                <a:lnTo>
                  <a:pt x="4341838" y="4425"/>
                </a:lnTo>
                <a:lnTo>
                  <a:pt x="4343523" y="4594"/>
                </a:lnTo>
                <a:lnTo>
                  <a:pt x="4345184" y="4811"/>
                </a:lnTo>
                <a:lnTo>
                  <a:pt x="4346822" y="5075"/>
                </a:lnTo>
                <a:lnTo>
                  <a:pt x="4348436" y="5388"/>
                </a:lnTo>
                <a:lnTo>
                  <a:pt x="4350026" y="5749"/>
                </a:lnTo>
                <a:lnTo>
                  <a:pt x="4351593" y="6159"/>
                </a:lnTo>
                <a:lnTo>
                  <a:pt x="4353135" y="6616"/>
                </a:lnTo>
                <a:lnTo>
                  <a:pt x="4354654" y="7121"/>
                </a:lnTo>
                <a:lnTo>
                  <a:pt x="4356149" y="7675"/>
                </a:lnTo>
                <a:lnTo>
                  <a:pt x="4357601" y="8279"/>
                </a:lnTo>
                <a:lnTo>
                  <a:pt x="4358989" y="8936"/>
                </a:lnTo>
                <a:lnTo>
                  <a:pt x="4360314" y="9645"/>
                </a:lnTo>
                <a:lnTo>
                  <a:pt x="4361576" y="10408"/>
                </a:lnTo>
                <a:lnTo>
                  <a:pt x="4362774" y="11224"/>
                </a:lnTo>
                <a:lnTo>
                  <a:pt x="4363909" y="12093"/>
                </a:lnTo>
                <a:lnTo>
                  <a:pt x="4364981" y="13015"/>
                </a:lnTo>
                <a:lnTo>
                  <a:pt x="4365989" y="13989"/>
                </a:lnTo>
                <a:lnTo>
                  <a:pt x="4366934" y="15017"/>
                </a:lnTo>
                <a:lnTo>
                  <a:pt x="4367816" y="16098"/>
                </a:lnTo>
                <a:lnTo>
                  <a:pt x="4368635" y="17232"/>
                </a:lnTo>
                <a:lnTo>
                  <a:pt x="4369390" y="18419"/>
                </a:lnTo>
                <a:lnTo>
                  <a:pt x="4370083" y="19639"/>
                </a:lnTo>
                <a:lnTo>
                  <a:pt x="4370716" y="20872"/>
                </a:lnTo>
                <a:lnTo>
                  <a:pt x="4371289" y="22118"/>
                </a:lnTo>
                <a:lnTo>
                  <a:pt x="4371801" y="23378"/>
                </a:lnTo>
                <a:lnTo>
                  <a:pt x="4372253" y="24652"/>
                </a:lnTo>
                <a:lnTo>
                  <a:pt x="4372645" y="25939"/>
                </a:lnTo>
                <a:lnTo>
                  <a:pt x="4372976" y="27239"/>
                </a:lnTo>
                <a:lnTo>
                  <a:pt x="4373248" y="28553"/>
                </a:lnTo>
                <a:lnTo>
                  <a:pt x="4373459" y="29880"/>
                </a:lnTo>
                <a:lnTo>
                  <a:pt x="4373609" y="31220"/>
                </a:lnTo>
                <a:lnTo>
                  <a:pt x="4373700" y="32574"/>
                </a:lnTo>
                <a:lnTo>
                  <a:pt x="4373730" y="33942"/>
                </a:lnTo>
                <a:lnTo>
                  <a:pt x="4373691" y="35480"/>
                </a:lnTo>
                <a:lnTo>
                  <a:pt x="4373575" y="37024"/>
                </a:lnTo>
                <a:lnTo>
                  <a:pt x="4373382" y="38574"/>
                </a:lnTo>
                <a:lnTo>
                  <a:pt x="4373111" y="40130"/>
                </a:lnTo>
                <a:lnTo>
                  <a:pt x="4372763" y="41692"/>
                </a:lnTo>
                <a:lnTo>
                  <a:pt x="4372338" y="43261"/>
                </a:lnTo>
                <a:lnTo>
                  <a:pt x="4371835" y="44835"/>
                </a:lnTo>
                <a:lnTo>
                  <a:pt x="4371255" y="46416"/>
                </a:lnTo>
                <a:lnTo>
                  <a:pt x="4370598" y="48003"/>
                </a:lnTo>
                <a:lnTo>
                  <a:pt x="4369863" y="49595"/>
                </a:lnTo>
                <a:lnTo>
                  <a:pt x="4369051" y="51194"/>
                </a:lnTo>
                <a:lnTo>
                  <a:pt x="4368162" y="52799"/>
                </a:lnTo>
                <a:lnTo>
                  <a:pt x="4367166" y="54445"/>
                </a:lnTo>
                <a:lnTo>
                  <a:pt x="4366032" y="56168"/>
                </a:lnTo>
                <a:lnTo>
                  <a:pt x="4364762" y="57967"/>
                </a:lnTo>
                <a:lnTo>
                  <a:pt x="4363354" y="59842"/>
                </a:lnTo>
                <a:lnTo>
                  <a:pt x="4361810" y="61794"/>
                </a:lnTo>
                <a:lnTo>
                  <a:pt x="4360128" y="63822"/>
                </a:lnTo>
                <a:lnTo>
                  <a:pt x="4358310" y="65926"/>
                </a:lnTo>
                <a:lnTo>
                  <a:pt x="4356354" y="68107"/>
                </a:lnTo>
                <a:lnTo>
                  <a:pt x="4354261" y="70364"/>
                </a:lnTo>
                <a:lnTo>
                  <a:pt x="4352032" y="72698"/>
                </a:lnTo>
                <a:lnTo>
                  <a:pt x="4349665" y="75108"/>
                </a:lnTo>
                <a:lnTo>
                  <a:pt x="4347162" y="77594"/>
                </a:lnTo>
                <a:lnTo>
                  <a:pt x="4337166" y="87486"/>
                </a:lnTo>
                <a:lnTo>
                  <a:pt x="4328748" y="95715"/>
                </a:lnTo>
                <a:lnTo>
                  <a:pt x="4327440" y="97054"/>
                </a:lnTo>
                <a:lnTo>
                  <a:pt x="4326174" y="98385"/>
                </a:lnTo>
                <a:lnTo>
                  <a:pt x="4324951" y="99710"/>
                </a:lnTo>
                <a:lnTo>
                  <a:pt x="4323770" y="101027"/>
                </a:lnTo>
                <a:lnTo>
                  <a:pt x="4322632" y="102337"/>
                </a:lnTo>
                <a:lnTo>
                  <a:pt x="4321536" y="103639"/>
                </a:lnTo>
                <a:lnTo>
                  <a:pt x="4320484" y="104934"/>
                </a:lnTo>
                <a:lnTo>
                  <a:pt x="4319473" y="106222"/>
                </a:lnTo>
                <a:lnTo>
                  <a:pt x="4318506" y="107503"/>
                </a:lnTo>
                <a:lnTo>
                  <a:pt x="4317581" y="108776"/>
                </a:lnTo>
                <a:lnTo>
                  <a:pt x="4316699" y="110042"/>
                </a:lnTo>
                <a:lnTo>
                  <a:pt x="4315859" y="111301"/>
                </a:lnTo>
                <a:lnTo>
                  <a:pt x="4315071" y="112575"/>
                </a:lnTo>
                <a:lnTo>
                  <a:pt x="4314344" y="113890"/>
                </a:lnTo>
                <a:lnTo>
                  <a:pt x="4313678" y="115245"/>
                </a:lnTo>
                <a:lnTo>
                  <a:pt x="4313072" y="116640"/>
                </a:lnTo>
                <a:lnTo>
                  <a:pt x="4312528" y="118075"/>
                </a:lnTo>
                <a:lnTo>
                  <a:pt x="4312045" y="119550"/>
                </a:lnTo>
                <a:lnTo>
                  <a:pt x="4311622" y="121066"/>
                </a:lnTo>
                <a:lnTo>
                  <a:pt x="4311260" y="122621"/>
                </a:lnTo>
                <a:lnTo>
                  <a:pt x="4310960" y="124217"/>
                </a:lnTo>
                <a:lnTo>
                  <a:pt x="4310720" y="125853"/>
                </a:lnTo>
                <a:lnTo>
                  <a:pt x="4310541" y="127529"/>
                </a:lnTo>
                <a:lnTo>
                  <a:pt x="4310422" y="129246"/>
                </a:lnTo>
                <a:lnTo>
                  <a:pt x="4375834" y="129246"/>
                </a:lnTo>
                <a:lnTo>
                  <a:pt x="4375834" y="144327"/>
                </a:lnTo>
                <a:close/>
                <a:moveTo>
                  <a:pt x="4489235" y="96715"/>
                </a:moveTo>
                <a:lnTo>
                  <a:pt x="4394011" y="144327"/>
                </a:lnTo>
                <a:lnTo>
                  <a:pt x="4394011" y="129182"/>
                </a:lnTo>
                <a:lnTo>
                  <a:pt x="4459160" y="96877"/>
                </a:lnTo>
                <a:lnTo>
                  <a:pt x="4394011" y="64302"/>
                </a:lnTo>
                <a:lnTo>
                  <a:pt x="4394011" y="49103"/>
                </a:lnTo>
                <a:lnTo>
                  <a:pt x="4489235" y="96715"/>
                </a:lnTo>
                <a:close/>
                <a:moveTo>
                  <a:pt x="4554936" y="88604"/>
                </a:moveTo>
                <a:lnTo>
                  <a:pt x="4553607" y="87888"/>
                </a:lnTo>
                <a:lnTo>
                  <a:pt x="4552338" y="87173"/>
                </a:lnTo>
                <a:lnTo>
                  <a:pt x="4551130" y="86462"/>
                </a:lnTo>
                <a:lnTo>
                  <a:pt x="4549982" y="85752"/>
                </a:lnTo>
                <a:lnTo>
                  <a:pt x="4548894" y="85046"/>
                </a:lnTo>
                <a:lnTo>
                  <a:pt x="4547866" y="84341"/>
                </a:lnTo>
                <a:lnTo>
                  <a:pt x="4546899" y="83639"/>
                </a:lnTo>
                <a:lnTo>
                  <a:pt x="4545992" y="82940"/>
                </a:lnTo>
                <a:lnTo>
                  <a:pt x="4545145" y="82243"/>
                </a:lnTo>
                <a:lnTo>
                  <a:pt x="4544359" y="81549"/>
                </a:lnTo>
                <a:lnTo>
                  <a:pt x="4543633" y="80857"/>
                </a:lnTo>
                <a:lnTo>
                  <a:pt x="4542967" y="80167"/>
                </a:lnTo>
                <a:lnTo>
                  <a:pt x="4542345" y="79478"/>
                </a:lnTo>
                <a:lnTo>
                  <a:pt x="4541750" y="78785"/>
                </a:lnTo>
                <a:lnTo>
                  <a:pt x="4541183" y="78089"/>
                </a:lnTo>
                <a:lnTo>
                  <a:pt x="4540643" y="77390"/>
                </a:lnTo>
                <a:lnTo>
                  <a:pt x="4540131" y="76688"/>
                </a:lnTo>
                <a:lnTo>
                  <a:pt x="4539646" y="75983"/>
                </a:lnTo>
                <a:lnTo>
                  <a:pt x="4539188" y="75275"/>
                </a:lnTo>
                <a:lnTo>
                  <a:pt x="4538758" y="74564"/>
                </a:lnTo>
                <a:lnTo>
                  <a:pt x="4538355" y="73850"/>
                </a:lnTo>
                <a:lnTo>
                  <a:pt x="4537980" y="73133"/>
                </a:lnTo>
                <a:lnTo>
                  <a:pt x="4537632" y="72413"/>
                </a:lnTo>
                <a:lnTo>
                  <a:pt x="4537311" y="71689"/>
                </a:lnTo>
                <a:lnTo>
                  <a:pt x="4537017" y="70955"/>
                </a:lnTo>
                <a:lnTo>
                  <a:pt x="4536749" y="70204"/>
                </a:lnTo>
                <a:lnTo>
                  <a:pt x="4536506" y="69434"/>
                </a:lnTo>
                <a:lnTo>
                  <a:pt x="4536288" y="68647"/>
                </a:lnTo>
                <a:lnTo>
                  <a:pt x="4536097" y="67842"/>
                </a:lnTo>
                <a:lnTo>
                  <a:pt x="4535930" y="67020"/>
                </a:lnTo>
                <a:lnTo>
                  <a:pt x="4535790" y="66179"/>
                </a:lnTo>
                <a:lnTo>
                  <a:pt x="4535675" y="65321"/>
                </a:lnTo>
                <a:lnTo>
                  <a:pt x="4535585" y="64446"/>
                </a:lnTo>
                <a:lnTo>
                  <a:pt x="4535521" y="63553"/>
                </a:lnTo>
                <a:lnTo>
                  <a:pt x="4535483" y="62641"/>
                </a:lnTo>
                <a:lnTo>
                  <a:pt x="4535470" y="61713"/>
                </a:lnTo>
                <a:lnTo>
                  <a:pt x="4535482" y="60857"/>
                </a:lnTo>
                <a:lnTo>
                  <a:pt x="4535516" y="59958"/>
                </a:lnTo>
                <a:lnTo>
                  <a:pt x="4535574" y="59017"/>
                </a:lnTo>
                <a:lnTo>
                  <a:pt x="4535655" y="58033"/>
                </a:lnTo>
                <a:lnTo>
                  <a:pt x="4535759" y="57006"/>
                </a:lnTo>
                <a:lnTo>
                  <a:pt x="4535886" y="55937"/>
                </a:lnTo>
                <a:lnTo>
                  <a:pt x="4536037" y="54826"/>
                </a:lnTo>
                <a:lnTo>
                  <a:pt x="4536210" y="53671"/>
                </a:lnTo>
                <a:lnTo>
                  <a:pt x="4536407" y="52475"/>
                </a:lnTo>
                <a:lnTo>
                  <a:pt x="4536627" y="51235"/>
                </a:lnTo>
                <a:lnTo>
                  <a:pt x="4536870" y="49953"/>
                </a:lnTo>
                <a:lnTo>
                  <a:pt x="4537136" y="48629"/>
                </a:lnTo>
                <a:lnTo>
                  <a:pt x="4539328" y="38622"/>
                </a:lnTo>
                <a:lnTo>
                  <a:pt x="4539608" y="37290"/>
                </a:lnTo>
                <a:lnTo>
                  <a:pt x="4539864" y="36016"/>
                </a:lnTo>
                <a:lnTo>
                  <a:pt x="4540095" y="34801"/>
                </a:lnTo>
                <a:lnTo>
                  <a:pt x="4540302" y="33645"/>
                </a:lnTo>
                <a:lnTo>
                  <a:pt x="4540485" y="32547"/>
                </a:lnTo>
                <a:lnTo>
                  <a:pt x="4540643" y="31508"/>
                </a:lnTo>
                <a:lnTo>
                  <a:pt x="4540777" y="30527"/>
                </a:lnTo>
                <a:lnTo>
                  <a:pt x="4540887" y="29605"/>
                </a:lnTo>
                <a:lnTo>
                  <a:pt x="4540972" y="28742"/>
                </a:lnTo>
                <a:lnTo>
                  <a:pt x="4541033" y="27937"/>
                </a:lnTo>
                <a:lnTo>
                  <a:pt x="4541069" y="27190"/>
                </a:lnTo>
                <a:lnTo>
                  <a:pt x="4541082" y="26502"/>
                </a:lnTo>
                <a:lnTo>
                  <a:pt x="4541053" y="25620"/>
                </a:lnTo>
                <a:lnTo>
                  <a:pt x="4540966" y="24761"/>
                </a:lnTo>
                <a:lnTo>
                  <a:pt x="4540821" y="23924"/>
                </a:lnTo>
                <a:lnTo>
                  <a:pt x="4540619" y="23110"/>
                </a:lnTo>
                <a:lnTo>
                  <a:pt x="4540359" y="22319"/>
                </a:lnTo>
                <a:lnTo>
                  <a:pt x="4540040" y="21550"/>
                </a:lnTo>
                <a:lnTo>
                  <a:pt x="4539664" y="20803"/>
                </a:lnTo>
                <a:lnTo>
                  <a:pt x="4539231" y="20080"/>
                </a:lnTo>
                <a:lnTo>
                  <a:pt x="4538739" y="19378"/>
                </a:lnTo>
                <a:lnTo>
                  <a:pt x="4538189" y="18700"/>
                </a:lnTo>
                <a:lnTo>
                  <a:pt x="4537582" y="18044"/>
                </a:lnTo>
                <a:lnTo>
                  <a:pt x="4536917" y="17411"/>
                </a:lnTo>
                <a:lnTo>
                  <a:pt x="4536161" y="16815"/>
                </a:lnTo>
                <a:lnTo>
                  <a:pt x="4535284" y="16270"/>
                </a:lnTo>
                <a:lnTo>
                  <a:pt x="4534283" y="15778"/>
                </a:lnTo>
                <a:lnTo>
                  <a:pt x="4533161" y="15337"/>
                </a:lnTo>
                <a:lnTo>
                  <a:pt x="4531916" y="14949"/>
                </a:lnTo>
                <a:lnTo>
                  <a:pt x="4530549" y="14612"/>
                </a:lnTo>
                <a:lnTo>
                  <a:pt x="4529059" y="14327"/>
                </a:lnTo>
                <a:lnTo>
                  <a:pt x="4527447" y="14093"/>
                </a:lnTo>
                <a:lnTo>
                  <a:pt x="4525712" y="13912"/>
                </a:lnTo>
                <a:lnTo>
                  <a:pt x="4523856" y="13782"/>
                </a:lnTo>
                <a:lnTo>
                  <a:pt x="4521876" y="13705"/>
                </a:lnTo>
                <a:lnTo>
                  <a:pt x="4519775" y="13679"/>
                </a:lnTo>
                <a:lnTo>
                  <a:pt x="4506184" y="13679"/>
                </a:lnTo>
                <a:lnTo>
                  <a:pt x="4506184" y="0"/>
                </a:lnTo>
                <a:lnTo>
                  <a:pt x="4519950" y="0"/>
                </a:lnTo>
                <a:lnTo>
                  <a:pt x="4523836" y="54"/>
                </a:lnTo>
                <a:lnTo>
                  <a:pt x="4527485" y="216"/>
                </a:lnTo>
                <a:lnTo>
                  <a:pt x="4530897" y="486"/>
                </a:lnTo>
                <a:lnTo>
                  <a:pt x="4534072" y="863"/>
                </a:lnTo>
                <a:lnTo>
                  <a:pt x="4537010" y="1349"/>
                </a:lnTo>
                <a:lnTo>
                  <a:pt x="4539712" y="1942"/>
                </a:lnTo>
                <a:lnTo>
                  <a:pt x="4542176" y="2643"/>
                </a:lnTo>
                <a:lnTo>
                  <a:pt x="4544404" y="3453"/>
                </a:lnTo>
                <a:lnTo>
                  <a:pt x="4546395" y="4370"/>
                </a:lnTo>
                <a:lnTo>
                  <a:pt x="4548149" y="5395"/>
                </a:lnTo>
                <a:lnTo>
                  <a:pt x="4549666" y="6527"/>
                </a:lnTo>
                <a:lnTo>
                  <a:pt x="4550946" y="7768"/>
                </a:lnTo>
                <a:lnTo>
                  <a:pt x="4552059" y="9076"/>
                </a:lnTo>
                <a:lnTo>
                  <a:pt x="4553076" y="10410"/>
                </a:lnTo>
                <a:lnTo>
                  <a:pt x="4553996" y="11770"/>
                </a:lnTo>
                <a:lnTo>
                  <a:pt x="4554819" y="13157"/>
                </a:lnTo>
                <a:lnTo>
                  <a:pt x="4555545" y="14569"/>
                </a:lnTo>
                <a:lnTo>
                  <a:pt x="4556174" y="16008"/>
                </a:lnTo>
                <a:lnTo>
                  <a:pt x="4556707" y="17474"/>
                </a:lnTo>
                <a:lnTo>
                  <a:pt x="4557142" y="18965"/>
                </a:lnTo>
                <a:lnTo>
                  <a:pt x="4557481" y="20482"/>
                </a:lnTo>
                <a:lnTo>
                  <a:pt x="4557723" y="22026"/>
                </a:lnTo>
                <a:lnTo>
                  <a:pt x="4557869" y="23596"/>
                </a:lnTo>
                <a:lnTo>
                  <a:pt x="4557917" y="25193"/>
                </a:lnTo>
                <a:lnTo>
                  <a:pt x="4557907" y="26075"/>
                </a:lnTo>
                <a:lnTo>
                  <a:pt x="4557878" y="26968"/>
                </a:lnTo>
                <a:lnTo>
                  <a:pt x="4557829" y="27870"/>
                </a:lnTo>
                <a:lnTo>
                  <a:pt x="4557761" y="28782"/>
                </a:lnTo>
                <a:lnTo>
                  <a:pt x="4557673" y="29703"/>
                </a:lnTo>
                <a:lnTo>
                  <a:pt x="4557566" y="30634"/>
                </a:lnTo>
                <a:lnTo>
                  <a:pt x="4557440" y="31576"/>
                </a:lnTo>
                <a:lnTo>
                  <a:pt x="4557293" y="32526"/>
                </a:lnTo>
                <a:lnTo>
                  <a:pt x="4557128" y="33487"/>
                </a:lnTo>
                <a:lnTo>
                  <a:pt x="4556943" y="34457"/>
                </a:lnTo>
                <a:lnTo>
                  <a:pt x="4556738" y="35437"/>
                </a:lnTo>
                <a:lnTo>
                  <a:pt x="4556514" y="36427"/>
                </a:lnTo>
                <a:lnTo>
                  <a:pt x="4554936" y="43450"/>
                </a:lnTo>
                <a:lnTo>
                  <a:pt x="4553445" y="51087"/>
                </a:lnTo>
                <a:lnTo>
                  <a:pt x="4552393" y="55652"/>
                </a:lnTo>
                <a:lnTo>
                  <a:pt x="4552295" y="56206"/>
                </a:lnTo>
                <a:lnTo>
                  <a:pt x="4552205" y="56756"/>
                </a:lnTo>
                <a:lnTo>
                  <a:pt x="4552124" y="57303"/>
                </a:lnTo>
                <a:lnTo>
                  <a:pt x="4552052" y="57846"/>
                </a:lnTo>
                <a:lnTo>
                  <a:pt x="4551988" y="58385"/>
                </a:lnTo>
                <a:lnTo>
                  <a:pt x="4551933" y="58921"/>
                </a:lnTo>
                <a:lnTo>
                  <a:pt x="4551886" y="59453"/>
                </a:lnTo>
                <a:lnTo>
                  <a:pt x="4551847" y="59981"/>
                </a:lnTo>
                <a:lnTo>
                  <a:pt x="4551817" y="60506"/>
                </a:lnTo>
                <a:lnTo>
                  <a:pt x="4551796" y="61027"/>
                </a:lnTo>
                <a:lnTo>
                  <a:pt x="4551783" y="61544"/>
                </a:lnTo>
                <a:lnTo>
                  <a:pt x="4551779" y="62058"/>
                </a:lnTo>
                <a:lnTo>
                  <a:pt x="4551817" y="63388"/>
                </a:lnTo>
                <a:lnTo>
                  <a:pt x="4551931" y="64686"/>
                </a:lnTo>
                <a:lnTo>
                  <a:pt x="4552122" y="65953"/>
                </a:lnTo>
                <a:lnTo>
                  <a:pt x="4552388" y="67188"/>
                </a:lnTo>
                <a:lnTo>
                  <a:pt x="4552730" y="68391"/>
                </a:lnTo>
                <a:lnTo>
                  <a:pt x="4553149" y="69563"/>
                </a:lnTo>
                <a:lnTo>
                  <a:pt x="4553644" y="70703"/>
                </a:lnTo>
                <a:lnTo>
                  <a:pt x="4554215" y="71812"/>
                </a:lnTo>
                <a:lnTo>
                  <a:pt x="4554862" y="72888"/>
                </a:lnTo>
                <a:lnTo>
                  <a:pt x="4555585" y="73933"/>
                </a:lnTo>
                <a:lnTo>
                  <a:pt x="4556384" y="74947"/>
                </a:lnTo>
                <a:lnTo>
                  <a:pt x="4557259" y="75928"/>
                </a:lnTo>
                <a:lnTo>
                  <a:pt x="4558231" y="76854"/>
                </a:lnTo>
                <a:lnTo>
                  <a:pt x="4559319" y="77698"/>
                </a:lnTo>
                <a:lnTo>
                  <a:pt x="4560523" y="78463"/>
                </a:lnTo>
                <a:lnTo>
                  <a:pt x="4561843" y="79147"/>
                </a:lnTo>
                <a:lnTo>
                  <a:pt x="4563280" y="79750"/>
                </a:lnTo>
                <a:lnTo>
                  <a:pt x="4564833" y="80273"/>
                </a:lnTo>
                <a:lnTo>
                  <a:pt x="4566502" y="80715"/>
                </a:lnTo>
                <a:lnTo>
                  <a:pt x="4568288" y="81077"/>
                </a:lnTo>
                <a:lnTo>
                  <a:pt x="4570190" y="81359"/>
                </a:lnTo>
                <a:lnTo>
                  <a:pt x="4572208" y="81560"/>
                </a:lnTo>
                <a:lnTo>
                  <a:pt x="4574343" y="81681"/>
                </a:lnTo>
                <a:lnTo>
                  <a:pt x="4576594" y="81721"/>
                </a:lnTo>
                <a:lnTo>
                  <a:pt x="4584397" y="81721"/>
                </a:lnTo>
                <a:lnTo>
                  <a:pt x="4584397" y="95400"/>
                </a:lnTo>
                <a:lnTo>
                  <a:pt x="4576594" y="95400"/>
                </a:lnTo>
                <a:lnTo>
                  <a:pt x="4574370" y="95440"/>
                </a:lnTo>
                <a:lnTo>
                  <a:pt x="4572259" y="95559"/>
                </a:lnTo>
                <a:lnTo>
                  <a:pt x="4570261" y="95758"/>
                </a:lnTo>
                <a:lnTo>
                  <a:pt x="4568376" y="96037"/>
                </a:lnTo>
                <a:lnTo>
                  <a:pt x="4566603" y="96396"/>
                </a:lnTo>
                <a:lnTo>
                  <a:pt x="4564943" y="96834"/>
                </a:lnTo>
                <a:lnTo>
                  <a:pt x="4563395" y="97352"/>
                </a:lnTo>
                <a:lnTo>
                  <a:pt x="4561960" y="97950"/>
                </a:lnTo>
                <a:lnTo>
                  <a:pt x="4560638" y="98627"/>
                </a:lnTo>
                <a:lnTo>
                  <a:pt x="4559428" y="99384"/>
                </a:lnTo>
                <a:lnTo>
                  <a:pt x="4558331" y="100221"/>
                </a:lnTo>
                <a:lnTo>
                  <a:pt x="4557347" y="101137"/>
                </a:lnTo>
                <a:lnTo>
                  <a:pt x="4556458" y="102113"/>
                </a:lnTo>
                <a:lnTo>
                  <a:pt x="4555646" y="103127"/>
                </a:lnTo>
                <a:lnTo>
                  <a:pt x="4554911" y="104179"/>
                </a:lnTo>
                <a:lnTo>
                  <a:pt x="4554254" y="105269"/>
                </a:lnTo>
                <a:lnTo>
                  <a:pt x="4553674" y="106398"/>
                </a:lnTo>
                <a:lnTo>
                  <a:pt x="4553171" y="107564"/>
                </a:lnTo>
                <a:lnTo>
                  <a:pt x="4552746" y="108770"/>
                </a:lnTo>
                <a:lnTo>
                  <a:pt x="4552398" y="110013"/>
                </a:lnTo>
                <a:lnTo>
                  <a:pt x="4552127" y="111295"/>
                </a:lnTo>
                <a:lnTo>
                  <a:pt x="4551934" y="112615"/>
                </a:lnTo>
                <a:lnTo>
                  <a:pt x="4551818" y="113973"/>
                </a:lnTo>
                <a:lnTo>
                  <a:pt x="4551779" y="115370"/>
                </a:lnTo>
                <a:lnTo>
                  <a:pt x="4551783" y="115880"/>
                </a:lnTo>
                <a:lnTo>
                  <a:pt x="4551796" y="116389"/>
                </a:lnTo>
                <a:lnTo>
                  <a:pt x="4551817" y="116897"/>
                </a:lnTo>
                <a:lnTo>
                  <a:pt x="4551847" y="117404"/>
                </a:lnTo>
                <a:lnTo>
                  <a:pt x="4551886" y="117910"/>
                </a:lnTo>
                <a:lnTo>
                  <a:pt x="4551933" y="118414"/>
                </a:lnTo>
                <a:lnTo>
                  <a:pt x="4551988" y="118917"/>
                </a:lnTo>
                <a:lnTo>
                  <a:pt x="4552052" y="119419"/>
                </a:lnTo>
                <a:lnTo>
                  <a:pt x="4552124" y="119920"/>
                </a:lnTo>
                <a:lnTo>
                  <a:pt x="4552205" y="120419"/>
                </a:lnTo>
                <a:lnTo>
                  <a:pt x="4552295" y="120917"/>
                </a:lnTo>
                <a:lnTo>
                  <a:pt x="4552393" y="121414"/>
                </a:lnTo>
                <a:lnTo>
                  <a:pt x="4553445" y="126056"/>
                </a:lnTo>
                <a:lnTo>
                  <a:pt x="4554936" y="133676"/>
                </a:lnTo>
                <a:lnTo>
                  <a:pt x="4556514" y="140683"/>
                </a:lnTo>
                <a:lnTo>
                  <a:pt x="4556738" y="141684"/>
                </a:lnTo>
                <a:lnTo>
                  <a:pt x="4556943" y="142673"/>
                </a:lnTo>
                <a:lnTo>
                  <a:pt x="4557128" y="143650"/>
                </a:lnTo>
                <a:lnTo>
                  <a:pt x="4557293" y="144615"/>
                </a:lnTo>
                <a:lnTo>
                  <a:pt x="4557440" y="145568"/>
                </a:lnTo>
                <a:lnTo>
                  <a:pt x="4557566" y="146508"/>
                </a:lnTo>
                <a:lnTo>
                  <a:pt x="4557673" y="147436"/>
                </a:lnTo>
                <a:lnTo>
                  <a:pt x="4557761" y="148353"/>
                </a:lnTo>
                <a:lnTo>
                  <a:pt x="4557829" y="149257"/>
                </a:lnTo>
                <a:lnTo>
                  <a:pt x="4557878" y="150148"/>
                </a:lnTo>
                <a:lnTo>
                  <a:pt x="4557907" y="151028"/>
                </a:lnTo>
                <a:lnTo>
                  <a:pt x="4557917" y="151895"/>
                </a:lnTo>
                <a:lnTo>
                  <a:pt x="4557869" y="153501"/>
                </a:lnTo>
                <a:lnTo>
                  <a:pt x="4557723" y="155079"/>
                </a:lnTo>
                <a:lnTo>
                  <a:pt x="4557481" y="156628"/>
                </a:lnTo>
                <a:lnTo>
                  <a:pt x="4557142" y="158148"/>
                </a:lnTo>
                <a:lnTo>
                  <a:pt x="4556707" y="159640"/>
                </a:lnTo>
                <a:lnTo>
                  <a:pt x="4556174" y="161103"/>
                </a:lnTo>
                <a:lnTo>
                  <a:pt x="4555545" y="162537"/>
                </a:lnTo>
                <a:lnTo>
                  <a:pt x="4554819" y="163943"/>
                </a:lnTo>
                <a:lnTo>
                  <a:pt x="4553996" y="165321"/>
                </a:lnTo>
                <a:lnTo>
                  <a:pt x="4553076" y="166669"/>
                </a:lnTo>
                <a:lnTo>
                  <a:pt x="4552059" y="167990"/>
                </a:lnTo>
                <a:lnTo>
                  <a:pt x="4550946" y="169281"/>
                </a:lnTo>
                <a:lnTo>
                  <a:pt x="4549666" y="170505"/>
                </a:lnTo>
                <a:lnTo>
                  <a:pt x="4548149" y="171623"/>
                </a:lnTo>
                <a:lnTo>
                  <a:pt x="4546395" y="172634"/>
                </a:lnTo>
                <a:lnTo>
                  <a:pt x="4544404" y="173539"/>
                </a:lnTo>
                <a:lnTo>
                  <a:pt x="4542176" y="174337"/>
                </a:lnTo>
                <a:lnTo>
                  <a:pt x="4539712" y="175029"/>
                </a:lnTo>
                <a:lnTo>
                  <a:pt x="4537010" y="175615"/>
                </a:lnTo>
                <a:lnTo>
                  <a:pt x="4534072" y="176094"/>
                </a:lnTo>
                <a:lnTo>
                  <a:pt x="4530897" y="176466"/>
                </a:lnTo>
                <a:lnTo>
                  <a:pt x="4527485" y="176732"/>
                </a:lnTo>
                <a:lnTo>
                  <a:pt x="4523836" y="176892"/>
                </a:lnTo>
                <a:lnTo>
                  <a:pt x="4519950" y="176945"/>
                </a:lnTo>
                <a:lnTo>
                  <a:pt x="4506184" y="176945"/>
                </a:lnTo>
                <a:lnTo>
                  <a:pt x="4506184" y="163267"/>
                </a:lnTo>
                <a:lnTo>
                  <a:pt x="4519775" y="163267"/>
                </a:lnTo>
                <a:lnTo>
                  <a:pt x="4521876" y="163241"/>
                </a:lnTo>
                <a:lnTo>
                  <a:pt x="4523856" y="163164"/>
                </a:lnTo>
                <a:lnTo>
                  <a:pt x="4525712" y="163035"/>
                </a:lnTo>
                <a:lnTo>
                  <a:pt x="4527447" y="162855"/>
                </a:lnTo>
                <a:lnTo>
                  <a:pt x="4529059" y="162623"/>
                </a:lnTo>
                <a:lnTo>
                  <a:pt x="4530549" y="162340"/>
                </a:lnTo>
                <a:lnTo>
                  <a:pt x="4531916" y="162005"/>
                </a:lnTo>
                <a:lnTo>
                  <a:pt x="4533161" y="161619"/>
                </a:lnTo>
                <a:lnTo>
                  <a:pt x="4534283" y="161181"/>
                </a:lnTo>
                <a:lnTo>
                  <a:pt x="4535284" y="160692"/>
                </a:lnTo>
                <a:lnTo>
                  <a:pt x="4536161" y="160151"/>
                </a:lnTo>
                <a:lnTo>
                  <a:pt x="4536917" y="159559"/>
                </a:lnTo>
                <a:lnTo>
                  <a:pt x="4537582" y="158930"/>
                </a:lnTo>
                <a:lnTo>
                  <a:pt x="4538189" y="158276"/>
                </a:lnTo>
                <a:lnTo>
                  <a:pt x="4538739" y="157599"/>
                </a:lnTo>
                <a:lnTo>
                  <a:pt x="4539231" y="156899"/>
                </a:lnTo>
                <a:lnTo>
                  <a:pt x="4539664" y="156174"/>
                </a:lnTo>
                <a:lnTo>
                  <a:pt x="4540040" y="155427"/>
                </a:lnTo>
                <a:lnTo>
                  <a:pt x="4540359" y="154655"/>
                </a:lnTo>
                <a:lnTo>
                  <a:pt x="4540619" y="153860"/>
                </a:lnTo>
                <a:lnTo>
                  <a:pt x="4540821" y="153041"/>
                </a:lnTo>
                <a:lnTo>
                  <a:pt x="4540966" y="152199"/>
                </a:lnTo>
                <a:lnTo>
                  <a:pt x="4541053" y="151333"/>
                </a:lnTo>
                <a:lnTo>
                  <a:pt x="4541082" y="150443"/>
                </a:lnTo>
                <a:lnTo>
                  <a:pt x="4541069" y="149774"/>
                </a:lnTo>
                <a:lnTo>
                  <a:pt x="4541033" y="149045"/>
                </a:lnTo>
                <a:lnTo>
                  <a:pt x="4540972" y="148258"/>
                </a:lnTo>
                <a:lnTo>
                  <a:pt x="4540887" y="147410"/>
                </a:lnTo>
                <a:lnTo>
                  <a:pt x="4540777" y="146504"/>
                </a:lnTo>
                <a:lnTo>
                  <a:pt x="4540643" y="145538"/>
                </a:lnTo>
                <a:lnTo>
                  <a:pt x="4540485" y="144512"/>
                </a:lnTo>
                <a:lnTo>
                  <a:pt x="4540302" y="143427"/>
                </a:lnTo>
                <a:lnTo>
                  <a:pt x="4540095" y="142283"/>
                </a:lnTo>
                <a:lnTo>
                  <a:pt x="4539864" y="141079"/>
                </a:lnTo>
                <a:lnTo>
                  <a:pt x="4539608" y="139816"/>
                </a:lnTo>
                <a:lnTo>
                  <a:pt x="4539328" y="138493"/>
                </a:lnTo>
                <a:lnTo>
                  <a:pt x="4537136" y="128508"/>
                </a:lnTo>
                <a:lnTo>
                  <a:pt x="4536870" y="127187"/>
                </a:lnTo>
                <a:lnTo>
                  <a:pt x="4536627" y="125907"/>
                </a:lnTo>
                <a:lnTo>
                  <a:pt x="4536407" y="124670"/>
                </a:lnTo>
                <a:lnTo>
                  <a:pt x="4536210" y="123476"/>
                </a:lnTo>
                <a:lnTo>
                  <a:pt x="4536037" y="122324"/>
                </a:lnTo>
                <a:lnTo>
                  <a:pt x="4535886" y="121214"/>
                </a:lnTo>
                <a:lnTo>
                  <a:pt x="4535759" y="120147"/>
                </a:lnTo>
                <a:lnTo>
                  <a:pt x="4535655" y="119123"/>
                </a:lnTo>
                <a:lnTo>
                  <a:pt x="4535574" y="118141"/>
                </a:lnTo>
                <a:lnTo>
                  <a:pt x="4535516" y="117201"/>
                </a:lnTo>
                <a:lnTo>
                  <a:pt x="4535482" y="116304"/>
                </a:lnTo>
                <a:lnTo>
                  <a:pt x="4535470" y="115449"/>
                </a:lnTo>
                <a:lnTo>
                  <a:pt x="4535483" y="114522"/>
                </a:lnTo>
                <a:lnTo>
                  <a:pt x="4535521" y="113613"/>
                </a:lnTo>
                <a:lnTo>
                  <a:pt x="4535585" y="112721"/>
                </a:lnTo>
                <a:lnTo>
                  <a:pt x="4535675" y="111847"/>
                </a:lnTo>
                <a:lnTo>
                  <a:pt x="4535790" y="110991"/>
                </a:lnTo>
                <a:lnTo>
                  <a:pt x="4535930" y="110152"/>
                </a:lnTo>
                <a:lnTo>
                  <a:pt x="4536097" y="109331"/>
                </a:lnTo>
                <a:lnTo>
                  <a:pt x="4536288" y="108528"/>
                </a:lnTo>
                <a:lnTo>
                  <a:pt x="4536506" y="107742"/>
                </a:lnTo>
                <a:lnTo>
                  <a:pt x="4536749" y="106974"/>
                </a:lnTo>
                <a:lnTo>
                  <a:pt x="4537017" y="106224"/>
                </a:lnTo>
                <a:lnTo>
                  <a:pt x="4537311" y="105491"/>
                </a:lnTo>
                <a:lnTo>
                  <a:pt x="4537632" y="104769"/>
                </a:lnTo>
                <a:lnTo>
                  <a:pt x="4537980" y="104050"/>
                </a:lnTo>
                <a:lnTo>
                  <a:pt x="4538355" y="103334"/>
                </a:lnTo>
                <a:lnTo>
                  <a:pt x="4538758" y="102621"/>
                </a:lnTo>
                <a:lnTo>
                  <a:pt x="4539188" y="101911"/>
                </a:lnTo>
                <a:lnTo>
                  <a:pt x="4539646" y="101204"/>
                </a:lnTo>
                <a:lnTo>
                  <a:pt x="4540131" y="100500"/>
                </a:lnTo>
                <a:lnTo>
                  <a:pt x="4540643" y="99799"/>
                </a:lnTo>
                <a:lnTo>
                  <a:pt x="4541183" y="99102"/>
                </a:lnTo>
                <a:lnTo>
                  <a:pt x="4541750" y="98407"/>
                </a:lnTo>
                <a:lnTo>
                  <a:pt x="4542345" y="97716"/>
                </a:lnTo>
                <a:lnTo>
                  <a:pt x="4542967" y="97027"/>
                </a:lnTo>
                <a:lnTo>
                  <a:pt x="4543633" y="96339"/>
                </a:lnTo>
                <a:lnTo>
                  <a:pt x="4544359" y="95648"/>
                </a:lnTo>
                <a:lnTo>
                  <a:pt x="4545145" y="94954"/>
                </a:lnTo>
                <a:lnTo>
                  <a:pt x="4545992" y="94259"/>
                </a:lnTo>
                <a:lnTo>
                  <a:pt x="4546899" y="93560"/>
                </a:lnTo>
                <a:lnTo>
                  <a:pt x="4547866" y="92860"/>
                </a:lnTo>
                <a:lnTo>
                  <a:pt x="4548894" y="92156"/>
                </a:lnTo>
                <a:lnTo>
                  <a:pt x="4549982" y="91451"/>
                </a:lnTo>
                <a:lnTo>
                  <a:pt x="4551130" y="90743"/>
                </a:lnTo>
                <a:lnTo>
                  <a:pt x="4552338" y="90032"/>
                </a:lnTo>
                <a:lnTo>
                  <a:pt x="4553607" y="89320"/>
                </a:lnTo>
                <a:lnTo>
                  <a:pt x="4554936" y="88604"/>
                </a:lnTo>
                <a:close/>
                <a:moveTo>
                  <a:pt x="4703936" y="96715"/>
                </a:moveTo>
                <a:lnTo>
                  <a:pt x="4608711" y="144327"/>
                </a:lnTo>
                <a:lnTo>
                  <a:pt x="4608711" y="129182"/>
                </a:lnTo>
                <a:lnTo>
                  <a:pt x="4673860" y="96877"/>
                </a:lnTo>
                <a:lnTo>
                  <a:pt x="4608711" y="64302"/>
                </a:lnTo>
                <a:lnTo>
                  <a:pt x="4608711" y="49103"/>
                </a:lnTo>
                <a:lnTo>
                  <a:pt x="4703936" y="96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Original vector context 11">
            <a:extLst xmlns:a="http://schemas.openxmlformats.org/drawingml/2006/main">
              <a:ext uri="{FF2B5EF4-FFF2-40B4-BE49-F238E27FC236}">
                <a16:creationId xmlns:a16="http://schemas.microsoft.com/office/drawing/2014/main" id="{BB7E17C4-CC99-48D7-A324-DFF8F0EE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11" y="1143079"/>
            <a:ext cx="2638419" cy="176945"/>
          </a:xfrm>
          <a:custGeom xmlns:a="http://schemas.openxmlformats.org/drawingml/2006/main">
            <a:pathLst>
              <a:path w="2638419" h="176945">
                <a:moveTo>
                  <a:pt x="14292" y="148536"/>
                </a:moveTo>
                <a:lnTo>
                  <a:pt x="13325" y="148507"/>
                </a:lnTo>
                <a:lnTo>
                  <a:pt x="12380" y="148419"/>
                </a:lnTo>
                <a:lnTo>
                  <a:pt x="11459" y="148273"/>
                </a:lnTo>
                <a:lnTo>
                  <a:pt x="10561" y="148068"/>
                </a:lnTo>
                <a:lnTo>
                  <a:pt x="9686" y="147805"/>
                </a:lnTo>
                <a:lnTo>
                  <a:pt x="8834" y="147484"/>
                </a:lnTo>
                <a:lnTo>
                  <a:pt x="8005" y="147104"/>
                </a:lnTo>
                <a:lnTo>
                  <a:pt x="7200" y="146665"/>
                </a:lnTo>
                <a:lnTo>
                  <a:pt x="6417" y="146168"/>
                </a:lnTo>
                <a:lnTo>
                  <a:pt x="5658" y="145613"/>
                </a:lnTo>
                <a:lnTo>
                  <a:pt x="4922" y="144999"/>
                </a:lnTo>
                <a:lnTo>
                  <a:pt x="4209" y="144327"/>
                </a:lnTo>
                <a:lnTo>
                  <a:pt x="3537" y="143614"/>
                </a:lnTo>
                <a:lnTo>
                  <a:pt x="2923" y="142878"/>
                </a:lnTo>
                <a:lnTo>
                  <a:pt x="2367" y="142119"/>
                </a:lnTo>
                <a:lnTo>
                  <a:pt x="1871" y="141336"/>
                </a:lnTo>
                <a:lnTo>
                  <a:pt x="1432" y="140530"/>
                </a:lnTo>
                <a:lnTo>
                  <a:pt x="1052" y="139702"/>
                </a:lnTo>
                <a:lnTo>
                  <a:pt x="731" y="138850"/>
                </a:lnTo>
                <a:lnTo>
                  <a:pt x="468" y="137975"/>
                </a:lnTo>
                <a:lnTo>
                  <a:pt x="263" y="137077"/>
                </a:lnTo>
                <a:lnTo>
                  <a:pt x="117" y="136155"/>
                </a:lnTo>
                <a:lnTo>
                  <a:pt x="29" y="135211"/>
                </a:lnTo>
                <a:lnTo>
                  <a:pt x="0" y="134243"/>
                </a:lnTo>
                <a:lnTo>
                  <a:pt x="30" y="133262"/>
                </a:lnTo>
                <a:lnTo>
                  <a:pt x="118" y="132306"/>
                </a:lnTo>
                <a:lnTo>
                  <a:pt x="266" y="131375"/>
                </a:lnTo>
                <a:lnTo>
                  <a:pt x="473" y="130468"/>
                </a:lnTo>
                <a:lnTo>
                  <a:pt x="738" y="129587"/>
                </a:lnTo>
                <a:lnTo>
                  <a:pt x="1063" y="128730"/>
                </a:lnTo>
                <a:lnTo>
                  <a:pt x="1447" y="127899"/>
                </a:lnTo>
                <a:lnTo>
                  <a:pt x="1890" y="127092"/>
                </a:lnTo>
                <a:lnTo>
                  <a:pt x="2392" y="126311"/>
                </a:lnTo>
                <a:lnTo>
                  <a:pt x="2953" y="125554"/>
                </a:lnTo>
                <a:lnTo>
                  <a:pt x="3573" y="124823"/>
                </a:lnTo>
                <a:lnTo>
                  <a:pt x="4253" y="124116"/>
                </a:lnTo>
                <a:lnTo>
                  <a:pt x="4972" y="123451"/>
                </a:lnTo>
                <a:lnTo>
                  <a:pt x="5713" y="122843"/>
                </a:lnTo>
                <a:lnTo>
                  <a:pt x="6475" y="122294"/>
                </a:lnTo>
                <a:lnTo>
                  <a:pt x="7258" y="121802"/>
                </a:lnTo>
                <a:lnTo>
                  <a:pt x="8063" y="121368"/>
                </a:lnTo>
                <a:lnTo>
                  <a:pt x="8889" y="120992"/>
                </a:lnTo>
                <a:lnTo>
                  <a:pt x="9736" y="120674"/>
                </a:lnTo>
                <a:lnTo>
                  <a:pt x="10605" y="120414"/>
                </a:lnTo>
                <a:lnTo>
                  <a:pt x="11495" y="120211"/>
                </a:lnTo>
                <a:lnTo>
                  <a:pt x="12406" y="120067"/>
                </a:lnTo>
                <a:lnTo>
                  <a:pt x="13339" y="119980"/>
                </a:lnTo>
                <a:lnTo>
                  <a:pt x="14292" y="119951"/>
                </a:lnTo>
                <a:lnTo>
                  <a:pt x="15246" y="119980"/>
                </a:lnTo>
                <a:lnTo>
                  <a:pt x="16179" y="120067"/>
                </a:lnTo>
                <a:lnTo>
                  <a:pt x="17090" y="120211"/>
                </a:lnTo>
                <a:lnTo>
                  <a:pt x="17980" y="120414"/>
                </a:lnTo>
                <a:lnTo>
                  <a:pt x="18849" y="120674"/>
                </a:lnTo>
                <a:lnTo>
                  <a:pt x="19696" y="120992"/>
                </a:lnTo>
                <a:lnTo>
                  <a:pt x="20522" y="121368"/>
                </a:lnTo>
                <a:lnTo>
                  <a:pt x="21327" y="121802"/>
                </a:lnTo>
                <a:lnTo>
                  <a:pt x="22110" y="122294"/>
                </a:lnTo>
                <a:lnTo>
                  <a:pt x="22872" y="122843"/>
                </a:lnTo>
                <a:lnTo>
                  <a:pt x="23613" y="123451"/>
                </a:lnTo>
                <a:lnTo>
                  <a:pt x="24332" y="124116"/>
                </a:lnTo>
                <a:lnTo>
                  <a:pt x="25011" y="124823"/>
                </a:lnTo>
                <a:lnTo>
                  <a:pt x="25632" y="125554"/>
                </a:lnTo>
                <a:lnTo>
                  <a:pt x="26193" y="126311"/>
                </a:lnTo>
                <a:lnTo>
                  <a:pt x="26695" y="127092"/>
                </a:lnTo>
                <a:lnTo>
                  <a:pt x="27138" y="127899"/>
                </a:lnTo>
                <a:lnTo>
                  <a:pt x="27522" y="128730"/>
                </a:lnTo>
                <a:lnTo>
                  <a:pt x="27847" y="129587"/>
                </a:lnTo>
                <a:lnTo>
                  <a:pt x="28112" y="130468"/>
                </a:lnTo>
                <a:lnTo>
                  <a:pt x="28319" y="131375"/>
                </a:lnTo>
                <a:lnTo>
                  <a:pt x="28467" y="132306"/>
                </a:lnTo>
                <a:lnTo>
                  <a:pt x="28555" y="133262"/>
                </a:lnTo>
                <a:lnTo>
                  <a:pt x="28585" y="134243"/>
                </a:lnTo>
                <a:lnTo>
                  <a:pt x="28556" y="135211"/>
                </a:lnTo>
                <a:lnTo>
                  <a:pt x="28468" y="136155"/>
                </a:lnTo>
                <a:lnTo>
                  <a:pt x="28322" y="137077"/>
                </a:lnTo>
                <a:lnTo>
                  <a:pt x="28117" y="137975"/>
                </a:lnTo>
                <a:lnTo>
                  <a:pt x="27854" y="138850"/>
                </a:lnTo>
                <a:lnTo>
                  <a:pt x="27533" y="139702"/>
                </a:lnTo>
                <a:lnTo>
                  <a:pt x="27153" y="140530"/>
                </a:lnTo>
                <a:lnTo>
                  <a:pt x="26714" y="141336"/>
                </a:lnTo>
                <a:lnTo>
                  <a:pt x="26217" y="142119"/>
                </a:lnTo>
                <a:lnTo>
                  <a:pt x="25662" y="142878"/>
                </a:lnTo>
                <a:lnTo>
                  <a:pt x="25048" y="143614"/>
                </a:lnTo>
                <a:lnTo>
                  <a:pt x="24376" y="144327"/>
                </a:lnTo>
                <a:lnTo>
                  <a:pt x="23663" y="144999"/>
                </a:lnTo>
                <a:lnTo>
                  <a:pt x="22927" y="145613"/>
                </a:lnTo>
                <a:lnTo>
                  <a:pt x="22167" y="146168"/>
                </a:lnTo>
                <a:lnTo>
                  <a:pt x="21385" y="146665"/>
                </a:lnTo>
                <a:lnTo>
                  <a:pt x="20579" y="147104"/>
                </a:lnTo>
                <a:lnTo>
                  <a:pt x="19751" y="147484"/>
                </a:lnTo>
                <a:lnTo>
                  <a:pt x="18899" y="147805"/>
                </a:lnTo>
                <a:lnTo>
                  <a:pt x="18024" y="148068"/>
                </a:lnTo>
                <a:lnTo>
                  <a:pt x="17126" y="148273"/>
                </a:lnTo>
                <a:lnTo>
                  <a:pt x="16204" y="148419"/>
                </a:lnTo>
                <a:lnTo>
                  <a:pt x="15260" y="148507"/>
                </a:lnTo>
                <a:lnTo>
                  <a:pt x="14292" y="148536"/>
                </a:lnTo>
                <a:moveTo>
                  <a:pt x="14292" y="72251"/>
                </a:moveTo>
                <a:lnTo>
                  <a:pt x="13325" y="72222"/>
                </a:lnTo>
                <a:lnTo>
                  <a:pt x="12380" y="72134"/>
                </a:lnTo>
                <a:lnTo>
                  <a:pt x="11459" y="71988"/>
                </a:lnTo>
                <a:lnTo>
                  <a:pt x="10561" y="71784"/>
                </a:lnTo>
                <a:lnTo>
                  <a:pt x="9686" y="71521"/>
                </a:lnTo>
                <a:lnTo>
                  <a:pt x="8834" y="71199"/>
                </a:lnTo>
                <a:lnTo>
                  <a:pt x="8005" y="70819"/>
                </a:lnTo>
                <a:lnTo>
                  <a:pt x="7200" y="70381"/>
                </a:lnTo>
                <a:lnTo>
                  <a:pt x="6417" y="69884"/>
                </a:lnTo>
                <a:lnTo>
                  <a:pt x="5658" y="69328"/>
                </a:lnTo>
                <a:lnTo>
                  <a:pt x="4922" y="68715"/>
                </a:lnTo>
                <a:lnTo>
                  <a:pt x="4209" y="68042"/>
                </a:lnTo>
                <a:lnTo>
                  <a:pt x="3537" y="67329"/>
                </a:lnTo>
                <a:lnTo>
                  <a:pt x="2923" y="66593"/>
                </a:lnTo>
                <a:lnTo>
                  <a:pt x="2367" y="65834"/>
                </a:lnTo>
                <a:lnTo>
                  <a:pt x="1871" y="65051"/>
                </a:lnTo>
                <a:lnTo>
                  <a:pt x="1432" y="64246"/>
                </a:lnTo>
                <a:lnTo>
                  <a:pt x="1052" y="63417"/>
                </a:lnTo>
                <a:lnTo>
                  <a:pt x="731" y="62565"/>
                </a:lnTo>
                <a:lnTo>
                  <a:pt x="468" y="61690"/>
                </a:lnTo>
                <a:lnTo>
                  <a:pt x="263" y="60792"/>
                </a:lnTo>
                <a:lnTo>
                  <a:pt x="117" y="59871"/>
                </a:lnTo>
                <a:lnTo>
                  <a:pt x="29" y="58926"/>
                </a:lnTo>
                <a:lnTo>
                  <a:pt x="0" y="57959"/>
                </a:lnTo>
                <a:lnTo>
                  <a:pt x="30" y="56978"/>
                </a:lnTo>
                <a:lnTo>
                  <a:pt x="118" y="56021"/>
                </a:lnTo>
                <a:lnTo>
                  <a:pt x="266" y="55090"/>
                </a:lnTo>
                <a:lnTo>
                  <a:pt x="473" y="54184"/>
                </a:lnTo>
                <a:lnTo>
                  <a:pt x="738" y="53302"/>
                </a:lnTo>
                <a:lnTo>
                  <a:pt x="1063" y="52446"/>
                </a:lnTo>
                <a:lnTo>
                  <a:pt x="1447" y="51614"/>
                </a:lnTo>
                <a:lnTo>
                  <a:pt x="1890" y="50808"/>
                </a:lnTo>
                <a:lnTo>
                  <a:pt x="2392" y="50026"/>
                </a:lnTo>
                <a:lnTo>
                  <a:pt x="2953" y="49270"/>
                </a:lnTo>
                <a:lnTo>
                  <a:pt x="3573" y="48538"/>
                </a:lnTo>
                <a:lnTo>
                  <a:pt x="4253" y="47831"/>
                </a:lnTo>
                <a:lnTo>
                  <a:pt x="4972" y="47166"/>
                </a:lnTo>
                <a:lnTo>
                  <a:pt x="5713" y="46559"/>
                </a:lnTo>
                <a:lnTo>
                  <a:pt x="6475" y="46009"/>
                </a:lnTo>
                <a:lnTo>
                  <a:pt x="7258" y="45517"/>
                </a:lnTo>
                <a:lnTo>
                  <a:pt x="8063" y="45084"/>
                </a:lnTo>
                <a:lnTo>
                  <a:pt x="8889" y="44708"/>
                </a:lnTo>
                <a:lnTo>
                  <a:pt x="9736" y="44389"/>
                </a:lnTo>
                <a:lnTo>
                  <a:pt x="10605" y="44129"/>
                </a:lnTo>
                <a:lnTo>
                  <a:pt x="11495" y="43927"/>
                </a:lnTo>
                <a:lnTo>
                  <a:pt x="12406" y="43782"/>
                </a:lnTo>
                <a:lnTo>
                  <a:pt x="13339" y="43695"/>
                </a:lnTo>
                <a:lnTo>
                  <a:pt x="14292" y="43666"/>
                </a:lnTo>
                <a:lnTo>
                  <a:pt x="15246" y="43695"/>
                </a:lnTo>
                <a:lnTo>
                  <a:pt x="16179" y="43782"/>
                </a:lnTo>
                <a:lnTo>
                  <a:pt x="17090" y="43927"/>
                </a:lnTo>
                <a:lnTo>
                  <a:pt x="17980" y="44129"/>
                </a:lnTo>
                <a:lnTo>
                  <a:pt x="18849" y="44389"/>
                </a:lnTo>
                <a:lnTo>
                  <a:pt x="19696" y="44708"/>
                </a:lnTo>
                <a:lnTo>
                  <a:pt x="20522" y="45084"/>
                </a:lnTo>
                <a:lnTo>
                  <a:pt x="21327" y="45517"/>
                </a:lnTo>
                <a:lnTo>
                  <a:pt x="22110" y="46009"/>
                </a:lnTo>
                <a:lnTo>
                  <a:pt x="22872" y="46559"/>
                </a:lnTo>
                <a:lnTo>
                  <a:pt x="23613" y="47166"/>
                </a:lnTo>
                <a:lnTo>
                  <a:pt x="24332" y="47831"/>
                </a:lnTo>
                <a:lnTo>
                  <a:pt x="25011" y="48538"/>
                </a:lnTo>
                <a:lnTo>
                  <a:pt x="25632" y="49270"/>
                </a:lnTo>
                <a:lnTo>
                  <a:pt x="26193" y="50026"/>
                </a:lnTo>
                <a:lnTo>
                  <a:pt x="26695" y="50808"/>
                </a:lnTo>
                <a:lnTo>
                  <a:pt x="27138" y="51614"/>
                </a:lnTo>
                <a:lnTo>
                  <a:pt x="27522" y="52446"/>
                </a:lnTo>
                <a:lnTo>
                  <a:pt x="27847" y="53302"/>
                </a:lnTo>
                <a:lnTo>
                  <a:pt x="28112" y="54184"/>
                </a:lnTo>
                <a:lnTo>
                  <a:pt x="28319" y="55090"/>
                </a:lnTo>
                <a:lnTo>
                  <a:pt x="28467" y="56021"/>
                </a:lnTo>
                <a:lnTo>
                  <a:pt x="28555" y="56978"/>
                </a:lnTo>
                <a:lnTo>
                  <a:pt x="28585" y="57959"/>
                </a:lnTo>
                <a:lnTo>
                  <a:pt x="28556" y="58926"/>
                </a:lnTo>
                <a:lnTo>
                  <a:pt x="28468" y="59871"/>
                </a:lnTo>
                <a:lnTo>
                  <a:pt x="28322" y="60792"/>
                </a:lnTo>
                <a:lnTo>
                  <a:pt x="28117" y="61690"/>
                </a:lnTo>
                <a:lnTo>
                  <a:pt x="27854" y="62565"/>
                </a:lnTo>
                <a:lnTo>
                  <a:pt x="27533" y="63417"/>
                </a:lnTo>
                <a:lnTo>
                  <a:pt x="27153" y="64246"/>
                </a:lnTo>
                <a:lnTo>
                  <a:pt x="26714" y="65051"/>
                </a:lnTo>
                <a:lnTo>
                  <a:pt x="26217" y="65834"/>
                </a:lnTo>
                <a:lnTo>
                  <a:pt x="25662" y="66593"/>
                </a:lnTo>
                <a:lnTo>
                  <a:pt x="25048" y="67329"/>
                </a:lnTo>
                <a:lnTo>
                  <a:pt x="24376" y="68042"/>
                </a:lnTo>
                <a:lnTo>
                  <a:pt x="23663" y="68715"/>
                </a:lnTo>
                <a:lnTo>
                  <a:pt x="22927" y="69328"/>
                </a:lnTo>
                <a:lnTo>
                  <a:pt x="22167" y="69884"/>
                </a:lnTo>
                <a:lnTo>
                  <a:pt x="21385" y="70381"/>
                </a:lnTo>
                <a:lnTo>
                  <a:pt x="20579" y="70819"/>
                </a:lnTo>
                <a:lnTo>
                  <a:pt x="19751" y="71199"/>
                </a:lnTo>
                <a:lnTo>
                  <a:pt x="18899" y="71521"/>
                </a:lnTo>
                <a:lnTo>
                  <a:pt x="18024" y="71784"/>
                </a:lnTo>
                <a:lnTo>
                  <a:pt x="17126" y="71988"/>
                </a:lnTo>
                <a:lnTo>
                  <a:pt x="16204" y="72134"/>
                </a:lnTo>
                <a:lnTo>
                  <a:pt x="15260" y="72222"/>
                </a:lnTo>
                <a:lnTo>
                  <a:pt x="14292" y="72251"/>
                </a:lnTo>
                <a:close/>
                <a:moveTo>
                  <a:pt x="269152" y="176945"/>
                </a:moveTo>
                <a:lnTo>
                  <a:pt x="265157" y="176622"/>
                </a:lnTo>
                <a:lnTo>
                  <a:pt x="261268" y="176150"/>
                </a:lnTo>
                <a:lnTo>
                  <a:pt x="257485" y="175528"/>
                </a:lnTo>
                <a:lnTo>
                  <a:pt x="253808" y="174757"/>
                </a:lnTo>
                <a:lnTo>
                  <a:pt x="250236" y="173837"/>
                </a:lnTo>
                <a:lnTo>
                  <a:pt x="246771" y="172767"/>
                </a:lnTo>
                <a:lnTo>
                  <a:pt x="243412" y="171548"/>
                </a:lnTo>
                <a:lnTo>
                  <a:pt x="240158" y="170180"/>
                </a:lnTo>
                <a:lnTo>
                  <a:pt x="237011" y="168663"/>
                </a:lnTo>
                <a:lnTo>
                  <a:pt x="233969" y="166996"/>
                </a:lnTo>
                <a:lnTo>
                  <a:pt x="231034" y="165180"/>
                </a:lnTo>
                <a:lnTo>
                  <a:pt x="228204" y="163215"/>
                </a:lnTo>
                <a:lnTo>
                  <a:pt x="225474" y="161116"/>
                </a:lnTo>
                <a:lnTo>
                  <a:pt x="222837" y="158898"/>
                </a:lnTo>
                <a:lnTo>
                  <a:pt x="220293" y="156561"/>
                </a:lnTo>
                <a:lnTo>
                  <a:pt x="217843" y="154106"/>
                </a:lnTo>
                <a:lnTo>
                  <a:pt x="215485" y="151532"/>
                </a:lnTo>
                <a:lnTo>
                  <a:pt x="213221" y="148839"/>
                </a:lnTo>
                <a:lnTo>
                  <a:pt x="211050" y="146028"/>
                </a:lnTo>
                <a:lnTo>
                  <a:pt x="208972" y="143097"/>
                </a:lnTo>
                <a:lnTo>
                  <a:pt x="206987" y="140048"/>
                </a:lnTo>
                <a:lnTo>
                  <a:pt x="205096" y="136880"/>
                </a:lnTo>
                <a:lnTo>
                  <a:pt x="203297" y="133594"/>
                </a:lnTo>
                <a:lnTo>
                  <a:pt x="201592" y="130188"/>
                </a:lnTo>
                <a:lnTo>
                  <a:pt x="200003" y="126722"/>
                </a:lnTo>
                <a:lnTo>
                  <a:pt x="198551" y="123255"/>
                </a:lnTo>
                <a:lnTo>
                  <a:pt x="197238" y="119787"/>
                </a:lnTo>
                <a:lnTo>
                  <a:pt x="196063" y="116317"/>
                </a:lnTo>
                <a:lnTo>
                  <a:pt x="195027" y="112846"/>
                </a:lnTo>
                <a:lnTo>
                  <a:pt x="194128" y="109374"/>
                </a:lnTo>
                <a:lnTo>
                  <a:pt x="193368" y="105901"/>
                </a:lnTo>
                <a:lnTo>
                  <a:pt x="192746" y="102427"/>
                </a:lnTo>
                <a:lnTo>
                  <a:pt x="192262" y="98951"/>
                </a:lnTo>
                <a:lnTo>
                  <a:pt x="191917" y="95474"/>
                </a:lnTo>
                <a:lnTo>
                  <a:pt x="191709" y="91996"/>
                </a:lnTo>
                <a:lnTo>
                  <a:pt x="191640" y="88517"/>
                </a:lnTo>
                <a:lnTo>
                  <a:pt x="191709" y="85037"/>
                </a:lnTo>
                <a:lnTo>
                  <a:pt x="191917" y="81559"/>
                </a:lnTo>
                <a:lnTo>
                  <a:pt x="192262" y="78082"/>
                </a:lnTo>
                <a:lnTo>
                  <a:pt x="192746" y="74607"/>
                </a:lnTo>
                <a:lnTo>
                  <a:pt x="193368" y="71133"/>
                </a:lnTo>
                <a:lnTo>
                  <a:pt x="194128" y="67659"/>
                </a:lnTo>
                <a:lnTo>
                  <a:pt x="195027" y="64188"/>
                </a:lnTo>
                <a:lnTo>
                  <a:pt x="196063" y="60717"/>
                </a:lnTo>
                <a:lnTo>
                  <a:pt x="197238" y="57248"/>
                </a:lnTo>
                <a:lnTo>
                  <a:pt x="198551" y="53780"/>
                </a:lnTo>
                <a:lnTo>
                  <a:pt x="200003" y="50313"/>
                </a:lnTo>
                <a:lnTo>
                  <a:pt x="201592" y="46848"/>
                </a:lnTo>
                <a:lnTo>
                  <a:pt x="203297" y="43442"/>
                </a:lnTo>
                <a:lnTo>
                  <a:pt x="205096" y="40155"/>
                </a:lnTo>
                <a:lnTo>
                  <a:pt x="206987" y="36986"/>
                </a:lnTo>
                <a:lnTo>
                  <a:pt x="208972" y="33937"/>
                </a:lnTo>
                <a:lnTo>
                  <a:pt x="211050" y="31006"/>
                </a:lnTo>
                <a:lnTo>
                  <a:pt x="213221" y="28194"/>
                </a:lnTo>
                <a:lnTo>
                  <a:pt x="215485" y="25501"/>
                </a:lnTo>
                <a:lnTo>
                  <a:pt x="217843" y="22927"/>
                </a:lnTo>
                <a:lnTo>
                  <a:pt x="220293" y="20472"/>
                </a:lnTo>
                <a:lnTo>
                  <a:pt x="222837" y="18135"/>
                </a:lnTo>
                <a:lnTo>
                  <a:pt x="225474" y="15917"/>
                </a:lnTo>
                <a:lnTo>
                  <a:pt x="228204" y="13818"/>
                </a:lnTo>
                <a:lnTo>
                  <a:pt x="231034" y="11852"/>
                </a:lnTo>
                <a:lnTo>
                  <a:pt x="233969" y="10035"/>
                </a:lnTo>
                <a:lnTo>
                  <a:pt x="237011" y="8365"/>
                </a:lnTo>
                <a:lnTo>
                  <a:pt x="240158" y="6843"/>
                </a:lnTo>
                <a:lnTo>
                  <a:pt x="243412" y="5469"/>
                </a:lnTo>
                <a:lnTo>
                  <a:pt x="246771" y="4244"/>
                </a:lnTo>
                <a:lnTo>
                  <a:pt x="250236" y="3166"/>
                </a:lnTo>
                <a:lnTo>
                  <a:pt x="253808" y="2237"/>
                </a:lnTo>
                <a:lnTo>
                  <a:pt x="257485" y="1456"/>
                </a:lnTo>
                <a:lnTo>
                  <a:pt x="261268" y="822"/>
                </a:lnTo>
                <a:lnTo>
                  <a:pt x="265157" y="337"/>
                </a:lnTo>
                <a:lnTo>
                  <a:pt x="269152" y="0"/>
                </a:lnTo>
                <a:lnTo>
                  <a:pt x="269152" y="13679"/>
                </a:lnTo>
                <a:lnTo>
                  <a:pt x="266134" y="14019"/>
                </a:lnTo>
                <a:lnTo>
                  <a:pt x="263186" y="14484"/>
                </a:lnTo>
                <a:lnTo>
                  <a:pt x="260310" y="15073"/>
                </a:lnTo>
                <a:lnTo>
                  <a:pt x="257505" y="15788"/>
                </a:lnTo>
                <a:lnTo>
                  <a:pt x="254771" y="16627"/>
                </a:lnTo>
                <a:lnTo>
                  <a:pt x="252109" y="17592"/>
                </a:lnTo>
                <a:lnTo>
                  <a:pt x="249518" y="18681"/>
                </a:lnTo>
                <a:lnTo>
                  <a:pt x="246998" y="19894"/>
                </a:lnTo>
                <a:lnTo>
                  <a:pt x="244549" y="21233"/>
                </a:lnTo>
                <a:lnTo>
                  <a:pt x="242171" y="22697"/>
                </a:lnTo>
                <a:lnTo>
                  <a:pt x="239865" y="24285"/>
                </a:lnTo>
                <a:lnTo>
                  <a:pt x="237630" y="25998"/>
                </a:lnTo>
                <a:lnTo>
                  <a:pt x="235470" y="27814"/>
                </a:lnTo>
                <a:lnTo>
                  <a:pt x="233388" y="29711"/>
                </a:lnTo>
                <a:lnTo>
                  <a:pt x="231385" y="31689"/>
                </a:lnTo>
                <a:lnTo>
                  <a:pt x="229461" y="33748"/>
                </a:lnTo>
                <a:lnTo>
                  <a:pt x="227615" y="35888"/>
                </a:lnTo>
                <a:lnTo>
                  <a:pt x="225848" y="38109"/>
                </a:lnTo>
                <a:lnTo>
                  <a:pt x="224159" y="40411"/>
                </a:lnTo>
                <a:lnTo>
                  <a:pt x="222549" y="42794"/>
                </a:lnTo>
                <a:lnTo>
                  <a:pt x="221017" y="45258"/>
                </a:lnTo>
                <a:lnTo>
                  <a:pt x="219564" y="47803"/>
                </a:lnTo>
                <a:lnTo>
                  <a:pt x="218189" y="50429"/>
                </a:lnTo>
                <a:lnTo>
                  <a:pt x="216893" y="53136"/>
                </a:lnTo>
                <a:lnTo>
                  <a:pt x="215689" y="55900"/>
                </a:lnTo>
                <a:lnTo>
                  <a:pt x="214589" y="58697"/>
                </a:lnTo>
                <a:lnTo>
                  <a:pt x="213594" y="61526"/>
                </a:lnTo>
                <a:lnTo>
                  <a:pt x="212704" y="64389"/>
                </a:lnTo>
                <a:lnTo>
                  <a:pt x="211918" y="67284"/>
                </a:lnTo>
                <a:lnTo>
                  <a:pt x="211237" y="70213"/>
                </a:lnTo>
                <a:lnTo>
                  <a:pt x="210661" y="73174"/>
                </a:lnTo>
                <a:lnTo>
                  <a:pt x="210190" y="76168"/>
                </a:lnTo>
                <a:lnTo>
                  <a:pt x="209823" y="79195"/>
                </a:lnTo>
                <a:lnTo>
                  <a:pt x="209562" y="82254"/>
                </a:lnTo>
                <a:lnTo>
                  <a:pt x="209405" y="85347"/>
                </a:lnTo>
                <a:lnTo>
                  <a:pt x="209352" y="88473"/>
                </a:lnTo>
                <a:lnTo>
                  <a:pt x="209405" y="91598"/>
                </a:lnTo>
                <a:lnTo>
                  <a:pt x="209562" y="94691"/>
                </a:lnTo>
                <a:lnTo>
                  <a:pt x="209823" y="97751"/>
                </a:lnTo>
                <a:lnTo>
                  <a:pt x="210190" y="100778"/>
                </a:lnTo>
                <a:lnTo>
                  <a:pt x="210661" y="103772"/>
                </a:lnTo>
                <a:lnTo>
                  <a:pt x="211237" y="106733"/>
                </a:lnTo>
                <a:lnTo>
                  <a:pt x="211918" y="109661"/>
                </a:lnTo>
                <a:lnTo>
                  <a:pt x="212704" y="112556"/>
                </a:lnTo>
                <a:lnTo>
                  <a:pt x="213594" y="115419"/>
                </a:lnTo>
                <a:lnTo>
                  <a:pt x="214589" y="118249"/>
                </a:lnTo>
                <a:lnTo>
                  <a:pt x="215689" y="121045"/>
                </a:lnTo>
                <a:lnTo>
                  <a:pt x="216893" y="123809"/>
                </a:lnTo>
                <a:lnTo>
                  <a:pt x="218189" y="126516"/>
                </a:lnTo>
                <a:lnTo>
                  <a:pt x="219564" y="129141"/>
                </a:lnTo>
                <a:lnTo>
                  <a:pt x="221017" y="131684"/>
                </a:lnTo>
                <a:lnTo>
                  <a:pt x="222549" y="134146"/>
                </a:lnTo>
                <a:lnTo>
                  <a:pt x="224159" y="136526"/>
                </a:lnTo>
                <a:lnTo>
                  <a:pt x="225848" y="138825"/>
                </a:lnTo>
                <a:lnTo>
                  <a:pt x="227615" y="141042"/>
                </a:lnTo>
                <a:lnTo>
                  <a:pt x="229461" y="143177"/>
                </a:lnTo>
                <a:lnTo>
                  <a:pt x="231385" y="145231"/>
                </a:lnTo>
                <a:lnTo>
                  <a:pt x="233388" y="147204"/>
                </a:lnTo>
                <a:lnTo>
                  <a:pt x="235470" y="149094"/>
                </a:lnTo>
                <a:lnTo>
                  <a:pt x="237630" y="150903"/>
                </a:lnTo>
                <a:lnTo>
                  <a:pt x="239865" y="152610"/>
                </a:lnTo>
                <a:lnTo>
                  <a:pt x="242171" y="154194"/>
                </a:lnTo>
                <a:lnTo>
                  <a:pt x="244549" y="155655"/>
                </a:lnTo>
                <a:lnTo>
                  <a:pt x="246998" y="156992"/>
                </a:lnTo>
                <a:lnTo>
                  <a:pt x="249518" y="158207"/>
                </a:lnTo>
                <a:lnTo>
                  <a:pt x="252109" y="159299"/>
                </a:lnTo>
                <a:lnTo>
                  <a:pt x="254771" y="160268"/>
                </a:lnTo>
                <a:lnTo>
                  <a:pt x="257505" y="161114"/>
                </a:lnTo>
                <a:lnTo>
                  <a:pt x="260310" y="161836"/>
                </a:lnTo>
                <a:lnTo>
                  <a:pt x="263186" y="162436"/>
                </a:lnTo>
                <a:lnTo>
                  <a:pt x="266134" y="162913"/>
                </a:lnTo>
                <a:lnTo>
                  <a:pt x="269152" y="163267"/>
                </a:lnTo>
                <a:lnTo>
                  <a:pt x="269152" y="176945"/>
                </a:lnTo>
                <a:close/>
                <a:moveTo>
                  <a:pt x="296272" y="0"/>
                </a:moveTo>
                <a:lnTo>
                  <a:pt x="300267" y="337"/>
                </a:lnTo>
                <a:lnTo>
                  <a:pt x="304157" y="822"/>
                </a:lnTo>
                <a:lnTo>
                  <a:pt x="307940" y="1456"/>
                </a:lnTo>
                <a:lnTo>
                  <a:pt x="311617" y="2237"/>
                </a:lnTo>
                <a:lnTo>
                  <a:pt x="315188" y="3166"/>
                </a:lnTo>
                <a:lnTo>
                  <a:pt x="318654" y="4244"/>
                </a:lnTo>
                <a:lnTo>
                  <a:pt x="322013" y="5469"/>
                </a:lnTo>
                <a:lnTo>
                  <a:pt x="325266" y="6843"/>
                </a:lnTo>
                <a:lnTo>
                  <a:pt x="328414" y="8365"/>
                </a:lnTo>
                <a:lnTo>
                  <a:pt x="331455" y="10035"/>
                </a:lnTo>
                <a:lnTo>
                  <a:pt x="334391" y="11852"/>
                </a:lnTo>
                <a:lnTo>
                  <a:pt x="337221" y="13818"/>
                </a:lnTo>
                <a:lnTo>
                  <a:pt x="339951" y="15917"/>
                </a:lnTo>
                <a:lnTo>
                  <a:pt x="342588" y="18135"/>
                </a:lnTo>
                <a:lnTo>
                  <a:pt x="345131" y="20472"/>
                </a:lnTo>
                <a:lnTo>
                  <a:pt x="347582" y="22927"/>
                </a:lnTo>
                <a:lnTo>
                  <a:pt x="349939" y="25501"/>
                </a:lnTo>
                <a:lnTo>
                  <a:pt x="352204" y="28194"/>
                </a:lnTo>
                <a:lnTo>
                  <a:pt x="354375" y="31006"/>
                </a:lnTo>
                <a:lnTo>
                  <a:pt x="356453" y="33937"/>
                </a:lnTo>
                <a:lnTo>
                  <a:pt x="358437" y="36986"/>
                </a:lnTo>
                <a:lnTo>
                  <a:pt x="360329" y="40155"/>
                </a:lnTo>
                <a:lnTo>
                  <a:pt x="362127" y="43442"/>
                </a:lnTo>
                <a:lnTo>
                  <a:pt x="363833" y="46848"/>
                </a:lnTo>
                <a:lnTo>
                  <a:pt x="365422" y="50313"/>
                </a:lnTo>
                <a:lnTo>
                  <a:pt x="366873" y="53780"/>
                </a:lnTo>
                <a:lnTo>
                  <a:pt x="368187" y="57248"/>
                </a:lnTo>
                <a:lnTo>
                  <a:pt x="369361" y="60717"/>
                </a:lnTo>
                <a:lnTo>
                  <a:pt x="370398" y="64188"/>
                </a:lnTo>
                <a:lnTo>
                  <a:pt x="371297" y="67659"/>
                </a:lnTo>
                <a:lnTo>
                  <a:pt x="372057" y="71133"/>
                </a:lnTo>
                <a:lnTo>
                  <a:pt x="372679" y="74607"/>
                </a:lnTo>
                <a:lnTo>
                  <a:pt x="373163" y="78082"/>
                </a:lnTo>
                <a:lnTo>
                  <a:pt x="373508" y="81559"/>
                </a:lnTo>
                <a:lnTo>
                  <a:pt x="373716" y="85037"/>
                </a:lnTo>
                <a:lnTo>
                  <a:pt x="373785" y="88517"/>
                </a:lnTo>
                <a:lnTo>
                  <a:pt x="373716" y="91996"/>
                </a:lnTo>
                <a:lnTo>
                  <a:pt x="373508" y="95474"/>
                </a:lnTo>
                <a:lnTo>
                  <a:pt x="373163" y="98951"/>
                </a:lnTo>
                <a:lnTo>
                  <a:pt x="372679" y="102427"/>
                </a:lnTo>
                <a:lnTo>
                  <a:pt x="372057" y="105901"/>
                </a:lnTo>
                <a:lnTo>
                  <a:pt x="371297" y="109374"/>
                </a:lnTo>
                <a:lnTo>
                  <a:pt x="370398" y="112846"/>
                </a:lnTo>
                <a:lnTo>
                  <a:pt x="369361" y="116317"/>
                </a:lnTo>
                <a:lnTo>
                  <a:pt x="368187" y="119787"/>
                </a:lnTo>
                <a:lnTo>
                  <a:pt x="366873" y="123255"/>
                </a:lnTo>
                <a:lnTo>
                  <a:pt x="365422" y="126722"/>
                </a:lnTo>
                <a:lnTo>
                  <a:pt x="363833" y="130188"/>
                </a:lnTo>
                <a:lnTo>
                  <a:pt x="362127" y="133594"/>
                </a:lnTo>
                <a:lnTo>
                  <a:pt x="360329" y="136880"/>
                </a:lnTo>
                <a:lnTo>
                  <a:pt x="358437" y="140048"/>
                </a:lnTo>
                <a:lnTo>
                  <a:pt x="356453" y="143097"/>
                </a:lnTo>
                <a:lnTo>
                  <a:pt x="354375" y="146028"/>
                </a:lnTo>
                <a:lnTo>
                  <a:pt x="352204" y="148839"/>
                </a:lnTo>
                <a:lnTo>
                  <a:pt x="349939" y="151532"/>
                </a:lnTo>
                <a:lnTo>
                  <a:pt x="347582" y="154106"/>
                </a:lnTo>
                <a:lnTo>
                  <a:pt x="345131" y="156561"/>
                </a:lnTo>
                <a:lnTo>
                  <a:pt x="342588" y="158898"/>
                </a:lnTo>
                <a:lnTo>
                  <a:pt x="339951" y="161116"/>
                </a:lnTo>
                <a:lnTo>
                  <a:pt x="337221" y="163215"/>
                </a:lnTo>
                <a:lnTo>
                  <a:pt x="334391" y="165180"/>
                </a:lnTo>
                <a:lnTo>
                  <a:pt x="331455" y="166996"/>
                </a:lnTo>
                <a:lnTo>
                  <a:pt x="328414" y="168663"/>
                </a:lnTo>
                <a:lnTo>
                  <a:pt x="325266" y="170180"/>
                </a:lnTo>
                <a:lnTo>
                  <a:pt x="322013" y="171548"/>
                </a:lnTo>
                <a:lnTo>
                  <a:pt x="318654" y="172767"/>
                </a:lnTo>
                <a:lnTo>
                  <a:pt x="315188" y="173837"/>
                </a:lnTo>
                <a:lnTo>
                  <a:pt x="311617" y="174757"/>
                </a:lnTo>
                <a:lnTo>
                  <a:pt x="307940" y="175528"/>
                </a:lnTo>
                <a:lnTo>
                  <a:pt x="304157" y="176150"/>
                </a:lnTo>
                <a:lnTo>
                  <a:pt x="300267" y="176622"/>
                </a:lnTo>
                <a:lnTo>
                  <a:pt x="296272" y="176945"/>
                </a:lnTo>
                <a:lnTo>
                  <a:pt x="296272" y="163267"/>
                </a:lnTo>
                <a:lnTo>
                  <a:pt x="299291" y="162913"/>
                </a:lnTo>
                <a:lnTo>
                  <a:pt x="302239" y="162436"/>
                </a:lnTo>
                <a:lnTo>
                  <a:pt x="305115" y="161836"/>
                </a:lnTo>
                <a:lnTo>
                  <a:pt x="307920" y="161114"/>
                </a:lnTo>
                <a:lnTo>
                  <a:pt x="310653" y="160268"/>
                </a:lnTo>
                <a:lnTo>
                  <a:pt x="313316" y="159299"/>
                </a:lnTo>
                <a:lnTo>
                  <a:pt x="315907" y="158207"/>
                </a:lnTo>
                <a:lnTo>
                  <a:pt x="318427" y="156992"/>
                </a:lnTo>
                <a:lnTo>
                  <a:pt x="320876" y="155655"/>
                </a:lnTo>
                <a:lnTo>
                  <a:pt x="323253" y="154194"/>
                </a:lnTo>
                <a:lnTo>
                  <a:pt x="325560" y="152610"/>
                </a:lnTo>
                <a:lnTo>
                  <a:pt x="327795" y="150903"/>
                </a:lnTo>
                <a:lnTo>
                  <a:pt x="329955" y="149094"/>
                </a:lnTo>
                <a:lnTo>
                  <a:pt x="332038" y="147204"/>
                </a:lnTo>
                <a:lnTo>
                  <a:pt x="334042" y="145231"/>
                </a:lnTo>
                <a:lnTo>
                  <a:pt x="335969" y="143177"/>
                </a:lnTo>
                <a:lnTo>
                  <a:pt x="337817" y="141042"/>
                </a:lnTo>
                <a:lnTo>
                  <a:pt x="339588" y="138825"/>
                </a:lnTo>
                <a:lnTo>
                  <a:pt x="341281" y="136526"/>
                </a:lnTo>
                <a:lnTo>
                  <a:pt x="342896" y="134146"/>
                </a:lnTo>
                <a:lnTo>
                  <a:pt x="344433" y="131684"/>
                </a:lnTo>
                <a:lnTo>
                  <a:pt x="345892" y="129141"/>
                </a:lnTo>
                <a:lnTo>
                  <a:pt x="347273" y="126516"/>
                </a:lnTo>
                <a:lnTo>
                  <a:pt x="348576" y="123809"/>
                </a:lnTo>
                <a:lnTo>
                  <a:pt x="349787" y="121045"/>
                </a:lnTo>
                <a:lnTo>
                  <a:pt x="350893" y="118249"/>
                </a:lnTo>
                <a:lnTo>
                  <a:pt x="351894" y="115419"/>
                </a:lnTo>
                <a:lnTo>
                  <a:pt x="352789" y="112556"/>
                </a:lnTo>
                <a:lnTo>
                  <a:pt x="353579" y="109661"/>
                </a:lnTo>
                <a:lnTo>
                  <a:pt x="354264" y="106733"/>
                </a:lnTo>
                <a:lnTo>
                  <a:pt x="354843" y="103772"/>
                </a:lnTo>
                <a:lnTo>
                  <a:pt x="355317" y="100778"/>
                </a:lnTo>
                <a:lnTo>
                  <a:pt x="355686" y="97751"/>
                </a:lnTo>
                <a:lnTo>
                  <a:pt x="355950" y="94691"/>
                </a:lnTo>
                <a:lnTo>
                  <a:pt x="356108" y="91598"/>
                </a:lnTo>
                <a:lnTo>
                  <a:pt x="356160" y="88473"/>
                </a:lnTo>
                <a:lnTo>
                  <a:pt x="356108" y="85347"/>
                </a:lnTo>
                <a:lnTo>
                  <a:pt x="355950" y="82254"/>
                </a:lnTo>
                <a:lnTo>
                  <a:pt x="355686" y="79195"/>
                </a:lnTo>
                <a:lnTo>
                  <a:pt x="355317" y="76168"/>
                </a:lnTo>
                <a:lnTo>
                  <a:pt x="354843" y="73174"/>
                </a:lnTo>
                <a:lnTo>
                  <a:pt x="354264" y="70213"/>
                </a:lnTo>
                <a:lnTo>
                  <a:pt x="353579" y="67284"/>
                </a:lnTo>
                <a:lnTo>
                  <a:pt x="352789" y="64389"/>
                </a:lnTo>
                <a:lnTo>
                  <a:pt x="351894" y="61526"/>
                </a:lnTo>
                <a:lnTo>
                  <a:pt x="350893" y="58697"/>
                </a:lnTo>
                <a:lnTo>
                  <a:pt x="349787" y="55900"/>
                </a:lnTo>
                <a:lnTo>
                  <a:pt x="348576" y="53136"/>
                </a:lnTo>
                <a:lnTo>
                  <a:pt x="347273" y="50429"/>
                </a:lnTo>
                <a:lnTo>
                  <a:pt x="345892" y="47803"/>
                </a:lnTo>
                <a:lnTo>
                  <a:pt x="344433" y="45258"/>
                </a:lnTo>
                <a:lnTo>
                  <a:pt x="342896" y="42794"/>
                </a:lnTo>
                <a:lnTo>
                  <a:pt x="341281" y="40411"/>
                </a:lnTo>
                <a:lnTo>
                  <a:pt x="339588" y="38109"/>
                </a:lnTo>
                <a:lnTo>
                  <a:pt x="337817" y="35888"/>
                </a:lnTo>
                <a:lnTo>
                  <a:pt x="335969" y="33748"/>
                </a:lnTo>
                <a:lnTo>
                  <a:pt x="334042" y="31689"/>
                </a:lnTo>
                <a:lnTo>
                  <a:pt x="332038" y="29711"/>
                </a:lnTo>
                <a:lnTo>
                  <a:pt x="329955" y="27814"/>
                </a:lnTo>
                <a:lnTo>
                  <a:pt x="327795" y="25998"/>
                </a:lnTo>
                <a:lnTo>
                  <a:pt x="325560" y="24285"/>
                </a:lnTo>
                <a:lnTo>
                  <a:pt x="323253" y="22697"/>
                </a:lnTo>
                <a:lnTo>
                  <a:pt x="320876" y="21233"/>
                </a:lnTo>
                <a:lnTo>
                  <a:pt x="318427" y="19894"/>
                </a:lnTo>
                <a:lnTo>
                  <a:pt x="315907" y="18681"/>
                </a:lnTo>
                <a:lnTo>
                  <a:pt x="313316" y="17592"/>
                </a:lnTo>
                <a:lnTo>
                  <a:pt x="310653" y="16627"/>
                </a:lnTo>
                <a:lnTo>
                  <a:pt x="307920" y="15788"/>
                </a:lnTo>
                <a:lnTo>
                  <a:pt x="305115" y="15073"/>
                </a:lnTo>
                <a:lnTo>
                  <a:pt x="302239" y="14484"/>
                </a:lnTo>
                <a:lnTo>
                  <a:pt x="299291" y="14019"/>
                </a:lnTo>
                <a:lnTo>
                  <a:pt x="296272" y="13679"/>
                </a:lnTo>
                <a:lnTo>
                  <a:pt x="296272" y="0"/>
                </a:lnTo>
                <a:close/>
                <a:moveTo>
                  <a:pt x="517135" y="95926"/>
                </a:moveTo>
                <a:lnTo>
                  <a:pt x="517135" y="82247"/>
                </a:lnTo>
                <a:lnTo>
                  <a:pt x="585177" y="82247"/>
                </a:lnTo>
                <a:lnTo>
                  <a:pt x="585177" y="95926"/>
                </a:lnTo>
                <a:lnTo>
                  <a:pt x="517135" y="95926"/>
                </a:lnTo>
                <a:close/>
                <a:moveTo>
                  <a:pt x="706035" y="96715"/>
                </a:moveTo>
                <a:lnTo>
                  <a:pt x="610811" y="144327"/>
                </a:lnTo>
                <a:lnTo>
                  <a:pt x="610811" y="129182"/>
                </a:lnTo>
                <a:lnTo>
                  <a:pt x="675960" y="96877"/>
                </a:lnTo>
                <a:lnTo>
                  <a:pt x="610811" y="64302"/>
                </a:lnTo>
                <a:lnTo>
                  <a:pt x="610811" y="49103"/>
                </a:lnTo>
                <a:lnTo>
                  <a:pt x="706035" y="96715"/>
                </a:lnTo>
                <a:close/>
                <a:moveTo>
                  <a:pt x="914774" y="140250"/>
                </a:moveTo>
                <a:lnTo>
                  <a:pt x="912903" y="141032"/>
                </a:lnTo>
                <a:lnTo>
                  <a:pt x="911120" y="141759"/>
                </a:lnTo>
                <a:lnTo>
                  <a:pt x="909425" y="142432"/>
                </a:lnTo>
                <a:lnTo>
                  <a:pt x="907818" y="143050"/>
                </a:lnTo>
                <a:lnTo>
                  <a:pt x="906298" y="143614"/>
                </a:lnTo>
                <a:lnTo>
                  <a:pt x="904865" y="144123"/>
                </a:lnTo>
                <a:lnTo>
                  <a:pt x="903521" y="144577"/>
                </a:lnTo>
                <a:lnTo>
                  <a:pt x="902264" y="144977"/>
                </a:lnTo>
                <a:lnTo>
                  <a:pt x="901095" y="145323"/>
                </a:lnTo>
                <a:lnTo>
                  <a:pt x="900014" y="145614"/>
                </a:lnTo>
                <a:lnTo>
                  <a:pt x="899020" y="145850"/>
                </a:lnTo>
                <a:lnTo>
                  <a:pt x="898114" y="146031"/>
                </a:lnTo>
                <a:lnTo>
                  <a:pt x="897254" y="146179"/>
                </a:lnTo>
                <a:lnTo>
                  <a:pt x="896399" y="146314"/>
                </a:lnTo>
                <a:lnTo>
                  <a:pt x="895549" y="146437"/>
                </a:lnTo>
                <a:lnTo>
                  <a:pt x="894704" y="146546"/>
                </a:lnTo>
                <a:lnTo>
                  <a:pt x="893864" y="146642"/>
                </a:lnTo>
                <a:lnTo>
                  <a:pt x="893028" y="146726"/>
                </a:lnTo>
                <a:lnTo>
                  <a:pt x="892198" y="146797"/>
                </a:lnTo>
                <a:lnTo>
                  <a:pt x="891372" y="146855"/>
                </a:lnTo>
                <a:lnTo>
                  <a:pt x="890551" y="146900"/>
                </a:lnTo>
                <a:lnTo>
                  <a:pt x="889735" y="146932"/>
                </a:lnTo>
                <a:lnTo>
                  <a:pt x="888924" y="146951"/>
                </a:lnTo>
                <a:lnTo>
                  <a:pt x="888118" y="146958"/>
                </a:lnTo>
                <a:lnTo>
                  <a:pt x="886420" y="146930"/>
                </a:lnTo>
                <a:lnTo>
                  <a:pt x="884747" y="146848"/>
                </a:lnTo>
                <a:lnTo>
                  <a:pt x="883098" y="146711"/>
                </a:lnTo>
                <a:lnTo>
                  <a:pt x="881473" y="146519"/>
                </a:lnTo>
                <a:lnTo>
                  <a:pt x="879873" y="146273"/>
                </a:lnTo>
                <a:lnTo>
                  <a:pt x="878297" y="145971"/>
                </a:lnTo>
                <a:lnTo>
                  <a:pt x="876746" y="145615"/>
                </a:lnTo>
                <a:lnTo>
                  <a:pt x="875219" y="145204"/>
                </a:lnTo>
                <a:lnTo>
                  <a:pt x="873716" y="144738"/>
                </a:lnTo>
                <a:lnTo>
                  <a:pt x="872237" y="144217"/>
                </a:lnTo>
                <a:lnTo>
                  <a:pt x="870783" y="143642"/>
                </a:lnTo>
                <a:lnTo>
                  <a:pt x="869354" y="143012"/>
                </a:lnTo>
                <a:lnTo>
                  <a:pt x="867965" y="142328"/>
                </a:lnTo>
                <a:lnTo>
                  <a:pt x="866634" y="141592"/>
                </a:lnTo>
                <a:lnTo>
                  <a:pt x="865361" y="140803"/>
                </a:lnTo>
                <a:lnTo>
                  <a:pt x="864146" y="139962"/>
                </a:lnTo>
                <a:lnTo>
                  <a:pt x="862989" y="139069"/>
                </a:lnTo>
                <a:lnTo>
                  <a:pt x="861890" y="138123"/>
                </a:lnTo>
                <a:lnTo>
                  <a:pt x="860848" y="137125"/>
                </a:lnTo>
                <a:lnTo>
                  <a:pt x="859864" y="136075"/>
                </a:lnTo>
                <a:lnTo>
                  <a:pt x="858939" y="134972"/>
                </a:lnTo>
                <a:lnTo>
                  <a:pt x="858071" y="133817"/>
                </a:lnTo>
                <a:lnTo>
                  <a:pt x="857260" y="132610"/>
                </a:lnTo>
                <a:lnTo>
                  <a:pt x="856508" y="131350"/>
                </a:lnTo>
                <a:lnTo>
                  <a:pt x="855815" y="130005"/>
                </a:lnTo>
                <a:lnTo>
                  <a:pt x="855182" y="128544"/>
                </a:lnTo>
                <a:lnTo>
                  <a:pt x="854609" y="126966"/>
                </a:lnTo>
                <a:lnTo>
                  <a:pt x="854097" y="125271"/>
                </a:lnTo>
                <a:lnTo>
                  <a:pt x="853645" y="123458"/>
                </a:lnTo>
                <a:lnTo>
                  <a:pt x="853253" y="121529"/>
                </a:lnTo>
                <a:lnTo>
                  <a:pt x="852921" y="119483"/>
                </a:lnTo>
                <a:lnTo>
                  <a:pt x="852650" y="117321"/>
                </a:lnTo>
                <a:lnTo>
                  <a:pt x="852439" y="115041"/>
                </a:lnTo>
                <a:lnTo>
                  <a:pt x="852288" y="112644"/>
                </a:lnTo>
                <a:lnTo>
                  <a:pt x="852198" y="110130"/>
                </a:lnTo>
                <a:lnTo>
                  <a:pt x="852168" y="107500"/>
                </a:lnTo>
                <a:lnTo>
                  <a:pt x="852168" y="68042"/>
                </a:lnTo>
                <a:lnTo>
                  <a:pt x="827704" y="68042"/>
                </a:lnTo>
                <a:lnTo>
                  <a:pt x="827704" y="54364"/>
                </a:lnTo>
                <a:lnTo>
                  <a:pt x="852168" y="54364"/>
                </a:lnTo>
                <a:lnTo>
                  <a:pt x="852168" y="14906"/>
                </a:lnTo>
                <a:lnTo>
                  <a:pt x="868477" y="14906"/>
                </a:lnTo>
                <a:lnTo>
                  <a:pt x="868477" y="54364"/>
                </a:lnTo>
                <a:lnTo>
                  <a:pt x="912056" y="54364"/>
                </a:lnTo>
                <a:lnTo>
                  <a:pt x="912056" y="68042"/>
                </a:lnTo>
                <a:lnTo>
                  <a:pt x="868477" y="68042"/>
                </a:lnTo>
                <a:lnTo>
                  <a:pt x="868477" y="107185"/>
                </a:lnTo>
                <a:lnTo>
                  <a:pt x="868496" y="109107"/>
                </a:lnTo>
                <a:lnTo>
                  <a:pt x="868555" y="110932"/>
                </a:lnTo>
                <a:lnTo>
                  <a:pt x="868652" y="112660"/>
                </a:lnTo>
                <a:lnTo>
                  <a:pt x="868789" y="114292"/>
                </a:lnTo>
                <a:lnTo>
                  <a:pt x="868964" y="115827"/>
                </a:lnTo>
                <a:lnTo>
                  <a:pt x="869178" y="117266"/>
                </a:lnTo>
                <a:lnTo>
                  <a:pt x="869432" y="118608"/>
                </a:lnTo>
                <a:lnTo>
                  <a:pt x="869724" y="119853"/>
                </a:lnTo>
                <a:lnTo>
                  <a:pt x="870055" y="121001"/>
                </a:lnTo>
                <a:lnTo>
                  <a:pt x="870425" y="122053"/>
                </a:lnTo>
                <a:lnTo>
                  <a:pt x="870835" y="123008"/>
                </a:lnTo>
                <a:lnTo>
                  <a:pt x="871283" y="123867"/>
                </a:lnTo>
                <a:lnTo>
                  <a:pt x="871763" y="124658"/>
                </a:lnTo>
                <a:lnTo>
                  <a:pt x="872270" y="125414"/>
                </a:lnTo>
                <a:lnTo>
                  <a:pt x="872803" y="126134"/>
                </a:lnTo>
                <a:lnTo>
                  <a:pt x="873363" y="126819"/>
                </a:lnTo>
                <a:lnTo>
                  <a:pt x="873948" y="127467"/>
                </a:lnTo>
                <a:lnTo>
                  <a:pt x="874560" y="128080"/>
                </a:lnTo>
                <a:lnTo>
                  <a:pt x="875198" y="128656"/>
                </a:lnTo>
                <a:lnTo>
                  <a:pt x="875862" y="129197"/>
                </a:lnTo>
                <a:lnTo>
                  <a:pt x="876552" y="129702"/>
                </a:lnTo>
                <a:lnTo>
                  <a:pt x="877268" y="130171"/>
                </a:lnTo>
                <a:lnTo>
                  <a:pt x="878011" y="130604"/>
                </a:lnTo>
                <a:lnTo>
                  <a:pt x="878780" y="131002"/>
                </a:lnTo>
                <a:lnTo>
                  <a:pt x="879573" y="131366"/>
                </a:lnTo>
                <a:lnTo>
                  <a:pt x="880391" y="131698"/>
                </a:lnTo>
                <a:lnTo>
                  <a:pt x="881232" y="131998"/>
                </a:lnTo>
                <a:lnTo>
                  <a:pt x="882097" y="132267"/>
                </a:lnTo>
                <a:lnTo>
                  <a:pt x="882986" y="132504"/>
                </a:lnTo>
                <a:lnTo>
                  <a:pt x="883898" y="132710"/>
                </a:lnTo>
                <a:lnTo>
                  <a:pt x="884834" y="132884"/>
                </a:lnTo>
                <a:lnTo>
                  <a:pt x="885794" y="133026"/>
                </a:lnTo>
                <a:lnTo>
                  <a:pt x="886778" y="133137"/>
                </a:lnTo>
                <a:lnTo>
                  <a:pt x="887785" y="133216"/>
                </a:lnTo>
                <a:lnTo>
                  <a:pt x="888817" y="133263"/>
                </a:lnTo>
                <a:lnTo>
                  <a:pt x="889872" y="133279"/>
                </a:lnTo>
                <a:lnTo>
                  <a:pt x="891853" y="133227"/>
                </a:lnTo>
                <a:lnTo>
                  <a:pt x="893851" y="133072"/>
                </a:lnTo>
                <a:lnTo>
                  <a:pt x="895867" y="132814"/>
                </a:lnTo>
                <a:lnTo>
                  <a:pt x="897900" y="132452"/>
                </a:lnTo>
                <a:lnTo>
                  <a:pt x="899949" y="131987"/>
                </a:lnTo>
                <a:lnTo>
                  <a:pt x="902016" y="131418"/>
                </a:lnTo>
                <a:lnTo>
                  <a:pt x="904099" y="130747"/>
                </a:lnTo>
                <a:lnTo>
                  <a:pt x="906200" y="129971"/>
                </a:lnTo>
                <a:lnTo>
                  <a:pt x="908318" y="129093"/>
                </a:lnTo>
                <a:lnTo>
                  <a:pt x="910453" y="128111"/>
                </a:lnTo>
                <a:lnTo>
                  <a:pt x="912605" y="127025"/>
                </a:lnTo>
                <a:lnTo>
                  <a:pt x="914774" y="125837"/>
                </a:lnTo>
                <a:lnTo>
                  <a:pt x="914774" y="140250"/>
                </a:lnTo>
                <a:close/>
                <a:moveTo>
                  <a:pt x="1021686" y="137663"/>
                </a:moveTo>
                <a:lnTo>
                  <a:pt x="1018442" y="139148"/>
                </a:lnTo>
                <a:lnTo>
                  <a:pt x="1015226" y="140503"/>
                </a:lnTo>
                <a:lnTo>
                  <a:pt x="1012041" y="141729"/>
                </a:lnTo>
                <a:lnTo>
                  <a:pt x="1008884" y="142827"/>
                </a:lnTo>
                <a:lnTo>
                  <a:pt x="1005757" y="143795"/>
                </a:lnTo>
                <a:lnTo>
                  <a:pt x="1002659" y="144634"/>
                </a:lnTo>
                <a:lnTo>
                  <a:pt x="999590" y="145344"/>
                </a:lnTo>
                <a:lnTo>
                  <a:pt x="996550" y="145925"/>
                </a:lnTo>
                <a:lnTo>
                  <a:pt x="993539" y="146377"/>
                </a:lnTo>
                <a:lnTo>
                  <a:pt x="990558" y="146699"/>
                </a:lnTo>
                <a:lnTo>
                  <a:pt x="987606" y="146893"/>
                </a:lnTo>
                <a:lnTo>
                  <a:pt x="984683" y="146958"/>
                </a:lnTo>
                <a:lnTo>
                  <a:pt x="982496" y="146912"/>
                </a:lnTo>
                <a:lnTo>
                  <a:pt x="980348" y="146775"/>
                </a:lnTo>
                <a:lnTo>
                  <a:pt x="978239" y="146547"/>
                </a:lnTo>
                <a:lnTo>
                  <a:pt x="976168" y="146228"/>
                </a:lnTo>
                <a:lnTo>
                  <a:pt x="974137" y="145818"/>
                </a:lnTo>
                <a:lnTo>
                  <a:pt x="972145" y="145316"/>
                </a:lnTo>
                <a:lnTo>
                  <a:pt x="970191" y="144724"/>
                </a:lnTo>
                <a:lnTo>
                  <a:pt x="968277" y="144040"/>
                </a:lnTo>
                <a:lnTo>
                  <a:pt x="966401" y="143265"/>
                </a:lnTo>
                <a:lnTo>
                  <a:pt x="964565" y="142398"/>
                </a:lnTo>
                <a:lnTo>
                  <a:pt x="962767" y="141441"/>
                </a:lnTo>
                <a:lnTo>
                  <a:pt x="961009" y="140392"/>
                </a:lnTo>
                <a:lnTo>
                  <a:pt x="959299" y="139259"/>
                </a:lnTo>
                <a:lnTo>
                  <a:pt x="957646" y="138047"/>
                </a:lnTo>
                <a:lnTo>
                  <a:pt x="956052" y="136757"/>
                </a:lnTo>
                <a:lnTo>
                  <a:pt x="954515" y="135388"/>
                </a:lnTo>
                <a:lnTo>
                  <a:pt x="953037" y="133941"/>
                </a:lnTo>
                <a:lnTo>
                  <a:pt x="951616" y="132416"/>
                </a:lnTo>
                <a:lnTo>
                  <a:pt x="950253" y="130812"/>
                </a:lnTo>
                <a:lnTo>
                  <a:pt x="948948" y="129130"/>
                </a:lnTo>
                <a:lnTo>
                  <a:pt x="947700" y="127369"/>
                </a:lnTo>
                <a:lnTo>
                  <a:pt x="946511" y="125530"/>
                </a:lnTo>
                <a:lnTo>
                  <a:pt x="945379" y="123613"/>
                </a:lnTo>
                <a:lnTo>
                  <a:pt x="944305" y="121617"/>
                </a:lnTo>
                <a:lnTo>
                  <a:pt x="943304" y="119570"/>
                </a:lnTo>
                <a:lnTo>
                  <a:pt x="942390" y="117499"/>
                </a:lnTo>
                <a:lnTo>
                  <a:pt x="941562" y="115404"/>
                </a:lnTo>
                <a:lnTo>
                  <a:pt x="940822" y="113286"/>
                </a:lnTo>
                <a:lnTo>
                  <a:pt x="940169" y="111144"/>
                </a:lnTo>
                <a:lnTo>
                  <a:pt x="939603" y="108978"/>
                </a:lnTo>
                <a:lnTo>
                  <a:pt x="939124" y="106789"/>
                </a:lnTo>
                <a:lnTo>
                  <a:pt x="938732" y="104576"/>
                </a:lnTo>
                <a:lnTo>
                  <a:pt x="938428" y="102339"/>
                </a:lnTo>
                <a:lnTo>
                  <a:pt x="938210" y="100079"/>
                </a:lnTo>
                <a:lnTo>
                  <a:pt x="938079" y="97795"/>
                </a:lnTo>
                <a:lnTo>
                  <a:pt x="938036" y="95487"/>
                </a:lnTo>
                <a:lnTo>
                  <a:pt x="938077" y="93262"/>
                </a:lnTo>
                <a:lnTo>
                  <a:pt x="938201" y="91052"/>
                </a:lnTo>
                <a:lnTo>
                  <a:pt x="938408" y="88856"/>
                </a:lnTo>
                <a:lnTo>
                  <a:pt x="938698" y="86675"/>
                </a:lnTo>
                <a:lnTo>
                  <a:pt x="939071" y="84509"/>
                </a:lnTo>
                <a:lnTo>
                  <a:pt x="939526" y="82357"/>
                </a:lnTo>
                <a:lnTo>
                  <a:pt x="940065" y="80219"/>
                </a:lnTo>
                <a:lnTo>
                  <a:pt x="940686" y="78097"/>
                </a:lnTo>
                <a:lnTo>
                  <a:pt x="941390" y="75989"/>
                </a:lnTo>
                <a:lnTo>
                  <a:pt x="942176" y="73895"/>
                </a:lnTo>
                <a:lnTo>
                  <a:pt x="943046" y="71816"/>
                </a:lnTo>
                <a:lnTo>
                  <a:pt x="943998" y="69752"/>
                </a:lnTo>
                <a:lnTo>
                  <a:pt x="945025" y="67733"/>
                </a:lnTo>
                <a:lnTo>
                  <a:pt x="946117" y="65790"/>
                </a:lnTo>
                <a:lnTo>
                  <a:pt x="947275" y="63922"/>
                </a:lnTo>
                <a:lnTo>
                  <a:pt x="948499" y="62131"/>
                </a:lnTo>
                <a:lnTo>
                  <a:pt x="949789" y="60416"/>
                </a:lnTo>
                <a:lnTo>
                  <a:pt x="951144" y="58777"/>
                </a:lnTo>
                <a:lnTo>
                  <a:pt x="952566" y="57214"/>
                </a:lnTo>
                <a:lnTo>
                  <a:pt x="954053" y="55727"/>
                </a:lnTo>
                <a:lnTo>
                  <a:pt x="955605" y="54315"/>
                </a:lnTo>
                <a:lnTo>
                  <a:pt x="957224" y="52980"/>
                </a:lnTo>
                <a:lnTo>
                  <a:pt x="958908" y="51722"/>
                </a:lnTo>
                <a:lnTo>
                  <a:pt x="960658" y="50539"/>
                </a:lnTo>
                <a:lnTo>
                  <a:pt x="962458" y="49441"/>
                </a:lnTo>
                <a:lnTo>
                  <a:pt x="964292" y="48439"/>
                </a:lnTo>
                <a:lnTo>
                  <a:pt x="966160" y="47532"/>
                </a:lnTo>
                <a:lnTo>
                  <a:pt x="968063" y="46721"/>
                </a:lnTo>
                <a:lnTo>
                  <a:pt x="969999" y="46005"/>
                </a:lnTo>
                <a:lnTo>
                  <a:pt x="971969" y="45384"/>
                </a:lnTo>
                <a:lnTo>
                  <a:pt x="973974" y="44859"/>
                </a:lnTo>
                <a:lnTo>
                  <a:pt x="976012" y="44430"/>
                </a:lnTo>
                <a:lnTo>
                  <a:pt x="978085" y="44096"/>
                </a:lnTo>
                <a:lnTo>
                  <a:pt x="980192" y="43857"/>
                </a:lnTo>
                <a:lnTo>
                  <a:pt x="982333" y="43714"/>
                </a:lnTo>
                <a:lnTo>
                  <a:pt x="984508" y="43666"/>
                </a:lnTo>
                <a:lnTo>
                  <a:pt x="987368" y="43753"/>
                </a:lnTo>
                <a:lnTo>
                  <a:pt x="990133" y="44011"/>
                </a:lnTo>
                <a:lnTo>
                  <a:pt x="992802" y="44442"/>
                </a:lnTo>
                <a:lnTo>
                  <a:pt x="995376" y="45046"/>
                </a:lnTo>
                <a:lnTo>
                  <a:pt x="997854" y="45821"/>
                </a:lnTo>
                <a:lnTo>
                  <a:pt x="1000236" y="46770"/>
                </a:lnTo>
                <a:lnTo>
                  <a:pt x="1002523" y="47890"/>
                </a:lnTo>
                <a:lnTo>
                  <a:pt x="1004714" y="49183"/>
                </a:lnTo>
                <a:lnTo>
                  <a:pt x="1006810" y="50649"/>
                </a:lnTo>
                <a:lnTo>
                  <a:pt x="1008810" y="52286"/>
                </a:lnTo>
                <a:lnTo>
                  <a:pt x="1010714" y="54097"/>
                </a:lnTo>
                <a:lnTo>
                  <a:pt x="1012523" y="56079"/>
                </a:lnTo>
                <a:lnTo>
                  <a:pt x="1014211" y="58241"/>
                </a:lnTo>
                <a:lnTo>
                  <a:pt x="1015751" y="60590"/>
                </a:lnTo>
                <a:lnTo>
                  <a:pt x="1017145" y="63125"/>
                </a:lnTo>
                <a:lnTo>
                  <a:pt x="1018393" y="65848"/>
                </a:lnTo>
                <a:lnTo>
                  <a:pt x="1019493" y="68757"/>
                </a:lnTo>
                <a:lnTo>
                  <a:pt x="1020447" y="71854"/>
                </a:lnTo>
                <a:lnTo>
                  <a:pt x="1021254" y="75137"/>
                </a:lnTo>
                <a:lnTo>
                  <a:pt x="1021915" y="78608"/>
                </a:lnTo>
                <a:lnTo>
                  <a:pt x="1022428" y="82265"/>
                </a:lnTo>
                <a:lnTo>
                  <a:pt x="1022795" y="86109"/>
                </a:lnTo>
                <a:lnTo>
                  <a:pt x="1023015" y="90140"/>
                </a:lnTo>
                <a:lnTo>
                  <a:pt x="1023089" y="94358"/>
                </a:lnTo>
                <a:lnTo>
                  <a:pt x="1023089" y="97855"/>
                </a:lnTo>
                <a:lnTo>
                  <a:pt x="955572" y="97855"/>
                </a:lnTo>
                <a:lnTo>
                  <a:pt x="955602" y="99538"/>
                </a:lnTo>
                <a:lnTo>
                  <a:pt x="955691" y="101197"/>
                </a:lnTo>
                <a:lnTo>
                  <a:pt x="955838" y="102831"/>
                </a:lnTo>
                <a:lnTo>
                  <a:pt x="956045" y="104441"/>
                </a:lnTo>
                <a:lnTo>
                  <a:pt x="956311" y="106026"/>
                </a:lnTo>
                <a:lnTo>
                  <a:pt x="956636" y="107588"/>
                </a:lnTo>
                <a:lnTo>
                  <a:pt x="957020" y="109125"/>
                </a:lnTo>
                <a:lnTo>
                  <a:pt x="957463" y="110637"/>
                </a:lnTo>
                <a:lnTo>
                  <a:pt x="957965" y="112125"/>
                </a:lnTo>
                <a:lnTo>
                  <a:pt x="958526" y="113589"/>
                </a:lnTo>
                <a:lnTo>
                  <a:pt x="959146" y="115029"/>
                </a:lnTo>
                <a:lnTo>
                  <a:pt x="959825" y="116444"/>
                </a:lnTo>
                <a:lnTo>
                  <a:pt x="960552" y="117817"/>
                </a:lnTo>
                <a:lnTo>
                  <a:pt x="961317" y="119133"/>
                </a:lnTo>
                <a:lnTo>
                  <a:pt x="962119" y="120389"/>
                </a:lnTo>
                <a:lnTo>
                  <a:pt x="962957" y="121588"/>
                </a:lnTo>
                <a:lnTo>
                  <a:pt x="963833" y="122728"/>
                </a:lnTo>
                <a:lnTo>
                  <a:pt x="964746" y="123809"/>
                </a:lnTo>
                <a:lnTo>
                  <a:pt x="965697" y="124832"/>
                </a:lnTo>
                <a:lnTo>
                  <a:pt x="966684" y="125797"/>
                </a:lnTo>
                <a:lnTo>
                  <a:pt x="967708" y="126703"/>
                </a:lnTo>
                <a:lnTo>
                  <a:pt x="968770" y="127550"/>
                </a:lnTo>
                <a:lnTo>
                  <a:pt x="969869" y="128339"/>
                </a:lnTo>
                <a:lnTo>
                  <a:pt x="971005" y="129070"/>
                </a:lnTo>
                <a:lnTo>
                  <a:pt x="972173" y="129742"/>
                </a:lnTo>
                <a:lnTo>
                  <a:pt x="973367" y="130356"/>
                </a:lnTo>
                <a:lnTo>
                  <a:pt x="974589" y="130911"/>
                </a:lnTo>
                <a:lnTo>
                  <a:pt x="975837" y="131408"/>
                </a:lnTo>
                <a:lnTo>
                  <a:pt x="977112" y="131847"/>
                </a:lnTo>
                <a:lnTo>
                  <a:pt x="978414" y="132227"/>
                </a:lnTo>
                <a:lnTo>
                  <a:pt x="979743" y="132548"/>
                </a:lnTo>
                <a:lnTo>
                  <a:pt x="981098" y="132811"/>
                </a:lnTo>
                <a:lnTo>
                  <a:pt x="982480" y="133016"/>
                </a:lnTo>
                <a:lnTo>
                  <a:pt x="983889" y="133162"/>
                </a:lnTo>
                <a:lnTo>
                  <a:pt x="985325" y="133250"/>
                </a:lnTo>
                <a:lnTo>
                  <a:pt x="986788" y="133279"/>
                </a:lnTo>
                <a:lnTo>
                  <a:pt x="989441" y="133206"/>
                </a:lnTo>
                <a:lnTo>
                  <a:pt x="992141" y="132987"/>
                </a:lnTo>
                <a:lnTo>
                  <a:pt x="994888" y="132621"/>
                </a:lnTo>
                <a:lnTo>
                  <a:pt x="997680" y="132110"/>
                </a:lnTo>
                <a:lnTo>
                  <a:pt x="1000519" y="131452"/>
                </a:lnTo>
                <a:lnTo>
                  <a:pt x="1003404" y="130648"/>
                </a:lnTo>
                <a:lnTo>
                  <a:pt x="1006335" y="129699"/>
                </a:lnTo>
                <a:lnTo>
                  <a:pt x="1009313" y="128602"/>
                </a:lnTo>
                <a:lnTo>
                  <a:pt x="1012337" y="127360"/>
                </a:lnTo>
                <a:lnTo>
                  <a:pt x="1015407" y="125972"/>
                </a:lnTo>
                <a:lnTo>
                  <a:pt x="1018523" y="124438"/>
                </a:lnTo>
                <a:lnTo>
                  <a:pt x="1021686" y="122757"/>
                </a:lnTo>
                <a:lnTo>
                  <a:pt x="1021686" y="137663"/>
                </a:lnTo>
                <a:moveTo>
                  <a:pt x="956537" y="85579"/>
                </a:moveTo>
                <a:lnTo>
                  <a:pt x="1005377" y="85579"/>
                </a:lnTo>
                <a:lnTo>
                  <a:pt x="1005377" y="83242"/>
                </a:lnTo>
                <a:lnTo>
                  <a:pt x="1005336" y="81298"/>
                </a:lnTo>
                <a:lnTo>
                  <a:pt x="1005214" y="79421"/>
                </a:lnTo>
                <a:lnTo>
                  <a:pt x="1005010" y="77611"/>
                </a:lnTo>
                <a:lnTo>
                  <a:pt x="1004724" y="75869"/>
                </a:lnTo>
                <a:lnTo>
                  <a:pt x="1004357" y="74195"/>
                </a:lnTo>
                <a:lnTo>
                  <a:pt x="1003908" y="72588"/>
                </a:lnTo>
                <a:lnTo>
                  <a:pt x="1003378" y="71048"/>
                </a:lnTo>
                <a:lnTo>
                  <a:pt x="1002766" y="69575"/>
                </a:lnTo>
                <a:lnTo>
                  <a:pt x="1002072" y="68170"/>
                </a:lnTo>
                <a:lnTo>
                  <a:pt x="1001297" y="66833"/>
                </a:lnTo>
                <a:lnTo>
                  <a:pt x="1000440" y="65563"/>
                </a:lnTo>
                <a:lnTo>
                  <a:pt x="999502" y="64360"/>
                </a:lnTo>
                <a:lnTo>
                  <a:pt x="998495" y="63239"/>
                </a:lnTo>
                <a:lnTo>
                  <a:pt x="997434" y="62216"/>
                </a:lnTo>
                <a:lnTo>
                  <a:pt x="996318" y="61291"/>
                </a:lnTo>
                <a:lnTo>
                  <a:pt x="995147" y="60463"/>
                </a:lnTo>
                <a:lnTo>
                  <a:pt x="993921" y="59732"/>
                </a:lnTo>
                <a:lnTo>
                  <a:pt x="992641" y="59099"/>
                </a:lnTo>
                <a:lnTo>
                  <a:pt x="991305" y="58563"/>
                </a:lnTo>
                <a:lnTo>
                  <a:pt x="989915" y="58124"/>
                </a:lnTo>
                <a:lnTo>
                  <a:pt x="988470" y="57783"/>
                </a:lnTo>
                <a:lnTo>
                  <a:pt x="986970" y="57540"/>
                </a:lnTo>
                <a:lnTo>
                  <a:pt x="985416" y="57394"/>
                </a:lnTo>
                <a:lnTo>
                  <a:pt x="983807" y="57345"/>
                </a:lnTo>
                <a:lnTo>
                  <a:pt x="982174" y="57395"/>
                </a:lnTo>
                <a:lnTo>
                  <a:pt x="980578" y="57544"/>
                </a:lnTo>
                <a:lnTo>
                  <a:pt x="979020" y="57792"/>
                </a:lnTo>
                <a:lnTo>
                  <a:pt x="977498" y="58139"/>
                </a:lnTo>
                <a:lnTo>
                  <a:pt x="976014" y="58586"/>
                </a:lnTo>
                <a:lnTo>
                  <a:pt x="974567" y="59132"/>
                </a:lnTo>
                <a:lnTo>
                  <a:pt x="973157" y="59777"/>
                </a:lnTo>
                <a:lnTo>
                  <a:pt x="971784" y="60521"/>
                </a:lnTo>
                <a:lnTo>
                  <a:pt x="970449" y="61365"/>
                </a:lnTo>
                <a:lnTo>
                  <a:pt x="969150" y="62308"/>
                </a:lnTo>
                <a:lnTo>
                  <a:pt x="967889" y="63350"/>
                </a:lnTo>
                <a:lnTo>
                  <a:pt x="966664" y="64491"/>
                </a:lnTo>
                <a:lnTo>
                  <a:pt x="965489" y="65729"/>
                </a:lnTo>
                <a:lnTo>
                  <a:pt x="964374" y="67061"/>
                </a:lnTo>
                <a:lnTo>
                  <a:pt x="963319" y="68488"/>
                </a:lnTo>
                <a:lnTo>
                  <a:pt x="962324" y="70009"/>
                </a:lnTo>
                <a:lnTo>
                  <a:pt x="961390" y="71625"/>
                </a:lnTo>
                <a:lnTo>
                  <a:pt x="960516" y="73335"/>
                </a:lnTo>
                <a:lnTo>
                  <a:pt x="959702" y="75139"/>
                </a:lnTo>
                <a:lnTo>
                  <a:pt x="958948" y="77038"/>
                </a:lnTo>
                <a:lnTo>
                  <a:pt x="958255" y="79032"/>
                </a:lnTo>
                <a:lnTo>
                  <a:pt x="957622" y="81120"/>
                </a:lnTo>
                <a:lnTo>
                  <a:pt x="957049" y="83302"/>
                </a:lnTo>
                <a:lnTo>
                  <a:pt x="956537" y="85579"/>
                </a:lnTo>
                <a:close/>
                <a:moveTo>
                  <a:pt x="1047578" y="144327"/>
                </a:moveTo>
                <a:lnTo>
                  <a:pt x="1047578" y="46297"/>
                </a:lnTo>
                <a:lnTo>
                  <a:pt x="1063887" y="46297"/>
                </a:lnTo>
                <a:lnTo>
                  <a:pt x="1063887" y="67859"/>
                </a:lnTo>
                <a:lnTo>
                  <a:pt x="1065077" y="66001"/>
                </a:lnTo>
                <a:lnTo>
                  <a:pt x="1066306" y="64213"/>
                </a:lnTo>
                <a:lnTo>
                  <a:pt x="1067575" y="62492"/>
                </a:lnTo>
                <a:lnTo>
                  <a:pt x="1068885" y="60840"/>
                </a:lnTo>
                <a:lnTo>
                  <a:pt x="1070235" y="59257"/>
                </a:lnTo>
                <a:lnTo>
                  <a:pt x="1071625" y="57742"/>
                </a:lnTo>
                <a:lnTo>
                  <a:pt x="1073056" y="56295"/>
                </a:lnTo>
                <a:lnTo>
                  <a:pt x="1074526" y="54917"/>
                </a:lnTo>
                <a:lnTo>
                  <a:pt x="1076037" y="53607"/>
                </a:lnTo>
                <a:lnTo>
                  <a:pt x="1077588" y="52366"/>
                </a:lnTo>
                <a:lnTo>
                  <a:pt x="1079179" y="51193"/>
                </a:lnTo>
                <a:lnTo>
                  <a:pt x="1080810" y="50089"/>
                </a:lnTo>
                <a:lnTo>
                  <a:pt x="1082462" y="49063"/>
                </a:lnTo>
                <a:lnTo>
                  <a:pt x="1084113" y="48127"/>
                </a:lnTo>
                <a:lnTo>
                  <a:pt x="1085764" y="47279"/>
                </a:lnTo>
                <a:lnTo>
                  <a:pt x="1087416" y="46521"/>
                </a:lnTo>
                <a:lnTo>
                  <a:pt x="1089067" y="45852"/>
                </a:lnTo>
                <a:lnTo>
                  <a:pt x="1090718" y="45272"/>
                </a:lnTo>
                <a:lnTo>
                  <a:pt x="1092370" y="44781"/>
                </a:lnTo>
                <a:lnTo>
                  <a:pt x="1094021" y="44380"/>
                </a:lnTo>
                <a:lnTo>
                  <a:pt x="1095673" y="44068"/>
                </a:lnTo>
                <a:lnTo>
                  <a:pt x="1097324" y="43845"/>
                </a:lnTo>
                <a:lnTo>
                  <a:pt x="1098975" y="43711"/>
                </a:lnTo>
                <a:lnTo>
                  <a:pt x="1100627" y="43666"/>
                </a:lnTo>
                <a:lnTo>
                  <a:pt x="1102063" y="43698"/>
                </a:lnTo>
                <a:lnTo>
                  <a:pt x="1103476" y="43794"/>
                </a:lnTo>
                <a:lnTo>
                  <a:pt x="1104868" y="43954"/>
                </a:lnTo>
                <a:lnTo>
                  <a:pt x="1106238" y="44178"/>
                </a:lnTo>
                <a:lnTo>
                  <a:pt x="1107587" y="44466"/>
                </a:lnTo>
                <a:lnTo>
                  <a:pt x="1108913" y="44817"/>
                </a:lnTo>
                <a:lnTo>
                  <a:pt x="1110217" y="45233"/>
                </a:lnTo>
                <a:lnTo>
                  <a:pt x="1111499" y="45712"/>
                </a:lnTo>
                <a:lnTo>
                  <a:pt x="1112760" y="46256"/>
                </a:lnTo>
                <a:lnTo>
                  <a:pt x="1113998" y="46863"/>
                </a:lnTo>
                <a:lnTo>
                  <a:pt x="1115215" y="47535"/>
                </a:lnTo>
                <a:lnTo>
                  <a:pt x="1116410" y="48270"/>
                </a:lnTo>
                <a:lnTo>
                  <a:pt x="1117564" y="49057"/>
                </a:lnTo>
                <a:lnTo>
                  <a:pt x="1118659" y="49883"/>
                </a:lnTo>
                <a:lnTo>
                  <a:pt x="1119695" y="50750"/>
                </a:lnTo>
                <a:lnTo>
                  <a:pt x="1120672" y="51655"/>
                </a:lnTo>
                <a:lnTo>
                  <a:pt x="1121590" y="52601"/>
                </a:lnTo>
                <a:lnTo>
                  <a:pt x="1122449" y="53586"/>
                </a:lnTo>
                <a:lnTo>
                  <a:pt x="1123249" y="54610"/>
                </a:lnTo>
                <a:lnTo>
                  <a:pt x="1123989" y="55674"/>
                </a:lnTo>
                <a:lnTo>
                  <a:pt x="1124671" y="56778"/>
                </a:lnTo>
                <a:lnTo>
                  <a:pt x="1125294" y="57921"/>
                </a:lnTo>
                <a:lnTo>
                  <a:pt x="1125857" y="59104"/>
                </a:lnTo>
                <a:lnTo>
                  <a:pt x="1126362" y="60326"/>
                </a:lnTo>
                <a:lnTo>
                  <a:pt x="1126817" y="61668"/>
                </a:lnTo>
                <a:lnTo>
                  <a:pt x="1127233" y="63210"/>
                </a:lnTo>
                <a:lnTo>
                  <a:pt x="1127609" y="64952"/>
                </a:lnTo>
                <a:lnTo>
                  <a:pt x="1127945" y="66893"/>
                </a:lnTo>
                <a:lnTo>
                  <a:pt x="1128242" y="69034"/>
                </a:lnTo>
                <a:lnTo>
                  <a:pt x="1128499" y="71374"/>
                </a:lnTo>
                <a:lnTo>
                  <a:pt x="1128717" y="73915"/>
                </a:lnTo>
                <a:lnTo>
                  <a:pt x="1128895" y="76655"/>
                </a:lnTo>
                <a:lnTo>
                  <a:pt x="1129033" y="79595"/>
                </a:lnTo>
                <a:lnTo>
                  <a:pt x="1129132" y="82734"/>
                </a:lnTo>
                <a:lnTo>
                  <a:pt x="1129192" y="86074"/>
                </a:lnTo>
                <a:lnTo>
                  <a:pt x="1129212" y="89613"/>
                </a:lnTo>
                <a:lnTo>
                  <a:pt x="1129212" y="144327"/>
                </a:lnTo>
                <a:lnTo>
                  <a:pt x="1112902" y="144327"/>
                </a:lnTo>
                <a:lnTo>
                  <a:pt x="1112902" y="87653"/>
                </a:lnTo>
                <a:lnTo>
                  <a:pt x="1112893" y="85369"/>
                </a:lnTo>
                <a:lnTo>
                  <a:pt x="1112865" y="83219"/>
                </a:lnTo>
                <a:lnTo>
                  <a:pt x="1112817" y="81201"/>
                </a:lnTo>
                <a:lnTo>
                  <a:pt x="1112751" y="79317"/>
                </a:lnTo>
                <a:lnTo>
                  <a:pt x="1112666" y="77566"/>
                </a:lnTo>
                <a:lnTo>
                  <a:pt x="1112563" y="75948"/>
                </a:lnTo>
                <a:lnTo>
                  <a:pt x="1112440" y="74464"/>
                </a:lnTo>
                <a:lnTo>
                  <a:pt x="1112298" y="73113"/>
                </a:lnTo>
                <a:lnTo>
                  <a:pt x="1112138" y="71894"/>
                </a:lnTo>
                <a:lnTo>
                  <a:pt x="1111959" y="70810"/>
                </a:lnTo>
                <a:lnTo>
                  <a:pt x="1111760" y="69858"/>
                </a:lnTo>
                <a:lnTo>
                  <a:pt x="1111543" y="69040"/>
                </a:lnTo>
                <a:lnTo>
                  <a:pt x="1111301" y="68299"/>
                </a:lnTo>
                <a:lnTo>
                  <a:pt x="1111027" y="67581"/>
                </a:lnTo>
                <a:lnTo>
                  <a:pt x="1110721" y="66886"/>
                </a:lnTo>
                <a:lnTo>
                  <a:pt x="1110384" y="66213"/>
                </a:lnTo>
                <a:lnTo>
                  <a:pt x="1110015" y="65562"/>
                </a:lnTo>
                <a:lnTo>
                  <a:pt x="1109614" y="64934"/>
                </a:lnTo>
                <a:lnTo>
                  <a:pt x="1109182" y="64329"/>
                </a:lnTo>
                <a:lnTo>
                  <a:pt x="1108718" y="63746"/>
                </a:lnTo>
                <a:lnTo>
                  <a:pt x="1108222" y="63185"/>
                </a:lnTo>
                <a:lnTo>
                  <a:pt x="1107695" y="62647"/>
                </a:lnTo>
                <a:lnTo>
                  <a:pt x="1107136" y="62132"/>
                </a:lnTo>
                <a:lnTo>
                  <a:pt x="1106545" y="61639"/>
                </a:lnTo>
                <a:lnTo>
                  <a:pt x="1105934" y="61177"/>
                </a:lnTo>
                <a:lnTo>
                  <a:pt x="1105314" y="60755"/>
                </a:lnTo>
                <a:lnTo>
                  <a:pt x="1104685" y="60374"/>
                </a:lnTo>
                <a:lnTo>
                  <a:pt x="1104046" y="60033"/>
                </a:lnTo>
                <a:lnTo>
                  <a:pt x="1103399" y="59732"/>
                </a:lnTo>
                <a:lnTo>
                  <a:pt x="1102742" y="59471"/>
                </a:lnTo>
                <a:lnTo>
                  <a:pt x="1102076" y="59250"/>
                </a:lnTo>
                <a:lnTo>
                  <a:pt x="1101401" y="59069"/>
                </a:lnTo>
                <a:lnTo>
                  <a:pt x="1100717" y="58929"/>
                </a:lnTo>
                <a:lnTo>
                  <a:pt x="1100024" y="58828"/>
                </a:lnTo>
                <a:lnTo>
                  <a:pt x="1099321" y="58768"/>
                </a:lnTo>
                <a:lnTo>
                  <a:pt x="1098610" y="58748"/>
                </a:lnTo>
                <a:lnTo>
                  <a:pt x="1097169" y="58805"/>
                </a:lnTo>
                <a:lnTo>
                  <a:pt x="1095710" y="58974"/>
                </a:lnTo>
                <a:lnTo>
                  <a:pt x="1094234" y="59257"/>
                </a:lnTo>
                <a:lnTo>
                  <a:pt x="1092740" y="59653"/>
                </a:lnTo>
                <a:lnTo>
                  <a:pt x="1091228" y="60162"/>
                </a:lnTo>
                <a:lnTo>
                  <a:pt x="1089699" y="60785"/>
                </a:lnTo>
                <a:lnTo>
                  <a:pt x="1088152" y="61520"/>
                </a:lnTo>
                <a:lnTo>
                  <a:pt x="1086588" y="62369"/>
                </a:lnTo>
                <a:lnTo>
                  <a:pt x="1085005" y="63330"/>
                </a:lnTo>
                <a:lnTo>
                  <a:pt x="1083405" y="64405"/>
                </a:lnTo>
                <a:lnTo>
                  <a:pt x="1081788" y="65593"/>
                </a:lnTo>
                <a:lnTo>
                  <a:pt x="1080153" y="66894"/>
                </a:lnTo>
                <a:lnTo>
                  <a:pt x="1078533" y="68281"/>
                </a:lnTo>
                <a:lnTo>
                  <a:pt x="1076961" y="69724"/>
                </a:lnTo>
                <a:lnTo>
                  <a:pt x="1075437" y="71225"/>
                </a:lnTo>
                <a:lnTo>
                  <a:pt x="1073961" y="72782"/>
                </a:lnTo>
                <a:lnTo>
                  <a:pt x="1072534" y="74397"/>
                </a:lnTo>
                <a:lnTo>
                  <a:pt x="1071154" y="76070"/>
                </a:lnTo>
                <a:lnTo>
                  <a:pt x="1069823" y="77799"/>
                </a:lnTo>
                <a:lnTo>
                  <a:pt x="1068539" y="79585"/>
                </a:lnTo>
                <a:lnTo>
                  <a:pt x="1067304" y="81429"/>
                </a:lnTo>
                <a:lnTo>
                  <a:pt x="1066117" y="83330"/>
                </a:lnTo>
                <a:lnTo>
                  <a:pt x="1064978" y="85288"/>
                </a:lnTo>
                <a:lnTo>
                  <a:pt x="1063887" y="87303"/>
                </a:lnTo>
                <a:lnTo>
                  <a:pt x="1063887" y="144327"/>
                </a:lnTo>
                <a:lnTo>
                  <a:pt x="1047578" y="144327"/>
                </a:lnTo>
                <a:close/>
                <a:moveTo>
                  <a:pt x="1156069" y="139014"/>
                </a:moveTo>
                <a:lnTo>
                  <a:pt x="1156069" y="121705"/>
                </a:lnTo>
                <a:lnTo>
                  <a:pt x="1157713" y="122745"/>
                </a:lnTo>
                <a:lnTo>
                  <a:pt x="1159374" y="123732"/>
                </a:lnTo>
                <a:lnTo>
                  <a:pt x="1161050" y="124667"/>
                </a:lnTo>
                <a:lnTo>
                  <a:pt x="1162742" y="125548"/>
                </a:lnTo>
                <a:lnTo>
                  <a:pt x="1164450" y="126377"/>
                </a:lnTo>
                <a:lnTo>
                  <a:pt x="1166174" y="127152"/>
                </a:lnTo>
                <a:lnTo>
                  <a:pt x="1167914" y="127875"/>
                </a:lnTo>
                <a:lnTo>
                  <a:pt x="1169669" y="128544"/>
                </a:lnTo>
                <a:lnTo>
                  <a:pt x="1171441" y="129161"/>
                </a:lnTo>
                <a:lnTo>
                  <a:pt x="1173228" y="129724"/>
                </a:lnTo>
                <a:lnTo>
                  <a:pt x="1175031" y="130235"/>
                </a:lnTo>
                <a:lnTo>
                  <a:pt x="1176850" y="130692"/>
                </a:lnTo>
                <a:lnTo>
                  <a:pt x="1178653" y="131105"/>
                </a:lnTo>
                <a:lnTo>
                  <a:pt x="1180410" y="131483"/>
                </a:lnTo>
                <a:lnTo>
                  <a:pt x="1182121" y="131824"/>
                </a:lnTo>
                <a:lnTo>
                  <a:pt x="1183786" y="132129"/>
                </a:lnTo>
                <a:lnTo>
                  <a:pt x="1185405" y="132399"/>
                </a:lnTo>
                <a:lnTo>
                  <a:pt x="1186977" y="132632"/>
                </a:lnTo>
                <a:lnTo>
                  <a:pt x="1188503" y="132830"/>
                </a:lnTo>
                <a:lnTo>
                  <a:pt x="1189983" y="132992"/>
                </a:lnTo>
                <a:lnTo>
                  <a:pt x="1191416" y="133117"/>
                </a:lnTo>
                <a:lnTo>
                  <a:pt x="1192803" y="133207"/>
                </a:lnTo>
                <a:lnTo>
                  <a:pt x="1194144" y="133261"/>
                </a:lnTo>
                <a:lnTo>
                  <a:pt x="1195438" y="133279"/>
                </a:lnTo>
                <a:lnTo>
                  <a:pt x="1197451" y="133251"/>
                </a:lnTo>
                <a:lnTo>
                  <a:pt x="1199367" y="133169"/>
                </a:lnTo>
                <a:lnTo>
                  <a:pt x="1201187" y="133030"/>
                </a:lnTo>
                <a:lnTo>
                  <a:pt x="1202911" y="132837"/>
                </a:lnTo>
                <a:lnTo>
                  <a:pt x="1204539" y="132589"/>
                </a:lnTo>
                <a:lnTo>
                  <a:pt x="1206070" y="132285"/>
                </a:lnTo>
                <a:lnTo>
                  <a:pt x="1207505" y="131926"/>
                </a:lnTo>
                <a:lnTo>
                  <a:pt x="1208844" y="131512"/>
                </a:lnTo>
                <a:lnTo>
                  <a:pt x="1210087" y="131043"/>
                </a:lnTo>
                <a:lnTo>
                  <a:pt x="1211234" y="130518"/>
                </a:lnTo>
                <a:lnTo>
                  <a:pt x="1212284" y="129938"/>
                </a:lnTo>
                <a:lnTo>
                  <a:pt x="1213238" y="129303"/>
                </a:lnTo>
                <a:lnTo>
                  <a:pt x="1214106" y="128627"/>
                </a:lnTo>
                <a:lnTo>
                  <a:pt x="1214899" y="127923"/>
                </a:lnTo>
                <a:lnTo>
                  <a:pt x="1215617" y="127192"/>
                </a:lnTo>
                <a:lnTo>
                  <a:pt x="1216258" y="126434"/>
                </a:lnTo>
                <a:lnTo>
                  <a:pt x="1216825" y="125649"/>
                </a:lnTo>
                <a:lnTo>
                  <a:pt x="1217315" y="124836"/>
                </a:lnTo>
                <a:lnTo>
                  <a:pt x="1217731" y="123996"/>
                </a:lnTo>
                <a:lnTo>
                  <a:pt x="1218071" y="123129"/>
                </a:lnTo>
                <a:lnTo>
                  <a:pt x="1218335" y="122234"/>
                </a:lnTo>
                <a:lnTo>
                  <a:pt x="1218524" y="121312"/>
                </a:lnTo>
                <a:lnTo>
                  <a:pt x="1218637" y="120363"/>
                </a:lnTo>
                <a:lnTo>
                  <a:pt x="1218675" y="119387"/>
                </a:lnTo>
                <a:lnTo>
                  <a:pt x="1218657" y="118739"/>
                </a:lnTo>
                <a:lnTo>
                  <a:pt x="1218604" y="118107"/>
                </a:lnTo>
                <a:lnTo>
                  <a:pt x="1218516" y="117491"/>
                </a:lnTo>
                <a:lnTo>
                  <a:pt x="1218392" y="116891"/>
                </a:lnTo>
                <a:lnTo>
                  <a:pt x="1218233" y="116307"/>
                </a:lnTo>
                <a:lnTo>
                  <a:pt x="1218039" y="115738"/>
                </a:lnTo>
                <a:lnTo>
                  <a:pt x="1217809" y="115185"/>
                </a:lnTo>
                <a:lnTo>
                  <a:pt x="1217544" y="114648"/>
                </a:lnTo>
                <a:lnTo>
                  <a:pt x="1217244" y="114127"/>
                </a:lnTo>
                <a:lnTo>
                  <a:pt x="1216909" y="113621"/>
                </a:lnTo>
                <a:lnTo>
                  <a:pt x="1216538" y="113131"/>
                </a:lnTo>
                <a:lnTo>
                  <a:pt x="1216132" y="112657"/>
                </a:lnTo>
                <a:lnTo>
                  <a:pt x="1215656" y="112182"/>
                </a:lnTo>
                <a:lnTo>
                  <a:pt x="1215075" y="111689"/>
                </a:lnTo>
                <a:lnTo>
                  <a:pt x="1214389" y="111177"/>
                </a:lnTo>
                <a:lnTo>
                  <a:pt x="1213599" y="110648"/>
                </a:lnTo>
                <a:lnTo>
                  <a:pt x="1212704" y="110100"/>
                </a:lnTo>
                <a:lnTo>
                  <a:pt x="1211704" y="109534"/>
                </a:lnTo>
                <a:lnTo>
                  <a:pt x="1210599" y="108950"/>
                </a:lnTo>
                <a:lnTo>
                  <a:pt x="1209390" y="108347"/>
                </a:lnTo>
                <a:lnTo>
                  <a:pt x="1208076" y="107726"/>
                </a:lnTo>
                <a:lnTo>
                  <a:pt x="1206657" y="107087"/>
                </a:lnTo>
                <a:lnTo>
                  <a:pt x="1205134" y="106430"/>
                </a:lnTo>
                <a:lnTo>
                  <a:pt x="1203505" y="105755"/>
                </a:lnTo>
                <a:lnTo>
                  <a:pt x="1197894" y="103483"/>
                </a:lnTo>
                <a:lnTo>
                  <a:pt x="1186582" y="99025"/>
                </a:lnTo>
                <a:lnTo>
                  <a:pt x="1183636" y="97852"/>
                </a:lnTo>
                <a:lnTo>
                  <a:pt x="1180878" y="96694"/>
                </a:lnTo>
                <a:lnTo>
                  <a:pt x="1178307" y="95551"/>
                </a:lnTo>
                <a:lnTo>
                  <a:pt x="1175924" y="94421"/>
                </a:lnTo>
                <a:lnTo>
                  <a:pt x="1173728" y="93306"/>
                </a:lnTo>
                <a:lnTo>
                  <a:pt x="1171720" y="92205"/>
                </a:lnTo>
                <a:lnTo>
                  <a:pt x="1169899" y="91119"/>
                </a:lnTo>
                <a:lnTo>
                  <a:pt x="1168266" y="90047"/>
                </a:lnTo>
                <a:lnTo>
                  <a:pt x="1166821" y="88989"/>
                </a:lnTo>
                <a:lnTo>
                  <a:pt x="1165563" y="87946"/>
                </a:lnTo>
                <a:lnTo>
                  <a:pt x="1164492" y="86917"/>
                </a:lnTo>
                <a:lnTo>
                  <a:pt x="1163609" y="85902"/>
                </a:lnTo>
                <a:lnTo>
                  <a:pt x="1162839" y="84891"/>
                </a:lnTo>
                <a:lnTo>
                  <a:pt x="1162136" y="83843"/>
                </a:lnTo>
                <a:lnTo>
                  <a:pt x="1161499" y="82758"/>
                </a:lnTo>
                <a:lnTo>
                  <a:pt x="1160930" y="81637"/>
                </a:lnTo>
                <a:lnTo>
                  <a:pt x="1160428" y="80480"/>
                </a:lnTo>
                <a:lnTo>
                  <a:pt x="1159992" y="79286"/>
                </a:lnTo>
                <a:lnTo>
                  <a:pt x="1159624" y="78055"/>
                </a:lnTo>
                <a:lnTo>
                  <a:pt x="1159323" y="76788"/>
                </a:lnTo>
                <a:lnTo>
                  <a:pt x="1159088" y="75485"/>
                </a:lnTo>
                <a:lnTo>
                  <a:pt x="1158921" y="74145"/>
                </a:lnTo>
                <a:lnTo>
                  <a:pt x="1158820" y="72768"/>
                </a:lnTo>
                <a:lnTo>
                  <a:pt x="1158787" y="71355"/>
                </a:lnTo>
                <a:lnTo>
                  <a:pt x="1158852" y="69370"/>
                </a:lnTo>
                <a:lnTo>
                  <a:pt x="1159046" y="67444"/>
                </a:lnTo>
                <a:lnTo>
                  <a:pt x="1159370" y="65578"/>
                </a:lnTo>
                <a:lnTo>
                  <a:pt x="1159824" y="63771"/>
                </a:lnTo>
                <a:lnTo>
                  <a:pt x="1160408" y="62024"/>
                </a:lnTo>
                <a:lnTo>
                  <a:pt x="1161121" y="60337"/>
                </a:lnTo>
                <a:lnTo>
                  <a:pt x="1161964" y="58709"/>
                </a:lnTo>
                <a:lnTo>
                  <a:pt x="1162937" y="57141"/>
                </a:lnTo>
                <a:lnTo>
                  <a:pt x="1164040" y="55632"/>
                </a:lnTo>
                <a:lnTo>
                  <a:pt x="1165272" y="54183"/>
                </a:lnTo>
                <a:lnTo>
                  <a:pt x="1166633" y="52794"/>
                </a:lnTo>
                <a:lnTo>
                  <a:pt x="1168125" y="51465"/>
                </a:lnTo>
                <a:lnTo>
                  <a:pt x="1169762" y="50219"/>
                </a:lnTo>
                <a:lnTo>
                  <a:pt x="1171560" y="49082"/>
                </a:lnTo>
                <a:lnTo>
                  <a:pt x="1173520" y="48053"/>
                </a:lnTo>
                <a:lnTo>
                  <a:pt x="1175641" y="47132"/>
                </a:lnTo>
                <a:lnTo>
                  <a:pt x="1177924" y="46320"/>
                </a:lnTo>
                <a:lnTo>
                  <a:pt x="1180368" y="45616"/>
                </a:lnTo>
                <a:lnTo>
                  <a:pt x="1182973" y="45020"/>
                </a:lnTo>
                <a:lnTo>
                  <a:pt x="1185740" y="44533"/>
                </a:lnTo>
                <a:lnTo>
                  <a:pt x="1188668" y="44154"/>
                </a:lnTo>
                <a:lnTo>
                  <a:pt x="1191757" y="43883"/>
                </a:lnTo>
                <a:lnTo>
                  <a:pt x="1195008" y="43721"/>
                </a:lnTo>
                <a:lnTo>
                  <a:pt x="1198420" y="43666"/>
                </a:lnTo>
                <a:lnTo>
                  <a:pt x="1201024" y="43698"/>
                </a:lnTo>
                <a:lnTo>
                  <a:pt x="1203605" y="43793"/>
                </a:lnTo>
                <a:lnTo>
                  <a:pt x="1206163" y="43951"/>
                </a:lnTo>
                <a:lnTo>
                  <a:pt x="1208698" y="44173"/>
                </a:lnTo>
                <a:lnTo>
                  <a:pt x="1211210" y="44458"/>
                </a:lnTo>
                <a:lnTo>
                  <a:pt x="1213699" y="44806"/>
                </a:lnTo>
                <a:lnTo>
                  <a:pt x="1216164" y="45218"/>
                </a:lnTo>
                <a:lnTo>
                  <a:pt x="1218606" y="45693"/>
                </a:lnTo>
                <a:lnTo>
                  <a:pt x="1221026" y="46231"/>
                </a:lnTo>
                <a:lnTo>
                  <a:pt x="1223422" y="46833"/>
                </a:lnTo>
                <a:lnTo>
                  <a:pt x="1225795" y="47498"/>
                </a:lnTo>
                <a:lnTo>
                  <a:pt x="1228144" y="48226"/>
                </a:lnTo>
                <a:lnTo>
                  <a:pt x="1228144" y="63132"/>
                </a:lnTo>
                <a:lnTo>
                  <a:pt x="1225469" y="62208"/>
                </a:lnTo>
                <a:lnTo>
                  <a:pt x="1222820" y="61364"/>
                </a:lnTo>
                <a:lnTo>
                  <a:pt x="1220198" y="60600"/>
                </a:lnTo>
                <a:lnTo>
                  <a:pt x="1217603" y="59917"/>
                </a:lnTo>
                <a:lnTo>
                  <a:pt x="1215034" y="59314"/>
                </a:lnTo>
                <a:lnTo>
                  <a:pt x="1212493" y="58792"/>
                </a:lnTo>
                <a:lnTo>
                  <a:pt x="1209978" y="58350"/>
                </a:lnTo>
                <a:lnTo>
                  <a:pt x="1207490" y="57988"/>
                </a:lnTo>
                <a:lnTo>
                  <a:pt x="1205029" y="57707"/>
                </a:lnTo>
                <a:lnTo>
                  <a:pt x="1202594" y="57506"/>
                </a:lnTo>
                <a:lnTo>
                  <a:pt x="1200187" y="57385"/>
                </a:lnTo>
                <a:lnTo>
                  <a:pt x="1197806" y="57345"/>
                </a:lnTo>
                <a:lnTo>
                  <a:pt x="1196113" y="57370"/>
                </a:lnTo>
                <a:lnTo>
                  <a:pt x="1194482" y="57446"/>
                </a:lnTo>
                <a:lnTo>
                  <a:pt x="1192915" y="57572"/>
                </a:lnTo>
                <a:lnTo>
                  <a:pt x="1191410" y="57748"/>
                </a:lnTo>
                <a:lnTo>
                  <a:pt x="1189968" y="57975"/>
                </a:lnTo>
                <a:lnTo>
                  <a:pt x="1188588" y="58252"/>
                </a:lnTo>
                <a:lnTo>
                  <a:pt x="1187271" y="58580"/>
                </a:lnTo>
                <a:lnTo>
                  <a:pt x="1186017" y="58957"/>
                </a:lnTo>
                <a:lnTo>
                  <a:pt x="1184826" y="59386"/>
                </a:lnTo>
                <a:lnTo>
                  <a:pt x="1183697" y="59864"/>
                </a:lnTo>
                <a:lnTo>
                  <a:pt x="1182631" y="60393"/>
                </a:lnTo>
                <a:lnTo>
                  <a:pt x="1181628" y="60973"/>
                </a:lnTo>
                <a:lnTo>
                  <a:pt x="1180697" y="61590"/>
                </a:lnTo>
                <a:lnTo>
                  <a:pt x="1179847" y="62231"/>
                </a:lnTo>
                <a:lnTo>
                  <a:pt x="1179077" y="62898"/>
                </a:lnTo>
                <a:lnTo>
                  <a:pt x="1178389" y="63589"/>
                </a:lnTo>
                <a:lnTo>
                  <a:pt x="1177781" y="64305"/>
                </a:lnTo>
                <a:lnTo>
                  <a:pt x="1177255" y="65046"/>
                </a:lnTo>
                <a:lnTo>
                  <a:pt x="1176810" y="65812"/>
                </a:lnTo>
                <a:lnTo>
                  <a:pt x="1176445" y="66603"/>
                </a:lnTo>
                <a:lnTo>
                  <a:pt x="1176162" y="67419"/>
                </a:lnTo>
                <a:lnTo>
                  <a:pt x="1175959" y="68259"/>
                </a:lnTo>
                <a:lnTo>
                  <a:pt x="1175838" y="69125"/>
                </a:lnTo>
                <a:lnTo>
                  <a:pt x="1175797" y="70015"/>
                </a:lnTo>
                <a:lnTo>
                  <a:pt x="1175833" y="70874"/>
                </a:lnTo>
                <a:lnTo>
                  <a:pt x="1175939" y="71704"/>
                </a:lnTo>
                <a:lnTo>
                  <a:pt x="1176115" y="72505"/>
                </a:lnTo>
                <a:lnTo>
                  <a:pt x="1176362" y="73277"/>
                </a:lnTo>
                <a:lnTo>
                  <a:pt x="1176680" y="74020"/>
                </a:lnTo>
                <a:lnTo>
                  <a:pt x="1177069" y="74733"/>
                </a:lnTo>
                <a:lnTo>
                  <a:pt x="1177528" y="75417"/>
                </a:lnTo>
                <a:lnTo>
                  <a:pt x="1178058" y="76073"/>
                </a:lnTo>
                <a:lnTo>
                  <a:pt x="1178658" y="76699"/>
                </a:lnTo>
                <a:lnTo>
                  <a:pt x="1179329" y="77296"/>
                </a:lnTo>
                <a:lnTo>
                  <a:pt x="1180071" y="77864"/>
                </a:lnTo>
                <a:lnTo>
                  <a:pt x="1180883" y="78403"/>
                </a:lnTo>
                <a:lnTo>
                  <a:pt x="1181760" y="78934"/>
                </a:lnTo>
                <a:lnTo>
                  <a:pt x="1182724" y="79478"/>
                </a:lnTo>
                <a:lnTo>
                  <a:pt x="1183777" y="80036"/>
                </a:lnTo>
                <a:lnTo>
                  <a:pt x="1184916" y="80607"/>
                </a:lnTo>
                <a:lnTo>
                  <a:pt x="1186144" y="81191"/>
                </a:lnTo>
                <a:lnTo>
                  <a:pt x="1187459" y="81789"/>
                </a:lnTo>
                <a:lnTo>
                  <a:pt x="1188862" y="82400"/>
                </a:lnTo>
                <a:lnTo>
                  <a:pt x="1190353" y="83024"/>
                </a:lnTo>
                <a:lnTo>
                  <a:pt x="1191931" y="83662"/>
                </a:lnTo>
                <a:lnTo>
                  <a:pt x="1193597" y="84313"/>
                </a:lnTo>
                <a:lnTo>
                  <a:pt x="1195351" y="84978"/>
                </a:lnTo>
                <a:lnTo>
                  <a:pt x="1197192" y="85656"/>
                </a:lnTo>
                <a:lnTo>
                  <a:pt x="1208240" y="89676"/>
                </a:lnTo>
                <a:lnTo>
                  <a:pt x="1210706" y="90600"/>
                </a:lnTo>
                <a:lnTo>
                  <a:pt x="1213046" y="91538"/>
                </a:lnTo>
                <a:lnTo>
                  <a:pt x="1215260" y="92489"/>
                </a:lnTo>
                <a:lnTo>
                  <a:pt x="1217350" y="93454"/>
                </a:lnTo>
                <a:lnTo>
                  <a:pt x="1219313" y="94433"/>
                </a:lnTo>
                <a:lnTo>
                  <a:pt x="1221152" y="95425"/>
                </a:lnTo>
                <a:lnTo>
                  <a:pt x="1222864" y="96431"/>
                </a:lnTo>
                <a:lnTo>
                  <a:pt x="1224452" y="97450"/>
                </a:lnTo>
                <a:lnTo>
                  <a:pt x="1225914" y="98483"/>
                </a:lnTo>
                <a:lnTo>
                  <a:pt x="1227250" y="99530"/>
                </a:lnTo>
                <a:lnTo>
                  <a:pt x="1228462" y="100590"/>
                </a:lnTo>
                <a:lnTo>
                  <a:pt x="1229547" y="101664"/>
                </a:lnTo>
                <a:lnTo>
                  <a:pt x="1230528" y="102767"/>
                </a:lnTo>
                <a:lnTo>
                  <a:pt x="1231423" y="103915"/>
                </a:lnTo>
                <a:lnTo>
                  <a:pt x="1232233" y="105108"/>
                </a:lnTo>
                <a:lnTo>
                  <a:pt x="1232957" y="106346"/>
                </a:lnTo>
                <a:lnTo>
                  <a:pt x="1233597" y="107629"/>
                </a:lnTo>
                <a:lnTo>
                  <a:pt x="1234151" y="108957"/>
                </a:lnTo>
                <a:lnTo>
                  <a:pt x="1234620" y="110330"/>
                </a:lnTo>
                <a:lnTo>
                  <a:pt x="1235003" y="111748"/>
                </a:lnTo>
                <a:lnTo>
                  <a:pt x="1235302" y="113212"/>
                </a:lnTo>
                <a:lnTo>
                  <a:pt x="1235515" y="114720"/>
                </a:lnTo>
                <a:lnTo>
                  <a:pt x="1235643" y="116273"/>
                </a:lnTo>
                <a:lnTo>
                  <a:pt x="1235685" y="117871"/>
                </a:lnTo>
                <a:lnTo>
                  <a:pt x="1235617" y="119957"/>
                </a:lnTo>
                <a:lnTo>
                  <a:pt x="1235414" y="121980"/>
                </a:lnTo>
                <a:lnTo>
                  <a:pt x="1235074" y="123941"/>
                </a:lnTo>
                <a:lnTo>
                  <a:pt x="1234599" y="125839"/>
                </a:lnTo>
                <a:lnTo>
                  <a:pt x="1233988" y="127674"/>
                </a:lnTo>
                <a:lnTo>
                  <a:pt x="1233241" y="129447"/>
                </a:lnTo>
                <a:lnTo>
                  <a:pt x="1232358" y="131157"/>
                </a:lnTo>
                <a:lnTo>
                  <a:pt x="1231340" y="132804"/>
                </a:lnTo>
                <a:lnTo>
                  <a:pt x="1230186" y="134389"/>
                </a:lnTo>
                <a:lnTo>
                  <a:pt x="1228896" y="135911"/>
                </a:lnTo>
                <a:lnTo>
                  <a:pt x="1227470" y="137371"/>
                </a:lnTo>
                <a:lnTo>
                  <a:pt x="1225908" y="138767"/>
                </a:lnTo>
                <a:lnTo>
                  <a:pt x="1224198" y="140076"/>
                </a:lnTo>
                <a:lnTo>
                  <a:pt x="1222324" y="141270"/>
                </a:lnTo>
                <a:lnTo>
                  <a:pt x="1220288" y="142351"/>
                </a:lnTo>
                <a:lnTo>
                  <a:pt x="1218090" y="143317"/>
                </a:lnTo>
                <a:lnTo>
                  <a:pt x="1215729" y="144171"/>
                </a:lnTo>
                <a:lnTo>
                  <a:pt x="1213205" y="144910"/>
                </a:lnTo>
                <a:lnTo>
                  <a:pt x="1210519" y="145536"/>
                </a:lnTo>
                <a:lnTo>
                  <a:pt x="1207670" y="146048"/>
                </a:lnTo>
                <a:lnTo>
                  <a:pt x="1204659" y="146446"/>
                </a:lnTo>
                <a:lnTo>
                  <a:pt x="1201485" y="146730"/>
                </a:lnTo>
                <a:lnTo>
                  <a:pt x="1198148" y="146901"/>
                </a:lnTo>
                <a:lnTo>
                  <a:pt x="1194649" y="146958"/>
                </a:lnTo>
                <a:lnTo>
                  <a:pt x="1191515" y="146902"/>
                </a:lnTo>
                <a:lnTo>
                  <a:pt x="1188365" y="146737"/>
                </a:lnTo>
                <a:lnTo>
                  <a:pt x="1185201" y="146461"/>
                </a:lnTo>
                <a:lnTo>
                  <a:pt x="1182023" y="146075"/>
                </a:lnTo>
                <a:lnTo>
                  <a:pt x="1178830" y="145578"/>
                </a:lnTo>
                <a:lnTo>
                  <a:pt x="1175622" y="144972"/>
                </a:lnTo>
                <a:lnTo>
                  <a:pt x="1172400" y="144255"/>
                </a:lnTo>
                <a:lnTo>
                  <a:pt x="1169163" y="143427"/>
                </a:lnTo>
                <a:lnTo>
                  <a:pt x="1165911" y="142489"/>
                </a:lnTo>
                <a:lnTo>
                  <a:pt x="1162645" y="141441"/>
                </a:lnTo>
                <a:lnTo>
                  <a:pt x="1159364" y="140283"/>
                </a:lnTo>
                <a:lnTo>
                  <a:pt x="1156069" y="139014"/>
                </a:lnTo>
                <a:close/>
                <a:moveTo>
                  <a:pt x="1302614" y="146958"/>
                </a:moveTo>
                <a:lnTo>
                  <a:pt x="1299165" y="146856"/>
                </a:lnTo>
                <a:lnTo>
                  <a:pt x="1295833" y="146550"/>
                </a:lnTo>
                <a:lnTo>
                  <a:pt x="1292618" y="146040"/>
                </a:lnTo>
                <a:lnTo>
                  <a:pt x="1289519" y="145327"/>
                </a:lnTo>
                <a:lnTo>
                  <a:pt x="1286538" y="144410"/>
                </a:lnTo>
                <a:lnTo>
                  <a:pt x="1283674" y="143289"/>
                </a:lnTo>
                <a:lnTo>
                  <a:pt x="1280927" y="141965"/>
                </a:lnTo>
                <a:lnTo>
                  <a:pt x="1278296" y="140436"/>
                </a:lnTo>
                <a:lnTo>
                  <a:pt x="1275782" y="138704"/>
                </a:lnTo>
                <a:lnTo>
                  <a:pt x="1273386" y="136768"/>
                </a:lnTo>
                <a:lnTo>
                  <a:pt x="1271106" y="134628"/>
                </a:lnTo>
                <a:lnTo>
                  <a:pt x="1268943" y="132284"/>
                </a:lnTo>
                <a:lnTo>
                  <a:pt x="1266926" y="129785"/>
                </a:lnTo>
                <a:lnTo>
                  <a:pt x="1265085" y="127179"/>
                </a:lnTo>
                <a:lnTo>
                  <a:pt x="1263419" y="124467"/>
                </a:lnTo>
                <a:lnTo>
                  <a:pt x="1261928" y="121649"/>
                </a:lnTo>
                <a:lnTo>
                  <a:pt x="1260613" y="118724"/>
                </a:lnTo>
                <a:lnTo>
                  <a:pt x="1259473" y="115692"/>
                </a:lnTo>
                <a:lnTo>
                  <a:pt x="1258509" y="112554"/>
                </a:lnTo>
                <a:lnTo>
                  <a:pt x="1257720" y="109310"/>
                </a:lnTo>
                <a:lnTo>
                  <a:pt x="1257106" y="105959"/>
                </a:lnTo>
                <a:lnTo>
                  <a:pt x="1256667" y="102502"/>
                </a:lnTo>
                <a:lnTo>
                  <a:pt x="1256404" y="98938"/>
                </a:lnTo>
                <a:lnTo>
                  <a:pt x="1256317" y="95268"/>
                </a:lnTo>
                <a:lnTo>
                  <a:pt x="1256404" y="91598"/>
                </a:lnTo>
                <a:lnTo>
                  <a:pt x="1256667" y="88036"/>
                </a:lnTo>
                <a:lnTo>
                  <a:pt x="1257106" y="84580"/>
                </a:lnTo>
                <a:lnTo>
                  <a:pt x="1257720" y="81231"/>
                </a:lnTo>
                <a:lnTo>
                  <a:pt x="1258509" y="77990"/>
                </a:lnTo>
                <a:lnTo>
                  <a:pt x="1259473" y="74856"/>
                </a:lnTo>
                <a:lnTo>
                  <a:pt x="1260613" y="71828"/>
                </a:lnTo>
                <a:lnTo>
                  <a:pt x="1261928" y="68908"/>
                </a:lnTo>
                <a:lnTo>
                  <a:pt x="1263419" y="66095"/>
                </a:lnTo>
                <a:lnTo>
                  <a:pt x="1265085" y="63389"/>
                </a:lnTo>
                <a:lnTo>
                  <a:pt x="1266926" y="60790"/>
                </a:lnTo>
                <a:lnTo>
                  <a:pt x="1268943" y="58299"/>
                </a:lnTo>
                <a:lnTo>
                  <a:pt x="1271106" y="55961"/>
                </a:lnTo>
                <a:lnTo>
                  <a:pt x="1273386" y="53828"/>
                </a:lnTo>
                <a:lnTo>
                  <a:pt x="1275782" y="51897"/>
                </a:lnTo>
                <a:lnTo>
                  <a:pt x="1278296" y="50170"/>
                </a:lnTo>
                <a:lnTo>
                  <a:pt x="1280927" y="48645"/>
                </a:lnTo>
                <a:lnTo>
                  <a:pt x="1283674" y="47324"/>
                </a:lnTo>
                <a:lnTo>
                  <a:pt x="1286538" y="46207"/>
                </a:lnTo>
                <a:lnTo>
                  <a:pt x="1289519" y="45292"/>
                </a:lnTo>
                <a:lnTo>
                  <a:pt x="1292618" y="44581"/>
                </a:lnTo>
                <a:lnTo>
                  <a:pt x="1295833" y="44073"/>
                </a:lnTo>
                <a:lnTo>
                  <a:pt x="1299165" y="43768"/>
                </a:lnTo>
                <a:lnTo>
                  <a:pt x="1302614" y="43666"/>
                </a:lnTo>
                <a:lnTo>
                  <a:pt x="1306048" y="43768"/>
                </a:lnTo>
                <a:lnTo>
                  <a:pt x="1309368" y="44073"/>
                </a:lnTo>
                <a:lnTo>
                  <a:pt x="1312571" y="44581"/>
                </a:lnTo>
                <a:lnTo>
                  <a:pt x="1315659" y="45292"/>
                </a:lnTo>
                <a:lnTo>
                  <a:pt x="1318631" y="46207"/>
                </a:lnTo>
                <a:lnTo>
                  <a:pt x="1321487" y="47324"/>
                </a:lnTo>
                <a:lnTo>
                  <a:pt x="1324228" y="48645"/>
                </a:lnTo>
                <a:lnTo>
                  <a:pt x="1326853" y="50170"/>
                </a:lnTo>
                <a:lnTo>
                  <a:pt x="1329363" y="51897"/>
                </a:lnTo>
                <a:lnTo>
                  <a:pt x="1331756" y="53828"/>
                </a:lnTo>
                <a:lnTo>
                  <a:pt x="1334034" y="55961"/>
                </a:lnTo>
                <a:lnTo>
                  <a:pt x="1336196" y="58299"/>
                </a:lnTo>
                <a:lnTo>
                  <a:pt x="1338213" y="60790"/>
                </a:lnTo>
                <a:lnTo>
                  <a:pt x="1340054" y="63389"/>
                </a:lnTo>
                <a:lnTo>
                  <a:pt x="1341720" y="66095"/>
                </a:lnTo>
                <a:lnTo>
                  <a:pt x="1343211" y="68908"/>
                </a:lnTo>
                <a:lnTo>
                  <a:pt x="1344526" y="71828"/>
                </a:lnTo>
                <a:lnTo>
                  <a:pt x="1345666" y="74856"/>
                </a:lnTo>
                <a:lnTo>
                  <a:pt x="1346631" y="77990"/>
                </a:lnTo>
                <a:lnTo>
                  <a:pt x="1347420" y="81231"/>
                </a:lnTo>
                <a:lnTo>
                  <a:pt x="1348034" y="84580"/>
                </a:lnTo>
                <a:lnTo>
                  <a:pt x="1348472" y="88036"/>
                </a:lnTo>
                <a:lnTo>
                  <a:pt x="1348735" y="91598"/>
                </a:lnTo>
                <a:lnTo>
                  <a:pt x="1348823" y="95268"/>
                </a:lnTo>
                <a:lnTo>
                  <a:pt x="1348735" y="98938"/>
                </a:lnTo>
                <a:lnTo>
                  <a:pt x="1348472" y="102502"/>
                </a:lnTo>
                <a:lnTo>
                  <a:pt x="1348034" y="105959"/>
                </a:lnTo>
                <a:lnTo>
                  <a:pt x="1347420" y="109310"/>
                </a:lnTo>
                <a:lnTo>
                  <a:pt x="1346631" y="112554"/>
                </a:lnTo>
                <a:lnTo>
                  <a:pt x="1345666" y="115692"/>
                </a:lnTo>
                <a:lnTo>
                  <a:pt x="1344526" y="118724"/>
                </a:lnTo>
                <a:lnTo>
                  <a:pt x="1343211" y="121649"/>
                </a:lnTo>
                <a:lnTo>
                  <a:pt x="1341720" y="124467"/>
                </a:lnTo>
                <a:lnTo>
                  <a:pt x="1340054" y="127179"/>
                </a:lnTo>
                <a:lnTo>
                  <a:pt x="1338213" y="129785"/>
                </a:lnTo>
                <a:lnTo>
                  <a:pt x="1336196" y="132284"/>
                </a:lnTo>
                <a:lnTo>
                  <a:pt x="1334034" y="134628"/>
                </a:lnTo>
                <a:lnTo>
                  <a:pt x="1331756" y="136768"/>
                </a:lnTo>
                <a:lnTo>
                  <a:pt x="1329363" y="138704"/>
                </a:lnTo>
                <a:lnTo>
                  <a:pt x="1326853" y="140436"/>
                </a:lnTo>
                <a:lnTo>
                  <a:pt x="1324228" y="141965"/>
                </a:lnTo>
                <a:lnTo>
                  <a:pt x="1321487" y="143289"/>
                </a:lnTo>
                <a:lnTo>
                  <a:pt x="1318631" y="144410"/>
                </a:lnTo>
                <a:lnTo>
                  <a:pt x="1315659" y="145327"/>
                </a:lnTo>
                <a:lnTo>
                  <a:pt x="1312571" y="146040"/>
                </a:lnTo>
                <a:lnTo>
                  <a:pt x="1309368" y="146550"/>
                </a:lnTo>
                <a:lnTo>
                  <a:pt x="1306048" y="146856"/>
                </a:lnTo>
                <a:lnTo>
                  <a:pt x="1302614" y="146958"/>
                </a:lnTo>
                <a:moveTo>
                  <a:pt x="1302614" y="133279"/>
                </a:moveTo>
                <a:lnTo>
                  <a:pt x="1304754" y="133209"/>
                </a:lnTo>
                <a:lnTo>
                  <a:pt x="1306820" y="132997"/>
                </a:lnTo>
                <a:lnTo>
                  <a:pt x="1308812" y="132645"/>
                </a:lnTo>
                <a:lnTo>
                  <a:pt x="1310729" y="132153"/>
                </a:lnTo>
                <a:lnTo>
                  <a:pt x="1312572" y="131519"/>
                </a:lnTo>
                <a:lnTo>
                  <a:pt x="1314341" y="130745"/>
                </a:lnTo>
                <a:lnTo>
                  <a:pt x="1316036" y="129830"/>
                </a:lnTo>
                <a:lnTo>
                  <a:pt x="1317656" y="128774"/>
                </a:lnTo>
                <a:lnTo>
                  <a:pt x="1319202" y="127578"/>
                </a:lnTo>
                <a:lnTo>
                  <a:pt x="1320674" y="126240"/>
                </a:lnTo>
                <a:lnTo>
                  <a:pt x="1322071" y="124762"/>
                </a:lnTo>
                <a:lnTo>
                  <a:pt x="1323395" y="123143"/>
                </a:lnTo>
                <a:lnTo>
                  <a:pt x="1324627" y="121401"/>
                </a:lnTo>
                <a:lnTo>
                  <a:pt x="1325752" y="119554"/>
                </a:lnTo>
                <a:lnTo>
                  <a:pt x="1326770" y="117600"/>
                </a:lnTo>
                <a:lnTo>
                  <a:pt x="1327681" y="115541"/>
                </a:lnTo>
                <a:lnTo>
                  <a:pt x="1328485" y="113377"/>
                </a:lnTo>
                <a:lnTo>
                  <a:pt x="1329182" y="111107"/>
                </a:lnTo>
                <a:lnTo>
                  <a:pt x="1329771" y="108731"/>
                </a:lnTo>
                <a:lnTo>
                  <a:pt x="1330253" y="106250"/>
                </a:lnTo>
                <a:lnTo>
                  <a:pt x="1330628" y="103663"/>
                </a:lnTo>
                <a:lnTo>
                  <a:pt x="1330896" y="100970"/>
                </a:lnTo>
                <a:lnTo>
                  <a:pt x="1331057" y="98172"/>
                </a:lnTo>
                <a:lnTo>
                  <a:pt x="1331111" y="95268"/>
                </a:lnTo>
                <a:lnTo>
                  <a:pt x="1331057" y="92378"/>
                </a:lnTo>
                <a:lnTo>
                  <a:pt x="1330896" y="89593"/>
                </a:lnTo>
                <a:lnTo>
                  <a:pt x="1330628" y="86912"/>
                </a:lnTo>
                <a:lnTo>
                  <a:pt x="1330253" y="84335"/>
                </a:lnTo>
                <a:lnTo>
                  <a:pt x="1329771" y="81863"/>
                </a:lnTo>
                <a:lnTo>
                  <a:pt x="1329182" y="79495"/>
                </a:lnTo>
                <a:lnTo>
                  <a:pt x="1328485" y="77232"/>
                </a:lnTo>
                <a:lnTo>
                  <a:pt x="1327681" y="75073"/>
                </a:lnTo>
                <a:lnTo>
                  <a:pt x="1326770" y="73018"/>
                </a:lnTo>
                <a:lnTo>
                  <a:pt x="1325752" y="71068"/>
                </a:lnTo>
                <a:lnTo>
                  <a:pt x="1324627" y="69222"/>
                </a:lnTo>
                <a:lnTo>
                  <a:pt x="1323395" y="67481"/>
                </a:lnTo>
                <a:lnTo>
                  <a:pt x="1322071" y="65862"/>
                </a:lnTo>
                <a:lnTo>
                  <a:pt x="1320674" y="64384"/>
                </a:lnTo>
                <a:lnTo>
                  <a:pt x="1319202" y="63046"/>
                </a:lnTo>
                <a:lnTo>
                  <a:pt x="1317656" y="61850"/>
                </a:lnTo>
                <a:lnTo>
                  <a:pt x="1316036" y="60794"/>
                </a:lnTo>
                <a:lnTo>
                  <a:pt x="1314341" y="59879"/>
                </a:lnTo>
                <a:lnTo>
                  <a:pt x="1312572" y="59105"/>
                </a:lnTo>
                <a:lnTo>
                  <a:pt x="1310729" y="58471"/>
                </a:lnTo>
                <a:lnTo>
                  <a:pt x="1308812" y="57979"/>
                </a:lnTo>
                <a:lnTo>
                  <a:pt x="1306820" y="57627"/>
                </a:lnTo>
                <a:lnTo>
                  <a:pt x="1304754" y="57415"/>
                </a:lnTo>
                <a:lnTo>
                  <a:pt x="1302614" y="57345"/>
                </a:lnTo>
                <a:lnTo>
                  <a:pt x="1300459" y="57415"/>
                </a:lnTo>
                <a:lnTo>
                  <a:pt x="1298380" y="57627"/>
                </a:lnTo>
                <a:lnTo>
                  <a:pt x="1296377" y="57979"/>
                </a:lnTo>
                <a:lnTo>
                  <a:pt x="1294449" y="58471"/>
                </a:lnTo>
                <a:lnTo>
                  <a:pt x="1292597" y="59105"/>
                </a:lnTo>
                <a:lnTo>
                  <a:pt x="1290820" y="59879"/>
                </a:lnTo>
                <a:lnTo>
                  <a:pt x="1289119" y="60794"/>
                </a:lnTo>
                <a:lnTo>
                  <a:pt x="1287493" y="61850"/>
                </a:lnTo>
                <a:lnTo>
                  <a:pt x="1285943" y="63046"/>
                </a:lnTo>
                <a:lnTo>
                  <a:pt x="1284468" y="64384"/>
                </a:lnTo>
                <a:lnTo>
                  <a:pt x="1283069" y="65862"/>
                </a:lnTo>
                <a:lnTo>
                  <a:pt x="1281745" y="67481"/>
                </a:lnTo>
                <a:lnTo>
                  <a:pt x="1280512" y="69222"/>
                </a:lnTo>
                <a:lnTo>
                  <a:pt x="1279387" y="71068"/>
                </a:lnTo>
                <a:lnTo>
                  <a:pt x="1278369" y="73018"/>
                </a:lnTo>
                <a:lnTo>
                  <a:pt x="1277458" y="75073"/>
                </a:lnTo>
                <a:lnTo>
                  <a:pt x="1276654" y="77232"/>
                </a:lnTo>
                <a:lnTo>
                  <a:pt x="1275958" y="79495"/>
                </a:lnTo>
                <a:lnTo>
                  <a:pt x="1275368" y="81863"/>
                </a:lnTo>
                <a:lnTo>
                  <a:pt x="1274886" y="84335"/>
                </a:lnTo>
                <a:lnTo>
                  <a:pt x="1274511" y="86912"/>
                </a:lnTo>
                <a:lnTo>
                  <a:pt x="1274243" y="89593"/>
                </a:lnTo>
                <a:lnTo>
                  <a:pt x="1274082" y="92378"/>
                </a:lnTo>
                <a:lnTo>
                  <a:pt x="1274029" y="95268"/>
                </a:lnTo>
                <a:lnTo>
                  <a:pt x="1274082" y="98172"/>
                </a:lnTo>
                <a:lnTo>
                  <a:pt x="1274243" y="100970"/>
                </a:lnTo>
                <a:lnTo>
                  <a:pt x="1274511" y="103663"/>
                </a:lnTo>
                <a:lnTo>
                  <a:pt x="1274886" y="106250"/>
                </a:lnTo>
                <a:lnTo>
                  <a:pt x="1275368" y="108731"/>
                </a:lnTo>
                <a:lnTo>
                  <a:pt x="1275958" y="111107"/>
                </a:lnTo>
                <a:lnTo>
                  <a:pt x="1276654" y="113377"/>
                </a:lnTo>
                <a:lnTo>
                  <a:pt x="1277458" y="115541"/>
                </a:lnTo>
                <a:lnTo>
                  <a:pt x="1278369" y="117600"/>
                </a:lnTo>
                <a:lnTo>
                  <a:pt x="1279387" y="119554"/>
                </a:lnTo>
                <a:lnTo>
                  <a:pt x="1280512" y="121401"/>
                </a:lnTo>
                <a:lnTo>
                  <a:pt x="1281745" y="123143"/>
                </a:lnTo>
                <a:lnTo>
                  <a:pt x="1283069" y="124762"/>
                </a:lnTo>
                <a:lnTo>
                  <a:pt x="1284468" y="126240"/>
                </a:lnTo>
                <a:lnTo>
                  <a:pt x="1285943" y="127578"/>
                </a:lnTo>
                <a:lnTo>
                  <a:pt x="1287493" y="128774"/>
                </a:lnTo>
                <a:lnTo>
                  <a:pt x="1289119" y="129830"/>
                </a:lnTo>
                <a:lnTo>
                  <a:pt x="1290820" y="130745"/>
                </a:lnTo>
                <a:lnTo>
                  <a:pt x="1292597" y="131519"/>
                </a:lnTo>
                <a:lnTo>
                  <a:pt x="1294449" y="132153"/>
                </a:lnTo>
                <a:lnTo>
                  <a:pt x="1296377" y="132645"/>
                </a:lnTo>
                <a:lnTo>
                  <a:pt x="1298380" y="132997"/>
                </a:lnTo>
                <a:lnTo>
                  <a:pt x="1300459" y="133209"/>
                </a:lnTo>
                <a:lnTo>
                  <a:pt x="1302614" y="133279"/>
                </a:lnTo>
                <a:close/>
                <a:moveTo>
                  <a:pt x="1377959" y="144327"/>
                </a:moveTo>
                <a:lnTo>
                  <a:pt x="1377959" y="46297"/>
                </a:lnTo>
                <a:lnTo>
                  <a:pt x="1394268" y="46297"/>
                </a:lnTo>
                <a:lnTo>
                  <a:pt x="1394268" y="67831"/>
                </a:lnTo>
                <a:lnTo>
                  <a:pt x="1395555" y="65853"/>
                </a:lnTo>
                <a:lnTo>
                  <a:pt x="1396873" y="63959"/>
                </a:lnTo>
                <a:lnTo>
                  <a:pt x="1398222" y="62149"/>
                </a:lnTo>
                <a:lnTo>
                  <a:pt x="1399602" y="60425"/>
                </a:lnTo>
                <a:lnTo>
                  <a:pt x="1401014" y="58786"/>
                </a:lnTo>
                <a:lnTo>
                  <a:pt x="1402456" y="57231"/>
                </a:lnTo>
                <a:lnTo>
                  <a:pt x="1403929" y="55762"/>
                </a:lnTo>
                <a:lnTo>
                  <a:pt x="1405433" y="54377"/>
                </a:lnTo>
                <a:lnTo>
                  <a:pt x="1406969" y="53077"/>
                </a:lnTo>
                <a:lnTo>
                  <a:pt x="1408535" y="51862"/>
                </a:lnTo>
                <a:lnTo>
                  <a:pt x="1410133" y="50732"/>
                </a:lnTo>
                <a:lnTo>
                  <a:pt x="1411761" y="49686"/>
                </a:lnTo>
                <a:lnTo>
                  <a:pt x="1413421" y="48725"/>
                </a:lnTo>
                <a:lnTo>
                  <a:pt x="1415111" y="47847"/>
                </a:lnTo>
                <a:lnTo>
                  <a:pt x="1416833" y="47053"/>
                </a:lnTo>
                <a:lnTo>
                  <a:pt x="1418586" y="46342"/>
                </a:lnTo>
                <a:lnTo>
                  <a:pt x="1420370" y="45715"/>
                </a:lnTo>
                <a:lnTo>
                  <a:pt x="1422185" y="45171"/>
                </a:lnTo>
                <a:lnTo>
                  <a:pt x="1424031" y="44712"/>
                </a:lnTo>
                <a:lnTo>
                  <a:pt x="1425907" y="44335"/>
                </a:lnTo>
                <a:lnTo>
                  <a:pt x="1427816" y="44043"/>
                </a:lnTo>
                <a:lnTo>
                  <a:pt x="1429755" y="43834"/>
                </a:lnTo>
                <a:lnTo>
                  <a:pt x="1431725" y="43708"/>
                </a:lnTo>
                <a:lnTo>
                  <a:pt x="1433726" y="43666"/>
                </a:lnTo>
                <a:lnTo>
                  <a:pt x="1435202" y="43685"/>
                </a:lnTo>
                <a:lnTo>
                  <a:pt x="1436678" y="43739"/>
                </a:lnTo>
                <a:lnTo>
                  <a:pt x="1438154" y="43831"/>
                </a:lnTo>
                <a:lnTo>
                  <a:pt x="1439630" y="43959"/>
                </a:lnTo>
                <a:lnTo>
                  <a:pt x="1441106" y="44123"/>
                </a:lnTo>
                <a:lnTo>
                  <a:pt x="1442582" y="44324"/>
                </a:lnTo>
                <a:lnTo>
                  <a:pt x="1444058" y="44561"/>
                </a:lnTo>
                <a:lnTo>
                  <a:pt x="1445534" y="44836"/>
                </a:lnTo>
                <a:lnTo>
                  <a:pt x="1447010" y="45146"/>
                </a:lnTo>
                <a:lnTo>
                  <a:pt x="1448486" y="45493"/>
                </a:lnTo>
                <a:lnTo>
                  <a:pt x="1449962" y="45877"/>
                </a:lnTo>
                <a:lnTo>
                  <a:pt x="1451438" y="46297"/>
                </a:lnTo>
                <a:lnTo>
                  <a:pt x="1451438" y="81721"/>
                </a:lnTo>
                <a:lnTo>
                  <a:pt x="1435743" y="81721"/>
                </a:lnTo>
                <a:lnTo>
                  <a:pt x="1435743" y="59447"/>
                </a:lnTo>
                <a:lnTo>
                  <a:pt x="1435068" y="59335"/>
                </a:lnTo>
                <a:lnTo>
                  <a:pt x="1434418" y="59233"/>
                </a:lnTo>
                <a:lnTo>
                  <a:pt x="1433792" y="59141"/>
                </a:lnTo>
                <a:lnTo>
                  <a:pt x="1433190" y="59059"/>
                </a:lnTo>
                <a:lnTo>
                  <a:pt x="1432613" y="58986"/>
                </a:lnTo>
                <a:lnTo>
                  <a:pt x="1432060" y="58923"/>
                </a:lnTo>
                <a:lnTo>
                  <a:pt x="1431531" y="58869"/>
                </a:lnTo>
                <a:lnTo>
                  <a:pt x="1431027" y="58826"/>
                </a:lnTo>
                <a:lnTo>
                  <a:pt x="1430547" y="58792"/>
                </a:lnTo>
                <a:lnTo>
                  <a:pt x="1430092" y="58767"/>
                </a:lnTo>
                <a:lnTo>
                  <a:pt x="1429661" y="58753"/>
                </a:lnTo>
                <a:lnTo>
                  <a:pt x="1429254" y="58748"/>
                </a:lnTo>
                <a:lnTo>
                  <a:pt x="1427737" y="58798"/>
                </a:lnTo>
                <a:lnTo>
                  <a:pt x="1426224" y="58947"/>
                </a:lnTo>
                <a:lnTo>
                  <a:pt x="1424716" y="59196"/>
                </a:lnTo>
                <a:lnTo>
                  <a:pt x="1423214" y="59544"/>
                </a:lnTo>
                <a:lnTo>
                  <a:pt x="1421716" y="59992"/>
                </a:lnTo>
                <a:lnTo>
                  <a:pt x="1420223" y="60540"/>
                </a:lnTo>
                <a:lnTo>
                  <a:pt x="1418734" y="61187"/>
                </a:lnTo>
                <a:lnTo>
                  <a:pt x="1417251" y="61934"/>
                </a:lnTo>
                <a:lnTo>
                  <a:pt x="1415773" y="62780"/>
                </a:lnTo>
                <a:lnTo>
                  <a:pt x="1414299" y="63726"/>
                </a:lnTo>
                <a:lnTo>
                  <a:pt x="1412830" y="64771"/>
                </a:lnTo>
                <a:lnTo>
                  <a:pt x="1411367" y="65916"/>
                </a:lnTo>
                <a:lnTo>
                  <a:pt x="1409908" y="67161"/>
                </a:lnTo>
                <a:lnTo>
                  <a:pt x="1408456" y="68505"/>
                </a:lnTo>
                <a:lnTo>
                  <a:pt x="1407010" y="69948"/>
                </a:lnTo>
                <a:lnTo>
                  <a:pt x="1405570" y="71491"/>
                </a:lnTo>
                <a:lnTo>
                  <a:pt x="1404136" y="73134"/>
                </a:lnTo>
                <a:lnTo>
                  <a:pt x="1402708" y="74876"/>
                </a:lnTo>
                <a:lnTo>
                  <a:pt x="1401286" y="76718"/>
                </a:lnTo>
                <a:lnTo>
                  <a:pt x="1399870" y="78659"/>
                </a:lnTo>
                <a:lnTo>
                  <a:pt x="1398461" y="80700"/>
                </a:lnTo>
                <a:lnTo>
                  <a:pt x="1397057" y="82841"/>
                </a:lnTo>
                <a:lnTo>
                  <a:pt x="1395660" y="85081"/>
                </a:lnTo>
                <a:lnTo>
                  <a:pt x="1394268" y="87420"/>
                </a:lnTo>
                <a:lnTo>
                  <a:pt x="1394268" y="144327"/>
                </a:lnTo>
                <a:lnTo>
                  <a:pt x="1377959" y="144327"/>
                </a:lnTo>
                <a:close/>
                <a:moveTo>
                  <a:pt x="1469614" y="96715"/>
                </a:moveTo>
                <a:lnTo>
                  <a:pt x="1564839" y="49103"/>
                </a:lnTo>
                <a:lnTo>
                  <a:pt x="1564839" y="64269"/>
                </a:lnTo>
                <a:lnTo>
                  <a:pt x="1499778" y="96603"/>
                </a:lnTo>
                <a:lnTo>
                  <a:pt x="1564839" y="129303"/>
                </a:lnTo>
                <a:lnTo>
                  <a:pt x="1564839" y="144327"/>
                </a:lnTo>
                <a:lnTo>
                  <a:pt x="1469614" y="96715"/>
                </a:lnTo>
                <a:close/>
                <a:moveTo>
                  <a:pt x="1620543" y="130648"/>
                </a:moveTo>
                <a:lnTo>
                  <a:pt x="1620543" y="25667"/>
                </a:lnTo>
                <a:lnTo>
                  <a:pt x="1619319" y="26634"/>
                </a:lnTo>
                <a:lnTo>
                  <a:pt x="1618100" y="27577"/>
                </a:lnTo>
                <a:lnTo>
                  <a:pt x="1616888" y="28496"/>
                </a:lnTo>
                <a:lnTo>
                  <a:pt x="1615682" y="29390"/>
                </a:lnTo>
                <a:lnTo>
                  <a:pt x="1614482" y="30260"/>
                </a:lnTo>
                <a:lnTo>
                  <a:pt x="1613288" y="31106"/>
                </a:lnTo>
                <a:lnTo>
                  <a:pt x="1612100" y="31927"/>
                </a:lnTo>
                <a:lnTo>
                  <a:pt x="1610918" y="32724"/>
                </a:lnTo>
                <a:lnTo>
                  <a:pt x="1609742" y="33496"/>
                </a:lnTo>
                <a:lnTo>
                  <a:pt x="1608572" y="34245"/>
                </a:lnTo>
                <a:lnTo>
                  <a:pt x="1607409" y="34969"/>
                </a:lnTo>
                <a:lnTo>
                  <a:pt x="1606251" y="35668"/>
                </a:lnTo>
                <a:lnTo>
                  <a:pt x="1605061" y="36356"/>
                </a:lnTo>
                <a:lnTo>
                  <a:pt x="1603798" y="37047"/>
                </a:lnTo>
                <a:lnTo>
                  <a:pt x="1602464" y="37740"/>
                </a:lnTo>
                <a:lnTo>
                  <a:pt x="1601058" y="38435"/>
                </a:lnTo>
                <a:lnTo>
                  <a:pt x="1599580" y="39133"/>
                </a:lnTo>
                <a:lnTo>
                  <a:pt x="1598031" y="39833"/>
                </a:lnTo>
                <a:lnTo>
                  <a:pt x="1596409" y="40536"/>
                </a:lnTo>
                <a:lnTo>
                  <a:pt x="1594716" y="41241"/>
                </a:lnTo>
                <a:lnTo>
                  <a:pt x="1592950" y="41948"/>
                </a:lnTo>
                <a:lnTo>
                  <a:pt x="1591113" y="42658"/>
                </a:lnTo>
                <a:lnTo>
                  <a:pt x="1589204" y="43371"/>
                </a:lnTo>
                <a:lnTo>
                  <a:pt x="1587224" y="44086"/>
                </a:lnTo>
                <a:lnTo>
                  <a:pt x="1587224" y="29358"/>
                </a:lnTo>
                <a:lnTo>
                  <a:pt x="1590389" y="27966"/>
                </a:lnTo>
                <a:lnTo>
                  <a:pt x="1593483" y="26507"/>
                </a:lnTo>
                <a:lnTo>
                  <a:pt x="1596507" y="24982"/>
                </a:lnTo>
                <a:lnTo>
                  <a:pt x="1599460" y="23390"/>
                </a:lnTo>
                <a:lnTo>
                  <a:pt x="1602343" y="21730"/>
                </a:lnTo>
                <a:lnTo>
                  <a:pt x="1605155" y="20004"/>
                </a:lnTo>
                <a:lnTo>
                  <a:pt x="1607896" y="18211"/>
                </a:lnTo>
                <a:lnTo>
                  <a:pt x="1610567" y="16351"/>
                </a:lnTo>
                <a:lnTo>
                  <a:pt x="1613167" y="14424"/>
                </a:lnTo>
                <a:lnTo>
                  <a:pt x="1615696" y="12431"/>
                </a:lnTo>
                <a:lnTo>
                  <a:pt x="1618155" y="10370"/>
                </a:lnTo>
                <a:lnTo>
                  <a:pt x="1620543" y="8242"/>
                </a:lnTo>
                <a:lnTo>
                  <a:pt x="1636853" y="8242"/>
                </a:lnTo>
                <a:lnTo>
                  <a:pt x="1636853" y="130648"/>
                </a:lnTo>
                <a:lnTo>
                  <a:pt x="1669558" y="130648"/>
                </a:lnTo>
                <a:lnTo>
                  <a:pt x="1669558" y="144327"/>
                </a:lnTo>
                <a:lnTo>
                  <a:pt x="1587224" y="144327"/>
                </a:lnTo>
                <a:lnTo>
                  <a:pt x="1587224" y="130648"/>
                </a:lnTo>
                <a:lnTo>
                  <a:pt x="1620543" y="130648"/>
                </a:lnTo>
                <a:close/>
                <a:moveTo>
                  <a:pt x="1701852" y="144327"/>
                </a:moveTo>
                <a:lnTo>
                  <a:pt x="1683000" y="144327"/>
                </a:lnTo>
                <a:lnTo>
                  <a:pt x="1721477" y="93175"/>
                </a:lnTo>
                <a:lnTo>
                  <a:pt x="1685543" y="46297"/>
                </a:lnTo>
                <a:lnTo>
                  <a:pt x="1706412" y="46297"/>
                </a:lnTo>
                <a:lnTo>
                  <a:pt x="1731829" y="79417"/>
                </a:lnTo>
                <a:lnTo>
                  <a:pt x="1756742" y="46297"/>
                </a:lnTo>
                <a:lnTo>
                  <a:pt x="1775243" y="46297"/>
                </a:lnTo>
                <a:lnTo>
                  <a:pt x="1741255" y="91698"/>
                </a:lnTo>
                <a:lnTo>
                  <a:pt x="1781644" y="144327"/>
                </a:lnTo>
                <a:lnTo>
                  <a:pt x="1760688" y="144327"/>
                </a:lnTo>
                <a:lnTo>
                  <a:pt x="1730922" y="105497"/>
                </a:lnTo>
                <a:lnTo>
                  <a:pt x="1701852" y="144327"/>
                </a:lnTo>
                <a:close/>
                <a:moveTo>
                  <a:pt x="1880892" y="144327"/>
                </a:moveTo>
                <a:lnTo>
                  <a:pt x="1798557" y="144327"/>
                </a:lnTo>
                <a:lnTo>
                  <a:pt x="1798557" y="129322"/>
                </a:lnTo>
                <a:lnTo>
                  <a:pt x="1798573" y="128351"/>
                </a:lnTo>
                <a:lnTo>
                  <a:pt x="1798623" y="127369"/>
                </a:lnTo>
                <a:lnTo>
                  <a:pt x="1798705" y="126375"/>
                </a:lnTo>
                <a:lnTo>
                  <a:pt x="1798820" y="125370"/>
                </a:lnTo>
                <a:lnTo>
                  <a:pt x="1798968" y="124353"/>
                </a:lnTo>
                <a:lnTo>
                  <a:pt x="1799149" y="123324"/>
                </a:lnTo>
                <a:lnTo>
                  <a:pt x="1799362" y="122284"/>
                </a:lnTo>
                <a:lnTo>
                  <a:pt x="1799609" y="121232"/>
                </a:lnTo>
                <a:lnTo>
                  <a:pt x="1799889" y="120169"/>
                </a:lnTo>
                <a:lnTo>
                  <a:pt x="1800201" y="119094"/>
                </a:lnTo>
                <a:lnTo>
                  <a:pt x="1800546" y="118008"/>
                </a:lnTo>
                <a:lnTo>
                  <a:pt x="1800924" y="116910"/>
                </a:lnTo>
                <a:lnTo>
                  <a:pt x="1801349" y="115794"/>
                </a:lnTo>
                <a:lnTo>
                  <a:pt x="1801833" y="114656"/>
                </a:lnTo>
                <a:lnTo>
                  <a:pt x="1802377" y="113495"/>
                </a:lnTo>
                <a:lnTo>
                  <a:pt x="1802980" y="112312"/>
                </a:lnTo>
                <a:lnTo>
                  <a:pt x="1803643" y="111107"/>
                </a:lnTo>
                <a:lnTo>
                  <a:pt x="1804366" y="109878"/>
                </a:lnTo>
                <a:lnTo>
                  <a:pt x="1805148" y="108628"/>
                </a:lnTo>
                <a:lnTo>
                  <a:pt x="1805990" y="107354"/>
                </a:lnTo>
                <a:lnTo>
                  <a:pt x="1806892" y="106059"/>
                </a:lnTo>
                <a:lnTo>
                  <a:pt x="1807854" y="104740"/>
                </a:lnTo>
                <a:lnTo>
                  <a:pt x="1808875" y="103400"/>
                </a:lnTo>
                <a:lnTo>
                  <a:pt x="1809956" y="102036"/>
                </a:lnTo>
                <a:lnTo>
                  <a:pt x="1811072" y="100666"/>
                </a:lnTo>
                <a:lnTo>
                  <a:pt x="1812199" y="99304"/>
                </a:lnTo>
                <a:lnTo>
                  <a:pt x="1813337" y="97952"/>
                </a:lnTo>
                <a:lnTo>
                  <a:pt x="1814486" y="96608"/>
                </a:lnTo>
                <a:lnTo>
                  <a:pt x="1815646" y="95273"/>
                </a:lnTo>
                <a:lnTo>
                  <a:pt x="1816817" y="93946"/>
                </a:lnTo>
                <a:lnTo>
                  <a:pt x="1817999" y="92628"/>
                </a:lnTo>
                <a:lnTo>
                  <a:pt x="1819192" y="91319"/>
                </a:lnTo>
                <a:lnTo>
                  <a:pt x="1820396" y="90019"/>
                </a:lnTo>
                <a:lnTo>
                  <a:pt x="1821610" y="88728"/>
                </a:lnTo>
                <a:lnTo>
                  <a:pt x="1822836" y="87445"/>
                </a:lnTo>
                <a:lnTo>
                  <a:pt x="1824073" y="86171"/>
                </a:lnTo>
                <a:lnTo>
                  <a:pt x="1833367" y="76718"/>
                </a:lnTo>
                <a:lnTo>
                  <a:pt x="1833881" y="76183"/>
                </a:lnTo>
                <a:lnTo>
                  <a:pt x="1834488" y="75543"/>
                </a:lnTo>
                <a:lnTo>
                  <a:pt x="1835187" y="74797"/>
                </a:lnTo>
                <a:lnTo>
                  <a:pt x="1835978" y="73946"/>
                </a:lnTo>
                <a:lnTo>
                  <a:pt x="1836862" y="72988"/>
                </a:lnTo>
                <a:lnTo>
                  <a:pt x="1837839" y="71925"/>
                </a:lnTo>
                <a:lnTo>
                  <a:pt x="1838908" y="70756"/>
                </a:lnTo>
                <a:lnTo>
                  <a:pt x="1840070" y="69481"/>
                </a:lnTo>
                <a:lnTo>
                  <a:pt x="1841324" y="68101"/>
                </a:lnTo>
                <a:lnTo>
                  <a:pt x="1842671" y="66614"/>
                </a:lnTo>
                <a:lnTo>
                  <a:pt x="1844111" y="65022"/>
                </a:lnTo>
                <a:lnTo>
                  <a:pt x="1845643" y="63324"/>
                </a:lnTo>
                <a:lnTo>
                  <a:pt x="1847176" y="61607"/>
                </a:lnTo>
                <a:lnTo>
                  <a:pt x="1848620" y="59958"/>
                </a:lnTo>
                <a:lnTo>
                  <a:pt x="1849975" y="58378"/>
                </a:lnTo>
                <a:lnTo>
                  <a:pt x="1851240" y="56865"/>
                </a:lnTo>
                <a:lnTo>
                  <a:pt x="1852416" y="55420"/>
                </a:lnTo>
                <a:lnTo>
                  <a:pt x="1853502" y="54044"/>
                </a:lnTo>
                <a:lnTo>
                  <a:pt x="1854498" y="52735"/>
                </a:lnTo>
                <a:lnTo>
                  <a:pt x="1855405" y="51495"/>
                </a:lnTo>
                <a:lnTo>
                  <a:pt x="1856222" y="50323"/>
                </a:lnTo>
                <a:lnTo>
                  <a:pt x="1856950" y="49219"/>
                </a:lnTo>
                <a:lnTo>
                  <a:pt x="1857589" y="48183"/>
                </a:lnTo>
                <a:lnTo>
                  <a:pt x="1858138" y="47215"/>
                </a:lnTo>
                <a:lnTo>
                  <a:pt x="1858621" y="46282"/>
                </a:lnTo>
                <a:lnTo>
                  <a:pt x="1859062" y="45352"/>
                </a:lnTo>
                <a:lnTo>
                  <a:pt x="1859461" y="44424"/>
                </a:lnTo>
                <a:lnTo>
                  <a:pt x="1859818" y="43499"/>
                </a:lnTo>
                <a:lnTo>
                  <a:pt x="1860134" y="42576"/>
                </a:lnTo>
                <a:lnTo>
                  <a:pt x="1860407" y="41656"/>
                </a:lnTo>
                <a:lnTo>
                  <a:pt x="1860638" y="40738"/>
                </a:lnTo>
                <a:lnTo>
                  <a:pt x="1860827" y="39823"/>
                </a:lnTo>
                <a:lnTo>
                  <a:pt x="1860974" y="38910"/>
                </a:lnTo>
                <a:lnTo>
                  <a:pt x="1861079" y="37999"/>
                </a:lnTo>
                <a:lnTo>
                  <a:pt x="1861142" y="37091"/>
                </a:lnTo>
                <a:lnTo>
                  <a:pt x="1861163" y="36186"/>
                </a:lnTo>
                <a:lnTo>
                  <a:pt x="1861114" y="34754"/>
                </a:lnTo>
                <a:lnTo>
                  <a:pt x="1860968" y="33378"/>
                </a:lnTo>
                <a:lnTo>
                  <a:pt x="1860724" y="32058"/>
                </a:lnTo>
                <a:lnTo>
                  <a:pt x="1860383" y="30792"/>
                </a:lnTo>
                <a:lnTo>
                  <a:pt x="1859945" y="29582"/>
                </a:lnTo>
                <a:lnTo>
                  <a:pt x="1859409" y="28427"/>
                </a:lnTo>
                <a:lnTo>
                  <a:pt x="1858776" y="27328"/>
                </a:lnTo>
                <a:lnTo>
                  <a:pt x="1858045" y="26284"/>
                </a:lnTo>
                <a:lnTo>
                  <a:pt x="1857217" y="25295"/>
                </a:lnTo>
                <a:lnTo>
                  <a:pt x="1856292" y="24362"/>
                </a:lnTo>
                <a:lnTo>
                  <a:pt x="1855269" y="23483"/>
                </a:lnTo>
                <a:lnTo>
                  <a:pt x="1854148" y="22661"/>
                </a:lnTo>
                <a:lnTo>
                  <a:pt x="1852967" y="21898"/>
                </a:lnTo>
                <a:lnTo>
                  <a:pt x="1851761" y="21202"/>
                </a:lnTo>
                <a:lnTo>
                  <a:pt x="1850531" y="20572"/>
                </a:lnTo>
                <a:lnTo>
                  <a:pt x="1849277" y="20009"/>
                </a:lnTo>
                <a:lnTo>
                  <a:pt x="1847998" y="19512"/>
                </a:lnTo>
                <a:lnTo>
                  <a:pt x="1846695" y="19081"/>
                </a:lnTo>
                <a:lnTo>
                  <a:pt x="1845368" y="18716"/>
                </a:lnTo>
                <a:lnTo>
                  <a:pt x="1844016" y="18418"/>
                </a:lnTo>
                <a:lnTo>
                  <a:pt x="1842640" y="18186"/>
                </a:lnTo>
                <a:lnTo>
                  <a:pt x="1841239" y="18020"/>
                </a:lnTo>
                <a:lnTo>
                  <a:pt x="1839814" y="17921"/>
                </a:lnTo>
                <a:lnTo>
                  <a:pt x="1838365" y="17887"/>
                </a:lnTo>
                <a:lnTo>
                  <a:pt x="1837524" y="17895"/>
                </a:lnTo>
                <a:lnTo>
                  <a:pt x="1836666" y="17919"/>
                </a:lnTo>
                <a:lnTo>
                  <a:pt x="1835792" y="17959"/>
                </a:lnTo>
                <a:lnTo>
                  <a:pt x="1834902" y="18014"/>
                </a:lnTo>
                <a:lnTo>
                  <a:pt x="1833995" y="18085"/>
                </a:lnTo>
                <a:lnTo>
                  <a:pt x="1833071" y="18172"/>
                </a:lnTo>
                <a:lnTo>
                  <a:pt x="1832131" y="18275"/>
                </a:lnTo>
                <a:lnTo>
                  <a:pt x="1831175" y="18394"/>
                </a:lnTo>
                <a:lnTo>
                  <a:pt x="1830202" y="18529"/>
                </a:lnTo>
                <a:lnTo>
                  <a:pt x="1829213" y="18679"/>
                </a:lnTo>
                <a:lnTo>
                  <a:pt x="1828208" y="18845"/>
                </a:lnTo>
                <a:lnTo>
                  <a:pt x="1827186" y="19027"/>
                </a:lnTo>
                <a:lnTo>
                  <a:pt x="1826166" y="19220"/>
                </a:lnTo>
                <a:lnTo>
                  <a:pt x="1825168" y="19417"/>
                </a:lnTo>
                <a:lnTo>
                  <a:pt x="1824191" y="19621"/>
                </a:lnTo>
                <a:lnTo>
                  <a:pt x="1823235" y="19829"/>
                </a:lnTo>
                <a:lnTo>
                  <a:pt x="1822301" y="20043"/>
                </a:lnTo>
                <a:lnTo>
                  <a:pt x="1821387" y="20263"/>
                </a:lnTo>
                <a:lnTo>
                  <a:pt x="1820496" y="20488"/>
                </a:lnTo>
                <a:lnTo>
                  <a:pt x="1819625" y="20719"/>
                </a:lnTo>
                <a:lnTo>
                  <a:pt x="1818776" y="20955"/>
                </a:lnTo>
                <a:lnTo>
                  <a:pt x="1817948" y="21197"/>
                </a:lnTo>
                <a:lnTo>
                  <a:pt x="1817142" y="21444"/>
                </a:lnTo>
                <a:lnTo>
                  <a:pt x="1816357" y="21696"/>
                </a:lnTo>
                <a:lnTo>
                  <a:pt x="1815542" y="21974"/>
                </a:lnTo>
                <a:lnTo>
                  <a:pt x="1814647" y="22296"/>
                </a:lnTo>
                <a:lnTo>
                  <a:pt x="1813671" y="22662"/>
                </a:lnTo>
                <a:lnTo>
                  <a:pt x="1812615" y="23072"/>
                </a:lnTo>
                <a:lnTo>
                  <a:pt x="1811479" y="23527"/>
                </a:lnTo>
                <a:lnTo>
                  <a:pt x="1810263" y="24027"/>
                </a:lnTo>
                <a:lnTo>
                  <a:pt x="1808966" y="24570"/>
                </a:lnTo>
                <a:lnTo>
                  <a:pt x="1807588" y="25158"/>
                </a:lnTo>
                <a:lnTo>
                  <a:pt x="1806131" y="25791"/>
                </a:lnTo>
                <a:lnTo>
                  <a:pt x="1804592" y="26468"/>
                </a:lnTo>
                <a:lnTo>
                  <a:pt x="1802974" y="27189"/>
                </a:lnTo>
                <a:lnTo>
                  <a:pt x="1801275" y="27955"/>
                </a:lnTo>
                <a:lnTo>
                  <a:pt x="1801275" y="13476"/>
                </a:lnTo>
                <a:lnTo>
                  <a:pt x="1803117" y="12616"/>
                </a:lnTo>
                <a:lnTo>
                  <a:pt x="1804959" y="11802"/>
                </a:lnTo>
                <a:lnTo>
                  <a:pt x="1806802" y="11035"/>
                </a:lnTo>
                <a:lnTo>
                  <a:pt x="1808645" y="10313"/>
                </a:lnTo>
                <a:lnTo>
                  <a:pt x="1810489" y="9637"/>
                </a:lnTo>
                <a:lnTo>
                  <a:pt x="1812334" y="9007"/>
                </a:lnTo>
                <a:lnTo>
                  <a:pt x="1814179" y="8424"/>
                </a:lnTo>
                <a:lnTo>
                  <a:pt x="1816025" y="7886"/>
                </a:lnTo>
                <a:lnTo>
                  <a:pt x="1817872" y="7394"/>
                </a:lnTo>
                <a:lnTo>
                  <a:pt x="1819719" y="6949"/>
                </a:lnTo>
                <a:lnTo>
                  <a:pt x="1821567" y="6549"/>
                </a:lnTo>
                <a:lnTo>
                  <a:pt x="1823415" y="6195"/>
                </a:lnTo>
                <a:lnTo>
                  <a:pt x="1825237" y="5878"/>
                </a:lnTo>
                <a:lnTo>
                  <a:pt x="1827004" y="5588"/>
                </a:lnTo>
                <a:lnTo>
                  <a:pt x="1828717" y="5326"/>
                </a:lnTo>
                <a:lnTo>
                  <a:pt x="1830376" y="5092"/>
                </a:lnTo>
                <a:lnTo>
                  <a:pt x="1831981" y="4885"/>
                </a:lnTo>
                <a:lnTo>
                  <a:pt x="1833532" y="4705"/>
                </a:lnTo>
                <a:lnTo>
                  <a:pt x="1835028" y="4554"/>
                </a:lnTo>
                <a:lnTo>
                  <a:pt x="1836470" y="4430"/>
                </a:lnTo>
                <a:lnTo>
                  <a:pt x="1837858" y="4333"/>
                </a:lnTo>
                <a:lnTo>
                  <a:pt x="1839192" y="4264"/>
                </a:lnTo>
                <a:lnTo>
                  <a:pt x="1840472" y="4223"/>
                </a:lnTo>
                <a:lnTo>
                  <a:pt x="1841697" y="4209"/>
                </a:lnTo>
                <a:lnTo>
                  <a:pt x="1843454" y="4233"/>
                </a:lnTo>
                <a:lnTo>
                  <a:pt x="1845186" y="4305"/>
                </a:lnTo>
                <a:lnTo>
                  <a:pt x="1846895" y="4425"/>
                </a:lnTo>
                <a:lnTo>
                  <a:pt x="1848580" y="4594"/>
                </a:lnTo>
                <a:lnTo>
                  <a:pt x="1850242" y="4811"/>
                </a:lnTo>
                <a:lnTo>
                  <a:pt x="1851879" y="5075"/>
                </a:lnTo>
                <a:lnTo>
                  <a:pt x="1853493" y="5388"/>
                </a:lnTo>
                <a:lnTo>
                  <a:pt x="1855083" y="5749"/>
                </a:lnTo>
                <a:lnTo>
                  <a:pt x="1856650" y="6159"/>
                </a:lnTo>
                <a:lnTo>
                  <a:pt x="1858193" y="6616"/>
                </a:lnTo>
                <a:lnTo>
                  <a:pt x="1859712" y="7121"/>
                </a:lnTo>
                <a:lnTo>
                  <a:pt x="1861207" y="7675"/>
                </a:lnTo>
                <a:lnTo>
                  <a:pt x="1862658" y="8279"/>
                </a:lnTo>
                <a:lnTo>
                  <a:pt x="1864047" y="8936"/>
                </a:lnTo>
                <a:lnTo>
                  <a:pt x="1865372" y="9645"/>
                </a:lnTo>
                <a:lnTo>
                  <a:pt x="1866633" y="10408"/>
                </a:lnTo>
                <a:lnTo>
                  <a:pt x="1867832" y="11224"/>
                </a:lnTo>
                <a:lnTo>
                  <a:pt x="1868967" y="12093"/>
                </a:lnTo>
                <a:lnTo>
                  <a:pt x="1870038" y="13015"/>
                </a:lnTo>
                <a:lnTo>
                  <a:pt x="1871047" y="13989"/>
                </a:lnTo>
                <a:lnTo>
                  <a:pt x="1871992" y="15017"/>
                </a:lnTo>
                <a:lnTo>
                  <a:pt x="1872874" y="16098"/>
                </a:lnTo>
                <a:lnTo>
                  <a:pt x="1873692" y="17232"/>
                </a:lnTo>
                <a:lnTo>
                  <a:pt x="1874447" y="18419"/>
                </a:lnTo>
                <a:lnTo>
                  <a:pt x="1875140" y="19639"/>
                </a:lnTo>
                <a:lnTo>
                  <a:pt x="1875773" y="20872"/>
                </a:lnTo>
                <a:lnTo>
                  <a:pt x="1876346" y="22118"/>
                </a:lnTo>
                <a:lnTo>
                  <a:pt x="1876858" y="23378"/>
                </a:lnTo>
                <a:lnTo>
                  <a:pt x="1877310" y="24652"/>
                </a:lnTo>
                <a:lnTo>
                  <a:pt x="1877702" y="25939"/>
                </a:lnTo>
                <a:lnTo>
                  <a:pt x="1878034" y="27239"/>
                </a:lnTo>
                <a:lnTo>
                  <a:pt x="1878305" y="28553"/>
                </a:lnTo>
                <a:lnTo>
                  <a:pt x="1878516" y="29880"/>
                </a:lnTo>
                <a:lnTo>
                  <a:pt x="1878667" y="31220"/>
                </a:lnTo>
                <a:lnTo>
                  <a:pt x="1878757" y="32574"/>
                </a:lnTo>
                <a:lnTo>
                  <a:pt x="1878787" y="33942"/>
                </a:lnTo>
                <a:lnTo>
                  <a:pt x="1878749" y="35480"/>
                </a:lnTo>
                <a:lnTo>
                  <a:pt x="1878633" y="37024"/>
                </a:lnTo>
                <a:lnTo>
                  <a:pt x="1878439" y="38574"/>
                </a:lnTo>
                <a:lnTo>
                  <a:pt x="1878169" y="40130"/>
                </a:lnTo>
                <a:lnTo>
                  <a:pt x="1877821" y="41692"/>
                </a:lnTo>
                <a:lnTo>
                  <a:pt x="1877395" y="43261"/>
                </a:lnTo>
                <a:lnTo>
                  <a:pt x="1876893" y="44835"/>
                </a:lnTo>
                <a:lnTo>
                  <a:pt x="1876313" y="46416"/>
                </a:lnTo>
                <a:lnTo>
                  <a:pt x="1875655" y="48003"/>
                </a:lnTo>
                <a:lnTo>
                  <a:pt x="1874921" y="49595"/>
                </a:lnTo>
                <a:lnTo>
                  <a:pt x="1874109" y="51194"/>
                </a:lnTo>
                <a:lnTo>
                  <a:pt x="1873219" y="52799"/>
                </a:lnTo>
                <a:lnTo>
                  <a:pt x="1872223" y="54445"/>
                </a:lnTo>
                <a:lnTo>
                  <a:pt x="1871089" y="56168"/>
                </a:lnTo>
                <a:lnTo>
                  <a:pt x="1869819" y="57967"/>
                </a:lnTo>
                <a:lnTo>
                  <a:pt x="1868411" y="59842"/>
                </a:lnTo>
                <a:lnTo>
                  <a:pt x="1866867" y="61794"/>
                </a:lnTo>
                <a:lnTo>
                  <a:pt x="1865185" y="63822"/>
                </a:lnTo>
                <a:lnTo>
                  <a:pt x="1863367" y="65926"/>
                </a:lnTo>
                <a:lnTo>
                  <a:pt x="1861411" y="68107"/>
                </a:lnTo>
                <a:lnTo>
                  <a:pt x="1859319" y="70364"/>
                </a:lnTo>
                <a:lnTo>
                  <a:pt x="1857089" y="72698"/>
                </a:lnTo>
                <a:lnTo>
                  <a:pt x="1854723" y="75108"/>
                </a:lnTo>
                <a:lnTo>
                  <a:pt x="1852219" y="77594"/>
                </a:lnTo>
                <a:lnTo>
                  <a:pt x="1842223" y="87486"/>
                </a:lnTo>
                <a:lnTo>
                  <a:pt x="1833806" y="95715"/>
                </a:lnTo>
                <a:lnTo>
                  <a:pt x="1832497" y="97054"/>
                </a:lnTo>
                <a:lnTo>
                  <a:pt x="1831231" y="98385"/>
                </a:lnTo>
                <a:lnTo>
                  <a:pt x="1830008" y="99710"/>
                </a:lnTo>
                <a:lnTo>
                  <a:pt x="1828827" y="101027"/>
                </a:lnTo>
                <a:lnTo>
                  <a:pt x="1827689" y="102337"/>
                </a:lnTo>
                <a:lnTo>
                  <a:pt x="1826594" y="103639"/>
                </a:lnTo>
                <a:lnTo>
                  <a:pt x="1825541" y="104934"/>
                </a:lnTo>
                <a:lnTo>
                  <a:pt x="1824531" y="106222"/>
                </a:lnTo>
                <a:lnTo>
                  <a:pt x="1823563" y="107503"/>
                </a:lnTo>
                <a:lnTo>
                  <a:pt x="1822638" y="108776"/>
                </a:lnTo>
                <a:lnTo>
                  <a:pt x="1821756" y="110042"/>
                </a:lnTo>
                <a:lnTo>
                  <a:pt x="1820916" y="111301"/>
                </a:lnTo>
                <a:lnTo>
                  <a:pt x="1820128" y="112575"/>
                </a:lnTo>
                <a:lnTo>
                  <a:pt x="1819401" y="113890"/>
                </a:lnTo>
                <a:lnTo>
                  <a:pt x="1818735" y="115245"/>
                </a:lnTo>
                <a:lnTo>
                  <a:pt x="1818130" y="116640"/>
                </a:lnTo>
                <a:lnTo>
                  <a:pt x="1817585" y="118075"/>
                </a:lnTo>
                <a:lnTo>
                  <a:pt x="1817102" y="119550"/>
                </a:lnTo>
                <a:lnTo>
                  <a:pt x="1816679" y="121066"/>
                </a:lnTo>
                <a:lnTo>
                  <a:pt x="1816318" y="122621"/>
                </a:lnTo>
                <a:lnTo>
                  <a:pt x="1816017" y="124217"/>
                </a:lnTo>
                <a:lnTo>
                  <a:pt x="1815777" y="125853"/>
                </a:lnTo>
                <a:lnTo>
                  <a:pt x="1815598" y="127529"/>
                </a:lnTo>
                <a:lnTo>
                  <a:pt x="1815480" y="129246"/>
                </a:lnTo>
                <a:lnTo>
                  <a:pt x="1880892" y="129246"/>
                </a:lnTo>
                <a:lnTo>
                  <a:pt x="1880892" y="144327"/>
                </a:lnTo>
                <a:close/>
                <a:moveTo>
                  <a:pt x="1916609" y="144327"/>
                </a:moveTo>
                <a:lnTo>
                  <a:pt x="1897757" y="144327"/>
                </a:lnTo>
                <a:lnTo>
                  <a:pt x="1936234" y="93175"/>
                </a:lnTo>
                <a:lnTo>
                  <a:pt x="1900300" y="46297"/>
                </a:lnTo>
                <a:lnTo>
                  <a:pt x="1921169" y="46297"/>
                </a:lnTo>
                <a:lnTo>
                  <a:pt x="1946586" y="79417"/>
                </a:lnTo>
                <a:lnTo>
                  <a:pt x="1971499" y="46297"/>
                </a:lnTo>
                <a:lnTo>
                  <a:pt x="1990000" y="46297"/>
                </a:lnTo>
                <a:lnTo>
                  <a:pt x="1956012" y="91698"/>
                </a:lnTo>
                <a:lnTo>
                  <a:pt x="1996401" y="144327"/>
                </a:lnTo>
                <a:lnTo>
                  <a:pt x="1975445" y="144327"/>
                </a:lnTo>
                <a:lnTo>
                  <a:pt x="1945679" y="105497"/>
                </a:lnTo>
                <a:lnTo>
                  <a:pt x="1916609" y="144327"/>
                </a:lnTo>
                <a:close/>
                <a:moveTo>
                  <a:pt x="2095602" y="144327"/>
                </a:moveTo>
                <a:lnTo>
                  <a:pt x="2013267" y="144327"/>
                </a:lnTo>
                <a:lnTo>
                  <a:pt x="2013267" y="129322"/>
                </a:lnTo>
                <a:lnTo>
                  <a:pt x="2013284" y="128351"/>
                </a:lnTo>
                <a:lnTo>
                  <a:pt x="2013333" y="127369"/>
                </a:lnTo>
                <a:lnTo>
                  <a:pt x="2013415" y="126375"/>
                </a:lnTo>
                <a:lnTo>
                  <a:pt x="2013530" y="125370"/>
                </a:lnTo>
                <a:lnTo>
                  <a:pt x="2013678" y="124353"/>
                </a:lnTo>
                <a:lnTo>
                  <a:pt x="2013859" y="123324"/>
                </a:lnTo>
                <a:lnTo>
                  <a:pt x="2014073" y="122284"/>
                </a:lnTo>
                <a:lnTo>
                  <a:pt x="2014319" y="121232"/>
                </a:lnTo>
                <a:lnTo>
                  <a:pt x="2014599" y="120169"/>
                </a:lnTo>
                <a:lnTo>
                  <a:pt x="2014911" y="119094"/>
                </a:lnTo>
                <a:lnTo>
                  <a:pt x="2015256" y="118008"/>
                </a:lnTo>
                <a:lnTo>
                  <a:pt x="2015635" y="116910"/>
                </a:lnTo>
                <a:lnTo>
                  <a:pt x="2016059" y="115794"/>
                </a:lnTo>
                <a:lnTo>
                  <a:pt x="2016543" y="114656"/>
                </a:lnTo>
                <a:lnTo>
                  <a:pt x="2017087" y="113495"/>
                </a:lnTo>
                <a:lnTo>
                  <a:pt x="2017690" y="112312"/>
                </a:lnTo>
                <a:lnTo>
                  <a:pt x="2018353" y="111107"/>
                </a:lnTo>
                <a:lnTo>
                  <a:pt x="2019076" y="109878"/>
                </a:lnTo>
                <a:lnTo>
                  <a:pt x="2019859" y="108628"/>
                </a:lnTo>
                <a:lnTo>
                  <a:pt x="2020701" y="107354"/>
                </a:lnTo>
                <a:lnTo>
                  <a:pt x="2021603" y="106059"/>
                </a:lnTo>
                <a:lnTo>
                  <a:pt x="2022564" y="104740"/>
                </a:lnTo>
                <a:lnTo>
                  <a:pt x="2023585" y="103400"/>
                </a:lnTo>
                <a:lnTo>
                  <a:pt x="2024666" y="102036"/>
                </a:lnTo>
                <a:lnTo>
                  <a:pt x="2025782" y="100666"/>
                </a:lnTo>
                <a:lnTo>
                  <a:pt x="2026909" y="99304"/>
                </a:lnTo>
                <a:lnTo>
                  <a:pt x="2028047" y="97952"/>
                </a:lnTo>
                <a:lnTo>
                  <a:pt x="2029196" y="96608"/>
                </a:lnTo>
                <a:lnTo>
                  <a:pt x="2030356" y="95273"/>
                </a:lnTo>
                <a:lnTo>
                  <a:pt x="2031527" y="93946"/>
                </a:lnTo>
                <a:lnTo>
                  <a:pt x="2032709" y="92628"/>
                </a:lnTo>
                <a:lnTo>
                  <a:pt x="2033902" y="91319"/>
                </a:lnTo>
                <a:lnTo>
                  <a:pt x="2035106" y="90019"/>
                </a:lnTo>
                <a:lnTo>
                  <a:pt x="2036321" y="88728"/>
                </a:lnTo>
                <a:lnTo>
                  <a:pt x="2037546" y="87445"/>
                </a:lnTo>
                <a:lnTo>
                  <a:pt x="2038783" y="86171"/>
                </a:lnTo>
                <a:lnTo>
                  <a:pt x="2048077" y="76718"/>
                </a:lnTo>
                <a:lnTo>
                  <a:pt x="2048591" y="76183"/>
                </a:lnTo>
                <a:lnTo>
                  <a:pt x="2049198" y="75543"/>
                </a:lnTo>
                <a:lnTo>
                  <a:pt x="2049897" y="74797"/>
                </a:lnTo>
                <a:lnTo>
                  <a:pt x="2050688" y="73946"/>
                </a:lnTo>
                <a:lnTo>
                  <a:pt x="2051573" y="72988"/>
                </a:lnTo>
                <a:lnTo>
                  <a:pt x="2052549" y="71925"/>
                </a:lnTo>
                <a:lnTo>
                  <a:pt x="2053619" y="70756"/>
                </a:lnTo>
                <a:lnTo>
                  <a:pt x="2054780" y="69481"/>
                </a:lnTo>
                <a:lnTo>
                  <a:pt x="2056035" y="68101"/>
                </a:lnTo>
                <a:lnTo>
                  <a:pt x="2057382" y="66614"/>
                </a:lnTo>
                <a:lnTo>
                  <a:pt x="2058821" y="65022"/>
                </a:lnTo>
                <a:lnTo>
                  <a:pt x="2060353" y="63324"/>
                </a:lnTo>
                <a:lnTo>
                  <a:pt x="2061887" y="61607"/>
                </a:lnTo>
                <a:lnTo>
                  <a:pt x="2063331" y="59958"/>
                </a:lnTo>
                <a:lnTo>
                  <a:pt x="2064685" y="58378"/>
                </a:lnTo>
                <a:lnTo>
                  <a:pt x="2065950" y="56865"/>
                </a:lnTo>
                <a:lnTo>
                  <a:pt x="2067126" y="55420"/>
                </a:lnTo>
                <a:lnTo>
                  <a:pt x="2068212" y="54044"/>
                </a:lnTo>
                <a:lnTo>
                  <a:pt x="2069208" y="52735"/>
                </a:lnTo>
                <a:lnTo>
                  <a:pt x="2070115" y="51495"/>
                </a:lnTo>
                <a:lnTo>
                  <a:pt x="2070933" y="50323"/>
                </a:lnTo>
                <a:lnTo>
                  <a:pt x="2071661" y="49219"/>
                </a:lnTo>
                <a:lnTo>
                  <a:pt x="2072299" y="48183"/>
                </a:lnTo>
                <a:lnTo>
                  <a:pt x="2072848" y="47215"/>
                </a:lnTo>
                <a:lnTo>
                  <a:pt x="2073331" y="46282"/>
                </a:lnTo>
                <a:lnTo>
                  <a:pt x="2073772" y="45352"/>
                </a:lnTo>
                <a:lnTo>
                  <a:pt x="2074172" y="44424"/>
                </a:lnTo>
                <a:lnTo>
                  <a:pt x="2074529" y="43499"/>
                </a:lnTo>
                <a:lnTo>
                  <a:pt x="2074844" y="42576"/>
                </a:lnTo>
                <a:lnTo>
                  <a:pt x="2075117" y="41656"/>
                </a:lnTo>
                <a:lnTo>
                  <a:pt x="2075348" y="40738"/>
                </a:lnTo>
                <a:lnTo>
                  <a:pt x="2075537" y="39823"/>
                </a:lnTo>
                <a:lnTo>
                  <a:pt x="2075684" y="38910"/>
                </a:lnTo>
                <a:lnTo>
                  <a:pt x="2075789" y="37999"/>
                </a:lnTo>
                <a:lnTo>
                  <a:pt x="2075852" y="37091"/>
                </a:lnTo>
                <a:lnTo>
                  <a:pt x="2075873" y="36186"/>
                </a:lnTo>
                <a:lnTo>
                  <a:pt x="2075824" y="34754"/>
                </a:lnTo>
                <a:lnTo>
                  <a:pt x="2075678" y="33378"/>
                </a:lnTo>
                <a:lnTo>
                  <a:pt x="2075435" y="32058"/>
                </a:lnTo>
                <a:lnTo>
                  <a:pt x="2075094" y="30792"/>
                </a:lnTo>
                <a:lnTo>
                  <a:pt x="2074655" y="29582"/>
                </a:lnTo>
                <a:lnTo>
                  <a:pt x="2074119" y="28427"/>
                </a:lnTo>
                <a:lnTo>
                  <a:pt x="2073486" y="27328"/>
                </a:lnTo>
                <a:lnTo>
                  <a:pt x="2072756" y="26284"/>
                </a:lnTo>
                <a:lnTo>
                  <a:pt x="2071927" y="25295"/>
                </a:lnTo>
                <a:lnTo>
                  <a:pt x="2071002" y="24362"/>
                </a:lnTo>
                <a:lnTo>
                  <a:pt x="2069979" y="23483"/>
                </a:lnTo>
                <a:lnTo>
                  <a:pt x="2068858" y="22661"/>
                </a:lnTo>
                <a:lnTo>
                  <a:pt x="2067677" y="21898"/>
                </a:lnTo>
                <a:lnTo>
                  <a:pt x="2066472" y="21202"/>
                </a:lnTo>
                <a:lnTo>
                  <a:pt x="2065242" y="20572"/>
                </a:lnTo>
                <a:lnTo>
                  <a:pt x="2063987" y="20009"/>
                </a:lnTo>
                <a:lnTo>
                  <a:pt x="2062708" y="19512"/>
                </a:lnTo>
                <a:lnTo>
                  <a:pt x="2061405" y="19081"/>
                </a:lnTo>
                <a:lnTo>
                  <a:pt x="2060078" y="18716"/>
                </a:lnTo>
                <a:lnTo>
                  <a:pt x="2058726" y="18418"/>
                </a:lnTo>
                <a:lnTo>
                  <a:pt x="2057350" y="18186"/>
                </a:lnTo>
                <a:lnTo>
                  <a:pt x="2055950" y="18020"/>
                </a:lnTo>
                <a:lnTo>
                  <a:pt x="2054525" y="17921"/>
                </a:lnTo>
                <a:lnTo>
                  <a:pt x="2053075" y="17887"/>
                </a:lnTo>
                <a:lnTo>
                  <a:pt x="2052234" y="17895"/>
                </a:lnTo>
                <a:lnTo>
                  <a:pt x="2051377" y="17919"/>
                </a:lnTo>
                <a:lnTo>
                  <a:pt x="2050502" y="17959"/>
                </a:lnTo>
                <a:lnTo>
                  <a:pt x="2049612" y="18014"/>
                </a:lnTo>
                <a:lnTo>
                  <a:pt x="2048705" y="18085"/>
                </a:lnTo>
                <a:lnTo>
                  <a:pt x="2047782" y="18172"/>
                </a:lnTo>
                <a:lnTo>
                  <a:pt x="2046842" y="18275"/>
                </a:lnTo>
                <a:lnTo>
                  <a:pt x="2045885" y="18394"/>
                </a:lnTo>
                <a:lnTo>
                  <a:pt x="2044913" y="18529"/>
                </a:lnTo>
                <a:lnTo>
                  <a:pt x="2043923" y="18679"/>
                </a:lnTo>
                <a:lnTo>
                  <a:pt x="2042918" y="18845"/>
                </a:lnTo>
                <a:lnTo>
                  <a:pt x="2041896" y="19027"/>
                </a:lnTo>
                <a:lnTo>
                  <a:pt x="2040876" y="19220"/>
                </a:lnTo>
                <a:lnTo>
                  <a:pt x="2039878" y="19417"/>
                </a:lnTo>
                <a:lnTo>
                  <a:pt x="2038901" y="19621"/>
                </a:lnTo>
                <a:lnTo>
                  <a:pt x="2037945" y="19829"/>
                </a:lnTo>
                <a:lnTo>
                  <a:pt x="2037011" y="20043"/>
                </a:lnTo>
                <a:lnTo>
                  <a:pt x="2036098" y="20263"/>
                </a:lnTo>
                <a:lnTo>
                  <a:pt x="2035206" y="20488"/>
                </a:lnTo>
                <a:lnTo>
                  <a:pt x="2034336" y="20719"/>
                </a:lnTo>
                <a:lnTo>
                  <a:pt x="2033486" y="20955"/>
                </a:lnTo>
                <a:lnTo>
                  <a:pt x="2032659" y="21197"/>
                </a:lnTo>
                <a:lnTo>
                  <a:pt x="2031852" y="21444"/>
                </a:lnTo>
                <a:lnTo>
                  <a:pt x="2031067" y="21696"/>
                </a:lnTo>
                <a:lnTo>
                  <a:pt x="2030252" y="21974"/>
                </a:lnTo>
                <a:lnTo>
                  <a:pt x="2029357" y="22296"/>
                </a:lnTo>
                <a:lnTo>
                  <a:pt x="2028382" y="22662"/>
                </a:lnTo>
                <a:lnTo>
                  <a:pt x="2027326" y="23072"/>
                </a:lnTo>
                <a:lnTo>
                  <a:pt x="2026189" y="23527"/>
                </a:lnTo>
                <a:lnTo>
                  <a:pt x="2024973" y="24027"/>
                </a:lnTo>
                <a:lnTo>
                  <a:pt x="2023676" y="24570"/>
                </a:lnTo>
                <a:lnTo>
                  <a:pt x="2022299" y="25158"/>
                </a:lnTo>
                <a:lnTo>
                  <a:pt x="2020841" y="25791"/>
                </a:lnTo>
                <a:lnTo>
                  <a:pt x="2019303" y="26468"/>
                </a:lnTo>
                <a:lnTo>
                  <a:pt x="2017684" y="27189"/>
                </a:lnTo>
                <a:lnTo>
                  <a:pt x="2015985" y="27955"/>
                </a:lnTo>
                <a:lnTo>
                  <a:pt x="2015985" y="13476"/>
                </a:lnTo>
                <a:lnTo>
                  <a:pt x="2017827" y="12616"/>
                </a:lnTo>
                <a:lnTo>
                  <a:pt x="2019669" y="11802"/>
                </a:lnTo>
                <a:lnTo>
                  <a:pt x="2021512" y="11035"/>
                </a:lnTo>
                <a:lnTo>
                  <a:pt x="2023356" y="10313"/>
                </a:lnTo>
                <a:lnTo>
                  <a:pt x="2025200" y="9637"/>
                </a:lnTo>
                <a:lnTo>
                  <a:pt x="2027044" y="9007"/>
                </a:lnTo>
                <a:lnTo>
                  <a:pt x="2028890" y="8424"/>
                </a:lnTo>
                <a:lnTo>
                  <a:pt x="2030736" y="7886"/>
                </a:lnTo>
                <a:lnTo>
                  <a:pt x="2032582" y="7394"/>
                </a:lnTo>
                <a:lnTo>
                  <a:pt x="2034429" y="6949"/>
                </a:lnTo>
                <a:lnTo>
                  <a:pt x="2036277" y="6549"/>
                </a:lnTo>
                <a:lnTo>
                  <a:pt x="2038125" y="6195"/>
                </a:lnTo>
                <a:lnTo>
                  <a:pt x="2039947" y="5878"/>
                </a:lnTo>
                <a:lnTo>
                  <a:pt x="2041714" y="5588"/>
                </a:lnTo>
                <a:lnTo>
                  <a:pt x="2043428" y="5326"/>
                </a:lnTo>
                <a:lnTo>
                  <a:pt x="2045086" y="5092"/>
                </a:lnTo>
                <a:lnTo>
                  <a:pt x="2046691" y="4885"/>
                </a:lnTo>
                <a:lnTo>
                  <a:pt x="2048242" y="4705"/>
                </a:lnTo>
                <a:lnTo>
                  <a:pt x="2049738" y="4554"/>
                </a:lnTo>
                <a:lnTo>
                  <a:pt x="2051180" y="4430"/>
                </a:lnTo>
                <a:lnTo>
                  <a:pt x="2052569" y="4333"/>
                </a:lnTo>
                <a:lnTo>
                  <a:pt x="2053902" y="4264"/>
                </a:lnTo>
                <a:lnTo>
                  <a:pt x="2055182" y="4223"/>
                </a:lnTo>
                <a:lnTo>
                  <a:pt x="2056407" y="4209"/>
                </a:lnTo>
                <a:lnTo>
                  <a:pt x="2058164" y="4233"/>
                </a:lnTo>
                <a:lnTo>
                  <a:pt x="2059896" y="4305"/>
                </a:lnTo>
                <a:lnTo>
                  <a:pt x="2061605" y="4425"/>
                </a:lnTo>
                <a:lnTo>
                  <a:pt x="2063291" y="4594"/>
                </a:lnTo>
                <a:lnTo>
                  <a:pt x="2064952" y="4811"/>
                </a:lnTo>
                <a:lnTo>
                  <a:pt x="2066590" y="5075"/>
                </a:lnTo>
                <a:lnTo>
                  <a:pt x="2068204" y="5388"/>
                </a:lnTo>
                <a:lnTo>
                  <a:pt x="2069794" y="5749"/>
                </a:lnTo>
                <a:lnTo>
                  <a:pt x="2071360" y="6159"/>
                </a:lnTo>
                <a:lnTo>
                  <a:pt x="2072903" y="6616"/>
                </a:lnTo>
                <a:lnTo>
                  <a:pt x="2074422" y="7121"/>
                </a:lnTo>
                <a:lnTo>
                  <a:pt x="2075917" y="7675"/>
                </a:lnTo>
                <a:lnTo>
                  <a:pt x="2077369" y="8279"/>
                </a:lnTo>
                <a:lnTo>
                  <a:pt x="2078757" y="8936"/>
                </a:lnTo>
                <a:lnTo>
                  <a:pt x="2080082" y="9645"/>
                </a:lnTo>
                <a:lnTo>
                  <a:pt x="2081344" y="10408"/>
                </a:lnTo>
                <a:lnTo>
                  <a:pt x="2082542" y="11224"/>
                </a:lnTo>
                <a:lnTo>
                  <a:pt x="2083677" y="12093"/>
                </a:lnTo>
                <a:lnTo>
                  <a:pt x="2084749" y="13015"/>
                </a:lnTo>
                <a:lnTo>
                  <a:pt x="2085757" y="13989"/>
                </a:lnTo>
                <a:lnTo>
                  <a:pt x="2086702" y="15017"/>
                </a:lnTo>
                <a:lnTo>
                  <a:pt x="2087584" y="16098"/>
                </a:lnTo>
                <a:lnTo>
                  <a:pt x="2088402" y="17232"/>
                </a:lnTo>
                <a:lnTo>
                  <a:pt x="2089157" y="18419"/>
                </a:lnTo>
                <a:lnTo>
                  <a:pt x="2089850" y="19639"/>
                </a:lnTo>
                <a:lnTo>
                  <a:pt x="2090483" y="20872"/>
                </a:lnTo>
                <a:lnTo>
                  <a:pt x="2091056" y="22118"/>
                </a:lnTo>
                <a:lnTo>
                  <a:pt x="2091568" y="23378"/>
                </a:lnTo>
                <a:lnTo>
                  <a:pt x="2092021" y="24652"/>
                </a:lnTo>
                <a:lnTo>
                  <a:pt x="2092412" y="25939"/>
                </a:lnTo>
                <a:lnTo>
                  <a:pt x="2092744" y="27239"/>
                </a:lnTo>
                <a:lnTo>
                  <a:pt x="2093015" y="28553"/>
                </a:lnTo>
                <a:lnTo>
                  <a:pt x="2093226" y="29880"/>
                </a:lnTo>
                <a:lnTo>
                  <a:pt x="2093377" y="31220"/>
                </a:lnTo>
                <a:lnTo>
                  <a:pt x="2093467" y="32574"/>
                </a:lnTo>
                <a:lnTo>
                  <a:pt x="2093498" y="33942"/>
                </a:lnTo>
                <a:lnTo>
                  <a:pt x="2093459" y="35480"/>
                </a:lnTo>
                <a:lnTo>
                  <a:pt x="2093343" y="37024"/>
                </a:lnTo>
                <a:lnTo>
                  <a:pt x="2093150" y="38574"/>
                </a:lnTo>
                <a:lnTo>
                  <a:pt x="2092879" y="40130"/>
                </a:lnTo>
                <a:lnTo>
                  <a:pt x="2092531" y="41692"/>
                </a:lnTo>
                <a:lnTo>
                  <a:pt x="2092106" y="43261"/>
                </a:lnTo>
                <a:lnTo>
                  <a:pt x="2091603" y="44835"/>
                </a:lnTo>
                <a:lnTo>
                  <a:pt x="2091023" y="46416"/>
                </a:lnTo>
                <a:lnTo>
                  <a:pt x="2090366" y="48003"/>
                </a:lnTo>
                <a:lnTo>
                  <a:pt x="2089631" y="49595"/>
                </a:lnTo>
                <a:lnTo>
                  <a:pt x="2088819" y="51194"/>
                </a:lnTo>
                <a:lnTo>
                  <a:pt x="2087930" y="52799"/>
                </a:lnTo>
                <a:lnTo>
                  <a:pt x="2086933" y="54445"/>
                </a:lnTo>
                <a:lnTo>
                  <a:pt x="2085800" y="56168"/>
                </a:lnTo>
                <a:lnTo>
                  <a:pt x="2084529" y="57967"/>
                </a:lnTo>
                <a:lnTo>
                  <a:pt x="2083122" y="59842"/>
                </a:lnTo>
                <a:lnTo>
                  <a:pt x="2081577" y="61794"/>
                </a:lnTo>
                <a:lnTo>
                  <a:pt x="2079896" y="63822"/>
                </a:lnTo>
                <a:lnTo>
                  <a:pt x="2078077" y="65926"/>
                </a:lnTo>
                <a:lnTo>
                  <a:pt x="2076122" y="68107"/>
                </a:lnTo>
                <a:lnTo>
                  <a:pt x="2074029" y="70364"/>
                </a:lnTo>
                <a:lnTo>
                  <a:pt x="2071800" y="72698"/>
                </a:lnTo>
                <a:lnTo>
                  <a:pt x="2069433" y="75108"/>
                </a:lnTo>
                <a:lnTo>
                  <a:pt x="2066929" y="77594"/>
                </a:lnTo>
                <a:lnTo>
                  <a:pt x="2056934" y="87486"/>
                </a:lnTo>
                <a:lnTo>
                  <a:pt x="2048516" y="95715"/>
                </a:lnTo>
                <a:lnTo>
                  <a:pt x="2047207" y="97054"/>
                </a:lnTo>
                <a:lnTo>
                  <a:pt x="2045941" y="98385"/>
                </a:lnTo>
                <a:lnTo>
                  <a:pt x="2044718" y="99710"/>
                </a:lnTo>
                <a:lnTo>
                  <a:pt x="2043537" y="101027"/>
                </a:lnTo>
                <a:lnTo>
                  <a:pt x="2042399" y="102337"/>
                </a:lnTo>
                <a:lnTo>
                  <a:pt x="2041304" y="103639"/>
                </a:lnTo>
                <a:lnTo>
                  <a:pt x="2040251" y="104934"/>
                </a:lnTo>
                <a:lnTo>
                  <a:pt x="2039241" y="106222"/>
                </a:lnTo>
                <a:lnTo>
                  <a:pt x="2038273" y="107503"/>
                </a:lnTo>
                <a:lnTo>
                  <a:pt x="2037348" y="108776"/>
                </a:lnTo>
                <a:lnTo>
                  <a:pt x="2036466" y="110042"/>
                </a:lnTo>
                <a:lnTo>
                  <a:pt x="2035626" y="111301"/>
                </a:lnTo>
                <a:lnTo>
                  <a:pt x="2034838" y="112575"/>
                </a:lnTo>
                <a:lnTo>
                  <a:pt x="2034111" y="113890"/>
                </a:lnTo>
                <a:lnTo>
                  <a:pt x="2033445" y="115245"/>
                </a:lnTo>
                <a:lnTo>
                  <a:pt x="2032840" y="116640"/>
                </a:lnTo>
                <a:lnTo>
                  <a:pt x="2032296" y="118075"/>
                </a:lnTo>
                <a:lnTo>
                  <a:pt x="2031812" y="119550"/>
                </a:lnTo>
                <a:lnTo>
                  <a:pt x="2031390" y="121066"/>
                </a:lnTo>
                <a:lnTo>
                  <a:pt x="2031028" y="122621"/>
                </a:lnTo>
                <a:lnTo>
                  <a:pt x="2030727" y="124217"/>
                </a:lnTo>
                <a:lnTo>
                  <a:pt x="2030487" y="125853"/>
                </a:lnTo>
                <a:lnTo>
                  <a:pt x="2030308" y="127529"/>
                </a:lnTo>
                <a:lnTo>
                  <a:pt x="2030190" y="129246"/>
                </a:lnTo>
                <a:lnTo>
                  <a:pt x="2095602" y="129246"/>
                </a:lnTo>
                <a:lnTo>
                  <a:pt x="2095602" y="144327"/>
                </a:lnTo>
                <a:close/>
                <a:moveTo>
                  <a:pt x="2131320" y="144327"/>
                </a:moveTo>
                <a:lnTo>
                  <a:pt x="2112468" y="144327"/>
                </a:lnTo>
                <a:lnTo>
                  <a:pt x="2150944" y="93175"/>
                </a:lnTo>
                <a:lnTo>
                  <a:pt x="2115011" y="46297"/>
                </a:lnTo>
                <a:lnTo>
                  <a:pt x="2135879" y="46297"/>
                </a:lnTo>
                <a:lnTo>
                  <a:pt x="2161296" y="79417"/>
                </a:lnTo>
                <a:lnTo>
                  <a:pt x="2186210" y="46297"/>
                </a:lnTo>
                <a:lnTo>
                  <a:pt x="2204711" y="46297"/>
                </a:lnTo>
                <a:lnTo>
                  <a:pt x="2170722" y="91698"/>
                </a:lnTo>
                <a:lnTo>
                  <a:pt x="2211112" y="144327"/>
                </a:lnTo>
                <a:lnTo>
                  <a:pt x="2190155" y="144327"/>
                </a:lnTo>
                <a:lnTo>
                  <a:pt x="2160389" y="105497"/>
                </a:lnTo>
                <a:lnTo>
                  <a:pt x="2131320" y="144327"/>
                </a:lnTo>
                <a:close/>
                <a:moveTo>
                  <a:pt x="2251301" y="144327"/>
                </a:moveTo>
                <a:lnTo>
                  <a:pt x="2251301" y="68218"/>
                </a:lnTo>
                <a:lnTo>
                  <a:pt x="2229556" y="68218"/>
                </a:lnTo>
                <a:lnTo>
                  <a:pt x="2229556" y="54539"/>
                </a:lnTo>
                <a:lnTo>
                  <a:pt x="2251301" y="54539"/>
                </a:lnTo>
                <a:lnTo>
                  <a:pt x="2251301" y="49988"/>
                </a:lnTo>
                <a:lnTo>
                  <a:pt x="2251332" y="46833"/>
                </a:lnTo>
                <a:lnTo>
                  <a:pt x="2251423" y="43818"/>
                </a:lnTo>
                <a:lnTo>
                  <a:pt x="2251575" y="40943"/>
                </a:lnTo>
                <a:lnTo>
                  <a:pt x="2251789" y="38208"/>
                </a:lnTo>
                <a:lnTo>
                  <a:pt x="2252063" y="35613"/>
                </a:lnTo>
                <a:lnTo>
                  <a:pt x="2252398" y="33157"/>
                </a:lnTo>
                <a:lnTo>
                  <a:pt x="2252793" y="30842"/>
                </a:lnTo>
                <a:lnTo>
                  <a:pt x="2253250" y="28666"/>
                </a:lnTo>
                <a:lnTo>
                  <a:pt x="2253768" y="26630"/>
                </a:lnTo>
                <a:lnTo>
                  <a:pt x="2254346" y="24734"/>
                </a:lnTo>
                <a:lnTo>
                  <a:pt x="2254985" y="22978"/>
                </a:lnTo>
                <a:lnTo>
                  <a:pt x="2255686" y="21362"/>
                </a:lnTo>
                <a:lnTo>
                  <a:pt x="2256450" y="19838"/>
                </a:lnTo>
                <a:lnTo>
                  <a:pt x="2257280" y="18361"/>
                </a:lnTo>
                <a:lnTo>
                  <a:pt x="2258176" y="16930"/>
                </a:lnTo>
                <a:lnTo>
                  <a:pt x="2259139" y="15545"/>
                </a:lnTo>
                <a:lnTo>
                  <a:pt x="2260169" y="14206"/>
                </a:lnTo>
                <a:lnTo>
                  <a:pt x="2261265" y="12913"/>
                </a:lnTo>
                <a:lnTo>
                  <a:pt x="2262427" y="11667"/>
                </a:lnTo>
                <a:lnTo>
                  <a:pt x="2263655" y="10467"/>
                </a:lnTo>
                <a:lnTo>
                  <a:pt x="2264950" y="9313"/>
                </a:lnTo>
                <a:lnTo>
                  <a:pt x="2266311" y="8206"/>
                </a:lnTo>
                <a:lnTo>
                  <a:pt x="2267739" y="7145"/>
                </a:lnTo>
                <a:lnTo>
                  <a:pt x="2269233" y="6130"/>
                </a:lnTo>
                <a:lnTo>
                  <a:pt x="2270801" y="5179"/>
                </a:lnTo>
                <a:lnTo>
                  <a:pt x="2272451" y="4310"/>
                </a:lnTo>
                <a:lnTo>
                  <a:pt x="2274184" y="3525"/>
                </a:lnTo>
                <a:lnTo>
                  <a:pt x="2275999" y="2822"/>
                </a:lnTo>
                <a:lnTo>
                  <a:pt x="2277896" y="2201"/>
                </a:lnTo>
                <a:lnTo>
                  <a:pt x="2279875" y="1664"/>
                </a:lnTo>
                <a:lnTo>
                  <a:pt x="2281937" y="1209"/>
                </a:lnTo>
                <a:lnTo>
                  <a:pt x="2284080" y="837"/>
                </a:lnTo>
                <a:lnTo>
                  <a:pt x="2286306" y="548"/>
                </a:lnTo>
                <a:lnTo>
                  <a:pt x="2288614" y="341"/>
                </a:lnTo>
                <a:lnTo>
                  <a:pt x="2291005" y="217"/>
                </a:lnTo>
                <a:lnTo>
                  <a:pt x="2293477" y="175"/>
                </a:lnTo>
                <a:lnTo>
                  <a:pt x="2295379" y="192"/>
                </a:lnTo>
                <a:lnTo>
                  <a:pt x="2297287" y="241"/>
                </a:lnTo>
                <a:lnTo>
                  <a:pt x="2299199" y="323"/>
                </a:lnTo>
                <a:lnTo>
                  <a:pt x="2301115" y="438"/>
                </a:lnTo>
                <a:lnTo>
                  <a:pt x="2303037" y="586"/>
                </a:lnTo>
                <a:lnTo>
                  <a:pt x="2304964" y="767"/>
                </a:lnTo>
                <a:lnTo>
                  <a:pt x="2306895" y="981"/>
                </a:lnTo>
                <a:lnTo>
                  <a:pt x="2308832" y="1228"/>
                </a:lnTo>
                <a:lnTo>
                  <a:pt x="2310773" y="1507"/>
                </a:lnTo>
                <a:lnTo>
                  <a:pt x="2312719" y="1819"/>
                </a:lnTo>
                <a:lnTo>
                  <a:pt x="2314670" y="2165"/>
                </a:lnTo>
                <a:lnTo>
                  <a:pt x="2316626" y="2543"/>
                </a:lnTo>
                <a:lnTo>
                  <a:pt x="2316626" y="18063"/>
                </a:lnTo>
                <a:lnTo>
                  <a:pt x="2314527" y="17391"/>
                </a:lnTo>
                <a:lnTo>
                  <a:pt x="2312468" y="16777"/>
                </a:lnTo>
                <a:lnTo>
                  <a:pt x="2310449" y="16221"/>
                </a:lnTo>
                <a:lnTo>
                  <a:pt x="2308471" y="15725"/>
                </a:lnTo>
                <a:lnTo>
                  <a:pt x="2306533" y="15286"/>
                </a:lnTo>
                <a:lnTo>
                  <a:pt x="2304635" y="14906"/>
                </a:lnTo>
                <a:lnTo>
                  <a:pt x="2302777" y="14585"/>
                </a:lnTo>
                <a:lnTo>
                  <a:pt x="2300960" y="14322"/>
                </a:lnTo>
                <a:lnTo>
                  <a:pt x="2299182" y="14117"/>
                </a:lnTo>
                <a:lnTo>
                  <a:pt x="2297445" y="13971"/>
                </a:lnTo>
                <a:lnTo>
                  <a:pt x="2295748" y="13883"/>
                </a:lnTo>
                <a:lnTo>
                  <a:pt x="2294091" y="13854"/>
                </a:lnTo>
                <a:lnTo>
                  <a:pt x="2292803" y="13874"/>
                </a:lnTo>
                <a:lnTo>
                  <a:pt x="2291541" y="13934"/>
                </a:lnTo>
                <a:lnTo>
                  <a:pt x="2290304" y="14035"/>
                </a:lnTo>
                <a:lnTo>
                  <a:pt x="2289093" y="14175"/>
                </a:lnTo>
                <a:lnTo>
                  <a:pt x="2287908" y="14355"/>
                </a:lnTo>
                <a:lnTo>
                  <a:pt x="2286748" y="14576"/>
                </a:lnTo>
                <a:lnTo>
                  <a:pt x="2285613" y="14837"/>
                </a:lnTo>
                <a:lnTo>
                  <a:pt x="2284504" y="15138"/>
                </a:lnTo>
                <a:lnTo>
                  <a:pt x="2283421" y="15479"/>
                </a:lnTo>
                <a:lnTo>
                  <a:pt x="2282363" y="15860"/>
                </a:lnTo>
                <a:lnTo>
                  <a:pt x="2281331" y="16281"/>
                </a:lnTo>
                <a:lnTo>
                  <a:pt x="2280325" y="16742"/>
                </a:lnTo>
                <a:lnTo>
                  <a:pt x="2279349" y="17248"/>
                </a:lnTo>
                <a:lnTo>
                  <a:pt x="2278409" y="17805"/>
                </a:lnTo>
                <a:lnTo>
                  <a:pt x="2277505" y="18412"/>
                </a:lnTo>
                <a:lnTo>
                  <a:pt x="2276637" y="19069"/>
                </a:lnTo>
                <a:lnTo>
                  <a:pt x="2275805" y="19777"/>
                </a:lnTo>
                <a:lnTo>
                  <a:pt x="2275009" y="20536"/>
                </a:lnTo>
                <a:lnTo>
                  <a:pt x="2274249" y="21345"/>
                </a:lnTo>
                <a:lnTo>
                  <a:pt x="2273524" y="22204"/>
                </a:lnTo>
                <a:lnTo>
                  <a:pt x="2272836" y="23114"/>
                </a:lnTo>
                <a:lnTo>
                  <a:pt x="2272184" y="24074"/>
                </a:lnTo>
                <a:lnTo>
                  <a:pt x="2271567" y="25085"/>
                </a:lnTo>
                <a:lnTo>
                  <a:pt x="2270986" y="26146"/>
                </a:lnTo>
                <a:lnTo>
                  <a:pt x="2270447" y="27295"/>
                </a:lnTo>
                <a:lnTo>
                  <a:pt x="2269955" y="28571"/>
                </a:lnTo>
                <a:lnTo>
                  <a:pt x="2269510" y="29971"/>
                </a:lnTo>
                <a:lnTo>
                  <a:pt x="2269111" y="31498"/>
                </a:lnTo>
                <a:lnTo>
                  <a:pt x="2268759" y="33151"/>
                </a:lnTo>
                <a:lnTo>
                  <a:pt x="2268455" y="34929"/>
                </a:lnTo>
                <a:lnTo>
                  <a:pt x="2268197" y="36833"/>
                </a:lnTo>
                <a:lnTo>
                  <a:pt x="2267986" y="38863"/>
                </a:lnTo>
                <a:lnTo>
                  <a:pt x="2267822" y="41018"/>
                </a:lnTo>
                <a:lnTo>
                  <a:pt x="2267704" y="43300"/>
                </a:lnTo>
                <a:lnTo>
                  <a:pt x="2267634" y="45707"/>
                </a:lnTo>
                <a:lnTo>
                  <a:pt x="2267611" y="48240"/>
                </a:lnTo>
                <a:lnTo>
                  <a:pt x="2267611" y="54539"/>
                </a:lnTo>
                <a:lnTo>
                  <a:pt x="2306454" y="54539"/>
                </a:lnTo>
                <a:lnTo>
                  <a:pt x="2306454" y="68218"/>
                </a:lnTo>
                <a:lnTo>
                  <a:pt x="2267611" y="68218"/>
                </a:lnTo>
                <a:lnTo>
                  <a:pt x="2267611" y="144327"/>
                </a:lnTo>
                <a:lnTo>
                  <a:pt x="2251301" y="144327"/>
                </a:lnTo>
                <a:close/>
                <a:moveTo>
                  <a:pt x="2334982" y="141792"/>
                </a:moveTo>
                <a:lnTo>
                  <a:pt x="2334982" y="124628"/>
                </a:lnTo>
                <a:lnTo>
                  <a:pt x="2338292" y="126234"/>
                </a:lnTo>
                <a:lnTo>
                  <a:pt x="2341527" y="127700"/>
                </a:lnTo>
                <a:lnTo>
                  <a:pt x="2344688" y="129027"/>
                </a:lnTo>
                <a:lnTo>
                  <a:pt x="2347774" y="130214"/>
                </a:lnTo>
                <a:lnTo>
                  <a:pt x="2350786" y="131261"/>
                </a:lnTo>
                <a:lnTo>
                  <a:pt x="2353724" y="132169"/>
                </a:lnTo>
                <a:lnTo>
                  <a:pt x="2356588" y="132936"/>
                </a:lnTo>
                <a:lnTo>
                  <a:pt x="2359378" y="133565"/>
                </a:lnTo>
                <a:lnTo>
                  <a:pt x="2362093" y="134054"/>
                </a:lnTo>
                <a:lnTo>
                  <a:pt x="2364734" y="134403"/>
                </a:lnTo>
                <a:lnTo>
                  <a:pt x="2367300" y="134612"/>
                </a:lnTo>
                <a:lnTo>
                  <a:pt x="2369792" y="134682"/>
                </a:lnTo>
                <a:lnTo>
                  <a:pt x="2372010" y="134625"/>
                </a:lnTo>
                <a:lnTo>
                  <a:pt x="2374163" y="134455"/>
                </a:lnTo>
                <a:lnTo>
                  <a:pt x="2376251" y="134171"/>
                </a:lnTo>
                <a:lnTo>
                  <a:pt x="2378273" y="133774"/>
                </a:lnTo>
                <a:lnTo>
                  <a:pt x="2380231" y="133263"/>
                </a:lnTo>
                <a:lnTo>
                  <a:pt x="2382123" y="132638"/>
                </a:lnTo>
                <a:lnTo>
                  <a:pt x="2383950" y="131901"/>
                </a:lnTo>
                <a:lnTo>
                  <a:pt x="2385712" y="131049"/>
                </a:lnTo>
                <a:lnTo>
                  <a:pt x="2387409" y="130084"/>
                </a:lnTo>
                <a:lnTo>
                  <a:pt x="2389040" y="129006"/>
                </a:lnTo>
                <a:lnTo>
                  <a:pt x="2390607" y="127814"/>
                </a:lnTo>
                <a:lnTo>
                  <a:pt x="2392108" y="126508"/>
                </a:lnTo>
                <a:lnTo>
                  <a:pt x="2393515" y="125113"/>
                </a:lnTo>
                <a:lnTo>
                  <a:pt x="2394800" y="123654"/>
                </a:lnTo>
                <a:lnTo>
                  <a:pt x="2395963" y="122129"/>
                </a:lnTo>
                <a:lnTo>
                  <a:pt x="2397004" y="120539"/>
                </a:lnTo>
                <a:lnTo>
                  <a:pt x="2397921" y="118885"/>
                </a:lnTo>
                <a:lnTo>
                  <a:pt x="2398717" y="117165"/>
                </a:lnTo>
                <a:lnTo>
                  <a:pt x="2399390" y="115380"/>
                </a:lnTo>
                <a:lnTo>
                  <a:pt x="2399941" y="113531"/>
                </a:lnTo>
                <a:lnTo>
                  <a:pt x="2400369" y="111616"/>
                </a:lnTo>
                <a:lnTo>
                  <a:pt x="2400675" y="109637"/>
                </a:lnTo>
                <a:lnTo>
                  <a:pt x="2400859" y="107593"/>
                </a:lnTo>
                <a:lnTo>
                  <a:pt x="2400920" y="105483"/>
                </a:lnTo>
                <a:lnTo>
                  <a:pt x="2400853" y="103360"/>
                </a:lnTo>
                <a:lnTo>
                  <a:pt x="2400651" y="101304"/>
                </a:lnTo>
                <a:lnTo>
                  <a:pt x="2400315" y="99314"/>
                </a:lnTo>
                <a:lnTo>
                  <a:pt x="2399844" y="97392"/>
                </a:lnTo>
                <a:lnTo>
                  <a:pt x="2399238" y="95536"/>
                </a:lnTo>
                <a:lnTo>
                  <a:pt x="2398498" y="93747"/>
                </a:lnTo>
                <a:lnTo>
                  <a:pt x="2397623" y="92024"/>
                </a:lnTo>
                <a:lnTo>
                  <a:pt x="2396614" y="90369"/>
                </a:lnTo>
                <a:lnTo>
                  <a:pt x="2395470" y="88780"/>
                </a:lnTo>
                <a:lnTo>
                  <a:pt x="2394192" y="87258"/>
                </a:lnTo>
                <a:lnTo>
                  <a:pt x="2392779" y="85803"/>
                </a:lnTo>
                <a:lnTo>
                  <a:pt x="2391231" y="84415"/>
                </a:lnTo>
                <a:lnTo>
                  <a:pt x="2389522" y="83116"/>
                </a:lnTo>
                <a:lnTo>
                  <a:pt x="2387625" y="81930"/>
                </a:lnTo>
                <a:lnTo>
                  <a:pt x="2385540" y="80858"/>
                </a:lnTo>
                <a:lnTo>
                  <a:pt x="2383266" y="79898"/>
                </a:lnTo>
                <a:lnTo>
                  <a:pt x="2380805" y="79051"/>
                </a:lnTo>
                <a:lnTo>
                  <a:pt x="2378155" y="78317"/>
                </a:lnTo>
                <a:lnTo>
                  <a:pt x="2375317" y="77696"/>
                </a:lnTo>
                <a:lnTo>
                  <a:pt x="2372291" y="77188"/>
                </a:lnTo>
                <a:lnTo>
                  <a:pt x="2369077" y="76793"/>
                </a:lnTo>
                <a:lnTo>
                  <a:pt x="2365675" y="76510"/>
                </a:lnTo>
                <a:lnTo>
                  <a:pt x="2362084" y="76341"/>
                </a:lnTo>
                <a:lnTo>
                  <a:pt x="2358306" y="76285"/>
                </a:lnTo>
                <a:lnTo>
                  <a:pt x="2349274" y="76285"/>
                </a:lnTo>
                <a:lnTo>
                  <a:pt x="2349274" y="62606"/>
                </a:lnTo>
                <a:lnTo>
                  <a:pt x="2361813" y="62606"/>
                </a:lnTo>
                <a:lnTo>
                  <a:pt x="2364597" y="62553"/>
                </a:lnTo>
                <a:lnTo>
                  <a:pt x="2367250" y="62394"/>
                </a:lnTo>
                <a:lnTo>
                  <a:pt x="2369770" y="62128"/>
                </a:lnTo>
                <a:lnTo>
                  <a:pt x="2372160" y="61757"/>
                </a:lnTo>
                <a:lnTo>
                  <a:pt x="2374418" y="61279"/>
                </a:lnTo>
                <a:lnTo>
                  <a:pt x="2376544" y="60695"/>
                </a:lnTo>
                <a:lnTo>
                  <a:pt x="2378539" y="60006"/>
                </a:lnTo>
                <a:lnTo>
                  <a:pt x="2380402" y="59210"/>
                </a:lnTo>
                <a:lnTo>
                  <a:pt x="2382134" y="58307"/>
                </a:lnTo>
                <a:lnTo>
                  <a:pt x="2383734" y="57299"/>
                </a:lnTo>
                <a:lnTo>
                  <a:pt x="2385203" y="56184"/>
                </a:lnTo>
                <a:lnTo>
                  <a:pt x="2386540" y="54964"/>
                </a:lnTo>
                <a:lnTo>
                  <a:pt x="2387758" y="53678"/>
                </a:lnTo>
                <a:lnTo>
                  <a:pt x="2388871" y="52369"/>
                </a:lnTo>
                <a:lnTo>
                  <a:pt x="2389877" y="51036"/>
                </a:lnTo>
                <a:lnTo>
                  <a:pt x="2390778" y="49680"/>
                </a:lnTo>
                <a:lnTo>
                  <a:pt x="2391573" y="48299"/>
                </a:lnTo>
                <a:lnTo>
                  <a:pt x="2392261" y="46896"/>
                </a:lnTo>
                <a:lnTo>
                  <a:pt x="2392844" y="45468"/>
                </a:lnTo>
                <a:lnTo>
                  <a:pt x="2393321" y="44017"/>
                </a:lnTo>
                <a:lnTo>
                  <a:pt x="2393692" y="42542"/>
                </a:lnTo>
                <a:lnTo>
                  <a:pt x="2393957" y="41043"/>
                </a:lnTo>
                <a:lnTo>
                  <a:pt x="2394115" y="39521"/>
                </a:lnTo>
                <a:lnTo>
                  <a:pt x="2394168" y="37975"/>
                </a:lnTo>
                <a:lnTo>
                  <a:pt x="2394125" y="36582"/>
                </a:lnTo>
                <a:lnTo>
                  <a:pt x="2393996" y="35225"/>
                </a:lnTo>
                <a:lnTo>
                  <a:pt x="2393779" y="33906"/>
                </a:lnTo>
                <a:lnTo>
                  <a:pt x="2393477" y="32623"/>
                </a:lnTo>
                <a:lnTo>
                  <a:pt x="2393088" y="31378"/>
                </a:lnTo>
                <a:lnTo>
                  <a:pt x="2392612" y="30169"/>
                </a:lnTo>
                <a:lnTo>
                  <a:pt x="2392050" y="28998"/>
                </a:lnTo>
                <a:lnTo>
                  <a:pt x="2391402" y="27864"/>
                </a:lnTo>
                <a:lnTo>
                  <a:pt x="2390667" y="26766"/>
                </a:lnTo>
                <a:lnTo>
                  <a:pt x="2389845" y="25706"/>
                </a:lnTo>
                <a:lnTo>
                  <a:pt x="2388937" y="24683"/>
                </a:lnTo>
                <a:lnTo>
                  <a:pt x="2387943" y="23696"/>
                </a:lnTo>
                <a:lnTo>
                  <a:pt x="2386859" y="22769"/>
                </a:lnTo>
                <a:lnTo>
                  <a:pt x="2385683" y="21921"/>
                </a:lnTo>
                <a:lnTo>
                  <a:pt x="2384414" y="21155"/>
                </a:lnTo>
                <a:lnTo>
                  <a:pt x="2383052" y="20469"/>
                </a:lnTo>
                <a:lnTo>
                  <a:pt x="2381598" y="19864"/>
                </a:lnTo>
                <a:lnTo>
                  <a:pt x="2380051" y="19340"/>
                </a:lnTo>
                <a:lnTo>
                  <a:pt x="2378412" y="18896"/>
                </a:lnTo>
                <a:lnTo>
                  <a:pt x="2376680" y="18533"/>
                </a:lnTo>
                <a:lnTo>
                  <a:pt x="2374856" y="18251"/>
                </a:lnTo>
                <a:lnTo>
                  <a:pt x="2372939" y="18049"/>
                </a:lnTo>
                <a:lnTo>
                  <a:pt x="2370930" y="17928"/>
                </a:lnTo>
                <a:lnTo>
                  <a:pt x="2368828" y="17887"/>
                </a:lnTo>
                <a:lnTo>
                  <a:pt x="2366401" y="17943"/>
                </a:lnTo>
                <a:lnTo>
                  <a:pt x="2363944" y="18111"/>
                </a:lnTo>
                <a:lnTo>
                  <a:pt x="2361457" y="18390"/>
                </a:lnTo>
                <a:lnTo>
                  <a:pt x="2358939" y="18780"/>
                </a:lnTo>
                <a:lnTo>
                  <a:pt x="2356391" y="19282"/>
                </a:lnTo>
                <a:lnTo>
                  <a:pt x="2353812" y="19896"/>
                </a:lnTo>
                <a:lnTo>
                  <a:pt x="2351203" y="20621"/>
                </a:lnTo>
                <a:lnTo>
                  <a:pt x="2348563" y="21458"/>
                </a:lnTo>
                <a:lnTo>
                  <a:pt x="2345893" y="22407"/>
                </a:lnTo>
                <a:lnTo>
                  <a:pt x="2343193" y="23467"/>
                </a:lnTo>
                <a:lnTo>
                  <a:pt x="2340462" y="24638"/>
                </a:lnTo>
                <a:lnTo>
                  <a:pt x="2337700" y="25921"/>
                </a:lnTo>
                <a:lnTo>
                  <a:pt x="2337700" y="10426"/>
                </a:lnTo>
                <a:lnTo>
                  <a:pt x="2340457" y="9433"/>
                </a:lnTo>
                <a:lnTo>
                  <a:pt x="2343176" y="8526"/>
                </a:lnTo>
                <a:lnTo>
                  <a:pt x="2345855" y="7706"/>
                </a:lnTo>
                <a:lnTo>
                  <a:pt x="2348495" y="6972"/>
                </a:lnTo>
                <a:lnTo>
                  <a:pt x="2351096" y="6324"/>
                </a:lnTo>
                <a:lnTo>
                  <a:pt x="2353659" y="5763"/>
                </a:lnTo>
                <a:lnTo>
                  <a:pt x="2356182" y="5288"/>
                </a:lnTo>
                <a:lnTo>
                  <a:pt x="2358666" y="4900"/>
                </a:lnTo>
                <a:lnTo>
                  <a:pt x="2361112" y="4597"/>
                </a:lnTo>
                <a:lnTo>
                  <a:pt x="2363518" y="4382"/>
                </a:lnTo>
                <a:lnTo>
                  <a:pt x="2365886" y="4252"/>
                </a:lnTo>
                <a:lnTo>
                  <a:pt x="2368214" y="4209"/>
                </a:lnTo>
                <a:lnTo>
                  <a:pt x="2372243" y="4277"/>
                </a:lnTo>
                <a:lnTo>
                  <a:pt x="2376058" y="4480"/>
                </a:lnTo>
                <a:lnTo>
                  <a:pt x="2379660" y="4819"/>
                </a:lnTo>
                <a:lnTo>
                  <a:pt x="2383047" y="5294"/>
                </a:lnTo>
                <a:lnTo>
                  <a:pt x="2386221" y="5905"/>
                </a:lnTo>
                <a:lnTo>
                  <a:pt x="2389181" y="6651"/>
                </a:lnTo>
                <a:lnTo>
                  <a:pt x="2391928" y="7533"/>
                </a:lnTo>
                <a:lnTo>
                  <a:pt x="2394461" y="8550"/>
                </a:lnTo>
                <a:lnTo>
                  <a:pt x="2396780" y="9704"/>
                </a:lnTo>
                <a:lnTo>
                  <a:pt x="2398885" y="10992"/>
                </a:lnTo>
                <a:lnTo>
                  <a:pt x="2400777" y="12417"/>
                </a:lnTo>
                <a:lnTo>
                  <a:pt x="2402455" y="13977"/>
                </a:lnTo>
                <a:lnTo>
                  <a:pt x="2403960" y="15625"/>
                </a:lnTo>
                <a:lnTo>
                  <a:pt x="2405335" y="17310"/>
                </a:lnTo>
                <a:lnTo>
                  <a:pt x="2406578" y="19034"/>
                </a:lnTo>
                <a:lnTo>
                  <a:pt x="2407691" y="20796"/>
                </a:lnTo>
                <a:lnTo>
                  <a:pt x="2408673" y="22597"/>
                </a:lnTo>
                <a:lnTo>
                  <a:pt x="2409524" y="24436"/>
                </a:lnTo>
                <a:lnTo>
                  <a:pt x="2410244" y="26313"/>
                </a:lnTo>
                <a:lnTo>
                  <a:pt x="2410833" y="28228"/>
                </a:lnTo>
                <a:lnTo>
                  <a:pt x="2411291" y="30182"/>
                </a:lnTo>
                <a:lnTo>
                  <a:pt x="2411619" y="32174"/>
                </a:lnTo>
                <a:lnTo>
                  <a:pt x="2411815" y="34205"/>
                </a:lnTo>
                <a:lnTo>
                  <a:pt x="2411881" y="36274"/>
                </a:lnTo>
                <a:lnTo>
                  <a:pt x="2411846" y="37814"/>
                </a:lnTo>
                <a:lnTo>
                  <a:pt x="2411742" y="39338"/>
                </a:lnTo>
                <a:lnTo>
                  <a:pt x="2411568" y="40847"/>
                </a:lnTo>
                <a:lnTo>
                  <a:pt x="2411325" y="42340"/>
                </a:lnTo>
                <a:lnTo>
                  <a:pt x="2411013" y="43816"/>
                </a:lnTo>
                <a:lnTo>
                  <a:pt x="2410631" y="45278"/>
                </a:lnTo>
                <a:lnTo>
                  <a:pt x="2410180" y="46723"/>
                </a:lnTo>
                <a:lnTo>
                  <a:pt x="2409659" y="48152"/>
                </a:lnTo>
                <a:lnTo>
                  <a:pt x="2409069" y="49566"/>
                </a:lnTo>
                <a:lnTo>
                  <a:pt x="2408410" y="50964"/>
                </a:lnTo>
                <a:lnTo>
                  <a:pt x="2407681" y="52346"/>
                </a:lnTo>
                <a:lnTo>
                  <a:pt x="2406883" y="53712"/>
                </a:lnTo>
                <a:lnTo>
                  <a:pt x="2405991" y="55057"/>
                </a:lnTo>
                <a:lnTo>
                  <a:pt x="2404983" y="56378"/>
                </a:lnTo>
                <a:lnTo>
                  <a:pt x="2403857" y="57675"/>
                </a:lnTo>
                <a:lnTo>
                  <a:pt x="2402615" y="58948"/>
                </a:lnTo>
                <a:lnTo>
                  <a:pt x="2401256" y="60196"/>
                </a:lnTo>
                <a:lnTo>
                  <a:pt x="2399780" y="61420"/>
                </a:lnTo>
                <a:lnTo>
                  <a:pt x="2398187" y="62620"/>
                </a:lnTo>
                <a:lnTo>
                  <a:pt x="2396477" y="63795"/>
                </a:lnTo>
                <a:lnTo>
                  <a:pt x="2394651" y="64946"/>
                </a:lnTo>
                <a:lnTo>
                  <a:pt x="2392707" y="66073"/>
                </a:lnTo>
                <a:lnTo>
                  <a:pt x="2390646" y="67175"/>
                </a:lnTo>
                <a:lnTo>
                  <a:pt x="2388469" y="68253"/>
                </a:lnTo>
                <a:lnTo>
                  <a:pt x="2390402" y="68848"/>
                </a:lnTo>
                <a:lnTo>
                  <a:pt x="2392254" y="69466"/>
                </a:lnTo>
                <a:lnTo>
                  <a:pt x="2394026" y="70105"/>
                </a:lnTo>
                <a:lnTo>
                  <a:pt x="2395718" y="70765"/>
                </a:lnTo>
                <a:lnTo>
                  <a:pt x="2397329" y="71448"/>
                </a:lnTo>
                <a:lnTo>
                  <a:pt x="2398860" y="72153"/>
                </a:lnTo>
                <a:lnTo>
                  <a:pt x="2400310" y="72880"/>
                </a:lnTo>
                <a:lnTo>
                  <a:pt x="2401680" y="73629"/>
                </a:lnTo>
                <a:lnTo>
                  <a:pt x="2402970" y="74400"/>
                </a:lnTo>
                <a:lnTo>
                  <a:pt x="2404179" y="75192"/>
                </a:lnTo>
                <a:lnTo>
                  <a:pt x="2405308" y="76007"/>
                </a:lnTo>
                <a:lnTo>
                  <a:pt x="2406356" y="76844"/>
                </a:lnTo>
                <a:lnTo>
                  <a:pt x="2407344" y="77704"/>
                </a:lnTo>
                <a:lnTo>
                  <a:pt x="2408292" y="78589"/>
                </a:lnTo>
                <a:lnTo>
                  <a:pt x="2409198" y="79500"/>
                </a:lnTo>
                <a:lnTo>
                  <a:pt x="2410064" y="80437"/>
                </a:lnTo>
                <a:lnTo>
                  <a:pt x="2410888" y="81399"/>
                </a:lnTo>
                <a:lnTo>
                  <a:pt x="2411672" y="82387"/>
                </a:lnTo>
                <a:lnTo>
                  <a:pt x="2412415" y="83400"/>
                </a:lnTo>
                <a:lnTo>
                  <a:pt x="2413118" y="84439"/>
                </a:lnTo>
                <a:lnTo>
                  <a:pt x="2413779" y="85504"/>
                </a:lnTo>
                <a:lnTo>
                  <a:pt x="2414400" y="86594"/>
                </a:lnTo>
                <a:lnTo>
                  <a:pt x="2414980" y="87710"/>
                </a:lnTo>
                <a:lnTo>
                  <a:pt x="2415519" y="88851"/>
                </a:lnTo>
                <a:lnTo>
                  <a:pt x="2416017" y="90016"/>
                </a:lnTo>
                <a:lnTo>
                  <a:pt x="2416470" y="91205"/>
                </a:lnTo>
                <a:lnTo>
                  <a:pt x="2416881" y="92417"/>
                </a:lnTo>
                <a:lnTo>
                  <a:pt x="2417249" y="93652"/>
                </a:lnTo>
                <a:lnTo>
                  <a:pt x="2417573" y="94910"/>
                </a:lnTo>
                <a:lnTo>
                  <a:pt x="2417854" y="96191"/>
                </a:lnTo>
                <a:lnTo>
                  <a:pt x="2418092" y="97495"/>
                </a:lnTo>
                <a:lnTo>
                  <a:pt x="2418286" y="98822"/>
                </a:lnTo>
                <a:lnTo>
                  <a:pt x="2418438" y="100173"/>
                </a:lnTo>
                <a:lnTo>
                  <a:pt x="2418546" y="101546"/>
                </a:lnTo>
                <a:lnTo>
                  <a:pt x="2418611" y="102943"/>
                </a:lnTo>
                <a:lnTo>
                  <a:pt x="2418632" y="104363"/>
                </a:lnTo>
                <a:lnTo>
                  <a:pt x="2418534" y="107501"/>
                </a:lnTo>
                <a:lnTo>
                  <a:pt x="2418239" y="110546"/>
                </a:lnTo>
                <a:lnTo>
                  <a:pt x="2417747" y="113500"/>
                </a:lnTo>
                <a:lnTo>
                  <a:pt x="2417059" y="116360"/>
                </a:lnTo>
                <a:lnTo>
                  <a:pt x="2416174" y="119128"/>
                </a:lnTo>
                <a:lnTo>
                  <a:pt x="2415092" y="121804"/>
                </a:lnTo>
                <a:lnTo>
                  <a:pt x="2413813" y="124387"/>
                </a:lnTo>
                <a:lnTo>
                  <a:pt x="2412338" y="126878"/>
                </a:lnTo>
                <a:lnTo>
                  <a:pt x="2410667" y="129276"/>
                </a:lnTo>
                <a:lnTo>
                  <a:pt x="2408798" y="131581"/>
                </a:lnTo>
                <a:lnTo>
                  <a:pt x="2406733" y="133794"/>
                </a:lnTo>
                <a:lnTo>
                  <a:pt x="2404471" y="135915"/>
                </a:lnTo>
                <a:lnTo>
                  <a:pt x="2402054" y="137903"/>
                </a:lnTo>
                <a:lnTo>
                  <a:pt x="2399521" y="139718"/>
                </a:lnTo>
                <a:lnTo>
                  <a:pt x="2396873" y="141360"/>
                </a:lnTo>
                <a:lnTo>
                  <a:pt x="2394110" y="142829"/>
                </a:lnTo>
                <a:lnTo>
                  <a:pt x="2391232" y="144126"/>
                </a:lnTo>
                <a:lnTo>
                  <a:pt x="2388239" y="145249"/>
                </a:lnTo>
                <a:lnTo>
                  <a:pt x="2385131" y="146200"/>
                </a:lnTo>
                <a:lnTo>
                  <a:pt x="2381907" y="146978"/>
                </a:lnTo>
                <a:lnTo>
                  <a:pt x="2378569" y="147583"/>
                </a:lnTo>
                <a:lnTo>
                  <a:pt x="2375116" y="148015"/>
                </a:lnTo>
                <a:lnTo>
                  <a:pt x="2371547" y="148274"/>
                </a:lnTo>
                <a:lnTo>
                  <a:pt x="2367863" y="148361"/>
                </a:lnTo>
                <a:lnTo>
                  <a:pt x="2366774" y="148354"/>
                </a:lnTo>
                <a:lnTo>
                  <a:pt x="2365668" y="148334"/>
                </a:lnTo>
                <a:lnTo>
                  <a:pt x="2364545" y="148300"/>
                </a:lnTo>
                <a:lnTo>
                  <a:pt x="2363406" y="148253"/>
                </a:lnTo>
                <a:lnTo>
                  <a:pt x="2362251" y="148193"/>
                </a:lnTo>
                <a:lnTo>
                  <a:pt x="2361079" y="148119"/>
                </a:lnTo>
                <a:lnTo>
                  <a:pt x="2359891" y="148032"/>
                </a:lnTo>
                <a:lnTo>
                  <a:pt x="2358686" y="147932"/>
                </a:lnTo>
                <a:lnTo>
                  <a:pt x="2357465" y="147818"/>
                </a:lnTo>
                <a:lnTo>
                  <a:pt x="2356227" y="147691"/>
                </a:lnTo>
                <a:lnTo>
                  <a:pt x="2354973" y="147550"/>
                </a:lnTo>
                <a:lnTo>
                  <a:pt x="2353702" y="147396"/>
                </a:lnTo>
                <a:lnTo>
                  <a:pt x="2352400" y="147210"/>
                </a:lnTo>
                <a:lnTo>
                  <a:pt x="2351051" y="146973"/>
                </a:lnTo>
                <a:lnTo>
                  <a:pt x="2349655" y="146685"/>
                </a:lnTo>
                <a:lnTo>
                  <a:pt x="2348213" y="146346"/>
                </a:lnTo>
                <a:lnTo>
                  <a:pt x="2346723" y="145956"/>
                </a:lnTo>
                <a:lnTo>
                  <a:pt x="2345186" y="145514"/>
                </a:lnTo>
                <a:lnTo>
                  <a:pt x="2343603" y="145022"/>
                </a:lnTo>
                <a:lnTo>
                  <a:pt x="2341972" y="144478"/>
                </a:lnTo>
                <a:lnTo>
                  <a:pt x="2340295" y="143883"/>
                </a:lnTo>
                <a:lnTo>
                  <a:pt x="2338571" y="143237"/>
                </a:lnTo>
                <a:lnTo>
                  <a:pt x="2336800" y="142541"/>
                </a:lnTo>
                <a:lnTo>
                  <a:pt x="2334982" y="141792"/>
                </a:lnTo>
                <a:close/>
                <a:moveTo>
                  <a:pt x="2525018" y="144327"/>
                </a:moveTo>
                <a:lnTo>
                  <a:pt x="2442683" y="144327"/>
                </a:lnTo>
                <a:lnTo>
                  <a:pt x="2442683" y="129322"/>
                </a:lnTo>
                <a:lnTo>
                  <a:pt x="2442700" y="128351"/>
                </a:lnTo>
                <a:lnTo>
                  <a:pt x="2442749" y="127369"/>
                </a:lnTo>
                <a:lnTo>
                  <a:pt x="2442831" y="126375"/>
                </a:lnTo>
                <a:lnTo>
                  <a:pt x="2442946" y="125370"/>
                </a:lnTo>
                <a:lnTo>
                  <a:pt x="2443094" y="124353"/>
                </a:lnTo>
                <a:lnTo>
                  <a:pt x="2443275" y="123324"/>
                </a:lnTo>
                <a:lnTo>
                  <a:pt x="2443489" y="122284"/>
                </a:lnTo>
                <a:lnTo>
                  <a:pt x="2443736" y="121232"/>
                </a:lnTo>
                <a:lnTo>
                  <a:pt x="2444015" y="120169"/>
                </a:lnTo>
                <a:lnTo>
                  <a:pt x="2444327" y="119094"/>
                </a:lnTo>
                <a:lnTo>
                  <a:pt x="2444673" y="118008"/>
                </a:lnTo>
                <a:lnTo>
                  <a:pt x="2445051" y="116910"/>
                </a:lnTo>
                <a:lnTo>
                  <a:pt x="2445475" y="115794"/>
                </a:lnTo>
                <a:lnTo>
                  <a:pt x="2445959" y="114656"/>
                </a:lnTo>
                <a:lnTo>
                  <a:pt x="2446503" y="113495"/>
                </a:lnTo>
                <a:lnTo>
                  <a:pt x="2447106" y="112312"/>
                </a:lnTo>
                <a:lnTo>
                  <a:pt x="2447770" y="111107"/>
                </a:lnTo>
                <a:lnTo>
                  <a:pt x="2448492" y="109878"/>
                </a:lnTo>
                <a:lnTo>
                  <a:pt x="2449275" y="108628"/>
                </a:lnTo>
                <a:lnTo>
                  <a:pt x="2450117" y="107354"/>
                </a:lnTo>
                <a:lnTo>
                  <a:pt x="2451019" y="106059"/>
                </a:lnTo>
                <a:lnTo>
                  <a:pt x="2451980" y="104740"/>
                </a:lnTo>
                <a:lnTo>
                  <a:pt x="2453001" y="103400"/>
                </a:lnTo>
                <a:lnTo>
                  <a:pt x="2454082" y="102036"/>
                </a:lnTo>
                <a:lnTo>
                  <a:pt x="2455198" y="100666"/>
                </a:lnTo>
                <a:lnTo>
                  <a:pt x="2456325" y="99304"/>
                </a:lnTo>
                <a:lnTo>
                  <a:pt x="2457463" y="97952"/>
                </a:lnTo>
                <a:lnTo>
                  <a:pt x="2458612" y="96608"/>
                </a:lnTo>
                <a:lnTo>
                  <a:pt x="2459772" y="95273"/>
                </a:lnTo>
                <a:lnTo>
                  <a:pt x="2460943" y="93946"/>
                </a:lnTo>
                <a:lnTo>
                  <a:pt x="2462125" y="92628"/>
                </a:lnTo>
                <a:lnTo>
                  <a:pt x="2463318" y="91319"/>
                </a:lnTo>
                <a:lnTo>
                  <a:pt x="2464522" y="90019"/>
                </a:lnTo>
                <a:lnTo>
                  <a:pt x="2465737" y="88728"/>
                </a:lnTo>
                <a:lnTo>
                  <a:pt x="2466963" y="87445"/>
                </a:lnTo>
                <a:lnTo>
                  <a:pt x="2468199" y="86171"/>
                </a:lnTo>
                <a:lnTo>
                  <a:pt x="2477494" y="76718"/>
                </a:lnTo>
                <a:lnTo>
                  <a:pt x="2478008" y="76183"/>
                </a:lnTo>
                <a:lnTo>
                  <a:pt x="2478614" y="75543"/>
                </a:lnTo>
                <a:lnTo>
                  <a:pt x="2479313" y="74797"/>
                </a:lnTo>
                <a:lnTo>
                  <a:pt x="2480105" y="73946"/>
                </a:lnTo>
                <a:lnTo>
                  <a:pt x="2480989" y="72988"/>
                </a:lnTo>
                <a:lnTo>
                  <a:pt x="2481966" y="71925"/>
                </a:lnTo>
                <a:lnTo>
                  <a:pt x="2483035" y="70756"/>
                </a:lnTo>
                <a:lnTo>
                  <a:pt x="2484197" y="69481"/>
                </a:lnTo>
                <a:lnTo>
                  <a:pt x="2485451" y="68101"/>
                </a:lnTo>
                <a:lnTo>
                  <a:pt x="2486798" y="66614"/>
                </a:lnTo>
                <a:lnTo>
                  <a:pt x="2488237" y="65022"/>
                </a:lnTo>
                <a:lnTo>
                  <a:pt x="2489769" y="63324"/>
                </a:lnTo>
                <a:lnTo>
                  <a:pt x="2491303" y="61607"/>
                </a:lnTo>
                <a:lnTo>
                  <a:pt x="2492747" y="59958"/>
                </a:lnTo>
                <a:lnTo>
                  <a:pt x="2494101" y="58378"/>
                </a:lnTo>
                <a:lnTo>
                  <a:pt x="2495367" y="56865"/>
                </a:lnTo>
                <a:lnTo>
                  <a:pt x="2496542" y="55420"/>
                </a:lnTo>
                <a:lnTo>
                  <a:pt x="2497628" y="54044"/>
                </a:lnTo>
                <a:lnTo>
                  <a:pt x="2498624" y="52735"/>
                </a:lnTo>
                <a:lnTo>
                  <a:pt x="2499531" y="51495"/>
                </a:lnTo>
                <a:lnTo>
                  <a:pt x="2500349" y="50323"/>
                </a:lnTo>
                <a:lnTo>
                  <a:pt x="2501077" y="49219"/>
                </a:lnTo>
                <a:lnTo>
                  <a:pt x="2501715" y="48183"/>
                </a:lnTo>
                <a:lnTo>
                  <a:pt x="2502264" y="47215"/>
                </a:lnTo>
                <a:lnTo>
                  <a:pt x="2502747" y="46282"/>
                </a:lnTo>
                <a:lnTo>
                  <a:pt x="2503189" y="45352"/>
                </a:lnTo>
                <a:lnTo>
                  <a:pt x="2503588" y="44424"/>
                </a:lnTo>
                <a:lnTo>
                  <a:pt x="2503945" y="43499"/>
                </a:lnTo>
                <a:lnTo>
                  <a:pt x="2504260" y="42576"/>
                </a:lnTo>
                <a:lnTo>
                  <a:pt x="2504533" y="41656"/>
                </a:lnTo>
                <a:lnTo>
                  <a:pt x="2504764" y="40738"/>
                </a:lnTo>
                <a:lnTo>
                  <a:pt x="2504953" y="39823"/>
                </a:lnTo>
                <a:lnTo>
                  <a:pt x="2505100" y="38910"/>
                </a:lnTo>
                <a:lnTo>
                  <a:pt x="2505205" y="37999"/>
                </a:lnTo>
                <a:lnTo>
                  <a:pt x="2505268" y="37091"/>
                </a:lnTo>
                <a:lnTo>
                  <a:pt x="2505289" y="36186"/>
                </a:lnTo>
                <a:lnTo>
                  <a:pt x="2505241" y="34754"/>
                </a:lnTo>
                <a:lnTo>
                  <a:pt x="2505095" y="33378"/>
                </a:lnTo>
                <a:lnTo>
                  <a:pt x="2504851" y="32058"/>
                </a:lnTo>
                <a:lnTo>
                  <a:pt x="2504510" y="30792"/>
                </a:lnTo>
                <a:lnTo>
                  <a:pt x="2504072" y="29582"/>
                </a:lnTo>
                <a:lnTo>
                  <a:pt x="2503536" y="28427"/>
                </a:lnTo>
                <a:lnTo>
                  <a:pt x="2502902" y="27328"/>
                </a:lnTo>
                <a:lnTo>
                  <a:pt x="2502172" y="26284"/>
                </a:lnTo>
                <a:lnTo>
                  <a:pt x="2501344" y="25295"/>
                </a:lnTo>
                <a:lnTo>
                  <a:pt x="2500418" y="24362"/>
                </a:lnTo>
                <a:lnTo>
                  <a:pt x="2499395" y="23483"/>
                </a:lnTo>
                <a:lnTo>
                  <a:pt x="2498275" y="22661"/>
                </a:lnTo>
                <a:lnTo>
                  <a:pt x="2497093" y="21898"/>
                </a:lnTo>
                <a:lnTo>
                  <a:pt x="2495888" y="21202"/>
                </a:lnTo>
                <a:lnTo>
                  <a:pt x="2494658" y="20572"/>
                </a:lnTo>
                <a:lnTo>
                  <a:pt x="2493403" y="20009"/>
                </a:lnTo>
                <a:lnTo>
                  <a:pt x="2492125" y="19512"/>
                </a:lnTo>
                <a:lnTo>
                  <a:pt x="2490822" y="19081"/>
                </a:lnTo>
                <a:lnTo>
                  <a:pt x="2489494" y="18716"/>
                </a:lnTo>
                <a:lnTo>
                  <a:pt x="2488142" y="18418"/>
                </a:lnTo>
                <a:lnTo>
                  <a:pt x="2486766" y="18186"/>
                </a:lnTo>
                <a:lnTo>
                  <a:pt x="2485366" y="18020"/>
                </a:lnTo>
                <a:lnTo>
                  <a:pt x="2483941" y="17921"/>
                </a:lnTo>
                <a:lnTo>
                  <a:pt x="2482492" y="17887"/>
                </a:lnTo>
                <a:lnTo>
                  <a:pt x="2481650" y="17895"/>
                </a:lnTo>
                <a:lnTo>
                  <a:pt x="2480793" y="17919"/>
                </a:lnTo>
                <a:lnTo>
                  <a:pt x="2479919" y="17959"/>
                </a:lnTo>
                <a:lnTo>
                  <a:pt x="2479028" y="18014"/>
                </a:lnTo>
                <a:lnTo>
                  <a:pt x="2478121" y="18085"/>
                </a:lnTo>
                <a:lnTo>
                  <a:pt x="2477198" y="18172"/>
                </a:lnTo>
                <a:lnTo>
                  <a:pt x="2476258" y="18275"/>
                </a:lnTo>
                <a:lnTo>
                  <a:pt x="2475302" y="18394"/>
                </a:lnTo>
                <a:lnTo>
                  <a:pt x="2474329" y="18529"/>
                </a:lnTo>
                <a:lnTo>
                  <a:pt x="2473340" y="18679"/>
                </a:lnTo>
                <a:lnTo>
                  <a:pt x="2472334" y="18845"/>
                </a:lnTo>
                <a:lnTo>
                  <a:pt x="2471312" y="19027"/>
                </a:lnTo>
                <a:lnTo>
                  <a:pt x="2470292" y="19220"/>
                </a:lnTo>
                <a:lnTo>
                  <a:pt x="2469294" y="19417"/>
                </a:lnTo>
                <a:lnTo>
                  <a:pt x="2468317" y="19621"/>
                </a:lnTo>
                <a:lnTo>
                  <a:pt x="2467361" y="19829"/>
                </a:lnTo>
                <a:lnTo>
                  <a:pt x="2466427" y="20043"/>
                </a:lnTo>
                <a:lnTo>
                  <a:pt x="2465514" y="20263"/>
                </a:lnTo>
                <a:lnTo>
                  <a:pt x="2464622" y="20488"/>
                </a:lnTo>
                <a:lnTo>
                  <a:pt x="2463752" y="20719"/>
                </a:lnTo>
                <a:lnTo>
                  <a:pt x="2462903" y="20955"/>
                </a:lnTo>
                <a:lnTo>
                  <a:pt x="2462075" y="21197"/>
                </a:lnTo>
                <a:lnTo>
                  <a:pt x="2461268" y="21444"/>
                </a:lnTo>
                <a:lnTo>
                  <a:pt x="2460483" y="21696"/>
                </a:lnTo>
                <a:lnTo>
                  <a:pt x="2459668" y="21974"/>
                </a:lnTo>
                <a:lnTo>
                  <a:pt x="2458773" y="22296"/>
                </a:lnTo>
                <a:lnTo>
                  <a:pt x="2457798" y="22662"/>
                </a:lnTo>
                <a:lnTo>
                  <a:pt x="2456742" y="23072"/>
                </a:lnTo>
                <a:lnTo>
                  <a:pt x="2455606" y="23527"/>
                </a:lnTo>
                <a:lnTo>
                  <a:pt x="2454389" y="24027"/>
                </a:lnTo>
                <a:lnTo>
                  <a:pt x="2453092" y="24570"/>
                </a:lnTo>
                <a:lnTo>
                  <a:pt x="2451715" y="25158"/>
                </a:lnTo>
                <a:lnTo>
                  <a:pt x="2450257" y="25791"/>
                </a:lnTo>
                <a:lnTo>
                  <a:pt x="2448719" y="26468"/>
                </a:lnTo>
                <a:lnTo>
                  <a:pt x="2447100" y="27189"/>
                </a:lnTo>
                <a:lnTo>
                  <a:pt x="2445402" y="27955"/>
                </a:lnTo>
                <a:lnTo>
                  <a:pt x="2445402" y="13476"/>
                </a:lnTo>
                <a:lnTo>
                  <a:pt x="2447243" y="12616"/>
                </a:lnTo>
                <a:lnTo>
                  <a:pt x="2449085" y="11802"/>
                </a:lnTo>
                <a:lnTo>
                  <a:pt x="2450928" y="11035"/>
                </a:lnTo>
                <a:lnTo>
                  <a:pt x="2452772" y="10313"/>
                </a:lnTo>
                <a:lnTo>
                  <a:pt x="2454616" y="9637"/>
                </a:lnTo>
                <a:lnTo>
                  <a:pt x="2456461" y="9007"/>
                </a:lnTo>
                <a:lnTo>
                  <a:pt x="2458306" y="8424"/>
                </a:lnTo>
                <a:lnTo>
                  <a:pt x="2460152" y="7886"/>
                </a:lnTo>
                <a:lnTo>
                  <a:pt x="2461998" y="7394"/>
                </a:lnTo>
                <a:lnTo>
                  <a:pt x="2463845" y="6949"/>
                </a:lnTo>
                <a:lnTo>
                  <a:pt x="2465693" y="6549"/>
                </a:lnTo>
                <a:lnTo>
                  <a:pt x="2467542" y="6195"/>
                </a:lnTo>
                <a:lnTo>
                  <a:pt x="2469363" y="5878"/>
                </a:lnTo>
                <a:lnTo>
                  <a:pt x="2471131" y="5588"/>
                </a:lnTo>
                <a:lnTo>
                  <a:pt x="2472844" y="5326"/>
                </a:lnTo>
                <a:lnTo>
                  <a:pt x="2474503" y="5092"/>
                </a:lnTo>
                <a:lnTo>
                  <a:pt x="2476107" y="4885"/>
                </a:lnTo>
                <a:lnTo>
                  <a:pt x="2477658" y="4705"/>
                </a:lnTo>
                <a:lnTo>
                  <a:pt x="2479154" y="4554"/>
                </a:lnTo>
                <a:lnTo>
                  <a:pt x="2480597" y="4430"/>
                </a:lnTo>
                <a:lnTo>
                  <a:pt x="2481985" y="4333"/>
                </a:lnTo>
                <a:lnTo>
                  <a:pt x="2483319" y="4264"/>
                </a:lnTo>
                <a:lnTo>
                  <a:pt x="2484598" y="4223"/>
                </a:lnTo>
                <a:lnTo>
                  <a:pt x="2485824" y="4209"/>
                </a:lnTo>
                <a:lnTo>
                  <a:pt x="2487580" y="4233"/>
                </a:lnTo>
                <a:lnTo>
                  <a:pt x="2489313" y="4305"/>
                </a:lnTo>
                <a:lnTo>
                  <a:pt x="2491022" y="4425"/>
                </a:lnTo>
                <a:lnTo>
                  <a:pt x="2492707" y="4594"/>
                </a:lnTo>
                <a:lnTo>
                  <a:pt x="2494368" y="4811"/>
                </a:lnTo>
                <a:lnTo>
                  <a:pt x="2496006" y="5075"/>
                </a:lnTo>
                <a:lnTo>
                  <a:pt x="2497620" y="5388"/>
                </a:lnTo>
                <a:lnTo>
                  <a:pt x="2499210" y="5749"/>
                </a:lnTo>
                <a:lnTo>
                  <a:pt x="2500776" y="6159"/>
                </a:lnTo>
                <a:lnTo>
                  <a:pt x="2502319" y="6616"/>
                </a:lnTo>
                <a:lnTo>
                  <a:pt x="2503838" y="7121"/>
                </a:lnTo>
                <a:lnTo>
                  <a:pt x="2505333" y="7675"/>
                </a:lnTo>
                <a:lnTo>
                  <a:pt x="2506785" y="8279"/>
                </a:lnTo>
                <a:lnTo>
                  <a:pt x="2508173" y="8936"/>
                </a:lnTo>
                <a:lnTo>
                  <a:pt x="2509498" y="9645"/>
                </a:lnTo>
                <a:lnTo>
                  <a:pt x="2510760" y="10408"/>
                </a:lnTo>
                <a:lnTo>
                  <a:pt x="2511958" y="11224"/>
                </a:lnTo>
                <a:lnTo>
                  <a:pt x="2513093" y="12093"/>
                </a:lnTo>
                <a:lnTo>
                  <a:pt x="2514165" y="13015"/>
                </a:lnTo>
                <a:lnTo>
                  <a:pt x="2515173" y="13989"/>
                </a:lnTo>
                <a:lnTo>
                  <a:pt x="2516118" y="15017"/>
                </a:lnTo>
                <a:lnTo>
                  <a:pt x="2517000" y="16098"/>
                </a:lnTo>
                <a:lnTo>
                  <a:pt x="2517818" y="17232"/>
                </a:lnTo>
                <a:lnTo>
                  <a:pt x="2518573" y="18419"/>
                </a:lnTo>
                <a:lnTo>
                  <a:pt x="2519267" y="19639"/>
                </a:lnTo>
                <a:lnTo>
                  <a:pt x="2519900" y="20872"/>
                </a:lnTo>
                <a:lnTo>
                  <a:pt x="2520472" y="22118"/>
                </a:lnTo>
                <a:lnTo>
                  <a:pt x="2520985" y="23378"/>
                </a:lnTo>
                <a:lnTo>
                  <a:pt x="2521437" y="24652"/>
                </a:lnTo>
                <a:lnTo>
                  <a:pt x="2521829" y="25939"/>
                </a:lnTo>
                <a:lnTo>
                  <a:pt x="2522160" y="27239"/>
                </a:lnTo>
                <a:lnTo>
                  <a:pt x="2522431" y="28553"/>
                </a:lnTo>
                <a:lnTo>
                  <a:pt x="2522642" y="29880"/>
                </a:lnTo>
                <a:lnTo>
                  <a:pt x="2522793" y="31220"/>
                </a:lnTo>
                <a:lnTo>
                  <a:pt x="2522884" y="32574"/>
                </a:lnTo>
                <a:lnTo>
                  <a:pt x="2522914" y="33942"/>
                </a:lnTo>
                <a:lnTo>
                  <a:pt x="2522875" y="35480"/>
                </a:lnTo>
                <a:lnTo>
                  <a:pt x="2522759" y="37024"/>
                </a:lnTo>
                <a:lnTo>
                  <a:pt x="2522566" y="38574"/>
                </a:lnTo>
                <a:lnTo>
                  <a:pt x="2522295" y="40130"/>
                </a:lnTo>
                <a:lnTo>
                  <a:pt x="2521947" y="41692"/>
                </a:lnTo>
                <a:lnTo>
                  <a:pt x="2521522" y="43261"/>
                </a:lnTo>
                <a:lnTo>
                  <a:pt x="2521019" y="44835"/>
                </a:lnTo>
                <a:lnTo>
                  <a:pt x="2520439" y="46416"/>
                </a:lnTo>
                <a:lnTo>
                  <a:pt x="2519782" y="48003"/>
                </a:lnTo>
                <a:lnTo>
                  <a:pt x="2519047" y="49595"/>
                </a:lnTo>
                <a:lnTo>
                  <a:pt x="2518235" y="51194"/>
                </a:lnTo>
                <a:lnTo>
                  <a:pt x="2517346" y="52799"/>
                </a:lnTo>
                <a:lnTo>
                  <a:pt x="2516349" y="54445"/>
                </a:lnTo>
                <a:lnTo>
                  <a:pt x="2515216" y="56168"/>
                </a:lnTo>
                <a:lnTo>
                  <a:pt x="2513945" y="57967"/>
                </a:lnTo>
                <a:lnTo>
                  <a:pt x="2512538" y="59842"/>
                </a:lnTo>
                <a:lnTo>
                  <a:pt x="2510993" y="61794"/>
                </a:lnTo>
                <a:lnTo>
                  <a:pt x="2509312" y="63822"/>
                </a:lnTo>
                <a:lnTo>
                  <a:pt x="2507493" y="65926"/>
                </a:lnTo>
                <a:lnTo>
                  <a:pt x="2505538" y="68107"/>
                </a:lnTo>
                <a:lnTo>
                  <a:pt x="2503445" y="70364"/>
                </a:lnTo>
                <a:lnTo>
                  <a:pt x="2501216" y="72698"/>
                </a:lnTo>
                <a:lnTo>
                  <a:pt x="2498849" y="75108"/>
                </a:lnTo>
                <a:lnTo>
                  <a:pt x="2496346" y="77594"/>
                </a:lnTo>
                <a:lnTo>
                  <a:pt x="2486350" y="87486"/>
                </a:lnTo>
                <a:lnTo>
                  <a:pt x="2477932" y="95715"/>
                </a:lnTo>
                <a:lnTo>
                  <a:pt x="2476624" y="97054"/>
                </a:lnTo>
                <a:lnTo>
                  <a:pt x="2475358" y="98385"/>
                </a:lnTo>
                <a:lnTo>
                  <a:pt x="2474134" y="99710"/>
                </a:lnTo>
                <a:lnTo>
                  <a:pt x="2472954" y="101027"/>
                </a:lnTo>
                <a:lnTo>
                  <a:pt x="2471816" y="102337"/>
                </a:lnTo>
                <a:lnTo>
                  <a:pt x="2470720" y="103639"/>
                </a:lnTo>
                <a:lnTo>
                  <a:pt x="2469667" y="104934"/>
                </a:lnTo>
                <a:lnTo>
                  <a:pt x="2468657" y="106222"/>
                </a:lnTo>
                <a:lnTo>
                  <a:pt x="2467690" y="107503"/>
                </a:lnTo>
                <a:lnTo>
                  <a:pt x="2466765" y="108776"/>
                </a:lnTo>
                <a:lnTo>
                  <a:pt x="2465882" y="110042"/>
                </a:lnTo>
                <a:lnTo>
                  <a:pt x="2465043" y="111301"/>
                </a:lnTo>
                <a:lnTo>
                  <a:pt x="2464255" y="112575"/>
                </a:lnTo>
                <a:lnTo>
                  <a:pt x="2463528" y="113890"/>
                </a:lnTo>
                <a:lnTo>
                  <a:pt x="2462861" y="115245"/>
                </a:lnTo>
                <a:lnTo>
                  <a:pt x="2462256" y="116640"/>
                </a:lnTo>
                <a:lnTo>
                  <a:pt x="2461712" y="118075"/>
                </a:lnTo>
                <a:lnTo>
                  <a:pt x="2461228" y="119550"/>
                </a:lnTo>
                <a:lnTo>
                  <a:pt x="2460806" y="121066"/>
                </a:lnTo>
                <a:lnTo>
                  <a:pt x="2460444" y="122621"/>
                </a:lnTo>
                <a:lnTo>
                  <a:pt x="2460143" y="124217"/>
                </a:lnTo>
                <a:lnTo>
                  <a:pt x="2459903" y="125853"/>
                </a:lnTo>
                <a:lnTo>
                  <a:pt x="2459724" y="127529"/>
                </a:lnTo>
                <a:lnTo>
                  <a:pt x="2459606" y="129246"/>
                </a:lnTo>
                <a:lnTo>
                  <a:pt x="2525018" y="129246"/>
                </a:lnTo>
                <a:lnTo>
                  <a:pt x="2525018" y="144327"/>
                </a:lnTo>
                <a:close/>
                <a:moveTo>
                  <a:pt x="2638419" y="96715"/>
                </a:moveTo>
                <a:lnTo>
                  <a:pt x="2543194" y="144327"/>
                </a:lnTo>
                <a:lnTo>
                  <a:pt x="2543194" y="129182"/>
                </a:lnTo>
                <a:lnTo>
                  <a:pt x="2608343" y="96877"/>
                </a:lnTo>
                <a:lnTo>
                  <a:pt x="2543194" y="64302"/>
                </a:lnTo>
                <a:lnTo>
                  <a:pt x="2543194" y="49103"/>
                </a:lnTo>
                <a:lnTo>
                  <a:pt x="2638419" y="96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Original vector context 12">
            <a:extLst xmlns:a="http://schemas.openxmlformats.org/drawingml/2006/main">
              <a:ext uri="{FF2B5EF4-FFF2-40B4-BE49-F238E27FC236}">
                <a16:creationId xmlns:a16="http://schemas.microsoft.com/office/drawing/2014/main" id="{248BC5F3-5755-469D-BED5-C8F8C0F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9" y="1469353"/>
            <a:ext cx="741372" cy="144152"/>
          </a:xfrm>
          <a:custGeom xmlns:a="http://schemas.openxmlformats.org/drawingml/2006/main">
            <a:pathLst>
              <a:path w="741372" h="144152">
                <a:moveTo>
                  <a:pt x="57783" y="140118"/>
                </a:moveTo>
                <a:lnTo>
                  <a:pt x="57783" y="102064"/>
                </a:lnTo>
                <a:lnTo>
                  <a:pt x="0" y="102064"/>
                </a:lnTo>
                <a:lnTo>
                  <a:pt x="0" y="88385"/>
                </a:lnTo>
                <a:lnTo>
                  <a:pt x="57783" y="4033"/>
                </a:lnTo>
                <a:lnTo>
                  <a:pt x="74180" y="4033"/>
                </a:lnTo>
                <a:lnTo>
                  <a:pt x="74180" y="88385"/>
                </a:lnTo>
                <a:lnTo>
                  <a:pt x="99345" y="88385"/>
                </a:lnTo>
                <a:lnTo>
                  <a:pt x="99345" y="102064"/>
                </a:lnTo>
                <a:lnTo>
                  <a:pt x="74180" y="102064"/>
                </a:lnTo>
                <a:lnTo>
                  <a:pt x="74180" y="140118"/>
                </a:lnTo>
                <a:lnTo>
                  <a:pt x="57783" y="140118"/>
                </a:lnTo>
                <a:moveTo>
                  <a:pt x="57783" y="88385"/>
                </a:moveTo>
                <a:lnTo>
                  <a:pt x="57783" y="28755"/>
                </a:lnTo>
                <a:lnTo>
                  <a:pt x="17361" y="88385"/>
                </a:lnTo>
                <a:lnTo>
                  <a:pt x="57783" y="88385"/>
                </a:lnTo>
                <a:close/>
                <a:moveTo>
                  <a:pt x="345389" y="4033"/>
                </a:moveTo>
                <a:lnTo>
                  <a:pt x="347470" y="4099"/>
                </a:lnTo>
                <a:lnTo>
                  <a:pt x="349475" y="4296"/>
                </a:lnTo>
                <a:lnTo>
                  <a:pt x="351404" y="4625"/>
                </a:lnTo>
                <a:lnTo>
                  <a:pt x="353256" y="5086"/>
                </a:lnTo>
                <a:lnTo>
                  <a:pt x="355033" y="5678"/>
                </a:lnTo>
                <a:lnTo>
                  <a:pt x="356733" y="6401"/>
                </a:lnTo>
                <a:lnTo>
                  <a:pt x="358358" y="7256"/>
                </a:lnTo>
                <a:lnTo>
                  <a:pt x="359906" y="8242"/>
                </a:lnTo>
                <a:lnTo>
                  <a:pt x="361378" y="9360"/>
                </a:lnTo>
                <a:lnTo>
                  <a:pt x="362774" y="10610"/>
                </a:lnTo>
                <a:lnTo>
                  <a:pt x="364094" y="11991"/>
                </a:lnTo>
                <a:lnTo>
                  <a:pt x="365337" y="13503"/>
                </a:lnTo>
                <a:lnTo>
                  <a:pt x="366493" y="15121"/>
                </a:lnTo>
                <a:lnTo>
                  <a:pt x="367548" y="16816"/>
                </a:lnTo>
                <a:lnTo>
                  <a:pt x="368502" y="18589"/>
                </a:lnTo>
                <a:lnTo>
                  <a:pt x="369356" y="20440"/>
                </a:lnTo>
                <a:lnTo>
                  <a:pt x="370110" y="22369"/>
                </a:lnTo>
                <a:lnTo>
                  <a:pt x="370763" y="24376"/>
                </a:lnTo>
                <a:lnTo>
                  <a:pt x="371315" y="26461"/>
                </a:lnTo>
                <a:lnTo>
                  <a:pt x="371767" y="28624"/>
                </a:lnTo>
                <a:lnTo>
                  <a:pt x="372119" y="30865"/>
                </a:lnTo>
                <a:lnTo>
                  <a:pt x="372370" y="33183"/>
                </a:lnTo>
                <a:lnTo>
                  <a:pt x="372521" y="35580"/>
                </a:lnTo>
                <a:lnTo>
                  <a:pt x="372571" y="38055"/>
                </a:lnTo>
                <a:lnTo>
                  <a:pt x="372521" y="40543"/>
                </a:lnTo>
                <a:lnTo>
                  <a:pt x="372370" y="42952"/>
                </a:lnTo>
                <a:lnTo>
                  <a:pt x="372119" y="45280"/>
                </a:lnTo>
                <a:lnTo>
                  <a:pt x="371767" y="47529"/>
                </a:lnTo>
                <a:lnTo>
                  <a:pt x="371315" y="49699"/>
                </a:lnTo>
                <a:lnTo>
                  <a:pt x="370763" y="51788"/>
                </a:lnTo>
                <a:lnTo>
                  <a:pt x="370110" y="53798"/>
                </a:lnTo>
                <a:lnTo>
                  <a:pt x="369356" y="55728"/>
                </a:lnTo>
                <a:lnTo>
                  <a:pt x="368502" y="57578"/>
                </a:lnTo>
                <a:lnTo>
                  <a:pt x="367548" y="59348"/>
                </a:lnTo>
                <a:lnTo>
                  <a:pt x="366493" y="61039"/>
                </a:lnTo>
                <a:lnTo>
                  <a:pt x="365337" y="62650"/>
                </a:lnTo>
                <a:lnTo>
                  <a:pt x="364094" y="64155"/>
                </a:lnTo>
                <a:lnTo>
                  <a:pt x="362774" y="65530"/>
                </a:lnTo>
                <a:lnTo>
                  <a:pt x="361378" y="66774"/>
                </a:lnTo>
                <a:lnTo>
                  <a:pt x="359906" y="67887"/>
                </a:lnTo>
                <a:lnTo>
                  <a:pt x="358358" y="68868"/>
                </a:lnTo>
                <a:lnTo>
                  <a:pt x="356733" y="69719"/>
                </a:lnTo>
                <a:lnTo>
                  <a:pt x="355033" y="70439"/>
                </a:lnTo>
                <a:lnTo>
                  <a:pt x="353256" y="71029"/>
                </a:lnTo>
                <a:lnTo>
                  <a:pt x="351404" y="71487"/>
                </a:lnTo>
                <a:lnTo>
                  <a:pt x="349475" y="71814"/>
                </a:lnTo>
                <a:lnTo>
                  <a:pt x="347470" y="72010"/>
                </a:lnTo>
                <a:lnTo>
                  <a:pt x="345389" y="72076"/>
                </a:lnTo>
                <a:lnTo>
                  <a:pt x="343308" y="72010"/>
                </a:lnTo>
                <a:lnTo>
                  <a:pt x="341302" y="71814"/>
                </a:lnTo>
                <a:lnTo>
                  <a:pt x="339372" y="71487"/>
                </a:lnTo>
                <a:lnTo>
                  <a:pt x="337517" y="71029"/>
                </a:lnTo>
                <a:lnTo>
                  <a:pt x="335738" y="70439"/>
                </a:lnTo>
                <a:lnTo>
                  <a:pt x="334034" y="69719"/>
                </a:lnTo>
                <a:lnTo>
                  <a:pt x="332406" y="68868"/>
                </a:lnTo>
                <a:lnTo>
                  <a:pt x="330853" y="67887"/>
                </a:lnTo>
                <a:lnTo>
                  <a:pt x="329376" y="66774"/>
                </a:lnTo>
                <a:lnTo>
                  <a:pt x="327974" y="65530"/>
                </a:lnTo>
                <a:lnTo>
                  <a:pt x="326648" y="64155"/>
                </a:lnTo>
                <a:lnTo>
                  <a:pt x="325397" y="62650"/>
                </a:lnTo>
                <a:lnTo>
                  <a:pt x="324235" y="61039"/>
                </a:lnTo>
                <a:lnTo>
                  <a:pt x="323174" y="59348"/>
                </a:lnTo>
                <a:lnTo>
                  <a:pt x="322213" y="57578"/>
                </a:lnTo>
                <a:lnTo>
                  <a:pt x="321354" y="55728"/>
                </a:lnTo>
                <a:lnTo>
                  <a:pt x="320596" y="53798"/>
                </a:lnTo>
                <a:lnTo>
                  <a:pt x="319939" y="51788"/>
                </a:lnTo>
                <a:lnTo>
                  <a:pt x="319383" y="49699"/>
                </a:lnTo>
                <a:lnTo>
                  <a:pt x="318928" y="47529"/>
                </a:lnTo>
                <a:lnTo>
                  <a:pt x="318575" y="45280"/>
                </a:lnTo>
                <a:lnTo>
                  <a:pt x="318322" y="42952"/>
                </a:lnTo>
                <a:lnTo>
                  <a:pt x="318170" y="40543"/>
                </a:lnTo>
                <a:lnTo>
                  <a:pt x="318120" y="38055"/>
                </a:lnTo>
                <a:lnTo>
                  <a:pt x="318170" y="35580"/>
                </a:lnTo>
                <a:lnTo>
                  <a:pt x="318322" y="33183"/>
                </a:lnTo>
                <a:lnTo>
                  <a:pt x="318575" y="30865"/>
                </a:lnTo>
                <a:lnTo>
                  <a:pt x="318928" y="28624"/>
                </a:lnTo>
                <a:lnTo>
                  <a:pt x="319383" y="26461"/>
                </a:lnTo>
                <a:lnTo>
                  <a:pt x="319939" y="24376"/>
                </a:lnTo>
                <a:lnTo>
                  <a:pt x="320596" y="22369"/>
                </a:lnTo>
                <a:lnTo>
                  <a:pt x="321354" y="20440"/>
                </a:lnTo>
                <a:lnTo>
                  <a:pt x="322213" y="18589"/>
                </a:lnTo>
                <a:lnTo>
                  <a:pt x="323174" y="16816"/>
                </a:lnTo>
                <a:lnTo>
                  <a:pt x="324235" y="15121"/>
                </a:lnTo>
                <a:lnTo>
                  <a:pt x="325397" y="13503"/>
                </a:lnTo>
                <a:lnTo>
                  <a:pt x="326648" y="11991"/>
                </a:lnTo>
                <a:lnTo>
                  <a:pt x="327974" y="10610"/>
                </a:lnTo>
                <a:lnTo>
                  <a:pt x="329376" y="9360"/>
                </a:lnTo>
                <a:lnTo>
                  <a:pt x="330853" y="8242"/>
                </a:lnTo>
                <a:lnTo>
                  <a:pt x="332406" y="7256"/>
                </a:lnTo>
                <a:lnTo>
                  <a:pt x="334034" y="6401"/>
                </a:lnTo>
                <a:lnTo>
                  <a:pt x="335738" y="5678"/>
                </a:lnTo>
                <a:lnTo>
                  <a:pt x="337517" y="5086"/>
                </a:lnTo>
                <a:lnTo>
                  <a:pt x="339372" y="4625"/>
                </a:lnTo>
                <a:lnTo>
                  <a:pt x="341302" y="4296"/>
                </a:lnTo>
                <a:lnTo>
                  <a:pt x="343308" y="4099"/>
                </a:lnTo>
                <a:lnTo>
                  <a:pt x="345389" y="4033"/>
                </a:lnTo>
                <a:moveTo>
                  <a:pt x="345389" y="14906"/>
                </a:moveTo>
                <a:lnTo>
                  <a:pt x="344232" y="14953"/>
                </a:lnTo>
                <a:lnTo>
                  <a:pt x="343129" y="15095"/>
                </a:lnTo>
                <a:lnTo>
                  <a:pt x="342079" y="15332"/>
                </a:lnTo>
                <a:lnTo>
                  <a:pt x="341083" y="15663"/>
                </a:lnTo>
                <a:lnTo>
                  <a:pt x="340140" y="16088"/>
                </a:lnTo>
                <a:lnTo>
                  <a:pt x="339251" y="16608"/>
                </a:lnTo>
                <a:lnTo>
                  <a:pt x="338416" y="17223"/>
                </a:lnTo>
                <a:lnTo>
                  <a:pt x="337634" y="17932"/>
                </a:lnTo>
                <a:lnTo>
                  <a:pt x="336906" y="18736"/>
                </a:lnTo>
                <a:lnTo>
                  <a:pt x="336231" y="19635"/>
                </a:lnTo>
                <a:lnTo>
                  <a:pt x="335610" y="20628"/>
                </a:lnTo>
                <a:lnTo>
                  <a:pt x="335043" y="21715"/>
                </a:lnTo>
                <a:lnTo>
                  <a:pt x="334524" y="22868"/>
                </a:lnTo>
                <a:lnTo>
                  <a:pt x="334051" y="24059"/>
                </a:lnTo>
                <a:lnTo>
                  <a:pt x="333623" y="25286"/>
                </a:lnTo>
                <a:lnTo>
                  <a:pt x="333240" y="26551"/>
                </a:lnTo>
                <a:lnTo>
                  <a:pt x="332902" y="27853"/>
                </a:lnTo>
                <a:lnTo>
                  <a:pt x="332609" y="29192"/>
                </a:lnTo>
                <a:lnTo>
                  <a:pt x="332362" y="30569"/>
                </a:lnTo>
                <a:lnTo>
                  <a:pt x="332159" y="31983"/>
                </a:lnTo>
                <a:lnTo>
                  <a:pt x="332001" y="33434"/>
                </a:lnTo>
                <a:lnTo>
                  <a:pt x="331888" y="34922"/>
                </a:lnTo>
                <a:lnTo>
                  <a:pt x="331821" y="36448"/>
                </a:lnTo>
                <a:lnTo>
                  <a:pt x="331798" y="38011"/>
                </a:lnTo>
                <a:lnTo>
                  <a:pt x="331821" y="39588"/>
                </a:lnTo>
                <a:lnTo>
                  <a:pt x="331888" y="41126"/>
                </a:lnTo>
                <a:lnTo>
                  <a:pt x="332001" y="42626"/>
                </a:lnTo>
                <a:lnTo>
                  <a:pt x="332159" y="44088"/>
                </a:lnTo>
                <a:lnTo>
                  <a:pt x="332362" y="45511"/>
                </a:lnTo>
                <a:lnTo>
                  <a:pt x="332609" y="46896"/>
                </a:lnTo>
                <a:lnTo>
                  <a:pt x="332902" y="48242"/>
                </a:lnTo>
                <a:lnTo>
                  <a:pt x="333240" y="49550"/>
                </a:lnTo>
                <a:lnTo>
                  <a:pt x="333623" y="50819"/>
                </a:lnTo>
                <a:lnTo>
                  <a:pt x="334051" y="52050"/>
                </a:lnTo>
                <a:lnTo>
                  <a:pt x="334524" y="53243"/>
                </a:lnTo>
                <a:lnTo>
                  <a:pt x="335043" y="54397"/>
                </a:lnTo>
                <a:lnTo>
                  <a:pt x="335610" y="55484"/>
                </a:lnTo>
                <a:lnTo>
                  <a:pt x="336231" y="56476"/>
                </a:lnTo>
                <a:lnTo>
                  <a:pt x="336906" y="57374"/>
                </a:lnTo>
                <a:lnTo>
                  <a:pt x="337634" y="58178"/>
                </a:lnTo>
                <a:lnTo>
                  <a:pt x="338416" y="58887"/>
                </a:lnTo>
                <a:lnTo>
                  <a:pt x="339251" y="59501"/>
                </a:lnTo>
                <a:lnTo>
                  <a:pt x="340140" y="60021"/>
                </a:lnTo>
                <a:lnTo>
                  <a:pt x="341083" y="60447"/>
                </a:lnTo>
                <a:lnTo>
                  <a:pt x="342079" y="60778"/>
                </a:lnTo>
                <a:lnTo>
                  <a:pt x="343129" y="61014"/>
                </a:lnTo>
                <a:lnTo>
                  <a:pt x="344232" y="61156"/>
                </a:lnTo>
                <a:lnTo>
                  <a:pt x="345389" y="61203"/>
                </a:lnTo>
                <a:lnTo>
                  <a:pt x="346533" y="61156"/>
                </a:lnTo>
                <a:lnTo>
                  <a:pt x="347624" y="61014"/>
                </a:lnTo>
                <a:lnTo>
                  <a:pt x="348664" y="60778"/>
                </a:lnTo>
                <a:lnTo>
                  <a:pt x="349652" y="60447"/>
                </a:lnTo>
                <a:lnTo>
                  <a:pt x="350588" y="60021"/>
                </a:lnTo>
                <a:lnTo>
                  <a:pt x="351472" y="59501"/>
                </a:lnTo>
                <a:lnTo>
                  <a:pt x="352305" y="58887"/>
                </a:lnTo>
                <a:lnTo>
                  <a:pt x="353086" y="58178"/>
                </a:lnTo>
                <a:lnTo>
                  <a:pt x="353815" y="57374"/>
                </a:lnTo>
                <a:lnTo>
                  <a:pt x="354493" y="56476"/>
                </a:lnTo>
                <a:lnTo>
                  <a:pt x="355118" y="55484"/>
                </a:lnTo>
                <a:lnTo>
                  <a:pt x="355692" y="54397"/>
                </a:lnTo>
                <a:lnTo>
                  <a:pt x="356217" y="53243"/>
                </a:lnTo>
                <a:lnTo>
                  <a:pt x="356697" y="52050"/>
                </a:lnTo>
                <a:lnTo>
                  <a:pt x="357131" y="50819"/>
                </a:lnTo>
                <a:lnTo>
                  <a:pt x="357519" y="49550"/>
                </a:lnTo>
                <a:lnTo>
                  <a:pt x="357861" y="48242"/>
                </a:lnTo>
                <a:lnTo>
                  <a:pt x="358158" y="46896"/>
                </a:lnTo>
                <a:lnTo>
                  <a:pt x="358409" y="45511"/>
                </a:lnTo>
                <a:lnTo>
                  <a:pt x="358615" y="44088"/>
                </a:lnTo>
                <a:lnTo>
                  <a:pt x="358775" y="42626"/>
                </a:lnTo>
                <a:lnTo>
                  <a:pt x="358889" y="41126"/>
                </a:lnTo>
                <a:lnTo>
                  <a:pt x="358957" y="39588"/>
                </a:lnTo>
                <a:lnTo>
                  <a:pt x="358980" y="38011"/>
                </a:lnTo>
                <a:lnTo>
                  <a:pt x="358957" y="36448"/>
                </a:lnTo>
                <a:lnTo>
                  <a:pt x="358889" y="34922"/>
                </a:lnTo>
                <a:lnTo>
                  <a:pt x="358775" y="33434"/>
                </a:lnTo>
                <a:lnTo>
                  <a:pt x="358615" y="31983"/>
                </a:lnTo>
                <a:lnTo>
                  <a:pt x="358409" y="30569"/>
                </a:lnTo>
                <a:lnTo>
                  <a:pt x="358158" y="29192"/>
                </a:lnTo>
                <a:lnTo>
                  <a:pt x="357861" y="27853"/>
                </a:lnTo>
                <a:lnTo>
                  <a:pt x="357519" y="26551"/>
                </a:lnTo>
                <a:lnTo>
                  <a:pt x="357131" y="25286"/>
                </a:lnTo>
                <a:lnTo>
                  <a:pt x="356697" y="24059"/>
                </a:lnTo>
                <a:lnTo>
                  <a:pt x="356217" y="22868"/>
                </a:lnTo>
                <a:lnTo>
                  <a:pt x="355692" y="21715"/>
                </a:lnTo>
                <a:lnTo>
                  <a:pt x="355118" y="20628"/>
                </a:lnTo>
                <a:lnTo>
                  <a:pt x="354493" y="19635"/>
                </a:lnTo>
                <a:lnTo>
                  <a:pt x="353815" y="18736"/>
                </a:lnTo>
                <a:lnTo>
                  <a:pt x="353086" y="17932"/>
                </a:lnTo>
                <a:lnTo>
                  <a:pt x="352305" y="17223"/>
                </a:lnTo>
                <a:lnTo>
                  <a:pt x="351472" y="16608"/>
                </a:lnTo>
                <a:lnTo>
                  <a:pt x="350588" y="16088"/>
                </a:lnTo>
                <a:lnTo>
                  <a:pt x="349652" y="15663"/>
                </a:lnTo>
                <a:lnTo>
                  <a:pt x="348664" y="15332"/>
                </a:lnTo>
                <a:lnTo>
                  <a:pt x="347624" y="15095"/>
                </a:lnTo>
                <a:lnTo>
                  <a:pt x="346533" y="14953"/>
                </a:lnTo>
                <a:lnTo>
                  <a:pt x="345389" y="14906"/>
                </a:lnTo>
                <a:moveTo>
                  <a:pt x="332412" y="144152"/>
                </a:moveTo>
                <a:lnTo>
                  <a:pt x="318032" y="144152"/>
                </a:lnTo>
                <a:lnTo>
                  <a:pt x="411064" y="0"/>
                </a:lnTo>
                <a:lnTo>
                  <a:pt x="425532" y="0"/>
                </a:lnTo>
                <a:lnTo>
                  <a:pt x="332412" y="144152"/>
                </a:lnTo>
                <a:moveTo>
                  <a:pt x="397824" y="72076"/>
                </a:moveTo>
                <a:lnTo>
                  <a:pt x="399824" y="72139"/>
                </a:lnTo>
                <a:lnTo>
                  <a:pt x="401760" y="72329"/>
                </a:lnTo>
                <a:lnTo>
                  <a:pt x="403633" y="72646"/>
                </a:lnTo>
                <a:lnTo>
                  <a:pt x="405443" y="73089"/>
                </a:lnTo>
                <a:lnTo>
                  <a:pt x="407189" y="73659"/>
                </a:lnTo>
                <a:lnTo>
                  <a:pt x="408872" y="74356"/>
                </a:lnTo>
                <a:lnTo>
                  <a:pt x="410492" y="75179"/>
                </a:lnTo>
                <a:lnTo>
                  <a:pt x="412048" y="76129"/>
                </a:lnTo>
                <a:lnTo>
                  <a:pt x="413541" y="77205"/>
                </a:lnTo>
                <a:lnTo>
                  <a:pt x="414971" y="78409"/>
                </a:lnTo>
                <a:lnTo>
                  <a:pt x="416337" y="79738"/>
                </a:lnTo>
                <a:lnTo>
                  <a:pt x="417640" y="81195"/>
                </a:lnTo>
                <a:lnTo>
                  <a:pt x="418859" y="82751"/>
                </a:lnTo>
                <a:lnTo>
                  <a:pt x="419971" y="84381"/>
                </a:lnTo>
                <a:lnTo>
                  <a:pt x="420978" y="86083"/>
                </a:lnTo>
                <a:lnTo>
                  <a:pt x="421879" y="87859"/>
                </a:lnTo>
                <a:lnTo>
                  <a:pt x="422673" y="89708"/>
                </a:lnTo>
                <a:lnTo>
                  <a:pt x="423362" y="91629"/>
                </a:lnTo>
                <a:lnTo>
                  <a:pt x="423945" y="93624"/>
                </a:lnTo>
                <a:lnTo>
                  <a:pt x="424421" y="95692"/>
                </a:lnTo>
                <a:lnTo>
                  <a:pt x="424792" y="97833"/>
                </a:lnTo>
                <a:lnTo>
                  <a:pt x="425057" y="100047"/>
                </a:lnTo>
                <a:lnTo>
                  <a:pt x="425216" y="102334"/>
                </a:lnTo>
                <a:lnTo>
                  <a:pt x="425269" y="104694"/>
                </a:lnTo>
                <a:lnTo>
                  <a:pt x="425213" y="107407"/>
                </a:lnTo>
                <a:lnTo>
                  <a:pt x="425045" y="110020"/>
                </a:lnTo>
                <a:lnTo>
                  <a:pt x="424765" y="112534"/>
                </a:lnTo>
                <a:lnTo>
                  <a:pt x="424373" y="114948"/>
                </a:lnTo>
                <a:lnTo>
                  <a:pt x="423868" y="117264"/>
                </a:lnTo>
                <a:lnTo>
                  <a:pt x="423252" y="119480"/>
                </a:lnTo>
                <a:lnTo>
                  <a:pt x="422524" y="121597"/>
                </a:lnTo>
                <a:lnTo>
                  <a:pt x="421684" y="123614"/>
                </a:lnTo>
                <a:lnTo>
                  <a:pt x="420731" y="125533"/>
                </a:lnTo>
                <a:lnTo>
                  <a:pt x="419667" y="127352"/>
                </a:lnTo>
                <a:lnTo>
                  <a:pt x="418491" y="129072"/>
                </a:lnTo>
                <a:lnTo>
                  <a:pt x="417202" y="130692"/>
                </a:lnTo>
                <a:lnTo>
                  <a:pt x="415834" y="132198"/>
                </a:lnTo>
                <a:lnTo>
                  <a:pt x="414418" y="133572"/>
                </a:lnTo>
                <a:lnTo>
                  <a:pt x="412955" y="134816"/>
                </a:lnTo>
                <a:lnTo>
                  <a:pt x="411444" y="135929"/>
                </a:lnTo>
                <a:lnTo>
                  <a:pt x="409886" y="136911"/>
                </a:lnTo>
                <a:lnTo>
                  <a:pt x="408280" y="137762"/>
                </a:lnTo>
                <a:lnTo>
                  <a:pt x="406627" y="138482"/>
                </a:lnTo>
                <a:lnTo>
                  <a:pt x="404926" y="139071"/>
                </a:lnTo>
                <a:lnTo>
                  <a:pt x="403178" y="139529"/>
                </a:lnTo>
                <a:lnTo>
                  <a:pt x="401382" y="139856"/>
                </a:lnTo>
                <a:lnTo>
                  <a:pt x="399539" y="140053"/>
                </a:lnTo>
                <a:lnTo>
                  <a:pt x="397649" y="140118"/>
                </a:lnTo>
                <a:lnTo>
                  <a:pt x="395802" y="140056"/>
                </a:lnTo>
                <a:lnTo>
                  <a:pt x="394002" y="139869"/>
                </a:lnTo>
                <a:lnTo>
                  <a:pt x="392251" y="139557"/>
                </a:lnTo>
                <a:lnTo>
                  <a:pt x="390546" y="139120"/>
                </a:lnTo>
                <a:lnTo>
                  <a:pt x="388889" y="138558"/>
                </a:lnTo>
                <a:lnTo>
                  <a:pt x="387280" y="137871"/>
                </a:lnTo>
                <a:lnTo>
                  <a:pt x="385718" y="137060"/>
                </a:lnTo>
                <a:lnTo>
                  <a:pt x="384204" y="136124"/>
                </a:lnTo>
                <a:lnTo>
                  <a:pt x="382737" y="135063"/>
                </a:lnTo>
                <a:lnTo>
                  <a:pt x="381318" y="133877"/>
                </a:lnTo>
                <a:lnTo>
                  <a:pt x="379946" y="132566"/>
                </a:lnTo>
                <a:lnTo>
                  <a:pt x="378621" y="131131"/>
                </a:lnTo>
                <a:lnTo>
                  <a:pt x="377375" y="129584"/>
                </a:lnTo>
                <a:lnTo>
                  <a:pt x="376237" y="127939"/>
                </a:lnTo>
                <a:lnTo>
                  <a:pt x="375207" y="126196"/>
                </a:lnTo>
                <a:lnTo>
                  <a:pt x="374286" y="124355"/>
                </a:lnTo>
                <a:lnTo>
                  <a:pt x="373473" y="122416"/>
                </a:lnTo>
                <a:lnTo>
                  <a:pt x="372768" y="120379"/>
                </a:lnTo>
                <a:lnTo>
                  <a:pt x="372172" y="118243"/>
                </a:lnTo>
                <a:lnTo>
                  <a:pt x="371685" y="116010"/>
                </a:lnTo>
                <a:lnTo>
                  <a:pt x="371305" y="113679"/>
                </a:lnTo>
                <a:lnTo>
                  <a:pt x="371034" y="111250"/>
                </a:lnTo>
                <a:lnTo>
                  <a:pt x="370872" y="108722"/>
                </a:lnTo>
                <a:lnTo>
                  <a:pt x="370817" y="106097"/>
                </a:lnTo>
                <a:lnTo>
                  <a:pt x="370869" y="103595"/>
                </a:lnTo>
                <a:lnTo>
                  <a:pt x="371022" y="101175"/>
                </a:lnTo>
                <a:lnTo>
                  <a:pt x="371278" y="98836"/>
                </a:lnTo>
                <a:lnTo>
                  <a:pt x="371636" y="96579"/>
                </a:lnTo>
                <a:lnTo>
                  <a:pt x="372096" y="94403"/>
                </a:lnTo>
                <a:lnTo>
                  <a:pt x="372659" y="92309"/>
                </a:lnTo>
                <a:lnTo>
                  <a:pt x="373324" y="90296"/>
                </a:lnTo>
                <a:lnTo>
                  <a:pt x="374091" y="88365"/>
                </a:lnTo>
                <a:lnTo>
                  <a:pt x="374961" y="86516"/>
                </a:lnTo>
                <a:lnTo>
                  <a:pt x="375932" y="84749"/>
                </a:lnTo>
                <a:lnTo>
                  <a:pt x="377006" y="83062"/>
                </a:lnTo>
                <a:lnTo>
                  <a:pt x="378183" y="81458"/>
                </a:lnTo>
                <a:lnTo>
                  <a:pt x="379445" y="79959"/>
                </a:lnTo>
                <a:lnTo>
                  <a:pt x="380774" y="78591"/>
                </a:lnTo>
                <a:lnTo>
                  <a:pt x="382173" y="77353"/>
                </a:lnTo>
                <a:lnTo>
                  <a:pt x="383639" y="76246"/>
                </a:lnTo>
                <a:lnTo>
                  <a:pt x="385173" y="75268"/>
                </a:lnTo>
                <a:lnTo>
                  <a:pt x="386776" y="74421"/>
                </a:lnTo>
                <a:lnTo>
                  <a:pt x="388447" y="73705"/>
                </a:lnTo>
                <a:lnTo>
                  <a:pt x="390186" y="73118"/>
                </a:lnTo>
                <a:lnTo>
                  <a:pt x="391993" y="72662"/>
                </a:lnTo>
                <a:lnTo>
                  <a:pt x="393869" y="72336"/>
                </a:lnTo>
                <a:lnTo>
                  <a:pt x="395812" y="72141"/>
                </a:lnTo>
                <a:lnTo>
                  <a:pt x="397824" y="72076"/>
                </a:lnTo>
                <a:moveTo>
                  <a:pt x="398087" y="82949"/>
                </a:moveTo>
                <a:lnTo>
                  <a:pt x="396958" y="82995"/>
                </a:lnTo>
                <a:lnTo>
                  <a:pt x="395878" y="83134"/>
                </a:lnTo>
                <a:lnTo>
                  <a:pt x="394848" y="83365"/>
                </a:lnTo>
                <a:lnTo>
                  <a:pt x="393869" y="83689"/>
                </a:lnTo>
                <a:lnTo>
                  <a:pt x="392939" y="84106"/>
                </a:lnTo>
                <a:lnTo>
                  <a:pt x="392059" y="84615"/>
                </a:lnTo>
                <a:lnTo>
                  <a:pt x="391229" y="85216"/>
                </a:lnTo>
                <a:lnTo>
                  <a:pt x="390449" y="85910"/>
                </a:lnTo>
                <a:lnTo>
                  <a:pt x="389719" y="86697"/>
                </a:lnTo>
                <a:lnTo>
                  <a:pt x="389039" y="87576"/>
                </a:lnTo>
                <a:lnTo>
                  <a:pt x="388408" y="88548"/>
                </a:lnTo>
                <a:lnTo>
                  <a:pt x="387828" y="89613"/>
                </a:lnTo>
                <a:lnTo>
                  <a:pt x="387296" y="90749"/>
                </a:lnTo>
                <a:lnTo>
                  <a:pt x="386810" y="91936"/>
                </a:lnTo>
                <a:lnTo>
                  <a:pt x="386370" y="93175"/>
                </a:lnTo>
                <a:lnTo>
                  <a:pt x="385977" y="94464"/>
                </a:lnTo>
                <a:lnTo>
                  <a:pt x="385630" y="95805"/>
                </a:lnTo>
                <a:lnTo>
                  <a:pt x="385329" y="97197"/>
                </a:lnTo>
                <a:lnTo>
                  <a:pt x="385075" y="98640"/>
                </a:lnTo>
                <a:lnTo>
                  <a:pt x="384866" y="100135"/>
                </a:lnTo>
                <a:lnTo>
                  <a:pt x="384704" y="101680"/>
                </a:lnTo>
                <a:lnTo>
                  <a:pt x="384589" y="103277"/>
                </a:lnTo>
                <a:lnTo>
                  <a:pt x="384519" y="104924"/>
                </a:lnTo>
                <a:lnTo>
                  <a:pt x="384496" y="106623"/>
                </a:lnTo>
                <a:lnTo>
                  <a:pt x="384524" y="108496"/>
                </a:lnTo>
                <a:lnTo>
                  <a:pt x="384608" y="110288"/>
                </a:lnTo>
                <a:lnTo>
                  <a:pt x="384748" y="111997"/>
                </a:lnTo>
                <a:lnTo>
                  <a:pt x="384944" y="113623"/>
                </a:lnTo>
                <a:lnTo>
                  <a:pt x="385196" y="115168"/>
                </a:lnTo>
                <a:lnTo>
                  <a:pt x="385504" y="116630"/>
                </a:lnTo>
                <a:lnTo>
                  <a:pt x="385869" y="118010"/>
                </a:lnTo>
                <a:lnTo>
                  <a:pt x="386289" y="119308"/>
                </a:lnTo>
                <a:lnTo>
                  <a:pt x="386765" y="120524"/>
                </a:lnTo>
                <a:lnTo>
                  <a:pt x="387297" y="121657"/>
                </a:lnTo>
                <a:lnTo>
                  <a:pt x="387885" y="122709"/>
                </a:lnTo>
                <a:lnTo>
                  <a:pt x="388530" y="123678"/>
                </a:lnTo>
                <a:lnTo>
                  <a:pt x="389212" y="124567"/>
                </a:lnTo>
                <a:lnTo>
                  <a:pt x="389913" y="125379"/>
                </a:lnTo>
                <a:lnTo>
                  <a:pt x="390634" y="126114"/>
                </a:lnTo>
                <a:lnTo>
                  <a:pt x="391374" y="126771"/>
                </a:lnTo>
                <a:lnTo>
                  <a:pt x="392134" y="127351"/>
                </a:lnTo>
                <a:lnTo>
                  <a:pt x="392914" y="127854"/>
                </a:lnTo>
                <a:lnTo>
                  <a:pt x="393713" y="128279"/>
                </a:lnTo>
                <a:lnTo>
                  <a:pt x="394531" y="128627"/>
                </a:lnTo>
                <a:lnTo>
                  <a:pt x="395369" y="128898"/>
                </a:lnTo>
                <a:lnTo>
                  <a:pt x="396226" y="129091"/>
                </a:lnTo>
                <a:lnTo>
                  <a:pt x="397103" y="129207"/>
                </a:lnTo>
                <a:lnTo>
                  <a:pt x="397999" y="129246"/>
                </a:lnTo>
                <a:lnTo>
                  <a:pt x="398951" y="129203"/>
                </a:lnTo>
                <a:lnTo>
                  <a:pt x="399877" y="129077"/>
                </a:lnTo>
                <a:lnTo>
                  <a:pt x="400778" y="128867"/>
                </a:lnTo>
                <a:lnTo>
                  <a:pt x="401653" y="128573"/>
                </a:lnTo>
                <a:lnTo>
                  <a:pt x="402502" y="128195"/>
                </a:lnTo>
                <a:lnTo>
                  <a:pt x="403326" y="127733"/>
                </a:lnTo>
                <a:lnTo>
                  <a:pt x="404124" y="127187"/>
                </a:lnTo>
                <a:lnTo>
                  <a:pt x="404897" y="126557"/>
                </a:lnTo>
                <a:lnTo>
                  <a:pt x="405644" y="125842"/>
                </a:lnTo>
                <a:lnTo>
                  <a:pt x="406366" y="125044"/>
                </a:lnTo>
                <a:lnTo>
                  <a:pt x="407062" y="124162"/>
                </a:lnTo>
                <a:lnTo>
                  <a:pt x="407732" y="123195"/>
                </a:lnTo>
                <a:lnTo>
                  <a:pt x="408362" y="122150"/>
                </a:lnTo>
                <a:lnTo>
                  <a:pt x="408938" y="121030"/>
                </a:lnTo>
                <a:lnTo>
                  <a:pt x="409459" y="119836"/>
                </a:lnTo>
                <a:lnTo>
                  <a:pt x="409924" y="118568"/>
                </a:lnTo>
                <a:lnTo>
                  <a:pt x="410335" y="117225"/>
                </a:lnTo>
                <a:lnTo>
                  <a:pt x="410692" y="115808"/>
                </a:lnTo>
                <a:lnTo>
                  <a:pt x="410993" y="114317"/>
                </a:lnTo>
                <a:lnTo>
                  <a:pt x="411240" y="112751"/>
                </a:lnTo>
                <a:lnTo>
                  <a:pt x="411431" y="111111"/>
                </a:lnTo>
                <a:lnTo>
                  <a:pt x="411568" y="109397"/>
                </a:lnTo>
                <a:lnTo>
                  <a:pt x="411651" y="107609"/>
                </a:lnTo>
                <a:lnTo>
                  <a:pt x="411678" y="105746"/>
                </a:lnTo>
                <a:lnTo>
                  <a:pt x="411655" y="104270"/>
                </a:lnTo>
                <a:lnTo>
                  <a:pt x="411587" y="102821"/>
                </a:lnTo>
                <a:lnTo>
                  <a:pt x="411472" y="101401"/>
                </a:lnTo>
                <a:lnTo>
                  <a:pt x="411313" y="100008"/>
                </a:lnTo>
                <a:lnTo>
                  <a:pt x="411107" y="98643"/>
                </a:lnTo>
                <a:lnTo>
                  <a:pt x="410856" y="97307"/>
                </a:lnTo>
                <a:lnTo>
                  <a:pt x="410559" y="95998"/>
                </a:lnTo>
                <a:lnTo>
                  <a:pt x="410217" y="94718"/>
                </a:lnTo>
                <a:lnTo>
                  <a:pt x="409828" y="93465"/>
                </a:lnTo>
                <a:lnTo>
                  <a:pt x="409395" y="92241"/>
                </a:lnTo>
                <a:lnTo>
                  <a:pt x="408915" y="91044"/>
                </a:lnTo>
                <a:lnTo>
                  <a:pt x="408390" y="89876"/>
                </a:lnTo>
                <a:lnTo>
                  <a:pt x="407816" y="88769"/>
                </a:lnTo>
                <a:lnTo>
                  <a:pt x="407190" y="87759"/>
                </a:lnTo>
                <a:lnTo>
                  <a:pt x="406513" y="86845"/>
                </a:lnTo>
                <a:lnTo>
                  <a:pt x="405784" y="86027"/>
                </a:lnTo>
                <a:lnTo>
                  <a:pt x="405003" y="85306"/>
                </a:lnTo>
                <a:lnTo>
                  <a:pt x="404170" y="84680"/>
                </a:lnTo>
                <a:lnTo>
                  <a:pt x="403286" y="84151"/>
                </a:lnTo>
                <a:lnTo>
                  <a:pt x="402349" y="83718"/>
                </a:lnTo>
                <a:lnTo>
                  <a:pt x="401361" y="83382"/>
                </a:lnTo>
                <a:lnTo>
                  <a:pt x="400322" y="83141"/>
                </a:lnTo>
                <a:lnTo>
                  <a:pt x="399230" y="82997"/>
                </a:lnTo>
                <a:lnTo>
                  <a:pt x="398087" y="82949"/>
                </a:lnTo>
                <a:close/>
                <a:moveTo>
                  <a:pt x="475016" y="126440"/>
                </a:moveTo>
                <a:lnTo>
                  <a:pt x="475016" y="21458"/>
                </a:lnTo>
                <a:lnTo>
                  <a:pt x="473791" y="22425"/>
                </a:lnTo>
                <a:lnTo>
                  <a:pt x="472573" y="23368"/>
                </a:lnTo>
                <a:lnTo>
                  <a:pt x="471361" y="24287"/>
                </a:lnTo>
                <a:lnTo>
                  <a:pt x="470154" y="25181"/>
                </a:lnTo>
                <a:lnTo>
                  <a:pt x="468954" y="26051"/>
                </a:lnTo>
                <a:lnTo>
                  <a:pt x="467760" y="26897"/>
                </a:lnTo>
                <a:lnTo>
                  <a:pt x="466572" y="27718"/>
                </a:lnTo>
                <a:lnTo>
                  <a:pt x="465390" y="28515"/>
                </a:lnTo>
                <a:lnTo>
                  <a:pt x="464214" y="29288"/>
                </a:lnTo>
                <a:lnTo>
                  <a:pt x="463045" y="30036"/>
                </a:lnTo>
                <a:lnTo>
                  <a:pt x="461881" y="30760"/>
                </a:lnTo>
                <a:lnTo>
                  <a:pt x="460724" y="31459"/>
                </a:lnTo>
                <a:lnTo>
                  <a:pt x="459533" y="32147"/>
                </a:lnTo>
                <a:lnTo>
                  <a:pt x="458271" y="32838"/>
                </a:lnTo>
                <a:lnTo>
                  <a:pt x="456937" y="33531"/>
                </a:lnTo>
                <a:lnTo>
                  <a:pt x="455531" y="34226"/>
                </a:lnTo>
                <a:lnTo>
                  <a:pt x="454053" y="34924"/>
                </a:lnTo>
                <a:lnTo>
                  <a:pt x="452503" y="35624"/>
                </a:lnTo>
                <a:lnTo>
                  <a:pt x="450882" y="36327"/>
                </a:lnTo>
                <a:lnTo>
                  <a:pt x="449188" y="37032"/>
                </a:lnTo>
                <a:lnTo>
                  <a:pt x="447423" y="37740"/>
                </a:lnTo>
                <a:lnTo>
                  <a:pt x="445586" y="38450"/>
                </a:lnTo>
                <a:lnTo>
                  <a:pt x="443677" y="39162"/>
                </a:lnTo>
                <a:lnTo>
                  <a:pt x="441696" y="39877"/>
                </a:lnTo>
                <a:lnTo>
                  <a:pt x="441696" y="25149"/>
                </a:lnTo>
                <a:lnTo>
                  <a:pt x="444861" y="23757"/>
                </a:lnTo>
                <a:lnTo>
                  <a:pt x="447956" y="22299"/>
                </a:lnTo>
                <a:lnTo>
                  <a:pt x="450980" y="20773"/>
                </a:lnTo>
                <a:lnTo>
                  <a:pt x="453933" y="19181"/>
                </a:lnTo>
                <a:lnTo>
                  <a:pt x="456816" y="17522"/>
                </a:lnTo>
                <a:lnTo>
                  <a:pt x="459628" y="15795"/>
                </a:lnTo>
                <a:lnTo>
                  <a:pt x="462369" y="14002"/>
                </a:lnTo>
                <a:lnTo>
                  <a:pt x="465040" y="12142"/>
                </a:lnTo>
                <a:lnTo>
                  <a:pt x="467640" y="10215"/>
                </a:lnTo>
                <a:lnTo>
                  <a:pt x="470169" y="8222"/>
                </a:lnTo>
                <a:lnTo>
                  <a:pt x="472628" y="6161"/>
                </a:lnTo>
                <a:lnTo>
                  <a:pt x="475016" y="4033"/>
                </a:lnTo>
                <a:lnTo>
                  <a:pt x="491325" y="4033"/>
                </a:lnTo>
                <a:lnTo>
                  <a:pt x="491325" y="126440"/>
                </a:lnTo>
                <a:lnTo>
                  <a:pt x="524031" y="126440"/>
                </a:lnTo>
                <a:lnTo>
                  <a:pt x="524031" y="140118"/>
                </a:lnTo>
                <a:lnTo>
                  <a:pt x="441696" y="140118"/>
                </a:lnTo>
                <a:lnTo>
                  <a:pt x="441696" y="126440"/>
                </a:lnTo>
                <a:lnTo>
                  <a:pt x="475016" y="126440"/>
                </a:lnTo>
                <a:close/>
                <a:moveTo>
                  <a:pt x="741372" y="70498"/>
                </a:moveTo>
                <a:lnTo>
                  <a:pt x="741372" y="84176"/>
                </a:lnTo>
                <a:lnTo>
                  <a:pt x="646148" y="84176"/>
                </a:lnTo>
                <a:lnTo>
                  <a:pt x="646148" y="70498"/>
                </a:lnTo>
                <a:lnTo>
                  <a:pt x="741372" y="70498"/>
                </a:lnTo>
                <a:moveTo>
                  <a:pt x="741372" y="101187"/>
                </a:moveTo>
                <a:lnTo>
                  <a:pt x="741372" y="114865"/>
                </a:lnTo>
                <a:lnTo>
                  <a:pt x="646148" y="114865"/>
                </a:lnTo>
                <a:lnTo>
                  <a:pt x="646148" y="101187"/>
                </a:lnTo>
                <a:lnTo>
                  <a:pt x="741372" y="101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Original vector context 13">
            <a:extLst xmlns:a="http://schemas.openxmlformats.org/drawingml/2006/main">
              <a:ext uri="{FF2B5EF4-FFF2-40B4-BE49-F238E27FC236}">
                <a16:creationId xmlns:a16="http://schemas.microsoft.com/office/drawing/2014/main" id="{72EC90E3-44F5-4B7E-AC86-8A88D032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59" y="1465319"/>
            <a:ext cx="844748" cy="148361"/>
          </a:xfrm>
          <a:custGeom xmlns:a="http://schemas.openxmlformats.org/drawingml/2006/main">
            <a:pathLst>
              <a:path w="844748" h="148361">
                <a:moveTo>
                  <a:pt x="87070" y="140074"/>
                </a:moveTo>
                <a:lnTo>
                  <a:pt x="85199" y="140856"/>
                </a:lnTo>
                <a:lnTo>
                  <a:pt x="83416" y="141584"/>
                </a:lnTo>
                <a:lnTo>
                  <a:pt x="81721" y="142257"/>
                </a:lnTo>
                <a:lnTo>
                  <a:pt x="80114" y="142875"/>
                </a:lnTo>
                <a:lnTo>
                  <a:pt x="78594" y="143438"/>
                </a:lnTo>
                <a:lnTo>
                  <a:pt x="77161" y="143948"/>
                </a:lnTo>
                <a:lnTo>
                  <a:pt x="75817" y="144402"/>
                </a:lnTo>
                <a:lnTo>
                  <a:pt x="74560" y="144802"/>
                </a:lnTo>
                <a:lnTo>
                  <a:pt x="73391" y="145147"/>
                </a:lnTo>
                <a:lnTo>
                  <a:pt x="72310" y="145438"/>
                </a:lnTo>
                <a:lnTo>
                  <a:pt x="71316" y="145674"/>
                </a:lnTo>
                <a:lnTo>
                  <a:pt x="70410" y="145856"/>
                </a:lnTo>
                <a:lnTo>
                  <a:pt x="69550" y="146004"/>
                </a:lnTo>
                <a:lnTo>
                  <a:pt x="68695" y="146139"/>
                </a:lnTo>
                <a:lnTo>
                  <a:pt x="67845" y="146261"/>
                </a:lnTo>
                <a:lnTo>
                  <a:pt x="67000" y="146371"/>
                </a:lnTo>
                <a:lnTo>
                  <a:pt x="66160" y="146467"/>
                </a:lnTo>
                <a:lnTo>
                  <a:pt x="65324" y="146551"/>
                </a:lnTo>
                <a:lnTo>
                  <a:pt x="64494" y="146621"/>
                </a:lnTo>
                <a:lnTo>
                  <a:pt x="63668" y="146679"/>
                </a:lnTo>
                <a:lnTo>
                  <a:pt x="62847" y="146724"/>
                </a:lnTo>
                <a:lnTo>
                  <a:pt x="62031" y="146756"/>
                </a:lnTo>
                <a:lnTo>
                  <a:pt x="61220" y="146776"/>
                </a:lnTo>
                <a:lnTo>
                  <a:pt x="60414" y="146782"/>
                </a:lnTo>
                <a:lnTo>
                  <a:pt x="58716" y="146755"/>
                </a:lnTo>
                <a:lnTo>
                  <a:pt x="57043" y="146673"/>
                </a:lnTo>
                <a:lnTo>
                  <a:pt x="55394" y="146536"/>
                </a:lnTo>
                <a:lnTo>
                  <a:pt x="53769" y="146344"/>
                </a:lnTo>
                <a:lnTo>
                  <a:pt x="52169" y="146097"/>
                </a:lnTo>
                <a:lnTo>
                  <a:pt x="50593" y="145796"/>
                </a:lnTo>
                <a:lnTo>
                  <a:pt x="49042" y="145440"/>
                </a:lnTo>
                <a:lnTo>
                  <a:pt x="47515" y="145029"/>
                </a:lnTo>
                <a:lnTo>
                  <a:pt x="46012" y="144563"/>
                </a:lnTo>
                <a:lnTo>
                  <a:pt x="44533" y="144042"/>
                </a:lnTo>
                <a:lnTo>
                  <a:pt x="43079" y="143467"/>
                </a:lnTo>
                <a:lnTo>
                  <a:pt x="41650" y="142836"/>
                </a:lnTo>
                <a:lnTo>
                  <a:pt x="40261" y="142153"/>
                </a:lnTo>
                <a:lnTo>
                  <a:pt x="38930" y="141416"/>
                </a:lnTo>
                <a:lnTo>
                  <a:pt x="37657" y="140628"/>
                </a:lnTo>
                <a:lnTo>
                  <a:pt x="36442" y="139787"/>
                </a:lnTo>
                <a:lnTo>
                  <a:pt x="35285" y="138894"/>
                </a:lnTo>
                <a:lnTo>
                  <a:pt x="34186" y="137948"/>
                </a:lnTo>
                <a:lnTo>
                  <a:pt x="33144" y="136950"/>
                </a:lnTo>
                <a:lnTo>
                  <a:pt x="32160" y="135900"/>
                </a:lnTo>
                <a:lnTo>
                  <a:pt x="31235" y="134797"/>
                </a:lnTo>
                <a:lnTo>
                  <a:pt x="30367" y="133642"/>
                </a:lnTo>
                <a:lnTo>
                  <a:pt x="29556" y="132434"/>
                </a:lnTo>
                <a:lnTo>
                  <a:pt x="28804" y="131175"/>
                </a:lnTo>
                <a:lnTo>
                  <a:pt x="28111" y="129830"/>
                </a:lnTo>
                <a:lnTo>
                  <a:pt x="27478" y="128369"/>
                </a:lnTo>
                <a:lnTo>
                  <a:pt x="26905" y="126790"/>
                </a:lnTo>
                <a:lnTo>
                  <a:pt x="26393" y="125095"/>
                </a:lnTo>
                <a:lnTo>
                  <a:pt x="25941" y="123283"/>
                </a:lnTo>
                <a:lnTo>
                  <a:pt x="25549" y="121354"/>
                </a:lnTo>
                <a:lnTo>
                  <a:pt x="25217" y="119308"/>
                </a:lnTo>
                <a:lnTo>
                  <a:pt x="24946" y="117145"/>
                </a:lnTo>
                <a:lnTo>
                  <a:pt x="24735" y="114865"/>
                </a:lnTo>
                <a:lnTo>
                  <a:pt x="24584" y="112469"/>
                </a:lnTo>
                <a:lnTo>
                  <a:pt x="24494" y="109955"/>
                </a:lnTo>
                <a:lnTo>
                  <a:pt x="24464" y="107325"/>
                </a:lnTo>
                <a:lnTo>
                  <a:pt x="24464" y="67867"/>
                </a:lnTo>
                <a:lnTo>
                  <a:pt x="0" y="67867"/>
                </a:lnTo>
                <a:lnTo>
                  <a:pt x="0" y="54188"/>
                </a:lnTo>
                <a:lnTo>
                  <a:pt x="24464" y="54188"/>
                </a:lnTo>
                <a:lnTo>
                  <a:pt x="24464" y="14731"/>
                </a:lnTo>
                <a:lnTo>
                  <a:pt x="40773" y="14731"/>
                </a:lnTo>
                <a:lnTo>
                  <a:pt x="40773" y="54188"/>
                </a:lnTo>
                <a:lnTo>
                  <a:pt x="84352" y="54188"/>
                </a:lnTo>
                <a:lnTo>
                  <a:pt x="84352" y="67867"/>
                </a:lnTo>
                <a:lnTo>
                  <a:pt x="40773" y="67867"/>
                </a:lnTo>
                <a:lnTo>
                  <a:pt x="40773" y="107010"/>
                </a:lnTo>
                <a:lnTo>
                  <a:pt x="40792" y="108931"/>
                </a:lnTo>
                <a:lnTo>
                  <a:pt x="40851" y="110756"/>
                </a:lnTo>
                <a:lnTo>
                  <a:pt x="40948" y="112485"/>
                </a:lnTo>
                <a:lnTo>
                  <a:pt x="41085" y="114117"/>
                </a:lnTo>
                <a:lnTo>
                  <a:pt x="41260" y="115652"/>
                </a:lnTo>
                <a:lnTo>
                  <a:pt x="41474" y="117090"/>
                </a:lnTo>
                <a:lnTo>
                  <a:pt x="41728" y="118432"/>
                </a:lnTo>
                <a:lnTo>
                  <a:pt x="42020" y="119677"/>
                </a:lnTo>
                <a:lnTo>
                  <a:pt x="42351" y="120826"/>
                </a:lnTo>
                <a:lnTo>
                  <a:pt x="42721" y="121878"/>
                </a:lnTo>
                <a:lnTo>
                  <a:pt x="43131" y="122833"/>
                </a:lnTo>
                <a:lnTo>
                  <a:pt x="43579" y="123691"/>
                </a:lnTo>
                <a:lnTo>
                  <a:pt x="44059" y="124483"/>
                </a:lnTo>
                <a:lnTo>
                  <a:pt x="44566" y="125239"/>
                </a:lnTo>
                <a:lnTo>
                  <a:pt x="45099" y="125959"/>
                </a:lnTo>
                <a:lnTo>
                  <a:pt x="45659" y="126643"/>
                </a:lnTo>
                <a:lnTo>
                  <a:pt x="46244" y="127292"/>
                </a:lnTo>
                <a:lnTo>
                  <a:pt x="46856" y="127904"/>
                </a:lnTo>
                <a:lnTo>
                  <a:pt x="47494" y="128481"/>
                </a:lnTo>
                <a:lnTo>
                  <a:pt x="48158" y="129022"/>
                </a:lnTo>
                <a:lnTo>
                  <a:pt x="48848" y="129527"/>
                </a:lnTo>
                <a:lnTo>
                  <a:pt x="49564" y="129996"/>
                </a:lnTo>
                <a:lnTo>
                  <a:pt x="50307" y="130429"/>
                </a:lnTo>
                <a:lnTo>
                  <a:pt x="51076" y="130827"/>
                </a:lnTo>
                <a:lnTo>
                  <a:pt x="51869" y="131190"/>
                </a:lnTo>
                <a:lnTo>
                  <a:pt x="52687" y="131522"/>
                </a:lnTo>
                <a:lnTo>
                  <a:pt x="53528" y="131823"/>
                </a:lnTo>
                <a:lnTo>
                  <a:pt x="54393" y="132092"/>
                </a:lnTo>
                <a:lnTo>
                  <a:pt x="55282" y="132329"/>
                </a:lnTo>
                <a:lnTo>
                  <a:pt x="56194" y="132534"/>
                </a:lnTo>
                <a:lnTo>
                  <a:pt x="57130" y="132708"/>
                </a:lnTo>
                <a:lnTo>
                  <a:pt x="58090" y="132851"/>
                </a:lnTo>
                <a:lnTo>
                  <a:pt x="59074" y="132961"/>
                </a:lnTo>
                <a:lnTo>
                  <a:pt x="60081" y="133040"/>
                </a:lnTo>
                <a:lnTo>
                  <a:pt x="61113" y="133088"/>
                </a:lnTo>
                <a:lnTo>
                  <a:pt x="62168" y="133104"/>
                </a:lnTo>
                <a:lnTo>
                  <a:pt x="64149" y="133052"/>
                </a:lnTo>
                <a:lnTo>
                  <a:pt x="66147" y="132897"/>
                </a:lnTo>
                <a:lnTo>
                  <a:pt x="68163" y="132638"/>
                </a:lnTo>
                <a:lnTo>
                  <a:pt x="70196" y="132277"/>
                </a:lnTo>
                <a:lnTo>
                  <a:pt x="72245" y="131812"/>
                </a:lnTo>
                <a:lnTo>
                  <a:pt x="74312" y="131243"/>
                </a:lnTo>
                <a:lnTo>
                  <a:pt x="76395" y="130571"/>
                </a:lnTo>
                <a:lnTo>
                  <a:pt x="78496" y="129796"/>
                </a:lnTo>
                <a:lnTo>
                  <a:pt x="80614" y="128917"/>
                </a:lnTo>
                <a:lnTo>
                  <a:pt x="82749" y="127935"/>
                </a:lnTo>
                <a:lnTo>
                  <a:pt x="84901" y="126850"/>
                </a:lnTo>
                <a:lnTo>
                  <a:pt x="87070" y="125661"/>
                </a:lnTo>
                <a:lnTo>
                  <a:pt x="87070" y="140074"/>
                </a:lnTo>
                <a:close/>
                <a:moveTo>
                  <a:pt x="152858" y="146782"/>
                </a:moveTo>
                <a:lnTo>
                  <a:pt x="149409" y="146680"/>
                </a:lnTo>
                <a:lnTo>
                  <a:pt x="146077" y="146375"/>
                </a:lnTo>
                <a:lnTo>
                  <a:pt x="142862" y="145865"/>
                </a:lnTo>
                <a:lnTo>
                  <a:pt x="139764" y="145152"/>
                </a:lnTo>
                <a:lnTo>
                  <a:pt x="136783" y="144235"/>
                </a:lnTo>
                <a:lnTo>
                  <a:pt x="133918" y="143114"/>
                </a:lnTo>
                <a:lnTo>
                  <a:pt x="131171" y="141789"/>
                </a:lnTo>
                <a:lnTo>
                  <a:pt x="128541" y="140261"/>
                </a:lnTo>
                <a:lnTo>
                  <a:pt x="126027" y="138528"/>
                </a:lnTo>
                <a:lnTo>
                  <a:pt x="123630" y="136592"/>
                </a:lnTo>
                <a:lnTo>
                  <a:pt x="121350" y="134453"/>
                </a:lnTo>
                <a:lnTo>
                  <a:pt x="119188" y="132109"/>
                </a:lnTo>
                <a:lnTo>
                  <a:pt x="117171" y="129610"/>
                </a:lnTo>
                <a:lnTo>
                  <a:pt x="115330" y="127004"/>
                </a:lnTo>
                <a:lnTo>
                  <a:pt x="113664" y="124292"/>
                </a:lnTo>
                <a:lnTo>
                  <a:pt x="112173" y="121473"/>
                </a:lnTo>
                <a:lnTo>
                  <a:pt x="110858" y="118548"/>
                </a:lnTo>
                <a:lnTo>
                  <a:pt x="109718" y="115517"/>
                </a:lnTo>
                <a:lnTo>
                  <a:pt x="108753" y="112379"/>
                </a:lnTo>
                <a:lnTo>
                  <a:pt x="107964" y="109135"/>
                </a:lnTo>
                <a:lnTo>
                  <a:pt x="107350" y="105784"/>
                </a:lnTo>
                <a:lnTo>
                  <a:pt x="106912" y="102327"/>
                </a:lnTo>
                <a:lnTo>
                  <a:pt x="106649" y="98763"/>
                </a:lnTo>
                <a:lnTo>
                  <a:pt x="106561" y="95093"/>
                </a:lnTo>
                <a:lnTo>
                  <a:pt x="106649" y="91423"/>
                </a:lnTo>
                <a:lnTo>
                  <a:pt x="106912" y="87860"/>
                </a:lnTo>
                <a:lnTo>
                  <a:pt x="107350" y="84405"/>
                </a:lnTo>
                <a:lnTo>
                  <a:pt x="107964" y="81056"/>
                </a:lnTo>
                <a:lnTo>
                  <a:pt x="108753" y="77815"/>
                </a:lnTo>
                <a:lnTo>
                  <a:pt x="109718" y="74680"/>
                </a:lnTo>
                <a:lnTo>
                  <a:pt x="110858" y="71653"/>
                </a:lnTo>
                <a:lnTo>
                  <a:pt x="112173" y="68733"/>
                </a:lnTo>
                <a:lnTo>
                  <a:pt x="113664" y="65920"/>
                </a:lnTo>
                <a:lnTo>
                  <a:pt x="115330" y="63214"/>
                </a:lnTo>
                <a:lnTo>
                  <a:pt x="117171" y="60615"/>
                </a:lnTo>
                <a:lnTo>
                  <a:pt x="119188" y="58123"/>
                </a:lnTo>
                <a:lnTo>
                  <a:pt x="121350" y="55786"/>
                </a:lnTo>
                <a:lnTo>
                  <a:pt x="123630" y="53652"/>
                </a:lnTo>
                <a:lnTo>
                  <a:pt x="126027" y="51722"/>
                </a:lnTo>
                <a:lnTo>
                  <a:pt x="128541" y="49994"/>
                </a:lnTo>
                <a:lnTo>
                  <a:pt x="131171" y="48470"/>
                </a:lnTo>
                <a:lnTo>
                  <a:pt x="133918" y="47149"/>
                </a:lnTo>
                <a:lnTo>
                  <a:pt x="136783" y="46031"/>
                </a:lnTo>
                <a:lnTo>
                  <a:pt x="139764" y="45117"/>
                </a:lnTo>
                <a:lnTo>
                  <a:pt x="142862" y="44406"/>
                </a:lnTo>
                <a:lnTo>
                  <a:pt x="146077" y="43897"/>
                </a:lnTo>
                <a:lnTo>
                  <a:pt x="149409" y="43593"/>
                </a:lnTo>
                <a:lnTo>
                  <a:pt x="152858" y="43491"/>
                </a:lnTo>
                <a:lnTo>
                  <a:pt x="156293" y="43593"/>
                </a:lnTo>
                <a:lnTo>
                  <a:pt x="159612" y="43897"/>
                </a:lnTo>
                <a:lnTo>
                  <a:pt x="162816" y="44406"/>
                </a:lnTo>
                <a:lnTo>
                  <a:pt x="165903" y="45117"/>
                </a:lnTo>
                <a:lnTo>
                  <a:pt x="168876" y="46031"/>
                </a:lnTo>
                <a:lnTo>
                  <a:pt x="171732" y="47149"/>
                </a:lnTo>
                <a:lnTo>
                  <a:pt x="174473" y="48470"/>
                </a:lnTo>
                <a:lnTo>
                  <a:pt x="177098" y="49994"/>
                </a:lnTo>
                <a:lnTo>
                  <a:pt x="179607" y="51722"/>
                </a:lnTo>
                <a:lnTo>
                  <a:pt x="182001" y="53652"/>
                </a:lnTo>
                <a:lnTo>
                  <a:pt x="184279" y="55786"/>
                </a:lnTo>
                <a:lnTo>
                  <a:pt x="186441" y="58123"/>
                </a:lnTo>
                <a:lnTo>
                  <a:pt x="188458" y="60615"/>
                </a:lnTo>
                <a:lnTo>
                  <a:pt x="190299" y="63214"/>
                </a:lnTo>
                <a:lnTo>
                  <a:pt x="191965" y="65920"/>
                </a:lnTo>
                <a:lnTo>
                  <a:pt x="193456" y="68733"/>
                </a:lnTo>
                <a:lnTo>
                  <a:pt x="194771" y="71653"/>
                </a:lnTo>
                <a:lnTo>
                  <a:pt x="195911" y="74680"/>
                </a:lnTo>
                <a:lnTo>
                  <a:pt x="196875" y="77815"/>
                </a:lnTo>
                <a:lnTo>
                  <a:pt x="197664" y="81056"/>
                </a:lnTo>
                <a:lnTo>
                  <a:pt x="198278" y="84405"/>
                </a:lnTo>
                <a:lnTo>
                  <a:pt x="198717" y="87860"/>
                </a:lnTo>
                <a:lnTo>
                  <a:pt x="198980" y="91423"/>
                </a:lnTo>
                <a:lnTo>
                  <a:pt x="199067" y="95093"/>
                </a:lnTo>
                <a:lnTo>
                  <a:pt x="198980" y="98763"/>
                </a:lnTo>
                <a:lnTo>
                  <a:pt x="198717" y="102327"/>
                </a:lnTo>
                <a:lnTo>
                  <a:pt x="198278" y="105784"/>
                </a:lnTo>
                <a:lnTo>
                  <a:pt x="197664" y="109135"/>
                </a:lnTo>
                <a:lnTo>
                  <a:pt x="196875" y="112379"/>
                </a:lnTo>
                <a:lnTo>
                  <a:pt x="195911" y="115517"/>
                </a:lnTo>
                <a:lnTo>
                  <a:pt x="194771" y="118548"/>
                </a:lnTo>
                <a:lnTo>
                  <a:pt x="193456" y="121473"/>
                </a:lnTo>
                <a:lnTo>
                  <a:pt x="191965" y="124292"/>
                </a:lnTo>
                <a:lnTo>
                  <a:pt x="190299" y="127004"/>
                </a:lnTo>
                <a:lnTo>
                  <a:pt x="188458" y="129610"/>
                </a:lnTo>
                <a:lnTo>
                  <a:pt x="186441" y="132109"/>
                </a:lnTo>
                <a:lnTo>
                  <a:pt x="184279" y="134453"/>
                </a:lnTo>
                <a:lnTo>
                  <a:pt x="182001" y="136592"/>
                </a:lnTo>
                <a:lnTo>
                  <a:pt x="179607" y="138528"/>
                </a:lnTo>
                <a:lnTo>
                  <a:pt x="177098" y="140261"/>
                </a:lnTo>
                <a:lnTo>
                  <a:pt x="174473" y="141789"/>
                </a:lnTo>
                <a:lnTo>
                  <a:pt x="171732" y="143114"/>
                </a:lnTo>
                <a:lnTo>
                  <a:pt x="168876" y="144235"/>
                </a:lnTo>
                <a:lnTo>
                  <a:pt x="165903" y="145152"/>
                </a:lnTo>
                <a:lnTo>
                  <a:pt x="162816" y="145865"/>
                </a:lnTo>
                <a:lnTo>
                  <a:pt x="159612" y="146375"/>
                </a:lnTo>
                <a:lnTo>
                  <a:pt x="156293" y="146680"/>
                </a:lnTo>
                <a:lnTo>
                  <a:pt x="152858" y="146782"/>
                </a:lnTo>
                <a:moveTo>
                  <a:pt x="152858" y="133104"/>
                </a:moveTo>
                <a:lnTo>
                  <a:pt x="154998" y="133033"/>
                </a:lnTo>
                <a:lnTo>
                  <a:pt x="157064" y="132822"/>
                </a:lnTo>
                <a:lnTo>
                  <a:pt x="159056" y="132470"/>
                </a:lnTo>
                <a:lnTo>
                  <a:pt x="160974" y="131977"/>
                </a:lnTo>
                <a:lnTo>
                  <a:pt x="162817" y="131344"/>
                </a:lnTo>
                <a:lnTo>
                  <a:pt x="164586" y="130570"/>
                </a:lnTo>
                <a:lnTo>
                  <a:pt x="166280" y="129655"/>
                </a:lnTo>
                <a:lnTo>
                  <a:pt x="167901" y="128599"/>
                </a:lnTo>
                <a:lnTo>
                  <a:pt x="169447" y="127402"/>
                </a:lnTo>
                <a:lnTo>
                  <a:pt x="170918" y="126065"/>
                </a:lnTo>
                <a:lnTo>
                  <a:pt x="172316" y="124587"/>
                </a:lnTo>
                <a:lnTo>
                  <a:pt x="173639" y="122968"/>
                </a:lnTo>
                <a:lnTo>
                  <a:pt x="174872" y="121226"/>
                </a:lnTo>
                <a:lnTo>
                  <a:pt x="175997" y="119378"/>
                </a:lnTo>
                <a:lnTo>
                  <a:pt x="177015" y="117425"/>
                </a:lnTo>
                <a:lnTo>
                  <a:pt x="177926" y="115366"/>
                </a:lnTo>
                <a:lnTo>
                  <a:pt x="178730" y="113201"/>
                </a:lnTo>
                <a:lnTo>
                  <a:pt x="179426" y="110931"/>
                </a:lnTo>
                <a:lnTo>
                  <a:pt x="180016" y="108556"/>
                </a:lnTo>
                <a:lnTo>
                  <a:pt x="180498" y="106074"/>
                </a:lnTo>
                <a:lnTo>
                  <a:pt x="180873" y="103487"/>
                </a:lnTo>
                <a:lnTo>
                  <a:pt x="181141" y="100795"/>
                </a:lnTo>
                <a:lnTo>
                  <a:pt x="181302" y="97997"/>
                </a:lnTo>
                <a:lnTo>
                  <a:pt x="181355" y="95093"/>
                </a:lnTo>
                <a:lnTo>
                  <a:pt x="181302" y="92203"/>
                </a:lnTo>
                <a:lnTo>
                  <a:pt x="181141" y="89418"/>
                </a:lnTo>
                <a:lnTo>
                  <a:pt x="180873" y="86737"/>
                </a:lnTo>
                <a:lnTo>
                  <a:pt x="180498" y="84160"/>
                </a:lnTo>
                <a:lnTo>
                  <a:pt x="180016" y="81688"/>
                </a:lnTo>
                <a:lnTo>
                  <a:pt x="179426" y="79320"/>
                </a:lnTo>
                <a:lnTo>
                  <a:pt x="178730" y="77057"/>
                </a:lnTo>
                <a:lnTo>
                  <a:pt x="177926" y="74898"/>
                </a:lnTo>
                <a:lnTo>
                  <a:pt x="177015" y="72843"/>
                </a:lnTo>
                <a:lnTo>
                  <a:pt x="175997" y="70893"/>
                </a:lnTo>
                <a:lnTo>
                  <a:pt x="174872" y="69047"/>
                </a:lnTo>
                <a:lnTo>
                  <a:pt x="173639" y="67305"/>
                </a:lnTo>
                <a:lnTo>
                  <a:pt x="172316" y="65686"/>
                </a:lnTo>
                <a:lnTo>
                  <a:pt x="170918" y="64208"/>
                </a:lnTo>
                <a:lnTo>
                  <a:pt x="169447" y="62871"/>
                </a:lnTo>
                <a:lnTo>
                  <a:pt x="167901" y="61674"/>
                </a:lnTo>
                <a:lnTo>
                  <a:pt x="166280" y="60619"/>
                </a:lnTo>
                <a:lnTo>
                  <a:pt x="164586" y="59704"/>
                </a:lnTo>
                <a:lnTo>
                  <a:pt x="162817" y="58929"/>
                </a:lnTo>
                <a:lnTo>
                  <a:pt x="160974" y="58296"/>
                </a:lnTo>
                <a:lnTo>
                  <a:pt x="159056" y="57803"/>
                </a:lnTo>
                <a:lnTo>
                  <a:pt x="157064" y="57451"/>
                </a:lnTo>
                <a:lnTo>
                  <a:pt x="154998" y="57240"/>
                </a:lnTo>
                <a:lnTo>
                  <a:pt x="152858" y="57170"/>
                </a:lnTo>
                <a:lnTo>
                  <a:pt x="150704" y="57240"/>
                </a:lnTo>
                <a:lnTo>
                  <a:pt x="148625" y="57451"/>
                </a:lnTo>
                <a:lnTo>
                  <a:pt x="146622" y="57803"/>
                </a:lnTo>
                <a:lnTo>
                  <a:pt x="144694" y="58296"/>
                </a:lnTo>
                <a:lnTo>
                  <a:pt x="142841" y="58929"/>
                </a:lnTo>
                <a:lnTo>
                  <a:pt x="141065" y="59704"/>
                </a:lnTo>
                <a:lnTo>
                  <a:pt x="139363" y="60619"/>
                </a:lnTo>
                <a:lnTo>
                  <a:pt x="137738" y="61674"/>
                </a:lnTo>
                <a:lnTo>
                  <a:pt x="136187" y="62871"/>
                </a:lnTo>
                <a:lnTo>
                  <a:pt x="134712" y="64208"/>
                </a:lnTo>
                <a:lnTo>
                  <a:pt x="133313" y="65686"/>
                </a:lnTo>
                <a:lnTo>
                  <a:pt x="131989" y="67305"/>
                </a:lnTo>
                <a:lnTo>
                  <a:pt x="130757" y="69047"/>
                </a:lnTo>
                <a:lnTo>
                  <a:pt x="129632" y="70893"/>
                </a:lnTo>
                <a:lnTo>
                  <a:pt x="128614" y="72843"/>
                </a:lnTo>
                <a:lnTo>
                  <a:pt x="127703" y="74898"/>
                </a:lnTo>
                <a:lnTo>
                  <a:pt x="126899" y="77057"/>
                </a:lnTo>
                <a:lnTo>
                  <a:pt x="126202" y="79320"/>
                </a:lnTo>
                <a:lnTo>
                  <a:pt x="125613" y="81688"/>
                </a:lnTo>
                <a:lnTo>
                  <a:pt x="125131" y="84160"/>
                </a:lnTo>
                <a:lnTo>
                  <a:pt x="124756" y="86737"/>
                </a:lnTo>
                <a:lnTo>
                  <a:pt x="124488" y="89418"/>
                </a:lnTo>
                <a:lnTo>
                  <a:pt x="124327" y="92203"/>
                </a:lnTo>
                <a:lnTo>
                  <a:pt x="124273" y="95093"/>
                </a:lnTo>
                <a:lnTo>
                  <a:pt x="124327" y="97997"/>
                </a:lnTo>
                <a:lnTo>
                  <a:pt x="124488" y="100795"/>
                </a:lnTo>
                <a:lnTo>
                  <a:pt x="124756" y="103487"/>
                </a:lnTo>
                <a:lnTo>
                  <a:pt x="125131" y="106074"/>
                </a:lnTo>
                <a:lnTo>
                  <a:pt x="125613" y="108556"/>
                </a:lnTo>
                <a:lnTo>
                  <a:pt x="126202" y="110931"/>
                </a:lnTo>
                <a:lnTo>
                  <a:pt x="126899" y="113201"/>
                </a:lnTo>
                <a:lnTo>
                  <a:pt x="127703" y="115366"/>
                </a:lnTo>
                <a:lnTo>
                  <a:pt x="128614" y="117425"/>
                </a:lnTo>
                <a:lnTo>
                  <a:pt x="129632" y="119378"/>
                </a:lnTo>
                <a:lnTo>
                  <a:pt x="130757" y="121226"/>
                </a:lnTo>
                <a:lnTo>
                  <a:pt x="131989" y="122968"/>
                </a:lnTo>
                <a:lnTo>
                  <a:pt x="133313" y="124587"/>
                </a:lnTo>
                <a:lnTo>
                  <a:pt x="134712" y="126065"/>
                </a:lnTo>
                <a:lnTo>
                  <a:pt x="136187" y="127402"/>
                </a:lnTo>
                <a:lnTo>
                  <a:pt x="137738" y="128599"/>
                </a:lnTo>
                <a:lnTo>
                  <a:pt x="139363" y="129655"/>
                </a:lnTo>
                <a:lnTo>
                  <a:pt x="141065" y="130570"/>
                </a:lnTo>
                <a:lnTo>
                  <a:pt x="142841" y="131344"/>
                </a:lnTo>
                <a:lnTo>
                  <a:pt x="144694" y="131977"/>
                </a:lnTo>
                <a:lnTo>
                  <a:pt x="146622" y="132470"/>
                </a:lnTo>
                <a:lnTo>
                  <a:pt x="148625" y="132822"/>
                </a:lnTo>
                <a:lnTo>
                  <a:pt x="150704" y="133033"/>
                </a:lnTo>
                <a:lnTo>
                  <a:pt x="152858" y="133104"/>
                </a:lnTo>
                <a:close/>
                <a:moveTo>
                  <a:pt x="221014" y="138839"/>
                </a:moveTo>
                <a:lnTo>
                  <a:pt x="221014" y="121529"/>
                </a:lnTo>
                <a:lnTo>
                  <a:pt x="222659" y="122570"/>
                </a:lnTo>
                <a:lnTo>
                  <a:pt x="224319" y="123557"/>
                </a:lnTo>
                <a:lnTo>
                  <a:pt x="225996" y="124491"/>
                </a:lnTo>
                <a:lnTo>
                  <a:pt x="227688" y="125373"/>
                </a:lnTo>
                <a:lnTo>
                  <a:pt x="229396" y="126201"/>
                </a:lnTo>
                <a:lnTo>
                  <a:pt x="231120" y="126977"/>
                </a:lnTo>
                <a:lnTo>
                  <a:pt x="232859" y="127699"/>
                </a:lnTo>
                <a:lnTo>
                  <a:pt x="234615" y="128369"/>
                </a:lnTo>
                <a:lnTo>
                  <a:pt x="236386" y="128985"/>
                </a:lnTo>
                <a:lnTo>
                  <a:pt x="238173" y="129549"/>
                </a:lnTo>
                <a:lnTo>
                  <a:pt x="239976" y="130059"/>
                </a:lnTo>
                <a:lnTo>
                  <a:pt x="241795" y="130517"/>
                </a:lnTo>
                <a:lnTo>
                  <a:pt x="243599" y="130930"/>
                </a:lnTo>
                <a:lnTo>
                  <a:pt x="245356" y="131307"/>
                </a:lnTo>
                <a:lnTo>
                  <a:pt x="247067" y="131649"/>
                </a:lnTo>
                <a:lnTo>
                  <a:pt x="248732" y="131954"/>
                </a:lnTo>
                <a:lnTo>
                  <a:pt x="250350" y="132223"/>
                </a:lnTo>
                <a:lnTo>
                  <a:pt x="251923" y="132457"/>
                </a:lnTo>
                <a:lnTo>
                  <a:pt x="253448" y="132655"/>
                </a:lnTo>
                <a:lnTo>
                  <a:pt x="254928" y="132816"/>
                </a:lnTo>
                <a:lnTo>
                  <a:pt x="256361" y="132942"/>
                </a:lnTo>
                <a:lnTo>
                  <a:pt x="257749" y="133032"/>
                </a:lnTo>
                <a:lnTo>
                  <a:pt x="259089" y="133086"/>
                </a:lnTo>
                <a:lnTo>
                  <a:pt x="260384" y="133104"/>
                </a:lnTo>
                <a:lnTo>
                  <a:pt x="262396" y="133076"/>
                </a:lnTo>
                <a:lnTo>
                  <a:pt x="264313" y="132993"/>
                </a:lnTo>
                <a:lnTo>
                  <a:pt x="266133" y="132855"/>
                </a:lnTo>
                <a:lnTo>
                  <a:pt x="267857" y="132662"/>
                </a:lnTo>
                <a:lnTo>
                  <a:pt x="269484" y="132413"/>
                </a:lnTo>
                <a:lnTo>
                  <a:pt x="271016" y="132110"/>
                </a:lnTo>
                <a:lnTo>
                  <a:pt x="272451" y="131751"/>
                </a:lnTo>
                <a:lnTo>
                  <a:pt x="273790" y="131337"/>
                </a:lnTo>
                <a:lnTo>
                  <a:pt x="275033" y="130867"/>
                </a:lnTo>
                <a:lnTo>
                  <a:pt x="276179" y="130343"/>
                </a:lnTo>
                <a:lnTo>
                  <a:pt x="277230" y="129763"/>
                </a:lnTo>
                <a:lnTo>
                  <a:pt x="278184" y="129128"/>
                </a:lnTo>
                <a:lnTo>
                  <a:pt x="279052" y="128451"/>
                </a:lnTo>
                <a:lnTo>
                  <a:pt x="279845" y="127748"/>
                </a:lnTo>
                <a:lnTo>
                  <a:pt x="280562" y="127017"/>
                </a:lnTo>
                <a:lnTo>
                  <a:pt x="281204" y="126259"/>
                </a:lnTo>
                <a:lnTo>
                  <a:pt x="281770" y="125473"/>
                </a:lnTo>
                <a:lnTo>
                  <a:pt x="282261" y="124661"/>
                </a:lnTo>
                <a:lnTo>
                  <a:pt x="282676" y="123821"/>
                </a:lnTo>
                <a:lnTo>
                  <a:pt x="283016" y="122953"/>
                </a:lnTo>
                <a:lnTo>
                  <a:pt x="283280" y="122059"/>
                </a:lnTo>
                <a:lnTo>
                  <a:pt x="283469" y="121137"/>
                </a:lnTo>
                <a:lnTo>
                  <a:pt x="283582" y="120188"/>
                </a:lnTo>
                <a:lnTo>
                  <a:pt x="283620" y="119211"/>
                </a:lnTo>
                <a:lnTo>
                  <a:pt x="283602" y="118564"/>
                </a:lnTo>
                <a:lnTo>
                  <a:pt x="283549" y="117932"/>
                </a:lnTo>
                <a:lnTo>
                  <a:pt x="283461" y="117316"/>
                </a:lnTo>
                <a:lnTo>
                  <a:pt x="283338" y="116716"/>
                </a:lnTo>
                <a:lnTo>
                  <a:pt x="283179" y="116131"/>
                </a:lnTo>
                <a:lnTo>
                  <a:pt x="282984" y="115563"/>
                </a:lnTo>
                <a:lnTo>
                  <a:pt x="282755" y="115010"/>
                </a:lnTo>
                <a:lnTo>
                  <a:pt x="282490" y="114473"/>
                </a:lnTo>
                <a:lnTo>
                  <a:pt x="282190" y="113951"/>
                </a:lnTo>
                <a:lnTo>
                  <a:pt x="281854" y="113446"/>
                </a:lnTo>
                <a:lnTo>
                  <a:pt x="281483" y="112956"/>
                </a:lnTo>
                <a:lnTo>
                  <a:pt x="281077" y="112482"/>
                </a:lnTo>
                <a:lnTo>
                  <a:pt x="280601" y="112007"/>
                </a:lnTo>
                <a:lnTo>
                  <a:pt x="280020" y="111513"/>
                </a:lnTo>
                <a:lnTo>
                  <a:pt x="279335" y="111002"/>
                </a:lnTo>
                <a:lnTo>
                  <a:pt x="278544" y="110472"/>
                </a:lnTo>
                <a:lnTo>
                  <a:pt x="277649" y="109925"/>
                </a:lnTo>
                <a:lnTo>
                  <a:pt x="276649" y="109358"/>
                </a:lnTo>
                <a:lnTo>
                  <a:pt x="275545" y="108774"/>
                </a:lnTo>
                <a:lnTo>
                  <a:pt x="274335" y="108172"/>
                </a:lnTo>
                <a:lnTo>
                  <a:pt x="273021" y="107551"/>
                </a:lnTo>
                <a:lnTo>
                  <a:pt x="271603" y="106912"/>
                </a:lnTo>
                <a:lnTo>
                  <a:pt x="270079" y="106255"/>
                </a:lnTo>
                <a:lnTo>
                  <a:pt x="268451" y="105579"/>
                </a:lnTo>
                <a:lnTo>
                  <a:pt x="262839" y="103308"/>
                </a:lnTo>
                <a:lnTo>
                  <a:pt x="251528" y="98849"/>
                </a:lnTo>
                <a:lnTo>
                  <a:pt x="248582" y="97677"/>
                </a:lnTo>
                <a:lnTo>
                  <a:pt x="245824" y="96519"/>
                </a:lnTo>
                <a:lnTo>
                  <a:pt x="243253" y="95375"/>
                </a:lnTo>
                <a:lnTo>
                  <a:pt x="240870" y="94246"/>
                </a:lnTo>
                <a:lnTo>
                  <a:pt x="238674" y="93131"/>
                </a:lnTo>
                <a:lnTo>
                  <a:pt x="236666" y="92030"/>
                </a:lnTo>
                <a:lnTo>
                  <a:pt x="234845" y="90944"/>
                </a:lnTo>
                <a:lnTo>
                  <a:pt x="233212" y="89872"/>
                </a:lnTo>
                <a:lnTo>
                  <a:pt x="231766" y="88814"/>
                </a:lnTo>
                <a:lnTo>
                  <a:pt x="230508" y="87771"/>
                </a:lnTo>
                <a:lnTo>
                  <a:pt x="229438" y="86742"/>
                </a:lnTo>
                <a:lnTo>
                  <a:pt x="228555" y="85727"/>
                </a:lnTo>
                <a:lnTo>
                  <a:pt x="227785" y="84716"/>
                </a:lnTo>
                <a:lnTo>
                  <a:pt x="227081" y="83668"/>
                </a:lnTo>
                <a:lnTo>
                  <a:pt x="226445" y="82583"/>
                </a:lnTo>
                <a:lnTo>
                  <a:pt x="225876" y="81462"/>
                </a:lnTo>
                <a:lnTo>
                  <a:pt x="225373" y="80304"/>
                </a:lnTo>
                <a:lnTo>
                  <a:pt x="224938" y="79110"/>
                </a:lnTo>
                <a:lnTo>
                  <a:pt x="224570" y="77880"/>
                </a:lnTo>
                <a:lnTo>
                  <a:pt x="224268" y="76613"/>
                </a:lnTo>
                <a:lnTo>
                  <a:pt x="224034" y="75309"/>
                </a:lnTo>
                <a:lnTo>
                  <a:pt x="223866" y="73969"/>
                </a:lnTo>
                <a:lnTo>
                  <a:pt x="223766" y="72593"/>
                </a:lnTo>
                <a:lnTo>
                  <a:pt x="223732" y="71180"/>
                </a:lnTo>
                <a:lnTo>
                  <a:pt x="223797" y="69194"/>
                </a:lnTo>
                <a:lnTo>
                  <a:pt x="223992" y="67268"/>
                </a:lnTo>
                <a:lnTo>
                  <a:pt x="224316" y="65402"/>
                </a:lnTo>
                <a:lnTo>
                  <a:pt x="224770" y="63596"/>
                </a:lnTo>
                <a:lnTo>
                  <a:pt x="225353" y="61849"/>
                </a:lnTo>
                <a:lnTo>
                  <a:pt x="226067" y="60161"/>
                </a:lnTo>
                <a:lnTo>
                  <a:pt x="226910" y="58533"/>
                </a:lnTo>
                <a:lnTo>
                  <a:pt x="227883" y="56965"/>
                </a:lnTo>
                <a:lnTo>
                  <a:pt x="228985" y="55457"/>
                </a:lnTo>
                <a:lnTo>
                  <a:pt x="230217" y="54008"/>
                </a:lnTo>
                <a:lnTo>
                  <a:pt x="231579" y="52619"/>
                </a:lnTo>
                <a:lnTo>
                  <a:pt x="233071" y="51289"/>
                </a:lnTo>
                <a:lnTo>
                  <a:pt x="234708" y="50044"/>
                </a:lnTo>
                <a:lnTo>
                  <a:pt x="236506" y="48907"/>
                </a:lnTo>
                <a:lnTo>
                  <a:pt x="238466" y="47878"/>
                </a:lnTo>
                <a:lnTo>
                  <a:pt x="240587" y="46957"/>
                </a:lnTo>
                <a:lnTo>
                  <a:pt x="242869" y="46145"/>
                </a:lnTo>
                <a:lnTo>
                  <a:pt x="245313" y="45441"/>
                </a:lnTo>
                <a:lnTo>
                  <a:pt x="247919" y="44845"/>
                </a:lnTo>
                <a:lnTo>
                  <a:pt x="250685" y="44358"/>
                </a:lnTo>
                <a:lnTo>
                  <a:pt x="253613" y="43978"/>
                </a:lnTo>
                <a:lnTo>
                  <a:pt x="256702" y="43708"/>
                </a:lnTo>
                <a:lnTo>
                  <a:pt x="259953" y="43545"/>
                </a:lnTo>
                <a:lnTo>
                  <a:pt x="263365" y="43491"/>
                </a:lnTo>
                <a:lnTo>
                  <a:pt x="265970" y="43523"/>
                </a:lnTo>
                <a:lnTo>
                  <a:pt x="268551" y="43618"/>
                </a:lnTo>
                <a:lnTo>
                  <a:pt x="271109" y="43776"/>
                </a:lnTo>
                <a:lnTo>
                  <a:pt x="273644" y="43998"/>
                </a:lnTo>
                <a:lnTo>
                  <a:pt x="276155" y="44283"/>
                </a:lnTo>
                <a:lnTo>
                  <a:pt x="278644" y="44631"/>
                </a:lnTo>
                <a:lnTo>
                  <a:pt x="281110" y="45043"/>
                </a:lnTo>
                <a:lnTo>
                  <a:pt x="283552" y="45517"/>
                </a:lnTo>
                <a:lnTo>
                  <a:pt x="285971" y="46056"/>
                </a:lnTo>
                <a:lnTo>
                  <a:pt x="288367" y="46657"/>
                </a:lnTo>
                <a:lnTo>
                  <a:pt x="290740" y="47322"/>
                </a:lnTo>
                <a:lnTo>
                  <a:pt x="293090" y="48051"/>
                </a:lnTo>
                <a:lnTo>
                  <a:pt x="293090" y="62957"/>
                </a:lnTo>
                <a:lnTo>
                  <a:pt x="290414" y="62032"/>
                </a:lnTo>
                <a:lnTo>
                  <a:pt x="287766" y="61188"/>
                </a:lnTo>
                <a:lnTo>
                  <a:pt x="285144" y="60425"/>
                </a:lnTo>
                <a:lnTo>
                  <a:pt x="282548" y="59742"/>
                </a:lnTo>
                <a:lnTo>
                  <a:pt x="279980" y="59139"/>
                </a:lnTo>
                <a:lnTo>
                  <a:pt x="277438" y="58616"/>
                </a:lnTo>
                <a:lnTo>
                  <a:pt x="274924" y="58174"/>
                </a:lnTo>
                <a:lnTo>
                  <a:pt x="272436" y="57813"/>
                </a:lnTo>
                <a:lnTo>
                  <a:pt x="269974" y="57531"/>
                </a:lnTo>
                <a:lnTo>
                  <a:pt x="267540" y="57330"/>
                </a:lnTo>
                <a:lnTo>
                  <a:pt x="265132" y="57210"/>
                </a:lnTo>
                <a:lnTo>
                  <a:pt x="262751" y="57170"/>
                </a:lnTo>
                <a:lnTo>
                  <a:pt x="261058" y="57195"/>
                </a:lnTo>
                <a:lnTo>
                  <a:pt x="259428" y="57270"/>
                </a:lnTo>
                <a:lnTo>
                  <a:pt x="257860" y="57396"/>
                </a:lnTo>
                <a:lnTo>
                  <a:pt x="256355" y="57573"/>
                </a:lnTo>
                <a:lnTo>
                  <a:pt x="254913" y="57799"/>
                </a:lnTo>
                <a:lnTo>
                  <a:pt x="253534" y="58077"/>
                </a:lnTo>
                <a:lnTo>
                  <a:pt x="252217" y="58404"/>
                </a:lnTo>
                <a:lnTo>
                  <a:pt x="250963" y="58782"/>
                </a:lnTo>
                <a:lnTo>
                  <a:pt x="249772" y="59210"/>
                </a:lnTo>
                <a:lnTo>
                  <a:pt x="248643" y="59689"/>
                </a:lnTo>
                <a:lnTo>
                  <a:pt x="247577" y="60218"/>
                </a:lnTo>
                <a:lnTo>
                  <a:pt x="246574" y="60798"/>
                </a:lnTo>
                <a:lnTo>
                  <a:pt x="245642" y="61414"/>
                </a:lnTo>
                <a:lnTo>
                  <a:pt x="244792" y="62056"/>
                </a:lnTo>
                <a:lnTo>
                  <a:pt x="244023" y="62722"/>
                </a:lnTo>
                <a:lnTo>
                  <a:pt x="243334" y="63413"/>
                </a:lnTo>
                <a:lnTo>
                  <a:pt x="242727" y="64130"/>
                </a:lnTo>
                <a:lnTo>
                  <a:pt x="242201" y="64871"/>
                </a:lnTo>
                <a:lnTo>
                  <a:pt x="241755" y="65637"/>
                </a:lnTo>
                <a:lnTo>
                  <a:pt x="241391" y="66428"/>
                </a:lnTo>
                <a:lnTo>
                  <a:pt x="241107" y="67243"/>
                </a:lnTo>
                <a:lnTo>
                  <a:pt x="240905" y="68084"/>
                </a:lnTo>
                <a:lnTo>
                  <a:pt x="240783" y="68949"/>
                </a:lnTo>
                <a:lnTo>
                  <a:pt x="240743" y="69840"/>
                </a:lnTo>
                <a:lnTo>
                  <a:pt x="240778" y="70699"/>
                </a:lnTo>
                <a:lnTo>
                  <a:pt x="240884" y="71529"/>
                </a:lnTo>
                <a:lnTo>
                  <a:pt x="241061" y="72330"/>
                </a:lnTo>
                <a:lnTo>
                  <a:pt x="241308" y="73102"/>
                </a:lnTo>
                <a:lnTo>
                  <a:pt x="241626" y="73844"/>
                </a:lnTo>
                <a:lnTo>
                  <a:pt x="242014" y="74558"/>
                </a:lnTo>
                <a:lnTo>
                  <a:pt x="242473" y="75242"/>
                </a:lnTo>
                <a:lnTo>
                  <a:pt x="243003" y="75897"/>
                </a:lnTo>
                <a:lnTo>
                  <a:pt x="243604" y="76524"/>
                </a:lnTo>
                <a:lnTo>
                  <a:pt x="244275" y="77121"/>
                </a:lnTo>
                <a:lnTo>
                  <a:pt x="245016" y="77689"/>
                </a:lnTo>
                <a:lnTo>
                  <a:pt x="245829" y="78227"/>
                </a:lnTo>
                <a:lnTo>
                  <a:pt x="246705" y="78758"/>
                </a:lnTo>
                <a:lnTo>
                  <a:pt x="247670" y="79303"/>
                </a:lnTo>
                <a:lnTo>
                  <a:pt x="248722" y="79860"/>
                </a:lnTo>
                <a:lnTo>
                  <a:pt x="249862" y="80431"/>
                </a:lnTo>
                <a:lnTo>
                  <a:pt x="251090" y="81016"/>
                </a:lnTo>
                <a:lnTo>
                  <a:pt x="252405" y="81613"/>
                </a:lnTo>
                <a:lnTo>
                  <a:pt x="253808" y="82225"/>
                </a:lnTo>
                <a:lnTo>
                  <a:pt x="255298" y="82849"/>
                </a:lnTo>
                <a:lnTo>
                  <a:pt x="256877" y="83487"/>
                </a:lnTo>
                <a:lnTo>
                  <a:pt x="258543" y="84138"/>
                </a:lnTo>
                <a:lnTo>
                  <a:pt x="260296" y="84803"/>
                </a:lnTo>
                <a:lnTo>
                  <a:pt x="262138" y="85480"/>
                </a:lnTo>
                <a:lnTo>
                  <a:pt x="273186" y="89500"/>
                </a:lnTo>
                <a:lnTo>
                  <a:pt x="275651" y="90424"/>
                </a:lnTo>
                <a:lnTo>
                  <a:pt x="277991" y="91362"/>
                </a:lnTo>
                <a:lnTo>
                  <a:pt x="280206" y="92314"/>
                </a:lnTo>
                <a:lnTo>
                  <a:pt x="282295" y="93279"/>
                </a:lnTo>
                <a:lnTo>
                  <a:pt x="284259" y="94257"/>
                </a:lnTo>
                <a:lnTo>
                  <a:pt x="286097" y="95250"/>
                </a:lnTo>
                <a:lnTo>
                  <a:pt x="287810" y="96255"/>
                </a:lnTo>
                <a:lnTo>
                  <a:pt x="289397" y="97275"/>
                </a:lnTo>
                <a:lnTo>
                  <a:pt x="290859" y="98308"/>
                </a:lnTo>
                <a:lnTo>
                  <a:pt x="292196" y="99354"/>
                </a:lnTo>
                <a:lnTo>
                  <a:pt x="293407" y="100414"/>
                </a:lnTo>
                <a:lnTo>
                  <a:pt x="294493" y="101488"/>
                </a:lnTo>
                <a:lnTo>
                  <a:pt x="295473" y="102591"/>
                </a:lnTo>
                <a:lnTo>
                  <a:pt x="296368" y="103739"/>
                </a:lnTo>
                <a:lnTo>
                  <a:pt x="297178" y="104932"/>
                </a:lnTo>
                <a:lnTo>
                  <a:pt x="297903" y="106170"/>
                </a:lnTo>
                <a:lnTo>
                  <a:pt x="298542" y="107454"/>
                </a:lnTo>
                <a:lnTo>
                  <a:pt x="299096" y="108782"/>
                </a:lnTo>
                <a:lnTo>
                  <a:pt x="299565" y="110155"/>
                </a:lnTo>
                <a:lnTo>
                  <a:pt x="299949" y="111573"/>
                </a:lnTo>
                <a:lnTo>
                  <a:pt x="300247" y="113036"/>
                </a:lnTo>
                <a:lnTo>
                  <a:pt x="300460" y="114544"/>
                </a:lnTo>
                <a:lnTo>
                  <a:pt x="300588" y="116098"/>
                </a:lnTo>
                <a:lnTo>
                  <a:pt x="300631" y="117696"/>
                </a:lnTo>
                <a:lnTo>
                  <a:pt x="300563" y="119782"/>
                </a:lnTo>
                <a:lnTo>
                  <a:pt x="300359" y="121805"/>
                </a:lnTo>
                <a:lnTo>
                  <a:pt x="300020" y="123766"/>
                </a:lnTo>
                <a:lnTo>
                  <a:pt x="299544" y="125664"/>
                </a:lnTo>
                <a:lnTo>
                  <a:pt x="298933" y="127499"/>
                </a:lnTo>
                <a:lnTo>
                  <a:pt x="298187" y="129272"/>
                </a:lnTo>
                <a:lnTo>
                  <a:pt x="297304" y="130982"/>
                </a:lnTo>
                <a:lnTo>
                  <a:pt x="296286" y="132629"/>
                </a:lnTo>
                <a:lnTo>
                  <a:pt x="295131" y="134214"/>
                </a:lnTo>
                <a:lnTo>
                  <a:pt x="293841" y="135736"/>
                </a:lnTo>
                <a:lnTo>
                  <a:pt x="292416" y="137195"/>
                </a:lnTo>
                <a:lnTo>
                  <a:pt x="290854" y="138592"/>
                </a:lnTo>
                <a:lnTo>
                  <a:pt x="289143" y="139900"/>
                </a:lnTo>
                <a:lnTo>
                  <a:pt x="287270" y="141095"/>
                </a:lnTo>
                <a:lnTo>
                  <a:pt x="285234" y="142175"/>
                </a:lnTo>
                <a:lnTo>
                  <a:pt x="283036" y="143142"/>
                </a:lnTo>
                <a:lnTo>
                  <a:pt x="280674" y="143995"/>
                </a:lnTo>
                <a:lnTo>
                  <a:pt x="278151" y="144735"/>
                </a:lnTo>
                <a:lnTo>
                  <a:pt x="275465" y="145360"/>
                </a:lnTo>
                <a:lnTo>
                  <a:pt x="272616" y="145872"/>
                </a:lnTo>
                <a:lnTo>
                  <a:pt x="269604" y="146270"/>
                </a:lnTo>
                <a:lnTo>
                  <a:pt x="266430" y="146555"/>
                </a:lnTo>
                <a:lnTo>
                  <a:pt x="263094" y="146725"/>
                </a:lnTo>
                <a:lnTo>
                  <a:pt x="259595" y="146782"/>
                </a:lnTo>
                <a:lnTo>
                  <a:pt x="256460" y="146727"/>
                </a:lnTo>
                <a:lnTo>
                  <a:pt x="253311" y="146562"/>
                </a:lnTo>
                <a:lnTo>
                  <a:pt x="250147" y="146286"/>
                </a:lnTo>
                <a:lnTo>
                  <a:pt x="246968" y="145900"/>
                </a:lnTo>
                <a:lnTo>
                  <a:pt x="243775" y="145403"/>
                </a:lnTo>
                <a:lnTo>
                  <a:pt x="240567" y="144796"/>
                </a:lnTo>
                <a:lnTo>
                  <a:pt x="237345" y="144079"/>
                </a:lnTo>
                <a:lnTo>
                  <a:pt x="234108" y="143252"/>
                </a:lnTo>
                <a:lnTo>
                  <a:pt x="230857" y="142314"/>
                </a:lnTo>
                <a:lnTo>
                  <a:pt x="227590" y="141266"/>
                </a:lnTo>
                <a:lnTo>
                  <a:pt x="224310" y="140107"/>
                </a:lnTo>
                <a:lnTo>
                  <a:pt x="221014" y="138839"/>
                </a:lnTo>
                <a:close/>
                <a:moveTo>
                  <a:pt x="391584" y="121957"/>
                </a:moveTo>
                <a:lnTo>
                  <a:pt x="390321" y="123969"/>
                </a:lnTo>
                <a:lnTo>
                  <a:pt x="389016" y="125896"/>
                </a:lnTo>
                <a:lnTo>
                  <a:pt x="387669" y="127740"/>
                </a:lnTo>
                <a:lnTo>
                  <a:pt x="386279" y="129499"/>
                </a:lnTo>
                <a:lnTo>
                  <a:pt x="384848" y="131173"/>
                </a:lnTo>
                <a:lnTo>
                  <a:pt x="383375" y="132763"/>
                </a:lnTo>
                <a:lnTo>
                  <a:pt x="381860" y="134269"/>
                </a:lnTo>
                <a:lnTo>
                  <a:pt x="380302" y="135690"/>
                </a:lnTo>
                <a:lnTo>
                  <a:pt x="378703" y="137027"/>
                </a:lnTo>
                <a:lnTo>
                  <a:pt x="377062" y="138280"/>
                </a:lnTo>
                <a:lnTo>
                  <a:pt x="375378" y="139448"/>
                </a:lnTo>
                <a:lnTo>
                  <a:pt x="373653" y="140532"/>
                </a:lnTo>
                <a:lnTo>
                  <a:pt x="371918" y="141530"/>
                </a:lnTo>
                <a:lnTo>
                  <a:pt x="370208" y="142442"/>
                </a:lnTo>
                <a:lnTo>
                  <a:pt x="368521" y="143266"/>
                </a:lnTo>
                <a:lnTo>
                  <a:pt x="366857" y="144004"/>
                </a:lnTo>
                <a:lnTo>
                  <a:pt x="365218" y="144655"/>
                </a:lnTo>
                <a:lnTo>
                  <a:pt x="363602" y="145220"/>
                </a:lnTo>
                <a:lnTo>
                  <a:pt x="362010" y="145697"/>
                </a:lnTo>
                <a:lnTo>
                  <a:pt x="360442" y="146088"/>
                </a:lnTo>
                <a:lnTo>
                  <a:pt x="358897" y="146392"/>
                </a:lnTo>
                <a:lnTo>
                  <a:pt x="357377" y="146609"/>
                </a:lnTo>
                <a:lnTo>
                  <a:pt x="355880" y="146739"/>
                </a:lnTo>
                <a:lnTo>
                  <a:pt x="354406" y="146782"/>
                </a:lnTo>
                <a:lnTo>
                  <a:pt x="352378" y="146709"/>
                </a:lnTo>
                <a:lnTo>
                  <a:pt x="350384" y="146487"/>
                </a:lnTo>
                <a:lnTo>
                  <a:pt x="348425" y="146119"/>
                </a:lnTo>
                <a:lnTo>
                  <a:pt x="346500" y="145603"/>
                </a:lnTo>
                <a:lnTo>
                  <a:pt x="344610" y="144940"/>
                </a:lnTo>
                <a:lnTo>
                  <a:pt x="342755" y="144130"/>
                </a:lnTo>
                <a:lnTo>
                  <a:pt x="340935" y="143172"/>
                </a:lnTo>
                <a:lnTo>
                  <a:pt x="339149" y="142067"/>
                </a:lnTo>
                <a:lnTo>
                  <a:pt x="337399" y="140814"/>
                </a:lnTo>
                <a:lnTo>
                  <a:pt x="335682" y="139414"/>
                </a:lnTo>
                <a:lnTo>
                  <a:pt x="334001" y="137867"/>
                </a:lnTo>
                <a:lnTo>
                  <a:pt x="332354" y="136173"/>
                </a:lnTo>
                <a:lnTo>
                  <a:pt x="330792" y="134328"/>
                </a:lnTo>
                <a:lnTo>
                  <a:pt x="329367" y="132331"/>
                </a:lnTo>
                <a:lnTo>
                  <a:pt x="328077" y="130183"/>
                </a:lnTo>
                <a:lnTo>
                  <a:pt x="326922" y="127882"/>
                </a:lnTo>
                <a:lnTo>
                  <a:pt x="325904" y="125428"/>
                </a:lnTo>
                <a:lnTo>
                  <a:pt x="325021" y="122823"/>
                </a:lnTo>
                <a:lnTo>
                  <a:pt x="324275" y="120065"/>
                </a:lnTo>
                <a:lnTo>
                  <a:pt x="323664" y="117155"/>
                </a:lnTo>
                <a:lnTo>
                  <a:pt x="323188" y="114093"/>
                </a:lnTo>
                <a:lnTo>
                  <a:pt x="322849" y="110878"/>
                </a:lnTo>
                <a:lnTo>
                  <a:pt x="322645" y="107512"/>
                </a:lnTo>
                <a:lnTo>
                  <a:pt x="322577" y="103993"/>
                </a:lnTo>
                <a:lnTo>
                  <a:pt x="322622" y="101183"/>
                </a:lnTo>
                <a:lnTo>
                  <a:pt x="322758" y="98424"/>
                </a:lnTo>
                <a:lnTo>
                  <a:pt x="322983" y="95715"/>
                </a:lnTo>
                <a:lnTo>
                  <a:pt x="323298" y="93057"/>
                </a:lnTo>
                <a:lnTo>
                  <a:pt x="323704" y="90449"/>
                </a:lnTo>
                <a:lnTo>
                  <a:pt x="324199" y="87892"/>
                </a:lnTo>
                <a:lnTo>
                  <a:pt x="324785" y="85385"/>
                </a:lnTo>
                <a:lnTo>
                  <a:pt x="325461" y="82929"/>
                </a:lnTo>
                <a:lnTo>
                  <a:pt x="326227" y="80524"/>
                </a:lnTo>
                <a:lnTo>
                  <a:pt x="327083" y="78169"/>
                </a:lnTo>
                <a:lnTo>
                  <a:pt x="328029" y="75864"/>
                </a:lnTo>
                <a:lnTo>
                  <a:pt x="329066" y="73610"/>
                </a:lnTo>
                <a:lnTo>
                  <a:pt x="330178" y="71421"/>
                </a:lnTo>
                <a:lnTo>
                  <a:pt x="331350" y="69309"/>
                </a:lnTo>
                <a:lnTo>
                  <a:pt x="332584" y="67275"/>
                </a:lnTo>
                <a:lnTo>
                  <a:pt x="333879" y="65319"/>
                </a:lnTo>
                <a:lnTo>
                  <a:pt x="335234" y="63441"/>
                </a:lnTo>
                <a:lnTo>
                  <a:pt x="336650" y="61642"/>
                </a:lnTo>
                <a:lnTo>
                  <a:pt x="338128" y="59920"/>
                </a:lnTo>
                <a:lnTo>
                  <a:pt x="339666" y="58275"/>
                </a:lnTo>
                <a:lnTo>
                  <a:pt x="341265" y="56709"/>
                </a:lnTo>
                <a:lnTo>
                  <a:pt x="342925" y="55221"/>
                </a:lnTo>
                <a:lnTo>
                  <a:pt x="344646" y="53811"/>
                </a:lnTo>
                <a:lnTo>
                  <a:pt x="346427" y="52479"/>
                </a:lnTo>
                <a:lnTo>
                  <a:pt x="348275" y="51239"/>
                </a:lnTo>
                <a:lnTo>
                  <a:pt x="350195" y="50107"/>
                </a:lnTo>
                <a:lnTo>
                  <a:pt x="352187" y="49084"/>
                </a:lnTo>
                <a:lnTo>
                  <a:pt x="354251" y="48167"/>
                </a:lnTo>
                <a:lnTo>
                  <a:pt x="356386" y="47359"/>
                </a:lnTo>
                <a:lnTo>
                  <a:pt x="358593" y="46659"/>
                </a:lnTo>
                <a:lnTo>
                  <a:pt x="360872" y="46066"/>
                </a:lnTo>
                <a:lnTo>
                  <a:pt x="363223" y="45581"/>
                </a:lnTo>
                <a:lnTo>
                  <a:pt x="365646" y="45204"/>
                </a:lnTo>
                <a:lnTo>
                  <a:pt x="368141" y="44934"/>
                </a:lnTo>
                <a:lnTo>
                  <a:pt x="370708" y="44772"/>
                </a:lnTo>
                <a:lnTo>
                  <a:pt x="373346" y="44719"/>
                </a:lnTo>
                <a:lnTo>
                  <a:pt x="374153" y="44725"/>
                </a:lnTo>
                <a:lnTo>
                  <a:pt x="375027" y="44745"/>
                </a:lnTo>
                <a:lnTo>
                  <a:pt x="375966" y="44779"/>
                </a:lnTo>
                <a:lnTo>
                  <a:pt x="376970" y="44826"/>
                </a:lnTo>
                <a:lnTo>
                  <a:pt x="378041" y="44886"/>
                </a:lnTo>
                <a:lnTo>
                  <a:pt x="379177" y="44960"/>
                </a:lnTo>
                <a:lnTo>
                  <a:pt x="380379" y="45047"/>
                </a:lnTo>
                <a:lnTo>
                  <a:pt x="381647" y="45147"/>
                </a:lnTo>
                <a:lnTo>
                  <a:pt x="382980" y="45261"/>
                </a:lnTo>
                <a:lnTo>
                  <a:pt x="384380" y="45388"/>
                </a:lnTo>
                <a:lnTo>
                  <a:pt x="385845" y="45529"/>
                </a:lnTo>
                <a:lnTo>
                  <a:pt x="387375" y="45683"/>
                </a:lnTo>
                <a:lnTo>
                  <a:pt x="387619" y="45713"/>
                </a:lnTo>
                <a:lnTo>
                  <a:pt x="387882" y="45744"/>
                </a:lnTo>
                <a:lnTo>
                  <a:pt x="388165" y="45776"/>
                </a:lnTo>
                <a:lnTo>
                  <a:pt x="388467" y="45810"/>
                </a:lnTo>
                <a:lnTo>
                  <a:pt x="388788" y="45844"/>
                </a:lnTo>
                <a:lnTo>
                  <a:pt x="389129" y="45880"/>
                </a:lnTo>
                <a:lnTo>
                  <a:pt x="389490" y="45918"/>
                </a:lnTo>
                <a:lnTo>
                  <a:pt x="389869" y="45956"/>
                </a:lnTo>
                <a:lnTo>
                  <a:pt x="390269" y="45995"/>
                </a:lnTo>
                <a:lnTo>
                  <a:pt x="390688" y="46036"/>
                </a:lnTo>
                <a:lnTo>
                  <a:pt x="391126" y="46078"/>
                </a:lnTo>
                <a:lnTo>
                  <a:pt x="391584" y="46122"/>
                </a:lnTo>
                <a:lnTo>
                  <a:pt x="407981" y="46122"/>
                </a:lnTo>
                <a:lnTo>
                  <a:pt x="407981" y="115304"/>
                </a:lnTo>
                <a:lnTo>
                  <a:pt x="408007" y="118219"/>
                </a:lnTo>
                <a:lnTo>
                  <a:pt x="408083" y="121040"/>
                </a:lnTo>
                <a:lnTo>
                  <a:pt x="408211" y="123769"/>
                </a:lnTo>
                <a:lnTo>
                  <a:pt x="408390" y="126406"/>
                </a:lnTo>
                <a:lnTo>
                  <a:pt x="408620" y="128949"/>
                </a:lnTo>
                <a:lnTo>
                  <a:pt x="408902" y="131399"/>
                </a:lnTo>
                <a:lnTo>
                  <a:pt x="409234" y="133757"/>
                </a:lnTo>
                <a:lnTo>
                  <a:pt x="409618" y="136021"/>
                </a:lnTo>
                <a:lnTo>
                  <a:pt x="410053" y="138193"/>
                </a:lnTo>
                <a:lnTo>
                  <a:pt x="410538" y="140272"/>
                </a:lnTo>
                <a:lnTo>
                  <a:pt x="411076" y="142258"/>
                </a:lnTo>
                <a:lnTo>
                  <a:pt x="411664" y="144152"/>
                </a:lnTo>
                <a:lnTo>
                  <a:pt x="394653" y="144152"/>
                </a:lnTo>
                <a:lnTo>
                  <a:pt x="394337" y="142755"/>
                </a:lnTo>
                <a:lnTo>
                  <a:pt x="394032" y="141275"/>
                </a:lnTo>
                <a:lnTo>
                  <a:pt x="393738" y="139714"/>
                </a:lnTo>
                <a:lnTo>
                  <a:pt x="393455" y="138070"/>
                </a:lnTo>
                <a:lnTo>
                  <a:pt x="393183" y="136344"/>
                </a:lnTo>
                <a:lnTo>
                  <a:pt x="392921" y="134535"/>
                </a:lnTo>
                <a:lnTo>
                  <a:pt x="392671" y="132645"/>
                </a:lnTo>
                <a:lnTo>
                  <a:pt x="392432" y="130672"/>
                </a:lnTo>
                <a:lnTo>
                  <a:pt x="392203" y="128616"/>
                </a:lnTo>
                <a:lnTo>
                  <a:pt x="391986" y="126479"/>
                </a:lnTo>
                <a:lnTo>
                  <a:pt x="391780" y="124259"/>
                </a:lnTo>
                <a:lnTo>
                  <a:pt x="391584" y="121957"/>
                </a:lnTo>
                <a:moveTo>
                  <a:pt x="391584" y="102677"/>
                </a:moveTo>
                <a:lnTo>
                  <a:pt x="391584" y="60677"/>
                </a:lnTo>
                <a:lnTo>
                  <a:pt x="390146" y="60313"/>
                </a:lnTo>
                <a:lnTo>
                  <a:pt x="388725" y="59980"/>
                </a:lnTo>
                <a:lnTo>
                  <a:pt x="387321" y="59680"/>
                </a:lnTo>
                <a:lnTo>
                  <a:pt x="385933" y="59410"/>
                </a:lnTo>
                <a:lnTo>
                  <a:pt x="384563" y="59173"/>
                </a:lnTo>
                <a:lnTo>
                  <a:pt x="383210" y="58967"/>
                </a:lnTo>
                <a:lnTo>
                  <a:pt x="381874" y="58793"/>
                </a:lnTo>
                <a:lnTo>
                  <a:pt x="380556" y="58651"/>
                </a:lnTo>
                <a:lnTo>
                  <a:pt x="379254" y="58540"/>
                </a:lnTo>
                <a:lnTo>
                  <a:pt x="377969" y="58461"/>
                </a:lnTo>
                <a:lnTo>
                  <a:pt x="376701" y="58413"/>
                </a:lnTo>
                <a:lnTo>
                  <a:pt x="375450" y="58397"/>
                </a:lnTo>
                <a:lnTo>
                  <a:pt x="372972" y="58478"/>
                </a:lnTo>
                <a:lnTo>
                  <a:pt x="370563" y="58721"/>
                </a:lnTo>
                <a:lnTo>
                  <a:pt x="368225" y="59126"/>
                </a:lnTo>
                <a:lnTo>
                  <a:pt x="365956" y="59693"/>
                </a:lnTo>
                <a:lnTo>
                  <a:pt x="363758" y="60422"/>
                </a:lnTo>
                <a:lnTo>
                  <a:pt x="361629" y="61313"/>
                </a:lnTo>
                <a:lnTo>
                  <a:pt x="359571" y="62366"/>
                </a:lnTo>
                <a:lnTo>
                  <a:pt x="357582" y="63580"/>
                </a:lnTo>
                <a:lnTo>
                  <a:pt x="355664" y="64957"/>
                </a:lnTo>
                <a:lnTo>
                  <a:pt x="353816" y="66496"/>
                </a:lnTo>
                <a:lnTo>
                  <a:pt x="352037" y="68196"/>
                </a:lnTo>
                <a:lnTo>
                  <a:pt x="350329" y="70059"/>
                </a:lnTo>
                <a:lnTo>
                  <a:pt x="348726" y="72061"/>
                </a:lnTo>
                <a:lnTo>
                  <a:pt x="347261" y="74180"/>
                </a:lnTo>
                <a:lnTo>
                  <a:pt x="345937" y="76416"/>
                </a:lnTo>
                <a:lnTo>
                  <a:pt x="344751" y="78769"/>
                </a:lnTo>
                <a:lnTo>
                  <a:pt x="343706" y="81239"/>
                </a:lnTo>
                <a:lnTo>
                  <a:pt x="342799" y="83825"/>
                </a:lnTo>
                <a:lnTo>
                  <a:pt x="342032" y="86529"/>
                </a:lnTo>
                <a:lnTo>
                  <a:pt x="341405" y="89350"/>
                </a:lnTo>
                <a:lnTo>
                  <a:pt x="340917" y="92287"/>
                </a:lnTo>
                <a:lnTo>
                  <a:pt x="340568" y="95341"/>
                </a:lnTo>
                <a:lnTo>
                  <a:pt x="340359" y="98512"/>
                </a:lnTo>
                <a:lnTo>
                  <a:pt x="340289" y="101801"/>
                </a:lnTo>
                <a:lnTo>
                  <a:pt x="340327" y="104177"/>
                </a:lnTo>
                <a:lnTo>
                  <a:pt x="340442" y="106454"/>
                </a:lnTo>
                <a:lnTo>
                  <a:pt x="340632" y="108632"/>
                </a:lnTo>
                <a:lnTo>
                  <a:pt x="340898" y="110710"/>
                </a:lnTo>
                <a:lnTo>
                  <a:pt x="341241" y="112689"/>
                </a:lnTo>
                <a:lnTo>
                  <a:pt x="341659" y="114569"/>
                </a:lnTo>
                <a:lnTo>
                  <a:pt x="342154" y="116350"/>
                </a:lnTo>
                <a:lnTo>
                  <a:pt x="342725" y="118032"/>
                </a:lnTo>
                <a:lnTo>
                  <a:pt x="343372" y="119614"/>
                </a:lnTo>
                <a:lnTo>
                  <a:pt x="344095" y="121097"/>
                </a:lnTo>
                <a:lnTo>
                  <a:pt x="344894" y="122481"/>
                </a:lnTo>
                <a:lnTo>
                  <a:pt x="345770" y="123765"/>
                </a:lnTo>
                <a:lnTo>
                  <a:pt x="346694" y="124949"/>
                </a:lnTo>
                <a:lnTo>
                  <a:pt x="347639" y="126029"/>
                </a:lnTo>
                <a:lnTo>
                  <a:pt x="348606" y="127007"/>
                </a:lnTo>
                <a:lnTo>
                  <a:pt x="349594" y="127882"/>
                </a:lnTo>
                <a:lnTo>
                  <a:pt x="350603" y="128653"/>
                </a:lnTo>
                <a:lnTo>
                  <a:pt x="351633" y="129322"/>
                </a:lnTo>
                <a:lnTo>
                  <a:pt x="352685" y="129888"/>
                </a:lnTo>
                <a:lnTo>
                  <a:pt x="353758" y="130351"/>
                </a:lnTo>
                <a:lnTo>
                  <a:pt x="354853" y="130711"/>
                </a:lnTo>
                <a:lnTo>
                  <a:pt x="355969" y="130969"/>
                </a:lnTo>
                <a:lnTo>
                  <a:pt x="357106" y="131123"/>
                </a:lnTo>
                <a:lnTo>
                  <a:pt x="358264" y="131175"/>
                </a:lnTo>
                <a:lnTo>
                  <a:pt x="359547" y="131121"/>
                </a:lnTo>
                <a:lnTo>
                  <a:pt x="360851" y="130960"/>
                </a:lnTo>
                <a:lnTo>
                  <a:pt x="362177" y="130692"/>
                </a:lnTo>
                <a:lnTo>
                  <a:pt x="363525" y="130317"/>
                </a:lnTo>
                <a:lnTo>
                  <a:pt x="364896" y="129835"/>
                </a:lnTo>
                <a:lnTo>
                  <a:pt x="366288" y="129246"/>
                </a:lnTo>
                <a:lnTo>
                  <a:pt x="367701" y="128549"/>
                </a:lnTo>
                <a:lnTo>
                  <a:pt x="369137" y="127745"/>
                </a:lnTo>
                <a:lnTo>
                  <a:pt x="370595" y="126834"/>
                </a:lnTo>
                <a:lnTo>
                  <a:pt x="372075" y="125816"/>
                </a:lnTo>
                <a:lnTo>
                  <a:pt x="373576" y="124691"/>
                </a:lnTo>
                <a:lnTo>
                  <a:pt x="375100" y="123458"/>
                </a:lnTo>
                <a:lnTo>
                  <a:pt x="376621" y="122135"/>
                </a:lnTo>
                <a:lnTo>
                  <a:pt x="378115" y="120738"/>
                </a:lnTo>
                <a:lnTo>
                  <a:pt x="379583" y="119266"/>
                </a:lnTo>
                <a:lnTo>
                  <a:pt x="381023" y="117720"/>
                </a:lnTo>
                <a:lnTo>
                  <a:pt x="382437" y="116100"/>
                </a:lnTo>
                <a:lnTo>
                  <a:pt x="383824" y="114405"/>
                </a:lnTo>
                <a:lnTo>
                  <a:pt x="385185" y="112636"/>
                </a:lnTo>
                <a:lnTo>
                  <a:pt x="386518" y="110793"/>
                </a:lnTo>
                <a:lnTo>
                  <a:pt x="387825" y="108876"/>
                </a:lnTo>
                <a:lnTo>
                  <a:pt x="389105" y="106884"/>
                </a:lnTo>
                <a:lnTo>
                  <a:pt x="390358" y="104818"/>
                </a:lnTo>
                <a:lnTo>
                  <a:pt x="391584" y="102677"/>
                </a:lnTo>
                <a:close/>
                <a:moveTo>
                  <a:pt x="474822" y="148361"/>
                </a:moveTo>
                <a:lnTo>
                  <a:pt x="473854" y="148331"/>
                </a:lnTo>
                <a:lnTo>
                  <a:pt x="472910" y="148244"/>
                </a:lnTo>
                <a:lnTo>
                  <a:pt x="471989" y="148097"/>
                </a:lnTo>
                <a:lnTo>
                  <a:pt x="471090" y="147893"/>
                </a:lnTo>
                <a:lnTo>
                  <a:pt x="470215" y="147630"/>
                </a:lnTo>
                <a:lnTo>
                  <a:pt x="469363" y="147308"/>
                </a:lnTo>
                <a:lnTo>
                  <a:pt x="468535" y="146928"/>
                </a:lnTo>
                <a:lnTo>
                  <a:pt x="467729" y="146490"/>
                </a:lnTo>
                <a:lnTo>
                  <a:pt x="466947" y="145993"/>
                </a:lnTo>
                <a:lnTo>
                  <a:pt x="466187" y="145438"/>
                </a:lnTo>
                <a:lnTo>
                  <a:pt x="465451" y="144824"/>
                </a:lnTo>
                <a:lnTo>
                  <a:pt x="464738" y="144152"/>
                </a:lnTo>
                <a:lnTo>
                  <a:pt x="464066" y="143439"/>
                </a:lnTo>
                <a:lnTo>
                  <a:pt x="463452" y="142702"/>
                </a:lnTo>
                <a:lnTo>
                  <a:pt x="462897" y="141943"/>
                </a:lnTo>
                <a:lnTo>
                  <a:pt x="462400" y="141161"/>
                </a:lnTo>
                <a:lnTo>
                  <a:pt x="461962" y="140355"/>
                </a:lnTo>
                <a:lnTo>
                  <a:pt x="461582" y="139526"/>
                </a:lnTo>
                <a:lnTo>
                  <a:pt x="461260" y="138675"/>
                </a:lnTo>
                <a:lnTo>
                  <a:pt x="460997" y="137800"/>
                </a:lnTo>
                <a:lnTo>
                  <a:pt x="460792" y="136901"/>
                </a:lnTo>
                <a:lnTo>
                  <a:pt x="460646" y="135980"/>
                </a:lnTo>
                <a:lnTo>
                  <a:pt x="460559" y="135036"/>
                </a:lnTo>
                <a:lnTo>
                  <a:pt x="460529" y="134068"/>
                </a:lnTo>
                <a:lnTo>
                  <a:pt x="460559" y="133087"/>
                </a:lnTo>
                <a:lnTo>
                  <a:pt x="460648" y="132131"/>
                </a:lnTo>
                <a:lnTo>
                  <a:pt x="460795" y="131199"/>
                </a:lnTo>
                <a:lnTo>
                  <a:pt x="461002" y="130293"/>
                </a:lnTo>
                <a:lnTo>
                  <a:pt x="461268" y="129411"/>
                </a:lnTo>
                <a:lnTo>
                  <a:pt x="461593" y="128555"/>
                </a:lnTo>
                <a:lnTo>
                  <a:pt x="461976" y="127724"/>
                </a:lnTo>
                <a:lnTo>
                  <a:pt x="462419" y="126917"/>
                </a:lnTo>
                <a:lnTo>
                  <a:pt x="462921" y="126135"/>
                </a:lnTo>
                <a:lnTo>
                  <a:pt x="463483" y="125379"/>
                </a:lnTo>
                <a:lnTo>
                  <a:pt x="464103" y="124647"/>
                </a:lnTo>
                <a:lnTo>
                  <a:pt x="464782" y="123941"/>
                </a:lnTo>
                <a:lnTo>
                  <a:pt x="465501" y="123275"/>
                </a:lnTo>
                <a:lnTo>
                  <a:pt x="466242" y="122668"/>
                </a:lnTo>
                <a:lnTo>
                  <a:pt x="467004" y="122118"/>
                </a:lnTo>
                <a:lnTo>
                  <a:pt x="467788" y="121627"/>
                </a:lnTo>
                <a:lnTo>
                  <a:pt x="468592" y="121193"/>
                </a:lnTo>
                <a:lnTo>
                  <a:pt x="469418" y="120817"/>
                </a:lnTo>
                <a:lnTo>
                  <a:pt x="470266" y="120499"/>
                </a:lnTo>
                <a:lnTo>
                  <a:pt x="471134" y="120238"/>
                </a:lnTo>
                <a:lnTo>
                  <a:pt x="472024" y="120036"/>
                </a:lnTo>
                <a:lnTo>
                  <a:pt x="472935" y="119891"/>
                </a:lnTo>
                <a:lnTo>
                  <a:pt x="473868" y="119805"/>
                </a:lnTo>
                <a:lnTo>
                  <a:pt x="474822" y="119776"/>
                </a:lnTo>
                <a:lnTo>
                  <a:pt x="475776" y="119805"/>
                </a:lnTo>
                <a:lnTo>
                  <a:pt x="476708" y="119891"/>
                </a:lnTo>
                <a:lnTo>
                  <a:pt x="477619" y="120036"/>
                </a:lnTo>
                <a:lnTo>
                  <a:pt x="478509" y="120238"/>
                </a:lnTo>
                <a:lnTo>
                  <a:pt x="479378" y="120499"/>
                </a:lnTo>
                <a:lnTo>
                  <a:pt x="480225" y="120817"/>
                </a:lnTo>
                <a:lnTo>
                  <a:pt x="481051" y="121193"/>
                </a:lnTo>
                <a:lnTo>
                  <a:pt x="481856" y="121627"/>
                </a:lnTo>
                <a:lnTo>
                  <a:pt x="482639" y="122118"/>
                </a:lnTo>
                <a:lnTo>
                  <a:pt x="483401" y="122668"/>
                </a:lnTo>
                <a:lnTo>
                  <a:pt x="484142" y="123275"/>
                </a:lnTo>
                <a:lnTo>
                  <a:pt x="484862" y="123941"/>
                </a:lnTo>
                <a:lnTo>
                  <a:pt x="485541" y="124647"/>
                </a:lnTo>
                <a:lnTo>
                  <a:pt x="486161" y="125379"/>
                </a:lnTo>
                <a:lnTo>
                  <a:pt x="486722" y="126135"/>
                </a:lnTo>
                <a:lnTo>
                  <a:pt x="487224" y="126917"/>
                </a:lnTo>
                <a:lnTo>
                  <a:pt x="487667" y="127724"/>
                </a:lnTo>
                <a:lnTo>
                  <a:pt x="488051" y="128555"/>
                </a:lnTo>
                <a:lnTo>
                  <a:pt x="488376" y="129411"/>
                </a:lnTo>
                <a:lnTo>
                  <a:pt x="488642" y="130293"/>
                </a:lnTo>
                <a:lnTo>
                  <a:pt x="488848" y="131199"/>
                </a:lnTo>
                <a:lnTo>
                  <a:pt x="488996" y="132131"/>
                </a:lnTo>
                <a:lnTo>
                  <a:pt x="489085" y="133087"/>
                </a:lnTo>
                <a:lnTo>
                  <a:pt x="489114" y="134068"/>
                </a:lnTo>
                <a:lnTo>
                  <a:pt x="489085" y="135036"/>
                </a:lnTo>
                <a:lnTo>
                  <a:pt x="488997" y="135980"/>
                </a:lnTo>
                <a:lnTo>
                  <a:pt x="488851" y="136901"/>
                </a:lnTo>
                <a:lnTo>
                  <a:pt x="488647" y="137800"/>
                </a:lnTo>
                <a:lnTo>
                  <a:pt x="488384" y="138675"/>
                </a:lnTo>
                <a:lnTo>
                  <a:pt x="488062" y="139526"/>
                </a:lnTo>
                <a:lnTo>
                  <a:pt x="487682" y="140355"/>
                </a:lnTo>
                <a:lnTo>
                  <a:pt x="487244" y="141161"/>
                </a:lnTo>
                <a:lnTo>
                  <a:pt x="486747" y="141943"/>
                </a:lnTo>
                <a:lnTo>
                  <a:pt x="486191" y="142702"/>
                </a:lnTo>
                <a:lnTo>
                  <a:pt x="485578" y="143439"/>
                </a:lnTo>
                <a:lnTo>
                  <a:pt x="484905" y="144152"/>
                </a:lnTo>
                <a:lnTo>
                  <a:pt x="484192" y="144824"/>
                </a:lnTo>
                <a:lnTo>
                  <a:pt x="483456" y="145438"/>
                </a:lnTo>
                <a:lnTo>
                  <a:pt x="482697" y="145993"/>
                </a:lnTo>
                <a:lnTo>
                  <a:pt x="481914" y="146490"/>
                </a:lnTo>
                <a:lnTo>
                  <a:pt x="481109" y="146928"/>
                </a:lnTo>
                <a:lnTo>
                  <a:pt x="480280" y="147308"/>
                </a:lnTo>
                <a:lnTo>
                  <a:pt x="479428" y="147630"/>
                </a:lnTo>
                <a:lnTo>
                  <a:pt x="478553" y="147893"/>
                </a:lnTo>
                <a:lnTo>
                  <a:pt x="477655" y="148097"/>
                </a:lnTo>
                <a:lnTo>
                  <a:pt x="476734" y="148244"/>
                </a:lnTo>
                <a:lnTo>
                  <a:pt x="475789" y="148331"/>
                </a:lnTo>
                <a:lnTo>
                  <a:pt x="474822" y="148361"/>
                </a:lnTo>
                <a:close/>
                <a:moveTo>
                  <a:pt x="623383" y="137488"/>
                </a:moveTo>
                <a:lnTo>
                  <a:pt x="620139" y="138972"/>
                </a:lnTo>
                <a:lnTo>
                  <a:pt x="616924" y="140328"/>
                </a:lnTo>
                <a:lnTo>
                  <a:pt x="613738" y="141554"/>
                </a:lnTo>
                <a:lnTo>
                  <a:pt x="610582" y="142651"/>
                </a:lnTo>
                <a:lnTo>
                  <a:pt x="607454" y="143620"/>
                </a:lnTo>
                <a:lnTo>
                  <a:pt x="604356" y="144459"/>
                </a:lnTo>
                <a:lnTo>
                  <a:pt x="601287" y="145169"/>
                </a:lnTo>
                <a:lnTo>
                  <a:pt x="598248" y="145749"/>
                </a:lnTo>
                <a:lnTo>
                  <a:pt x="595237" y="146201"/>
                </a:lnTo>
                <a:lnTo>
                  <a:pt x="592256" y="146524"/>
                </a:lnTo>
                <a:lnTo>
                  <a:pt x="589304" y="146718"/>
                </a:lnTo>
                <a:lnTo>
                  <a:pt x="586381" y="146782"/>
                </a:lnTo>
                <a:lnTo>
                  <a:pt x="584194" y="146737"/>
                </a:lnTo>
                <a:lnTo>
                  <a:pt x="582046" y="146600"/>
                </a:lnTo>
                <a:lnTo>
                  <a:pt x="579936" y="146372"/>
                </a:lnTo>
                <a:lnTo>
                  <a:pt x="577866" y="146053"/>
                </a:lnTo>
                <a:lnTo>
                  <a:pt x="575835" y="145642"/>
                </a:lnTo>
                <a:lnTo>
                  <a:pt x="573842" y="145141"/>
                </a:lnTo>
                <a:lnTo>
                  <a:pt x="571889" y="144548"/>
                </a:lnTo>
                <a:lnTo>
                  <a:pt x="569974" y="143864"/>
                </a:lnTo>
                <a:lnTo>
                  <a:pt x="568099" y="143089"/>
                </a:lnTo>
                <a:lnTo>
                  <a:pt x="566263" y="142223"/>
                </a:lnTo>
                <a:lnTo>
                  <a:pt x="564465" y="141266"/>
                </a:lnTo>
                <a:lnTo>
                  <a:pt x="562706" y="140217"/>
                </a:lnTo>
                <a:lnTo>
                  <a:pt x="560996" y="139083"/>
                </a:lnTo>
                <a:lnTo>
                  <a:pt x="559344" y="137872"/>
                </a:lnTo>
                <a:lnTo>
                  <a:pt x="557750" y="136581"/>
                </a:lnTo>
                <a:lnTo>
                  <a:pt x="556213" y="135213"/>
                </a:lnTo>
                <a:lnTo>
                  <a:pt x="554734" y="133766"/>
                </a:lnTo>
                <a:lnTo>
                  <a:pt x="553313" y="132240"/>
                </a:lnTo>
                <a:lnTo>
                  <a:pt x="551950" y="130637"/>
                </a:lnTo>
                <a:lnTo>
                  <a:pt x="550645" y="128954"/>
                </a:lnTo>
                <a:lnTo>
                  <a:pt x="549398" y="127194"/>
                </a:lnTo>
                <a:lnTo>
                  <a:pt x="548208" y="125355"/>
                </a:lnTo>
                <a:lnTo>
                  <a:pt x="547077" y="123437"/>
                </a:lnTo>
                <a:lnTo>
                  <a:pt x="546003" y="121442"/>
                </a:lnTo>
                <a:lnTo>
                  <a:pt x="545001" y="119394"/>
                </a:lnTo>
                <a:lnTo>
                  <a:pt x="544087" y="117323"/>
                </a:lnTo>
                <a:lnTo>
                  <a:pt x="543260" y="115229"/>
                </a:lnTo>
                <a:lnTo>
                  <a:pt x="542520" y="113111"/>
                </a:lnTo>
                <a:lnTo>
                  <a:pt x="541867" y="110969"/>
                </a:lnTo>
                <a:lnTo>
                  <a:pt x="541301" y="108803"/>
                </a:lnTo>
                <a:lnTo>
                  <a:pt x="540822" y="106614"/>
                </a:lnTo>
                <a:lnTo>
                  <a:pt x="540430" y="104401"/>
                </a:lnTo>
                <a:lnTo>
                  <a:pt x="540125" y="102164"/>
                </a:lnTo>
                <a:lnTo>
                  <a:pt x="539908" y="99904"/>
                </a:lnTo>
                <a:lnTo>
                  <a:pt x="539777" y="97620"/>
                </a:lnTo>
                <a:lnTo>
                  <a:pt x="539733" y="95312"/>
                </a:lnTo>
                <a:lnTo>
                  <a:pt x="539775" y="93087"/>
                </a:lnTo>
                <a:lnTo>
                  <a:pt x="539899" y="90877"/>
                </a:lnTo>
                <a:lnTo>
                  <a:pt x="540106" y="88681"/>
                </a:lnTo>
                <a:lnTo>
                  <a:pt x="540396" y="86500"/>
                </a:lnTo>
                <a:lnTo>
                  <a:pt x="540769" y="84333"/>
                </a:lnTo>
                <a:lnTo>
                  <a:pt x="541224" y="82181"/>
                </a:lnTo>
                <a:lnTo>
                  <a:pt x="541762" y="80044"/>
                </a:lnTo>
                <a:lnTo>
                  <a:pt x="542383" y="77921"/>
                </a:lnTo>
                <a:lnTo>
                  <a:pt x="543087" y="75813"/>
                </a:lnTo>
                <a:lnTo>
                  <a:pt x="543874" y="73720"/>
                </a:lnTo>
                <a:lnTo>
                  <a:pt x="544744" y="71641"/>
                </a:lnTo>
                <a:lnTo>
                  <a:pt x="545696" y="69577"/>
                </a:lnTo>
                <a:lnTo>
                  <a:pt x="546722" y="67558"/>
                </a:lnTo>
                <a:lnTo>
                  <a:pt x="547815" y="65614"/>
                </a:lnTo>
                <a:lnTo>
                  <a:pt x="548973" y="63747"/>
                </a:lnTo>
                <a:lnTo>
                  <a:pt x="550197" y="61956"/>
                </a:lnTo>
                <a:lnTo>
                  <a:pt x="551487" y="60241"/>
                </a:lnTo>
                <a:lnTo>
                  <a:pt x="552842" y="58601"/>
                </a:lnTo>
                <a:lnTo>
                  <a:pt x="554263" y="57038"/>
                </a:lnTo>
                <a:lnTo>
                  <a:pt x="555750" y="55551"/>
                </a:lnTo>
                <a:lnTo>
                  <a:pt x="557303" y="54140"/>
                </a:lnTo>
                <a:lnTo>
                  <a:pt x="558921" y="52805"/>
                </a:lnTo>
                <a:lnTo>
                  <a:pt x="560606" y="51546"/>
                </a:lnTo>
                <a:lnTo>
                  <a:pt x="562356" y="50363"/>
                </a:lnTo>
                <a:lnTo>
                  <a:pt x="564156" y="49266"/>
                </a:lnTo>
                <a:lnTo>
                  <a:pt x="565990" y="48263"/>
                </a:lnTo>
                <a:lnTo>
                  <a:pt x="567858" y="47357"/>
                </a:lnTo>
                <a:lnTo>
                  <a:pt x="569760" y="46545"/>
                </a:lnTo>
                <a:lnTo>
                  <a:pt x="571696" y="45829"/>
                </a:lnTo>
                <a:lnTo>
                  <a:pt x="573667" y="45209"/>
                </a:lnTo>
                <a:lnTo>
                  <a:pt x="575671" y="44684"/>
                </a:lnTo>
                <a:lnTo>
                  <a:pt x="577710" y="44255"/>
                </a:lnTo>
                <a:lnTo>
                  <a:pt x="579783" y="43921"/>
                </a:lnTo>
                <a:lnTo>
                  <a:pt x="581890" y="43682"/>
                </a:lnTo>
                <a:lnTo>
                  <a:pt x="584031" y="43539"/>
                </a:lnTo>
                <a:lnTo>
                  <a:pt x="586206" y="43491"/>
                </a:lnTo>
                <a:lnTo>
                  <a:pt x="589066" y="43577"/>
                </a:lnTo>
                <a:lnTo>
                  <a:pt x="591831" y="43836"/>
                </a:lnTo>
                <a:lnTo>
                  <a:pt x="594500" y="44267"/>
                </a:lnTo>
                <a:lnTo>
                  <a:pt x="597074" y="44870"/>
                </a:lnTo>
                <a:lnTo>
                  <a:pt x="599552" y="45646"/>
                </a:lnTo>
                <a:lnTo>
                  <a:pt x="601934" y="46594"/>
                </a:lnTo>
                <a:lnTo>
                  <a:pt x="604221" y="47715"/>
                </a:lnTo>
                <a:lnTo>
                  <a:pt x="606412" y="49008"/>
                </a:lnTo>
                <a:lnTo>
                  <a:pt x="608507" y="50473"/>
                </a:lnTo>
                <a:lnTo>
                  <a:pt x="610507" y="52111"/>
                </a:lnTo>
                <a:lnTo>
                  <a:pt x="612412" y="53921"/>
                </a:lnTo>
                <a:lnTo>
                  <a:pt x="614221" y="55904"/>
                </a:lnTo>
                <a:lnTo>
                  <a:pt x="615908" y="58066"/>
                </a:lnTo>
                <a:lnTo>
                  <a:pt x="617449" y="60414"/>
                </a:lnTo>
                <a:lnTo>
                  <a:pt x="618843" y="62950"/>
                </a:lnTo>
                <a:lnTo>
                  <a:pt x="620090" y="65673"/>
                </a:lnTo>
                <a:lnTo>
                  <a:pt x="621191" y="68582"/>
                </a:lnTo>
                <a:lnTo>
                  <a:pt x="622145" y="71679"/>
                </a:lnTo>
                <a:lnTo>
                  <a:pt x="622952" y="74962"/>
                </a:lnTo>
                <a:lnTo>
                  <a:pt x="623612" y="78432"/>
                </a:lnTo>
                <a:lnTo>
                  <a:pt x="624126" y="82090"/>
                </a:lnTo>
                <a:lnTo>
                  <a:pt x="624493" y="85934"/>
                </a:lnTo>
                <a:lnTo>
                  <a:pt x="624713" y="89965"/>
                </a:lnTo>
                <a:lnTo>
                  <a:pt x="624786" y="94183"/>
                </a:lnTo>
                <a:lnTo>
                  <a:pt x="624786" y="97679"/>
                </a:lnTo>
                <a:lnTo>
                  <a:pt x="557270" y="97679"/>
                </a:lnTo>
                <a:lnTo>
                  <a:pt x="557300" y="99362"/>
                </a:lnTo>
                <a:lnTo>
                  <a:pt x="557388" y="101021"/>
                </a:lnTo>
                <a:lnTo>
                  <a:pt x="557536" y="102655"/>
                </a:lnTo>
                <a:lnTo>
                  <a:pt x="557743" y="104265"/>
                </a:lnTo>
                <a:lnTo>
                  <a:pt x="558008" y="105851"/>
                </a:lnTo>
                <a:lnTo>
                  <a:pt x="558333" y="107412"/>
                </a:lnTo>
                <a:lnTo>
                  <a:pt x="558717" y="108949"/>
                </a:lnTo>
                <a:lnTo>
                  <a:pt x="559160" y="110462"/>
                </a:lnTo>
                <a:lnTo>
                  <a:pt x="559662" y="111950"/>
                </a:lnTo>
                <a:lnTo>
                  <a:pt x="560223" y="113414"/>
                </a:lnTo>
                <a:lnTo>
                  <a:pt x="560843" y="114853"/>
                </a:lnTo>
                <a:lnTo>
                  <a:pt x="561523" y="116268"/>
                </a:lnTo>
                <a:lnTo>
                  <a:pt x="562250" y="117642"/>
                </a:lnTo>
                <a:lnTo>
                  <a:pt x="563015" y="118957"/>
                </a:lnTo>
                <a:lnTo>
                  <a:pt x="563816" y="120214"/>
                </a:lnTo>
                <a:lnTo>
                  <a:pt x="564655" y="121412"/>
                </a:lnTo>
                <a:lnTo>
                  <a:pt x="565531" y="122552"/>
                </a:lnTo>
                <a:lnTo>
                  <a:pt x="566444" y="123634"/>
                </a:lnTo>
                <a:lnTo>
                  <a:pt x="567394" y="124657"/>
                </a:lnTo>
                <a:lnTo>
                  <a:pt x="568382" y="125621"/>
                </a:lnTo>
                <a:lnTo>
                  <a:pt x="569406" y="126527"/>
                </a:lnTo>
                <a:lnTo>
                  <a:pt x="570468" y="127375"/>
                </a:lnTo>
                <a:lnTo>
                  <a:pt x="571566" y="128164"/>
                </a:lnTo>
                <a:lnTo>
                  <a:pt x="572702" y="128895"/>
                </a:lnTo>
                <a:lnTo>
                  <a:pt x="573870" y="129567"/>
                </a:lnTo>
                <a:lnTo>
                  <a:pt x="575065" y="130181"/>
                </a:lnTo>
                <a:lnTo>
                  <a:pt x="576286" y="130736"/>
                </a:lnTo>
                <a:lnTo>
                  <a:pt x="577535" y="131233"/>
                </a:lnTo>
                <a:lnTo>
                  <a:pt x="578810" y="131671"/>
                </a:lnTo>
                <a:lnTo>
                  <a:pt x="580112" y="132051"/>
                </a:lnTo>
                <a:lnTo>
                  <a:pt x="581440" y="132373"/>
                </a:lnTo>
                <a:lnTo>
                  <a:pt x="582796" y="132636"/>
                </a:lnTo>
                <a:lnTo>
                  <a:pt x="584178" y="132841"/>
                </a:lnTo>
                <a:lnTo>
                  <a:pt x="585587" y="132987"/>
                </a:lnTo>
                <a:lnTo>
                  <a:pt x="587023" y="133074"/>
                </a:lnTo>
                <a:lnTo>
                  <a:pt x="588485" y="133104"/>
                </a:lnTo>
                <a:lnTo>
                  <a:pt x="591139" y="133031"/>
                </a:lnTo>
                <a:lnTo>
                  <a:pt x="593839" y="132811"/>
                </a:lnTo>
                <a:lnTo>
                  <a:pt x="596585" y="132446"/>
                </a:lnTo>
                <a:lnTo>
                  <a:pt x="599378" y="131934"/>
                </a:lnTo>
                <a:lnTo>
                  <a:pt x="602216" y="131277"/>
                </a:lnTo>
                <a:lnTo>
                  <a:pt x="605101" y="130473"/>
                </a:lnTo>
                <a:lnTo>
                  <a:pt x="608033" y="129523"/>
                </a:lnTo>
                <a:lnTo>
                  <a:pt x="611010" y="128427"/>
                </a:lnTo>
                <a:lnTo>
                  <a:pt x="614034" y="127185"/>
                </a:lnTo>
                <a:lnTo>
                  <a:pt x="617104" y="125797"/>
                </a:lnTo>
                <a:lnTo>
                  <a:pt x="620221" y="124262"/>
                </a:lnTo>
                <a:lnTo>
                  <a:pt x="623383" y="122582"/>
                </a:lnTo>
                <a:lnTo>
                  <a:pt x="623383" y="137488"/>
                </a:lnTo>
                <a:moveTo>
                  <a:pt x="558235" y="85404"/>
                </a:moveTo>
                <a:lnTo>
                  <a:pt x="607074" y="85404"/>
                </a:lnTo>
                <a:lnTo>
                  <a:pt x="607074" y="83066"/>
                </a:lnTo>
                <a:lnTo>
                  <a:pt x="607034" y="81122"/>
                </a:lnTo>
                <a:lnTo>
                  <a:pt x="606911" y="79245"/>
                </a:lnTo>
                <a:lnTo>
                  <a:pt x="606707" y="77436"/>
                </a:lnTo>
                <a:lnTo>
                  <a:pt x="606422" y="75694"/>
                </a:lnTo>
                <a:lnTo>
                  <a:pt x="606054" y="74019"/>
                </a:lnTo>
                <a:lnTo>
                  <a:pt x="605606" y="72412"/>
                </a:lnTo>
                <a:lnTo>
                  <a:pt x="605075" y="70872"/>
                </a:lnTo>
                <a:lnTo>
                  <a:pt x="604463" y="69400"/>
                </a:lnTo>
                <a:lnTo>
                  <a:pt x="603770" y="67995"/>
                </a:lnTo>
                <a:lnTo>
                  <a:pt x="602995" y="66657"/>
                </a:lnTo>
                <a:lnTo>
                  <a:pt x="602138" y="65387"/>
                </a:lnTo>
                <a:lnTo>
                  <a:pt x="601200" y="64184"/>
                </a:lnTo>
                <a:lnTo>
                  <a:pt x="600193" y="63064"/>
                </a:lnTo>
                <a:lnTo>
                  <a:pt x="599132" y="62041"/>
                </a:lnTo>
                <a:lnTo>
                  <a:pt x="598016" y="61115"/>
                </a:lnTo>
                <a:lnTo>
                  <a:pt x="596845" y="60287"/>
                </a:lnTo>
                <a:lnTo>
                  <a:pt x="595619" y="59557"/>
                </a:lnTo>
                <a:lnTo>
                  <a:pt x="594338" y="58923"/>
                </a:lnTo>
                <a:lnTo>
                  <a:pt x="593003" y="58387"/>
                </a:lnTo>
                <a:lnTo>
                  <a:pt x="591613" y="57949"/>
                </a:lnTo>
                <a:lnTo>
                  <a:pt x="590168" y="57608"/>
                </a:lnTo>
                <a:lnTo>
                  <a:pt x="588668" y="57365"/>
                </a:lnTo>
                <a:lnTo>
                  <a:pt x="587114" y="57218"/>
                </a:lnTo>
                <a:lnTo>
                  <a:pt x="585504" y="57170"/>
                </a:lnTo>
                <a:lnTo>
                  <a:pt x="583871" y="57219"/>
                </a:lnTo>
                <a:lnTo>
                  <a:pt x="582276" y="57368"/>
                </a:lnTo>
                <a:lnTo>
                  <a:pt x="580717" y="57616"/>
                </a:lnTo>
                <a:lnTo>
                  <a:pt x="579196" y="57964"/>
                </a:lnTo>
                <a:lnTo>
                  <a:pt x="577712" y="58410"/>
                </a:lnTo>
                <a:lnTo>
                  <a:pt x="576265" y="58956"/>
                </a:lnTo>
                <a:lnTo>
                  <a:pt x="574855" y="59601"/>
                </a:lnTo>
                <a:lnTo>
                  <a:pt x="573482" y="60346"/>
                </a:lnTo>
                <a:lnTo>
                  <a:pt x="572146" y="61189"/>
                </a:lnTo>
                <a:lnTo>
                  <a:pt x="570848" y="62132"/>
                </a:lnTo>
                <a:lnTo>
                  <a:pt x="569586" y="63174"/>
                </a:lnTo>
                <a:lnTo>
                  <a:pt x="568362" y="64316"/>
                </a:lnTo>
                <a:lnTo>
                  <a:pt x="567187" y="65554"/>
                </a:lnTo>
                <a:lnTo>
                  <a:pt x="566071" y="66886"/>
                </a:lnTo>
                <a:lnTo>
                  <a:pt x="565016" y="68313"/>
                </a:lnTo>
                <a:lnTo>
                  <a:pt x="564022" y="69834"/>
                </a:lnTo>
                <a:lnTo>
                  <a:pt x="563087" y="71449"/>
                </a:lnTo>
                <a:lnTo>
                  <a:pt x="562213" y="73160"/>
                </a:lnTo>
                <a:lnTo>
                  <a:pt x="561399" y="74964"/>
                </a:lnTo>
                <a:lnTo>
                  <a:pt x="560646" y="76863"/>
                </a:lnTo>
                <a:lnTo>
                  <a:pt x="559953" y="78857"/>
                </a:lnTo>
                <a:lnTo>
                  <a:pt x="559320" y="80945"/>
                </a:lnTo>
                <a:lnTo>
                  <a:pt x="558747" y="83127"/>
                </a:lnTo>
                <a:lnTo>
                  <a:pt x="558235" y="85404"/>
                </a:lnTo>
                <a:close/>
                <a:moveTo>
                  <a:pt x="657606" y="144152"/>
                </a:moveTo>
                <a:lnTo>
                  <a:pt x="657606" y="46122"/>
                </a:lnTo>
                <a:lnTo>
                  <a:pt x="673915" y="46122"/>
                </a:lnTo>
                <a:lnTo>
                  <a:pt x="673915" y="67656"/>
                </a:lnTo>
                <a:lnTo>
                  <a:pt x="675202" y="65677"/>
                </a:lnTo>
                <a:lnTo>
                  <a:pt x="676520" y="63783"/>
                </a:lnTo>
                <a:lnTo>
                  <a:pt x="677869" y="61974"/>
                </a:lnTo>
                <a:lnTo>
                  <a:pt x="679249" y="60250"/>
                </a:lnTo>
                <a:lnTo>
                  <a:pt x="680660" y="58610"/>
                </a:lnTo>
                <a:lnTo>
                  <a:pt x="682102" y="57056"/>
                </a:lnTo>
                <a:lnTo>
                  <a:pt x="683576" y="55586"/>
                </a:lnTo>
                <a:lnTo>
                  <a:pt x="685080" y="54202"/>
                </a:lnTo>
                <a:lnTo>
                  <a:pt x="686615" y="52902"/>
                </a:lnTo>
                <a:lnTo>
                  <a:pt x="688182" y="51687"/>
                </a:lnTo>
                <a:lnTo>
                  <a:pt x="689779" y="50556"/>
                </a:lnTo>
                <a:lnTo>
                  <a:pt x="691408" y="49511"/>
                </a:lnTo>
                <a:lnTo>
                  <a:pt x="693067" y="48550"/>
                </a:lnTo>
                <a:lnTo>
                  <a:pt x="694758" y="47672"/>
                </a:lnTo>
                <a:lnTo>
                  <a:pt x="696480" y="46877"/>
                </a:lnTo>
                <a:lnTo>
                  <a:pt x="698232" y="46167"/>
                </a:lnTo>
                <a:lnTo>
                  <a:pt x="700016" y="45540"/>
                </a:lnTo>
                <a:lnTo>
                  <a:pt x="701831" y="44996"/>
                </a:lnTo>
                <a:lnTo>
                  <a:pt x="703677" y="44536"/>
                </a:lnTo>
                <a:lnTo>
                  <a:pt x="705554" y="44160"/>
                </a:lnTo>
                <a:lnTo>
                  <a:pt x="707462" y="43867"/>
                </a:lnTo>
                <a:lnTo>
                  <a:pt x="709401" y="43658"/>
                </a:lnTo>
                <a:lnTo>
                  <a:pt x="711371" y="43533"/>
                </a:lnTo>
                <a:lnTo>
                  <a:pt x="713373" y="43491"/>
                </a:lnTo>
                <a:lnTo>
                  <a:pt x="714849" y="43509"/>
                </a:lnTo>
                <a:lnTo>
                  <a:pt x="716325" y="43564"/>
                </a:lnTo>
                <a:lnTo>
                  <a:pt x="717801" y="43655"/>
                </a:lnTo>
                <a:lnTo>
                  <a:pt x="719277" y="43783"/>
                </a:lnTo>
                <a:lnTo>
                  <a:pt x="720753" y="43948"/>
                </a:lnTo>
                <a:lnTo>
                  <a:pt x="722229" y="44149"/>
                </a:lnTo>
                <a:lnTo>
                  <a:pt x="723705" y="44386"/>
                </a:lnTo>
                <a:lnTo>
                  <a:pt x="725181" y="44660"/>
                </a:lnTo>
                <a:lnTo>
                  <a:pt x="726657" y="44971"/>
                </a:lnTo>
                <a:lnTo>
                  <a:pt x="728133" y="45318"/>
                </a:lnTo>
                <a:lnTo>
                  <a:pt x="729609" y="45701"/>
                </a:lnTo>
                <a:lnTo>
                  <a:pt x="731085" y="46122"/>
                </a:lnTo>
                <a:lnTo>
                  <a:pt x="731085" y="81546"/>
                </a:lnTo>
                <a:lnTo>
                  <a:pt x="715389" y="81546"/>
                </a:lnTo>
                <a:lnTo>
                  <a:pt x="715389" y="59271"/>
                </a:lnTo>
                <a:lnTo>
                  <a:pt x="714715" y="59160"/>
                </a:lnTo>
                <a:lnTo>
                  <a:pt x="714064" y="59058"/>
                </a:lnTo>
                <a:lnTo>
                  <a:pt x="713438" y="58966"/>
                </a:lnTo>
                <a:lnTo>
                  <a:pt x="712837" y="58883"/>
                </a:lnTo>
                <a:lnTo>
                  <a:pt x="712259" y="58810"/>
                </a:lnTo>
                <a:lnTo>
                  <a:pt x="711707" y="58747"/>
                </a:lnTo>
                <a:lnTo>
                  <a:pt x="711178" y="58694"/>
                </a:lnTo>
                <a:lnTo>
                  <a:pt x="710674" y="58650"/>
                </a:lnTo>
                <a:lnTo>
                  <a:pt x="710194" y="58616"/>
                </a:lnTo>
                <a:lnTo>
                  <a:pt x="709739" y="58592"/>
                </a:lnTo>
                <a:lnTo>
                  <a:pt x="709307" y="58577"/>
                </a:lnTo>
                <a:lnTo>
                  <a:pt x="708901" y="58573"/>
                </a:lnTo>
                <a:lnTo>
                  <a:pt x="707383" y="58622"/>
                </a:lnTo>
                <a:lnTo>
                  <a:pt x="705871" y="58772"/>
                </a:lnTo>
                <a:lnTo>
                  <a:pt x="704363" y="59021"/>
                </a:lnTo>
                <a:lnTo>
                  <a:pt x="702860" y="59369"/>
                </a:lnTo>
                <a:lnTo>
                  <a:pt x="701362" y="59817"/>
                </a:lnTo>
                <a:lnTo>
                  <a:pt x="699869" y="60365"/>
                </a:lnTo>
                <a:lnTo>
                  <a:pt x="698381" y="61012"/>
                </a:lnTo>
                <a:lnTo>
                  <a:pt x="696898" y="61758"/>
                </a:lnTo>
                <a:lnTo>
                  <a:pt x="695419" y="62605"/>
                </a:lnTo>
                <a:lnTo>
                  <a:pt x="693946" y="63550"/>
                </a:lnTo>
                <a:lnTo>
                  <a:pt x="692477" y="64596"/>
                </a:lnTo>
                <a:lnTo>
                  <a:pt x="691013" y="65741"/>
                </a:lnTo>
                <a:lnTo>
                  <a:pt x="689555" y="66985"/>
                </a:lnTo>
                <a:lnTo>
                  <a:pt x="688103" y="68329"/>
                </a:lnTo>
                <a:lnTo>
                  <a:pt x="686656" y="69773"/>
                </a:lnTo>
                <a:lnTo>
                  <a:pt x="685216" y="71316"/>
                </a:lnTo>
                <a:lnTo>
                  <a:pt x="683782" y="72959"/>
                </a:lnTo>
                <a:lnTo>
                  <a:pt x="682354" y="74701"/>
                </a:lnTo>
                <a:lnTo>
                  <a:pt x="680933" y="76543"/>
                </a:lnTo>
                <a:lnTo>
                  <a:pt x="679517" y="78484"/>
                </a:lnTo>
                <a:lnTo>
                  <a:pt x="678107" y="80525"/>
                </a:lnTo>
                <a:lnTo>
                  <a:pt x="676704" y="82665"/>
                </a:lnTo>
                <a:lnTo>
                  <a:pt x="675306" y="84906"/>
                </a:lnTo>
                <a:lnTo>
                  <a:pt x="673915" y="87245"/>
                </a:lnTo>
                <a:lnTo>
                  <a:pt x="673915" y="144152"/>
                </a:lnTo>
                <a:lnTo>
                  <a:pt x="657606" y="144152"/>
                </a:lnTo>
                <a:close/>
                <a:moveTo>
                  <a:pt x="779424" y="144152"/>
                </a:moveTo>
                <a:lnTo>
                  <a:pt x="779424" y="68042"/>
                </a:lnTo>
                <a:lnTo>
                  <a:pt x="757679" y="68042"/>
                </a:lnTo>
                <a:lnTo>
                  <a:pt x="757679" y="54364"/>
                </a:lnTo>
                <a:lnTo>
                  <a:pt x="779424" y="54364"/>
                </a:lnTo>
                <a:lnTo>
                  <a:pt x="779424" y="49812"/>
                </a:lnTo>
                <a:lnTo>
                  <a:pt x="779455" y="46658"/>
                </a:lnTo>
                <a:lnTo>
                  <a:pt x="779546" y="43643"/>
                </a:lnTo>
                <a:lnTo>
                  <a:pt x="779698" y="40768"/>
                </a:lnTo>
                <a:lnTo>
                  <a:pt x="779911" y="38033"/>
                </a:lnTo>
                <a:lnTo>
                  <a:pt x="780185" y="35437"/>
                </a:lnTo>
                <a:lnTo>
                  <a:pt x="780520" y="32982"/>
                </a:lnTo>
                <a:lnTo>
                  <a:pt x="780916" y="30666"/>
                </a:lnTo>
                <a:lnTo>
                  <a:pt x="781373" y="28491"/>
                </a:lnTo>
                <a:lnTo>
                  <a:pt x="781890" y="26455"/>
                </a:lnTo>
                <a:lnTo>
                  <a:pt x="782469" y="24559"/>
                </a:lnTo>
                <a:lnTo>
                  <a:pt x="783108" y="22803"/>
                </a:lnTo>
                <a:lnTo>
                  <a:pt x="783808" y="21187"/>
                </a:lnTo>
                <a:lnTo>
                  <a:pt x="784572" y="19663"/>
                </a:lnTo>
                <a:lnTo>
                  <a:pt x="785402" y="18185"/>
                </a:lnTo>
                <a:lnTo>
                  <a:pt x="786299" y="16754"/>
                </a:lnTo>
                <a:lnTo>
                  <a:pt x="787262" y="15369"/>
                </a:lnTo>
                <a:lnTo>
                  <a:pt x="788291" y="14031"/>
                </a:lnTo>
                <a:lnTo>
                  <a:pt x="789387" y="12738"/>
                </a:lnTo>
                <a:lnTo>
                  <a:pt x="790549" y="11492"/>
                </a:lnTo>
                <a:lnTo>
                  <a:pt x="791778" y="10292"/>
                </a:lnTo>
                <a:lnTo>
                  <a:pt x="793073" y="9138"/>
                </a:lnTo>
                <a:lnTo>
                  <a:pt x="794434" y="8031"/>
                </a:lnTo>
                <a:lnTo>
                  <a:pt x="795861" y="6969"/>
                </a:lnTo>
                <a:lnTo>
                  <a:pt x="797355" y="5954"/>
                </a:lnTo>
                <a:lnTo>
                  <a:pt x="798924" y="5003"/>
                </a:lnTo>
                <a:lnTo>
                  <a:pt x="800574" y="4135"/>
                </a:lnTo>
                <a:lnTo>
                  <a:pt x="802307" y="3349"/>
                </a:lnTo>
                <a:lnTo>
                  <a:pt x="804122" y="2646"/>
                </a:lnTo>
                <a:lnTo>
                  <a:pt x="806019" y="2026"/>
                </a:lnTo>
                <a:lnTo>
                  <a:pt x="807998" y="1489"/>
                </a:lnTo>
                <a:lnTo>
                  <a:pt x="810059" y="1034"/>
                </a:lnTo>
                <a:lnTo>
                  <a:pt x="812203" y="662"/>
                </a:lnTo>
                <a:lnTo>
                  <a:pt x="814429" y="372"/>
                </a:lnTo>
                <a:lnTo>
                  <a:pt x="816737" y="165"/>
                </a:lnTo>
                <a:lnTo>
                  <a:pt x="819127" y="41"/>
                </a:lnTo>
                <a:lnTo>
                  <a:pt x="821600" y="0"/>
                </a:lnTo>
                <a:lnTo>
                  <a:pt x="823502" y="16"/>
                </a:lnTo>
                <a:lnTo>
                  <a:pt x="825409" y="66"/>
                </a:lnTo>
                <a:lnTo>
                  <a:pt x="827321" y="148"/>
                </a:lnTo>
                <a:lnTo>
                  <a:pt x="829238" y="263"/>
                </a:lnTo>
                <a:lnTo>
                  <a:pt x="831160" y="411"/>
                </a:lnTo>
                <a:lnTo>
                  <a:pt x="833086" y="592"/>
                </a:lnTo>
                <a:lnTo>
                  <a:pt x="835018" y="806"/>
                </a:lnTo>
                <a:lnTo>
                  <a:pt x="836954" y="1052"/>
                </a:lnTo>
                <a:lnTo>
                  <a:pt x="838895" y="1332"/>
                </a:lnTo>
                <a:lnTo>
                  <a:pt x="840842" y="1644"/>
                </a:lnTo>
                <a:lnTo>
                  <a:pt x="842792" y="1989"/>
                </a:lnTo>
                <a:lnTo>
                  <a:pt x="844748" y="2367"/>
                </a:lnTo>
                <a:lnTo>
                  <a:pt x="844748" y="17887"/>
                </a:lnTo>
                <a:lnTo>
                  <a:pt x="842649" y="17215"/>
                </a:lnTo>
                <a:lnTo>
                  <a:pt x="840591" y="16601"/>
                </a:lnTo>
                <a:lnTo>
                  <a:pt x="838572" y="16046"/>
                </a:lnTo>
                <a:lnTo>
                  <a:pt x="836594" y="15549"/>
                </a:lnTo>
                <a:lnTo>
                  <a:pt x="834656" y="15111"/>
                </a:lnTo>
                <a:lnTo>
                  <a:pt x="832758" y="14731"/>
                </a:lnTo>
                <a:lnTo>
                  <a:pt x="830900" y="14409"/>
                </a:lnTo>
                <a:lnTo>
                  <a:pt x="829082" y="14146"/>
                </a:lnTo>
                <a:lnTo>
                  <a:pt x="827305" y="13942"/>
                </a:lnTo>
                <a:lnTo>
                  <a:pt x="825568" y="13796"/>
                </a:lnTo>
                <a:lnTo>
                  <a:pt x="823870" y="13708"/>
                </a:lnTo>
                <a:lnTo>
                  <a:pt x="822214" y="13679"/>
                </a:lnTo>
                <a:lnTo>
                  <a:pt x="820926" y="13699"/>
                </a:lnTo>
                <a:lnTo>
                  <a:pt x="819664" y="13759"/>
                </a:lnTo>
                <a:lnTo>
                  <a:pt x="818427" y="13859"/>
                </a:lnTo>
                <a:lnTo>
                  <a:pt x="817216" y="14000"/>
                </a:lnTo>
                <a:lnTo>
                  <a:pt x="816030" y="14180"/>
                </a:lnTo>
                <a:lnTo>
                  <a:pt x="814870" y="14401"/>
                </a:lnTo>
                <a:lnTo>
                  <a:pt x="813736" y="14661"/>
                </a:lnTo>
                <a:lnTo>
                  <a:pt x="812627" y="14962"/>
                </a:lnTo>
                <a:lnTo>
                  <a:pt x="811544" y="15303"/>
                </a:lnTo>
                <a:lnTo>
                  <a:pt x="810486" y="15684"/>
                </a:lnTo>
                <a:lnTo>
                  <a:pt x="809454" y="16105"/>
                </a:lnTo>
                <a:lnTo>
                  <a:pt x="808447" y="16567"/>
                </a:lnTo>
                <a:lnTo>
                  <a:pt x="807472" y="17073"/>
                </a:lnTo>
                <a:lnTo>
                  <a:pt x="806532" y="17629"/>
                </a:lnTo>
                <a:lnTo>
                  <a:pt x="805628" y="18236"/>
                </a:lnTo>
                <a:lnTo>
                  <a:pt x="804760" y="18894"/>
                </a:lnTo>
                <a:lnTo>
                  <a:pt x="803928" y="19602"/>
                </a:lnTo>
                <a:lnTo>
                  <a:pt x="803132" y="20360"/>
                </a:lnTo>
                <a:lnTo>
                  <a:pt x="802371" y="21169"/>
                </a:lnTo>
                <a:lnTo>
                  <a:pt x="801647" y="22029"/>
                </a:lnTo>
                <a:lnTo>
                  <a:pt x="800959" y="22938"/>
                </a:lnTo>
                <a:lnTo>
                  <a:pt x="800306" y="23899"/>
                </a:lnTo>
                <a:lnTo>
                  <a:pt x="799690" y="24910"/>
                </a:lnTo>
                <a:lnTo>
                  <a:pt x="799109" y="25971"/>
                </a:lnTo>
                <a:lnTo>
                  <a:pt x="798570" y="27120"/>
                </a:lnTo>
                <a:lnTo>
                  <a:pt x="798078" y="28395"/>
                </a:lnTo>
                <a:lnTo>
                  <a:pt x="797632" y="29796"/>
                </a:lnTo>
                <a:lnTo>
                  <a:pt x="797234" y="31323"/>
                </a:lnTo>
                <a:lnTo>
                  <a:pt x="796882" y="32975"/>
                </a:lnTo>
                <a:lnTo>
                  <a:pt x="796577" y="34753"/>
                </a:lnTo>
                <a:lnTo>
                  <a:pt x="796319" y="36658"/>
                </a:lnTo>
                <a:lnTo>
                  <a:pt x="796108" y="38687"/>
                </a:lnTo>
                <a:lnTo>
                  <a:pt x="795944" y="40843"/>
                </a:lnTo>
                <a:lnTo>
                  <a:pt x="795827" y="43124"/>
                </a:lnTo>
                <a:lnTo>
                  <a:pt x="795757" y="45531"/>
                </a:lnTo>
                <a:lnTo>
                  <a:pt x="795733" y="48064"/>
                </a:lnTo>
                <a:lnTo>
                  <a:pt x="795733" y="54364"/>
                </a:lnTo>
                <a:lnTo>
                  <a:pt x="834577" y="54364"/>
                </a:lnTo>
                <a:lnTo>
                  <a:pt x="834577" y="68042"/>
                </a:lnTo>
                <a:lnTo>
                  <a:pt x="795733" y="68042"/>
                </a:lnTo>
                <a:lnTo>
                  <a:pt x="795733" y="144152"/>
                </a:lnTo>
                <a:lnTo>
                  <a:pt x="779424" y="144152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4" name="Original vector context 14">
            <a:extLst xmlns:a="http://schemas.openxmlformats.org/drawingml/2006/main">
              <a:ext uri="{FF2B5EF4-FFF2-40B4-BE49-F238E27FC236}">
                <a16:creationId xmlns:a16="http://schemas.microsoft.com/office/drawing/2014/main" id="{8D902F82-0039-4CE2-9670-EE00EC5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613" y="1465144"/>
            <a:ext cx="4824882" cy="176945"/>
          </a:xfrm>
          <a:custGeom xmlns:a="http://schemas.openxmlformats.org/drawingml/2006/main">
            <a:pathLst>
              <a:path w="4824882" h="176945">
                <a:moveTo>
                  <a:pt x="27357" y="8242"/>
                </a:moveTo>
                <a:lnTo>
                  <a:pt x="29438" y="8308"/>
                </a:lnTo>
                <a:lnTo>
                  <a:pt x="31443" y="8505"/>
                </a:lnTo>
                <a:lnTo>
                  <a:pt x="33372" y="8834"/>
                </a:lnTo>
                <a:lnTo>
                  <a:pt x="35224" y="9294"/>
                </a:lnTo>
                <a:lnTo>
                  <a:pt x="37001" y="9886"/>
                </a:lnTo>
                <a:lnTo>
                  <a:pt x="38701" y="10610"/>
                </a:lnTo>
                <a:lnTo>
                  <a:pt x="40326" y="11465"/>
                </a:lnTo>
                <a:lnTo>
                  <a:pt x="41874" y="12451"/>
                </a:lnTo>
                <a:lnTo>
                  <a:pt x="43346" y="13569"/>
                </a:lnTo>
                <a:lnTo>
                  <a:pt x="44742" y="14819"/>
                </a:lnTo>
                <a:lnTo>
                  <a:pt x="46062" y="16200"/>
                </a:lnTo>
                <a:lnTo>
                  <a:pt x="47305" y="17712"/>
                </a:lnTo>
                <a:lnTo>
                  <a:pt x="48461" y="19329"/>
                </a:lnTo>
                <a:lnTo>
                  <a:pt x="49516" y="21025"/>
                </a:lnTo>
                <a:lnTo>
                  <a:pt x="50470" y="22798"/>
                </a:lnTo>
                <a:lnTo>
                  <a:pt x="51324" y="24649"/>
                </a:lnTo>
                <a:lnTo>
                  <a:pt x="52078" y="26578"/>
                </a:lnTo>
                <a:lnTo>
                  <a:pt x="52731" y="28585"/>
                </a:lnTo>
                <a:lnTo>
                  <a:pt x="53283" y="30670"/>
                </a:lnTo>
                <a:lnTo>
                  <a:pt x="53735" y="32833"/>
                </a:lnTo>
                <a:lnTo>
                  <a:pt x="54087" y="35073"/>
                </a:lnTo>
                <a:lnTo>
                  <a:pt x="54338" y="37392"/>
                </a:lnTo>
                <a:lnTo>
                  <a:pt x="54489" y="39789"/>
                </a:lnTo>
                <a:lnTo>
                  <a:pt x="54539" y="42263"/>
                </a:lnTo>
                <a:lnTo>
                  <a:pt x="54489" y="44752"/>
                </a:lnTo>
                <a:lnTo>
                  <a:pt x="54338" y="47160"/>
                </a:lnTo>
                <a:lnTo>
                  <a:pt x="54087" y="49489"/>
                </a:lnTo>
                <a:lnTo>
                  <a:pt x="53735" y="51738"/>
                </a:lnTo>
                <a:lnTo>
                  <a:pt x="53283" y="53907"/>
                </a:lnTo>
                <a:lnTo>
                  <a:pt x="52731" y="55997"/>
                </a:lnTo>
                <a:lnTo>
                  <a:pt x="52078" y="58007"/>
                </a:lnTo>
                <a:lnTo>
                  <a:pt x="51324" y="59937"/>
                </a:lnTo>
                <a:lnTo>
                  <a:pt x="50470" y="61787"/>
                </a:lnTo>
                <a:lnTo>
                  <a:pt x="49516" y="63557"/>
                </a:lnTo>
                <a:lnTo>
                  <a:pt x="48461" y="65248"/>
                </a:lnTo>
                <a:lnTo>
                  <a:pt x="47305" y="66859"/>
                </a:lnTo>
                <a:lnTo>
                  <a:pt x="46062" y="68364"/>
                </a:lnTo>
                <a:lnTo>
                  <a:pt x="44742" y="69739"/>
                </a:lnTo>
                <a:lnTo>
                  <a:pt x="43346" y="70983"/>
                </a:lnTo>
                <a:lnTo>
                  <a:pt x="41874" y="72095"/>
                </a:lnTo>
                <a:lnTo>
                  <a:pt x="40326" y="73077"/>
                </a:lnTo>
                <a:lnTo>
                  <a:pt x="38701" y="73928"/>
                </a:lnTo>
                <a:lnTo>
                  <a:pt x="37001" y="74648"/>
                </a:lnTo>
                <a:lnTo>
                  <a:pt x="35224" y="75237"/>
                </a:lnTo>
                <a:lnTo>
                  <a:pt x="33372" y="75696"/>
                </a:lnTo>
                <a:lnTo>
                  <a:pt x="31443" y="76023"/>
                </a:lnTo>
                <a:lnTo>
                  <a:pt x="29438" y="76219"/>
                </a:lnTo>
                <a:lnTo>
                  <a:pt x="27357" y="76285"/>
                </a:lnTo>
                <a:lnTo>
                  <a:pt x="25276" y="76219"/>
                </a:lnTo>
                <a:lnTo>
                  <a:pt x="23270" y="76023"/>
                </a:lnTo>
                <a:lnTo>
                  <a:pt x="21340" y="75696"/>
                </a:lnTo>
                <a:lnTo>
                  <a:pt x="19485" y="75237"/>
                </a:lnTo>
                <a:lnTo>
                  <a:pt x="17706" y="74648"/>
                </a:lnTo>
                <a:lnTo>
                  <a:pt x="16002" y="73928"/>
                </a:lnTo>
                <a:lnTo>
                  <a:pt x="14374" y="73077"/>
                </a:lnTo>
                <a:lnTo>
                  <a:pt x="12821" y="72095"/>
                </a:lnTo>
                <a:lnTo>
                  <a:pt x="11344" y="70983"/>
                </a:lnTo>
                <a:lnTo>
                  <a:pt x="9942" y="69739"/>
                </a:lnTo>
                <a:lnTo>
                  <a:pt x="8616" y="68364"/>
                </a:lnTo>
                <a:lnTo>
                  <a:pt x="7365" y="66859"/>
                </a:lnTo>
                <a:lnTo>
                  <a:pt x="6203" y="65248"/>
                </a:lnTo>
                <a:lnTo>
                  <a:pt x="5142" y="63557"/>
                </a:lnTo>
                <a:lnTo>
                  <a:pt x="4181" y="61787"/>
                </a:lnTo>
                <a:lnTo>
                  <a:pt x="3322" y="59937"/>
                </a:lnTo>
                <a:lnTo>
                  <a:pt x="2564" y="58007"/>
                </a:lnTo>
                <a:lnTo>
                  <a:pt x="1907" y="55997"/>
                </a:lnTo>
                <a:lnTo>
                  <a:pt x="1351" y="53907"/>
                </a:lnTo>
                <a:lnTo>
                  <a:pt x="896" y="51738"/>
                </a:lnTo>
                <a:lnTo>
                  <a:pt x="543" y="49489"/>
                </a:lnTo>
                <a:lnTo>
                  <a:pt x="290" y="47160"/>
                </a:lnTo>
                <a:lnTo>
                  <a:pt x="138" y="44752"/>
                </a:lnTo>
                <a:lnTo>
                  <a:pt x="88" y="42263"/>
                </a:lnTo>
                <a:lnTo>
                  <a:pt x="138" y="39789"/>
                </a:lnTo>
                <a:lnTo>
                  <a:pt x="290" y="37392"/>
                </a:lnTo>
                <a:lnTo>
                  <a:pt x="543" y="35073"/>
                </a:lnTo>
                <a:lnTo>
                  <a:pt x="896" y="32833"/>
                </a:lnTo>
                <a:lnTo>
                  <a:pt x="1351" y="30670"/>
                </a:lnTo>
                <a:lnTo>
                  <a:pt x="1907" y="28585"/>
                </a:lnTo>
                <a:lnTo>
                  <a:pt x="2564" y="26578"/>
                </a:lnTo>
                <a:lnTo>
                  <a:pt x="3322" y="24649"/>
                </a:lnTo>
                <a:lnTo>
                  <a:pt x="4181" y="22798"/>
                </a:lnTo>
                <a:lnTo>
                  <a:pt x="5142" y="21025"/>
                </a:lnTo>
                <a:lnTo>
                  <a:pt x="6203" y="19329"/>
                </a:lnTo>
                <a:lnTo>
                  <a:pt x="7365" y="17712"/>
                </a:lnTo>
                <a:lnTo>
                  <a:pt x="8616" y="16200"/>
                </a:lnTo>
                <a:lnTo>
                  <a:pt x="9942" y="14819"/>
                </a:lnTo>
                <a:lnTo>
                  <a:pt x="11344" y="13569"/>
                </a:lnTo>
                <a:lnTo>
                  <a:pt x="12821" y="12451"/>
                </a:lnTo>
                <a:lnTo>
                  <a:pt x="14374" y="11465"/>
                </a:lnTo>
                <a:lnTo>
                  <a:pt x="16002" y="10610"/>
                </a:lnTo>
                <a:lnTo>
                  <a:pt x="17706" y="9886"/>
                </a:lnTo>
                <a:lnTo>
                  <a:pt x="19485" y="9294"/>
                </a:lnTo>
                <a:lnTo>
                  <a:pt x="21340" y="8834"/>
                </a:lnTo>
                <a:lnTo>
                  <a:pt x="23270" y="8505"/>
                </a:lnTo>
                <a:lnTo>
                  <a:pt x="25276" y="8308"/>
                </a:lnTo>
                <a:lnTo>
                  <a:pt x="27357" y="8242"/>
                </a:lnTo>
                <a:moveTo>
                  <a:pt x="27357" y="19115"/>
                </a:moveTo>
                <a:lnTo>
                  <a:pt x="26200" y="19162"/>
                </a:lnTo>
                <a:lnTo>
                  <a:pt x="25097" y="19304"/>
                </a:lnTo>
                <a:lnTo>
                  <a:pt x="24047" y="19541"/>
                </a:lnTo>
                <a:lnTo>
                  <a:pt x="23051" y="19872"/>
                </a:lnTo>
                <a:lnTo>
                  <a:pt x="22108" y="20297"/>
                </a:lnTo>
                <a:lnTo>
                  <a:pt x="21219" y="20817"/>
                </a:lnTo>
                <a:lnTo>
                  <a:pt x="20384" y="21432"/>
                </a:lnTo>
                <a:lnTo>
                  <a:pt x="19602" y="22141"/>
                </a:lnTo>
                <a:lnTo>
                  <a:pt x="18874" y="22945"/>
                </a:lnTo>
                <a:lnTo>
                  <a:pt x="18199" y="23844"/>
                </a:lnTo>
                <a:lnTo>
                  <a:pt x="17578" y="24837"/>
                </a:lnTo>
                <a:lnTo>
                  <a:pt x="17011" y="25924"/>
                </a:lnTo>
                <a:lnTo>
                  <a:pt x="16492" y="27077"/>
                </a:lnTo>
                <a:lnTo>
                  <a:pt x="16019" y="28268"/>
                </a:lnTo>
                <a:lnTo>
                  <a:pt x="15591" y="29495"/>
                </a:lnTo>
                <a:lnTo>
                  <a:pt x="15208" y="30760"/>
                </a:lnTo>
                <a:lnTo>
                  <a:pt x="14870" y="32062"/>
                </a:lnTo>
                <a:lnTo>
                  <a:pt x="14577" y="33401"/>
                </a:lnTo>
                <a:lnTo>
                  <a:pt x="14330" y="34778"/>
                </a:lnTo>
                <a:lnTo>
                  <a:pt x="14127" y="36192"/>
                </a:lnTo>
                <a:lnTo>
                  <a:pt x="13969" y="37643"/>
                </a:lnTo>
                <a:lnTo>
                  <a:pt x="13856" y="39131"/>
                </a:lnTo>
                <a:lnTo>
                  <a:pt x="13789" y="40657"/>
                </a:lnTo>
                <a:lnTo>
                  <a:pt x="13766" y="42220"/>
                </a:lnTo>
                <a:lnTo>
                  <a:pt x="13789" y="43797"/>
                </a:lnTo>
                <a:lnTo>
                  <a:pt x="13856" y="45335"/>
                </a:lnTo>
                <a:lnTo>
                  <a:pt x="13969" y="46835"/>
                </a:lnTo>
                <a:lnTo>
                  <a:pt x="14127" y="48297"/>
                </a:lnTo>
                <a:lnTo>
                  <a:pt x="14330" y="49720"/>
                </a:lnTo>
                <a:lnTo>
                  <a:pt x="14577" y="51104"/>
                </a:lnTo>
                <a:lnTo>
                  <a:pt x="14870" y="52451"/>
                </a:lnTo>
                <a:lnTo>
                  <a:pt x="15208" y="53759"/>
                </a:lnTo>
                <a:lnTo>
                  <a:pt x="15591" y="55028"/>
                </a:lnTo>
                <a:lnTo>
                  <a:pt x="16019" y="56259"/>
                </a:lnTo>
                <a:lnTo>
                  <a:pt x="16492" y="57451"/>
                </a:lnTo>
                <a:lnTo>
                  <a:pt x="17011" y="58605"/>
                </a:lnTo>
                <a:lnTo>
                  <a:pt x="17578" y="59693"/>
                </a:lnTo>
                <a:lnTo>
                  <a:pt x="18199" y="60685"/>
                </a:lnTo>
                <a:lnTo>
                  <a:pt x="18874" y="61583"/>
                </a:lnTo>
                <a:lnTo>
                  <a:pt x="19602" y="62387"/>
                </a:lnTo>
                <a:lnTo>
                  <a:pt x="20384" y="63096"/>
                </a:lnTo>
                <a:lnTo>
                  <a:pt x="21219" y="63710"/>
                </a:lnTo>
                <a:lnTo>
                  <a:pt x="22108" y="64230"/>
                </a:lnTo>
                <a:lnTo>
                  <a:pt x="23051" y="64656"/>
                </a:lnTo>
                <a:lnTo>
                  <a:pt x="24047" y="64987"/>
                </a:lnTo>
                <a:lnTo>
                  <a:pt x="25097" y="65223"/>
                </a:lnTo>
                <a:lnTo>
                  <a:pt x="26200" y="65365"/>
                </a:lnTo>
                <a:lnTo>
                  <a:pt x="27357" y="65412"/>
                </a:lnTo>
                <a:lnTo>
                  <a:pt x="28500" y="65365"/>
                </a:lnTo>
                <a:lnTo>
                  <a:pt x="29592" y="65223"/>
                </a:lnTo>
                <a:lnTo>
                  <a:pt x="30632" y="64987"/>
                </a:lnTo>
                <a:lnTo>
                  <a:pt x="31620" y="64656"/>
                </a:lnTo>
                <a:lnTo>
                  <a:pt x="32556" y="64230"/>
                </a:lnTo>
                <a:lnTo>
                  <a:pt x="33440" y="63710"/>
                </a:lnTo>
                <a:lnTo>
                  <a:pt x="34273" y="63096"/>
                </a:lnTo>
                <a:lnTo>
                  <a:pt x="35054" y="62387"/>
                </a:lnTo>
                <a:lnTo>
                  <a:pt x="35783" y="61583"/>
                </a:lnTo>
                <a:lnTo>
                  <a:pt x="36461" y="60685"/>
                </a:lnTo>
                <a:lnTo>
                  <a:pt x="37086" y="59693"/>
                </a:lnTo>
                <a:lnTo>
                  <a:pt x="37660" y="58605"/>
                </a:lnTo>
                <a:lnTo>
                  <a:pt x="38185" y="57451"/>
                </a:lnTo>
                <a:lnTo>
                  <a:pt x="38665" y="56259"/>
                </a:lnTo>
                <a:lnTo>
                  <a:pt x="39099" y="55028"/>
                </a:lnTo>
                <a:lnTo>
                  <a:pt x="39487" y="53759"/>
                </a:lnTo>
                <a:lnTo>
                  <a:pt x="39829" y="52451"/>
                </a:lnTo>
                <a:lnTo>
                  <a:pt x="40126" y="51104"/>
                </a:lnTo>
                <a:lnTo>
                  <a:pt x="40377" y="49720"/>
                </a:lnTo>
                <a:lnTo>
                  <a:pt x="40583" y="48297"/>
                </a:lnTo>
                <a:lnTo>
                  <a:pt x="40743" y="46835"/>
                </a:lnTo>
                <a:lnTo>
                  <a:pt x="40857" y="45335"/>
                </a:lnTo>
                <a:lnTo>
                  <a:pt x="40925" y="43797"/>
                </a:lnTo>
                <a:lnTo>
                  <a:pt x="40948" y="42220"/>
                </a:lnTo>
                <a:lnTo>
                  <a:pt x="40925" y="40657"/>
                </a:lnTo>
                <a:lnTo>
                  <a:pt x="40857" y="39131"/>
                </a:lnTo>
                <a:lnTo>
                  <a:pt x="40743" y="37643"/>
                </a:lnTo>
                <a:lnTo>
                  <a:pt x="40583" y="36192"/>
                </a:lnTo>
                <a:lnTo>
                  <a:pt x="40377" y="34778"/>
                </a:lnTo>
                <a:lnTo>
                  <a:pt x="40126" y="33401"/>
                </a:lnTo>
                <a:lnTo>
                  <a:pt x="39829" y="32062"/>
                </a:lnTo>
                <a:lnTo>
                  <a:pt x="39487" y="30760"/>
                </a:lnTo>
                <a:lnTo>
                  <a:pt x="39099" y="29495"/>
                </a:lnTo>
                <a:lnTo>
                  <a:pt x="38665" y="28268"/>
                </a:lnTo>
                <a:lnTo>
                  <a:pt x="38185" y="27077"/>
                </a:lnTo>
                <a:lnTo>
                  <a:pt x="37660" y="25924"/>
                </a:lnTo>
                <a:lnTo>
                  <a:pt x="37086" y="24837"/>
                </a:lnTo>
                <a:lnTo>
                  <a:pt x="36461" y="23844"/>
                </a:lnTo>
                <a:lnTo>
                  <a:pt x="35783" y="22945"/>
                </a:lnTo>
                <a:lnTo>
                  <a:pt x="35054" y="22141"/>
                </a:lnTo>
                <a:lnTo>
                  <a:pt x="34273" y="21432"/>
                </a:lnTo>
                <a:lnTo>
                  <a:pt x="33440" y="20817"/>
                </a:lnTo>
                <a:lnTo>
                  <a:pt x="32556" y="20297"/>
                </a:lnTo>
                <a:lnTo>
                  <a:pt x="31620" y="19872"/>
                </a:lnTo>
                <a:lnTo>
                  <a:pt x="30632" y="19541"/>
                </a:lnTo>
                <a:lnTo>
                  <a:pt x="29592" y="19304"/>
                </a:lnTo>
                <a:lnTo>
                  <a:pt x="28500" y="19162"/>
                </a:lnTo>
                <a:lnTo>
                  <a:pt x="27357" y="19115"/>
                </a:lnTo>
                <a:moveTo>
                  <a:pt x="14380" y="148361"/>
                </a:moveTo>
                <a:lnTo>
                  <a:pt x="0" y="148361"/>
                </a:lnTo>
                <a:lnTo>
                  <a:pt x="93032" y="4209"/>
                </a:lnTo>
                <a:lnTo>
                  <a:pt x="107500" y="4209"/>
                </a:lnTo>
                <a:lnTo>
                  <a:pt x="14380" y="148361"/>
                </a:lnTo>
                <a:moveTo>
                  <a:pt x="79792" y="76285"/>
                </a:moveTo>
                <a:lnTo>
                  <a:pt x="81792" y="76348"/>
                </a:lnTo>
                <a:lnTo>
                  <a:pt x="83728" y="76538"/>
                </a:lnTo>
                <a:lnTo>
                  <a:pt x="85601" y="76855"/>
                </a:lnTo>
                <a:lnTo>
                  <a:pt x="87411" y="77298"/>
                </a:lnTo>
                <a:lnTo>
                  <a:pt x="89157" y="77868"/>
                </a:lnTo>
                <a:lnTo>
                  <a:pt x="90840" y="78564"/>
                </a:lnTo>
                <a:lnTo>
                  <a:pt x="92460" y="79388"/>
                </a:lnTo>
                <a:lnTo>
                  <a:pt x="94016" y="80338"/>
                </a:lnTo>
                <a:lnTo>
                  <a:pt x="95509" y="81414"/>
                </a:lnTo>
                <a:lnTo>
                  <a:pt x="96939" y="82617"/>
                </a:lnTo>
                <a:lnTo>
                  <a:pt x="98305" y="83947"/>
                </a:lnTo>
                <a:lnTo>
                  <a:pt x="99608" y="85404"/>
                </a:lnTo>
                <a:lnTo>
                  <a:pt x="100827" y="86960"/>
                </a:lnTo>
                <a:lnTo>
                  <a:pt x="101939" y="88590"/>
                </a:lnTo>
                <a:lnTo>
                  <a:pt x="102946" y="90292"/>
                </a:lnTo>
                <a:lnTo>
                  <a:pt x="103847" y="92068"/>
                </a:lnTo>
                <a:lnTo>
                  <a:pt x="104641" y="93916"/>
                </a:lnTo>
                <a:lnTo>
                  <a:pt x="105330" y="95838"/>
                </a:lnTo>
                <a:lnTo>
                  <a:pt x="105913" y="97833"/>
                </a:lnTo>
                <a:lnTo>
                  <a:pt x="106389" y="99901"/>
                </a:lnTo>
                <a:lnTo>
                  <a:pt x="106760" y="102042"/>
                </a:lnTo>
                <a:lnTo>
                  <a:pt x="107025" y="104256"/>
                </a:lnTo>
                <a:lnTo>
                  <a:pt x="107184" y="106543"/>
                </a:lnTo>
                <a:lnTo>
                  <a:pt x="107237" y="108903"/>
                </a:lnTo>
                <a:lnTo>
                  <a:pt x="107181" y="111615"/>
                </a:lnTo>
                <a:lnTo>
                  <a:pt x="107013" y="114228"/>
                </a:lnTo>
                <a:lnTo>
                  <a:pt x="106733" y="116742"/>
                </a:lnTo>
                <a:lnTo>
                  <a:pt x="106341" y="119157"/>
                </a:lnTo>
                <a:lnTo>
                  <a:pt x="105836" y="121472"/>
                </a:lnTo>
                <a:lnTo>
                  <a:pt x="105220" y="123689"/>
                </a:lnTo>
                <a:lnTo>
                  <a:pt x="104492" y="125805"/>
                </a:lnTo>
                <a:lnTo>
                  <a:pt x="103652" y="127823"/>
                </a:lnTo>
                <a:lnTo>
                  <a:pt x="102699" y="129741"/>
                </a:lnTo>
                <a:lnTo>
                  <a:pt x="101635" y="131561"/>
                </a:lnTo>
                <a:lnTo>
                  <a:pt x="100459" y="133280"/>
                </a:lnTo>
                <a:lnTo>
                  <a:pt x="99170" y="134901"/>
                </a:lnTo>
                <a:lnTo>
                  <a:pt x="97802" y="136407"/>
                </a:lnTo>
                <a:lnTo>
                  <a:pt x="96386" y="137781"/>
                </a:lnTo>
                <a:lnTo>
                  <a:pt x="94923" y="139025"/>
                </a:lnTo>
                <a:lnTo>
                  <a:pt x="93412" y="140138"/>
                </a:lnTo>
                <a:lnTo>
                  <a:pt x="91854" y="141120"/>
                </a:lnTo>
                <a:lnTo>
                  <a:pt x="90248" y="141971"/>
                </a:lnTo>
                <a:lnTo>
                  <a:pt x="88595" y="142691"/>
                </a:lnTo>
                <a:lnTo>
                  <a:pt x="86894" y="143280"/>
                </a:lnTo>
                <a:lnTo>
                  <a:pt x="85146" y="143738"/>
                </a:lnTo>
                <a:lnTo>
                  <a:pt x="83350" y="144065"/>
                </a:lnTo>
                <a:lnTo>
                  <a:pt x="81507" y="144262"/>
                </a:lnTo>
                <a:lnTo>
                  <a:pt x="79617" y="144327"/>
                </a:lnTo>
                <a:lnTo>
                  <a:pt x="77770" y="144265"/>
                </a:lnTo>
                <a:lnTo>
                  <a:pt x="75970" y="144077"/>
                </a:lnTo>
                <a:lnTo>
                  <a:pt x="74219" y="143765"/>
                </a:lnTo>
                <a:lnTo>
                  <a:pt x="72514" y="143328"/>
                </a:lnTo>
                <a:lnTo>
                  <a:pt x="70857" y="142767"/>
                </a:lnTo>
                <a:lnTo>
                  <a:pt x="69248" y="142080"/>
                </a:lnTo>
                <a:lnTo>
                  <a:pt x="67686" y="141269"/>
                </a:lnTo>
                <a:lnTo>
                  <a:pt x="66172" y="140333"/>
                </a:lnTo>
                <a:lnTo>
                  <a:pt x="64705" y="139272"/>
                </a:lnTo>
                <a:lnTo>
                  <a:pt x="63286" y="138086"/>
                </a:lnTo>
                <a:lnTo>
                  <a:pt x="61914" y="136775"/>
                </a:lnTo>
                <a:lnTo>
                  <a:pt x="60589" y="135340"/>
                </a:lnTo>
                <a:lnTo>
                  <a:pt x="59343" y="133793"/>
                </a:lnTo>
                <a:lnTo>
                  <a:pt x="58205" y="132148"/>
                </a:lnTo>
                <a:lnTo>
                  <a:pt x="57175" y="130405"/>
                </a:lnTo>
                <a:lnTo>
                  <a:pt x="56254" y="128564"/>
                </a:lnTo>
                <a:lnTo>
                  <a:pt x="55441" y="126624"/>
                </a:lnTo>
                <a:lnTo>
                  <a:pt x="54736" y="124587"/>
                </a:lnTo>
                <a:lnTo>
                  <a:pt x="54140" y="122452"/>
                </a:lnTo>
                <a:lnTo>
                  <a:pt x="53653" y="120219"/>
                </a:lnTo>
                <a:lnTo>
                  <a:pt x="53273" y="117888"/>
                </a:lnTo>
                <a:lnTo>
                  <a:pt x="53002" y="115458"/>
                </a:lnTo>
                <a:lnTo>
                  <a:pt x="52840" y="112931"/>
                </a:lnTo>
                <a:lnTo>
                  <a:pt x="52785" y="110306"/>
                </a:lnTo>
                <a:lnTo>
                  <a:pt x="52837" y="107804"/>
                </a:lnTo>
                <a:lnTo>
                  <a:pt x="52990" y="105383"/>
                </a:lnTo>
                <a:lnTo>
                  <a:pt x="53246" y="103045"/>
                </a:lnTo>
                <a:lnTo>
                  <a:pt x="53604" y="100787"/>
                </a:lnTo>
                <a:lnTo>
                  <a:pt x="54064" y="98612"/>
                </a:lnTo>
                <a:lnTo>
                  <a:pt x="54627" y="96518"/>
                </a:lnTo>
                <a:lnTo>
                  <a:pt x="55292" y="94505"/>
                </a:lnTo>
                <a:lnTo>
                  <a:pt x="56059" y="92574"/>
                </a:lnTo>
                <a:lnTo>
                  <a:pt x="56929" y="90725"/>
                </a:lnTo>
                <a:lnTo>
                  <a:pt x="57900" y="88957"/>
                </a:lnTo>
                <a:lnTo>
                  <a:pt x="58974" y="87271"/>
                </a:lnTo>
                <a:lnTo>
                  <a:pt x="60151" y="85667"/>
                </a:lnTo>
                <a:lnTo>
                  <a:pt x="61413" y="84168"/>
                </a:lnTo>
                <a:lnTo>
                  <a:pt x="62742" y="82800"/>
                </a:lnTo>
                <a:lnTo>
                  <a:pt x="64140" y="81562"/>
                </a:lnTo>
                <a:lnTo>
                  <a:pt x="65607" y="80454"/>
                </a:lnTo>
                <a:lnTo>
                  <a:pt x="67141" y="79477"/>
                </a:lnTo>
                <a:lnTo>
                  <a:pt x="68744" y="78630"/>
                </a:lnTo>
                <a:lnTo>
                  <a:pt x="70415" y="77914"/>
                </a:lnTo>
                <a:lnTo>
                  <a:pt x="72154" y="77327"/>
                </a:lnTo>
                <a:lnTo>
                  <a:pt x="73961" y="76871"/>
                </a:lnTo>
                <a:lnTo>
                  <a:pt x="75836" y="76545"/>
                </a:lnTo>
                <a:lnTo>
                  <a:pt x="77780" y="76350"/>
                </a:lnTo>
                <a:lnTo>
                  <a:pt x="79792" y="76285"/>
                </a:lnTo>
                <a:moveTo>
                  <a:pt x="80055" y="87157"/>
                </a:moveTo>
                <a:lnTo>
                  <a:pt x="78926" y="87204"/>
                </a:lnTo>
                <a:lnTo>
                  <a:pt x="77846" y="87343"/>
                </a:lnTo>
                <a:lnTo>
                  <a:pt x="76816" y="87574"/>
                </a:lnTo>
                <a:lnTo>
                  <a:pt x="75836" y="87898"/>
                </a:lnTo>
                <a:lnTo>
                  <a:pt x="74907" y="88314"/>
                </a:lnTo>
                <a:lnTo>
                  <a:pt x="74027" y="88823"/>
                </a:lnTo>
                <a:lnTo>
                  <a:pt x="73197" y="89425"/>
                </a:lnTo>
                <a:lnTo>
                  <a:pt x="72417" y="90119"/>
                </a:lnTo>
                <a:lnTo>
                  <a:pt x="71687" y="90906"/>
                </a:lnTo>
                <a:lnTo>
                  <a:pt x="71007" y="91785"/>
                </a:lnTo>
                <a:lnTo>
                  <a:pt x="70376" y="92757"/>
                </a:lnTo>
                <a:lnTo>
                  <a:pt x="69796" y="93821"/>
                </a:lnTo>
                <a:lnTo>
                  <a:pt x="69264" y="94958"/>
                </a:lnTo>
                <a:lnTo>
                  <a:pt x="68778" y="96145"/>
                </a:lnTo>
                <a:lnTo>
                  <a:pt x="68338" y="97384"/>
                </a:lnTo>
                <a:lnTo>
                  <a:pt x="67945" y="98673"/>
                </a:lnTo>
                <a:lnTo>
                  <a:pt x="67598" y="100014"/>
                </a:lnTo>
                <a:lnTo>
                  <a:pt x="67297" y="101406"/>
                </a:lnTo>
                <a:lnTo>
                  <a:pt x="67043" y="102849"/>
                </a:lnTo>
                <a:lnTo>
                  <a:pt x="66834" y="104343"/>
                </a:lnTo>
                <a:lnTo>
                  <a:pt x="66672" y="105889"/>
                </a:lnTo>
                <a:lnTo>
                  <a:pt x="66557" y="107485"/>
                </a:lnTo>
                <a:lnTo>
                  <a:pt x="66487" y="109133"/>
                </a:lnTo>
                <a:lnTo>
                  <a:pt x="66464" y="110832"/>
                </a:lnTo>
                <a:lnTo>
                  <a:pt x="66492" y="112705"/>
                </a:lnTo>
                <a:lnTo>
                  <a:pt x="66576" y="114496"/>
                </a:lnTo>
                <a:lnTo>
                  <a:pt x="66716" y="116205"/>
                </a:lnTo>
                <a:lnTo>
                  <a:pt x="66912" y="117832"/>
                </a:lnTo>
                <a:lnTo>
                  <a:pt x="67164" y="119377"/>
                </a:lnTo>
                <a:lnTo>
                  <a:pt x="67472" y="120839"/>
                </a:lnTo>
                <a:lnTo>
                  <a:pt x="67837" y="122219"/>
                </a:lnTo>
                <a:lnTo>
                  <a:pt x="68257" y="123517"/>
                </a:lnTo>
                <a:lnTo>
                  <a:pt x="68733" y="124733"/>
                </a:lnTo>
                <a:lnTo>
                  <a:pt x="69265" y="125866"/>
                </a:lnTo>
                <a:lnTo>
                  <a:pt x="69853" y="126917"/>
                </a:lnTo>
                <a:lnTo>
                  <a:pt x="70498" y="127886"/>
                </a:lnTo>
                <a:lnTo>
                  <a:pt x="71180" y="128776"/>
                </a:lnTo>
                <a:lnTo>
                  <a:pt x="71881" y="129588"/>
                </a:lnTo>
                <a:lnTo>
                  <a:pt x="72602" y="130322"/>
                </a:lnTo>
                <a:lnTo>
                  <a:pt x="73342" y="130980"/>
                </a:lnTo>
                <a:lnTo>
                  <a:pt x="74102" y="131560"/>
                </a:lnTo>
                <a:lnTo>
                  <a:pt x="74882" y="132062"/>
                </a:lnTo>
                <a:lnTo>
                  <a:pt x="75681" y="132488"/>
                </a:lnTo>
                <a:lnTo>
                  <a:pt x="76499" y="132836"/>
                </a:lnTo>
                <a:lnTo>
                  <a:pt x="77337" y="133106"/>
                </a:lnTo>
                <a:lnTo>
                  <a:pt x="78194" y="133300"/>
                </a:lnTo>
                <a:lnTo>
                  <a:pt x="79071" y="133416"/>
                </a:lnTo>
                <a:lnTo>
                  <a:pt x="79967" y="133454"/>
                </a:lnTo>
                <a:lnTo>
                  <a:pt x="80919" y="133412"/>
                </a:lnTo>
                <a:lnTo>
                  <a:pt x="81845" y="133286"/>
                </a:lnTo>
                <a:lnTo>
                  <a:pt x="82746" y="133076"/>
                </a:lnTo>
                <a:lnTo>
                  <a:pt x="83621" y="132782"/>
                </a:lnTo>
                <a:lnTo>
                  <a:pt x="84470" y="132404"/>
                </a:lnTo>
                <a:lnTo>
                  <a:pt x="85294" y="131942"/>
                </a:lnTo>
                <a:lnTo>
                  <a:pt x="86092" y="131396"/>
                </a:lnTo>
                <a:lnTo>
                  <a:pt x="86865" y="130765"/>
                </a:lnTo>
                <a:lnTo>
                  <a:pt x="87612" y="130051"/>
                </a:lnTo>
                <a:lnTo>
                  <a:pt x="88334" y="129253"/>
                </a:lnTo>
                <a:lnTo>
                  <a:pt x="89030" y="128370"/>
                </a:lnTo>
                <a:lnTo>
                  <a:pt x="89700" y="127404"/>
                </a:lnTo>
                <a:lnTo>
                  <a:pt x="90330" y="126359"/>
                </a:lnTo>
                <a:lnTo>
                  <a:pt x="90906" y="125239"/>
                </a:lnTo>
                <a:lnTo>
                  <a:pt x="91427" y="124045"/>
                </a:lnTo>
                <a:lnTo>
                  <a:pt x="91892" y="122776"/>
                </a:lnTo>
                <a:lnTo>
                  <a:pt x="92303" y="121434"/>
                </a:lnTo>
                <a:lnTo>
                  <a:pt x="92660" y="120017"/>
                </a:lnTo>
                <a:lnTo>
                  <a:pt x="92961" y="118526"/>
                </a:lnTo>
                <a:lnTo>
                  <a:pt x="93208" y="116960"/>
                </a:lnTo>
                <a:lnTo>
                  <a:pt x="93399" y="115320"/>
                </a:lnTo>
                <a:lnTo>
                  <a:pt x="93536" y="113606"/>
                </a:lnTo>
                <a:lnTo>
                  <a:pt x="93619" y="111818"/>
                </a:lnTo>
                <a:lnTo>
                  <a:pt x="93646" y="109955"/>
                </a:lnTo>
                <a:lnTo>
                  <a:pt x="93623" y="108479"/>
                </a:lnTo>
                <a:lnTo>
                  <a:pt x="93555" y="107030"/>
                </a:lnTo>
                <a:lnTo>
                  <a:pt x="93440" y="105609"/>
                </a:lnTo>
                <a:lnTo>
                  <a:pt x="93281" y="104217"/>
                </a:lnTo>
                <a:lnTo>
                  <a:pt x="93075" y="102852"/>
                </a:lnTo>
                <a:lnTo>
                  <a:pt x="92824" y="101516"/>
                </a:lnTo>
                <a:lnTo>
                  <a:pt x="92527" y="100207"/>
                </a:lnTo>
                <a:lnTo>
                  <a:pt x="92185" y="98926"/>
                </a:lnTo>
                <a:lnTo>
                  <a:pt x="91796" y="97674"/>
                </a:lnTo>
                <a:lnTo>
                  <a:pt x="91363" y="96449"/>
                </a:lnTo>
                <a:lnTo>
                  <a:pt x="90883" y="95253"/>
                </a:lnTo>
                <a:lnTo>
                  <a:pt x="90358" y="94084"/>
                </a:lnTo>
                <a:lnTo>
                  <a:pt x="89784" y="92978"/>
                </a:lnTo>
                <a:lnTo>
                  <a:pt x="89158" y="91968"/>
                </a:lnTo>
                <a:lnTo>
                  <a:pt x="88481" y="91054"/>
                </a:lnTo>
                <a:lnTo>
                  <a:pt x="87752" y="90236"/>
                </a:lnTo>
                <a:lnTo>
                  <a:pt x="86971" y="89515"/>
                </a:lnTo>
                <a:lnTo>
                  <a:pt x="86138" y="88889"/>
                </a:lnTo>
                <a:lnTo>
                  <a:pt x="85254" y="88360"/>
                </a:lnTo>
                <a:lnTo>
                  <a:pt x="84317" y="87927"/>
                </a:lnTo>
                <a:lnTo>
                  <a:pt x="83329" y="87590"/>
                </a:lnTo>
                <a:lnTo>
                  <a:pt x="82290" y="87350"/>
                </a:lnTo>
                <a:lnTo>
                  <a:pt x="81198" y="87206"/>
                </a:lnTo>
                <a:lnTo>
                  <a:pt x="80055" y="87157"/>
                </a:lnTo>
                <a:close/>
                <a:moveTo>
                  <a:pt x="161017" y="4209"/>
                </a:moveTo>
                <a:lnTo>
                  <a:pt x="164813" y="4344"/>
                </a:lnTo>
                <a:lnTo>
                  <a:pt x="168456" y="4750"/>
                </a:lnTo>
                <a:lnTo>
                  <a:pt x="171945" y="5427"/>
                </a:lnTo>
                <a:lnTo>
                  <a:pt x="175281" y="6375"/>
                </a:lnTo>
                <a:lnTo>
                  <a:pt x="178463" y="7594"/>
                </a:lnTo>
                <a:lnTo>
                  <a:pt x="181492" y="9083"/>
                </a:lnTo>
                <a:lnTo>
                  <a:pt x="184367" y="10844"/>
                </a:lnTo>
                <a:lnTo>
                  <a:pt x="187089" y="12875"/>
                </a:lnTo>
                <a:lnTo>
                  <a:pt x="189657" y="15177"/>
                </a:lnTo>
                <a:lnTo>
                  <a:pt x="192072" y="17750"/>
                </a:lnTo>
                <a:lnTo>
                  <a:pt x="194334" y="20593"/>
                </a:lnTo>
                <a:lnTo>
                  <a:pt x="196442" y="23707"/>
                </a:lnTo>
                <a:lnTo>
                  <a:pt x="198388" y="27051"/>
                </a:lnTo>
                <a:lnTo>
                  <a:pt x="200166" y="30582"/>
                </a:lnTo>
                <a:lnTo>
                  <a:pt x="201774" y="34302"/>
                </a:lnTo>
                <a:lnTo>
                  <a:pt x="203213" y="38209"/>
                </a:lnTo>
                <a:lnTo>
                  <a:pt x="204482" y="42305"/>
                </a:lnTo>
                <a:lnTo>
                  <a:pt x="205583" y="46589"/>
                </a:lnTo>
                <a:lnTo>
                  <a:pt x="206514" y="51061"/>
                </a:lnTo>
                <a:lnTo>
                  <a:pt x="207275" y="55720"/>
                </a:lnTo>
                <a:lnTo>
                  <a:pt x="207868" y="60568"/>
                </a:lnTo>
                <a:lnTo>
                  <a:pt x="208291" y="65604"/>
                </a:lnTo>
                <a:lnTo>
                  <a:pt x="208545" y="70829"/>
                </a:lnTo>
                <a:lnTo>
                  <a:pt x="208630" y="76241"/>
                </a:lnTo>
                <a:lnTo>
                  <a:pt x="208545" y="81667"/>
                </a:lnTo>
                <a:lnTo>
                  <a:pt x="208291" y="86904"/>
                </a:lnTo>
                <a:lnTo>
                  <a:pt x="207868" y="91952"/>
                </a:lnTo>
                <a:lnTo>
                  <a:pt x="207275" y="96810"/>
                </a:lnTo>
                <a:lnTo>
                  <a:pt x="206514" y="101479"/>
                </a:lnTo>
                <a:lnTo>
                  <a:pt x="205583" y="105959"/>
                </a:lnTo>
                <a:lnTo>
                  <a:pt x="204482" y="110250"/>
                </a:lnTo>
                <a:lnTo>
                  <a:pt x="203213" y="114351"/>
                </a:lnTo>
                <a:lnTo>
                  <a:pt x="201774" y="118264"/>
                </a:lnTo>
                <a:lnTo>
                  <a:pt x="200166" y="121987"/>
                </a:lnTo>
                <a:lnTo>
                  <a:pt x="198388" y="125520"/>
                </a:lnTo>
                <a:lnTo>
                  <a:pt x="196442" y="128865"/>
                </a:lnTo>
                <a:lnTo>
                  <a:pt x="194334" y="131979"/>
                </a:lnTo>
                <a:lnTo>
                  <a:pt x="192072" y="134822"/>
                </a:lnTo>
                <a:lnTo>
                  <a:pt x="189657" y="137394"/>
                </a:lnTo>
                <a:lnTo>
                  <a:pt x="187089" y="139696"/>
                </a:lnTo>
                <a:lnTo>
                  <a:pt x="184367" y="141726"/>
                </a:lnTo>
                <a:lnTo>
                  <a:pt x="181492" y="143487"/>
                </a:lnTo>
                <a:lnTo>
                  <a:pt x="178463" y="144976"/>
                </a:lnTo>
                <a:lnTo>
                  <a:pt x="175281" y="146194"/>
                </a:lnTo>
                <a:lnTo>
                  <a:pt x="171945" y="147142"/>
                </a:lnTo>
                <a:lnTo>
                  <a:pt x="168456" y="147819"/>
                </a:lnTo>
                <a:lnTo>
                  <a:pt x="164813" y="148225"/>
                </a:lnTo>
                <a:lnTo>
                  <a:pt x="161017" y="148361"/>
                </a:lnTo>
                <a:lnTo>
                  <a:pt x="157235" y="148225"/>
                </a:lnTo>
                <a:lnTo>
                  <a:pt x="153605" y="147819"/>
                </a:lnTo>
                <a:lnTo>
                  <a:pt x="150126" y="147142"/>
                </a:lnTo>
                <a:lnTo>
                  <a:pt x="146798" y="146194"/>
                </a:lnTo>
                <a:lnTo>
                  <a:pt x="143622" y="144976"/>
                </a:lnTo>
                <a:lnTo>
                  <a:pt x="140598" y="143487"/>
                </a:lnTo>
                <a:lnTo>
                  <a:pt x="137726" y="141726"/>
                </a:lnTo>
                <a:lnTo>
                  <a:pt x="135005" y="139696"/>
                </a:lnTo>
                <a:lnTo>
                  <a:pt x="132435" y="137394"/>
                </a:lnTo>
                <a:lnTo>
                  <a:pt x="130018" y="134822"/>
                </a:lnTo>
                <a:lnTo>
                  <a:pt x="127752" y="131979"/>
                </a:lnTo>
                <a:lnTo>
                  <a:pt x="125637" y="128865"/>
                </a:lnTo>
                <a:lnTo>
                  <a:pt x="123683" y="125520"/>
                </a:lnTo>
                <a:lnTo>
                  <a:pt x="121900" y="121987"/>
                </a:lnTo>
                <a:lnTo>
                  <a:pt x="120286" y="118264"/>
                </a:lnTo>
                <a:lnTo>
                  <a:pt x="118842" y="114351"/>
                </a:lnTo>
                <a:lnTo>
                  <a:pt x="117568" y="110250"/>
                </a:lnTo>
                <a:lnTo>
                  <a:pt x="116463" y="105959"/>
                </a:lnTo>
                <a:lnTo>
                  <a:pt x="115529" y="101479"/>
                </a:lnTo>
                <a:lnTo>
                  <a:pt x="114764" y="96810"/>
                </a:lnTo>
                <a:lnTo>
                  <a:pt x="114170" y="91952"/>
                </a:lnTo>
                <a:lnTo>
                  <a:pt x="113745" y="86904"/>
                </a:lnTo>
                <a:lnTo>
                  <a:pt x="113490" y="81667"/>
                </a:lnTo>
                <a:lnTo>
                  <a:pt x="113405" y="76241"/>
                </a:lnTo>
                <a:lnTo>
                  <a:pt x="113490" y="70829"/>
                </a:lnTo>
                <a:lnTo>
                  <a:pt x="113745" y="65604"/>
                </a:lnTo>
                <a:lnTo>
                  <a:pt x="114170" y="60568"/>
                </a:lnTo>
                <a:lnTo>
                  <a:pt x="114764" y="55720"/>
                </a:lnTo>
                <a:lnTo>
                  <a:pt x="115529" y="51061"/>
                </a:lnTo>
                <a:lnTo>
                  <a:pt x="116463" y="46589"/>
                </a:lnTo>
                <a:lnTo>
                  <a:pt x="117568" y="42305"/>
                </a:lnTo>
                <a:lnTo>
                  <a:pt x="118842" y="38209"/>
                </a:lnTo>
                <a:lnTo>
                  <a:pt x="120286" y="34302"/>
                </a:lnTo>
                <a:lnTo>
                  <a:pt x="121900" y="30582"/>
                </a:lnTo>
                <a:lnTo>
                  <a:pt x="123683" y="27051"/>
                </a:lnTo>
                <a:lnTo>
                  <a:pt x="125637" y="23707"/>
                </a:lnTo>
                <a:lnTo>
                  <a:pt x="127752" y="20593"/>
                </a:lnTo>
                <a:lnTo>
                  <a:pt x="130018" y="17750"/>
                </a:lnTo>
                <a:lnTo>
                  <a:pt x="132435" y="15177"/>
                </a:lnTo>
                <a:lnTo>
                  <a:pt x="135005" y="12875"/>
                </a:lnTo>
                <a:lnTo>
                  <a:pt x="137726" y="10844"/>
                </a:lnTo>
                <a:lnTo>
                  <a:pt x="140598" y="9083"/>
                </a:lnTo>
                <a:lnTo>
                  <a:pt x="143622" y="7594"/>
                </a:lnTo>
                <a:lnTo>
                  <a:pt x="146798" y="6375"/>
                </a:lnTo>
                <a:lnTo>
                  <a:pt x="150126" y="5427"/>
                </a:lnTo>
                <a:lnTo>
                  <a:pt x="153605" y="4750"/>
                </a:lnTo>
                <a:lnTo>
                  <a:pt x="157235" y="4344"/>
                </a:lnTo>
                <a:lnTo>
                  <a:pt x="161017" y="4209"/>
                </a:lnTo>
                <a:moveTo>
                  <a:pt x="134449" y="105272"/>
                </a:moveTo>
                <a:lnTo>
                  <a:pt x="181535" y="31703"/>
                </a:lnTo>
                <a:lnTo>
                  <a:pt x="180785" y="30384"/>
                </a:lnTo>
                <a:lnTo>
                  <a:pt x="180024" y="29139"/>
                </a:lnTo>
                <a:lnTo>
                  <a:pt x="179253" y="27967"/>
                </a:lnTo>
                <a:lnTo>
                  <a:pt x="178471" y="26869"/>
                </a:lnTo>
                <a:lnTo>
                  <a:pt x="177679" y="25844"/>
                </a:lnTo>
                <a:lnTo>
                  <a:pt x="176877" y="24893"/>
                </a:lnTo>
                <a:lnTo>
                  <a:pt x="176065" y="24015"/>
                </a:lnTo>
                <a:lnTo>
                  <a:pt x="175242" y="23211"/>
                </a:lnTo>
                <a:lnTo>
                  <a:pt x="174408" y="22480"/>
                </a:lnTo>
                <a:lnTo>
                  <a:pt x="173565" y="21823"/>
                </a:lnTo>
                <a:lnTo>
                  <a:pt x="172711" y="21239"/>
                </a:lnTo>
                <a:lnTo>
                  <a:pt x="171846" y="20729"/>
                </a:lnTo>
                <a:lnTo>
                  <a:pt x="170974" y="20275"/>
                </a:lnTo>
                <a:lnTo>
                  <a:pt x="170096" y="19861"/>
                </a:lnTo>
                <a:lnTo>
                  <a:pt x="169213" y="19486"/>
                </a:lnTo>
                <a:lnTo>
                  <a:pt x="168324" y="19150"/>
                </a:lnTo>
                <a:lnTo>
                  <a:pt x="167430" y="18854"/>
                </a:lnTo>
                <a:lnTo>
                  <a:pt x="166531" y="18598"/>
                </a:lnTo>
                <a:lnTo>
                  <a:pt x="165625" y="18381"/>
                </a:lnTo>
                <a:lnTo>
                  <a:pt x="164715" y="18203"/>
                </a:lnTo>
                <a:lnTo>
                  <a:pt x="163799" y="18065"/>
                </a:lnTo>
                <a:lnTo>
                  <a:pt x="162877" y="17966"/>
                </a:lnTo>
                <a:lnTo>
                  <a:pt x="161950" y="17907"/>
                </a:lnTo>
                <a:lnTo>
                  <a:pt x="161017" y="17887"/>
                </a:lnTo>
                <a:lnTo>
                  <a:pt x="158626" y="18000"/>
                </a:lnTo>
                <a:lnTo>
                  <a:pt x="156331" y="18338"/>
                </a:lnTo>
                <a:lnTo>
                  <a:pt x="154134" y="18902"/>
                </a:lnTo>
                <a:lnTo>
                  <a:pt x="152035" y="19690"/>
                </a:lnTo>
                <a:lnTo>
                  <a:pt x="150033" y="20705"/>
                </a:lnTo>
                <a:lnTo>
                  <a:pt x="148128" y="21944"/>
                </a:lnTo>
                <a:lnTo>
                  <a:pt x="146321" y="23409"/>
                </a:lnTo>
                <a:lnTo>
                  <a:pt x="144611" y="25099"/>
                </a:lnTo>
                <a:lnTo>
                  <a:pt x="142998" y="27015"/>
                </a:lnTo>
                <a:lnTo>
                  <a:pt x="141484" y="29156"/>
                </a:lnTo>
                <a:lnTo>
                  <a:pt x="140066" y="31523"/>
                </a:lnTo>
                <a:lnTo>
                  <a:pt x="138746" y="34114"/>
                </a:lnTo>
                <a:lnTo>
                  <a:pt x="137527" y="36879"/>
                </a:lnTo>
                <a:lnTo>
                  <a:pt x="136415" y="39764"/>
                </a:lnTo>
                <a:lnTo>
                  <a:pt x="135408" y="42771"/>
                </a:lnTo>
                <a:lnTo>
                  <a:pt x="134508" y="45898"/>
                </a:lnTo>
                <a:lnTo>
                  <a:pt x="133713" y="49146"/>
                </a:lnTo>
                <a:lnTo>
                  <a:pt x="133024" y="52515"/>
                </a:lnTo>
                <a:lnTo>
                  <a:pt x="132442" y="56005"/>
                </a:lnTo>
                <a:lnTo>
                  <a:pt x="131965" y="59616"/>
                </a:lnTo>
                <a:lnTo>
                  <a:pt x="131594" y="63347"/>
                </a:lnTo>
                <a:lnTo>
                  <a:pt x="131329" y="67200"/>
                </a:lnTo>
                <a:lnTo>
                  <a:pt x="131170" y="71174"/>
                </a:lnTo>
                <a:lnTo>
                  <a:pt x="131117" y="75268"/>
                </a:lnTo>
                <a:lnTo>
                  <a:pt x="131120" y="76222"/>
                </a:lnTo>
                <a:lnTo>
                  <a:pt x="131127" y="77188"/>
                </a:lnTo>
                <a:lnTo>
                  <a:pt x="131139" y="78166"/>
                </a:lnTo>
                <a:lnTo>
                  <a:pt x="131156" y="79156"/>
                </a:lnTo>
                <a:lnTo>
                  <a:pt x="131178" y="80158"/>
                </a:lnTo>
                <a:lnTo>
                  <a:pt x="131205" y="81173"/>
                </a:lnTo>
                <a:lnTo>
                  <a:pt x="131237" y="82200"/>
                </a:lnTo>
                <a:lnTo>
                  <a:pt x="131273" y="83239"/>
                </a:lnTo>
                <a:lnTo>
                  <a:pt x="131315" y="84290"/>
                </a:lnTo>
                <a:lnTo>
                  <a:pt x="131361" y="85353"/>
                </a:lnTo>
                <a:lnTo>
                  <a:pt x="131412" y="86429"/>
                </a:lnTo>
                <a:lnTo>
                  <a:pt x="131468" y="87516"/>
                </a:lnTo>
                <a:lnTo>
                  <a:pt x="131542" y="88642"/>
                </a:lnTo>
                <a:lnTo>
                  <a:pt x="131648" y="89832"/>
                </a:lnTo>
                <a:lnTo>
                  <a:pt x="131786" y="91086"/>
                </a:lnTo>
                <a:lnTo>
                  <a:pt x="131955" y="92405"/>
                </a:lnTo>
                <a:lnTo>
                  <a:pt x="132156" y="93788"/>
                </a:lnTo>
                <a:lnTo>
                  <a:pt x="132389" y="95235"/>
                </a:lnTo>
                <a:lnTo>
                  <a:pt x="132653" y="96747"/>
                </a:lnTo>
                <a:lnTo>
                  <a:pt x="132949" y="98323"/>
                </a:lnTo>
                <a:lnTo>
                  <a:pt x="133277" y="99964"/>
                </a:lnTo>
                <a:lnTo>
                  <a:pt x="133636" y="101669"/>
                </a:lnTo>
                <a:lnTo>
                  <a:pt x="134027" y="103438"/>
                </a:lnTo>
                <a:lnTo>
                  <a:pt x="134449" y="105272"/>
                </a:lnTo>
                <a:moveTo>
                  <a:pt x="187410" y="47894"/>
                </a:moveTo>
                <a:lnTo>
                  <a:pt x="140675" y="121907"/>
                </a:lnTo>
                <a:lnTo>
                  <a:pt x="141311" y="122950"/>
                </a:lnTo>
                <a:lnTo>
                  <a:pt x="141963" y="123948"/>
                </a:lnTo>
                <a:lnTo>
                  <a:pt x="142631" y="124902"/>
                </a:lnTo>
                <a:lnTo>
                  <a:pt x="143315" y="125811"/>
                </a:lnTo>
                <a:lnTo>
                  <a:pt x="144015" y="126676"/>
                </a:lnTo>
                <a:lnTo>
                  <a:pt x="144730" y="127497"/>
                </a:lnTo>
                <a:lnTo>
                  <a:pt x="145462" y="128273"/>
                </a:lnTo>
                <a:lnTo>
                  <a:pt x="146209" y="129005"/>
                </a:lnTo>
                <a:lnTo>
                  <a:pt x="146972" y="129693"/>
                </a:lnTo>
                <a:lnTo>
                  <a:pt x="147750" y="130336"/>
                </a:lnTo>
                <a:lnTo>
                  <a:pt x="148545" y="130935"/>
                </a:lnTo>
                <a:lnTo>
                  <a:pt x="149356" y="131490"/>
                </a:lnTo>
                <a:lnTo>
                  <a:pt x="150182" y="132000"/>
                </a:lnTo>
                <a:lnTo>
                  <a:pt x="151024" y="132465"/>
                </a:lnTo>
                <a:lnTo>
                  <a:pt x="151882" y="132886"/>
                </a:lnTo>
                <a:lnTo>
                  <a:pt x="152756" y="133263"/>
                </a:lnTo>
                <a:lnTo>
                  <a:pt x="153645" y="133596"/>
                </a:lnTo>
                <a:lnTo>
                  <a:pt x="154551" y="133884"/>
                </a:lnTo>
                <a:lnTo>
                  <a:pt x="155472" y="134128"/>
                </a:lnTo>
                <a:lnTo>
                  <a:pt x="156409" y="134327"/>
                </a:lnTo>
                <a:lnTo>
                  <a:pt x="157362" y="134482"/>
                </a:lnTo>
                <a:lnTo>
                  <a:pt x="158331" y="134593"/>
                </a:lnTo>
                <a:lnTo>
                  <a:pt x="159316" y="134660"/>
                </a:lnTo>
                <a:lnTo>
                  <a:pt x="160316" y="134682"/>
                </a:lnTo>
                <a:lnTo>
                  <a:pt x="163026" y="134553"/>
                </a:lnTo>
                <a:lnTo>
                  <a:pt x="165601" y="134165"/>
                </a:lnTo>
                <a:lnTo>
                  <a:pt x="168043" y="133520"/>
                </a:lnTo>
                <a:lnTo>
                  <a:pt x="170351" y="132616"/>
                </a:lnTo>
                <a:lnTo>
                  <a:pt x="172525" y="131454"/>
                </a:lnTo>
                <a:lnTo>
                  <a:pt x="174565" y="130034"/>
                </a:lnTo>
                <a:lnTo>
                  <a:pt x="176470" y="128356"/>
                </a:lnTo>
                <a:lnTo>
                  <a:pt x="178242" y="126419"/>
                </a:lnTo>
                <a:lnTo>
                  <a:pt x="179880" y="124224"/>
                </a:lnTo>
                <a:lnTo>
                  <a:pt x="181384" y="121771"/>
                </a:lnTo>
                <a:lnTo>
                  <a:pt x="182754" y="119060"/>
                </a:lnTo>
                <a:lnTo>
                  <a:pt x="183991" y="116090"/>
                </a:lnTo>
                <a:lnTo>
                  <a:pt x="185111" y="112963"/>
                </a:lnTo>
                <a:lnTo>
                  <a:pt x="186134" y="109780"/>
                </a:lnTo>
                <a:lnTo>
                  <a:pt x="187059" y="106540"/>
                </a:lnTo>
                <a:lnTo>
                  <a:pt x="187888" y="103244"/>
                </a:lnTo>
                <a:lnTo>
                  <a:pt x="188618" y="99891"/>
                </a:lnTo>
                <a:lnTo>
                  <a:pt x="189252" y="96482"/>
                </a:lnTo>
                <a:lnTo>
                  <a:pt x="189787" y="93016"/>
                </a:lnTo>
                <a:lnTo>
                  <a:pt x="190226" y="89494"/>
                </a:lnTo>
                <a:lnTo>
                  <a:pt x="190567" y="85915"/>
                </a:lnTo>
                <a:lnTo>
                  <a:pt x="190810" y="82280"/>
                </a:lnTo>
                <a:lnTo>
                  <a:pt x="190956" y="78589"/>
                </a:lnTo>
                <a:lnTo>
                  <a:pt x="191005" y="74841"/>
                </a:lnTo>
                <a:lnTo>
                  <a:pt x="190980" y="72515"/>
                </a:lnTo>
                <a:lnTo>
                  <a:pt x="190905" y="70203"/>
                </a:lnTo>
                <a:lnTo>
                  <a:pt x="190781" y="67907"/>
                </a:lnTo>
                <a:lnTo>
                  <a:pt x="190606" y="65625"/>
                </a:lnTo>
                <a:lnTo>
                  <a:pt x="190381" y="63357"/>
                </a:lnTo>
                <a:lnTo>
                  <a:pt x="190106" y="61104"/>
                </a:lnTo>
                <a:lnTo>
                  <a:pt x="189782" y="58866"/>
                </a:lnTo>
                <a:lnTo>
                  <a:pt x="189407" y="56643"/>
                </a:lnTo>
                <a:lnTo>
                  <a:pt x="188983" y="54434"/>
                </a:lnTo>
                <a:lnTo>
                  <a:pt x="188509" y="52239"/>
                </a:lnTo>
                <a:lnTo>
                  <a:pt x="187984" y="50060"/>
                </a:lnTo>
                <a:lnTo>
                  <a:pt x="187410" y="47894"/>
                </a:lnTo>
                <a:close/>
                <a:moveTo>
                  <a:pt x="375728" y="148536"/>
                </a:moveTo>
                <a:lnTo>
                  <a:pt x="374760" y="148507"/>
                </a:lnTo>
                <a:lnTo>
                  <a:pt x="373816" y="148419"/>
                </a:lnTo>
                <a:lnTo>
                  <a:pt x="372895" y="148273"/>
                </a:lnTo>
                <a:lnTo>
                  <a:pt x="371997" y="148068"/>
                </a:lnTo>
                <a:lnTo>
                  <a:pt x="371122" y="147805"/>
                </a:lnTo>
                <a:lnTo>
                  <a:pt x="370270" y="147484"/>
                </a:lnTo>
                <a:lnTo>
                  <a:pt x="369441" y="147104"/>
                </a:lnTo>
                <a:lnTo>
                  <a:pt x="368635" y="146665"/>
                </a:lnTo>
                <a:lnTo>
                  <a:pt x="367853" y="146168"/>
                </a:lnTo>
                <a:lnTo>
                  <a:pt x="367094" y="145613"/>
                </a:lnTo>
                <a:lnTo>
                  <a:pt x="366357" y="144999"/>
                </a:lnTo>
                <a:lnTo>
                  <a:pt x="365644" y="144327"/>
                </a:lnTo>
                <a:lnTo>
                  <a:pt x="364972" y="143614"/>
                </a:lnTo>
                <a:lnTo>
                  <a:pt x="364358" y="142878"/>
                </a:lnTo>
                <a:lnTo>
                  <a:pt x="363803" y="142119"/>
                </a:lnTo>
                <a:lnTo>
                  <a:pt x="363306" y="141336"/>
                </a:lnTo>
                <a:lnTo>
                  <a:pt x="362868" y="140530"/>
                </a:lnTo>
                <a:lnTo>
                  <a:pt x="362488" y="139702"/>
                </a:lnTo>
                <a:lnTo>
                  <a:pt x="362166" y="138850"/>
                </a:lnTo>
                <a:lnTo>
                  <a:pt x="361903" y="137975"/>
                </a:lnTo>
                <a:lnTo>
                  <a:pt x="361699" y="137077"/>
                </a:lnTo>
                <a:lnTo>
                  <a:pt x="361552" y="136155"/>
                </a:lnTo>
                <a:lnTo>
                  <a:pt x="361465" y="135211"/>
                </a:lnTo>
                <a:lnTo>
                  <a:pt x="361436" y="134243"/>
                </a:lnTo>
                <a:lnTo>
                  <a:pt x="361465" y="133262"/>
                </a:lnTo>
                <a:lnTo>
                  <a:pt x="361554" y="132306"/>
                </a:lnTo>
                <a:lnTo>
                  <a:pt x="361701" y="131375"/>
                </a:lnTo>
                <a:lnTo>
                  <a:pt x="361908" y="130468"/>
                </a:lnTo>
                <a:lnTo>
                  <a:pt x="362174" y="129587"/>
                </a:lnTo>
                <a:lnTo>
                  <a:pt x="362499" y="128730"/>
                </a:lnTo>
                <a:lnTo>
                  <a:pt x="362883" y="127899"/>
                </a:lnTo>
                <a:lnTo>
                  <a:pt x="363326" y="127092"/>
                </a:lnTo>
                <a:lnTo>
                  <a:pt x="363828" y="126311"/>
                </a:lnTo>
                <a:lnTo>
                  <a:pt x="364389" y="125554"/>
                </a:lnTo>
                <a:lnTo>
                  <a:pt x="365009" y="124823"/>
                </a:lnTo>
                <a:lnTo>
                  <a:pt x="365688" y="124116"/>
                </a:lnTo>
                <a:lnTo>
                  <a:pt x="366408" y="123451"/>
                </a:lnTo>
                <a:lnTo>
                  <a:pt x="367148" y="122843"/>
                </a:lnTo>
                <a:lnTo>
                  <a:pt x="367910" y="122294"/>
                </a:lnTo>
                <a:lnTo>
                  <a:pt x="368694" y="121802"/>
                </a:lnTo>
                <a:lnTo>
                  <a:pt x="369499" y="121368"/>
                </a:lnTo>
                <a:lnTo>
                  <a:pt x="370324" y="120992"/>
                </a:lnTo>
                <a:lnTo>
                  <a:pt x="371172" y="120674"/>
                </a:lnTo>
                <a:lnTo>
                  <a:pt x="372040" y="120414"/>
                </a:lnTo>
                <a:lnTo>
                  <a:pt x="372930" y="120211"/>
                </a:lnTo>
                <a:lnTo>
                  <a:pt x="373842" y="120067"/>
                </a:lnTo>
                <a:lnTo>
                  <a:pt x="374774" y="119980"/>
                </a:lnTo>
                <a:lnTo>
                  <a:pt x="375728" y="119951"/>
                </a:lnTo>
                <a:lnTo>
                  <a:pt x="376682" y="119980"/>
                </a:lnTo>
                <a:lnTo>
                  <a:pt x="377614" y="120067"/>
                </a:lnTo>
                <a:lnTo>
                  <a:pt x="378526" y="120211"/>
                </a:lnTo>
                <a:lnTo>
                  <a:pt x="379416" y="120414"/>
                </a:lnTo>
                <a:lnTo>
                  <a:pt x="380284" y="120674"/>
                </a:lnTo>
                <a:lnTo>
                  <a:pt x="381131" y="120992"/>
                </a:lnTo>
                <a:lnTo>
                  <a:pt x="381957" y="121368"/>
                </a:lnTo>
                <a:lnTo>
                  <a:pt x="382762" y="121802"/>
                </a:lnTo>
                <a:lnTo>
                  <a:pt x="383546" y="122294"/>
                </a:lnTo>
                <a:lnTo>
                  <a:pt x="384308" y="122843"/>
                </a:lnTo>
                <a:lnTo>
                  <a:pt x="385048" y="123451"/>
                </a:lnTo>
                <a:lnTo>
                  <a:pt x="385768" y="124116"/>
                </a:lnTo>
                <a:lnTo>
                  <a:pt x="386447" y="124823"/>
                </a:lnTo>
                <a:lnTo>
                  <a:pt x="387067" y="125554"/>
                </a:lnTo>
                <a:lnTo>
                  <a:pt x="387628" y="126311"/>
                </a:lnTo>
                <a:lnTo>
                  <a:pt x="388130" y="127092"/>
                </a:lnTo>
                <a:lnTo>
                  <a:pt x="388573" y="127899"/>
                </a:lnTo>
                <a:lnTo>
                  <a:pt x="388957" y="128730"/>
                </a:lnTo>
                <a:lnTo>
                  <a:pt x="389282" y="129587"/>
                </a:lnTo>
                <a:lnTo>
                  <a:pt x="389548" y="130468"/>
                </a:lnTo>
                <a:lnTo>
                  <a:pt x="389755" y="131375"/>
                </a:lnTo>
                <a:lnTo>
                  <a:pt x="389902" y="132306"/>
                </a:lnTo>
                <a:lnTo>
                  <a:pt x="389991" y="133262"/>
                </a:lnTo>
                <a:lnTo>
                  <a:pt x="390020" y="134243"/>
                </a:lnTo>
                <a:lnTo>
                  <a:pt x="389991" y="135211"/>
                </a:lnTo>
                <a:lnTo>
                  <a:pt x="389903" y="136155"/>
                </a:lnTo>
                <a:lnTo>
                  <a:pt x="389757" y="137077"/>
                </a:lnTo>
                <a:lnTo>
                  <a:pt x="389553" y="137975"/>
                </a:lnTo>
                <a:lnTo>
                  <a:pt x="389290" y="138850"/>
                </a:lnTo>
                <a:lnTo>
                  <a:pt x="388968" y="139702"/>
                </a:lnTo>
                <a:lnTo>
                  <a:pt x="388588" y="140530"/>
                </a:lnTo>
                <a:lnTo>
                  <a:pt x="388150" y="141336"/>
                </a:lnTo>
                <a:lnTo>
                  <a:pt x="387653" y="142119"/>
                </a:lnTo>
                <a:lnTo>
                  <a:pt x="387098" y="142878"/>
                </a:lnTo>
                <a:lnTo>
                  <a:pt x="386484" y="143614"/>
                </a:lnTo>
                <a:lnTo>
                  <a:pt x="385812" y="144327"/>
                </a:lnTo>
                <a:lnTo>
                  <a:pt x="385099" y="144999"/>
                </a:lnTo>
                <a:lnTo>
                  <a:pt x="384362" y="145613"/>
                </a:lnTo>
                <a:lnTo>
                  <a:pt x="383603" y="146168"/>
                </a:lnTo>
                <a:lnTo>
                  <a:pt x="382821" y="146665"/>
                </a:lnTo>
                <a:lnTo>
                  <a:pt x="382015" y="147104"/>
                </a:lnTo>
                <a:lnTo>
                  <a:pt x="381186" y="147484"/>
                </a:lnTo>
                <a:lnTo>
                  <a:pt x="380334" y="147805"/>
                </a:lnTo>
                <a:lnTo>
                  <a:pt x="379459" y="148068"/>
                </a:lnTo>
                <a:lnTo>
                  <a:pt x="378561" y="148273"/>
                </a:lnTo>
                <a:lnTo>
                  <a:pt x="377640" y="148419"/>
                </a:lnTo>
                <a:lnTo>
                  <a:pt x="376696" y="148507"/>
                </a:lnTo>
                <a:lnTo>
                  <a:pt x="375728" y="148536"/>
                </a:lnTo>
                <a:moveTo>
                  <a:pt x="375728" y="72251"/>
                </a:moveTo>
                <a:lnTo>
                  <a:pt x="374760" y="72222"/>
                </a:lnTo>
                <a:lnTo>
                  <a:pt x="373816" y="72134"/>
                </a:lnTo>
                <a:lnTo>
                  <a:pt x="372895" y="71988"/>
                </a:lnTo>
                <a:lnTo>
                  <a:pt x="371997" y="71784"/>
                </a:lnTo>
                <a:lnTo>
                  <a:pt x="371122" y="71521"/>
                </a:lnTo>
                <a:lnTo>
                  <a:pt x="370270" y="71199"/>
                </a:lnTo>
                <a:lnTo>
                  <a:pt x="369441" y="70819"/>
                </a:lnTo>
                <a:lnTo>
                  <a:pt x="368635" y="70381"/>
                </a:lnTo>
                <a:lnTo>
                  <a:pt x="367853" y="69884"/>
                </a:lnTo>
                <a:lnTo>
                  <a:pt x="367094" y="69328"/>
                </a:lnTo>
                <a:lnTo>
                  <a:pt x="366357" y="68715"/>
                </a:lnTo>
                <a:lnTo>
                  <a:pt x="365644" y="68042"/>
                </a:lnTo>
                <a:lnTo>
                  <a:pt x="364972" y="67329"/>
                </a:lnTo>
                <a:lnTo>
                  <a:pt x="364358" y="66593"/>
                </a:lnTo>
                <a:lnTo>
                  <a:pt x="363803" y="65834"/>
                </a:lnTo>
                <a:lnTo>
                  <a:pt x="363306" y="65051"/>
                </a:lnTo>
                <a:lnTo>
                  <a:pt x="362868" y="64246"/>
                </a:lnTo>
                <a:lnTo>
                  <a:pt x="362488" y="63417"/>
                </a:lnTo>
                <a:lnTo>
                  <a:pt x="362166" y="62565"/>
                </a:lnTo>
                <a:lnTo>
                  <a:pt x="361903" y="61690"/>
                </a:lnTo>
                <a:lnTo>
                  <a:pt x="361699" y="60792"/>
                </a:lnTo>
                <a:lnTo>
                  <a:pt x="361552" y="59871"/>
                </a:lnTo>
                <a:lnTo>
                  <a:pt x="361465" y="58926"/>
                </a:lnTo>
                <a:lnTo>
                  <a:pt x="361436" y="57959"/>
                </a:lnTo>
                <a:lnTo>
                  <a:pt x="361465" y="56978"/>
                </a:lnTo>
                <a:lnTo>
                  <a:pt x="361554" y="56021"/>
                </a:lnTo>
                <a:lnTo>
                  <a:pt x="361701" y="55090"/>
                </a:lnTo>
                <a:lnTo>
                  <a:pt x="361908" y="54184"/>
                </a:lnTo>
                <a:lnTo>
                  <a:pt x="362174" y="53302"/>
                </a:lnTo>
                <a:lnTo>
                  <a:pt x="362499" y="52446"/>
                </a:lnTo>
                <a:lnTo>
                  <a:pt x="362883" y="51614"/>
                </a:lnTo>
                <a:lnTo>
                  <a:pt x="363326" y="50808"/>
                </a:lnTo>
                <a:lnTo>
                  <a:pt x="363828" y="50026"/>
                </a:lnTo>
                <a:lnTo>
                  <a:pt x="364389" y="49270"/>
                </a:lnTo>
                <a:lnTo>
                  <a:pt x="365009" y="48538"/>
                </a:lnTo>
                <a:lnTo>
                  <a:pt x="365688" y="47831"/>
                </a:lnTo>
                <a:lnTo>
                  <a:pt x="366408" y="47166"/>
                </a:lnTo>
                <a:lnTo>
                  <a:pt x="367148" y="46559"/>
                </a:lnTo>
                <a:lnTo>
                  <a:pt x="367910" y="46009"/>
                </a:lnTo>
                <a:lnTo>
                  <a:pt x="368694" y="45517"/>
                </a:lnTo>
                <a:lnTo>
                  <a:pt x="369499" y="45084"/>
                </a:lnTo>
                <a:lnTo>
                  <a:pt x="370324" y="44708"/>
                </a:lnTo>
                <a:lnTo>
                  <a:pt x="371172" y="44389"/>
                </a:lnTo>
                <a:lnTo>
                  <a:pt x="372040" y="44129"/>
                </a:lnTo>
                <a:lnTo>
                  <a:pt x="372930" y="43927"/>
                </a:lnTo>
                <a:lnTo>
                  <a:pt x="373842" y="43782"/>
                </a:lnTo>
                <a:lnTo>
                  <a:pt x="374774" y="43695"/>
                </a:lnTo>
                <a:lnTo>
                  <a:pt x="375728" y="43666"/>
                </a:lnTo>
                <a:lnTo>
                  <a:pt x="376682" y="43695"/>
                </a:lnTo>
                <a:lnTo>
                  <a:pt x="377614" y="43782"/>
                </a:lnTo>
                <a:lnTo>
                  <a:pt x="378526" y="43927"/>
                </a:lnTo>
                <a:lnTo>
                  <a:pt x="379416" y="44129"/>
                </a:lnTo>
                <a:lnTo>
                  <a:pt x="380284" y="44389"/>
                </a:lnTo>
                <a:lnTo>
                  <a:pt x="381131" y="44708"/>
                </a:lnTo>
                <a:lnTo>
                  <a:pt x="381957" y="45084"/>
                </a:lnTo>
                <a:lnTo>
                  <a:pt x="382762" y="45517"/>
                </a:lnTo>
                <a:lnTo>
                  <a:pt x="383546" y="46009"/>
                </a:lnTo>
                <a:lnTo>
                  <a:pt x="384308" y="46559"/>
                </a:lnTo>
                <a:lnTo>
                  <a:pt x="385048" y="47166"/>
                </a:lnTo>
                <a:lnTo>
                  <a:pt x="385768" y="47831"/>
                </a:lnTo>
                <a:lnTo>
                  <a:pt x="386447" y="48538"/>
                </a:lnTo>
                <a:lnTo>
                  <a:pt x="387067" y="49270"/>
                </a:lnTo>
                <a:lnTo>
                  <a:pt x="387628" y="50026"/>
                </a:lnTo>
                <a:lnTo>
                  <a:pt x="388130" y="50808"/>
                </a:lnTo>
                <a:lnTo>
                  <a:pt x="388573" y="51614"/>
                </a:lnTo>
                <a:lnTo>
                  <a:pt x="388957" y="52446"/>
                </a:lnTo>
                <a:lnTo>
                  <a:pt x="389282" y="53302"/>
                </a:lnTo>
                <a:lnTo>
                  <a:pt x="389548" y="54184"/>
                </a:lnTo>
                <a:lnTo>
                  <a:pt x="389755" y="55090"/>
                </a:lnTo>
                <a:lnTo>
                  <a:pt x="389902" y="56021"/>
                </a:lnTo>
                <a:lnTo>
                  <a:pt x="389991" y="56978"/>
                </a:lnTo>
                <a:lnTo>
                  <a:pt x="390020" y="57959"/>
                </a:lnTo>
                <a:lnTo>
                  <a:pt x="389991" y="58926"/>
                </a:lnTo>
                <a:lnTo>
                  <a:pt x="389903" y="59871"/>
                </a:lnTo>
                <a:lnTo>
                  <a:pt x="389757" y="60792"/>
                </a:lnTo>
                <a:lnTo>
                  <a:pt x="389553" y="61690"/>
                </a:lnTo>
                <a:lnTo>
                  <a:pt x="389290" y="62565"/>
                </a:lnTo>
                <a:lnTo>
                  <a:pt x="388968" y="63417"/>
                </a:lnTo>
                <a:lnTo>
                  <a:pt x="388588" y="64246"/>
                </a:lnTo>
                <a:lnTo>
                  <a:pt x="388150" y="65051"/>
                </a:lnTo>
                <a:lnTo>
                  <a:pt x="387653" y="65834"/>
                </a:lnTo>
                <a:lnTo>
                  <a:pt x="387098" y="66593"/>
                </a:lnTo>
                <a:lnTo>
                  <a:pt x="386484" y="67329"/>
                </a:lnTo>
                <a:lnTo>
                  <a:pt x="385812" y="68042"/>
                </a:lnTo>
                <a:lnTo>
                  <a:pt x="385099" y="68715"/>
                </a:lnTo>
                <a:lnTo>
                  <a:pt x="384362" y="69328"/>
                </a:lnTo>
                <a:lnTo>
                  <a:pt x="383603" y="69884"/>
                </a:lnTo>
                <a:lnTo>
                  <a:pt x="382821" y="70381"/>
                </a:lnTo>
                <a:lnTo>
                  <a:pt x="382015" y="70819"/>
                </a:lnTo>
                <a:lnTo>
                  <a:pt x="381186" y="71199"/>
                </a:lnTo>
                <a:lnTo>
                  <a:pt x="380334" y="71521"/>
                </a:lnTo>
                <a:lnTo>
                  <a:pt x="379459" y="71784"/>
                </a:lnTo>
                <a:lnTo>
                  <a:pt x="378561" y="71988"/>
                </a:lnTo>
                <a:lnTo>
                  <a:pt x="377640" y="72134"/>
                </a:lnTo>
                <a:lnTo>
                  <a:pt x="376696" y="72222"/>
                </a:lnTo>
                <a:lnTo>
                  <a:pt x="375728" y="72251"/>
                </a:lnTo>
                <a:close/>
                <a:moveTo>
                  <a:pt x="630588" y="176945"/>
                </a:moveTo>
                <a:lnTo>
                  <a:pt x="626593" y="176622"/>
                </a:lnTo>
                <a:lnTo>
                  <a:pt x="622704" y="176150"/>
                </a:lnTo>
                <a:lnTo>
                  <a:pt x="618920" y="175528"/>
                </a:lnTo>
                <a:lnTo>
                  <a:pt x="615243" y="174757"/>
                </a:lnTo>
                <a:lnTo>
                  <a:pt x="611672" y="173837"/>
                </a:lnTo>
                <a:lnTo>
                  <a:pt x="608207" y="172767"/>
                </a:lnTo>
                <a:lnTo>
                  <a:pt x="604847" y="171548"/>
                </a:lnTo>
                <a:lnTo>
                  <a:pt x="601594" y="170180"/>
                </a:lnTo>
                <a:lnTo>
                  <a:pt x="598446" y="168663"/>
                </a:lnTo>
                <a:lnTo>
                  <a:pt x="595405" y="166996"/>
                </a:lnTo>
                <a:lnTo>
                  <a:pt x="592469" y="165180"/>
                </a:lnTo>
                <a:lnTo>
                  <a:pt x="589640" y="163215"/>
                </a:lnTo>
                <a:lnTo>
                  <a:pt x="586910" y="161116"/>
                </a:lnTo>
                <a:lnTo>
                  <a:pt x="584273" y="158898"/>
                </a:lnTo>
                <a:lnTo>
                  <a:pt x="581729" y="156561"/>
                </a:lnTo>
                <a:lnTo>
                  <a:pt x="579278" y="154106"/>
                </a:lnTo>
                <a:lnTo>
                  <a:pt x="576921" y="151532"/>
                </a:lnTo>
                <a:lnTo>
                  <a:pt x="574657" y="148839"/>
                </a:lnTo>
                <a:lnTo>
                  <a:pt x="572486" y="146028"/>
                </a:lnTo>
                <a:lnTo>
                  <a:pt x="570408" y="143097"/>
                </a:lnTo>
                <a:lnTo>
                  <a:pt x="568423" y="140048"/>
                </a:lnTo>
                <a:lnTo>
                  <a:pt x="566531" y="136880"/>
                </a:lnTo>
                <a:lnTo>
                  <a:pt x="564733" y="133594"/>
                </a:lnTo>
                <a:lnTo>
                  <a:pt x="563028" y="130188"/>
                </a:lnTo>
                <a:lnTo>
                  <a:pt x="561438" y="126722"/>
                </a:lnTo>
                <a:lnTo>
                  <a:pt x="559987" y="123255"/>
                </a:lnTo>
                <a:lnTo>
                  <a:pt x="558674" y="119787"/>
                </a:lnTo>
                <a:lnTo>
                  <a:pt x="557499" y="116317"/>
                </a:lnTo>
                <a:lnTo>
                  <a:pt x="556462" y="112846"/>
                </a:lnTo>
                <a:lnTo>
                  <a:pt x="555564" y="109374"/>
                </a:lnTo>
                <a:lnTo>
                  <a:pt x="554803" y="105901"/>
                </a:lnTo>
                <a:lnTo>
                  <a:pt x="554181" y="102427"/>
                </a:lnTo>
                <a:lnTo>
                  <a:pt x="553698" y="98951"/>
                </a:lnTo>
                <a:lnTo>
                  <a:pt x="553352" y="95474"/>
                </a:lnTo>
                <a:lnTo>
                  <a:pt x="553145" y="91996"/>
                </a:lnTo>
                <a:lnTo>
                  <a:pt x="553076" y="88517"/>
                </a:lnTo>
                <a:lnTo>
                  <a:pt x="553145" y="85037"/>
                </a:lnTo>
                <a:lnTo>
                  <a:pt x="553352" y="81559"/>
                </a:lnTo>
                <a:lnTo>
                  <a:pt x="553698" y="78082"/>
                </a:lnTo>
                <a:lnTo>
                  <a:pt x="554181" y="74607"/>
                </a:lnTo>
                <a:lnTo>
                  <a:pt x="554803" y="71133"/>
                </a:lnTo>
                <a:lnTo>
                  <a:pt x="555564" y="67659"/>
                </a:lnTo>
                <a:lnTo>
                  <a:pt x="556462" y="64188"/>
                </a:lnTo>
                <a:lnTo>
                  <a:pt x="557499" y="60717"/>
                </a:lnTo>
                <a:lnTo>
                  <a:pt x="558674" y="57248"/>
                </a:lnTo>
                <a:lnTo>
                  <a:pt x="559987" y="53780"/>
                </a:lnTo>
                <a:lnTo>
                  <a:pt x="561438" y="50313"/>
                </a:lnTo>
                <a:lnTo>
                  <a:pt x="563028" y="46848"/>
                </a:lnTo>
                <a:lnTo>
                  <a:pt x="564733" y="43442"/>
                </a:lnTo>
                <a:lnTo>
                  <a:pt x="566531" y="40155"/>
                </a:lnTo>
                <a:lnTo>
                  <a:pt x="568423" y="36986"/>
                </a:lnTo>
                <a:lnTo>
                  <a:pt x="570408" y="33937"/>
                </a:lnTo>
                <a:lnTo>
                  <a:pt x="572486" y="31006"/>
                </a:lnTo>
                <a:lnTo>
                  <a:pt x="574657" y="28194"/>
                </a:lnTo>
                <a:lnTo>
                  <a:pt x="576921" y="25501"/>
                </a:lnTo>
                <a:lnTo>
                  <a:pt x="579278" y="22927"/>
                </a:lnTo>
                <a:lnTo>
                  <a:pt x="581729" y="20472"/>
                </a:lnTo>
                <a:lnTo>
                  <a:pt x="584273" y="18135"/>
                </a:lnTo>
                <a:lnTo>
                  <a:pt x="586910" y="15917"/>
                </a:lnTo>
                <a:lnTo>
                  <a:pt x="589640" y="13818"/>
                </a:lnTo>
                <a:lnTo>
                  <a:pt x="592469" y="11852"/>
                </a:lnTo>
                <a:lnTo>
                  <a:pt x="595405" y="10035"/>
                </a:lnTo>
                <a:lnTo>
                  <a:pt x="598446" y="8365"/>
                </a:lnTo>
                <a:lnTo>
                  <a:pt x="601594" y="6843"/>
                </a:lnTo>
                <a:lnTo>
                  <a:pt x="604847" y="5469"/>
                </a:lnTo>
                <a:lnTo>
                  <a:pt x="608207" y="4244"/>
                </a:lnTo>
                <a:lnTo>
                  <a:pt x="611672" y="3166"/>
                </a:lnTo>
                <a:lnTo>
                  <a:pt x="615243" y="2237"/>
                </a:lnTo>
                <a:lnTo>
                  <a:pt x="618920" y="1456"/>
                </a:lnTo>
                <a:lnTo>
                  <a:pt x="622704" y="822"/>
                </a:lnTo>
                <a:lnTo>
                  <a:pt x="626593" y="337"/>
                </a:lnTo>
                <a:lnTo>
                  <a:pt x="630588" y="0"/>
                </a:lnTo>
                <a:lnTo>
                  <a:pt x="630588" y="13679"/>
                </a:lnTo>
                <a:lnTo>
                  <a:pt x="627569" y="14019"/>
                </a:lnTo>
                <a:lnTo>
                  <a:pt x="624622" y="14484"/>
                </a:lnTo>
                <a:lnTo>
                  <a:pt x="621746" y="15073"/>
                </a:lnTo>
                <a:lnTo>
                  <a:pt x="618941" y="15788"/>
                </a:lnTo>
                <a:lnTo>
                  <a:pt x="616207" y="16627"/>
                </a:lnTo>
                <a:lnTo>
                  <a:pt x="613544" y="17592"/>
                </a:lnTo>
                <a:lnTo>
                  <a:pt x="610953" y="18681"/>
                </a:lnTo>
                <a:lnTo>
                  <a:pt x="608433" y="19894"/>
                </a:lnTo>
                <a:lnTo>
                  <a:pt x="605984" y="21233"/>
                </a:lnTo>
                <a:lnTo>
                  <a:pt x="603607" y="22697"/>
                </a:lnTo>
                <a:lnTo>
                  <a:pt x="601301" y="24285"/>
                </a:lnTo>
                <a:lnTo>
                  <a:pt x="599066" y="25998"/>
                </a:lnTo>
                <a:lnTo>
                  <a:pt x="596906" y="27814"/>
                </a:lnTo>
                <a:lnTo>
                  <a:pt x="594824" y="29711"/>
                </a:lnTo>
                <a:lnTo>
                  <a:pt x="592821" y="31689"/>
                </a:lnTo>
                <a:lnTo>
                  <a:pt x="590896" y="33748"/>
                </a:lnTo>
                <a:lnTo>
                  <a:pt x="589051" y="35888"/>
                </a:lnTo>
                <a:lnTo>
                  <a:pt x="587283" y="38109"/>
                </a:lnTo>
                <a:lnTo>
                  <a:pt x="585594" y="40411"/>
                </a:lnTo>
                <a:lnTo>
                  <a:pt x="583984" y="42794"/>
                </a:lnTo>
                <a:lnTo>
                  <a:pt x="582452" y="45258"/>
                </a:lnTo>
                <a:lnTo>
                  <a:pt x="580999" y="47803"/>
                </a:lnTo>
                <a:lnTo>
                  <a:pt x="579625" y="50429"/>
                </a:lnTo>
                <a:lnTo>
                  <a:pt x="578329" y="53136"/>
                </a:lnTo>
                <a:lnTo>
                  <a:pt x="577124" y="55900"/>
                </a:lnTo>
                <a:lnTo>
                  <a:pt x="576024" y="58697"/>
                </a:lnTo>
                <a:lnTo>
                  <a:pt x="575029" y="61526"/>
                </a:lnTo>
                <a:lnTo>
                  <a:pt x="574139" y="64389"/>
                </a:lnTo>
                <a:lnTo>
                  <a:pt x="573354" y="67284"/>
                </a:lnTo>
                <a:lnTo>
                  <a:pt x="572673" y="70213"/>
                </a:lnTo>
                <a:lnTo>
                  <a:pt x="572097" y="73174"/>
                </a:lnTo>
                <a:lnTo>
                  <a:pt x="571626" y="76168"/>
                </a:lnTo>
                <a:lnTo>
                  <a:pt x="571259" y="79195"/>
                </a:lnTo>
                <a:lnTo>
                  <a:pt x="570997" y="82254"/>
                </a:lnTo>
                <a:lnTo>
                  <a:pt x="570840" y="85347"/>
                </a:lnTo>
                <a:lnTo>
                  <a:pt x="570788" y="88473"/>
                </a:lnTo>
                <a:lnTo>
                  <a:pt x="570840" y="91598"/>
                </a:lnTo>
                <a:lnTo>
                  <a:pt x="570997" y="94691"/>
                </a:lnTo>
                <a:lnTo>
                  <a:pt x="571259" y="97751"/>
                </a:lnTo>
                <a:lnTo>
                  <a:pt x="571626" y="100778"/>
                </a:lnTo>
                <a:lnTo>
                  <a:pt x="572097" y="103772"/>
                </a:lnTo>
                <a:lnTo>
                  <a:pt x="572673" y="106733"/>
                </a:lnTo>
                <a:lnTo>
                  <a:pt x="573354" y="109661"/>
                </a:lnTo>
                <a:lnTo>
                  <a:pt x="574139" y="112556"/>
                </a:lnTo>
                <a:lnTo>
                  <a:pt x="575029" y="115419"/>
                </a:lnTo>
                <a:lnTo>
                  <a:pt x="576024" y="118249"/>
                </a:lnTo>
                <a:lnTo>
                  <a:pt x="577124" y="121045"/>
                </a:lnTo>
                <a:lnTo>
                  <a:pt x="578329" y="123809"/>
                </a:lnTo>
                <a:lnTo>
                  <a:pt x="579625" y="126516"/>
                </a:lnTo>
                <a:lnTo>
                  <a:pt x="580999" y="129141"/>
                </a:lnTo>
                <a:lnTo>
                  <a:pt x="582452" y="131684"/>
                </a:lnTo>
                <a:lnTo>
                  <a:pt x="583984" y="134146"/>
                </a:lnTo>
                <a:lnTo>
                  <a:pt x="585594" y="136526"/>
                </a:lnTo>
                <a:lnTo>
                  <a:pt x="587283" y="138825"/>
                </a:lnTo>
                <a:lnTo>
                  <a:pt x="589051" y="141042"/>
                </a:lnTo>
                <a:lnTo>
                  <a:pt x="590896" y="143177"/>
                </a:lnTo>
                <a:lnTo>
                  <a:pt x="592821" y="145231"/>
                </a:lnTo>
                <a:lnTo>
                  <a:pt x="594824" y="147204"/>
                </a:lnTo>
                <a:lnTo>
                  <a:pt x="596906" y="149094"/>
                </a:lnTo>
                <a:lnTo>
                  <a:pt x="599066" y="150903"/>
                </a:lnTo>
                <a:lnTo>
                  <a:pt x="601301" y="152610"/>
                </a:lnTo>
                <a:lnTo>
                  <a:pt x="603607" y="154194"/>
                </a:lnTo>
                <a:lnTo>
                  <a:pt x="605984" y="155655"/>
                </a:lnTo>
                <a:lnTo>
                  <a:pt x="608433" y="156992"/>
                </a:lnTo>
                <a:lnTo>
                  <a:pt x="610953" y="158207"/>
                </a:lnTo>
                <a:lnTo>
                  <a:pt x="613544" y="159299"/>
                </a:lnTo>
                <a:lnTo>
                  <a:pt x="616207" y="160268"/>
                </a:lnTo>
                <a:lnTo>
                  <a:pt x="618941" y="161114"/>
                </a:lnTo>
                <a:lnTo>
                  <a:pt x="621746" y="161836"/>
                </a:lnTo>
                <a:lnTo>
                  <a:pt x="624622" y="162436"/>
                </a:lnTo>
                <a:lnTo>
                  <a:pt x="627569" y="162913"/>
                </a:lnTo>
                <a:lnTo>
                  <a:pt x="630588" y="163267"/>
                </a:lnTo>
                <a:lnTo>
                  <a:pt x="630588" y="176945"/>
                </a:lnTo>
                <a:close/>
                <a:moveTo>
                  <a:pt x="739429" y="140250"/>
                </a:moveTo>
                <a:lnTo>
                  <a:pt x="737558" y="141032"/>
                </a:lnTo>
                <a:lnTo>
                  <a:pt x="735776" y="141759"/>
                </a:lnTo>
                <a:lnTo>
                  <a:pt x="734080" y="142432"/>
                </a:lnTo>
                <a:lnTo>
                  <a:pt x="732473" y="143050"/>
                </a:lnTo>
                <a:lnTo>
                  <a:pt x="730953" y="143614"/>
                </a:lnTo>
                <a:lnTo>
                  <a:pt x="729521" y="144123"/>
                </a:lnTo>
                <a:lnTo>
                  <a:pt x="728176" y="144577"/>
                </a:lnTo>
                <a:lnTo>
                  <a:pt x="726920" y="144977"/>
                </a:lnTo>
                <a:lnTo>
                  <a:pt x="725750" y="145323"/>
                </a:lnTo>
                <a:lnTo>
                  <a:pt x="724669" y="145614"/>
                </a:lnTo>
                <a:lnTo>
                  <a:pt x="723675" y="145850"/>
                </a:lnTo>
                <a:lnTo>
                  <a:pt x="722769" y="146031"/>
                </a:lnTo>
                <a:lnTo>
                  <a:pt x="721909" y="146179"/>
                </a:lnTo>
                <a:lnTo>
                  <a:pt x="721054" y="146314"/>
                </a:lnTo>
                <a:lnTo>
                  <a:pt x="720204" y="146437"/>
                </a:lnTo>
                <a:lnTo>
                  <a:pt x="719359" y="146546"/>
                </a:lnTo>
                <a:lnTo>
                  <a:pt x="718519" y="146642"/>
                </a:lnTo>
                <a:lnTo>
                  <a:pt x="717684" y="146726"/>
                </a:lnTo>
                <a:lnTo>
                  <a:pt x="716853" y="146797"/>
                </a:lnTo>
                <a:lnTo>
                  <a:pt x="716027" y="146855"/>
                </a:lnTo>
                <a:lnTo>
                  <a:pt x="715206" y="146900"/>
                </a:lnTo>
                <a:lnTo>
                  <a:pt x="714391" y="146932"/>
                </a:lnTo>
                <a:lnTo>
                  <a:pt x="713579" y="146951"/>
                </a:lnTo>
                <a:lnTo>
                  <a:pt x="712773" y="146958"/>
                </a:lnTo>
                <a:lnTo>
                  <a:pt x="711076" y="146930"/>
                </a:lnTo>
                <a:lnTo>
                  <a:pt x="709402" y="146848"/>
                </a:lnTo>
                <a:lnTo>
                  <a:pt x="707753" y="146711"/>
                </a:lnTo>
                <a:lnTo>
                  <a:pt x="706129" y="146519"/>
                </a:lnTo>
                <a:lnTo>
                  <a:pt x="704529" y="146273"/>
                </a:lnTo>
                <a:lnTo>
                  <a:pt x="702953" y="145971"/>
                </a:lnTo>
                <a:lnTo>
                  <a:pt x="701401" y="145615"/>
                </a:lnTo>
                <a:lnTo>
                  <a:pt x="699874" y="145204"/>
                </a:lnTo>
                <a:lnTo>
                  <a:pt x="698371" y="144738"/>
                </a:lnTo>
                <a:lnTo>
                  <a:pt x="696893" y="144217"/>
                </a:lnTo>
                <a:lnTo>
                  <a:pt x="695439" y="143642"/>
                </a:lnTo>
                <a:lnTo>
                  <a:pt x="694009" y="143012"/>
                </a:lnTo>
                <a:lnTo>
                  <a:pt x="692620" y="142328"/>
                </a:lnTo>
                <a:lnTo>
                  <a:pt x="691290" y="141592"/>
                </a:lnTo>
                <a:lnTo>
                  <a:pt x="690017" y="140803"/>
                </a:lnTo>
                <a:lnTo>
                  <a:pt x="688802" y="139962"/>
                </a:lnTo>
                <a:lnTo>
                  <a:pt x="687644" y="139069"/>
                </a:lnTo>
                <a:lnTo>
                  <a:pt x="686545" y="138123"/>
                </a:lnTo>
                <a:lnTo>
                  <a:pt x="685503" y="137125"/>
                </a:lnTo>
                <a:lnTo>
                  <a:pt x="684520" y="136075"/>
                </a:lnTo>
                <a:lnTo>
                  <a:pt x="683594" y="134972"/>
                </a:lnTo>
                <a:lnTo>
                  <a:pt x="682726" y="133817"/>
                </a:lnTo>
                <a:lnTo>
                  <a:pt x="681916" y="132610"/>
                </a:lnTo>
                <a:lnTo>
                  <a:pt x="681163" y="131350"/>
                </a:lnTo>
                <a:lnTo>
                  <a:pt x="680470" y="130005"/>
                </a:lnTo>
                <a:lnTo>
                  <a:pt x="679837" y="128544"/>
                </a:lnTo>
                <a:lnTo>
                  <a:pt x="679264" y="126966"/>
                </a:lnTo>
                <a:lnTo>
                  <a:pt x="678752" y="125271"/>
                </a:lnTo>
                <a:lnTo>
                  <a:pt x="678300" y="123458"/>
                </a:lnTo>
                <a:lnTo>
                  <a:pt x="677908" y="121529"/>
                </a:lnTo>
                <a:lnTo>
                  <a:pt x="677577" y="119483"/>
                </a:lnTo>
                <a:lnTo>
                  <a:pt x="677305" y="117321"/>
                </a:lnTo>
                <a:lnTo>
                  <a:pt x="677094" y="115041"/>
                </a:lnTo>
                <a:lnTo>
                  <a:pt x="676944" y="112644"/>
                </a:lnTo>
                <a:lnTo>
                  <a:pt x="676853" y="110130"/>
                </a:lnTo>
                <a:lnTo>
                  <a:pt x="676823" y="107500"/>
                </a:lnTo>
                <a:lnTo>
                  <a:pt x="676823" y="68042"/>
                </a:lnTo>
                <a:lnTo>
                  <a:pt x="652359" y="68042"/>
                </a:lnTo>
                <a:lnTo>
                  <a:pt x="652359" y="54364"/>
                </a:lnTo>
                <a:lnTo>
                  <a:pt x="676823" y="54364"/>
                </a:lnTo>
                <a:lnTo>
                  <a:pt x="676823" y="14906"/>
                </a:lnTo>
                <a:lnTo>
                  <a:pt x="693132" y="14906"/>
                </a:lnTo>
                <a:lnTo>
                  <a:pt x="693132" y="54364"/>
                </a:lnTo>
                <a:lnTo>
                  <a:pt x="736711" y="54364"/>
                </a:lnTo>
                <a:lnTo>
                  <a:pt x="736711" y="68042"/>
                </a:lnTo>
                <a:lnTo>
                  <a:pt x="693132" y="68042"/>
                </a:lnTo>
                <a:lnTo>
                  <a:pt x="693132" y="107185"/>
                </a:lnTo>
                <a:lnTo>
                  <a:pt x="693152" y="109107"/>
                </a:lnTo>
                <a:lnTo>
                  <a:pt x="693210" y="110932"/>
                </a:lnTo>
                <a:lnTo>
                  <a:pt x="693308" y="112660"/>
                </a:lnTo>
                <a:lnTo>
                  <a:pt x="693444" y="114292"/>
                </a:lnTo>
                <a:lnTo>
                  <a:pt x="693619" y="115827"/>
                </a:lnTo>
                <a:lnTo>
                  <a:pt x="693834" y="117266"/>
                </a:lnTo>
                <a:lnTo>
                  <a:pt x="694087" y="118608"/>
                </a:lnTo>
                <a:lnTo>
                  <a:pt x="694379" y="119853"/>
                </a:lnTo>
                <a:lnTo>
                  <a:pt x="694710" y="121001"/>
                </a:lnTo>
                <a:lnTo>
                  <a:pt x="695081" y="122053"/>
                </a:lnTo>
                <a:lnTo>
                  <a:pt x="695490" y="123008"/>
                </a:lnTo>
                <a:lnTo>
                  <a:pt x="695938" y="123867"/>
                </a:lnTo>
                <a:lnTo>
                  <a:pt x="696419" y="124658"/>
                </a:lnTo>
                <a:lnTo>
                  <a:pt x="696926" y="125414"/>
                </a:lnTo>
                <a:lnTo>
                  <a:pt x="697459" y="126134"/>
                </a:lnTo>
                <a:lnTo>
                  <a:pt x="698018" y="126819"/>
                </a:lnTo>
                <a:lnTo>
                  <a:pt x="698604" y="127467"/>
                </a:lnTo>
                <a:lnTo>
                  <a:pt x="699215" y="128080"/>
                </a:lnTo>
                <a:lnTo>
                  <a:pt x="699853" y="128656"/>
                </a:lnTo>
                <a:lnTo>
                  <a:pt x="700517" y="129197"/>
                </a:lnTo>
                <a:lnTo>
                  <a:pt x="701207" y="129702"/>
                </a:lnTo>
                <a:lnTo>
                  <a:pt x="701924" y="130171"/>
                </a:lnTo>
                <a:lnTo>
                  <a:pt x="702666" y="130604"/>
                </a:lnTo>
                <a:lnTo>
                  <a:pt x="703435" y="131002"/>
                </a:lnTo>
                <a:lnTo>
                  <a:pt x="704229" y="131366"/>
                </a:lnTo>
                <a:lnTo>
                  <a:pt x="705046" y="131698"/>
                </a:lnTo>
                <a:lnTo>
                  <a:pt x="705887" y="131998"/>
                </a:lnTo>
                <a:lnTo>
                  <a:pt x="706752" y="132267"/>
                </a:lnTo>
                <a:lnTo>
                  <a:pt x="707641" y="132504"/>
                </a:lnTo>
                <a:lnTo>
                  <a:pt x="708553" y="132710"/>
                </a:lnTo>
                <a:lnTo>
                  <a:pt x="709490" y="132884"/>
                </a:lnTo>
                <a:lnTo>
                  <a:pt x="710450" y="133026"/>
                </a:lnTo>
                <a:lnTo>
                  <a:pt x="711433" y="133137"/>
                </a:lnTo>
                <a:lnTo>
                  <a:pt x="712441" y="133216"/>
                </a:lnTo>
                <a:lnTo>
                  <a:pt x="713472" y="133263"/>
                </a:lnTo>
                <a:lnTo>
                  <a:pt x="714527" y="133279"/>
                </a:lnTo>
                <a:lnTo>
                  <a:pt x="716508" y="133227"/>
                </a:lnTo>
                <a:lnTo>
                  <a:pt x="718507" y="133072"/>
                </a:lnTo>
                <a:lnTo>
                  <a:pt x="720522" y="132814"/>
                </a:lnTo>
                <a:lnTo>
                  <a:pt x="722555" y="132452"/>
                </a:lnTo>
                <a:lnTo>
                  <a:pt x="724604" y="131987"/>
                </a:lnTo>
                <a:lnTo>
                  <a:pt x="726671" y="131418"/>
                </a:lnTo>
                <a:lnTo>
                  <a:pt x="728755" y="130747"/>
                </a:lnTo>
                <a:lnTo>
                  <a:pt x="730856" y="129971"/>
                </a:lnTo>
                <a:lnTo>
                  <a:pt x="732973" y="129093"/>
                </a:lnTo>
                <a:lnTo>
                  <a:pt x="735108" y="128111"/>
                </a:lnTo>
                <a:lnTo>
                  <a:pt x="737260" y="127025"/>
                </a:lnTo>
                <a:lnTo>
                  <a:pt x="739429" y="125837"/>
                </a:lnTo>
                <a:lnTo>
                  <a:pt x="739429" y="140250"/>
                </a:lnTo>
                <a:close/>
                <a:moveTo>
                  <a:pt x="846341" y="137663"/>
                </a:moveTo>
                <a:lnTo>
                  <a:pt x="843097" y="139148"/>
                </a:lnTo>
                <a:lnTo>
                  <a:pt x="839882" y="140503"/>
                </a:lnTo>
                <a:lnTo>
                  <a:pt x="836696" y="141729"/>
                </a:lnTo>
                <a:lnTo>
                  <a:pt x="833539" y="142827"/>
                </a:lnTo>
                <a:lnTo>
                  <a:pt x="830412" y="143795"/>
                </a:lnTo>
                <a:lnTo>
                  <a:pt x="827314" y="144634"/>
                </a:lnTo>
                <a:lnTo>
                  <a:pt x="824245" y="145344"/>
                </a:lnTo>
                <a:lnTo>
                  <a:pt x="821205" y="145925"/>
                </a:lnTo>
                <a:lnTo>
                  <a:pt x="818195" y="146377"/>
                </a:lnTo>
                <a:lnTo>
                  <a:pt x="815214" y="146699"/>
                </a:lnTo>
                <a:lnTo>
                  <a:pt x="812262" y="146893"/>
                </a:lnTo>
                <a:lnTo>
                  <a:pt x="809339" y="146958"/>
                </a:lnTo>
                <a:lnTo>
                  <a:pt x="807152" y="146912"/>
                </a:lnTo>
                <a:lnTo>
                  <a:pt x="805003" y="146775"/>
                </a:lnTo>
                <a:lnTo>
                  <a:pt x="802894" y="146547"/>
                </a:lnTo>
                <a:lnTo>
                  <a:pt x="800824" y="146228"/>
                </a:lnTo>
                <a:lnTo>
                  <a:pt x="798792" y="145818"/>
                </a:lnTo>
                <a:lnTo>
                  <a:pt x="796800" y="145316"/>
                </a:lnTo>
                <a:lnTo>
                  <a:pt x="794847" y="144724"/>
                </a:lnTo>
                <a:lnTo>
                  <a:pt x="792932" y="144040"/>
                </a:lnTo>
                <a:lnTo>
                  <a:pt x="791057" y="143265"/>
                </a:lnTo>
                <a:lnTo>
                  <a:pt x="789220" y="142398"/>
                </a:lnTo>
                <a:lnTo>
                  <a:pt x="787423" y="141441"/>
                </a:lnTo>
                <a:lnTo>
                  <a:pt x="785664" y="140392"/>
                </a:lnTo>
                <a:lnTo>
                  <a:pt x="783954" y="139259"/>
                </a:lnTo>
                <a:lnTo>
                  <a:pt x="782302" y="138047"/>
                </a:lnTo>
                <a:lnTo>
                  <a:pt x="780707" y="136757"/>
                </a:lnTo>
                <a:lnTo>
                  <a:pt x="779171" y="135388"/>
                </a:lnTo>
                <a:lnTo>
                  <a:pt x="777692" y="133941"/>
                </a:lnTo>
                <a:lnTo>
                  <a:pt x="776271" y="132416"/>
                </a:lnTo>
                <a:lnTo>
                  <a:pt x="774908" y="130812"/>
                </a:lnTo>
                <a:lnTo>
                  <a:pt x="773603" y="129130"/>
                </a:lnTo>
                <a:lnTo>
                  <a:pt x="772355" y="127369"/>
                </a:lnTo>
                <a:lnTo>
                  <a:pt x="771166" y="125530"/>
                </a:lnTo>
                <a:lnTo>
                  <a:pt x="770034" y="123613"/>
                </a:lnTo>
                <a:lnTo>
                  <a:pt x="768960" y="121617"/>
                </a:lnTo>
                <a:lnTo>
                  <a:pt x="767959" y="119570"/>
                </a:lnTo>
                <a:lnTo>
                  <a:pt x="767045" y="117499"/>
                </a:lnTo>
                <a:lnTo>
                  <a:pt x="766218" y="115404"/>
                </a:lnTo>
                <a:lnTo>
                  <a:pt x="765478" y="113286"/>
                </a:lnTo>
                <a:lnTo>
                  <a:pt x="764824" y="111144"/>
                </a:lnTo>
                <a:lnTo>
                  <a:pt x="764258" y="108978"/>
                </a:lnTo>
                <a:lnTo>
                  <a:pt x="763780" y="106789"/>
                </a:lnTo>
                <a:lnTo>
                  <a:pt x="763388" y="104576"/>
                </a:lnTo>
                <a:lnTo>
                  <a:pt x="763083" y="102339"/>
                </a:lnTo>
                <a:lnTo>
                  <a:pt x="762865" y="100079"/>
                </a:lnTo>
                <a:lnTo>
                  <a:pt x="762735" y="97795"/>
                </a:lnTo>
                <a:lnTo>
                  <a:pt x="762691" y="95487"/>
                </a:lnTo>
                <a:lnTo>
                  <a:pt x="762733" y="93262"/>
                </a:lnTo>
                <a:lnTo>
                  <a:pt x="762857" y="91052"/>
                </a:lnTo>
                <a:lnTo>
                  <a:pt x="763064" y="88856"/>
                </a:lnTo>
                <a:lnTo>
                  <a:pt x="763354" y="86675"/>
                </a:lnTo>
                <a:lnTo>
                  <a:pt x="763726" y="84509"/>
                </a:lnTo>
                <a:lnTo>
                  <a:pt x="764182" y="82357"/>
                </a:lnTo>
                <a:lnTo>
                  <a:pt x="764720" y="80219"/>
                </a:lnTo>
                <a:lnTo>
                  <a:pt x="765341" y="78097"/>
                </a:lnTo>
                <a:lnTo>
                  <a:pt x="766045" y="75989"/>
                </a:lnTo>
                <a:lnTo>
                  <a:pt x="766832" y="73895"/>
                </a:lnTo>
                <a:lnTo>
                  <a:pt x="767701" y="71816"/>
                </a:lnTo>
                <a:lnTo>
                  <a:pt x="768654" y="69752"/>
                </a:lnTo>
                <a:lnTo>
                  <a:pt x="769680" y="67733"/>
                </a:lnTo>
                <a:lnTo>
                  <a:pt x="770773" y="65790"/>
                </a:lnTo>
                <a:lnTo>
                  <a:pt x="771931" y="63922"/>
                </a:lnTo>
                <a:lnTo>
                  <a:pt x="773155" y="62131"/>
                </a:lnTo>
                <a:lnTo>
                  <a:pt x="774444" y="60416"/>
                </a:lnTo>
                <a:lnTo>
                  <a:pt x="775800" y="58777"/>
                </a:lnTo>
                <a:lnTo>
                  <a:pt x="777221" y="57214"/>
                </a:lnTo>
                <a:lnTo>
                  <a:pt x="778708" y="55727"/>
                </a:lnTo>
                <a:lnTo>
                  <a:pt x="780261" y="54315"/>
                </a:lnTo>
                <a:lnTo>
                  <a:pt x="781879" y="52980"/>
                </a:lnTo>
                <a:lnTo>
                  <a:pt x="783563" y="51722"/>
                </a:lnTo>
                <a:lnTo>
                  <a:pt x="785313" y="50539"/>
                </a:lnTo>
                <a:lnTo>
                  <a:pt x="787113" y="49441"/>
                </a:lnTo>
                <a:lnTo>
                  <a:pt x="788947" y="48439"/>
                </a:lnTo>
                <a:lnTo>
                  <a:pt x="790816" y="47532"/>
                </a:lnTo>
                <a:lnTo>
                  <a:pt x="792718" y="46721"/>
                </a:lnTo>
                <a:lnTo>
                  <a:pt x="794654" y="46005"/>
                </a:lnTo>
                <a:lnTo>
                  <a:pt x="796625" y="45384"/>
                </a:lnTo>
                <a:lnTo>
                  <a:pt x="798629" y="44859"/>
                </a:lnTo>
                <a:lnTo>
                  <a:pt x="800668" y="44430"/>
                </a:lnTo>
                <a:lnTo>
                  <a:pt x="802741" y="44096"/>
                </a:lnTo>
                <a:lnTo>
                  <a:pt x="804847" y="43857"/>
                </a:lnTo>
                <a:lnTo>
                  <a:pt x="806988" y="43714"/>
                </a:lnTo>
                <a:lnTo>
                  <a:pt x="809163" y="43666"/>
                </a:lnTo>
                <a:lnTo>
                  <a:pt x="812024" y="43753"/>
                </a:lnTo>
                <a:lnTo>
                  <a:pt x="814789" y="44011"/>
                </a:lnTo>
                <a:lnTo>
                  <a:pt x="817458" y="44442"/>
                </a:lnTo>
                <a:lnTo>
                  <a:pt x="820031" y="45046"/>
                </a:lnTo>
                <a:lnTo>
                  <a:pt x="822509" y="45821"/>
                </a:lnTo>
                <a:lnTo>
                  <a:pt x="824892" y="46770"/>
                </a:lnTo>
                <a:lnTo>
                  <a:pt x="827178" y="47890"/>
                </a:lnTo>
                <a:lnTo>
                  <a:pt x="829370" y="49183"/>
                </a:lnTo>
                <a:lnTo>
                  <a:pt x="831465" y="50649"/>
                </a:lnTo>
                <a:lnTo>
                  <a:pt x="833465" y="52286"/>
                </a:lnTo>
                <a:lnTo>
                  <a:pt x="835369" y="54097"/>
                </a:lnTo>
                <a:lnTo>
                  <a:pt x="837178" y="56079"/>
                </a:lnTo>
                <a:lnTo>
                  <a:pt x="838866" y="58241"/>
                </a:lnTo>
                <a:lnTo>
                  <a:pt x="840407" y="60590"/>
                </a:lnTo>
                <a:lnTo>
                  <a:pt x="841801" y="63125"/>
                </a:lnTo>
                <a:lnTo>
                  <a:pt x="843048" y="65848"/>
                </a:lnTo>
                <a:lnTo>
                  <a:pt x="844149" y="68757"/>
                </a:lnTo>
                <a:lnTo>
                  <a:pt x="845103" y="71854"/>
                </a:lnTo>
                <a:lnTo>
                  <a:pt x="845910" y="75137"/>
                </a:lnTo>
                <a:lnTo>
                  <a:pt x="846570" y="78608"/>
                </a:lnTo>
                <a:lnTo>
                  <a:pt x="847084" y="82265"/>
                </a:lnTo>
                <a:lnTo>
                  <a:pt x="847451" y="86109"/>
                </a:lnTo>
                <a:lnTo>
                  <a:pt x="847671" y="90140"/>
                </a:lnTo>
                <a:lnTo>
                  <a:pt x="847744" y="94358"/>
                </a:lnTo>
                <a:lnTo>
                  <a:pt x="847744" y="97855"/>
                </a:lnTo>
                <a:lnTo>
                  <a:pt x="780228" y="97855"/>
                </a:lnTo>
                <a:lnTo>
                  <a:pt x="780257" y="99538"/>
                </a:lnTo>
                <a:lnTo>
                  <a:pt x="780346" y="101197"/>
                </a:lnTo>
                <a:lnTo>
                  <a:pt x="780494" y="102831"/>
                </a:lnTo>
                <a:lnTo>
                  <a:pt x="780700" y="104441"/>
                </a:lnTo>
                <a:lnTo>
                  <a:pt x="780966" y="106026"/>
                </a:lnTo>
                <a:lnTo>
                  <a:pt x="781291" y="107588"/>
                </a:lnTo>
                <a:lnTo>
                  <a:pt x="781675" y="109125"/>
                </a:lnTo>
                <a:lnTo>
                  <a:pt x="782118" y="110637"/>
                </a:lnTo>
                <a:lnTo>
                  <a:pt x="782620" y="112125"/>
                </a:lnTo>
                <a:lnTo>
                  <a:pt x="783181" y="113589"/>
                </a:lnTo>
                <a:lnTo>
                  <a:pt x="783801" y="115029"/>
                </a:lnTo>
                <a:lnTo>
                  <a:pt x="784480" y="116444"/>
                </a:lnTo>
                <a:lnTo>
                  <a:pt x="785208" y="117817"/>
                </a:lnTo>
                <a:lnTo>
                  <a:pt x="785972" y="119133"/>
                </a:lnTo>
                <a:lnTo>
                  <a:pt x="786774" y="120389"/>
                </a:lnTo>
                <a:lnTo>
                  <a:pt x="787613" y="121588"/>
                </a:lnTo>
                <a:lnTo>
                  <a:pt x="788489" y="122728"/>
                </a:lnTo>
                <a:lnTo>
                  <a:pt x="789402" y="123809"/>
                </a:lnTo>
                <a:lnTo>
                  <a:pt x="790352" y="124832"/>
                </a:lnTo>
                <a:lnTo>
                  <a:pt x="791339" y="125797"/>
                </a:lnTo>
                <a:lnTo>
                  <a:pt x="792364" y="126703"/>
                </a:lnTo>
                <a:lnTo>
                  <a:pt x="793425" y="127550"/>
                </a:lnTo>
                <a:lnTo>
                  <a:pt x="794524" y="128339"/>
                </a:lnTo>
                <a:lnTo>
                  <a:pt x="795660" y="129070"/>
                </a:lnTo>
                <a:lnTo>
                  <a:pt x="796828" y="129742"/>
                </a:lnTo>
                <a:lnTo>
                  <a:pt x="798023" y="130356"/>
                </a:lnTo>
                <a:lnTo>
                  <a:pt x="799244" y="130911"/>
                </a:lnTo>
                <a:lnTo>
                  <a:pt x="800492" y="131408"/>
                </a:lnTo>
                <a:lnTo>
                  <a:pt x="801768" y="131847"/>
                </a:lnTo>
                <a:lnTo>
                  <a:pt x="803069" y="132227"/>
                </a:lnTo>
                <a:lnTo>
                  <a:pt x="804398" y="132548"/>
                </a:lnTo>
                <a:lnTo>
                  <a:pt x="805753" y="132811"/>
                </a:lnTo>
                <a:lnTo>
                  <a:pt x="807136" y="133016"/>
                </a:lnTo>
                <a:lnTo>
                  <a:pt x="808545" y="133162"/>
                </a:lnTo>
                <a:lnTo>
                  <a:pt x="809981" y="133250"/>
                </a:lnTo>
                <a:lnTo>
                  <a:pt x="811443" y="133279"/>
                </a:lnTo>
                <a:lnTo>
                  <a:pt x="814097" y="133206"/>
                </a:lnTo>
                <a:lnTo>
                  <a:pt x="816797" y="132987"/>
                </a:lnTo>
                <a:lnTo>
                  <a:pt x="819543" y="132621"/>
                </a:lnTo>
                <a:lnTo>
                  <a:pt x="822335" y="132110"/>
                </a:lnTo>
                <a:lnTo>
                  <a:pt x="825174" y="131452"/>
                </a:lnTo>
                <a:lnTo>
                  <a:pt x="828059" y="130648"/>
                </a:lnTo>
                <a:lnTo>
                  <a:pt x="830990" y="129699"/>
                </a:lnTo>
                <a:lnTo>
                  <a:pt x="833968" y="128602"/>
                </a:lnTo>
                <a:lnTo>
                  <a:pt x="836992" y="127360"/>
                </a:lnTo>
                <a:lnTo>
                  <a:pt x="840062" y="125972"/>
                </a:lnTo>
                <a:lnTo>
                  <a:pt x="843179" y="124438"/>
                </a:lnTo>
                <a:lnTo>
                  <a:pt x="846341" y="122757"/>
                </a:lnTo>
                <a:lnTo>
                  <a:pt x="846341" y="137663"/>
                </a:lnTo>
                <a:moveTo>
                  <a:pt x="781192" y="85579"/>
                </a:moveTo>
                <a:lnTo>
                  <a:pt x="830032" y="85579"/>
                </a:lnTo>
                <a:lnTo>
                  <a:pt x="830032" y="83242"/>
                </a:lnTo>
                <a:lnTo>
                  <a:pt x="829991" y="81298"/>
                </a:lnTo>
                <a:lnTo>
                  <a:pt x="829869" y="79421"/>
                </a:lnTo>
                <a:lnTo>
                  <a:pt x="829665" y="77611"/>
                </a:lnTo>
                <a:lnTo>
                  <a:pt x="829379" y="75869"/>
                </a:lnTo>
                <a:lnTo>
                  <a:pt x="829012" y="74195"/>
                </a:lnTo>
                <a:lnTo>
                  <a:pt x="828563" y="72588"/>
                </a:lnTo>
                <a:lnTo>
                  <a:pt x="828033" y="71048"/>
                </a:lnTo>
                <a:lnTo>
                  <a:pt x="827421" y="69575"/>
                </a:lnTo>
                <a:lnTo>
                  <a:pt x="826727" y="68170"/>
                </a:lnTo>
                <a:lnTo>
                  <a:pt x="825952" y="66833"/>
                </a:lnTo>
                <a:lnTo>
                  <a:pt x="825096" y="65563"/>
                </a:lnTo>
                <a:lnTo>
                  <a:pt x="824157" y="64360"/>
                </a:lnTo>
                <a:lnTo>
                  <a:pt x="823151" y="63239"/>
                </a:lnTo>
                <a:lnTo>
                  <a:pt x="822089" y="62216"/>
                </a:lnTo>
                <a:lnTo>
                  <a:pt x="820973" y="61291"/>
                </a:lnTo>
                <a:lnTo>
                  <a:pt x="819802" y="60463"/>
                </a:lnTo>
                <a:lnTo>
                  <a:pt x="818577" y="59732"/>
                </a:lnTo>
                <a:lnTo>
                  <a:pt x="817296" y="59099"/>
                </a:lnTo>
                <a:lnTo>
                  <a:pt x="815961" y="58563"/>
                </a:lnTo>
                <a:lnTo>
                  <a:pt x="814571" y="58124"/>
                </a:lnTo>
                <a:lnTo>
                  <a:pt x="813126" y="57783"/>
                </a:lnTo>
                <a:lnTo>
                  <a:pt x="811626" y="57540"/>
                </a:lnTo>
                <a:lnTo>
                  <a:pt x="810071" y="57394"/>
                </a:lnTo>
                <a:lnTo>
                  <a:pt x="808462" y="57345"/>
                </a:lnTo>
                <a:lnTo>
                  <a:pt x="806829" y="57395"/>
                </a:lnTo>
                <a:lnTo>
                  <a:pt x="805233" y="57544"/>
                </a:lnTo>
                <a:lnTo>
                  <a:pt x="803675" y="57792"/>
                </a:lnTo>
                <a:lnTo>
                  <a:pt x="802154" y="58139"/>
                </a:lnTo>
                <a:lnTo>
                  <a:pt x="800669" y="58586"/>
                </a:lnTo>
                <a:lnTo>
                  <a:pt x="799222" y="59132"/>
                </a:lnTo>
                <a:lnTo>
                  <a:pt x="797812" y="59777"/>
                </a:lnTo>
                <a:lnTo>
                  <a:pt x="796440" y="60521"/>
                </a:lnTo>
                <a:lnTo>
                  <a:pt x="795104" y="61365"/>
                </a:lnTo>
                <a:lnTo>
                  <a:pt x="793805" y="62308"/>
                </a:lnTo>
                <a:lnTo>
                  <a:pt x="792544" y="63350"/>
                </a:lnTo>
                <a:lnTo>
                  <a:pt x="791320" y="64491"/>
                </a:lnTo>
                <a:lnTo>
                  <a:pt x="790144" y="65729"/>
                </a:lnTo>
                <a:lnTo>
                  <a:pt x="789029" y="67061"/>
                </a:lnTo>
                <a:lnTo>
                  <a:pt x="787974" y="68488"/>
                </a:lnTo>
                <a:lnTo>
                  <a:pt x="786979" y="70009"/>
                </a:lnTo>
                <a:lnTo>
                  <a:pt x="786045" y="71625"/>
                </a:lnTo>
                <a:lnTo>
                  <a:pt x="785171" y="73335"/>
                </a:lnTo>
                <a:lnTo>
                  <a:pt x="784357" y="75139"/>
                </a:lnTo>
                <a:lnTo>
                  <a:pt x="783604" y="77038"/>
                </a:lnTo>
                <a:lnTo>
                  <a:pt x="782910" y="79032"/>
                </a:lnTo>
                <a:lnTo>
                  <a:pt x="782277" y="81120"/>
                </a:lnTo>
                <a:lnTo>
                  <a:pt x="781705" y="83302"/>
                </a:lnTo>
                <a:lnTo>
                  <a:pt x="781192" y="85579"/>
                </a:lnTo>
                <a:close/>
                <a:moveTo>
                  <a:pt x="872234" y="144327"/>
                </a:moveTo>
                <a:lnTo>
                  <a:pt x="872234" y="46297"/>
                </a:lnTo>
                <a:lnTo>
                  <a:pt x="888543" y="46297"/>
                </a:lnTo>
                <a:lnTo>
                  <a:pt x="888543" y="67859"/>
                </a:lnTo>
                <a:lnTo>
                  <a:pt x="889732" y="66001"/>
                </a:lnTo>
                <a:lnTo>
                  <a:pt x="890961" y="64213"/>
                </a:lnTo>
                <a:lnTo>
                  <a:pt x="892231" y="62492"/>
                </a:lnTo>
                <a:lnTo>
                  <a:pt x="893541" y="60840"/>
                </a:lnTo>
                <a:lnTo>
                  <a:pt x="894891" y="59257"/>
                </a:lnTo>
                <a:lnTo>
                  <a:pt x="896281" y="57742"/>
                </a:lnTo>
                <a:lnTo>
                  <a:pt x="897711" y="56295"/>
                </a:lnTo>
                <a:lnTo>
                  <a:pt x="899182" y="54917"/>
                </a:lnTo>
                <a:lnTo>
                  <a:pt x="900692" y="53607"/>
                </a:lnTo>
                <a:lnTo>
                  <a:pt x="902243" y="52366"/>
                </a:lnTo>
                <a:lnTo>
                  <a:pt x="903834" y="51193"/>
                </a:lnTo>
                <a:lnTo>
                  <a:pt x="905466" y="50089"/>
                </a:lnTo>
                <a:lnTo>
                  <a:pt x="907117" y="49063"/>
                </a:lnTo>
                <a:lnTo>
                  <a:pt x="908768" y="48127"/>
                </a:lnTo>
                <a:lnTo>
                  <a:pt x="910420" y="47279"/>
                </a:lnTo>
                <a:lnTo>
                  <a:pt x="912071" y="46521"/>
                </a:lnTo>
                <a:lnTo>
                  <a:pt x="913723" y="45852"/>
                </a:lnTo>
                <a:lnTo>
                  <a:pt x="915374" y="45272"/>
                </a:lnTo>
                <a:lnTo>
                  <a:pt x="917025" y="44781"/>
                </a:lnTo>
                <a:lnTo>
                  <a:pt x="918677" y="44380"/>
                </a:lnTo>
                <a:lnTo>
                  <a:pt x="920328" y="44068"/>
                </a:lnTo>
                <a:lnTo>
                  <a:pt x="921979" y="43845"/>
                </a:lnTo>
                <a:lnTo>
                  <a:pt x="923631" y="43711"/>
                </a:lnTo>
                <a:lnTo>
                  <a:pt x="925282" y="43666"/>
                </a:lnTo>
                <a:lnTo>
                  <a:pt x="926718" y="43698"/>
                </a:lnTo>
                <a:lnTo>
                  <a:pt x="928132" y="43794"/>
                </a:lnTo>
                <a:lnTo>
                  <a:pt x="929524" y="43954"/>
                </a:lnTo>
                <a:lnTo>
                  <a:pt x="930894" y="44178"/>
                </a:lnTo>
                <a:lnTo>
                  <a:pt x="932242" y="44466"/>
                </a:lnTo>
                <a:lnTo>
                  <a:pt x="933568" y="44817"/>
                </a:lnTo>
                <a:lnTo>
                  <a:pt x="934873" y="45233"/>
                </a:lnTo>
                <a:lnTo>
                  <a:pt x="936155" y="45712"/>
                </a:lnTo>
                <a:lnTo>
                  <a:pt x="937415" y="46256"/>
                </a:lnTo>
                <a:lnTo>
                  <a:pt x="938654" y="46863"/>
                </a:lnTo>
                <a:lnTo>
                  <a:pt x="939871" y="47535"/>
                </a:lnTo>
                <a:lnTo>
                  <a:pt x="941065" y="48270"/>
                </a:lnTo>
                <a:lnTo>
                  <a:pt x="942219" y="49057"/>
                </a:lnTo>
                <a:lnTo>
                  <a:pt x="943315" y="49883"/>
                </a:lnTo>
                <a:lnTo>
                  <a:pt x="944351" y="50750"/>
                </a:lnTo>
                <a:lnTo>
                  <a:pt x="945328" y="51655"/>
                </a:lnTo>
                <a:lnTo>
                  <a:pt x="946246" y="52601"/>
                </a:lnTo>
                <a:lnTo>
                  <a:pt x="947104" y="53586"/>
                </a:lnTo>
                <a:lnTo>
                  <a:pt x="947904" y="54610"/>
                </a:lnTo>
                <a:lnTo>
                  <a:pt x="948645" y="55674"/>
                </a:lnTo>
                <a:lnTo>
                  <a:pt x="949327" y="56778"/>
                </a:lnTo>
                <a:lnTo>
                  <a:pt x="949949" y="57921"/>
                </a:lnTo>
                <a:lnTo>
                  <a:pt x="950513" y="59104"/>
                </a:lnTo>
                <a:lnTo>
                  <a:pt x="951017" y="60326"/>
                </a:lnTo>
                <a:lnTo>
                  <a:pt x="951472" y="61668"/>
                </a:lnTo>
                <a:lnTo>
                  <a:pt x="951888" y="63210"/>
                </a:lnTo>
                <a:lnTo>
                  <a:pt x="952264" y="64952"/>
                </a:lnTo>
                <a:lnTo>
                  <a:pt x="952600" y="66893"/>
                </a:lnTo>
                <a:lnTo>
                  <a:pt x="952897" y="69034"/>
                </a:lnTo>
                <a:lnTo>
                  <a:pt x="953155" y="71374"/>
                </a:lnTo>
                <a:lnTo>
                  <a:pt x="953372" y="73915"/>
                </a:lnTo>
                <a:lnTo>
                  <a:pt x="953550" y="76655"/>
                </a:lnTo>
                <a:lnTo>
                  <a:pt x="953689" y="79595"/>
                </a:lnTo>
                <a:lnTo>
                  <a:pt x="953788" y="82734"/>
                </a:lnTo>
                <a:lnTo>
                  <a:pt x="953847" y="86074"/>
                </a:lnTo>
                <a:lnTo>
                  <a:pt x="953867" y="89613"/>
                </a:lnTo>
                <a:lnTo>
                  <a:pt x="953867" y="144327"/>
                </a:lnTo>
                <a:lnTo>
                  <a:pt x="937558" y="144327"/>
                </a:lnTo>
                <a:lnTo>
                  <a:pt x="937558" y="87653"/>
                </a:lnTo>
                <a:lnTo>
                  <a:pt x="937548" y="85369"/>
                </a:lnTo>
                <a:lnTo>
                  <a:pt x="937520" y="83219"/>
                </a:lnTo>
                <a:lnTo>
                  <a:pt x="937473" y="81201"/>
                </a:lnTo>
                <a:lnTo>
                  <a:pt x="937407" y="79317"/>
                </a:lnTo>
                <a:lnTo>
                  <a:pt x="937322" y="77566"/>
                </a:lnTo>
                <a:lnTo>
                  <a:pt x="937218" y="75948"/>
                </a:lnTo>
                <a:lnTo>
                  <a:pt x="937095" y="74464"/>
                </a:lnTo>
                <a:lnTo>
                  <a:pt x="936954" y="73113"/>
                </a:lnTo>
                <a:lnTo>
                  <a:pt x="936793" y="71894"/>
                </a:lnTo>
                <a:lnTo>
                  <a:pt x="936614" y="70810"/>
                </a:lnTo>
                <a:lnTo>
                  <a:pt x="936416" y="69858"/>
                </a:lnTo>
                <a:lnTo>
                  <a:pt x="936199" y="69040"/>
                </a:lnTo>
                <a:lnTo>
                  <a:pt x="935956" y="68299"/>
                </a:lnTo>
                <a:lnTo>
                  <a:pt x="935682" y="67581"/>
                </a:lnTo>
                <a:lnTo>
                  <a:pt x="935377" y="66886"/>
                </a:lnTo>
                <a:lnTo>
                  <a:pt x="935039" y="66213"/>
                </a:lnTo>
                <a:lnTo>
                  <a:pt x="934670" y="65562"/>
                </a:lnTo>
                <a:lnTo>
                  <a:pt x="934270" y="64934"/>
                </a:lnTo>
                <a:lnTo>
                  <a:pt x="933837" y="64329"/>
                </a:lnTo>
                <a:lnTo>
                  <a:pt x="933373" y="63746"/>
                </a:lnTo>
                <a:lnTo>
                  <a:pt x="932878" y="63185"/>
                </a:lnTo>
                <a:lnTo>
                  <a:pt x="932350" y="62647"/>
                </a:lnTo>
                <a:lnTo>
                  <a:pt x="931791" y="62132"/>
                </a:lnTo>
                <a:lnTo>
                  <a:pt x="931201" y="61639"/>
                </a:lnTo>
                <a:lnTo>
                  <a:pt x="930590" y="61177"/>
                </a:lnTo>
                <a:lnTo>
                  <a:pt x="929970" y="60755"/>
                </a:lnTo>
                <a:lnTo>
                  <a:pt x="929340" y="60374"/>
                </a:lnTo>
                <a:lnTo>
                  <a:pt x="928702" y="60033"/>
                </a:lnTo>
                <a:lnTo>
                  <a:pt x="928054" y="59732"/>
                </a:lnTo>
                <a:lnTo>
                  <a:pt x="927398" y="59471"/>
                </a:lnTo>
                <a:lnTo>
                  <a:pt x="926732" y="59250"/>
                </a:lnTo>
                <a:lnTo>
                  <a:pt x="926057" y="59069"/>
                </a:lnTo>
                <a:lnTo>
                  <a:pt x="925373" y="58929"/>
                </a:lnTo>
                <a:lnTo>
                  <a:pt x="924679" y="58828"/>
                </a:lnTo>
                <a:lnTo>
                  <a:pt x="923977" y="58768"/>
                </a:lnTo>
                <a:lnTo>
                  <a:pt x="923265" y="58748"/>
                </a:lnTo>
                <a:lnTo>
                  <a:pt x="921825" y="58805"/>
                </a:lnTo>
                <a:lnTo>
                  <a:pt x="920366" y="58974"/>
                </a:lnTo>
                <a:lnTo>
                  <a:pt x="918890" y="59257"/>
                </a:lnTo>
                <a:lnTo>
                  <a:pt x="917396" y="59653"/>
                </a:lnTo>
                <a:lnTo>
                  <a:pt x="915884" y="60162"/>
                </a:lnTo>
                <a:lnTo>
                  <a:pt x="914355" y="60785"/>
                </a:lnTo>
                <a:lnTo>
                  <a:pt x="912808" y="61520"/>
                </a:lnTo>
                <a:lnTo>
                  <a:pt x="911243" y="62369"/>
                </a:lnTo>
                <a:lnTo>
                  <a:pt x="909661" y="63330"/>
                </a:lnTo>
                <a:lnTo>
                  <a:pt x="908061" y="64405"/>
                </a:lnTo>
                <a:lnTo>
                  <a:pt x="906443" y="65593"/>
                </a:lnTo>
                <a:lnTo>
                  <a:pt x="904808" y="66894"/>
                </a:lnTo>
                <a:lnTo>
                  <a:pt x="903188" y="68281"/>
                </a:lnTo>
                <a:lnTo>
                  <a:pt x="901616" y="69724"/>
                </a:lnTo>
                <a:lnTo>
                  <a:pt x="900092" y="71225"/>
                </a:lnTo>
                <a:lnTo>
                  <a:pt x="898617" y="72782"/>
                </a:lnTo>
                <a:lnTo>
                  <a:pt x="897189" y="74397"/>
                </a:lnTo>
                <a:lnTo>
                  <a:pt x="895810" y="76070"/>
                </a:lnTo>
                <a:lnTo>
                  <a:pt x="894478" y="77799"/>
                </a:lnTo>
                <a:lnTo>
                  <a:pt x="893195" y="79585"/>
                </a:lnTo>
                <a:lnTo>
                  <a:pt x="891960" y="81429"/>
                </a:lnTo>
                <a:lnTo>
                  <a:pt x="890773" y="83330"/>
                </a:lnTo>
                <a:lnTo>
                  <a:pt x="889634" y="85288"/>
                </a:lnTo>
                <a:lnTo>
                  <a:pt x="888543" y="87303"/>
                </a:lnTo>
                <a:lnTo>
                  <a:pt x="888543" y="144327"/>
                </a:lnTo>
                <a:lnTo>
                  <a:pt x="872234" y="144327"/>
                </a:lnTo>
                <a:close/>
                <a:moveTo>
                  <a:pt x="980724" y="139014"/>
                </a:moveTo>
                <a:lnTo>
                  <a:pt x="980724" y="121705"/>
                </a:lnTo>
                <a:lnTo>
                  <a:pt x="982369" y="122745"/>
                </a:lnTo>
                <a:lnTo>
                  <a:pt x="984029" y="123732"/>
                </a:lnTo>
                <a:lnTo>
                  <a:pt x="985705" y="124667"/>
                </a:lnTo>
                <a:lnTo>
                  <a:pt x="987398" y="125548"/>
                </a:lnTo>
                <a:lnTo>
                  <a:pt x="989106" y="126377"/>
                </a:lnTo>
                <a:lnTo>
                  <a:pt x="990829" y="127152"/>
                </a:lnTo>
                <a:lnTo>
                  <a:pt x="992569" y="127875"/>
                </a:lnTo>
                <a:lnTo>
                  <a:pt x="994325" y="128544"/>
                </a:lnTo>
                <a:lnTo>
                  <a:pt x="996096" y="129161"/>
                </a:lnTo>
                <a:lnTo>
                  <a:pt x="997883" y="129724"/>
                </a:lnTo>
                <a:lnTo>
                  <a:pt x="999686" y="130235"/>
                </a:lnTo>
                <a:lnTo>
                  <a:pt x="1001505" y="130692"/>
                </a:lnTo>
                <a:lnTo>
                  <a:pt x="1003308" y="131105"/>
                </a:lnTo>
                <a:lnTo>
                  <a:pt x="1005066" y="131483"/>
                </a:lnTo>
                <a:lnTo>
                  <a:pt x="1006777" y="131824"/>
                </a:lnTo>
                <a:lnTo>
                  <a:pt x="1008442" y="132129"/>
                </a:lnTo>
                <a:lnTo>
                  <a:pt x="1010060" y="132399"/>
                </a:lnTo>
                <a:lnTo>
                  <a:pt x="1011632" y="132632"/>
                </a:lnTo>
                <a:lnTo>
                  <a:pt x="1013158" y="132830"/>
                </a:lnTo>
                <a:lnTo>
                  <a:pt x="1014638" y="132992"/>
                </a:lnTo>
                <a:lnTo>
                  <a:pt x="1016071" y="133117"/>
                </a:lnTo>
                <a:lnTo>
                  <a:pt x="1017458" y="133207"/>
                </a:lnTo>
                <a:lnTo>
                  <a:pt x="1018799" y="133261"/>
                </a:lnTo>
                <a:lnTo>
                  <a:pt x="1020094" y="133279"/>
                </a:lnTo>
                <a:lnTo>
                  <a:pt x="1022106" y="133251"/>
                </a:lnTo>
                <a:lnTo>
                  <a:pt x="1024022" y="133169"/>
                </a:lnTo>
                <a:lnTo>
                  <a:pt x="1025843" y="133030"/>
                </a:lnTo>
                <a:lnTo>
                  <a:pt x="1027566" y="132837"/>
                </a:lnTo>
                <a:lnTo>
                  <a:pt x="1029194" y="132589"/>
                </a:lnTo>
                <a:lnTo>
                  <a:pt x="1030725" y="132285"/>
                </a:lnTo>
                <a:lnTo>
                  <a:pt x="1032161" y="131926"/>
                </a:lnTo>
                <a:lnTo>
                  <a:pt x="1033500" y="131512"/>
                </a:lnTo>
                <a:lnTo>
                  <a:pt x="1034742" y="131043"/>
                </a:lnTo>
                <a:lnTo>
                  <a:pt x="1035889" y="130518"/>
                </a:lnTo>
                <a:lnTo>
                  <a:pt x="1036939" y="129938"/>
                </a:lnTo>
                <a:lnTo>
                  <a:pt x="1037894" y="129303"/>
                </a:lnTo>
                <a:lnTo>
                  <a:pt x="1038762" y="128627"/>
                </a:lnTo>
                <a:lnTo>
                  <a:pt x="1039555" y="127923"/>
                </a:lnTo>
                <a:lnTo>
                  <a:pt x="1040272" y="127192"/>
                </a:lnTo>
                <a:lnTo>
                  <a:pt x="1040914" y="126434"/>
                </a:lnTo>
                <a:lnTo>
                  <a:pt x="1041480" y="125649"/>
                </a:lnTo>
                <a:lnTo>
                  <a:pt x="1041971" y="124836"/>
                </a:lnTo>
                <a:lnTo>
                  <a:pt x="1042386" y="123996"/>
                </a:lnTo>
                <a:lnTo>
                  <a:pt x="1042726" y="123129"/>
                </a:lnTo>
                <a:lnTo>
                  <a:pt x="1042990" y="122234"/>
                </a:lnTo>
                <a:lnTo>
                  <a:pt x="1043179" y="121312"/>
                </a:lnTo>
                <a:lnTo>
                  <a:pt x="1043292" y="120363"/>
                </a:lnTo>
                <a:lnTo>
                  <a:pt x="1043330" y="119387"/>
                </a:lnTo>
                <a:lnTo>
                  <a:pt x="1043312" y="118739"/>
                </a:lnTo>
                <a:lnTo>
                  <a:pt x="1043259" y="118107"/>
                </a:lnTo>
                <a:lnTo>
                  <a:pt x="1043171" y="117491"/>
                </a:lnTo>
                <a:lnTo>
                  <a:pt x="1043047" y="116891"/>
                </a:lnTo>
                <a:lnTo>
                  <a:pt x="1042888" y="116307"/>
                </a:lnTo>
                <a:lnTo>
                  <a:pt x="1042694" y="115738"/>
                </a:lnTo>
                <a:lnTo>
                  <a:pt x="1042465" y="115185"/>
                </a:lnTo>
                <a:lnTo>
                  <a:pt x="1042200" y="114648"/>
                </a:lnTo>
                <a:lnTo>
                  <a:pt x="1041900" y="114127"/>
                </a:lnTo>
                <a:lnTo>
                  <a:pt x="1041564" y="113621"/>
                </a:lnTo>
                <a:lnTo>
                  <a:pt x="1041193" y="113131"/>
                </a:lnTo>
                <a:lnTo>
                  <a:pt x="1040787" y="112657"/>
                </a:lnTo>
                <a:lnTo>
                  <a:pt x="1040311" y="112182"/>
                </a:lnTo>
                <a:lnTo>
                  <a:pt x="1039730" y="111689"/>
                </a:lnTo>
                <a:lnTo>
                  <a:pt x="1039044" y="111177"/>
                </a:lnTo>
                <a:lnTo>
                  <a:pt x="1038254" y="110648"/>
                </a:lnTo>
                <a:lnTo>
                  <a:pt x="1037359" y="110100"/>
                </a:lnTo>
                <a:lnTo>
                  <a:pt x="1036359" y="109534"/>
                </a:lnTo>
                <a:lnTo>
                  <a:pt x="1035254" y="108950"/>
                </a:lnTo>
                <a:lnTo>
                  <a:pt x="1034045" y="108347"/>
                </a:lnTo>
                <a:lnTo>
                  <a:pt x="1032731" y="107726"/>
                </a:lnTo>
                <a:lnTo>
                  <a:pt x="1031312" y="107087"/>
                </a:lnTo>
                <a:lnTo>
                  <a:pt x="1029789" y="106430"/>
                </a:lnTo>
                <a:lnTo>
                  <a:pt x="1028161" y="105755"/>
                </a:lnTo>
                <a:lnTo>
                  <a:pt x="1022549" y="103483"/>
                </a:lnTo>
                <a:lnTo>
                  <a:pt x="1011238" y="99025"/>
                </a:lnTo>
                <a:lnTo>
                  <a:pt x="1008292" y="97852"/>
                </a:lnTo>
                <a:lnTo>
                  <a:pt x="1005533" y="96694"/>
                </a:lnTo>
                <a:lnTo>
                  <a:pt x="1002963" y="95551"/>
                </a:lnTo>
                <a:lnTo>
                  <a:pt x="1000579" y="94421"/>
                </a:lnTo>
                <a:lnTo>
                  <a:pt x="998384" y="93306"/>
                </a:lnTo>
                <a:lnTo>
                  <a:pt x="996375" y="92205"/>
                </a:lnTo>
                <a:lnTo>
                  <a:pt x="994555" y="91119"/>
                </a:lnTo>
                <a:lnTo>
                  <a:pt x="992922" y="90047"/>
                </a:lnTo>
                <a:lnTo>
                  <a:pt x="991476" y="88989"/>
                </a:lnTo>
                <a:lnTo>
                  <a:pt x="990218" y="87946"/>
                </a:lnTo>
                <a:lnTo>
                  <a:pt x="989148" y="86917"/>
                </a:lnTo>
                <a:lnTo>
                  <a:pt x="988265" y="85902"/>
                </a:lnTo>
                <a:lnTo>
                  <a:pt x="987494" y="84891"/>
                </a:lnTo>
                <a:lnTo>
                  <a:pt x="986791" y="83843"/>
                </a:lnTo>
                <a:lnTo>
                  <a:pt x="986155" y="82758"/>
                </a:lnTo>
                <a:lnTo>
                  <a:pt x="985585" y="81637"/>
                </a:lnTo>
                <a:lnTo>
                  <a:pt x="985083" y="80480"/>
                </a:lnTo>
                <a:lnTo>
                  <a:pt x="984648" y="79286"/>
                </a:lnTo>
                <a:lnTo>
                  <a:pt x="984279" y="78055"/>
                </a:lnTo>
                <a:lnTo>
                  <a:pt x="983978" y="76788"/>
                </a:lnTo>
                <a:lnTo>
                  <a:pt x="983743" y="75485"/>
                </a:lnTo>
                <a:lnTo>
                  <a:pt x="983576" y="74145"/>
                </a:lnTo>
                <a:lnTo>
                  <a:pt x="983476" y="72768"/>
                </a:lnTo>
                <a:lnTo>
                  <a:pt x="983442" y="71355"/>
                </a:lnTo>
                <a:lnTo>
                  <a:pt x="983507" y="69370"/>
                </a:lnTo>
                <a:lnTo>
                  <a:pt x="983701" y="67444"/>
                </a:lnTo>
                <a:lnTo>
                  <a:pt x="984026" y="65578"/>
                </a:lnTo>
                <a:lnTo>
                  <a:pt x="984480" y="63771"/>
                </a:lnTo>
                <a:lnTo>
                  <a:pt x="985063" y="62024"/>
                </a:lnTo>
                <a:lnTo>
                  <a:pt x="985777" y="60337"/>
                </a:lnTo>
                <a:lnTo>
                  <a:pt x="986620" y="58709"/>
                </a:lnTo>
                <a:lnTo>
                  <a:pt x="987592" y="57141"/>
                </a:lnTo>
                <a:lnTo>
                  <a:pt x="988695" y="55632"/>
                </a:lnTo>
                <a:lnTo>
                  <a:pt x="989927" y="54183"/>
                </a:lnTo>
                <a:lnTo>
                  <a:pt x="991289" y="52794"/>
                </a:lnTo>
                <a:lnTo>
                  <a:pt x="992780" y="51465"/>
                </a:lnTo>
                <a:lnTo>
                  <a:pt x="994417" y="50219"/>
                </a:lnTo>
                <a:lnTo>
                  <a:pt x="996216" y="49082"/>
                </a:lnTo>
                <a:lnTo>
                  <a:pt x="998176" y="48053"/>
                </a:lnTo>
                <a:lnTo>
                  <a:pt x="1000297" y="47132"/>
                </a:lnTo>
                <a:lnTo>
                  <a:pt x="1002579" y="46320"/>
                </a:lnTo>
                <a:lnTo>
                  <a:pt x="1005023" y="45616"/>
                </a:lnTo>
                <a:lnTo>
                  <a:pt x="1007628" y="45020"/>
                </a:lnTo>
                <a:lnTo>
                  <a:pt x="1010395" y="44533"/>
                </a:lnTo>
                <a:lnTo>
                  <a:pt x="1013323" y="44154"/>
                </a:lnTo>
                <a:lnTo>
                  <a:pt x="1016412" y="43883"/>
                </a:lnTo>
                <a:lnTo>
                  <a:pt x="1019663" y="43721"/>
                </a:lnTo>
                <a:lnTo>
                  <a:pt x="1023075" y="43666"/>
                </a:lnTo>
                <a:lnTo>
                  <a:pt x="1025679" y="43698"/>
                </a:lnTo>
                <a:lnTo>
                  <a:pt x="1028261" y="43793"/>
                </a:lnTo>
                <a:lnTo>
                  <a:pt x="1030819" y="43951"/>
                </a:lnTo>
                <a:lnTo>
                  <a:pt x="1033353" y="44173"/>
                </a:lnTo>
                <a:lnTo>
                  <a:pt x="1035865" y="44458"/>
                </a:lnTo>
                <a:lnTo>
                  <a:pt x="1038354" y="44806"/>
                </a:lnTo>
                <a:lnTo>
                  <a:pt x="1040819" y="45218"/>
                </a:lnTo>
                <a:lnTo>
                  <a:pt x="1043262" y="45693"/>
                </a:lnTo>
                <a:lnTo>
                  <a:pt x="1045681" y="46231"/>
                </a:lnTo>
                <a:lnTo>
                  <a:pt x="1048077" y="46833"/>
                </a:lnTo>
                <a:lnTo>
                  <a:pt x="1050450" y="47498"/>
                </a:lnTo>
                <a:lnTo>
                  <a:pt x="1052800" y="48226"/>
                </a:lnTo>
                <a:lnTo>
                  <a:pt x="1052800" y="63132"/>
                </a:lnTo>
                <a:lnTo>
                  <a:pt x="1050124" y="62208"/>
                </a:lnTo>
                <a:lnTo>
                  <a:pt x="1047475" y="61364"/>
                </a:lnTo>
                <a:lnTo>
                  <a:pt x="1044853" y="60600"/>
                </a:lnTo>
                <a:lnTo>
                  <a:pt x="1042258" y="59917"/>
                </a:lnTo>
                <a:lnTo>
                  <a:pt x="1039690" y="59314"/>
                </a:lnTo>
                <a:lnTo>
                  <a:pt x="1037148" y="58792"/>
                </a:lnTo>
                <a:lnTo>
                  <a:pt x="1034633" y="58350"/>
                </a:lnTo>
                <a:lnTo>
                  <a:pt x="1032145" y="57988"/>
                </a:lnTo>
                <a:lnTo>
                  <a:pt x="1029684" y="57707"/>
                </a:lnTo>
                <a:lnTo>
                  <a:pt x="1027250" y="57506"/>
                </a:lnTo>
                <a:lnTo>
                  <a:pt x="1024842" y="57385"/>
                </a:lnTo>
                <a:lnTo>
                  <a:pt x="1022461" y="57345"/>
                </a:lnTo>
                <a:lnTo>
                  <a:pt x="1020768" y="57370"/>
                </a:lnTo>
                <a:lnTo>
                  <a:pt x="1019138" y="57446"/>
                </a:lnTo>
                <a:lnTo>
                  <a:pt x="1017570" y="57572"/>
                </a:lnTo>
                <a:lnTo>
                  <a:pt x="1016065" y="57748"/>
                </a:lnTo>
                <a:lnTo>
                  <a:pt x="1014623" y="57975"/>
                </a:lnTo>
                <a:lnTo>
                  <a:pt x="1013244" y="58252"/>
                </a:lnTo>
                <a:lnTo>
                  <a:pt x="1011927" y="58580"/>
                </a:lnTo>
                <a:lnTo>
                  <a:pt x="1010673" y="58957"/>
                </a:lnTo>
                <a:lnTo>
                  <a:pt x="1009481" y="59386"/>
                </a:lnTo>
                <a:lnTo>
                  <a:pt x="1008353" y="59864"/>
                </a:lnTo>
                <a:lnTo>
                  <a:pt x="1007287" y="60393"/>
                </a:lnTo>
                <a:lnTo>
                  <a:pt x="1006284" y="60973"/>
                </a:lnTo>
                <a:lnTo>
                  <a:pt x="1005352" y="61590"/>
                </a:lnTo>
                <a:lnTo>
                  <a:pt x="1004502" y="62231"/>
                </a:lnTo>
                <a:lnTo>
                  <a:pt x="1003733" y="62898"/>
                </a:lnTo>
                <a:lnTo>
                  <a:pt x="1003044" y="63589"/>
                </a:lnTo>
                <a:lnTo>
                  <a:pt x="1002437" y="64305"/>
                </a:lnTo>
                <a:lnTo>
                  <a:pt x="1001910" y="65046"/>
                </a:lnTo>
                <a:lnTo>
                  <a:pt x="1001465" y="65812"/>
                </a:lnTo>
                <a:lnTo>
                  <a:pt x="1001101" y="66603"/>
                </a:lnTo>
                <a:lnTo>
                  <a:pt x="1000817" y="67419"/>
                </a:lnTo>
                <a:lnTo>
                  <a:pt x="1000615" y="68259"/>
                </a:lnTo>
                <a:lnTo>
                  <a:pt x="1000493" y="69125"/>
                </a:lnTo>
                <a:lnTo>
                  <a:pt x="1000453" y="70015"/>
                </a:lnTo>
                <a:lnTo>
                  <a:pt x="1000488" y="70874"/>
                </a:lnTo>
                <a:lnTo>
                  <a:pt x="1000594" y="71704"/>
                </a:lnTo>
                <a:lnTo>
                  <a:pt x="1000771" y="72505"/>
                </a:lnTo>
                <a:lnTo>
                  <a:pt x="1001018" y="73277"/>
                </a:lnTo>
                <a:lnTo>
                  <a:pt x="1001336" y="74020"/>
                </a:lnTo>
                <a:lnTo>
                  <a:pt x="1001724" y="74733"/>
                </a:lnTo>
                <a:lnTo>
                  <a:pt x="1002183" y="75417"/>
                </a:lnTo>
                <a:lnTo>
                  <a:pt x="1002713" y="76073"/>
                </a:lnTo>
                <a:lnTo>
                  <a:pt x="1003313" y="76699"/>
                </a:lnTo>
                <a:lnTo>
                  <a:pt x="1003984" y="77296"/>
                </a:lnTo>
                <a:lnTo>
                  <a:pt x="1004726" y="77864"/>
                </a:lnTo>
                <a:lnTo>
                  <a:pt x="1005538" y="78403"/>
                </a:lnTo>
                <a:lnTo>
                  <a:pt x="1006415" y="78934"/>
                </a:lnTo>
                <a:lnTo>
                  <a:pt x="1007380" y="79478"/>
                </a:lnTo>
                <a:lnTo>
                  <a:pt x="1008432" y="80036"/>
                </a:lnTo>
                <a:lnTo>
                  <a:pt x="1009572" y="80607"/>
                </a:lnTo>
                <a:lnTo>
                  <a:pt x="1010799" y="81191"/>
                </a:lnTo>
                <a:lnTo>
                  <a:pt x="1012115" y="81789"/>
                </a:lnTo>
                <a:lnTo>
                  <a:pt x="1013518" y="82400"/>
                </a:lnTo>
                <a:lnTo>
                  <a:pt x="1015008" y="83024"/>
                </a:lnTo>
                <a:lnTo>
                  <a:pt x="1016586" y="83662"/>
                </a:lnTo>
                <a:lnTo>
                  <a:pt x="1018252" y="84313"/>
                </a:lnTo>
                <a:lnTo>
                  <a:pt x="1020006" y="84978"/>
                </a:lnTo>
                <a:lnTo>
                  <a:pt x="1021847" y="85656"/>
                </a:lnTo>
                <a:lnTo>
                  <a:pt x="1032896" y="89676"/>
                </a:lnTo>
                <a:lnTo>
                  <a:pt x="1035361" y="90600"/>
                </a:lnTo>
                <a:lnTo>
                  <a:pt x="1037701" y="91538"/>
                </a:lnTo>
                <a:lnTo>
                  <a:pt x="1039916" y="92489"/>
                </a:lnTo>
                <a:lnTo>
                  <a:pt x="1042005" y="93454"/>
                </a:lnTo>
                <a:lnTo>
                  <a:pt x="1043969" y="94433"/>
                </a:lnTo>
                <a:lnTo>
                  <a:pt x="1045807" y="95425"/>
                </a:lnTo>
                <a:lnTo>
                  <a:pt x="1047520" y="96431"/>
                </a:lnTo>
                <a:lnTo>
                  <a:pt x="1049107" y="97450"/>
                </a:lnTo>
                <a:lnTo>
                  <a:pt x="1050569" y="98483"/>
                </a:lnTo>
                <a:lnTo>
                  <a:pt x="1051906" y="99530"/>
                </a:lnTo>
                <a:lnTo>
                  <a:pt x="1053117" y="100590"/>
                </a:lnTo>
                <a:lnTo>
                  <a:pt x="1054203" y="101664"/>
                </a:lnTo>
                <a:lnTo>
                  <a:pt x="1055183" y="102767"/>
                </a:lnTo>
                <a:lnTo>
                  <a:pt x="1056078" y="103915"/>
                </a:lnTo>
                <a:lnTo>
                  <a:pt x="1056888" y="105108"/>
                </a:lnTo>
                <a:lnTo>
                  <a:pt x="1057613" y="106346"/>
                </a:lnTo>
                <a:lnTo>
                  <a:pt x="1058252" y="107629"/>
                </a:lnTo>
                <a:lnTo>
                  <a:pt x="1058806" y="108957"/>
                </a:lnTo>
                <a:lnTo>
                  <a:pt x="1059275" y="110330"/>
                </a:lnTo>
                <a:lnTo>
                  <a:pt x="1059659" y="111748"/>
                </a:lnTo>
                <a:lnTo>
                  <a:pt x="1059957" y="113212"/>
                </a:lnTo>
                <a:lnTo>
                  <a:pt x="1060170" y="114720"/>
                </a:lnTo>
                <a:lnTo>
                  <a:pt x="1060298" y="116273"/>
                </a:lnTo>
                <a:lnTo>
                  <a:pt x="1060341" y="117871"/>
                </a:lnTo>
                <a:lnTo>
                  <a:pt x="1060273" y="119957"/>
                </a:lnTo>
                <a:lnTo>
                  <a:pt x="1060069" y="121980"/>
                </a:lnTo>
                <a:lnTo>
                  <a:pt x="1059729" y="123941"/>
                </a:lnTo>
                <a:lnTo>
                  <a:pt x="1059254" y="125839"/>
                </a:lnTo>
                <a:lnTo>
                  <a:pt x="1058643" y="127674"/>
                </a:lnTo>
                <a:lnTo>
                  <a:pt x="1057896" y="129447"/>
                </a:lnTo>
                <a:lnTo>
                  <a:pt x="1057014" y="131157"/>
                </a:lnTo>
                <a:lnTo>
                  <a:pt x="1055995" y="132804"/>
                </a:lnTo>
                <a:lnTo>
                  <a:pt x="1054841" y="134389"/>
                </a:lnTo>
                <a:lnTo>
                  <a:pt x="1053551" y="135911"/>
                </a:lnTo>
                <a:lnTo>
                  <a:pt x="1052125" y="137371"/>
                </a:lnTo>
                <a:lnTo>
                  <a:pt x="1050564" y="138767"/>
                </a:lnTo>
                <a:lnTo>
                  <a:pt x="1048853" y="140076"/>
                </a:lnTo>
                <a:lnTo>
                  <a:pt x="1046980" y="141270"/>
                </a:lnTo>
                <a:lnTo>
                  <a:pt x="1044944" y="142351"/>
                </a:lnTo>
                <a:lnTo>
                  <a:pt x="1042745" y="143317"/>
                </a:lnTo>
                <a:lnTo>
                  <a:pt x="1040384" y="144171"/>
                </a:lnTo>
                <a:lnTo>
                  <a:pt x="1037861" y="144910"/>
                </a:lnTo>
                <a:lnTo>
                  <a:pt x="1035174" y="145536"/>
                </a:lnTo>
                <a:lnTo>
                  <a:pt x="1032326" y="146048"/>
                </a:lnTo>
                <a:lnTo>
                  <a:pt x="1029314" y="146446"/>
                </a:lnTo>
                <a:lnTo>
                  <a:pt x="1026140" y="146730"/>
                </a:lnTo>
                <a:lnTo>
                  <a:pt x="1022804" y="146901"/>
                </a:lnTo>
                <a:lnTo>
                  <a:pt x="1019305" y="146958"/>
                </a:lnTo>
                <a:lnTo>
                  <a:pt x="1016170" y="146902"/>
                </a:lnTo>
                <a:lnTo>
                  <a:pt x="1013021" y="146737"/>
                </a:lnTo>
                <a:lnTo>
                  <a:pt x="1009857" y="146461"/>
                </a:lnTo>
                <a:lnTo>
                  <a:pt x="1006678" y="146075"/>
                </a:lnTo>
                <a:lnTo>
                  <a:pt x="1003485" y="145578"/>
                </a:lnTo>
                <a:lnTo>
                  <a:pt x="1000277" y="144972"/>
                </a:lnTo>
                <a:lnTo>
                  <a:pt x="997055" y="144255"/>
                </a:lnTo>
                <a:lnTo>
                  <a:pt x="993818" y="143427"/>
                </a:lnTo>
                <a:lnTo>
                  <a:pt x="990566" y="142489"/>
                </a:lnTo>
                <a:lnTo>
                  <a:pt x="987300" y="141441"/>
                </a:lnTo>
                <a:lnTo>
                  <a:pt x="984019" y="140283"/>
                </a:lnTo>
                <a:lnTo>
                  <a:pt x="980724" y="139014"/>
                </a:lnTo>
                <a:close/>
                <a:moveTo>
                  <a:pt x="1127269" y="146958"/>
                </a:moveTo>
                <a:lnTo>
                  <a:pt x="1123820" y="146856"/>
                </a:lnTo>
                <a:lnTo>
                  <a:pt x="1120488" y="146550"/>
                </a:lnTo>
                <a:lnTo>
                  <a:pt x="1117273" y="146040"/>
                </a:lnTo>
                <a:lnTo>
                  <a:pt x="1114175" y="145327"/>
                </a:lnTo>
                <a:lnTo>
                  <a:pt x="1111193" y="144410"/>
                </a:lnTo>
                <a:lnTo>
                  <a:pt x="1108329" y="143289"/>
                </a:lnTo>
                <a:lnTo>
                  <a:pt x="1105582" y="141965"/>
                </a:lnTo>
                <a:lnTo>
                  <a:pt x="1102951" y="140436"/>
                </a:lnTo>
                <a:lnTo>
                  <a:pt x="1100438" y="138704"/>
                </a:lnTo>
                <a:lnTo>
                  <a:pt x="1098041" y="136768"/>
                </a:lnTo>
                <a:lnTo>
                  <a:pt x="1095761" y="134628"/>
                </a:lnTo>
                <a:lnTo>
                  <a:pt x="1093598" y="132284"/>
                </a:lnTo>
                <a:lnTo>
                  <a:pt x="1091582" y="129785"/>
                </a:lnTo>
                <a:lnTo>
                  <a:pt x="1089740" y="127179"/>
                </a:lnTo>
                <a:lnTo>
                  <a:pt x="1088074" y="124467"/>
                </a:lnTo>
                <a:lnTo>
                  <a:pt x="1086584" y="121649"/>
                </a:lnTo>
                <a:lnTo>
                  <a:pt x="1085268" y="118724"/>
                </a:lnTo>
                <a:lnTo>
                  <a:pt x="1084128" y="115692"/>
                </a:lnTo>
                <a:lnTo>
                  <a:pt x="1083164" y="112554"/>
                </a:lnTo>
                <a:lnTo>
                  <a:pt x="1082375" y="109310"/>
                </a:lnTo>
                <a:lnTo>
                  <a:pt x="1081761" y="105959"/>
                </a:lnTo>
                <a:lnTo>
                  <a:pt x="1081323" y="102502"/>
                </a:lnTo>
                <a:lnTo>
                  <a:pt x="1081060" y="98938"/>
                </a:lnTo>
                <a:lnTo>
                  <a:pt x="1080972" y="95268"/>
                </a:lnTo>
                <a:lnTo>
                  <a:pt x="1081060" y="91598"/>
                </a:lnTo>
                <a:lnTo>
                  <a:pt x="1081323" y="88036"/>
                </a:lnTo>
                <a:lnTo>
                  <a:pt x="1081761" y="84580"/>
                </a:lnTo>
                <a:lnTo>
                  <a:pt x="1082375" y="81231"/>
                </a:lnTo>
                <a:lnTo>
                  <a:pt x="1083164" y="77990"/>
                </a:lnTo>
                <a:lnTo>
                  <a:pt x="1084128" y="74856"/>
                </a:lnTo>
                <a:lnTo>
                  <a:pt x="1085268" y="71828"/>
                </a:lnTo>
                <a:lnTo>
                  <a:pt x="1086584" y="68908"/>
                </a:lnTo>
                <a:lnTo>
                  <a:pt x="1088074" y="66095"/>
                </a:lnTo>
                <a:lnTo>
                  <a:pt x="1089740" y="63389"/>
                </a:lnTo>
                <a:lnTo>
                  <a:pt x="1091582" y="60790"/>
                </a:lnTo>
                <a:lnTo>
                  <a:pt x="1093598" y="58299"/>
                </a:lnTo>
                <a:lnTo>
                  <a:pt x="1095761" y="55961"/>
                </a:lnTo>
                <a:lnTo>
                  <a:pt x="1098041" y="53828"/>
                </a:lnTo>
                <a:lnTo>
                  <a:pt x="1100438" y="51897"/>
                </a:lnTo>
                <a:lnTo>
                  <a:pt x="1102951" y="50170"/>
                </a:lnTo>
                <a:lnTo>
                  <a:pt x="1105582" y="48645"/>
                </a:lnTo>
                <a:lnTo>
                  <a:pt x="1108329" y="47324"/>
                </a:lnTo>
                <a:lnTo>
                  <a:pt x="1111193" y="46207"/>
                </a:lnTo>
                <a:lnTo>
                  <a:pt x="1114175" y="45292"/>
                </a:lnTo>
                <a:lnTo>
                  <a:pt x="1117273" y="44581"/>
                </a:lnTo>
                <a:lnTo>
                  <a:pt x="1120488" y="44073"/>
                </a:lnTo>
                <a:lnTo>
                  <a:pt x="1123820" y="43768"/>
                </a:lnTo>
                <a:lnTo>
                  <a:pt x="1127269" y="43666"/>
                </a:lnTo>
                <a:lnTo>
                  <a:pt x="1130704" y="43768"/>
                </a:lnTo>
                <a:lnTo>
                  <a:pt x="1134023" y="44073"/>
                </a:lnTo>
                <a:lnTo>
                  <a:pt x="1137226" y="44581"/>
                </a:lnTo>
                <a:lnTo>
                  <a:pt x="1140314" y="45292"/>
                </a:lnTo>
                <a:lnTo>
                  <a:pt x="1143286" y="46207"/>
                </a:lnTo>
                <a:lnTo>
                  <a:pt x="1146143" y="47324"/>
                </a:lnTo>
                <a:lnTo>
                  <a:pt x="1148883" y="48645"/>
                </a:lnTo>
                <a:lnTo>
                  <a:pt x="1151508" y="50170"/>
                </a:lnTo>
                <a:lnTo>
                  <a:pt x="1154018" y="51897"/>
                </a:lnTo>
                <a:lnTo>
                  <a:pt x="1156411" y="53828"/>
                </a:lnTo>
                <a:lnTo>
                  <a:pt x="1158689" y="55961"/>
                </a:lnTo>
                <a:lnTo>
                  <a:pt x="1160852" y="58299"/>
                </a:lnTo>
                <a:lnTo>
                  <a:pt x="1162868" y="60790"/>
                </a:lnTo>
                <a:lnTo>
                  <a:pt x="1164710" y="63389"/>
                </a:lnTo>
                <a:lnTo>
                  <a:pt x="1166376" y="66095"/>
                </a:lnTo>
                <a:lnTo>
                  <a:pt x="1167866" y="68908"/>
                </a:lnTo>
                <a:lnTo>
                  <a:pt x="1169181" y="71828"/>
                </a:lnTo>
                <a:lnTo>
                  <a:pt x="1170321" y="74856"/>
                </a:lnTo>
                <a:lnTo>
                  <a:pt x="1171286" y="77990"/>
                </a:lnTo>
                <a:lnTo>
                  <a:pt x="1172075" y="81231"/>
                </a:lnTo>
                <a:lnTo>
                  <a:pt x="1172689" y="84580"/>
                </a:lnTo>
                <a:lnTo>
                  <a:pt x="1173127" y="88036"/>
                </a:lnTo>
                <a:lnTo>
                  <a:pt x="1173390" y="91598"/>
                </a:lnTo>
                <a:lnTo>
                  <a:pt x="1173478" y="95268"/>
                </a:lnTo>
                <a:lnTo>
                  <a:pt x="1173390" y="98938"/>
                </a:lnTo>
                <a:lnTo>
                  <a:pt x="1173127" y="102502"/>
                </a:lnTo>
                <a:lnTo>
                  <a:pt x="1172689" y="105959"/>
                </a:lnTo>
                <a:lnTo>
                  <a:pt x="1172075" y="109310"/>
                </a:lnTo>
                <a:lnTo>
                  <a:pt x="1171286" y="112554"/>
                </a:lnTo>
                <a:lnTo>
                  <a:pt x="1170321" y="115692"/>
                </a:lnTo>
                <a:lnTo>
                  <a:pt x="1169181" y="118724"/>
                </a:lnTo>
                <a:lnTo>
                  <a:pt x="1167866" y="121649"/>
                </a:lnTo>
                <a:lnTo>
                  <a:pt x="1166376" y="124467"/>
                </a:lnTo>
                <a:lnTo>
                  <a:pt x="1164710" y="127179"/>
                </a:lnTo>
                <a:lnTo>
                  <a:pt x="1162868" y="129785"/>
                </a:lnTo>
                <a:lnTo>
                  <a:pt x="1160852" y="132284"/>
                </a:lnTo>
                <a:lnTo>
                  <a:pt x="1158689" y="134628"/>
                </a:lnTo>
                <a:lnTo>
                  <a:pt x="1156411" y="136768"/>
                </a:lnTo>
                <a:lnTo>
                  <a:pt x="1154018" y="138704"/>
                </a:lnTo>
                <a:lnTo>
                  <a:pt x="1151508" y="140436"/>
                </a:lnTo>
                <a:lnTo>
                  <a:pt x="1148883" y="141965"/>
                </a:lnTo>
                <a:lnTo>
                  <a:pt x="1146143" y="143289"/>
                </a:lnTo>
                <a:lnTo>
                  <a:pt x="1143286" y="144410"/>
                </a:lnTo>
                <a:lnTo>
                  <a:pt x="1140314" y="145327"/>
                </a:lnTo>
                <a:lnTo>
                  <a:pt x="1137226" y="146040"/>
                </a:lnTo>
                <a:lnTo>
                  <a:pt x="1134023" y="146550"/>
                </a:lnTo>
                <a:lnTo>
                  <a:pt x="1130704" y="146856"/>
                </a:lnTo>
                <a:lnTo>
                  <a:pt x="1127269" y="146958"/>
                </a:lnTo>
                <a:moveTo>
                  <a:pt x="1127269" y="133279"/>
                </a:moveTo>
                <a:lnTo>
                  <a:pt x="1129409" y="133209"/>
                </a:lnTo>
                <a:lnTo>
                  <a:pt x="1131475" y="132997"/>
                </a:lnTo>
                <a:lnTo>
                  <a:pt x="1133467" y="132645"/>
                </a:lnTo>
                <a:lnTo>
                  <a:pt x="1135384" y="132153"/>
                </a:lnTo>
                <a:lnTo>
                  <a:pt x="1137228" y="131519"/>
                </a:lnTo>
                <a:lnTo>
                  <a:pt x="1138996" y="130745"/>
                </a:lnTo>
                <a:lnTo>
                  <a:pt x="1140691" y="129830"/>
                </a:lnTo>
                <a:lnTo>
                  <a:pt x="1142311" y="128774"/>
                </a:lnTo>
                <a:lnTo>
                  <a:pt x="1143857" y="127578"/>
                </a:lnTo>
                <a:lnTo>
                  <a:pt x="1145329" y="126240"/>
                </a:lnTo>
                <a:lnTo>
                  <a:pt x="1146727" y="124762"/>
                </a:lnTo>
                <a:lnTo>
                  <a:pt x="1148050" y="123143"/>
                </a:lnTo>
                <a:lnTo>
                  <a:pt x="1149282" y="121401"/>
                </a:lnTo>
                <a:lnTo>
                  <a:pt x="1150407" y="119554"/>
                </a:lnTo>
                <a:lnTo>
                  <a:pt x="1151426" y="117600"/>
                </a:lnTo>
                <a:lnTo>
                  <a:pt x="1152336" y="115541"/>
                </a:lnTo>
                <a:lnTo>
                  <a:pt x="1153140" y="113377"/>
                </a:lnTo>
                <a:lnTo>
                  <a:pt x="1153837" y="111107"/>
                </a:lnTo>
                <a:lnTo>
                  <a:pt x="1154426" y="108731"/>
                </a:lnTo>
                <a:lnTo>
                  <a:pt x="1154909" y="106250"/>
                </a:lnTo>
                <a:lnTo>
                  <a:pt x="1155284" y="103663"/>
                </a:lnTo>
                <a:lnTo>
                  <a:pt x="1155552" y="100970"/>
                </a:lnTo>
                <a:lnTo>
                  <a:pt x="1155712" y="98172"/>
                </a:lnTo>
                <a:lnTo>
                  <a:pt x="1155766" y="95268"/>
                </a:lnTo>
                <a:lnTo>
                  <a:pt x="1155712" y="92378"/>
                </a:lnTo>
                <a:lnTo>
                  <a:pt x="1155552" y="89593"/>
                </a:lnTo>
                <a:lnTo>
                  <a:pt x="1155284" y="86912"/>
                </a:lnTo>
                <a:lnTo>
                  <a:pt x="1154909" y="84335"/>
                </a:lnTo>
                <a:lnTo>
                  <a:pt x="1154426" y="81863"/>
                </a:lnTo>
                <a:lnTo>
                  <a:pt x="1153837" y="79495"/>
                </a:lnTo>
                <a:lnTo>
                  <a:pt x="1153140" y="77232"/>
                </a:lnTo>
                <a:lnTo>
                  <a:pt x="1152336" y="75073"/>
                </a:lnTo>
                <a:lnTo>
                  <a:pt x="1151426" y="73018"/>
                </a:lnTo>
                <a:lnTo>
                  <a:pt x="1150407" y="71068"/>
                </a:lnTo>
                <a:lnTo>
                  <a:pt x="1149282" y="69222"/>
                </a:lnTo>
                <a:lnTo>
                  <a:pt x="1148050" y="67481"/>
                </a:lnTo>
                <a:lnTo>
                  <a:pt x="1146727" y="65862"/>
                </a:lnTo>
                <a:lnTo>
                  <a:pt x="1145329" y="64384"/>
                </a:lnTo>
                <a:lnTo>
                  <a:pt x="1143857" y="63046"/>
                </a:lnTo>
                <a:lnTo>
                  <a:pt x="1142311" y="61850"/>
                </a:lnTo>
                <a:lnTo>
                  <a:pt x="1140691" y="60794"/>
                </a:lnTo>
                <a:lnTo>
                  <a:pt x="1138996" y="59879"/>
                </a:lnTo>
                <a:lnTo>
                  <a:pt x="1137228" y="59105"/>
                </a:lnTo>
                <a:lnTo>
                  <a:pt x="1135384" y="58471"/>
                </a:lnTo>
                <a:lnTo>
                  <a:pt x="1133467" y="57979"/>
                </a:lnTo>
                <a:lnTo>
                  <a:pt x="1131475" y="57627"/>
                </a:lnTo>
                <a:lnTo>
                  <a:pt x="1129409" y="57415"/>
                </a:lnTo>
                <a:lnTo>
                  <a:pt x="1127269" y="57345"/>
                </a:lnTo>
                <a:lnTo>
                  <a:pt x="1125114" y="57415"/>
                </a:lnTo>
                <a:lnTo>
                  <a:pt x="1123036" y="57627"/>
                </a:lnTo>
                <a:lnTo>
                  <a:pt x="1121032" y="57979"/>
                </a:lnTo>
                <a:lnTo>
                  <a:pt x="1119104" y="58471"/>
                </a:lnTo>
                <a:lnTo>
                  <a:pt x="1117252" y="59105"/>
                </a:lnTo>
                <a:lnTo>
                  <a:pt x="1115475" y="59879"/>
                </a:lnTo>
                <a:lnTo>
                  <a:pt x="1113774" y="60794"/>
                </a:lnTo>
                <a:lnTo>
                  <a:pt x="1112148" y="61850"/>
                </a:lnTo>
                <a:lnTo>
                  <a:pt x="1110598" y="63046"/>
                </a:lnTo>
                <a:lnTo>
                  <a:pt x="1109123" y="64384"/>
                </a:lnTo>
                <a:lnTo>
                  <a:pt x="1107724" y="65862"/>
                </a:lnTo>
                <a:lnTo>
                  <a:pt x="1106400" y="67481"/>
                </a:lnTo>
                <a:lnTo>
                  <a:pt x="1105168" y="69222"/>
                </a:lnTo>
                <a:lnTo>
                  <a:pt x="1104042" y="71068"/>
                </a:lnTo>
                <a:lnTo>
                  <a:pt x="1103024" y="73018"/>
                </a:lnTo>
                <a:lnTo>
                  <a:pt x="1102113" y="75073"/>
                </a:lnTo>
                <a:lnTo>
                  <a:pt x="1101310" y="77232"/>
                </a:lnTo>
                <a:lnTo>
                  <a:pt x="1100613" y="79495"/>
                </a:lnTo>
                <a:lnTo>
                  <a:pt x="1100024" y="81863"/>
                </a:lnTo>
                <a:lnTo>
                  <a:pt x="1099541" y="84335"/>
                </a:lnTo>
                <a:lnTo>
                  <a:pt x="1099166" y="86912"/>
                </a:lnTo>
                <a:lnTo>
                  <a:pt x="1098898" y="89593"/>
                </a:lnTo>
                <a:lnTo>
                  <a:pt x="1098737" y="92378"/>
                </a:lnTo>
                <a:lnTo>
                  <a:pt x="1098684" y="95268"/>
                </a:lnTo>
                <a:lnTo>
                  <a:pt x="1098737" y="98172"/>
                </a:lnTo>
                <a:lnTo>
                  <a:pt x="1098898" y="100970"/>
                </a:lnTo>
                <a:lnTo>
                  <a:pt x="1099166" y="103663"/>
                </a:lnTo>
                <a:lnTo>
                  <a:pt x="1099541" y="106250"/>
                </a:lnTo>
                <a:lnTo>
                  <a:pt x="1100024" y="108731"/>
                </a:lnTo>
                <a:lnTo>
                  <a:pt x="1100613" y="111107"/>
                </a:lnTo>
                <a:lnTo>
                  <a:pt x="1101310" y="113377"/>
                </a:lnTo>
                <a:lnTo>
                  <a:pt x="1102113" y="115541"/>
                </a:lnTo>
                <a:lnTo>
                  <a:pt x="1103024" y="117600"/>
                </a:lnTo>
                <a:lnTo>
                  <a:pt x="1104042" y="119554"/>
                </a:lnTo>
                <a:lnTo>
                  <a:pt x="1105168" y="121401"/>
                </a:lnTo>
                <a:lnTo>
                  <a:pt x="1106400" y="123143"/>
                </a:lnTo>
                <a:lnTo>
                  <a:pt x="1107724" y="124762"/>
                </a:lnTo>
                <a:lnTo>
                  <a:pt x="1109123" y="126240"/>
                </a:lnTo>
                <a:lnTo>
                  <a:pt x="1110598" y="127578"/>
                </a:lnTo>
                <a:lnTo>
                  <a:pt x="1112148" y="128774"/>
                </a:lnTo>
                <a:lnTo>
                  <a:pt x="1113774" y="129830"/>
                </a:lnTo>
                <a:lnTo>
                  <a:pt x="1115475" y="130745"/>
                </a:lnTo>
                <a:lnTo>
                  <a:pt x="1117252" y="131519"/>
                </a:lnTo>
                <a:lnTo>
                  <a:pt x="1119104" y="132153"/>
                </a:lnTo>
                <a:lnTo>
                  <a:pt x="1121032" y="132645"/>
                </a:lnTo>
                <a:lnTo>
                  <a:pt x="1123036" y="132997"/>
                </a:lnTo>
                <a:lnTo>
                  <a:pt x="1125114" y="133209"/>
                </a:lnTo>
                <a:lnTo>
                  <a:pt x="1127269" y="133279"/>
                </a:lnTo>
                <a:close/>
                <a:moveTo>
                  <a:pt x="1202615" y="144327"/>
                </a:moveTo>
                <a:lnTo>
                  <a:pt x="1202615" y="46297"/>
                </a:lnTo>
                <a:lnTo>
                  <a:pt x="1218924" y="46297"/>
                </a:lnTo>
                <a:lnTo>
                  <a:pt x="1218924" y="67831"/>
                </a:lnTo>
                <a:lnTo>
                  <a:pt x="1220211" y="65853"/>
                </a:lnTo>
                <a:lnTo>
                  <a:pt x="1221529" y="63959"/>
                </a:lnTo>
                <a:lnTo>
                  <a:pt x="1222878" y="62149"/>
                </a:lnTo>
                <a:lnTo>
                  <a:pt x="1224258" y="60425"/>
                </a:lnTo>
                <a:lnTo>
                  <a:pt x="1225669" y="58786"/>
                </a:lnTo>
                <a:lnTo>
                  <a:pt x="1227111" y="57231"/>
                </a:lnTo>
                <a:lnTo>
                  <a:pt x="1228585" y="55762"/>
                </a:lnTo>
                <a:lnTo>
                  <a:pt x="1230089" y="54377"/>
                </a:lnTo>
                <a:lnTo>
                  <a:pt x="1231624" y="53077"/>
                </a:lnTo>
                <a:lnTo>
                  <a:pt x="1233191" y="51862"/>
                </a:lnTo>
                <a:lnTo>
                  <a:pt x="1234788" y="50732"/>
                </a:lnTo>
                <a:lnTo>
                  <a:pt x="1236417" y="49686"/>
                </a:lnTo>
                <a:lnTo>
                  <a:pt x="1238076" y="48725"/>
                </a:lnTo>
                <a:lnTo>
                  <a:pt x="1239767" y="47847"/>
                </a:lnTo>
                <a:lnTo>
                  <a:pt x="1241489" y="47053"/>
                </a:lnTo>
                <a:lnTo>
                  <a:pt x="1243242" y="46342"/>
                </a:lnTo>
                <a:lnTo>
                  <a:pt x="1245025" y="45715"/>
                </a:lnTo>
                <a:lnTo>
                  <a:pt x="1246840" y="45171"/>
                </a:lnTo>
                <a:lnTo>
                  <a:pt x="1248686" y="44712"/>
                </a:lnTo>
                <a:lnTo>
                  <a:pt x="1250563" y="44335"/>
                </a:lnTo>
                <a:lnTo>
                  <a:pt x="1252471" y="44043"/>
                </a:lnTo>
                <a:lnTo>
                  <a:pt x="1254410" y="43834"/>
                </a:lnTo>
                <a:lnTo>
                  <a:pt x="1256380" y="43708"/>
                </a:lnTo>
                <a:lnTo>
                  <a:pt x="1258382" y="43666"/>
                </a:lnTo>
                <a:lnTo>
                  <a:pt x="1259858" y="43685"/>
                </a:lnTo>
                <a:lnTo>
                  <a:pt x="1261334" y="43739"/>
                </a:lnTo>
                <a:lnTo>
                  <a:pt x="1262810" y="43831"/>
                </a:lnTo>
                <a:lnTo>
                  <a:pt x="1264286" y="43959"/>
                </a:lnTo>
                <a:lnTo>
                  <a:pt x="1265762" y="44123"/>
                </a:lnTo>
                <a:lnTo>
                  <a:pt x="1267238" y="44324"/>
                </a:lnTo>
                <a:lnTo>
                  <a:pt x="1268714" y="44561"/>
                </a:lnTo>
                <a:lnTo>
                  <a:pt x="1270190" y="44836"/>
                </a:lnTo>
                <a:lnTo>
                  <a:pt x="1271666" y="45146"/>
                </a:lnTo>
                <a:lnTo>
                  <a:pt x="1273142" y="45493"/>
                </a:lnTo>
                <a:lnTo>
                  <a:pt x="1274618" y="45877"/>
                </a:lnTo>
                <a:lnTo>
                  <a:pt x="1276094" y="46297"/>
                </a:lnTo>
                <a:lnTo>
                  <a:pt x="1276094" y="81721"/>
                </a:lnTo>
                <a:lnTo>
                  <a:pt x="1260398" y="81721"/>
                </a:lnTo>
                <a:lnTo>
                  <a:pt x="1260398" y="59447"/>
                </a:lnTo>
                <a:lnTo>
                  <a:pt x="1259724" y="59335"/>
                </a:lnTo>
                <a:lnTo>
                  <a:pt x="1259073" y="59233"/>
                </a:lnTo>
                <a:lnTo>
                  <a:pt x="1258447" y="59141"/>
                </a:lnTo>
                <a:lnTo>
                  <a:pt x="1257846" y="59059"/>
                </a:lnTo>
                <a:lnTo>
                  <a:pt x="1257268" y="58986"/>
                </a:lnTo>
                <a:lnTo>
                  <a:pt x="1256716" y="58923"/>
                </a:lnTo>
                <a:lnTo>
                  <a:pt x="1256187" y="58869"/>
                </a:lnTo>
                <a:lnTo>
                  <a:pt x="1255683" y="58826"/>
                </a:lnTo>
                <a:lnTo>
                  <a:pt x="1255203" y="58792"/>
                </a:lnTo>
                <a:lnTo>
                  <a:pt x="1254748" y="58767"/>
                </a:lnTo>
                <a:lnTo>
                  <a:pt x="1254316" y="58753"/>
                </a:lnTo>
                <a:lnTo>
                  <a:pt x="1253910" y="58748"/>
                </a:lnTo>
                <a:lnTo>
                  <a:pt x="1252392" y="58798"/>
                </a:lnTo>
                <a:lnTo>
                  <a:pt x="1250880" y="58947"/>
                </a:lnTo>
                <a:lnTo>
                  <a:pt x="1249372" y="59196"/>
                </a:lnTo>
                <a:lnTo>
                  <a:pt x="1247869" y="59544"/>
                </a:lnTo>
                <a:lnTo>
                  <a:pt x="1246371" y="59992"/>
                </a:lnTo>
                <a:lnTo>
                  <a:pt x="1244878" y="60540"/>
                </a:lnTo>
                <a:lnTo>
                  <a:pt x="1243390" y="61187"/>
                </a:lnTo>
                <a:lnTo>
                  <a:pt x="1241907" y="61934"/>
                </a:lnTo>
                <a:lnTo>
                  <a:pt x="1240428" y="62780"/>
                </a:lnTo>
                <a:lnTo>
                  <a:pt x="1238955" y="63726"/>
                </a:lnTo>
                <a:lnTo>
                  <a:pt x="1237486" y="64771"/>
                </a:lnTo>
                <a:lnTo>
                  <a:pt x="1236022" y="65916"/>
                </a:lnTo>
                <a:lnTo>
                  <a:pt x="1234564" y="67161"/>
                </a:lnTo>
                <a:lnTo>
                  <a:pt x="1233112" y="68505"/>
                </a:lnTo>
                <a:lnTo>
                  <a:pt x="1231665" y="69948"/>
                </a:lnTo>
                <a:lnTo>
                  <a:pt x="1230225" y="71491"/>
                </a:lnTo>
                <a:lnTo>
                  <a:pt x="1228791" y="73134"/>
                </a:lnTo>
                <a:lnTo>
                  <a:pt x="1227363" y="74876"/>
                </a:lnTo>
                <a:lnTo>
                  <a:pt x="1225942" y="76718"/>
                </a:lnTo>
                <a:lnTo>
                  <a:pt x="1224526" y="78659"/>
                </a:lnTo>
                <a:lnTo>
                  <a:pt x="1223116" y="80700"/>
                </a:lnTo>
                <a:lnTo>
                  <a:pt x="1221713" y="82841"/>
                </a:lnTo>
                <a:lnTo>
                  <a:pt x="1220315" y="85081"/>
                </a:lnTo>
                <a:lnTo>
                  <a:pt x="1218924" y="87420"/>
                </a:lnTo>
                <a:lnTo>
                  <a:pt x="1218924" y="144327"/>
                </a:lnTo>
                <a:lnTo>
                  <a:pt x="1202615" y="144327"/>
                </a:lnTo>
                <a:close/>
                <a:moveTo>
                  <a:pt x="1294270" y="96715"/>
                </a:moveTo>
                <a:lnTo>
                  <a:pt x="1389494" y="49103"/>
                </a:lnTo>
                <a:lnTo>
                  <a:pt x="1389494" y="64269"/>
                </a:lnTo>
                <a:lnTo>
                  <a:pt x="1324433" y="96603"/>
                </a:lnTo>
                <a:lnTo>
                  <a:pt x="1389494" y="129303"/>
                </a:lnTo>
                <a:lnTo>
                  <a:pt x="1389494" y="144327"/>
                </a:lnTo>
                <a:lnTo>
                  <a:pt x="1294270" y="96715"/>
                </a:lnTo>
                <a:close/>
                <a:moveTo>
                  <a:pt x="1445199" y="130648"/>
                </a:moveTo>
                <a:lnTo>
                  <a:pt x="1445199" y="25667"/>
                </a:lnTo>
                <a:lnTo>
                  <a:pt x="1443974" y="26634"/>
                </a:lnTo>
                <a:lnTo>
                  <a:pt x="1442756" y="27577"/>
                </a:lnTo>
                <a:lnTo>
                  <a:pt x="1441544" y="28496"/>
                </a:lnTo>
                <a:lnTo>
                  <a:pt x="1440337" y="29390"/>
                </a:lnTo>
                <a:lnTo>
                  <a:pt x="1439137" y="30260"/>
                </a:lnTo>
                <a:lnTo>
                  <a:pt x="1437943" y="31106"/>
                </a:lnTo>
                <a:lnTo>
                  <a:pt x="1436755" y="31927"/>
                </a:lnTo>
                <a:lnTo>
                  <a:pt x="1435573" y="32724"/>
                </a:lnTo>
                <a:lnTo>
                  <a:pt x="1434397" y="33496"/>
                </a:lnTo>
                <a:lnTo>
                  <a:pt x="1433228" y="34245"/>
                </a:lnTo>
                <a:lnTo>
                  <a:pt x="1432064" y="34969"/>
                </a:lnTo>
                <a:lnTo>
                  <a:pt x="1430907" y="35668"/>
                </a:lnTo>
                <a:lnTo>
                  <a:pt x="1429716" y="36356"/>
                </a:lnTo>
                <a:lnTo>
                  <a:pt x="1428454" y="37047"/>
                </a:lnTo>
                <a:lnTo>
                  <a:pt x="1427120" y="37740"/>
                </a:lnTo>
                <a:lnTo>
                  <a:pt x="1425714" y="38435"/>
                </a:lnTo>
                <a:lnTo>
                  <a:pt x="1424236" y="39133"/>
                </a:lnTo>
                <a:lnTo>
                  <a:pt x="1422686" y="39833"/>
                </a:lnTo>
                <a:lnTo>
                  <a:pt x="1421065" y="40536"/>
                </a:lnTo>
                <a:lnTo>
                  <a:pt x="1419371" y="41241"/>
                </a:lnTo>
                <a:lnTo>
                  <a:pt x="1417606" y="41948"/>
                </a:lnTo>
                <a:lnTo>
                  <a:pt x="1415769" y="42658"/>
                </a:lnTo>
                <a:lnTo>
                  <a:pt x="1413860" y="43371"/>
                </a:lnTo>
                <a:lnTo>
                  <a:pt x="1411879" y="44086"/>
                </a:lnTo>
                <a:lnTo>
                  <a:pt x="1411879" y="29358"/>
                </a:lnTo>
                <a:lnTo>
                  <a:pt x="1415044" y="27966"/>
                </a:lnTo>
                <a:lnTo>
                  <a:pt x="1418139" y="26507"/>
                </a:lnTo>
                <a:lnTo>
                  <a:pt x="1421163" y="24982"/>
                </a:lnTo>
                <a:lnTo>
                  <a:pt x="1424116" y="23390"/>
                </a:lnTo>
                <a:lnTo>
                  <a:pt x="1426999" y="21730"/>
                </a:lnTo>
                <a:lnTo>
                  <a:pt x="1429811" y="20004"/>
                </a:lnTo>
                <a:lnTo>
                  <a:pt x="1432552" y="18211"/>
                </a:lnTo>
                <a:lnTo>
                  <a:pt x="1435223" y="16351"/>
                </a:lnTo>
                <a:lnTo>
                  <a:pt x="1437823" y="14424"/>
                </a:lnTo>
                <a:lnTo>
                  <a:pt x="1440352" y="12431"/>
                </a:lnTo>
                <a:lnTo>
                  <a:pt x="1442811" y="10370"/>
                </a:lnTo>
                <a:lnTo>
                  <a:pt x="1445199" y="8242"/>
                </a:lnTo>
                <a:lnTo>
                  <a:pt x="1461508" y="8242"/>
                </a:lnTo>
                <a:lnTo>
                  <a:pt x="1461508" y="130648"/>
                </a:lnTo>
                <a:lnTo>
                  <a:pt x="1494214" y="130648"/>
                </a:lnTo>
                <a:lnTo>
                  <a:pt x="1494214" y="144327"/>
                </a:lnTo>
                <a:lnTo>
                  <a:pt x="1411879" y="144327"/>
                </a:lnTo>
                <a:lnTo>
                  <a:pt x="1411879" y="130648"/>
                </a:lnTo>
                <a:lnTo>
                  <a:pt x="1445199" y="130648"/>
                </a:lnTo>
                <a:close/>
                <a:moveTo>
                  <a:pt x="1526508" y="144327"/>
                </a:moveTo>
                <a:lnTo>
                  <a:pt x="1507656" y="144327"/>
                </a:lnTo>
                <a:lnTo>
                  <a:pt x="1546132" y="93175"/>
                </a:lnTo>
                <a:lnTo>
                  <a:pt x="1510198" y="46297"/>
                </a:lnTo>
                <a:lnTo>
                  <a:pt x="1531067" y="46297"/>
                </a:lnTo>
                <a:lnTo>
                  <a:pt x="1556484" y="79417"/>
                </a:lnTo>
                <a:lnTo>
                  <a:pt x="1581397" y="46297"/>
                </a:lnTo>
                <a:lnTo>
                  <a:pt x="1599899" y="46297"/>
                </a:lnTo>
                <a:lnTo>
                  <a:pt x="1565910" y="91698"/>
                </a:lnTo>
                <a:lnTo>
                  <a:pt x="1606300" y="144327"/>
                </a:lnTo>
                <a:lnTo>
                  <a:pt x="1585343" y="144327"/>
                </a:lnTo>
                <a:lnTo>
                  <a:pt x="1555577" y="105497"/>
                </a:lnTo>
                <a:lnTo>
                  <a:pt x="1526508" y="144327"/>
                </a:lnTo>
                <a:close/>
                <a:moveTo>
                  <a:pt x="1705552" y="144327"/>
                </a:moveTo>
                <a:lnTo>
                  <a:pt x="1623217" y="144327"/>
                </a:lnTo>
                <a:lnTo>
                  <a:pt x="1623217" y="129322"/>
                </a:lnTo>
                <a:lnTo>
                  <a:pt x="1623233" y="128351"/>
                </a:lnTo>
                <a:lnTo>
                  <a:pt x="1623283" y="127369"/>
                </a:lnTo>
                <a:lnTo>
                  <a:pt x="1623365" y="126375"/>
                </a:lnTo>
                <a:lnTo>
                  <a:pt x="1623480" y="125370"/>
                </a:lnTo>
                <a:lnTo>
                  <a:pt x="1623628" y="124353"/>
                </a:lnTo>
                <a:lnTo>
                  <a:pt x="1623809" y="123324"/>
                </a:lnTo>
                <a:lnTo>
                  <a:pt x="1624023" y="122284"/>
                </a:lnTo>
                <a:lnTo>
                  <a:pt x="1624269" y="121232"/>
                </a:lnTo>
                <a:lnTo>
                  <a:pt x="1624549" y="120169"/>
                </a:lnTo>
                <a:lnTo>
                  <a:pt x="1624861" y="119094"/>
                </a:lnTo>
                <a:lnTo>
                  <a:pt x="1625206" y="118008"/>
                </a:lnTo>
                <a:lnTo>
                  <a:pt x="1625584" y="116910"/>
                </a:lnTo>
                <a:lnTo>
                  <a:pt x="1626009" y="115794"/>
                </a:lnTo>
                <a:lnTo>
                  <a:pt x="1626493" y="114656"/>
                </a:lnTo>
                <a:lnTo>
                  <a:pt x="1627037" y="113495"/>
                </a:lnTo>
                <a:lnTo>
                  <a:pt x="1627640" y="112312"/>
                </a:lnTo>
                <a:lnTo>
                  <a:pt x="1628303" y="111107"/>
                </a:lnTo>
                <a:lnTo>
                  <a:pt x="1629026" y="109878"/>
                </a:lnTo>
                <a:lnTo>
                  <a:pt x="1629809" y="108628"/>
                </a:lnTo>
                <a:lnTo>
                  <a:pt x="1630651" y="107354"/>
                </a:lnTo>
                <a:lnTo>
                  <a:pt x="1631552" y="106059"/>
                </a:lnTo>
                <a:lnTo>
                  <a:pt x="1632514" y="104740"/>
                </a:lnTo>
                <a:lnTo>
                  <a:pt x="1633535" y="103400"/>
                </a:lnTo>
                <a:lnTo>
                  <a:pt x="1634616" y="102036"/>
                </a:lnTo>
                <a:lnTo>
                  <a:pt x="1635732" y="100666"/>
                </a:lnTo>
                <a:lnTo>
                  <a:pt x="1636859" y="99304"/>
                </a:lnTo>
                <a:lnTo>
                  <a:pt x="1637997" y="97952"/>
                </a:lnTo>
                <a:lnTo>
                  <a:pt x="1639146" y="96608"/>
                </a:lnTo>
                <a:lnTo>
                  <a:pt x="1640306" y="95273"/>
                </a:lnTo>
                <a:lnTo>
                  <a:pt x="1641477" y="93946"/>
                </a:lnTo>
                <a:lnTo>
                  <a:pt x="1642659" y="92628"/>
                </a:lnTo>
                <a:lnTo>
                  <a:pt x="1643852" y="91319"/>
                </a:lnTo>
                <a:lnTo>
                  <a:pt x="1645056" y="90019"/>
                </a:lnTo>
                <a:lnTo>
                  <a:pt x="1646270" y="88728"/>
                </a:lnTo>
                <a:lnTo>
                  <a:pt x="1647496" y="87445"/>
                </a:lnTo>
                <a:lnTo>
                  <a:pt x="1648733" y="86171"/>
                </a:lnTo>
                <a:lnTo>
                  <a:pt x="1658027" y="76718"/>
                </a:lnTo>
                <a:lnTo>
                  <a:pt x="1658541" y="76183"/>
                </a:lnTo>
                <a:lnTo>
                  <a:pt x="1659148" y="75543"/>
                </a:lnTo>
                <a:lnTo>
                  <a:pt x="1659847" y="74797"/>
                </a:lnTo>
                <a:lnTo>
                  <a:pt x="1660638" y="73946"/>
                </a:lnTo>
                <a:lnTo>
                  <a:pt x="1661523" y="72988"/>
                </a:lnTo>
                <a:lnTo>
                  <a:pt x="1662499" y="71925"/>
                </a:lnTo>
                <a:lnTo>
                  <a:pt x="1663568" y="70756"/>
                </a:lnTo>
                <a:lnTo>
                  <a:pt x="1664730" y="69481"/>
                </a:lnTo>
                <a:lnTo>
                  <a:pt x="1665985" y="68101"/>
                </a:lnTo>
                <a:lnTo>
                  <a:pt x="1667332" y="66614"/>
                </a:lnTo>
                <a:lnTo>
                  <a:pt x="1668771" y="65022"/>
                </a:lnTo>
                <a:lnTo>
                  <a:pt x="1670303" y="63324"/>
                </a:lnTo>
                <a:lnTo>
                  <a:pt x="1671837" y="61607"/>
                </a:lnTo>
                <a:lnTo>
                  <a:pt x="1673281" y="59958"/>
                </a:lnTo>
                <a:lnTo>
                  <a:pt x="1674635" y="58378"/>
                </a:lnTo>
                <a:lnTo>
                  <a:pt x="1675900" y="56865"/>
                </a:lnTo>
                <a:lnTo>
                  <a:pt x="1677076" y="55420"/>
                </a:lnTo>
                <a:lnTo>
                  <a:pt x="1678162" y="54044"/>
                </a:lnTo>
                <a:lnTo>
                  <a:pt x="1679158" y="52735"/>
                </a:lnTo>
                <a:lnTo>
                  <a:pt x="1680065" y="51495"/>
                </a:lnTo>
                <a:lnTo>
                  <a:pt x="1680883" y="50323"/>
                </a:lnTo>
                <a:lnTo>
                  <a:pt x="1681611" y="49219"/>
                </a:lnTo>
                <a:lnTo>
                  <a:pt x="1682249" y="48183"/>
                </a:lnTo>
                <a:lnTo>
                  <a:pt x="1682798" y="47215"/>
                </a:lnTo>
                <a:lnTo>
                  <a:pt x="1683281" y="46282"/>
                </a:lnTo>
                <a:lnTo>
                  <a:pt x="1683722" y="45352"/>
                </a:lnTo>
                <a:lnTo>
                  <a:pt x="1684121" y="44424"/>
                </a:lnTo>
                <a:lnTo>
                  <a:pt x="1684479" y="43499"/>
                </a:lnTo>
                <a:lnTo>
                  <a:pt x="1684794" y="42576"/>
                </a:lnTo>
                <a:lnTo>
                  <a:pt x="1685067" y="41656"/>
                </a:lnTo>
                <a:lnTo>
                  <a:pt x="1685298" y="40738"/>
                </a:lnTo>
                <a:lnTo>
                  <a:pt x="1685487" y="39823"/>
                </a:lnTo>
                <a:lnTo>
                  <a:pt x="1685634" y="38910"/>
                </a:lnTo>
                <a:lnTo>
                  <a:pt x="1685739" y="37999"/>
                </a:lnTo>
                <a:lnTo>
                  <a:pt x="1685802" y="37091"/>
                </a:lnTo>
                <a:lnTo>
                  <a:pt x="1685823" y="36186"/>
                </a:lnTo>
                <a:lnTo>
                  <a:pt x="1685774" y="34754"/>
                </a:lnTo>
                <a:lnTo>
                  <a:pt x="1685628" y="33378"/>
                </a:lnTo>
                <a:lnTo>
                  <a:pt x="1685385" y="32058"/>
                </a:lnTo>
                <a:lnTo>
                  <a:pt x="1685044" y="30792"/>
                </a:lnTo>
                <a:lnTo>
                  <a:pt x="1684605" y="29582"/>
                </a:lnTo>
                <a:lnTo>
                  <a:pt x="1684069" y="28427"/>
                </a:lnTo>
                <a:lnTo>
                  <a:pt x="1683436" y="27328"/>
                </a:lnTo>
                <a:lnTo>
                  <a:pt x="1682705" y="26284"/>
                </a:lnTo>
                <a:lnTo>
                  <a:pt x="1681877" y="25295"/>
                </a:lnTo>
                <a:lnTo>
                  <a:pt x="1680952" y="24362"/>
                </a:lnTo>
                <a:lnTo>
                  <a:pt x="1679929" y="23483"/>
                </a:lnTo>
                <a:lnTo>
                  <a:pt x="1678808" y="22661"/>
                </a:lnTo>
                <a:lnTo>
                  <a:pt x="1677627" y="21898"/>
                </a:lnTo>
                <a:lnTo>
                  <a:pt x="1676421" y="21202"/>
                </a:lnTo>
                <a:lnTo>
                  <a:pt x="1675191" y="20572"/>
                </a:lnTo>
                <a:lnTo>
                  <a:pt x="1673937" y="20009"/>
                </a:lnTo>
                <a:lnTo>
                  <a:pt x="1672658" y="19512"/>
                </a:lnTo>
                <a:lnTo>
                  <a:pt x="1671355" y="19081"/>
                </a:lnTo>
                <a:lnTo>
                  <a:pt x="1670028" y="18716"/>
                </a:lnTo>
                <a:lnTo>
                  <a:pt x="1668676" y="18418"/>
                </a:lnTo>
                <a:lnTo>
                  <a:pt x="1667300" y="18186"/>
                </a:lnTo>
                <a:lnTo>
                  <a:pt x="1665899" y="18020"/>
                </a:lnTo>
                <a:lnTo>
                  <a:pt x="1664475" y="17921"/>
                </a:lnTo>
                <a:lnTo>
                  <a:pt x="1663025" y="17887"/>
                </a:lnTo>
                <a:lnTo>
                  <a:pt x="1662184" y="17895"/>
                </a:lnTo>
                <a:lnTo>
                  <a:pt x="1661326" y="17919"/>
                </a:lnTo>
                <a:lnTo>
                  <a:pt x="1660452" y="17959"/>
                </a:lnTo>
                <a:lnTo>
                  <a:pt x="1659562" y="18014"/>
                </a:lnTo>
                <a:lnTo>
                  <a:pt x="1658655" y="18085"/>
                </a:lnTo>
                <a:lnTo>
                  <a:pt x="1657731" y="18172"/>
                </a:lnTo>
                <a:lnTo>
                  <a:pt x="1656792" y="18275"/>
                </a:lnTo>
                <a:lnTo>
                  <a:pt x="1655835" y="18394"/>
                </a:lnTo>
                <a:lnTo>
                  <a:pt x="1654863" y="18529"/>
                </a:lnTo>
                <a:lnTo>
                  <a:pt x="1653873" y="18679"/>
                </a:lnTo>
                <a:lnTo>
                  <a:pt x="1652868" y="18845"/>
                </a:lnTo>
                <a:lnTo>
                  <a:pt x="1651846" y="19027"/>
                </a:lnTo>
                <a:lnTo>
                  <a:pt x="1650826" y="19220"/>
                </a:lnTo>
                <a:lnTo>
                  <a:pt x="1649828" y="19417"/>
                </a:lnTo>
                <a:lnTo>
                  <a:pt x="1648851" y="19621"/>
                </a:lnTo>
                <a:lnTo>
                  <a:pt x="1647895" y="19829"/>
                </a:lnTo>
                <a:lnTo>
                  <a:pt x="1646961" y="20043"/>
                </a:lnTo>
                <a:lnTo>
                  <a:pt x="1646048" y="20263"/>
                </a:lnTo>
                <a:lnTo>
                  <a:pt x="1645156" y="20488"/>
                </a:lnTo>
                <a:lnTo>
                  <a:pt x="1644285" y="20719"/>
                </a:lnTo>
                <a:lnTo>
                  <a:pt x="1643436" y="20955"/>
                </a:lnTo>
                <a:lnTo>
                  <a:pt x="1642608" y="21197"/>
                </a:lnTo>
                <a:lnTo>
                  <a:pt x="1641802" y="21444"/>
                </a:lnTo>
                <a:lnTo>
                  <a:pt x="1641017" y="21696"/>
                </a:lnTo>
                <a:lnTo>
                  <a:pt x="1640202" y="21974"/>
                </a:lnTo>
                <a:lnTo>
                  <a:pt x="1639307" y="22296"/>
                </a:lnTo>
                <a:lnTo>
                  <a:pt x="1638331" y="22662"/>
                </a:lnTo>
                <a:lnTo>
                  <a:pt x="1637276" y="23072"/>
                </a:lnTo>
                <a:lnTo>
                  <a:pt x="1636139" y="23527"/>
                </a:lnTo>
                <a:lnTo>
                  <a:pt x="1634923" y="24027"/>
                </a:lnTo>
                <a:lnTo>
                  <a:pt x="1633626" y="24570"/>
                </a:lnTo>
                <a:lnTo>
                  <a:pt x="1632248" y="25158"/>
                </a:lnTo>
                <a:lnTo>
                  <a:pt x="1630791" y="25791"/>
                </a:lnTo>
                <a:lnTo>
                  <a:pt x="1629253" y="26468"/>
                </a:lnTo>
                <a:lnTo>
                  <a:pt x="1627634" y="27189"/>
                </a:lnTo>
                <a:lnTo>
                  <a:pt x="1625935" y="27955"/>
                </a:lnTo>
                <a:lnTo>
                  <a:pt x="1625935" y="13476"/>
                </a:lnTo>
                <a:lnTo>
                  <a:pt x="1627777" y="12616"/>
                </a:lnTo>
                <a:lnTo>
                  <a:pt x="1629619" y="11802"/>
                </a:lnTo>
                <a:lnTo>
                  <a:pt x="1631462" y="11035"/>
                </a:lnTo>
                <a:lnTo>
                  <a:pt x="1633306" y="10313"/>
                </a:lnTo>
                <a:lnTo>
                  <a:pt x="1635150" y="9637"/>
                </a:lnTo>
                <a:lnTo>
                  <a:pt x="1636994" y="9007"/>
                </a:lnTo>
                <a:lnTo>
                  <a:pt x="1638840" y="8424"/>
                </a:lnTo>
                <a:lnTo>
                  <a:pt x="1640686" y="7886"/>
                </a:lnTo>
                <a:lnTo>
                  <a:pt x="1642532" y="7394"/>
                </a:lnTo>
                <a:lnTo>
                  <a:pt x="1644379" y="6949"/>
                </a:lnTo>
                <a:lnTo>
                  <a:pt x="1646227" y="6549"/>
                </a:lnTo>
                <a:lnTo>
                  <a:pt x="1648075" y="6195"/>
                </a:lnTo>
                <a:lnTo>
                  <a:pt x="1649897" y="5878"/>
                </a:lnTo>
                <a:lnTo>
                  <a:pt x="1651664" y="5588"/>
                </a:lnTo>
                <a:lnTo>
                  <a:pt x="1653377" y="5326"/>
                </a:lnTo>
                <a:lnTo>
                  <a:pt x="1655036" y="5092"/>
                </a:lnTo>
                <a:lnTo>
                  <a:pt x="1656641" y="4885"/>
                </a:lnTo>
                <a:lnTo>
                  <a:pt x="1658192" y="4705"/>
                </a:lnTo>
                <a:lnTo>
                  <a:pt x="1659688" y="4554"/>
                </a:lnTo>
                <a:lnTo>
                  <a:pt x="1661130" y="4430"/>
                </a:lnTo>
                <a:lnTo>
                  <a:pt x="1662518" y="4333"/>
                </a:lnTo>
                <a:lnTo>
                  <a:pt x="1663852" y="4264"/>
                </a:lnTo>
                <a:lnTo>
                  <a:pt x="1665132" y="4223"/>
                </a:lnTo>
                <a:lnTo>
                  <a:pt x="1666357" y="4209"/>
                </a:lnTo>
                <a:lnTo>
                  <a:pt x="1668114" y="4233"/>
                </a:lnTo>
                <a:lnTo>
                  <a:pt x="1669846" y="4305"/>
                </a:lnTo>
                <a:lnTo>
                  <a:pt x="1671555" y="4425"/>
                </a:lnTo>
                <a:lnTo>
                  <a:pt x="1673240" y="4594"/>
                </a:lnTo>
                <a:lnTo>
                  <a:pt x="1674902" y="4811"/>
                </a:lnTo>
                <a:lnTo>
                  <a:pt x="1676540" y="5075"/>
                </a:lnTo>
                <a:lnTo>
                  <a:pt x="1678153" y="5388"/>
                </a:lnTo>
                <a:lnTo>
                  <a:pt x="1679744" y="5749"/>
                </a:lnTo>
                <a:lnTo>
                  <a:pt x="1681310" y="6159"/>
                </a:lnTo>
                <a:lnTo>
                  <a:pt x="1682853" y="6616"/>
                </a:lnTo>
                <a:lnTo>
                  <a:pt x="1684372" y="7121"/>
                </a:lnTo>
                <a:lnTo>
                  <a:pt x="1685867" y="7675"/>
                </a:lnTo>
                <a:lnTo>
                  <a:pt x="1687319" y="8279"/>
                </a:lnTo>
                <a:lnTo>
                  <a:pt x="1688707" y="8936"/>
                </a:lnTo>
                <a:lnTo>
                  <a:pt x="1690032" y="9645"/>
                </a:lnTo>
                <a:lnTo>
                  <a:pt x="1691294" y="10408"/>
                </a:lnTo>
                <a:lnTo>
                  <a:pt x="1692492" y="11224"/>
                </a:lnTo>
                <a:lnTo>
                  <a:pt x="1693627" y="12093"/>
                </a:lnTo>
                <a:lnTo>
                  <a:pt x="1694699" y="13015"/>
                </a:lnTo>
                <a:lnTo>
                  <a:pt x="1695707" y="13989"/>
                </a:lnTo>
                <a:lnTo>
                  <a:pt x="1696652" y="15017"/>
                </a:lnTo>
                <a:lnTo>
                  <a:pt x="1697534" y="16098"/>
                </a:lnTo>
                <a:lnTo>
                  <a:pt x="1698352" y="17232"/>
                </a:lnTo>
                <a:lnTo>
                  <a:pt x="1699107" y="18419"/>
                </a:lnTo>
                <a:lnTo>
                  <a:pt x="1699800" y="19639"/>
                </a:lnTo>
                <a:lnTo>
                  <a:pt x="1700433" y="20872"/>
                </a:lnTo>
                <a:lnTo>
                  <a:pt x="1701006" y="22118"/>
                </a:lnTo>
                <a:lnTo>
                  <a:pt x="1701518" y="23378"/>
                </a:lnTo>
                <a:lnTo>
                  <a:pt x="1701971" y="24652"/>
                </a:lnTo>
                <a:lnTo>
                  <a:pt x="1702362" y="25939"/>
                </a:lnTo>
                <a:lnTo>
                  <a:pt x="1702694" y="27239"/>
                </a:lnTo>
                <a:lnTo>
                  <a:pt x="1702965" y="28553"/>
                </a:lnTo>
                <a:lnTo>
                  <a:pt x="1703176" y="29880"/>
                </a:lnTo>
                <a:lnTo>
                  <a:pt x="1703327" y="31220"/>
                </a:lnTo>
                <a:lnTo>
                  <a:pt x="1703417" y="32574"/>
                </a:lnTo>
                <a:lnTo>
                  <a:pt x="1703447" y="33942"/>
                </a:lnTo>
                <a:lnTo>
                  <a:pt x="1703409" y="35480"/>
                </a:lnTo>
                <a:lnTo>
                  <a:pt x="1703293" y="37024"/>
                </a:lnTo>
                <a:lnTo>
                  <a:pt x="1703099" y="38574"/>
                </a:lnTo>
                <a:lnTo>
                  <a:pt x="1702829" y="40130"/>
                </a:lnTo>
                <a:lnTo>
                  <a:pt x="1702481" y="41692"/>
                </a:lnTo>
                <a:lnTo>
                  <a:pt x="1702055" y="43261"/>
                </a:lnTo>
                <a:lnTo>
                  <a:pt x="1701553" y="44835"/>
                </a:lnTo>
                <a:lnTo>
                  <a:pt x="1700973" y="46416"/>
                </a:lnTo>
                <a:lnTo>
                  <a:pt x="1700316" y="48003"/>
                </a:lnTo>
                <a:lnTo>
                  <a:pt x="1699581" y="49595"/>
                </a:lnTo>
                <a:lnTo>
                  <a:pt x="1698769" y="51194"/>
                </a:lnTo>
                <a:lnTo>
                  <a:pt x="1697880" y="52799"/>
                </a:lnTo>
                <a:lnTo>
                  <a:pt x="1696883" y="54445"/>
                </a:lnTo>
                <a:lnTo>
                  <a:pt x="1695750" y="56168"/>
                </a:lnTo>
                <a:lnTo>
                  <a:pt x="1694479" y="57967"/>
                </a:lnTo>
                <a:lnTo>
                  <a:pt x="1693072" y="59842"/>
                </a:lnTo>
                <a:lnTo>
                  <a:pt x="1691527" y="61794"/>
                </a:lnTo>
                <a:lnTo>
                  <a:pt x="1689846" y="63822"/>
                </a:lnTo>
                <a:lnTo>
                  <a:pt x="1688027" y="65926"/>
                </a:lnTo>
                <a:lnTo>
                  <a:pt x="1686071" y="68107"/>
                </a:lnTo>
                <a:lnTo>
                  <a:pt x="1683979" y="70364"/>
                </a:lnTo>
                <a:lnTo>
                  <a:pt x="1681749" y="72698"/>
                </a:lnTo>
                <a:lnTo>
                  <a:pt x="1679383" y="75108"/>
                </a:lnTo>
                <a:lnTo>
                  <a:pt x="1676879" y="77594"/>
                </a:lnTo>
                <a:lnTo>
                  <a:pt x="1666883" y="87486"/>
                </a:lnTo>
                <a:lnTo>
                  <a:pt x="1658466" y="95715"/>
                </a:lnTo>
                <a:lnTo>
                  <a:pt x="1657157" y="97054"/>
                </a:lnTo>
                <a:lnTo>
                  <a:pt x="1655891" y="98385"/>
                </a:lnTo>
                <a:lnTo>
                  <a:pt x="1654668" y="99710"/>
                </a:lnTo>
                <a:lnTo>
                  <a:pt x="1653487" y="101027"/>
                </a:lnTo>
                <a:lnTo>
                  <a:pt x="1652349" y="102337"/>
                </a:lnTo>
                <a:lnTo>
                  <a:pt x="1651254" y="103639"/>
                </a:lnTo>
                <a:lnTo>
                  <a:pt x="1650201" y="104934"/>
                </a:lnTo>
                <a:lnTo>
                  <a:pt x="1649191" y="106222"/>
                </a:lnTo>
                <a:lnTo>
                  <a:pt x="1648223" y="107503"/>
                </a:lnTo>
                <a:lnTo>
                  <a:pt x="1647298" y="108776"/>
                </a:lnTo>
                <a:lnTo>
                  <a:pt x="1646416" y="110042"/>
                </a:lnTo>
                <a:lnTo>
                  <a:pt x="1645576" y="111301"/>
                </a:lnTo>
                <a:lnTo>
                  <a:pt x="1644788" y="112575"/>
                </a:lnTo>
                <a:lnTo>
                  <a:pt x="1644061" y="113890"/>
                </a:lnTo>
                <a:lnTo>
                  <a:pt x="1643395" y="115245"/>
                </a:lnTo>
                <a:lnTo>
                  <a:pt x="1642790" y="116640"/>
                </a:lnTo>
                <a:lnTo>
                  <a:pt x="1642246" y="118075"/>
                </a:lnTo>
                <a:lnTo>
                  <a:pt x="1641762" y="119550"/>
                </a:lnTo>
                <a:lnTo>
                  <a:pt x="1641340" y="121066"/>
                </a:lnTo>
                <a:lnTo>
                  <a:pt x="1640978" y="122621"/>
                </a:lnTo>
                <a:lnTo>
                  <a:pt x="1640677" y="124217"/>
                </a:lnTo>
                <a:lnTo>
                  <a:pt x="1640437" y="125853"/>
                </a:lnTo>
                <a:lnTo>
                  <a:pt x="1640258" y="127529"/>
                </a:lnTo>
                <a:lnTo>
                  <a:pt x="1640140" y="129246"/>
                </a:lnTo>
                <a:lnTo>
                  <a:pt x="1705552" y="129246"/>
                </a:lnTo>
                <a:lnTo>
                  <a:pt x="1705552" y="144327"/>
                </a:lnTo>
                <a:close/>
                <a:moveTo>
                  <a:pt x="1741270" y="144327"/>
                </a:moveTo>
                <a:lnTo>
                  <a:pt x="1722418" y="144327"/>
                </a:lnTo>
                <a:lnTo>
                  <a:pt x="1760894" y="93175"/>
                </a:lnTo>
                <a:lnTo>
                  <a:pt x="1724960" y="46297"/>
                </a:lnTo>
                <a:lnTo>
                  <a:pt x="1745829" y="46297"/>
                </a:lnTo>
                <a:lnTo>
                  <a:pt x="1771246" y="79417"/>
                </a:lnTo>
                <a:lnTo>
                  <a:pt x="1796159" y="46297"/>
                </a:lnTo>
                <a:lnTo>
                  <a:pt x="1814661" y="46297"/>
                </a:lnTo>
                <a:lnTo>
                  <a:pt x="1780672" y="91698"/>
                </a:lnTo>
                <a:lnTo>
                  <a:pt x="1821062" y="144327"/>
                </a:lnTo>
                <a:lnTo>
                  <a:pt x="1800105" y="144327"/>
                </a:lnTo>
                <a:lnTo>
                  <a:pt x="1770339" y="105497"/>
                </a:lnTo>
                <a:lnTo>
                  <a:pt x="1741270" y="144327"/>
                </a:lnTo>
                <a:close/>
                <a:moveTo>
                  <a:pt x="1920262" y="144327"/>
                </a:moveTo>
                <a:lnTo>
                  <a:pt x="1837927" y="144327"/>
                </a:lnTo>
                <a:lnTo>
                  <a:pt x="1837927" y="129322"/>
                </a:lnTo>
                <a:lnTo>
                  <a:pt x="1837944" y="128351"/>
                </a:lnTo>
                <a:lnTo>
                  <a:pt x="1837993" y="127369"/>
                </a:lnTo>
                <a:lnTo>
                  <a:pt x="1838075" y="126375"/>
                </a:lnTo>
                <a:lnTo>
                  <a:pt x="1838190" y="125370"/>
                </a:lnTo>
                <a:lnTo>
                  <a:pt x="1838338" y="124353"/>
                </a:lnTo>
                <a:lnTo>
                  <a:pt x="1838519" y="123324"/>
                </a:lnTo>
                <a:lnTo>
                  <a:pt x="1838733" y="122284"/>
                </a:lnTo>
                <a:lnTo>
                  <a:pt x="1838979" y="121232"/>
                </a:lnTo>
                <a:lnTo>
                  <a:pt x="1839259" y="120169"/>
                </a:lnTo>
                <a:lnTo>
                  <a:pt x="1839571" y="119094"/>
                </a:lnTo>
                <a:lnTo>
                  <a:pt x="1839917" y="118008"/>
                </a:lnTo>
                <a:lnTo>
                  <a:pt x="1840295" y="116910"/>
                </a:lnTo>
                <a:lnTo>
                  <a:pt x="1840719" y="115794"/>
                </a:lnTo>
                <a:lnTo>
                  <a:pt x="1841203" y="114656"/>
                </a:lnTo>
                <a:lnTo>
                  <a:pt x="1841747" y="113495"/>
                </a:lnTo>
                <a:lnTo>
                  <a:pt x="1842350" y="112312"/>
                </a:lnTo>
                <a:lnTo>
                  <a:pt x="1843014" y="111107"/>
                </a:lnTo>
                <a:lnTo>
                  <a:pt x="1843736" y="109878"/>
                </a:lnTo>
                <a:lnTo>
                  <a:pt x="1844519" y="108628"/>
                </a:lnTo>
                <a:lnTo>
                  <a:pt x="1845361" y="107354"/>
                </a:lnTo>
                <a:lnTo>
                  <a:pt x="1846263" y="106059"/>
                </a:lnTo>
                <a:lnTo>
                  <a:pt x="1847224" y="104740"/>
                </a:lnTo>
                <a:lnTo>
                  <a:pt x="1848245" y="103400"/>
                </a:lnTo>
                <a:lnTo>
                  <a:pt x="1849326" y="102036"/>
                </a:lnTo>
                <a:lnTo>
                  <a:pt x="1850442" y="100666"/>
                </a:lnTo>
                <a:lnTo>
                  <a:pt x="1851569" y="99304"/>
                </a:lnTo>
                <a:lnTo>
                  <a:pt x="1852707" y="97952"/>
                </a:lnTo>
                <a:lnTo>
                  <a:pt x="1853856" y="96608"/>
                </a:lnTo>
                <a:lnTo>
                  <a:pt x="1855016" y="95273"/>
                </a:lnTo>
                <a:lnTo>
                  <a:pt x="1856187" y="93946"/>
                </a:lnTo>
                <a:lnTo>
                  <a:pt x="1857369" y="92628"/>
                </a:lnTo>
                <a:lnTo>
                  <a:pt x="1858562" y="91319"/>
                </a:lnTo>
                <a:lnTo>
                  <a:pt x="1859766" y="90019"/>
                </a:lnTo>
                <a:lnTo>
                  <a:pt x="1860981" y="88728"/>
                </a:lnTo>
                <a:lnTo>
                  <a:pt x="1862206" y="87445"/>
                </a:lnTo>
                <a:lnTo>
                  <a:pt x="1863443" y="86171"/>
                </a:lnTo>
                <a:lnTo>
                  <a:pt x="1872738" y="76718"/>
                </a:lnTo>
                <a:lnTo>
                  <a:pt x="1873252" y="76183"/>
                </a:lnTo>
                <a:lnTo>
                  <a:pt x="1873858" y="75543"/>
                </a:lnTo>
                <a:lnTo>
                  <a:pt x="1874557" y="74797"/>
                </a:lnTo>
                <a:lnTo>
                  <a:pt x="1875349" y="73946"/>
                </a:lnTo>
                <a:lnTo>
                  <a:pt x="1876233" y="72988"/>
                </a:lnTo>
                <a:lnTo>
                  <a:pt x="1877210" y="71925"/>
                </a:lnTo>
                <a:lnTo>
                  <a:pt x="1878279" y="70756"/>
                </a:lnTo>
                <a:lnTo>
                  <a:pt x="1879441" y="69481"/>
                </a:lnTo>
                <a:lnTo>
                  <a:pt x="1880695" y="68101"/>
                </a:lnTo>
                <a:lnTo>
                  <a:pt x="1882042" y="66614"/>
                </a:lnTo>
                <a:lnTo>
                  <a:pt x="1883481" y="65022"/>
                </a:lnTo>
                <a:lnTo>
                  <a:pt x="1885013" y="63324"/>
                </a:lnTo>
                <a:lnTo>
                  <a:pt x="1886547" y="61607"/>
                </a:lnTo>
                <a:lnTo>
                  <a:pt x="1887991" y="59958"/>
                </a:lnTo>
                <a:lnTo>
                  <a:pt x="1889345" y="58378"/>
                </a:lnTo>
                <a:lnTo>
                  <a:pt x="1890610" y="56865"/>
                </a:lnTo>
                <a:lnTo>
                  <a:pt x="1891786" y="55420"/>
                </a:lnTo>
                <a:lnTo>
                  <a:pt x="1892872" y="54044"/>
                </a:lnTo>
                <a:lnTo>
                  <a:pt x="1893868" y="52735"/>
                </a:lnTo>
                <a:lnTo>
                  <a:pt x="1894775" y="51495"/>
                </a:lnTo>
                <a:lnTo>
                  <a:pt x="1895593" y="50323"/>
                </a:lnTo>
                <a:lnTo>
                  <a:pt x="1896321" y="49219"/>
                </a:lnTo>
                <a:lnTo>
                  <a:pt x="1896959" y="48183"/>
                </a:lnTo>
                <a:lnTo>
                  <a:pt x="1897508" y="47215"/>
                </a:lnTo>
                <a:lnTo>
                  <a:pt x="1897991" y="46282"/>
                </a:lnTo>
                <a:lnTo>
                  <a:pt x="1898433" y="45352"/>
                </a:lnTo>
                <a:lnTo>
                  <a:pt x="1898832" y="44424"/>
                </a:lnTo>
                <a:lnTo>
                  <a:pt x="1899189" y="43499"/>
                </a:lnTo>
                <a:lnTo>
                  <a:pt x="1899504" y="42576"/>
                </a:lnTo>
                <a:lnTo>
                  <a:pt x="1899777" y="41656"/>
                </a:lnTo>
                <a:lnTo>
                  <a:pt x="1900008" y="40738"/>
                </a:lnTo>
                <a:lnTo>
                  <a:pt x="1900197" y="39823"/>
                </a:lnTo>
                <a:lnTo>
                  <a:pt x="1900344" y="38910"/>
                </a:lnTo>
                <a:lnTo>
                  <a:pt x="1900449" y="37999"/>
                </a:lnTo>
                <a:lnTo>
                  <a:pt x="1900512" y="37091"/>
                </a:lnTo>
                <a:lnTo>
                  <a:pt x="1900533" y="36186"/>
                </a:lnTo>
                <a:lnTo>
                  <a:pt x="1900485" y="34754"/>
                </a:lnTo>
                <a:lnTo>
                  <a:pt x="1900338" y="33378"/>
                </a:lnTo>
                <a:lnTo>
                  <a:pt x="1900095" y="32058"/>
                </a:lnTo>
                <a:lnTo>
                  <a:pt x="1899754" y="30792"/>
                </a:lnTo>
                <a:lnTo>
                  <a:pt x="1899315" y="29582"/>
                </a:lnTo>
                <a:lnTo>
                  <a:pt x="1898780" y="28427"/>
                </a:lnTo>
                <a:lnTo>
                  <a:pt x="1898146" y="27328"/>
                </a:lnTo>
                <a:lnTo>
                  <a:pt x="1897416" y="26284"/>
                </a:lnTo>
                <a:lnTo>
                  <a:pt x="1896588" y="25295"/>
                </a:lnTo>
                <a:lnTo>
                  <a:pt x="1895662" y="24362"/>
                </a:lnTo>
                <a:lnTo>
                  <a:pt x="1894639" y="23483"/>
                </a:lnTo>
                <a:lnTo>
                  <a:pt x="1893519" y="22661"/>
                </a:lnTo>
                <a:lnTo>
                  <a:pt x="1892337" y="21898"/>
                </a:lnTo>
                <a:lnTo>
                  <a:pt x="1891132" y="21202"/>
                </a:lnTo>
                <a:lnTo>
                  <a:pt x="1889902" y="20572"/>
                </a:lnTo>
                <a:lnTo>
                  <a:pt x="1888647" y="20009"/>
                </a:lnTo>
                <a:lnTo>
                  <a:pt x="1887369" y="19512"/>
                </a:lnTo>
                <a:lnTo>
                  <a:pt x="1886066" y="19081"/>
                </a:lnTo>
                <a:lnTo>
                  <a:pt x="1884738" y="18716"/>
                </a:lnTo>
                <a:lnTo>
                  <a:pt x="1883386" y="18418"/>
                </a:lnTo>
                <a:lnTo>
                  <a:pt x="1882010" y="18186"/>
                </a:lnTo>
                <a:lnTo>
                  <a:pt x="1880610" y="18020"/>
                </a:lnTo>
                <a:lnTo>
                  <a:pt x="1879185" y="17921"/>
                </a:lnTo>
                <a:lnTo>
                  <a:pt x="1877736" y="17887"/>
                </a:lnTo>
                <a:lnTo>
                  <a:pt x="1876894" y="17895"/>
                </a:lnTo>
                <a:lnTo>
                  <a:pt x="1876037" y="17919"/>
                </a:lnTo>
                <a:lnTo>
                  <a:pt x="1875163" y="17959"/>
                </a:lnTo>
                <a:lnTo>
                  <a:pt x="1874272" y="18014"/>
                </a:lnTo>
                <a:lnTo>
                  <a:pt x="1873365" y="18085"/>
                </a:lnTo>
                <a:lnTo>
                  <a:pt x="1872442" y="18172"/>
                </a:lnTo>
                <a:lnTo>
                  <a:pt x="1871502" y="18275"/>
                </a:lnTo>
                <a:lnTo>
                  <a:pt x="1870546" y="18394"/>
                </a:lnTo>
                <a:lnTo>
                  <a:pt x="1869573" y="18529"/>
                </a:lnTo>
                <a:lnTo>
                  <a:pt x="1868584" y="18679"/>
                </a:lnTo>
                <a:lnTo>
                  <a:pt x="1867578" y="18845"/>
                </a:lnTo>
                <a:lnTo>
                  <a:pt x="1866556" y="19027"/>
                </a:lnTo>
                <a:lnTo>
                  <a:pt x="1865536" y="19220"/>
                </a:lnTo>
                <a:lnTo>
                  <a:pt x="1864538" y="19417"/>
                </a:lnTo>
                <a:lnTo>
                  <a:pt x="1863561" y="19621"/>
                </a:lnTo>
                <a:lnTo>
                  <a:pt x="1862605" y="19829"/>
                </a:lnTo>
                <a:lnTo>
                  <a:pt x="1861671" y="20043"/>
                </a:lnTo>
                <a:lnTo>
                  <a:pt x="1860758" y="20263"/>
                </a:lnTo>
                <a:lnTo>
                  <a:pt x="1859866" y="20488"/>
                </a:lnTo>
                <a:lnTo>
                  <a:pt x="1858996" y="20719"/>
                </a:lnTo>
                <a:lnTo>
                  <a:pt x="1858147" y="20955"/>
                </a:lnTo>
                <a:lnTo>
                  <a:pt x="1857319" y="21197"/>
                </a:lnTo>
                <a:lnTo>
                  <a:pt x="1856512" y="21444"/>
                </a:lnTo>
                <a:lnTo>
                  <a:pt x="1855727" y="21696"/>
                </a:lnTo>
                <a:lnTo>
                  <a:pt x="1854912" y="21974"/>
                </a:lnTo>
                <a:lnTo>
                  <a:pt x="1854017" y="22296"/>
                </a:lnTo>
                <a:lnTo>
                  <a:pt x="1853042" y="22662"/>
                </a:lnTo>
                <a:lnTo>
                  <a:pt x="1851986" y="23072"/>
                </a:lnTo>
                <a:lnTo>
                  <a:pt x="1850850" y="23527"/>
                </a:lnTo>
                <a:lnTo>
                  <a:pt x="1849633" y="24027"/>
                </a:lnTo>
                <a:lnTo>
                  <a:pt x="1848336" y="24570"/>
                </a:lnTo>
                <a:lnTo>
                  <a:pt x="1846959" y="25158"/>
                </a:lnTo>
                <a:lnTo>
                  <a:pt x="1845501" y="25791"/>
                </a:lnTo>
                <a:lnTo>
                  <a:pt x="1843963" y="26468"/>
                </a:lnTo>
                <a:lnTo>
                  <a:pt x="1842344" y="27189"/>
                </a:lnTo>
                <a:lnTo>
                  <a:pt x="1840645" y="27955"/>
                </a:lnTo>
                <a:lnTo>
                  <a:pt x="1840645" y="13476"/>
                </a:lnTo>
                <a:lnTo>
                  <a:pt x="1842487" y="12616"/>
                </a:lnTo>
                <a:lnTo>
                  <a:pt x="1844329" y="11802"/>
                </a:lnTo>
                <a:lnTo>
                  <a:pt x="1846172" y="11035"/>
                </a:lnTo>
                <a:lnTo>
                  <a:pt x="1848016" y="10313"/>
                </a:lnTo>
                <a:lnTo>
                  <a:pt x="1849860" y="9637"/>
                </a:lnTo>
                <a:lnTo>
                  <a:pt x="1851705" y="9007"/>
                </a:lnTo>
                <a:lnTo>
                  <a:pt x="1853550" y="8424"/>
                </a:lnTo>
                <a:lnTo>
                  <a:pt x="1855396" y="7886"/>
                </a:lnTo>
                <a:lnTo>
                  <a:pt x="1857242" y="7394"/>
                </a:lnTo>
                <a:lnTo>
                  <a:pt x="1859089" y="6949"/>
                </a:lnTo>
                <a:lnTo>
                  <a:pt x="1860937" y="6549"/>
                </a:lnTo>
                <a:lnTo>
                  <a:pt x="1862786" y="6195"/>
                </a:lnTo>
                <a:lnTo>
                  <a:pt x="1864607" y="5878"/>
                </a:lnTo>
                <a:lnTo>
                  <a:pt x="1866375" y="5588"/>
                </a:lnTo>
                <a:lnTo>
                  <a:pt x="1868088" y="5326"/>
                </a:lnTo>
                <a:lnTo>
                  <a:pt x="1869747" y="5092"/>
                </a:lnTo>
                <a:lnTo>
                  <a:pt x="1871351" y="4885"/>
                </a:lnTo>
                <a:lnTo>
                  <a:pt x="1872902" y="4705"/>
                </a:lnTo>
                <a:lnTo>
                  <a:pt x="1874398" y="4554"/>
                </a:lnTo>
                <a:lnTo>
                  <a:pt x="1875841" y="4430"/>
                </a:lnTo>
                <a:lnTo>
                  <a:pt x="1877229" y="4333"/>
                </a:lnTo>
                <a:lnTo>
                  <a:pt x="1878563" y="4264"/>
                </a:lnTo>
                <a:lnTo>
                  <a:pt x="1879842" y="4223"/>
                </a:lnTo>
                <a:lnTo>
                  <a:pt x="1881068" y="4209"/>
                </a:lnTo>
                <a:lnTo>
                  <a:pt x="1882824" y="4233"/>
                </a:lnTo>
                <a:lnTo>
                  <a:pt x="1884557" y="4305"/>
                </a:lnTo>
                <a:lnTo>
                  <a:pt x="1886266" y="4425"/>
                </a:lnTo>
                <a:lnTo>
                  <a:pt x="1887951" y="4594"/>
                </a:lnTo>
                <a:lnTo>
                  <a:pt x="1889612" y="4811"/>
                </a:lnTo>
                <a:lnTo>
                  <a:pt x="1891250" y="5075"/>
                </a:lnTo>
                <a:lnTo>
                  <a:pt x="1892864" y="5388"/>
                </a:lnTo>
                <a:lnTo>
                  <a:pt x="1894454" y="5749"/>
                </a:lnTo>
                <a:lnTo>
                  <a:pt x="1896020" y="6159"/>
                </a:lnTo>
                <a:lnTo>
                  <a:pt x="1897563" y="6616"/>
                </a:lnTo>
                <a:lnTo>
                  <a:pt x="1899082" y="7121"/>
                </a:lnTo>
                <a:lnTo>
                  <a:pt x="1900577" y="7675"/>
                </a:lnTo>
                <a:lnTo>
                  <a:pt x="1902029" y="8279"/>
                </a:lnTo>
                <a:lnTo>
                  <a:pt x="1903417" y="8936"/>
                </a:lnTo>
                <a:lnTo>
                  <a:pt x="1904742" y="9645"/>
                </a:lnTo>
                <a:lnTo>
                  <a:pt x="1906004" y="10408"/>
                </a:lnTo>
                <a:lnTo>
                  <a:pt x="1907202" y="11224"/>
                </a:lnTo>
                <a:lnTo>
                  <a:pt x="1908337" y="12093"/>
                </a:lnTo>
                <a:lnTo>
                  <a:pt x="1909409" y="13015"/>
                </a:lnTo>
                <a:lnTo>
                  <a:pt x="1910417" y="13989"/>
                </a:lnTo>
                <a:lnTo>
                  <a:pt x="1911362" y="15017"/>
                </a:lnTo>
                <a:lnTo>
                  <a:pt x="1912244" y="16098"/>
                </a:lnTo>
                <a:lnTo>
                  <a:pt x="1913062" y="17232"/>
                </a:lnTo>
                <a:lnTo>
                  <a:pt x="1913817" y="18419"/>
                </a:lnTo>
                <a:lnTo>
                  <a:pt x="1914511" y="19639"/>
                </a:lnTo>
                <a:lnTo>
                  <a:pt x="1915144" y="20872"/>
                </a:lnTo>
                <a:lnTo>
                  <a:pt x="1915716" y="22118"/>
                </a:lnTo>
                <a:lnTo>
                  <a:pt x="1916229" y="23378"/>
                </a:lnTo>
                <a:lnTo>
                  <a:pt x="1916681" y="24652"/>
                </a:lnTo>
                <a:lnTo>
                  <a:pt x="1917073" y="25939"/>
                </a:lnTo>
                <a:lnTo>
                  <a:pt x="1917404" y="27239"/>
                </a:lnTo>
                <a:lnTo>
                  <a:pt x="1917675" y="28553"/>
                </a:lnTo>
                <a:lnTo>
                  <a:pt x="1917886" y="29880"/>
                </a:lnTo>
                <a:lnTo>
                  <a:pt x="1918037" y="31220"/>
                </a:lnTo>
                <a:lnTo>
                  <a:pt x="1918128" y="32574"/>
                </a:lnTo>
                <a:lnTo>
                  <a:pt x="1918158" y="33942"/>
                </a:lnTo>
                <a:lnTo>
                  <a:pt x="1918119" y="35480"/>
                </a:lnTo>
                <a:lnTo>
                  <a:pt x="1918003" y="37024"/>
                </a:lnTo>
                <a:lnTo>
                  <a:pt x="1917810" y="38574"/>
                </a:lnTo>
                <a:lnTo>
                  <a:pt x="1917539" y="40130"/>
                </a:lnTo>
                <a:lnTo>
                  <a:pt x="1917191" y="41692"/>
                </a:lnTo>
                <a:lnTo>
                  <a:pt x="1916766" y="43261"/>
                </a:lnTo>
                <a:lnTo>
                  <a:pt x="1916263" y="44835"/>
                </a:lnTo>
                <a:lnTo>
                  <a:pt x="1915683" y="46416"/>
                </a:lnTo>
                <a:lnTo>
                  <a:pt x="1915026" y="48003"/>
                </a:lnTo>
                <a:lnTo>
                  <a:pt x="1914291" y="49595"/>
                </a:lnTo>
                <a:lnTo>
                  <a:pt x="1913479" y="51194"/>
                </a:lnTo>
                <a:lnTo>
                  <a:pt x="1912590" y="52799"/>
                </a:lnTo>
                <a:lnTo>
                  <a:pt x="1911593" y="54445"/>
                </a:lnTo>
                <a:lnTo>
                  <a:pt x="1910460" y="56168"/>
                </a:lnTo>
                <a:lnTo>
                  <a:pt x="1909189" y="57967"/>
                </a:lnTo>
                <a:lnTo>
                  <a:pt x="1907782" y="59842"/>
                </a:lnTo>
                <a:lnTo>
                  <a:pt x="1906237" y="61794"/>
                </a:lnTo>
                <a:lnTo>
                  <a:pt x="1904556" y="63822"/>
                </a:lnTo>
                <a:lnTo>
                  <a:pt x="1902737" y="65926"/>
                </a:lnTo>
                <a:lnTo>
                  <a:pt x="1900782" y="68107"/>
                </a:lnTo>
                <a:lnTo>
                  <a:pt x="1898689" y="70364"/>
                </a:lnTo>
                <a:lnTo>
                  <a:pt x="1896460" y="72698"/>
                </a:lnTo>
                <a:lnTo>
                  <a:pt x="1894093" y="75108"/>
                </a:lnTo>
                <a:lnTo>
                  <a:pt x="1891590" y="77594"/>
                </a:lnTo>
                <a:lnTo>
                  <a:pt x="1881594" y="87486"/>
                </a:lnTo>
                <a:lnTo>
                  <a:pt x="1873176" y="95715"/>
                </a:lnTo>
                <a:lnTo>
                  <a:pt x="1871868" y="97054"/>
                </a:lnTo>
                <a:lnTo>
                  <a:pt x="1870602" y="98385"/>
                </a:lnTo>
                <a:lnTo>
                  <a:pt x="1869378" y="99710"/>
                </a:lnTo>
                <a:lnTo>
                  <a:pt x="1868198" y="101027"/>
                </a:lnTo>
                <a:lnTo>
                  <a:pt x="1867060" y="102337"/>
                </a:lnTo>
                <a:lnTo>
                  <a:pt x="1865964" y="103639"/>
                </a:lnTo>
                <a:lnTo>
                  <a:pt x="1864911" y="104934"/>
                </a:lnTo>
                <a:lnTo>
                  <a:pt x="1863901" y="106222"/>
                </a:lnTo>
                <a:lnTo>
                  <a:pt x="1862934" y="107503"/>
                </a:lnTo>
                <a:lnTo>
                  <a:pt x="1862009" y="108776"/>
                </a:lnTo>
                <a:lnTo>
                  <a:pt x="1861126" y="110042"/>
                </a:lnTo>
                <a:lnTo>
                  <a:pt x="1860287" y="111301"/>
                </a:lnTo>
                <a:lnTo>
                  <a:pt x="1859499" y="112575"/>
                </a:lnTo>
                <a:lnTo>
                  <a:pt x="1858772" y="113890"/>
                </a:lnTo>
                <a:lnTo>
                  <a:pt x="1858105" y="115245"/>
                </a:lnTo>
                <a:lnTo>
                  <a:pt x="1857500" y="116640"/>
                </a:lnTo>
                <a:lnTo>
                  <a:pt x="1856956" y="118075"/>
                </a:lnTo>
                <a:lnTo>
                  <a:pt x="1856472" y="119550"/>
                </a:lnTo>
                <a:lnTo>
                  <a:pt x="1856050" y="121066"/>
                </a:lnTo>
                <a:lnTo>
                  <a:pt x="1855688" y="122621"/>
                </a:lnTo>
                <a:lnTo>
                  <a:pt x="1855387" y="124217"/>
                </a:lnTo>
                <a:lnTo>
                  <a:pt x="1855147" y="125853"/>
                </a:lnTo>
                <a:lnTo>
                  <a:pt x="1854968" y="127529"/>
                </a:lnTo>
                <a:lnTo>
                  <a:pt x="1854850" y="129246"/>
                </a:lnTo>
                <a:lnTo>
                  <a:pt x="1920262" y="129246"/>
                </a:lnTo>
                <a:lnTo>
                  <a:pt x="1920262" y="144327"/>
                </a:lnTo>
                <a:close/>
                <a:moveTo>
                  <a:pt x="1955980" y="144327"/>
                </a:moveTo>
                <a:lnTo>
                  <a:pt x="1937128" y="144327"/>
                </a:lnTo>
                <a:lnTo>
                  <a:pt x="1975604" y="93175"/>
                </a:lnTo>
                <a:lnTo>
                  <a:pt x="1939671" y="46297"/>
                </a:lnTo>
                <a:lnTo>
                  <a:pt x="1960539" y="46297"/>
                </a:lnTo>
                <a:lnTo>
                  <a:pt x="1985957" y="79417"/>
                </a:lnTo>
                <a:lnTo>
                  <a:pt x="2010870" y="46297"/>
                </a:lnTo>
                <a:lnTo>
                  <a:pt x="2029371" y="46297"/>
                </a:lnTo>
                <a:lnTo>
                  <a:pt x="1995383" y="91698"/>
                </a:lnTo>
                <a:lnTo>
                  <a:pt x="2035772" y="144327"/>
                </a:lnTo>
                <a:lnTo>
                  <a:pt x="2014815" y="144327"/>
                </a:lnTo>
                <a:lnTo>
                  <a:pt x="1985050" y="105497"/>
                </a:lnTo>
                <a:lnTo>
                  <a:pt x="1955980" y="144327"/>
                </a:lnTo>
                <a:close/>
                <a:moveTo>
                  <a:pt x="2075957" y="144327"/>
                </a:moveTo>
                <a:lnTo>
                  <a:pt x="2075957" y="68218"/>
                </a:lnTo>
                <a:lnTo>
                  <a:pt x="2054211" y="68218"/>
                </a:lnTo>
                <a:lnTo>
                  <a:pt x="2054211" y="54539"/>
                </a:lnTo>
                <a:lnTo>
                  <a:pt x="2075957" y="54539"/>
                </a:lnTo>
                <a:lnTo>
                  <a:pt x="2075957" y="49988"/>
                </a:lnTo>
                <a:lnTo>
                  <a:pt x="2075987" y="46833"/>
                </a:lnTo>
                <a:lnTo>
                  <a:pt x="2076078" y="43818"/>
                </a:lnTo>
                <a:lnTo>
                  <a:pt x="2076231" y="40943"/>
                </a:lnTo>
                <a:lnTo>
                  <a:pt x="2076444" y="38208"/>
                </a:lnTo>
                <a:lnTo>
                  <a:pt x="2076718" y="35613"/>
                </a:lnTo>
                <a:lnTo>
                  <a:pt x="2077053" y="33157"/>
                </a:lnTo>
                <a:lnTo>
                  <a:pt x="2077448" y="30842"/>
                </a:lnTo>
                <a:lnTo>
                  <a:pt x="2077905" y="28666"/>
                </a:lnTo>
                <a:lnTo>
                  <a:pt x="2078423" y="26630"/>
                </a:lnTo>
                <a:lnTo>
                  <a:pt x="2079001" y="24734"/>
                </a:lnTo>
                <a:lnTo>
                  <a:pt x="2079640" y="22978"/>
                </a:lnTo>
                <a:lnTo>
                  <a:pt x="2080341" y="21362"/>
                </a:lnTo>
                <a:lnTo>
                  <a:pt x="2081105" y="19838"/>
                </a:lnTo>
                <a:lnTo>
                  <a:pt x="2081935" y="18361"/>
                </a:lnTo>
                <a:lnTo>
                  <a:pt x="2082831" y="16930"/>
                </a:lnTo>
                <a:lnTo>
                  <a:pt x="2083794" y="15545"/>
                </a:lnTo>
                <a:lnTo>
                  <a:pt x="2084824" y="14206"/>
                </a:lnTo>
                <a:lnTo>
                  <a:pt x="2085920" y="12913"/>
                </a:lnTo>
                <a:lnTo>
                  <a:pt x="2087082" y="11667"/>
                </a:lnTo>
                <a:lnTo>
                  <a:pt x="2088310" y="10467"/>
                </a:lnTo>
                <a:lnTo>
                  <a:pt x="2089605" y="9313"/>
                </a:lnTo>
                <a:lnTo>
                  <a:pt x="2090966" y="8206"/>
                </a:lnTo>
                <a:lnTo>
                  <a:pt x="2092394" y="7145"/>
                </a:lnTo>
                <a:lnTo>
                  <a:pt x="2093888" y="6130"/>
                </a:lnTo>
                <a:lnTo>
                  <a:pt x="2095456" y="5179"/>
                </a:lnTo>
                <a:lnTo>
                  <a:pt x="2097107" y="4310"/>
                </a:lnTo>
                <a:lnTo>
                  <a:pt x="2098839" y="3525"/>
                </a:lnTo>
                <a:lnTo>
                  <a:pt x="2100654" y="2822"/>
                </a:lnTo>
                <a:lnTo>
                  <a:pt x="2102551" y="2201"/>
                </a:lnTo>
                <a:lnTo>
                  <a:pt x="2104530" y="1664"/>
                </a:lnTo>
                <a:lnTo>
                  <a:pt x="2106592" y="1209"/>
                </a:lnTo>
                <a:lnTo>
                  <a:pt x="2108736" y="837"/>
                </a:lnTo>
                <a:lnTo>
                  <a:pt x="2110961" y="548"/>
                </a:lnTo>
                <a:lnTo>
                  <a:pt x="2113270" y="341"/>
                </a:lnTo>
                <a:lnTo>
                  <a:pt x="2115660" y="217"/>
                </a:lnTo>
                <a:lnTo>
                  <a:pt x="2118132" y="175"/>
                </a:lnTo>
                <a:lnTo>
                  <a:pt x="2120035" y="192"/>
                </a:lnTo>
                <a:lnTo>
                  <a:pt x="2121942" y="241"/>
                </a:lnTo>
                <a:lnTo>
                  <a:pt x="2123854" y="323"/>
                </a:lnTo>
                <a:lnTo>
                  <a:pt x="2125770" y="438"/>
                </a:lnTo>
                <a:lnTo>
                  <a:pt x="2127692" y="586"/>
                </a:lnTo>
                <a:lnTo>
                  <a:pt x="2129619" y="767"/>
                </a:lnTo>
                <a:lnTo>
                  <a:pt x="2131550" y="981"/>
                </a:lnTo>
                <a:lnTo>
                  <a:pt x="2133487" y="1228"/>
                </a:lnTo>
                <a:lnTo>
                  <a:pt x="2135428" y="1507"/>
                </a:lnTo>
                <a:lnTo>
                  <a:pt x="2137374" y="1819"/>
                </a:lnTo>
                <a:lnTo>
                  <a:pt x="2139325" y="2165"/>
                </a:lnTo>
                <a:lnTo>
                  <a:pt x="2141281" y="2543"/>
                </a:lnTo>
                <a:lnTo>
                  <a:pt x="2141281" y="18063"/>
                </a:lnTo>
                <a:lnTo>
                  <a:pt x="2139182" y="17391"/>
                </a:lnTo>
                <a:lnTo>
                  <a:pt x="2137123" y="16777"/>
                </a:lnTo>
                <a:lnTo>
                  <a:pt x="2135105" y="16221"/>
                </a:lnTo>
                <a:lnTo>
                  <a:pt x="2133126" y="15725"/>
                </a:lnTo>
                <a:lnTo>
                  <a:pt x="2131188" y="15286"/>
                </a:lnTo>
                <a:lnTo>
                  <a:pt x="2129290" y="14906"/>
                </a:lnTo>
                <a:lnTo>
                  <a:pt x="2127432" y="14585"/>
                </a:lnTo>
                <a:lnTo>
                  <a:pt x="2125615" y="14322"/>
                </a:lnTo>
                <a:lnTo>
                  <a:pt x="2123837" y="14117"/>
                </a:lnTo>
                <a:lnTo>
                  <a:pt x="2122100" y="13971"/>
                </a:lnTo>
                <a:lnTo>
                  <a:pt x="2120403" y="13883"/>
                </a:lnTo>
                <a:lnTo>
                  <a:pt x="2118746" y="13854"/>
                </a:lnTo>
                <a:lnTo>
                  <a:pt x="2117458" y="13874"/>
                </a:lnTo>
                <a:lnTo>
                  <a:pt x="2116196" y="13934"/>
                </a:lnTo>
                <a:lnTo>
                  <a:pt x="2114959" y="14035"/>
                </a:lnTo>
                <a:lnTo>
                  <a:pt x="2113748" y="14175"/>
                </a:lnTo>
                <a:lnTo>
                  <a:pt x="2112563" y="14355"/>
                </a:lnTo>
                <a:lnTo>
                  <a:pt x="2111403" y="14576"/>
                </a:lnTo>
                <a:lnTo>
                  <a:pt x="2110268" y="14837"/>
                </a:lnTo>
                <a:lnTo>
                  <a:pt x="2109159" y="15138"/>
                </a:lnTo>
                <a:lnTo>
                  <a:pt x="2108076" y="15479"/>
                </a:lnTo>
                <a:lnTo>
                  <a:pt x="2107018" y="15860"/>
                </a:lnTo>
                <a:lnTo>
                  <a:pt x="2105986" y="16281"/>
                </a:lnTo>
                <a:lnTo>
                  <a:pt x="2104980" y="16742"/>
                </a:lnTo>
                <a:lnTo>
                  <a:pt x="2104004" y="17248"/>
                </a:lnTo>
                <a:lnTo>
                  <a:pt x="2103064" y="17805"/>
                </a:lnTo>
                <a:lnTo>
                  <a:pt x="2102160" y="18412"/>
                </a:lnTo>
                <a:lnTo>
                  <a:pt x="2101292" y="19069"/>
                </a:lnTo>
                <a:lnTo>
                  <a:pt x="2100460" y="19777"/>
                </a:lnTo>
                <a:lnTo>
                  <a:pt x="2099664" y="20536"/>
                </a:lnTo>
                <a:lnTo>
                  <a:pt x="2098904" y="21345"/>
                </a:lnTo>
                <a:lnTo>
                  <a:pt x="2098179" y="22204"/>
                </a:lnTo>
                <a:lnTo>
                  <a:pt x="2097491" y="23114"/>
                </a:lnTo>
                <a:lnTo>
                  <a:pt x="2096839" y="24074"/>
                </a:lnTo>
                <a:lnTo>
                  <a:pt x="2096222" y="25085"/>
                </a:lnTo>
                <a:lnTo>
                  <a:pt x="2095641" y="26146"/>
                </a:lnTo>
                <a:lnTo>
                  <a:pt x="2095102" y="27295"/>
                </a:lnTo>
                <a:lnTo>
                  <a:pt x="2094610" y="28571"/>
                </a:lnTo>
                <a:lnTo>
                  <a:pt x="2094165" y="29971"/>
                </a:lnTo>
                <a:lnTo>
                  <a:pt x="2093766" y="31498"/>
                </a:lnTo>
                <a:lnTo>
                  <a:pt x="2093414" y="33151"/>
                </a:lnTo>
                <a:lnTo>
                  <a:pt x="2093110" y="34929"/>
                </a:lnTo>
                <a:lnTo>
                  <a:pt x="2092852" y="36833"/>
                </a:lnTo>
                <a:lnTo>
                  <a:pt x="2092641" y="38863"/>
                </a:lnTo>
                <a:lnTo>
                  <a:pt x="2092477" y="41018"/>
                </a:lnTo>
                <a:lnTo>
                  <a:pt x="2092359" y="43300"/>
                </a:lnTo>
                <a:lnTo>
                  <a:pt x="2092289" y="45707"/>
                </a:lnTo>
                <a:lnTo>
                  <a:pt x="2092266" y="48240"/>
                </a:lnTo>
                <a:lnTo>
                  <a:pt x="2092266" y="54539"/>
                </a:lnTo>
                <a:lnTo>
                  <a:pt x="2131109" y="54539"/>
                </a:lnTo>
                <a:lnTo>
                  <a:pt x="2131109" y="68218"/>
                </a:lnTo>
                <a:lnTo>
                  <a:pt x="2092266" y="68218"/>
                </a:lnTo>
                <a:lnTo>
                  <a:pt x="2092266" y="144327"/>
                </a:lnTo>
                <a:lnTo>
                  <a:pt x="2075957" y="144327"/>
                </a:lnTo>
                <a:close/>
                <a:moveTo>
                  <a:pt x="2159633" y="141792"/>
                </a:moveTo>
                <a:lnTo>
                  <a:pt x="2159633" y="124628"/>
                </a:lnTo>
                <a:lnTo>
                  <a:pt x="2162942" y="126234"/>
                </a:lnTo>
                <a:lnTo>
                  <a:pt x="2166177" y="127700"/>
                </a:lnTo>
                <a:lnTo>
                  <a:pt x="2169338" y="129027"/>
                </a:lnTo>
                <a:lnTo>
                  <a:pt x="2172425" y="130214"/>
                </a:lnTo>
                <a:lnTo>
                  <a:pt x="2175437" y="131261"/>
                </a:lnTo>
                <a:lnTo>
                  <a:pt x="2178375" y="132169"/>
                </a:lnTo>
                <a:lnTo>
                  <a:pt x="2181239" y="132936"/>
                </a:lnTo>
                <a:lnTo>
                  <a:pt x="2184028" y="133565"/>
                </a:lnTo>
                <a:lnTo>
                  <a:pt x="2186743" y="134054"/>
                </a:lnTo>
                <a:lnTo>
                  <a:pt x="2189384" y="134403"/>
                </a:lnTo>
                <a:lnTo>
                  <a:pt x="2191951" y="134612"/>
                </a:lnTo>
                <a:lnTo>
                  <a:pt x="2194443" y="134682"/>
                </a:lnTo>
                <a:lnTo>
                  <a:pt x="2196661" y="134625"/>
                </a:lnTo>
                <a:lnTo>
                  <a:pt x="2198814" y="134455"/>
                </a:lnTo>
                <a:lnTo>
                  <a:pt x="2200901" y="134171"/>
                </a:lnTo>
                <a:lnTo>
                  <a:pt x="2202924" y="133774"/>
                </a:lnTo>
                <a:lnTo>
                  <a:pt x="2204881" y="133263"/>
                </a:lnTo>
                <a:lnTo>
                  <a:pt x="2206773" y="132638"/>
                </a:lnTo>
                <a:lnTo>
                  <a:pt x="2208600" y="131901"/>
                </a:lnTo>
                <a:lnTo>
                  <a:pt x="2210362" y="131049"/>
                </a:lnTo>
                <a:lnTo>
                  <a:pt x="2212059" y="130084"/>
                </a:lnTo>
                <a:lnTo>
                  <a:pt x="2213691" y="129006"/>
                </a:lnTo>
                <a:lnTo>
                  <a:pt x="2215257" y="127814"/>
                </a:lnTo>
                <a:lnTo>
                  <a:pt x="2216758" y="126508"/>
                </a:lnTo>
                <a:lnTo>
                  <a:pt x="2218166" y="125113"/>
                </a:lnTo>
                <a:lnTo>
                  <a:pt x="2219451" y="123654"/>
                </a:lnTo>
                <a:lnTo>
                  <a:pt x="2220614" y="122129"/>
                </a:lnTo>
                <a:lnTo>
                  <a:pt x="2221654" y="120539"/>
                </a:lnTo>
                <a:lnTo>
                  <a:pt x="2222572" y="118885"/>
                </a:lnTo>
                <a:lnTo>
                  <a:pt x="2223367" y="117165"/>
                </a:lnTo>
                <a:lnTo>
                  <a:pt x="2224041" y="115380"/>
                </a:lnTo>
                <a:lnTo>
                  <a:pt x="2224591" y="113531"/>
                </a:lnTo>
                <a:lnTo>
                  <a:pt x="2225020" y="111616"/>
                </a:lnTo>
                <a:lnTo>
                  <a:pt x="2225326" y="109637"/>
                </a:lnTo>
                <a:lnTo>
                  <a:pt x="2225509" y="107593"/>
                </a:lnTo>
                <a:lnTo>
                  <a:pt x="2225571" y="105483"/>
                </a:lnTo>
                <a:lnTo>
                  <a:pt x="2225503" y="103360"/>
                </a:lnTo>
                <a:lnTo>
                  <a:pt x="2225301" y="101304"/>
                </a:lnTo>
                <a:lnTo>
                  <a:pt x="2224965" y="99314"/>
                </a:lnTo>
                <a:lnTo>
                  <a:pt x="2224494" y="97392"/>
                </a:lnTo>
                <a:lnTo>
                  <a:pt x="2223888" y="95536"/>
                </a:lnTo>
                <a:lnTo>
                  <a:pt x="2223148" y="93747"/>
                </a:lnTo>
                <a:lnTo>
                  <a:pt x="2222274" y="92024"/>
                </a:lnTo>
                <a:lnTo>
                  <a:pt x="2221264" y="90369"/>
                </a:lnTo>
                <a:lnTo>
                  <a:pt x="2220120" y="88780"/>
                </a:lnTo>
                <a:lnTo>
                  <a:pt x="2218842" y="87258"/>
                </a:lnTo>
                <a:lnTo>
                  <a:pt x="2217429" y="85803"/>
                </a:lnTo>
                <a:lnTo>
                  <a:pt x="2215881" y="84415"/>
                </a:lnTo>
                <a:lnTo>
                  <a:pt x="2214173" y="83116"/>
                </a:lnTo>
                <a:lnTo>
                  <a:pt x="2212276" y="81930"/>
                </a:lnTo>
                <a:lnTo>
                  <a:pt x="2210190" y="80858"/>
                </a:lnTo>
                <a:lnTo>
                  <a:pt x="2207917" y="79898"/>
                </a:lnTo>
                <a:lnTo>
                  <a:pt x="2205455" y="79051"/>
                </a:lnTo>
                <a:lnTo>
                  <a:pt x="2202806" y="78317"/>
                </a:lnTo>
                <a:lnTo>
                  <a:pt x="2199968" y="77696"/>
                </a:lnTo>
                <a:lnTo>
                  <a:pt x="2196942" y="77188"/>
                </a:lnTo>
                <a:lnTo>
                  <a:pt x="2193728" y="76793"/>
                </a:lnTo>
                <a:lnTo>
                  <a:pt x="2190325" y="76510"/>
                </a:lnTo>
                <a:lnTo>
                  <a:pt x="2186735" y="76341"/>
                </a:lnTo>
                <a:lnTo>
                  <a:pt x="2182956" y="76285"/>
                </a:lnTo>
                <a:lnTo>
                  <a:pt x="2173925" y="76285"/>
                </a:lnTo>
                <a:lnTo>
                  <a:pt x="2173925" y="62606"/>
                </a:lnTo>
                <a:lnTo>
                  <a:pt x="2186464" y="62606"/>
                </a:lnTo>
                <a:lnTo>
                  <a:pt x="2189248" y="62553"/>
                </a:lnTo>
                <a:lnTo>
                  <a:pt x="2191900" y="62394"/>
                </a:lnTo>
                <a:lnTo>
                  <a:pt x="2194421" y="62128"/>
                </a:lnTo>
                <a:lnTo>
                  <a:pt x="2196810" y="61757"/>
                </a:lnTo>
                <a:lnTo>
                  <a:pt x="2199068" y="61279"/>
                </a:lnTo>
                <a:lnTo>
                  <a:pt x="2201195" y="60695"/>
                </a:lnTo>
                <a:lnTo>
                  <a:pt x="2203189" y="60006"/>
                </a:lnTo>
                <a:lnTo>
                  <a:pt x="2205053" y="59210"/>
                </a:lnTo>
                <a:lnTo>
                  <a:pt x="2206784" y="58307"/>
                </a:lnTo>
                <a:lnTo>
                  <a:pt x="2208385" y="57299"/>
                </a:lnTo>
                <a:lnTo>
                  <a:pt x="2209853" y="56184"/>
                </a:lnTo>
                <a:lnTo>
                  <a:pt x="2211190" y="54964"/>
                </a:lnTo>
                <a:lnTo>
                  <a:pt x="2212409" y="53678"/>
                </a:lnTo>
                <a:lnTo>
                  <a:pt x="2213521" y="52369"/>
                </a:lnTo>
                <a:lnTo>
                  <a:pt x="2214528" y="51036"/>
                </a:lnTo>
                <a:lnTo>
                  <a:pt x="2215428" y="49680"/>
                </a:lnTo>
                <a:lnTo>
                  <a:pt x="2216223" y="48299"/>
                </a:lnTo>
                <a:lnTo>
                  <a:pt x="2216912" y="46896"/>
                </a:lnTo>
                <a:lnTo>
                  <a:pt x="2217495" y="45468"/>
                </a:lnTo>
                <a:lnTo>
                  <a:pt x="2217971" y="44017"/>
                </a:lnTo>
                <a:lnTo>
                  <a:pt x="2218342" y="42542"/>
                </a:lnTo>
                <a:lnTo>
                  <a:pt x="2218607" y="41043"/>
                </a:lnTo>
                <a:lnTo>
                  <a:pt x="2218766" y="39521"/>
                </a:lnTo>
                <a:lnTo>
                  <a:pt x="2218819" y="37975"/>
                </a:lnTo>
                <a:lnTo>
                  <a:pt x="2218776" y="36582"/>
                </a:lnTo>
                <a:lnTo>
                  <a:pt x="2218646" y="35225"/>
                </a:lnTo>
                <a:lnTo>
                  <a:pt x="2218430" y="33906"/>
                </a:lnTo>
                <a:lnTo>
                  <a:pt x="2218127" y="32623"/>
                </a:lnTo>
                <a:lnTo>
                  <a:pt x="2217738" y="31378"/>
                </a:lnTo>
                <a:lnTo>
                  <a:pt x="2217263" y="30169"/>
                </a:lnTo>
                <a:lnTo>
                  <a:pt x="2216700" y="28998"/>
                </a:lnTo>
                <a:lnTo>
                  <a:pt x="2216052" y="27864"/>
                </a:lnTo>
                <a:lnTo>
                  <a:pt x="2215317" y="26766"/>
                </a:lnTo>
                <a:lnTo>
                  <a:pt x="2214496" y="25706"/>
                </a:lnTo>
                <a:lnTo>
                  <a:pt x="2213588" y="24683"/>
                </a:lnTo>
                <a:lnTo>
                  <a:pt x="2212593" y="23696"/>
                </a:lnTo>
                <a:lnTo>
                  <a:pt x="2211510" y="22769"/>
                </a:lnTo>
                <a:lnTo>
                  <a:pt x="2210333" y="21921"/>
                </a:lnTo>
                <a:lnTo>
                  <a:pt x="2209064" y="21155"/>
                </a:lnTo>
                <a:lnTo>
                  <a:pt x="2207703" y="20469"/>
                </a:lnTo>
                <a:lnTo>
                  <a:pt x="2206248" y="19864"/>
                </a:lnTo>
                <a:lnTo>
                  <a:pt x="2204702" y="19340"/>
                </a:lnTo>
                <a:lnTo>
                  <a:pt x="2203063" y="18896"/>
                </a:lnTo>
                <a:lnTo>
                  <a:pt x="2201331" y="18533"/>
                </a:lnTo>
                <a:lnTo>
                  <a:pt x="2199507" y="18251"/>
                </a:lnTo>
                <a:lnTo>
                  <a:pt x="2197590" y="18049"/>
                </a:lnTo>
                <a:lnTo>
                  <a:pt x="2195580" y="17928"/>
                </a:lnTo>
                <a:lnTo>
                  <a:pt x="2193478" y="17887"/>
                </a:lnTo>
                <a:lnTo>
                  <a:pt x="2191052" y="17943"/>
                </a:lnTo>
                <a:lnTo>
                  <a:pt x="2188595" y="18111"/>
                </a:lnTo>
                <a:lnTo>
                  <a:pt x="2186107" y="18390"/>
                </a:lnTo>
                <a:lnTo>
                  <a:pt x="2183590" y="18780"/>
                </a:lnTo>
                <a:lnTo>
                  <a:pt x="2181041" y="19282"/>
                </a:lnTo>
                <a:lnTo>
                  <a:pt x="2178463" y="19896"/>
                </a:lnTo>
                <a:lnTo>
                  <a:pt x="2175853" y="20621"/>
                </a:lnTo>
                <a:lnTo>
                  <a:pt x="2173214" y="21458"/>
                </a:lnTo>
                <a:lnTo>
                  <a:pt x="2170544" y="22407"/>
                </a:lnTo>
                <a:lnTo>
                  <a:pt x="2167843" y="23467"/>
                </a:lnTo>
                <a:lnTo>
                  <a:pt x="2165112" y="24638"/>
                </a:lnTo>
                <a:lnTo>
                  <a:pt x="2162351" y="25921"/>
                </a:lnTo>
                <a:lnTo>
                  <a:pt x="2162351" y="10426"/>
                </a:lnTo>
                <a:lnTo>
                  <a:pt x="2165108" y="9433"/>
                </a:lnTo>
                <a:lnTo>
                  <a:pt x="2167826" y="8526"/>
                </a:lnTo>
                <a:lnTo>
                  <a:pt x="2170505" y="7706"/>
                </a:lnTo>
                <a:lnTo>
                  <a:pt x="2173146" y="6972"/>
                </a:lnTo>
                <a:lnTo>
                  <a:pt x="2175747" y="6324"/>
                </a:lnTo>
                <a:lnTo>
                  <a:pt x="2178309" y="5763"/>
                </a:lnTo>
                <a:lnTo>
                  <a:pt x="2180832" y="5288"/>
                </a:lnTo>
                <a:lnTo>
                  <a:pt x="2183317" y="4900"/>
                </a:lnTo>
                <a:lnTo>
                  <a:pt x="2185762" y="4597"/>
                </a:lnTo>
                <a:lnTo>
                  <a:pt x="2188169" y="4382"/>
                </a:lnTo>
                <a:lnTo>
                  <a:pt x="2190536" y="4252"/>
                </a:lnTo>
                <a:lnTo>
                  <a:pt x="2192865" y="4209"/>
                </a:lnTo>
                <a:lnTo>
                  <a:pt x="2196893" y="4277"/>
                </a:lnTo>
                <a:lnTo>
                  <a:pt x="2200709" y="4480"/>
                </a:lnTo>
                <a:lnTo>
                  <a:pt x="2204310" y="4819"/>
                </a:lnTo>
                <a:lnTo>
                  <a:pt x="2207698" y="5294"/>
                </a:lnTo>
                <a:lnTo>
                  <a:pt x="2210872" y="5905"/>
                </a:lnTo>
                <a:lnTo>
                  <a:pt x="2213832" y="6651"/>
                </a:lnTo>
                <a:lnTo>
                  <a:pt x="2216578" y="7533"/>
                </a:lnTo>
                <a:lnTo>
                  <a:pt x="2219111" y="8550"/>
                </a:lnTo>
                <a:lnTo>
                  <a:pt x="2221430" y="9704"/>
                </a:lnTo>
                <a:lnTo>
                  <a:pt x="2223536" y="10992"/>
                </a:lnTo>
                <a:lnTo>
                  <a:pt x="2225427" y="12417"/>
                </a:lnTo>
                <a:lnTo>
                  <a:pt x="2227105" y="13977"/>
                </a:lnTo>
                <a:lnTo>
                  <a:pt x="2228611" y="15625"/>
                </a:lnTo>
                <a:lnTo>
                  <a:pt x="2229985" y="17310"/>
                </a:lnTo>
                <a:lnTo>
                  <a:pt x="2231229" y="19034"/>
                </a:lnTo>
                <a:lnTo>
                  <a:pt x="2232342" y="20796"/>
                </a:lnTo>
                <a:lnTo>
                  <a:pt x="2233324" y="22597"/>
                </a:lnTo>
                <a:lnTo>
                  <a:pt x="2234174" y="24436"/>
                </a:lnTo>
                <a:lnTo>
                  <a:pt x="2234895" y="26313"/>
                </a:lnTo>
                <a:lnTo>
                  <a:pt x="2235484" y="28228"/>
                </a:lnTo>
                <a:lnTo>
                  <a:pt x="2235942" y="30182"/>
                </a:lnTo>
                <a:lnTo>
                  <a:pt x="2236269" y="32174"/>
                </a:lnTo>
                <a:lnTo>
                  <a:pt x="2236466" y="34205"/>
                </a:lnTo>
                <a:lnTo>
                  <a:pt x="2236531" y="36274"/>
                </a:lnTo>
                <a:lnTo>
                  <a:pt x="2236496" y="37814"/>
                </a:lnTo>
                <a:lnTo>
                  <a:pt x="2236392" y="39338"/>
                </a:lnTo>
                <a:lnTo>
                  <a:pt x="2236219" y="40847"/>
                </a:lnTo>
                <a:lnTo>
                  <a:pt x="2235976" y="42340"/>
                </a:lnTo>
                <a:lnTo>
                  <a:pt x="2235663" y="43816"/>
                </a:lnTo>
                <a:lnTo>
                  <a:pt x="2235281" y="45278"/>
                </a:lnTo>
                <a:lnTo>
                  <a:pt x="2234830" y="46723"/>
                </a:lnTo>
                <a:lnTo>
                  <a:pt x="2234310" y="48152"/>
                </a:lnTo>
                <a:lnTo>
                  <a:pt x="2233720" y="49566"/>
                </a:lnTo>
                <a:lnTo>
                  <a:pt x="2233060" y="50964"/>
                </a:lnTo>
                <a:lnTo>
                  <a:pt x="2232331" y="52346"/>
                </a:lnTo>
                <a:lnTo>
                  <a:pt x="2231533" y="53712"/>
                </a:lnTo>
                <a:lnTo>
                  <a:pt x="2230642" y="55057"/>
                </a:lnTo>
                <a:lnTo>
                  <a:pt x="2229633" y="56378"/>
                </a:lnTo>
                <a:lnTo>
                  <a:pt x="2228508" y="57675"/>
                </a:lnTo>
                <a:lnTo>
                  <a:pt x="2227266" y="58948"/>
                </a:lnTo>
                <a:lnTo>
                  <a:pt x="2225907" y="60196"/>
                </a:lnTo>
                <a:lnTo>
                  <a:pt x="2224431" y="61420"/>
                </a:lnTo>
                <a:lnTo>
                  <a:pt x="2222838" y="62620"/>
                </a:lnTo>
                <a:lnTo>
                  <a:pt x="2221128" y="63795"/>
                </a:lnTo>
                <a:lnTo>
                  <a:pt x="2219301" y="64946"/>
                </a:lnTo>
                <a:lnTo>
                  <a:pt x="2217358" y="66073"/>
                </a:lnTo>
                <a:lnTo>
                  <a:pt x="2215297" y="67175"/>
                </a:lnTo>
                <a:lnTo>
                  <a:pt x="2213119" y="68253"/>
                </a:lnTo>
                <a:lnTo>
                  <a:pt x="2215052" y="68848"/>
                </a:lnTo>
                <a:lnTo>
                  <a:pt x="2216904" y="69466"/>
                </a:lnTo>
                <a:lnTo>
                  <a:pt x="2218676" y="70105"/>
                </a:lnTo>
                <a:lnTo>
                  <a:pt x="2220368" y="70765"/>
                </a:lnTo>
                <a:lnTo>
                  <a:pt x="2221979" y="71448"/>
                </a:lnTo>
                <a:lnTo>
                  <a:pt x="2223510" y="72153"/>
                </a:lnTo>
                <a:lnTo>
                  <a:pt x="2224960" y="72880"/>
                </a:lnTo>
                <a:lnTo>
                  <a:pt x="2226330" y="73629"/>
                </a:lnTo>
                <a:lnTo>
                  <a:pt x="2227620" y="74400"/>
                </a:lnTo>
                <a:lnTo>
                  <a:pt x="2228829" y="75192"/>
                </a:lnTo>
                <a:lnTo>
                  <a:pt x="2229958" y="76007"/>
                </a:lnTo>
                <a:lnTo>
                  <a:pt x="2231007" y="76844"/>
                </a:lnTo>
                <a:lnTo>
                  <a:pt x="2231995" y="77704"/>
                </a:lnTo>
                <a:lnTo>
                  <a:pt x="2232942" y="78589"/>
                </a:lnTo>
                <a:lnTo>
                  <a:pt x="2233848" y="79500"/>
                </a:lnTo>
                <a:lnTo>
                  <a:pt x="2234714" y="80437"/>
                </a:lnTo>
                <a:lnTo>
                  <a:pt x="2235539" y="81399"/>
                </a:lnTo>
                <a:lnTo>
                  <a:pt x="2236323" y="82387"/>
                </a:lnTo>
                <a:lnTo>
                  <a:pt x="2237066" y="83400"/>
                </a:lnTo>
                <a:lnTo>
                  <a:pt x="2237768" y="84439"/>
                </a:lnTo>
                <a:lnTo>
                  <a:pt x="2238430" y="85504"/>
                </a:lnTo>
                <a:lnTo>
                  <a:pt x="2239051" y="86594"/>
                </a:lnTo>
                <a:lnTo>
                  <a:pt x="2239631" y="87710"/>
                </a:lnTo>
                <a:lnTo>
                  <a:pt x="2240170" y="88851"/>
                </a:lnTo>
                <a:lnTo>
                  <a:pt x="2240667" y="90016"/>
                </a:lnTo>
                <a:lnTo>
                  <a:pt x="2241121" y="91205"/>
                </a:lnTo>
                <a:lnTo>
                  <a:pt x="2241532" y="92417"/>
                </a:lnTo>
                <a:lnTo>
                  <a:pt x="2241899" y="93652"/>
                </a:lnTo>
                <a:lnTo>
                  <a:pt x="2242223" y="94910"/>
                </a:lnTo>
                <a:lnTo>
                  <a:pt x="2242504" y="96191"/>
                </a:lnTo>
                <a:lnTo>
                  <a:pt x="2242742" y="97495"/>
                </a:lnTo>
                <a:lnTo>
                  <a:pt x="2242937" y="98822"/>
                </a:lnTo>
                <a:lnTo>
                  <a:pt x="2243088" y="100173"/>
                </a:lnTo>
                <a:lnTo>
                  <a:pt x="2243196" y="101546"/>
                </a:lnTo>
                <a:lnTo>
                  <a:pt x="2243261" y="102943"/>
                </a:lnTo>
                <a:lnTo>
                  <a:pt x="2243283" y="104363"/>
                </a:lnTo>
                <a:lnTo>
                  <a:pt x="2243184" y="107501"/>
                </a:lnTo>
                <a:lnTo>
                  <a:pt x="2242889" y="110546"/>
                </a:lnTo>
                <a:lnTo>
                  <a:pt x="2242398" y="113500"/>
                </a:lnTo>
                <a:lnTo>
                  <a:pt x="2241709" y="116360"/>
                </a:lnTo>
                <a:lnTo>
                  <a:pt x="2240824" y="119128"/>
                </a:lnTo>
                <a:lnTo>
                  <a:pt x="2239742" y="121804"/>
                </a:lnTo>
                <a:lnTo>
                  <a:pt x="2238464" y="124387"/>
                </a:lnTo>
                <a:lnTo>
                  <a:pt x="2236989" y="126878"/>
                </a:lnTo>
                <a:lnTo>
                  <a:pt x="2235317" y="129276"/>
                </a:lnTo>
                <a:lnTo>
                  <a:pt x="2233449" y="131581"/>
                </a:lnTo>
                <a:lnTo>
                  <a:pt x="2231384" y="133794"/>
                </a:lnTo>
                <a:lnTo>
                  <a:pt x="2229122" y="135915"/>
                </a:lnTo>
                <a:lnTo>
                  <a:pt x="2226704" y="137903"/>
                </a:lnTo>
                <a:lnTo>
                  <a:pt x="2224171" y="139718"/>
                </a:lnTo>
                <a:lnTo>
                  <a:pt x="2221523" y="141360"/>
                </a:lnTo>
                <a:lnTo>
                  <a:pt x="2218760" y="142829"/>
                </a:lnTo>
                <a:lnTo>
                  <a:pt x="2215882" y="144126"/>
                </a:lnTo>
                <a:lnTo>
                  <a:pt x="2212889" y="145249"/>
                </a:lnTo>
                <a:lnTo>
                  <a:pt x="2209781" y="146200"/>
                </a:lnTo>
                <a:lnTo>
                  <a:pt x="2206558" y="146978"/>
                </a:lnTo>
                <a:lnTo>
                  <a:pt x="2203219" y="147583"/>
                </a:lnTo>
                <a:lnTo>
                  <a:pt x="2199766" y="148015"/>
                </a:lnTo>
                <a:lnTo>
                  <a:pt x="2196197" y="148274"/>
                </a:lnTo>
                <a:lnTo>
                  <a:pt x="2192514" y="148361"/>
                </a:lnTo>
                <a:lnTo>
                  <a:pt x="2191424" y="148354"/>
                </a:lnTo>
                <a:lnTo>
                  <a:pt x="2190318" y="148334"/>
                </a:lnTo>
                <a:lnTo>
                  <a:pt x="2189196" y="148300"/>
                </a:lnTo>
                <a:lnTo>
                  <a:pt x="2188057" y="148253"/>
                </a:lnTo>
                <a:lnTo>
                  <a:pt x="2186901" y="148193"/>
                </a:lnTo>
                <a:lnTo>
                  <a:pt x="2185729" y="148119"/>
                </a:lnTo>
                <a:lnTo>
                  <a:pt x="2184541" y="148032"/>
                </a:lnTo>
                <a:lnTo>
                  <a:pt x="2183336" y="147932"/>
                </a:lnTo>
                <a:lnTo>
                  <a:pt x="2182115" y="147818"/>
                </a:lnTo>
                <a:lnTo>
                  <a:pt x="2180878" y="147691"/>
                </a:lnTo>
                <a:lnTo>
                  <a:pt x="2179623" y="147550"/>
                </a:lnTo>
                <a:lnTo>
                  <a:pt x="2178353" y="147396"/>
                </a:lnTo>
                <a:lnTo>
                  <a:pt x="2177051" y="147210"/>
                </a:lnTo>
                <a:lnTo>
                  <a:pt x="2175702" y="146973"/>
                </a:lnTo>
                <a:lnTo>
                  <a:pt x="2174306" y="146685"/>
                </a:lnTo>
                <a:lnTo>
                  <a:pt x="2172863" y="146346"/>
                </a:lnTo>
                <a:lnTo>
                  <a:pt x="2171373" y="145956"/>
                </a:lnTo>
                <a:lnTo>
                  <a:pt x="2169837" y="145514"/>
                </a:lnTo>
                <a:lnTo>
                  <a:pt x="2168253" y="145022"/>
                </a:lnTo>
                <a:lnTo>
                  <a:pt x="2166623" y="144478"/>
                </a:lnTo>
                <a:lnTo>
                  <a:pt x="2164946" y="143883"/>
                </a:lnTo>
                <a:lnTo>
                  <a:pt x="2163221" y="143237"/>
                </a:lnTo>
                <a:lnTo>
                  <a:pt x="2161450" y="142541"/>
                </a:lnTo>
                <a:lnTo>
                  <a:pt x="2159633" y="141792"/>
                </a:lnTo>
                <a:close/>
                <a:moveTo>
                  <a:pt x="2349668" y="144327"/>
                </a:moveTo>
                <a:lnTo>
                  <a:pt x="2267334" y="144327"/>
                </a:lnTo>
                <a:lnTo>
                  <a:pt x="2267334" y="129322"/>
                </a:lnTo>
                <a:lnTo>
                  <a:pt x="2267350" y="128351"/>
                </a:lnTo>
                <a:lnTo>
                  <a:pt x="2267399" y="127369"/>
                </a:lnTo>
                <a:lnTo>
                  <a:pt x="2267481" y="126375"/>
                </a:lnTo>
                <a:lnTo>
                  <a:pt x="2267597" y="125370"/>
                </a:lnTo>
                <a:lnTo>
                  <a:pt x="2267745" y="124353"/>
                </a:lnTo>
                <a:lnTo>
                  <a:pt x="2267925" y="123324"/>
                </a:lnTo>
                <a:lnTo>
                  <a:pt x="2268139" y="122284"/>
                </a:lnTo>
                <a:lnTo>
                  <a:pt x="2268386" y="121232"/>
                </a:lnTo>
                <a:lnTo>
                  <a:pt x="2268665" y="120169"/>
                </a:lnTo>
                <a:lnTo>
                  <a:pt x="2268978" y="119094"/>
                </a:lnTo>
                <a:lnTo>
                  <a:pt x="2269323" y="118008"/>
                </a:lnTo>
                <a:lnTo>
                  <a:pt x="2269701" y="116910"/>
                </a:lnTo>
                <a:lnTo>
                  <a:pt x="2270125" y="115794"/>
                </a:lnTo>
                <a:lnTo>
                  <a:pt x="2270609" y="114656"/>
                </a:lnTo>
                <a:lnTo>
                  <a:pt x="2271153" y="113495"/>
                </a:lnTo>
                <a:lnTo>
                  <a:pt x="2271757" y="112312"/>
                </a:lnTo>
                <a:lnTo>
                  <a:pt x="2272420" y="111107"/>
                </a:lnTo>
                <a:lnTo>
                  <a:pt x="2273143" y="109878"/>
                </a:lnTo>
                <a:lnTo>
                  <a:pt x="2273925" y="108628"/>
                </a:lnTo>
                <a:lnTo>
                  <a:pt x="2274767" y="107354"/>
                </a:lnTo>
                <a:lnTo>
                  <a:pt x="2275669" y="106059"/>
                </a:lnTo>
                <a:lnTo>
                  <a:pt x="2276630" y="104740"/>
                </a:lnTo>
                <a:lnTo>
                  <a:pt x="2277652" y="103400"/>
                </a:lnTo>
                <a:lnTo>
                  <a:pt x="2278732" y="102036"/>
                </a:lnTo>
                <a:lnTo>
                  <a:pt x="2279849" y="100666"/>
                </a:lnTo>
                <a:lnTo>
                  <a:pt x="2280976" y="99304"/>
                </a:lnTo>
                <a:lnTo>
                  <a:pt x="2282114" y="97952"/>
                </a:lnTo>
                <a:lnTo>
                  <a:pt x="2283263" y="96608"/>
                </a:lnTo>
                <a:lnTo>
                  <a:pt x="2284423" y="95273"/>
                </a:lnTo>
                <a:lnTo>
                  <a:pt x="2285594" y="93946"/>
                </a:lnTo>
                <a:lnTo>
                  <a:pt x="2286776" y="92628"/>
                </a:lnTo>
                <a:lnTo>
                  <a:pt x="2287968" y="91319"/>
                </a:lnTo>
                <a:lnTo>
                  <a:pt x="2289172" y="90019"/>
                </a:lnTo>
                <a:lnTo>
                  <a:pt x="2290387" y="88728"/>
                </a:lnTo>
                <a:lnTo>
                  <a:pt x="2291613" y="87445"/>
                </a:lnTo>
                <a:lnTo>
                  <a:pt x="2292849" y="86171"/>
                </a:lnTo>
                <a:lnTo>
                  <a:pt x="2302144" y="76718"/>
                </a:lnTo>
                <a:lnTo>
                  <a:pt x="2302658" y="76183"/>
                </a:lnTo>
                <a:lnTo>
                  <a:pt x="2303264" y="75543"/>
                </a:lnTo>
                <a:lnTo>
                  <a:pt x="2303963" y="74797"/>
                </a:lnTo>
                <a:lnTo>
                  <a:pt x="2304755" y="73946"/>
                </a:lnTo>
                <a:lnTo>
                  <a:pt x="2305639" y="72988"/>
                </a:lnTo>
                <a:lnTo>
                  <a:pt x="2306616" y="71925"/>
                </a:lnTo>
                <a:lnTo>
                  <a:pt x="2307685" y="70756"/>
                </a:lnTo>
                <a:lnTo>
                  <a:pt x="2308847" y="69481"/>
                </a:lnTo>
                <a:lnTo>
                  <a:pt x="2310101" y="68101"/>
                </a:lnTo>
                <a:lnTo>
                  <a:pt x="2311448" y="66614"/>
                </a:lnTo>
                <a:lnTo>
                  <a:pt x="2312888" y="65022"/>
                </a:lnTo>
                <a:lnTo>
                  <a:pt x="2314420" y="63324"/>
                </a:lnTo>
                <a:lnTo>
                  <a:pt x="2315953" y="61607"/>
                </a:lnTo>
                <a:lnTo>
                  <a:pt x="2317397" y="59958"/>
                </a:lnTo>
                <a:lnTo>
                  <a:pt x="2318752" y="58378"/>
                </a:lnTo>
                <a:lnTo>
                  <a:pt x="2320017" y="56865"/>
                </a:lnTo>
                <a:lnTo>
                  <a:pt x="2321192" y="55420"/>
                </a:lnTo>
                <a:lnTo>
                  <a:pt x="2322278" y="54044"/>
                </a:lnTo>
                <a:lnTo>
                  <a:pt x="2323275" y="52735"/>
                </a:lnTo>
                <a:lnTo>
                  <a:pt x="2324182" y="51495"/>
                </a:lnTo>
                <a:lnTo>
                  <a:pt x="2324999" y="50323"/>
                </a:lnTo>
                <a:lnTo>
                  <a:pt x="2325727" y="49219"/>
                </a:lnTo>
                <a:lnTo>
                  <a:pt x="2326366" y="48183"/>
                </a:lnTo>
                <a:lnTo>
                  <a:pt x="2326914" y="47215"/>
                </a:lnTo>
                <a:lnTo>
                  <a:pt x="2327398" y="46282"/>
                </a:lnTo>
                <a:lnTo>
                  <a:pt x="2327839" y="45352"/>
                </a:lnTo>
                <a:lnTo>
                  <a:pt x="2328238" y="44424"/>
                </a:lnTo>
                <a:lnTo>
                  <a:pt x="2328595" y="43499"/>
                </a:lnTo>
                <a:lnTo>
                  <a:pt x="2328910" y="42576"/>
                </a:lnTo>
                <a:lnTo>
                  <a:pt x="2329183" y="41656"/>
                </a:lnTo>
                <a:lnTo>
                  <a:pt x="2329414" y="40738"/>
                </a:lnTo>
                <a:lnTo>
                  <a:pt x="2329603" y="39823"/>
                </a:lnTo>
                <a:lnTo>
                  <a:pt x="2329750" y="38910"/>
                </a:lnTo>
                <a:lnTo>
                  <a:pt x="2329856" y="37999"/>
                </a:lnTo>
                <a:lnTo>
                  <a:pt x="2329919" y="37091"/>
                </a:lnTo>
                <a:lnTo>
                  <a:pt x="2329940" y="36186"/>
                </a:lnTo>
                <a:lnTo>
                  <a:pt x="2329891" y="34754"/>
                </a:lnTo>
                <a:lnTo>
                  <a:pt x="2329745" y="33378"/>
                </a:lnTo>
                <a:lnTo>
                  <a:pt x="2329501" y="32058"/>
                </a:lnTo>
                <a:lnTo>
                  <a:pt x="2329160" y="30792"/>
                </a:lnTo>
                <a:lnTo>
                  <a:pt x="2328722" y="29582"/>
                </a:lnTo>
                <a:lnTo>
                  <a:pt x="2328186" y="28427"/>
                </a:lnTo>
                <a:lnTo>
                  <a:pt x="2327553" y="27328"/>
                </a:lnTo>
                <a:lnTo>
                  <a:pt x="2326822" y="26284"/>
                </a:lnTo>
                <a:lnTo>
                  <a:pt x="2325994" y="25295"/>
                </a:lnTo>
                <a:lnTo>
                  <a:pt x="2325068" y="24362"/>
                </a:lnTo>
                <a:lnTo>
                  <a:pt x="2324045" y="23483"/>
                </a:lnTo>
                <a:lnTo>
                  <a:pt x="2322925" y="22661"/>
                </a:lnTo>
                <a:lnTo>
                  <a:pt x="2321744" y="21898"/>
                </a:lnTo>
                <a:lnTo>
                  <a:pt x="2320538" y="21202"/>
                </a:lnTo>
                <a:lnTo>
                  <a:pt x="2319308" y="20572"/>
                </a:lnTo>
                <a:lnTo>
                  <a:pt x="2318054" y="20009"/>
                </a:lnTo>
                <a:lnTo>
                  <a:pt x="2316775" y="19512"/>
                </a:lnTo>
                <a:lnTo>
                  <a:pt x="2315472" y="19081"/>
                </a:lnTo>
                <a:lnTo>
                  <a:pt x="2314144" y="18716"/>
                </a:lnTo>
                <a:lnTo>
                  <a:pt x="2312793" y="18418"/>
                </a:lnTo>
                <a:lnTo>
                  <a:pt x="2311416" y="18186"/>
                </a:lnTo>
                <a:lnTo>
                  <a:pt x="2310016" y="18020"/>
                </a:lnTo>
                <a:lnTo>
                  <a:pt x="2308591" y="17921"/>
                </a:lnTo>
                <a:lnTo>
                  <a:pt x="2307142" y="17887"/>
                </a:lnTo>
                <a:lnTo>
                  <a:pt x="2306301" y="17895"/>
                </a:lnTo>
                <a:lnTo>
                  <a:pt x="2305443" y="17919"/>
                </a:lnTo>
                <a:lnTo>
                  <a:pt x="2304569" y="17959"/>
                </a:lnTo>
                <a:lnTo>
                  <a:pt x="2303678" y="18014"/>
                </a:lnTo>
                <a:lnTo>
                  <a:pt x="2302771" y="18085"/>
                </a:lnTo>
                <a:lnTo>
                  <a:pt x="2301848" y="18172"/>
                </a:lnTo>
                <a:lnTo>
                  <a:pt x="2300908" y="18275"/>
                </a:lnTo>
                <a:lnTo>
                  <a:pt x="2299952" y="18394"/>
                </a:lnTo>
                <a:lnTo>
                  <a:pt x="2298979" y="18529"/>
                </a:lnTo>
                <a:lnTo>
                  <a:pt x="2297990" y="18679"/>
                </a:lnTo>
                <a:lnTo>
                  <a:pt x="2296984" y="18845"/>
                </a:lnTo>
                <a:lnTo>
                  <a:pt x="2295962" y="19027"/>
                </a:lnTo>
                <a:lnTo>
                  <a:pt x="2294943" y="19220"/>
                </a:lnTo>
                <a:lnTo>
                  <a:pt x="2293944" y="19417"/>
                </a:lnTo>
                <a:lnTo>
                  <a:pt x="2292967" y="19621"/>
                </a:lnTo>
                <a:lnTo>
                  <a:pt x="2292012" y="19829"/>
                </a:lnTo>
                <a:lnTo>
                  <a:pt x="2291077" y="20043"/>
                </a:lnTo>
                <a:lnTo>
                  <a:pt x="2290164" y="20263"/>
                </a:lnTo>
                <a:lnTo>
                  <a:pt x="2289272" y="20488"/>
                </a:lnTo>
                <a:lnTo>
                  <a:pt x="2288402" y="20719"/>
                </a:lnTo>
                <a:lnTo>
                  <a:pt x="2287553" y="20955"/>
                </a:lnTo>
                <a:lnTo>
                  <a:pt x="2286725" y="21197"/>
                </a:lnTo>
                <a:lnTo>
                  <a:pt x="2285918" y="21444"/>
                </a:lnTo>
                <a:lnTo>
                  <a:pt x="2285133" y="21696"/>
                </a:lnTo>
                <a:lnTo>
                  <a:pt x="2284319" y="21974"/>
                </a:lnTo>
                <a:lnTo>
                  <a:pt x="2283423" y="22296"/>
                </a:lnTo>
                <a:lnTo>
                  <a:pt x="2282448" y="22662"/>
                </a:lnTo>
                <a:lnTo>
                  <a:pt x="2281392" y="23072"/>
                </a:lnTo>
                <a:lnTo>
                  <a:pt x="2280256" y="23527"/>
                </a:lnTo>
                <a:lnTo>
                  <a:pt x="2279039" y="24027"/>
                </a:lnTo>
                <a:lnTo>
                  <a:pt x="2277742" y="24570"/>
                </a:lnTo>
                <a:lnTo>
                  <a:pt x="2276365" y="25158"/>
                </a:lnTo>
                <a:lnTo>
                  <a:pt x="2274907" y="25791"/>
                </a:lnTo>
                <a:lnTo>
                  <a:pt x="2273369" y="26468"/>
                </a:lnTo>
                <a:lnTo>
                  <a:pt x="2271751" y="27189"/>
                </a:lnTo>
                <a:lnTo>
                  <a:pt x="2270052" y="27955"/>
                </a:lnTo>
                <a:lnTo>
                  <a:pt x="2270052" y="13476"/>
                </a:lnTo>
                <a:lnTo>
                  <a:pt x="2271893" y="12616"/>
                </a:lnTo>
                <a:lnTo>
                  <a:pt x="2273736" y="11802"/>
                </a:lnTo>
                <a:lnTo>
                  <a:pt x="2275579" y="11035"/>
                </a:lnTo>
                <a:lnTo>
                  <a:pt x="2277422" y="10313"/>
                </a:lnTo>
                <a:lnTo>
                  <a:pt x="2279266" y="9637"/>
                </a:lnTo>
                <a:lnTo>
                  <a:pt x="2281111" y="9007"/>
                </a:lnTo>
                <a:lnTo>
                  <a:pt x="2282956" y="8424"/>
                </a:lnTo>
                <a:lnTo>
                  <a:pt x="2284802" y="7886"/>
                </a:lnTo>
                <a:lnTo>
                  <a:pt x="2286649" y="7394"/>
                </a:lnTo>
                <a:lnTo>
                  <a:pt x="2288496" y="6949"/>
                </a:lnTo>
                <a:lnTo>
                  <a:pt x="2290343" y="6549"/>
                </a:lnTo>
                <a:lnTo>
                  <a:pt x="2292192" y="6195"/>
                </a:lnTo>
                <a:lnTo>
                  <a:pt x="2294013" y="5878"/>
                </a:lnTo>
                <a:lnTo>
                  <a:pt x="2295781" y="5588"/>
                </a:lnTo>
                <a:lnTo>
                  <a:pt x="2297494" y="5326"/>
                </a:lnTo>
                <a:lnTo>
                  <a:pt x="2299153" y="5092"/>
                </a:lnTo>
                <a:lnTo>
                  <a:pt x="2300758" y="4885"/>
                </a:lnTo>
                <a:lnTo>
                  <a:pt x="2302308" y="4705"/>
                </a:lnTo>
                <a:lnTo>
                  <a:pt x="2303805" y="4554"/>
                </a:lnTo>
                <a:lnTo>
                  <a:pt x="2305247" y="4430"/>
                </a:lnTo>
                <a:lnTo>
                  <a:pt x="2306635" y="4333"/>
                </a:lnTo>
                <a:lnTo>
                  <a:pt x="2307969" y="4264"/>
                </a:lnTo>
                <a:lnTo>
                  <a:pt x="2309248" y="4223"/>
                </a:lnTo>
                <a:lnTo>
                  <a:pt x="2310474" y="4209"/>
                </a:lnTo>
                <a:lnTo>
                  <a:pt x="2312230" y="4233"/>
                </a:lnTo>
                <a:lnTo>
                  <a:pt x="2313963" y="4305"/>
                </a:lnTo>
                <a:lnTo>
                  <a:pt x="2315672" y="4425"/>
                </a:lnTo>
                <a:lnTo>
                  <a:pt x="2317357" y="4594"/>
                </a:lnTo>
                <a:lnTo>
                  <a:pt x="2319018" y="4811"/>
                </a:lnTo>
                <a:lnTo>
                  <a:pt x="2320656" y="5075"/>
                </a:lnTo>
                <a:lnTo>
                  <a:pt x="2322270" y="5388"/>
                </a:lnTo>
                <a:lnTo>
                  <a:pt x="2323860" y="5749"/>
                </a:lnTo>
                <a:lnTo>
                  <a:pt x="2325427" y="6159"/>
                </a:lnTo>
                <a:lnTo>
                  <a:pt x="2326969" y="6616"/>
                </a:lnTo>
                <a:lnTo>
                  <a:pt x="2328488" y="7121"/>
                </a:lnTo>
                <a:lnTo>
                  <a:pt x="2329983" y="7675"/>
                </a:lnTo>
                <a:lnTo>
                  <a:pt x="2331435" y="8279"/>
                </a:lnTo>
                <a:lnTo>
                  <a:pt x="2332823" y="8936"/>
                </a:lnTo>
                <a:lnTo>
                  <a:pt x="2334148" y="9645"/>
                </a:lnTo>
                <a:lnTo>
                  <a:pt x="2335410" y="10408"/>
                </a:lnTo>
                <a:lnTo>
                  <a:pt x="2336608" y="11224"/>
                </a:lnTo>
                <a:lnTo>
                  <a:pt x="2337743" y="12093"/>
                </a:lnTo>
                <a:lnTo>
                  <a:pt x="2338815" y="13015"/>
                </a:lnTo>
                <a:lnTo>
                  <a:pt x="2339823" y="13989"/>
                </a:lnTo>
                <a:lnTo>
                  <a:pt x="2340768" y="15017"/>
                </a:lnTo>
                <a:lnTo>
                  <a:pt x="2341650" y="16098"/>
                </a:lnTo>
                <a:lnTo>
                  <a:pt x="2342469" y="17232"/>
                </a:lnTo>
                <a:lnTo>
                  <a:pt x="2343224" y="18419"/>
                </a:lnTo>
                <a:lnTo>
                  <a:pt x="2343917" y="19639"/>
                </a:lnTo>
                <a:lnTo>
                  <a:pt x="2344550" y="20872"/>
                </a:lnTo>
                <a:lnTo>
                  <a:pt x="2345123" y="22118"/>
                </a:lnTo>
                <a:lnTo>
                  <a:pt x="2345635" y="23378"/>
                </a:lnTo>
                <a:lnTo>
                  <a:pt x="2346087" y="24652"/>
                </a:lnTo>
                <a:lnTo>
                  <a:pt x="2346479" y="25939"/>
                </a:lnTo>
                <a:lnTo>
                  <a:pt x="2346810" y="27239"/>
                </a:lnTo>
                <a:lnTo>
                  <a:pt x="2347082" y="28553"/>
                </a:lnTo>
                <a:lnTo>
                  <a:pt x="2347293" y="29880"/>
                </a:lnTo>
                <a:lnTo>
                  <a:pt x="2347443" y="31220"/>
                </a:lnTo>
                <a:lnTo>
                  <a:pt x="2347534" y="32574"/>
                </a:lnTo>
                <a:lnTo>
                  <a:pt x="2347564" y="33942"/>
                </a:lnTo>
                <a:lnTo>
                  <a:pt x="2347525" y="35480"/>
                </a:lnTo>
                <a:lnTo>
                  <a:pt x="2347409" y="37024"/>
                </a:lnTo>
                <a:lnTo>
                  <a:pt x="2347216" y="38574"/>
                </a:lnTo>
                <a:lnTo>
                  <a:pt x="2346945" y="40130"/>
                </a:lnTo>
                <a:lnTo>
                  <a:pt x="2346597" y="41692"/>
                </a:lnTo>
                <a:lnTo>
                  <a:pt x="2346172" y="43261"/>
                </a:lnTo>
                <a:lnTo>
                  <a:pt x="2345669" y="44835"/>
                </a:lnTo>
                <a:lnTo>
                  <a:pt x="2345089" y="46416"/>
                </a:lnTo>
                <a:lnTo>
                  <a:pt x="2344432" y="48003"/>
                </a:lnTo>
                <a:lnTo>
                  <a:pt x="2343697" y="49595"/>
                </a:lnTo>
                <a:lnTo>
                  <a:pt x="2342885" y="51194"/>
                </a:lnTo>
                <a:lnTo>
                  <a:pt x="2341996" y="52799"/>
                </a:lnTo>
                <a:lnTo>
                  <a:pt x="2341000" y="54445"/>
                </a:lnTo>
                <a:lnTo>
                  <a:pt x="2339866" y="56168"/>
                </a:lnTo>
                <a:lnTo>
                  <a:pt x="2338596" y="57967"/>
                </a:lnTo>
                <a:lnTo>
                  <a:pt x="2337188" y="59842"/>
                </a:lnTo>
                <a:lnTo>
                  <a:pt x="2335644" y="61794"/>
                </a:lnTo>
                <a:lnTo>
                  <a:pt x="2333962" y="63822"/>
                </a:lnTo>
                <a:lnTo>
                  <a:pt x="2332144" y="65926"/>
                </a:lnTo>
                <a:lnTo>
                  <a:pt x="2330188" y="68107"/>
                </a:lnTo>
                <a:lnTo>
                  <a:pt x="2328095" y="70364"/>
                </a:lnTo>
                <a:lnTo>
                  <a:pt x="2325866" y="72698"/>
                </a:lnTo>
                <a:lnTo>
                  <a:pt x="2323499" y="75108"/>
                </a:lnTo>
                <a:lnTo>
                  <a:pt x="2320996" y="77594"/>
                </a:lnTo>
                <a:lnTo>
                  <a:pt x="2311000" y="87486"/>
                </a:lnTo>
                <a:lnTo>
                  <a:pt x="2302582" y="95715"/>
                </a:lnTo>
                <a:lnTo>
                  <a:pt x="2301274" y="97054"/>
                </a:lnTo>
                <a:lnTo>
                  <a:pt x="2300008" y="98385"/>
                </a:lnTo>
                <a:lnTo>
                  <a:pt x="2298785" y="99710"/>
                </a:lnTo>
                <a:lnTo>
                  <a:pt x="2297604" y="101027"/>
                </a:lnTo>
                <a:lnTo>
                  <a:pt x="2296466" y="102337"/>
                </a:lnTo>
                <a:lnTo>
                  <a:pt x="2295370" y="103639"/>
                </a:lnTo>
                <a:lnTo>
                  <a:pt x="2294318" y="104934"/>
                </a:lnTo>
                <a:lnTo>
                  <a:pt x="2293307" y="106222"/>
                </a:lnTo>
                <a:lnTo>
                  <a:pt x="2292340" y="107503"/>
                </a:lnTo>
                <a:lnTo>
                  <a:pt x="2291415" y="108776"/>
                </a:lnTo>
                <a:lnTo>
                  <a:pt x="2290533" y="110042"/>
                </a:lnTo>
                <a:lnTo>
                  <a:pt x="2289693" y="111301"/>
                </a:lnTo>
                <a:lnTo>
                  <a:pt x="2288905" y="112575"/>
                </a:lnTo>
                <a:lnTo>
                  <a:pt x="2288178" y="113890"/>
                </a:lnTo>
                <a:lnTo>
                  <a:pt x="2287512" y="115245"/>
                </a:lnTo>
                <a:lnTo>
                  <a:pt x="2286906" y="116640"/>
                </a:lnTo>
                <a:lnTo>
                  <a:pt x="2286362" y="118075"/>
                </a:lnTo>
                <a:lnTo>
                  <a:pt x="2285879" y="119550"/>
                </a:lnTo>
                <a:lnTo>
                  <a:pt x="2285456" y="121066"/>
                </a:lnTo>
                <a:lnTo>
                  <a:pt x="2285094" y="122621"/>
                </a:lnTo>
                <a:lnTo>
                  <a:pt x="2284794" y="124217"/>
                </a:lnTo>
                <a:lnTo>
                  <a:pt x="2284554" y="125853"/>
                </a:lnTo>
                <a:lnTo>
                  <a:pt x="2284375" y="127529"/>
                </a:lnTo>
                <a:lnTo>
                  <a:pt x="2284256" y="129246"/>
                </a:lnTo>
                <a:lnTo>
                  <a:pt x="2349668" y="129246"/>
                </a:lnTo>
                <a:lnTo>
                  <a:pt x="2349668" y="144327"/>
                </a:lnTo>
                <a:close/>
                <a:moveTo>
                  <a:pt x="2463069" y="96715"/>
                </a:moveTo>
                <a:lnTo>
                  <a:pt x="2367844" y="144327"/>
                </a:lnTo>
                <a:lnTo>
                  <a:pt x="2367844" y="129182"/>
                </a:lnTo>
                <a:lnTo>
                  <a:pt x="2432993" y="96877"/>
                </a:lnTo>
                <a:lnTo>
                  <a:pt x="2367844" y="64302"/>
                </a:lnTo>
                <a:lnTo>
                  <a:pt x="2367844" y="49103"/>
                </a:lnTo>
                <a:lnTo>
                  <a:pt x="2463069" y="96715"/>
                </a:lnTo>
                <a:close/>
                <a:moveTo>
                  <a:pt x="2482736" y="0"/>
                </a:moveTo>
                <a:lnTo>
                  <a:pt x="2486731" y="337"/>
                </a:lnTo>
                <a:lnTo>
                  <a:pt x="2490620" y="822"/>
                </a:lnTo>
                <a:lnTo>
                  <a:pt x="2494404" y="1456"/>
                </a:lnTo>
                <a:lnTo>
                  <a:pt x="2498081" y="2237"/>
                </a:lnTo>
                <a:lnTo>
                  <a:pt x="2501652" y="3166"/>
                </a:lnTo>
                <a:lnTo>
                  <a:pt x="2505117" y="4244"/>
                </a:lnTo>
                <a:lnTo>
                  <a:pt x="2508477" y="5469"/>
                </a:lnTo>
                <a:lnTo>
                  <a:pt x="2511730" y="6843"/>
                </a:lnTo>
                <a:lnTo>
                  <a:pt x="2514878" y="8365"/>
                </a:lnTo>
                <a:lnTo>
                  <a:pt x="2517919" y="10035"/>
                </a:lnTo>
                <a:lnTo>
                  <a:pt x="2520855" y="11852"/>
                </a:lnTo>
                <a:lnTo>
                  <a:pt x="2523684" y="13818"/>
                </a:lnTo>
                <a:lnTo>
                  <a:pt x="2526414" y="15917"/>
                </a:lnTo>
                <a:lnTo>
                  <a:pt x="2529051" y="18135"/>
                </a:lnTo>
                <a:lnTo>
                  <a:pt x="2531595" y="20472"/>
                </a:lnTo>
                <a:lnTo>
                  <a:pt x="2534046" y="22927"/>
                </a:lnTo>
                <a:lnTo>
                  <a:pt x="2536403" y="25501"/>
                </a:lnTo>
                <a:lnTo>
                  <a:pt x="2538667" y="28194"/>
                </a:lnTo>
                <a:lnTo>
                  <a:pt x="2540838" y="31006"/>
                </a:lnTo>
                <a:lnTo>
                  <a:pt x="2542916" y="33937"/>
                </a:lnTo>
                <a:lnTo>
                  <a:pt x="2544901" y="36986"/>
                </a:lnTo>
                <a:lnTo>
                  <a:pt x="2546793" y="40155"/>
                </a:lnTo>
                <a:lnTo>
                  <a:pt x="2548591" y="43442"/>
                </a:lnTo>
                <a:lnTo>
                  <a:pt x="2550296" y="46848"/>
                </a:lnTo>
                <a:lnTo>
                  <a:pt x="2551886" y="50313"/>
                </a:lnTo>
                <a:lnTo>
                  <a:pt x="2553337" y="53780"/>
                </a:lnTo>
                <a:lnTo>
                  <a:pt x="2554650" y="57248"/>
                </a:lnTo>
                <a:lnTo>
                  <a:pt x="2555825" y="60717"/>
                </a:lnTo>
                <a:lnTo>
                  <a:pt x="2556862" y="64188"/>
                </a:lnTo>
                <a:lnTo>
                  <a:pt x="2557760" y="67659"/>
                </a:lnTo>
                <a:lnTo>
                  <a:pt x="2558521" y="71133"/>
                </a:lnTo>
                <a:lnTo>
                  <a:pt x="2559143" y="74607"/>
                </a:lnTo>
                <a:lnTo>
                  <a:pt x="2559626" y="78082"/>
                </a:lnTo>
                <a:lnTo>
                  <a:pt x="2559972" y="81559"/>
                </a:lnTo>
                <a:lnTo>
                  <a:pt x="2560179" y="85037"/>
                </a:lnTo>
                <a:lnTo>
                  <a:pt x="2560248" y="88517"/>
                </a:lnTo>
                <a:lnTo>
                  <a:pt x="2560179" y="91996"/>
                </a:lnTo>
                <a:lnTo>
                  <a:pt x="2559972" y="95474"/>
                </a:lnTo>
                <a:lnTo>
                  <a:pt x="2559626" y="98951"/>
                </a:lnTo>
                <a:lnTo>
                  <a:pt x="2559143" y="102427"/>
                </a:lnTo>
                <a:lnTo>
                  <a:pt x="2558521" y="105901"/>
                </a:lnTo>
                <a:lnTo>
                  <a:pt x="2557760" y="109374"/>
                </a:lnTo>
                <a:lnTo>
                  <a:pt x="2556862" y="112846"/>
                </a:lnTo>
                <a:lnTo>
                  <a:pt x="2555825" y="116317"/>
                </a:lnTo>
                <a:lnTo>
                  <a:pt x="2554650" y="119787"/>
                </a:lnTo>
                <a:lnTo>
                  <a:pt x="2553337" y="123255"/>
                </a:lnTo>
                <a:lnTo>
                  <a:pt x="2551886" y="126722"/>
                </a:lnTo>
                <a:lnTo>
                  <a:pt x="2550296" y="130188"/>
                </a:lnTo>
                <a:lnTo>
                  <a:pt x="2548591" y="133594"/>
                </a:lnTo>
                <a:lnTo>
                  <a:pt x="2546793" y="136880"/>
                </a:lnTo>
                <a:lnTo>
                  <a:pt x="2544901" y="140048"/>
                </a:lnTo>
                <a:lnTo>
                  <a:pt x="2542916" y="143097"/>
                </a:lnTo>
                <a:lnTo>
                  <a:pt x="2540838" y="146028"/>
                </a:lnTo>
                <a:lnTo>
                  <a:pt x="2538667" y="148839"/>
                </a:lnTo>
                <a:lnTo>
                  <a:pt x="2536403" y="151532"/>
                </a:lnTo>
                <a:lnTo>
                  <a:pt x="2534046" y="154106"/>
                </a:lnTo>
                <a:lnTo>
                  <a:pt x="2531595" y="156561"/>
                </a:lnTo>
                <a:lnTo>
                  <a:pt x="2529051" y="158898"/>
                </a:lnTo>
                <a:lnTo>
                  <a:pt x="2526414" y="161116"/>
                </a:lnTo>
                <a:lnTo>
                  <a:pt x="2523684" y="163215"/>
                </a:lnTo>
                <a:lnTo>
                  <a:pt x="2520855" y="165180"/>
                </a:lnTo>
                <a:lnTo>
                  <a:pt x="2517919" y="166996"/>
                </a:lnTo>
                <a:lnTo>
                  <a:pt x="2514878" y="168663"/>
                </a:lnTo>
                <a:lnTo>
                  <a:pt x="2511730" y="170180"/>
                </a:lnTo>
                <a:lnTo>
                  <a:pt x="2508477" y="171548"/>
                </a:lnTo>
                <a:lnTo>
                  <a:pt x="2505117" y="172767"/>
                </a:lnTo>
                <a:lnTo>
                  <a:pt x="2501652" y="173837"/>
                </a:lnTo>
                <a:lnTo>
                  <a:pt x="2498081" y="174757"/>
                </a:lnTo>
                <a:lnTo>
                  <a:pt x="2494404" y="175528"/>
                </a:lnTo>
                <a:lnTo>
                  <a:pt x="2490620" y="176150"/>
                </a:lnTo>
                <a:lnTo>
                  <a:pt x="2486731" y="176622"/>
                </a:lnTo>
                <a:lnTo>
                  <a:pt x="2482736" y="176945"/>
                </a:lnTo>
                <a:lnTo>
                  <a:pt x="2482736" y="163267"/>
                </a:lnTo>
                <a:lnTo>
                  <a:pt x="2485755" y="162913"/>
                </a:lnTo>
                <a:lnTo>
                  <a:pt x="2488702" y="162436"/>
                </a:lnTo>
                <a:lnTo>
                  <a:pt x="2491578" y="161836"/>
                </a:lnTo>
                <a:lnTo>
                  <a:pt x="2494383" y="161114"/>
                </a:lnTo>
                <a:lnTo>
                  <a:pt x="2497117" y="160268"/>
                </a:lnTo>
                <a:lnTo>
                  <a:pt x="2499780" y="159299"/>
                </a:lnTo>
                <a:lnTo>
                  <a:pt x="2502371" y="158207"/>
                </a:lnTo>
                <a:lnTo>
                  <a:pt x="2504891" y="156992"/>
                </a:lnTo>
                <a:lnTo>
                  <a:pt x="2507340" y="155655"/>
                </a:lnTo>
                <a:lnTo>
                  <a:pt x="2509717" y="154194"/>
                </a:lnTo>
                <a:lnTo>
                  <a:pt x="2512023" y="152610"/>
                </a:lnTo>
                <a:lnTo>
                  <a:pt x="2514258" y="150903"/>
                </a:lnTo>
                <a:lnTo>
                  <a:pt x="2516419" y="149094"/>
                </a:lnTo>
                <a:lnTo>
                  <a:pt x="2518501" y="147204"/>
                </a:lnTo>
                <a:lnTo>
                  <a:pt x="2520506" y="145231"/>
                </a:lnTo>
                <a:lnTo>
                  <a:pt x="2522432" y="143177"/>
                </a:lnTo>
                <a:lnTo>
                  <a:pt x="2524281" y="141042"/>
                </a:lnTo>
                <a:lnTo>
                  <a:pt x="2526052" y="138825"/>
                </a:lnTo>
                <a:lnTo>
                  <a:pt x="2527745" y="136526"/>
                </a:lnTo>
                <a:lnTo>
                  <a:pt x="2529359" y="134146"/>
                </a:lnTo>
                <a:lnTo>
                  <a:pt x="2530896" y="131684"/>
                </a:lnTo>
                <a:lnTo>
                  <a:pt x="2532355" y="129141"/>
                </a:lnTo>
                <a:lnTo>
                  <a:pt x="2533736" y="126516"/>
                </a:lnTo>
                <a:lnTo>
                  <a:pt x="2535039" y="123809"/>
                </a:lnTo>
                <a:lnTo>
                  <a:pt x="2536251" y="121045"/>
                </a:lnTo>
                <a:lnTo>
                  <a:pt x="2537357" y="118249"/>
                </a:lnTo>
                <a:lnTo>
                  <a:pt x="2538358" y="115419"/>
                </a:lnTo>
                <a:lnTo>
                  <a:pt x="2539253" y="112556"/>
                </a:lnTo>
                <a:lnTo>
                  <a:pt x="2540043" y="109661"/>
                </a:lnTo>
                <a:lnTo>
                  <a:pt x="2540728" y="106733"/>
                </a:lnTo>
                <a:lnTo>
                  <a:pt x="2541307" y="103772"/>
                </a:lnTo>
                <a:lnTo>
                  <a:pt x="2541781" y="100778"/>
                </a:lnTo>
                <a:lnTo>
                  <a:pt x="2542150" y="97751"/>
                </a:lnTo>
                <a:lnTo>
                  <a:pt x="2542413" y="94691"/>
                </a:lnTo>
                <a:lnTo>
                  <a:pt x="2542571" y="91598"/>
                </a:lnTo>
                <a:lnTo>
                  <a:pt x="2542624" y="88473"/>
                </a:lnTo>
                <a:lnTo>
                  <a:pt x="2542571" y="85347"/>
                </a:lnTo>
                <a:lnTo>
                  <a:pt x="2542413" y="82254"/>
                </a:lnTo>
                <a:lnTo>
                  <a:pt x="2542150" y="79195"/>
                </a:lnTo>
                <a:lnTo>
                  <a:pt x="2541781" y="76168"/>
                </a:lnTo>
                <a:lnTo>
                  <a:pt x="2541307" y="73174"/>
                </a:lnTo>
                <a:lnTo>
                  <a:pt x="2540728" y="70213"/>
                </a:lnTo>
                <a:lnTo>
                  <a:pt x="2540043" y="67284"/>
                </a:lnTo>
                <a:lnTo>
                  <a:pt x="2539253" y="64389"/>
                </a:lnTo>
                <a:lnTo>
                  <a:pt x="2538358" y="61526"/>
                </a:lnTo>
                <a:lnTo>
                  <a:pt x="2537357" y="58697"/>
                </a:lnTo>
                <a:lnTo>
                  <a:pt x="2536251" y="55900"/>
                </a:lnTo>
                <a:lnTo>
                  <a:pt x="2535039" y="53136"/>
                </a:lnTo>
                <a:lnTo>
                  <a:pt x="2533736" y="50429"/>
                </a:lnTo>
                <a:lnTo>
                  <a:pt x="2532355" y="47803"/>
                </a:lnTo>
                <a:lnTo>
                  <a:pt x="2530896" y="45258"/>
                </a:lnTo>
                <a:lnTo>
                  <a:pt x="2529359" y="42794"/>
                </a:lnTo>
                <a:lnTo>
                  <a:pt x="2527745" y="40411"/>
                </a:lnTo>
                <a:lnTo>
                  <a:pt x="2526052" y="38109"/>
                </a:lnTo>
                <a:lnTo>
                  <a:pt x="2524281" y="35888"/>
                </a:lnTo>
                <a:lnTo>
                  <a:pt x="2522432" y="33748"/>
                </a:lnTo>
                <a:lnTo>
                  <a:pt x="2520506" y="31689"/>
                </a:lnTo>
                <a:lnTo>
                  <a:pt x="2518501" y="29711"/>
                </a:lnTo>
                <a:lnTo>
                  <a:pt x="2516419" y="27814"/>
                </a:lnTo>
                <a:lnTo>
                  <a:pt x="2514258" y="25998"/>
                </a:lnTo>
                <a:lnTo>
                  <a:pt x="2512023" y="24285"/>
                </a:lnTo>
                <a:lnTo>
                  <a:pt x="2509717" y="22697"/>
                </a:lnTo>
                <a:lnTo>
                  <a:pt x="2507340" y="21233"/>
                </a:lnTo>
                <a:lnTo>
                  <a:pt x="2504891" y="19894"/>
                </a:lnTo>
                <a:lnTo>
                  <a:pt x="2502371" y="18681"/>
                </a:lnTo>
                <a:lnTo>
                  <a:pt x="2499780" y="17592"/>
                </a:lnTo>
                <a:lnTo>
                  <a:pt x="2497117" y="16627"/>
                </a:lnTo>
                <a:lnTo>
                  <a:pt x="2494383" y="15788"/>
                </a:lnTo>
                <a:lnTo>
                  <a:pt x="2491578" y="15073"/>
                </a:lnTo>
                <a:lnTo>
                  <a:pt x="2488702" y="14484"/>
                </a:lnTo>
                <a:lnTo>
                  <a:pt x="2485755" y="14019"/>
                </a:lnTo>
                <a:lnTo>
                  <a:pt x="2482736" y="13679"/>
                </a:lnTo>
                <a:lnTo>
                  <a:pt x="2482736" y="0"/>
                </a:lnTo>
                <a:close/>
                <a:moveTo>
                  <a:pt x="2703608" y="95926"/>
                </a:moveTo>
                <a:lnTo>
                  <a:pt x="2703608" y="82247"/>
                </a:lnTo>
                <a:lnTo>
                  <a:pt x="2771650" y="82247"/>
                </a:lnTo>
                <a:lnTo>
                  <a:pt x="2771650" y="95926"/>
                </a:lnTo>
                <a:lnTo>
                  <a:pt x="2703608" y="95926"/>
                </a:lnTo>
                <a:close/>
                <a:moveTo>
                  <a:pt x="2892509" y="96715"/>
                </a:moveTo>
                <a:lnTo>
                  <a:pt x="2797284" y="144327"/>
                </a:lnTo>
                <a:lnTo>
                  <a:pt x="2797284" y="129182"/>
                </a:lnTo>
                <a:lnTo>
                  <a:pt x="2862433" y="96877"/>
                </a:lnTo>
                <a:lnTo>
                  <a:pt x="2797284" y="64302"/>
                </a:lnTo>
                <a:lnTo>
                  <a:pt x="2797284" y="49103"/>
                </a:lnTo>
                <a:lnTo>
                  <a:pt x="2892509" y="96715"/>
                </a:lnTo>
                <a:close/>
                <a:moveTo>
                  <a:pt x="3101247" y="140250"/>
                </a:moveTo>
                <a:lnTo>
                  <a:pt x="3099377" y="141032"/>
                </a:lnTo>
                <a:lnTo>
                  <a:pt x="3097594" y="141759"/>
                </a:lnTo>
                <a:lnTo>
                  <a:pt x="3095899" y="142432"/>
                </a:lnTo>
                <a:lnTo>
                  <a:pt x="3094291" y="143050"/>
                </a:lnTo>
                <a:lnTo>
                  <a:pt x="3092771" y="143614"/>
                </a:lnTo>
                <a:lnTo>
                  <a:pt x="3091339" y="144123"/>
                </a:lnTo>
                <a:lnTo>
                  <a:pt x="3089995" y="144577"/>
                </a:lnTo>
                <a:lnTo>
                  <a:pt x="3088738" y="144977"/>
                </a:lnTo>
                <a:lnTo>
                  <a:pt x="3087569" y="145323"/>
                </a:lnTo>
                <a:lnTo>
                  <a:pt x="3086487" y="145614"/>
                </a:lnTo>
                <a:lnTo>
                  <a:pt x="3085494" y="145850"/>
                </a:lnTo>
                <a:lnTo>
                  <a:pt x="3084588" y="146031"/>
                </a:lnTo>
                <a:lnTo>
                  <a:pt x="3083728" y="146179"/>
                </a:lnTo>
                <a:lnTo>
                  <a:pt x="3082873" y="146314"/>
                </a:lnTo>
                <a:lnTo>
                  <a:pt x="3082023" y="146437"/>
                </a:lnTo>
                <a:lnTo>
                  <a:pt x="3081178" y="146546"/>
                </a:lnTo>
                <a:lnTo>
                  <a:pt x="3080337" y="146642"/>
                </a:lnTo>
                <a:lnTo>
                  <a:pt x="3079502" y="146726"/>
                </a:lnTo>
                <a:lnTo>
                  <a:pt x="3078671" y="146797"/>
                </a:lnTo>
                <a:lnTo>
                  <a:pt x="3077846" y="146855"/>
                </a:lnTo>
                <a:lnTo>
                  <a:pt x="3077025" y="146900"/>
                </a:lnTo>
                <a:lnTo>
                  <a:pt x="3076209" y="146932"/>
                </a:lnTo>
                <a:lnTo>
                  <a:pt x="3075398" y="146951"/>
                </a:lnTo>
                <a:lnTo>
                  <a:pt x="3074592" y="146958"/>
                </a:lnTo>
                <a:lnTo>
                  <a:pt x="3072894" y="146930"/>
                </a:lnTo>
                <a:lnTo>
                  <a:pt x="3071221" y="146848"/>
                </a:lnTo>
                <a:lnTo>
                  <a:pt x="3069572" y="146711"/>
                </a:lnTo>
                <a:lnTo>
                  <a:pt x="3067947" y="146519"/>
                </a:lnTo>
                <a:lnTo>
                  <a:pt x="3066347" y="146273"/>
                </a:lnTo>
                <a:lnTo>
                  <a:pt x="3064771" y="145971"/>
                </a:lnTo>
                <a:lnTo>
                  <a:pt x="3063220" y="145615"/>
                </a:lnTo>
                <a:lnTo>
                  <a:pt x="3061692" y="145204"/>
                </a:lnTo>
                <a:lnTo>
                  <a:pt x="3060190" y="144738"/>
                </a:lnTo>
                <a:lnTo>
                  <a:pt x="3058711" y="144217"/>
                </a:lnTo>
                <a:lnTo>
                  <a:pt x="3057257" y="143642"/>
                </a:lnTo>
                <a:lnTo>
                  <a:pt x="3055827" y="143012"/>
                </a:lnTo>
                <a:lnTo>
                  <a:pt x="3054439" y="142328"/>
                </a:lnTo>
                <a:lnTo>
                  <a:pt x="3053108" y="141592"/>
                </a:lnTo>
                <a:lnTo>
                  <a:pt x="3051835" y="140803"/>
                </a:lnTo>
                <a:lnTo>
                  <a:pt x="3050620" y="139962"/>
                </a:lnTo>
                <a:lnTo>
                  <a:pt x="3049463" y="139069"/>
                </a:lnTo>
                <a:lnTo>
                  <a:pt x="3048363" y="138123"/>
                </a:lnTo>
                <a:lnTo>
                  <a:pt x="3047322" y="137125"/>
                </a:lnTo>
                <a:lnTo>
                  <a:pt x="3046338" y="136075"/>
                </a:lnTo>
                <a:lnTo>
                  <a:pt x="3045412" y="134972"/>
                </a:lnTo>
                <a:lnTo>
                  <a:pt x="3044544" y="133817"/>
                </a:lnTo>
                <a:lnTo>
                  <a:pt x="3043734" y="132610"/>
                </a:lnTo>
                <a:lnTo>
                  <a:pt x="3042982" y="131350"/>
                </a:lnTo>
                <a:lnTo>
                  <a:pt x="3042288" y="130005"/>
                </a:lnTo>
                <a:lnTo>
                  <a:pt x="3041655" y="128544"/>
                </a:lnTo>
                <a:lnTo>
                  <a:pt x="3041083" y="126966"/>
                </a:lnTo>
                <a:lnTo>
                  <a:pt x="3040570" y="125271"/>
                </a:lnTo>
                <a:lnTo>
                  <a:pt x="3040118" y="123458"/>
                </a:lnTo>
                <a:lnTo>
                  <a:pt x="3039726" y="121529"/>
                </a:lnTo>
                <a:lnTo>
                  <a:pt x="3039395" y="119483"/>
                </a:lnTo>
                <a:lnTo>
                  <a:pt x="3039124" y="117321"/>
                </a:lnTo>
                <a:lnTo>
                  <a:pt x="3038913" y="115041"/>
                </a:lnTo>
                <a:lnTo>
                  <a:pt x="3038762" y="112644"/>
                </a:lnTo>
                <a:lnTo>
                  <a:pt x="3038672" y="110130"/>
                </a:lnTo>
                <a:lnTo>
                  <a:pt x="3038641" y="107500"/>
                </a:lnTo>
                <a:lnTo>
                  <a:pt x="3038641" y="68042"/>
                </a:lnTo>
                <a:lnTo>
                  <a:pt x="3014178" y="68042"/>
                </a:lnTo>
                <a:lnTo>
                  <a:pt x="3014178" y="54364"/>
                </a:lnTo>
                <a:lnTo>
                  <a:pt x="3038641" y="54364"/>
                </a:lnTo>
                <a:lnTo>
                  <a:pt x="3038641" y="14906"/>
                </a:lnTo>
                <a:lnTo>
                  <a:pt x="3054950" y="14906"/>
                </a:lnTo>
                <a:lnTo>
                  <a:pt x="3054950" y="54364"/>
                </a:lnTo>
                <a:lnTo>
                  <a:pt x="3098529" y="54364"/>
                </a:lnTo>
                <a:lnTo>
                  <a:pt x="3098529" y="68042"/>
                </a:lnTo>
                <a:lnTo>
                  <a:pt x="3054950" y="68042"/>
                </a:lnTo>
                <a:lnTo>
                  <a:pt x="3054950" y="107185"/>
                </a:lnTo>
                <a:lnTo>
                  <a:pt x="3054970" y="109107"/>
                </a:lnTo>
                <a:lnTo>
                  <a:pt x="3055028" y="110932"/>
                </a:lnTo>
                <a:lnTo>
                  <a:pt x="3055126" y="112660"/>
                </a:lnTo>
                <a:lnTo>
                  <a:pt x="3055262" y="114292"/>
                </a:lnTo>
                <a:lnTo>
                  <a:pt x="3055438" y="115827"/>
                </a:lnTo>
                <a:lnTo>
                  <a:pt x="3055652" y="117266"/>
                </a:lnTo>
                <a:lnTo>
                  <a:pt x="3055905" y="118608"/>
                </a:lnTo>
                <a:lnTo>
                  <a:pt x="3056198" y="119853"/>
                </a:lnTo>
                <a:lnTo>
                  <a:pt x="3056529" y="121001"/>
                </a:lnTo>
                <a:lnTo>
                  <a:pt x="3056899" y="122053"/>
                </a:lnTo>
                <a:lnTo>
                  <a:pt x="3057308" y="123008"/>
                </a:lnTo>
                <a:lnTo>
                  <a:pt x="3057756" y="123867"/>
                </a:lnTo>
                <a:lnTo>
                  <a:pt x="3058237" y="124658"/>
                </a:lnTo>
                <a:lnTo>
                  <a:pt x="3058744" y="125414"/>
                </a:lnTo>
                <a:lnTo>
                  <a:pt x="3059277" y="126134"/>
                </a:lnTo>
                <a:lnTo>
                  <a:pt x="3059836" y="126819"/>
                </a:lnTo>
                <a:lnTo>
                  <a:pt x="3060422" y="127467"/>
                </a:lnTo>
                <a:lnTo>
                  <a:pt x="3061034" y="128080"/>
                </a:lnTo>
                <a:lnTo>
                  <a:pt x="3061671" y="128656"/>
                </a:lnTo>
                <a:lnTo>
                  <a:pt x="3062335" y="129197"/>
                </a:lnTo>
                <a:lnTo>
                  <a:pt x="3063026" y="129702"/>
                </a:lnTo>
                <a:lnTo>
                  <a:pt x="3063742" y="130171"/>
                </a:lnTo>
                <a:lnTo>
                  <a:pt x="3064485" y="130604"/>
                </a:lnTo>
                <a:lnTo>
                  <a:pt x="3065253" y="131002"/>
                </a:lnTo>
                <a:lnTo>
                  <a:pt x="3066047" y="131366"/>
                </a:lnTo>
                <a:lnTo>
                  <a:pt x="3066864" y="131698"/>
                </a:lnTo>
                <a:lnTo>
                  <a:pt x="3067706" y="131998"/>
                </a:lnTo>
                <a:lnTo>
                  <a:pt x="3068571" y="132267"/>
                </a:lnTo>
                <a:lnTo>
                  <a:pt x="3069459" y="132504"/>
                </a:lnTo>
                <a:lnTo>
                  <a:pt x="3070372" y="132710"/>
                </a:lnTo>
                <a:lnTo>
                  <a:pt x="3071308" y="132884"/>
                </a:lnTo>
                <a:lnTo>
                  <a:pt x="3072268" y="133026"/>
                </a:lnTo>
                <a:lnTo>
                  <a:pt x="3073252" y="133137"/>
                </a:lnTo>
                <a:lnTo>
                  <a:pt x="3074259" y="133216"/>
                </a:lnTo>
                <a:lnTo>
                  <a:pt x="3075290" y="133263"/>
                </a:lnTo>
                <a:lnTo>
                  <a:pt x="3076345" y="133279"/>
                </a:lnTo>
                <a:lnTo>
                  <a:pt x="3078327" y="133227"/>
                </a:lnTo>
                <a:lnTo>
                  <a:pt x="3080325" y="133072"/>
                </a:lnTo>
                <a:lnTo>
                  <a:pt x="3082341" y="132814"/>
                </a:lnTo>
                <a:lnTo>
                  <a:pt x="3084373" y="132452"/>
                </a:lnTo>
                <a:lnTo>
                  <a:pt x="3086423" y="131987"/>
                </a:lnTo>
                <a:lnTo>
                  <a:pt x="3088489" y="131418"/>
                </a:lnTo>
                <a:lnTo>
                  <a:pt x="3090573" y="130747"/>
                </a:lnTo>
                <a:lnTo>
                  <a:pt x="3092674" y="129971"/>
                </a:lnTo>
                <a:lnTo>
                  <a:pt x="3094792" y="129093"/>
                </a:lnTo>
                <a:lnTo>
                  <a:pt x="3096927" y="128111"/>
                </a:lnTo>
                <a:lnTo>
                  <a:pt x="3099078" y="127025"/>
                </a:lnTo>
                <a:lnTo>
                  <a:pt x="3101247" y="125837"/>
                </a:lnTo>
                <a:lnTo>
                  <a:pt x="3101247" y="140250"/>
                </a:lnTo>
                <a:close/>
                <a:moveTo>
                  <a:pt x="3208159" y="137663"/>
                </a:moveTo>
                <a:lnTo>
                  <a:pt x="3204915" y="139148"/>
                </a:lnTo>
                <a:lnTo>
                  <a:pt x="3201700" y="140503"/>
                </a:lnTo>
                <a:lnTo>
                  <a:pt x="3198514" y="141729"/>
                </a:lnTo>
                <a:lnTo>
                  <a:pt x="3195357" y="142827"/>
                </a:lnTo>
                <a:lnTo>
                  <a:pt x="3192230" y="143795"/>
                </a:lnTo>
                <a:lnTo>
                  <a:pt x="3189132" y="144634"/>
                </a:lnTo>
                <a:lnTo>
                  <a:pt x="3186063" y="145344"/>
                </a:lnTo>
                <a:lnTo>
                  <a:pt x="3183023" y="145925"/>
                </a:lnTo>
                <a:lnTo>
                  <a:pt x="3180013" y="146377"/>
                </a:lnTo>
                <a:lnTo>
                  <a:pt x="3177032" y="146699"/>
                </a:lnTo>
                <a:lnTo>
                  <a:pt x="3174080" y="146893"/>
                </a:lnTo>
                <a:lnTo>
                  <a:pt x="3171157" y="146958"/>
                </a:lnTo>
                <a:lnTo>
                  <a:pt x="3168970" y="146912"/>
                </a:lnTo>
                <a:lnTo>
                  <a:pt x="3166821" y="146775"/>
                </a:lnTo>
                <a:lnTo>
                  <a:pt x="3164712" y="146547"/>
                </a:lnTo>
                <a:lnTo>
                  <a:pt x="3162642" y="146228"/>
                </a:lnTo>
                <a:lnTo>
                  <a:pt x="3160610" y="145818"/>
                </a:lnTo>
                <a:lnTo>
                  <a:pt x="3158618" y="145316"/>
                </a:lnTo>
                <a:lnTo>
                  <a:pt x="3156665" y="144724"/>
                </a:lnTo>
                <a:lnTo>
                  <a:pt x="3154750" y="144040"/>
                </a:lnTo>
                <a:lnTo>
                  <a:pt x="3152875" y="143265"/>
                </a:lnTo>
                <a:lnTo>
                  <a:pt x="3151038" y="142398"/>
                </a:lnTo>
                <a:lnTo>
                  <a:pt x="3149241" y="141441"/>
                </a:lnTo>
                <a:lnTo>
                  <a:pt x="3147482" y="140392"/>
                </a:lnTo>
                <a:lnTo>
                  <a:pt x="3145772" y="139259"/>
                </a:lnTo>
                <a:lnTo>
                  <a:pt x="3144120" y="138047"/>
                </a:lnTo>
                <a:lnTo>
                  <a:pt x="3142525" y="136757"/>
                </a:lnTo>
                <a:lnTo>
                  <a:pt x="3140989" y="135388"/>
                </a:lnTo>
                <a:lnTo>
                  <a:pt x="3139510" y="133941"/>
                </a:lnTo>
                <a:lnTo>
                  <a:pt x="3138089" y="132416"/>
                </a:lnTo>
                <a:lnTo>
                  <a:pt x="3136726" y="130812"/>
                </a:lnTo>
                <a:lnTo>
                  <a:pt x="3135421" y="129130"/>
                </a:lnTo>
                <a:lnTo>
                  <a:pt x="3134174" y="127369"/>
                </a:lnTo>
                <a:lnTo>
                  <a:pt x="3132984" y="125530"/>
                </a:lnTo>
                <a:lnTo>
                  <a:pt x="3131852" y="123613"/>
                </a:lnTo>
                <a:lnTo>
                  <a:pt x="3130779" y="121617"/>
                </a:lnTo>
                <a:lnTo>
                  <a:pt x="3129777" y="119570"/>
                </a:lnTo>
                <a:lnTo>
                  <a:pt x="3128863" y="117499"/>
                </a:lnTo>
                <a:lnTo>
                  <a:pt x="3128036" y="115404"/>
                </a:lnTo>
                <a:lnTo>
                  <a:pt x="3127296" y="113286"/>
                </a:lnTo>
                <a:lnTo>
                  <a:pt x="3126643" y="111144"/>
                </a:lnTo>
                <a:lnTo>
                  <a:pt x="3126077" y="108978"/>
                </a:lnTo>
                <a:lnTo>
                  <a:pt x="3125598" y="106789"/>
                </a:lnTo>
                <a:lnTo>
                  <a:pt x="3125206" y="104576"/>
                </a:lnTo>
                <a:lnTo>
                  <a:pt x="3124901" y="102339"/>
                </a:lnTo>
                <a:lnTo>
                  <a:pt x="3124683" y="100079"/>
                </a:lnTo>
                <a:lnTo>
                  <a:pt x="3124553" y="97795"/>
                </a:lnTo>
                <a:lnTo>
                  <a:pt x="3124509" y="95487"/>
                </a:lnTo>
                <a:lnTo>
                  <a:pt x="3124551" y="93262"/>
                </a:lnTo>
                <a:lnTo>
                  <a:pt x="3124675" y="91052"/>
                </a:lnTo>
                <a:lnTo>
                  <a:pt x="3124882" y="88856"/>
                </a:lnTo>
                <a:lnTo>
                  <a:pt x="3125172" y="86675"/>
                </a:lnTo>
                <a:lnTo>
                  <a:pt x="3125544" y="84509"/>
                </a:lnTo>
                <a:lnTo>
                  <a:pt x="3126000" y="82357"/>
                </a:lnTo>
                <a:lnTo>
                  <a:pt x="3126538" y="80219"/>
                </a:lnTo>
                <a:lnTo>
                  <a:pt x="3127159" y="78097"/>
                </a:lnTo>
                <a:lnTo>
                  <a:pt x="3127863" y="75989"/>
                </a:lnTo>
                <a:lnTo>
                  <a:pt x="3128650" y="73895"/>
                </a:lnTo>
                <a:lnTo>
                  <a:pt x="3129519" y="71816"/>
                </a:lnTo>
                <a:lnTo>
                  <a:pt x="3130472" y="69752"/>
                </a:lnTo>
                <a:lnTo>
                  <a:pt x="3131498" y="67733"/>
                </a:lnTo>
                <a:lnTo>
                  <a:pt x="3132591" y="65790"/>
                </a:lnTo>
                <a:lnTo>
                  <a:pt x="3133749" y="63922"/>
                </a:lnTo>
                <a:lnTo>
                  <a:pt x="3134973" y="62131"/>
                </a:lnTo>
                <a:lnTo>
                  <a:pt x="3136262" y="60416"/>
                </a:lnTo>
                <a:lnTo>
                  <a:pt x="3137618" y="58777"/>
                </a:lnTo>
                <a:lnTo>
                  <a:pt x="3139039" y="57214"/>
                </a:lnTo>
                <a:lnTo>
                  <a:pt x="3140526" y="55727"/>
                </a:lnTo>
                <a:lnTo>
                  <a:pt x="3142079" y="54315"/>
                </a:lnTo>
                <a:lnTo>
                  <a:pt x="3143697" y="52980"/>
                </a:lnTo>
                <a:lnTo>
                  <a:pt x="3145382" y="51722"/>
                </a:lnTo>
                <a:lnTo>
                  <a:pt x="3147132" y="50539"/>
                </a:lnTo>
                <a:lnTo>
                  <a:pt x="3148931" y="49441"/>
                </a:lnTo>
                <a:lnTo>
                  <a:pt x="3150766" y="48439"/>
                </a:lnTo>
                <a:lnTo>
                  <a:pt x="3152634" y="47532"/>
                </a:lnTo>
                <a:lnTo>
                  <a:pt x="3154536" y="46721"/>
                </a:lnTo>
                <a:lnTo>
                  <a:pt x="3156472" y="46005"/>
                </a:lnTo>
                <a:lnTo>
                  <a:pt x="3158443" y="45384"/>
                </a:lnTo>
                <a:lnTo>
                  <a:pt x="3160447" y="44859"/>
                </a:lnTo>
                <a:lnTo>
                  <a:pt x="3162486" y="44430"/>
                </a:lnTo>
                <a:lnTo>
                  <a:pt x="3164559" y="44096"/>
                </a:lnTo>
                <a:lnTo>
                  <a:pt x="3166665" y="43857"/>
                </a:lnTo>
                <a:lnTo>
                  <a:pt x="3168806" y="43714"/>
                </a:lnTo>
                <a:lnTo>
                  <a:pt x="3170981" y="43666"/>
                </a:lnTo>
                <a:lnTo>
                  <a:pt x="3173842" y="43753"/>
                </a:lnTo>
                <a:lnTo>
                  <a:pt x="3176607" y="44011"/>
                </a:lnTo>
                <a:lnTo>
                  <a:pt x="3179276" y="44442"/>
                </a:lnTo>
                <a:lnTo>
                  <a:pt x="3181849" y="45046"/>
                </a:lnTo>
                <a:lnTo>
                  <a:pt x="3184327" y="45821"/>
                </a:lnTo>
                <a:lnTo>
                  <a:pt x="3186710" y="46770"/>
                </a:lnTo>
                <a:lnTo>
                  <a:pt x="3188996" y="47890"/>
                </a:lnTo>
                <a:lnTo>
                  <a:pt x="3191188" y="49183"/>
                </a:lnTo>
                <a:lnTo>
                  <a:pt x="3193283" y="50649"/>
                </a:lnTo>
                <a:lnTo>
                  <a:pt x="3195283" y="52286"/>
                </a:lnTo>
                <a:lnTo>
                  <a:pt x="3197188" y="54097"/>
                </a:lnTo>
                <a:lnTo>
                  <a:pt x="3198996" y="56079"/>
                </a:lnTo>
                <a:lnTo>
                  <a:pt x="3200684" y="58241"/>
                </a:lnTo>
                <a:lnTo>
                  <a:pt x="3202225" y="60590"/>
                </a:lnTo>
                <a:lnTo>
                  <a:pt x="3203619" y="63125"/>
                </a:lnTo>
                <a:lnTo>
                  <a:pt x="3204866" y="65848"/>
                </a:lnTo>
                <a:lnTo>
                  <a:pt x="3205967" y="68757"/>
                </a:lnTo>
                <a:lnTo>
                  <a:pt x="3206921" y="71854"/>
                </a:lnTo>
                <a:lnTo>
                  <a:pt x="3207728" y="75137"/>
                </a:lnTo>
                <a:lnTo>
                  <a:pt x="3208388" y="78608"/>
                </a:lnTo>
                <a:lnTo>
                  <a:pt x="3208902" y="82265"/>
                </a:lnTo>
                <a:lnTo>
                  <a:pt x="3209269" y="86109"/>
                </a:lnTo>
                <a:lnTo>
                  <a:pt x="3209489" y="90140"/>
                </a:lnTo>
                <a:lnTo>
                  <a:pt x="3209562" y="94358"/>
                </a:lnTo>
                <a:lnTo>
                  <a:pt x="3209562" y="97855"/>
                </a:lnTo>
                <a:lnTo>
                  <a:pt x="3142046" y="97855"/>
                </a:lnTo>
                <a:lnTo>
                  <a:pt x="3142075" y="99538"/>
                </a:lnTo>
                <a:lnTo>
                  <a:pt x="3142164" y="101197"/>
                </a:lnTo>
                <a:lnTo>
                  <a:pt x="3142312" y="102831"/>
                </a:lnTo>
                <a:lnTo>
                  <a:pt x="3142518" y="104441"/>
                </a:lnTo>
                <a:lnTo>
                  <a:pt x="3142784" y="106026"/>
                </a:lnTo>
                <a:lnTo>
                  <a:pt x="3143109" y="107588"/>
                </a:lnTo>
                <a:lnTo>
                  <a:pt x="3143493" y="109125"/>
                </a:lnTo>
                <a:lnTo>
                  <a:pt x="3143936" y="110637"/>
                </a:lnTo>
                <a:lnTo>
                  <a:pt x="3144438" y="112125"/>
                </a:lnTo>
                <a:lnTo>
                  <a:pt x="3144999" y="113589"/>
                </a:lnTo>
                <a:lnTo>
                  <a:pt x="3145619" y="115029"/>
                </a:lnTo>
                <a:lnTo>
                  <a:pt x="3146299" y="116444"/>
                </a:lnTo>
                <a:lnTo>
                  <a:pt x="3147026" y="117817"/>
                </a:lnTo>
                <a:lnTo>
                  <a:pt x="3147790" y="119133"/>
                </a:lnTo>
                <a:lnTo>
                  <a:pt x="3148592" y="120389"/>
                </a:lnTo>
                <a:lnTo>
                  <a:pt x="3149431" y="121588"/>
                </a:lnTo>
                <a:lnTo>
                  <a:pt x="3150307" y="122728"/>
                </a:lnTo>
                <a:lnTo>
                  <a:pt x="3151220" y="123809"/>
                </a:lnTo>
                <a:lnTo>
                  <a:pt x="3152170" y="124832"/>
                </a:lnTo>
                <a:lnTo>
                  <a:pt x="3153157" y="125797"/>
                </a:lnTo>
                <a:lnTo>
                  <a:pt x="3154182" y="126703"/>
                </a:lnTo>
                <a:lnTo>
                  <a:pt x="3155243" y="127550"/>
                </a:lnTo>
                <a:lnTo>
                  <a:pt x="3156342" y="128339"/>
                </a:lnTo>
                <a:lnTo>
                  <a:pt x="3157478" y="129070"/>
                </a:lnTo>
                <a:lnTo>
                  <a:pt x="3158646" y="129742"/>
                </a:lnTo>
                <a:lnTo>
                  <a:pt x="3159841" y="130356"/>
                </a:lnTo>
                <a:lnTo>
                  <a:pt x="3161062" y="130911"/>
                </a:lnTo>
                <a:lnTo>
                  <a:pt x="3162311" y="131408"/>
                </a:lnTo>
                <a:lnTo>
                  <a:pt x="3163586" y="131847"/>
                </a:lnTo>
                <a:lnTo>
                  <a:pt x="3164887" y="132227"/>
                </a:lnTo>
                <a:lnTo>
                  <a:pt x="3166216" y="132548"/>
                </a:lnTo>
                <a:lnTo>
                  <a:pt x="3167572" y="132811"/>
                </a:lnTo>
                <a:lnTo>
                  <a:pt x="3168954" y="133016"/>
                </a:lnTo>
                <a:lnTo>
                  <a:pt x="3170363" y="133162"/>
                </a:lnTo>
                <a:lnTo>
                  <a:pt x="3171799" y="133250"/>
                </a:lnTo>
                <a:lnTo>
                  <a:pt x="3173261" y="133279"/>
                </a:lnTo>
                <a:lnTo>
                  <a:pt x="3175915" y="133206"/>
                </a:lnTo>
                <a:lnTo>
                  <a:pt x="3178615" y="132987"/>
                </a:lnTo>
                <a:lnTo>
                  <a:pt x="3181361" y="132621"/>
                </a:lnTo>
                <a:lnTo>
                  <a:pt x="3184153" y="132110"/>
                </a:lnTo>
                <a:lnTo>
                  <a:pt x="3186992" y="131452"/>
                </a:lnTo>
                <a:lnTo>
                  <a:pt x="3189877" y="130648"/>
                </a:lnTo>
                <a:lnTo>
                  <a:pt x="3192809" y="129699"/>
                </a:lnTo>
                <a:lnTo>
                  <a:pt x="3195786" y="128602"/>
                </a:lnTo>
                <a:lnTo>
                  <a:pt x="3198810" y="127360"/>
                </a:lnTo>
                <a:lnTo>
                  <a:pt x="3201880" y="125972"/>
                </a:lnTo>
                <a:lnTo>
                  <a:pt x="3204997" y="124438"/>
                </a:lnTo>
                <a:lnTo>
                  <a:pt x="3208159" y="122757"/>
                </a:lnTo>
                <a:lnTo>
                  <a:pt x="3208159" y="137663"/>
                </a:lnTo>
                <a:moveTo>
                  <a:pt x="3143010" y="85579"/>
                </a:moveTo>
                <a:lnTo>
                  <a:pt x="3191850" y="85579"/>
                </a:lnTo>
                <a:lnTo>
                  <a:pt x="3191850" y="83242"/>
                </a:lnTo>
                <a:lnTo>
                  <a:pt x="3191809" y="81298"/>
                </a:lnTo>
                <a:lnTo>
                  <a:pt x="3191687" y="79421"/>
                </a:lnTo>
                <a:lnTo>
                  <a:pt x="3191483" y="77611"/>
                </a:lnTo>
                <a:lnTo>
                  <a:pt x="3191197" y="75869"/>
                </a:lnTo>
                <a:lnTo>
                  <a:pt x="3190830" y="74195"/>
                </a:lnTo>
                <a:lnTo>
                  <a:pt x="3190381" y="72588"/>
                </a:lnTo>
                <a:lnTo>
                  <a:pt x="3189851" y="71048"/>
                </a:lnTo>
                <a:lnTo>
                  <a:pt x="3189239" y="69575"/>
                </a:lnTo>
                <a:lnTo>
                  <a:pt x="3188546" y="68170"/>
                </a:lnTo>
                <a:lnTo>
                  <a:pt x="3187770" y="66833"/>
                </a:lnTo>
                <a:lnTo>
                  <a:pt x="3186914" y="65563"/>
                </a:lnTo>
                <a:lnTo>
                  <a:pt x="3185975" y="64360"/>
                </a:lnTo>
                <a:lnTo>
                  <a:pt x="3184969" y="63239"/>
                </a:lnTo>
                <a:lnTo>
                  <a:pt x="3183907" y="62216"/>
                </a:lnTo>
                <a:lnTo>
                  <a:pt x="3182791" y="61291"/>
                </a:lnTo>
                <a:lnTo>
                  <a:pt x="3181620" y="60463"/>
                </a:lnTo>
                <a:lnTo>
                  <a:pt x="3180395" y="59732"/>
                </a:lnTo>
                <a:lnTo>
                  <a:pt x="3179114" y="59099"/>
                </a:lnTo>
                <a:lnTo>
                  <a:pt x="3177779" y="58563"/>
                </a:lnTo>
                <a:lnTo>
                  <a:pt x="3176389" y="58124"/>
                </a:lnTo>
                <a:lnTo>
                  <a:pt x="3174944" y="57783"/>
                </a:lnTo>
                <a:lnTo>
                  <a:pt x="3173444" y="57540"/>
                </a:lnTo>
                <a:lnTo>
                  <a:pt x="3171889" y="57394"/>
                </a:lnTo>
                <a:lnTo>
                  <a:pt x="3170280" y="57345"/>
                </a:lnTo>
                <a:lnTo>
                  <a:pt x="3168647" y="57395"/>
                </a:lnTo>
                <a:lnTo>
                  <a:pt x="3167052" y="57544"/>
                </a:lnTo>
                <a:lnTo>
                  <a:pt x="3165493" y="57792"/>
                </a:lnTo>
                <a:lnTo>
                  <a:pt x="3163972" y="58139"/>
                </a:lnTo>
                <a:lnTo>
                  <a:pt x="3162487" y="58586"/>
                </a:lnTo>
                <a:lnTo>
                  <a:pt x="3161040" y="59132"/>
                </a:lnTo>
                <a:lnTo>
                  <a:pt x="3159630" y="59777"/>
                </a:lnTo>
                <a:lnTo>
                  <a:pt x="3158258" y="60521"/>
                </a:lnTo>
                <a:lnTo>
                  <a:pt x="3156922" y="61365"/>
                </a:lnTo>
                <a:lnTo>
                  <a:pt x="3155623" y="62308"/>
                </a:lnTo>
                <a:lnTo>
                  <a:pt x="3154362" y="63350"/>
                </a:lnTo>
                <a:lnTo>
                  <a:pt x="3153138" y="64491"/>
                </a:lnTo>
                <a:lnTo>
                  <a:pt x="3151962" y="65729"/>
                </a:lnTo>
                <a:lnTo>
                  <a:pt x="3150847" y="67061"/>
                </a:lnTo>
                <a:lnTo>
                  <a:pt x="3149792" y="68488"/>
                </a:lnTo>
                <a:lnTo>
                  <a:pt x="3148798" y="70009"/>
                </a:lnTo>
                <a:lnTo>
                  <a:pt x="3147863" y="71625"/>
                </a:lnTo>
                <a:lnTo>
                  <a:pt x="3146989" y="73335"/>
                </a:lnTo>
                <a:lnTo>
                  <a:pt x="3146175" y="75139"/>
                </a:lnTo>
                <a:lnTo>
                  <a:pt x="3145422" y="77038"/>
                </a:lnTo>
                <a:lnTo>
                  <a:pt x="3144728" y="79032"/>
                </a:lnTo>
                <a:lnTo>
                  <a:pt x="3144095" y="81120"/>
                </a:lnTo>
                <a:lnTo>
                  <a:pt x="3143523" y="83302"/>
                </a:lnTo>
                <a:lnTo>
                  <a:pt x="3143010" y="85579"/>
                </a:lnTo>
                <a:close/>
                <a:moveTo>
                  <a:pt x="3234052" y="144327"/>
                </a:moveTo>
                <a:lnTo>
                  <a:pt x="3234052" y="46297"/>
                </a:lnTo>
                <a:lnTo>
                  <a:pt x="3250361" y="46297"/>
                </a:lnTo>
                <a:lnTo>
                  <a:pt x="3250361" y="67859"/>
                </a:lnTo>
                <a:lnTo>
                  <a:pt x="3251550" y="66001"/>
                </a:lnTo>
                <a:lnTo>
                  <a:pt x="3252779" y="64213"/>
                </a:lnTo>
                <a:lnTo>
                  <a:pt x="3254049" y="62492"/>
                </a:lnTo>
                <a:lnTo>
                  <a:pt x="3255359" y="60840"/>
                </a:lnTo>
                <a:lnTo>
                  <a:pt x="3256709" y="59257"/>
                </a:lnTo>
                <a:lnTo>
                  <a:pt x="3258099" y="57742"/>
                </a:lnTo>
                <a:lnTo>
                  <a:pt x="3259529" y="56295"/>
                </a:lnTo>
                <a:lnTo>
                  <a:pt x="3261000" y="54917"/>
                </a:lnTo>
                <a:lnTo>
                  <a:pt x="3262510" y="53607"/>
                </a:lnTo>
                <a:lnTo>
                  <a:pt x="3264061" y="52366"/>
                </a:lnTo>
                <a:lnTo>
                  <a:pt x="3265652" y="51193"/>
                </a:lnTo>
                <a:lnTo>
                  <a:pt x="3267284" y="50089"/>
                </a:lnTo>
                <a:lnTo>
                  <a:pt x="3268935" y="49063"/>
                </a:lnTo>
                <a:lnTo>
                  <a:pt x="3270586" y="48127"/>
                </a:lnTo>
                <a:lnTo>
                  <a:pt x="3272238" y="47279"/>
                </a:lnTo>
                <a:lnTo>
                  <a:pt x="3273889" y="46521"/>
                </a:lnTo>
                <a:lnTo>
                  <a:pt x="3275540" y="45852"/>
                </a:lnTo>
                <a:lnTo>
                  <a:pt x="3277192" y="45272"/>
                </a:lnTo>
                <a:lnTo>
                  <a:pt x="3278843" y="44781"/>
                </a:lnTo>
                <a:lnTo>
                  <a:pt x="3280495" y="44380"/>
                </a:lnTo>
                <a:lnTo>
                  <a:pt x="3282146" y="44068"/>
                </a:lnTo>
                <a:lnTo>
                  <a:pt x="3283797" y="43845"/>
                </a:lnTo>
                <a:lnTo>
                  <a:pt x="3285449" y="43711"/>
                </a:lnTo>
                <a:lnTo>
                  <a:pt x="3287100" y="43666"/>
                </a:lnTo>
                <a:lnTo>
                  <a:pt x="3288536" y="43698"/>
                </a:lnTo>
                <a:lnTo>
                  <a:pt x="3289950" y="43794"/>
                </a:lnTo>
                <a:lnTo>
                  <a:pt x="3291342" y="43954"/>
                </a:lnTo>
                <a:lnTo>
                  <a:pt x="3292712" y="44178"/>
                </a:lnTo>
                <a:lnTo>
                  <a:pt x="3294060" y="44466"/>
                </a:lnTo>
                <a:lnTo>
                  <a:pt x="3295386" y="44817"/>
                </a:lnTo>
                <a:lnTo>
                  <a:pt x="3296690" y="45233"/>
                </a:lnTo>
                <a:lnTo>
                  <a:pt x="3297973" y="45712"/>
                </a:lnTo>
                <a:lnTo>
                  <a:pt x="3299233" y="46256"/>
                </a:lnTo>
                <a:lnTo>
                  <a:pt x="3300472" y="46863"/>
                </a:lnTo>
                <a:lnTo>
                  <a:pt x="3301688" y="47535"/>
                </a:lnTo>
                <a:lnTo>
                  <a:pt x="3302883" y="48270"/>
                </a:lnTo>
                <a:lnTo>
                  <a:pt x="3304037" y="49057"/>
                </a:lnTo>
                <a:lnTo>
                  <a:pt x="3305132" y="49883"/>
                </a:lnTo>
                <a:lnTo>
                  <a:pt x="3306168" y="50750"/>
                </a:lnTo>
                <a:lnTo>
                  <a:pt x="3307145" y="51655"/>
                </a:lnTo>
                <a:lnTo>
                  <a:pt x="3308063" y="52601"/>
                </a:lnTo>
                <a:lnTo>
                  <a:pt x="3308922" y="53586"/>
                </a:lnTo>
                <a:lnTo>
                  <a:pt x="3309722" y="54610"/>
                </a:lnTo>
                <a:lnTo>
                  <a:pt x="3310463" y="55674"/>
                </a:lnTo>
                <a:lnTo>
                  <a:pt x="3311145" y="56778"/>
                </a:lnTo>
                <a:lnTo>
                  <a:pt x="3311767" y="57921"/>
                </a:lnTo>
                <a:lnTo>
                  <a:pt x="3312331" y="59104"/>
                </a:lnTo>
                <a:lnTo>
                  <a:pt x="3312835" y="60326"/>
                </a:lnTo>
                <a:lnTo>
                  <a:pt x="3313290" y="61668"/>
                </a:lnTo>
                <a:lnTo>
                  <a:pt x="3313706" y="63210"/>
                </a:lnTo>
                <a:lnTo>
                  <a:pt x="3314082" y="64952"/>
                </a:lnTo>
                <a:lnTo>
                  <a:pt x="3314418" y="66893"/>
                </a:lnTo>
                <a:lnTo>
                  <a:pt x="3314715" y="69034"/>
                </a:lnTo>
                <a:lnTo>
                  <a:pt x="3314972" y="71374"/>
                </a:lnTo>
                <a:lnTo>
                  <a:pt x="3315190" y="73915"/>
                </a:lnTo>
                <a:lnTo>
                  <a:pt x="3315368" y="76655"/>
                </a:lnTo>
                <a:lnTo>
                  <a:pt x="3315507" y="79595"/>
                </a:lnTo>
                <a:lnTo>
                  <a:pt x="3315606" y="82734"/>
                </a:lnTo>
                <a:lnTo>
                  <a:pt x="3315665" y="86074"/>
                </a:lnTo>
                <a:lnTo>
                  <a:pt x="3315685" y="89613"/>
                </a:lnTo>
                <a:lnTo>
                  <a:pt x="3315685" y="144327"/>
                </a:lnTo>
                <a:lnTo>
                  <a:pt x="3299376" y="144327"/>
                </a:lnTo>
                <a:lnTo>
                  <a:pt x="3299376" y="87653"/>
                </a:lnTo>
                <a:lnTo>
                  <a:pt x="3299366" y="85369"/>
                </a:lnTo>
                <a:lnTo>
                  <a:pt x="3299338" y="83219"/>
                </a:lnTo>
                <a:lnTo>
                  <a:pt x="3299291" y="81201"/>
                </a:lnTo>
                <a:lnTo>
                  <a:pt x="3299225" y="79317"/>
                </a:lnTo>
                <a:lnTo>
                  <a:pt x="3299140" y="77566"/>
                </a:lnTo>
                <a:lnTo>
                  <a:pt x="3299036" y="75948"/>
                </a:lnTo>
                <a:lnTo>
                  <a:pt x="3298913" y="74464"/>
                </a:lnTo>
                <a:lnTo>
                  <a:pt x="3298772" y="73113"/>
                </a:lnTo>
                <a:lnTo>
                  <a:pt x="3298611" y="71894"/>
                </a:lnTo>
                <a:lnTo>
                  <a:pt x="3298432" y="70810"/>
                </a:lnTo>
                <a:lnTo>
                  <a:pt x="3298234" y="69858"/>
                </a:lnTo>
                <a:lnTo>
                  <a:pt x="3298017" y="69040"/>
                </a:lnTo>
                <a:lnTo>
                  <a:pt x="3297774" y="68299"/>
                </a:lnTo>
                <a:lnTo>
                  <a:pt x="3297500" y="67581"/>
                </a:lnTo>
                <a:lnTo>
                  <a:pt x="3297195" y="66886"/>
                </a:lnTo>
                <a:lnTo>
                  <a:pt x="3296857" y="66213"/>
                </a:lnTo>
                <a:lnTo>
                  <a:pt x="3296488" y="65562"/>
                </a:lnTo>
                <a:lnTo>
                  <a:pt x="3296088" y="64934"/>
                </a:lnTo>
                <a:lnTo>
                  <a:pt x="3295655" y="64329"/>
                </a:lnTo>
                <a:lnTo>
                  <a:pt x="3295191" y="63746"/>
                </a:lnTo>
                <a:lnTo>
                  <a:pt x="3294696" y="63185"/>
                </a:lnTo>
                <a:lnTo>
                  <a:pt x="3294168" y="62647"/>
                </a:lnTo>
                <a:lnTo>
                  <a:pt x="3293609" y="62132"/>
                </a:lnTo>
                <a:lnTo>
                  <a:pt x="3293019" y="61639"/>
                </a:lnTo>
                <a:lnTo>
                  <a:pt x="3292408" y="61177"/>
                </a:lnTo>
                <a:lnTo>
                  <a:pt x="3291787" y="60755"/>
                </a:lnTo>
                <a:lnTo>
                  <a:pt x="3291158" y="60374"/>
                </a:lnTo>
                <a:lnTo>
                  <a:pt x="3290520" y="60033"/>
                </a:lnTo>
                <a:lnTo>
                  <a:pt x="3289872" y="59732"/>
                </a:lnTo>
                <a:lnTo>
                  <a:pt x="3289215" y="59471"/>
                </a:lnTo>
                <a:lnTo>
                  <a:pt x="3288550" y="59250"/>
                </a:lnTo>
                <a:lnTo>
                  <a:pt x="3287875" y="59069"/>
                </a:lnTo>
                <a:lnTo>
                  <a:pt x="3287190" y="58929"/>
                </a:lnTo>
                <a:lnTo>
                  <a:pt x="3286497" y="58828"/>
                </a:lnTo>
                <a:lnTo>
                  <a:pt x="3285795" y="58768"/>
                </a:lnTo>
                <a:lnTo>
                  <a:pt x="3285083" y="58748"/>
                </a:lnTo>
                <a:lnTo>
                  <a:pt x="3283642" y="58805"/>
                </a:lnTo>
                <a:lnTo>
                  <a:pt x="3282184" y="58974"/>
                </a:lnTo>
                <a:lnTo>
                  <a:pt x="3280707" y="59257"/>
                </a:lnTo>
                <a:lnTo>
                  <a:pt x="3279213" y="59653"/>
                </a:lnTo>
                <a:lnTo>
                  <a:pt x="3277702" y="60162"/>
                </a:lnTo>
                <a:lnTo>
                  <a:pt x="3276173" y="60785"/>
                </a:lnTo>
                <a:lnTo>
                  <a:pt x="3274626" y="61520"/>
                </a:lnTo>
                <a:lnTo>
                  <a:pt x="3273061" y="62369"/>
                </a:lnTo>
                <a:lnTo>
                  <a:pt x="3271479" y="63330"/>
                </a:lnTo>
                <a:lnTo>
                  <a:pt x="3269879" y="64405"/>
                </a:lnTo>
                <a:lnTo>
                  <a:pt x="3268261" y="65593"/>
                </a:lnTo>
                <a:lnTo>
                  <a:pt x="3266626" y="66894"/>
                </a:lnTo>
                <a:lnTo>
                  <a:pt x="3265006" y="68281"/>
                </a:lnTo>
                <a:lnTo>
                  <a:pt x="3263434" y="69724"/>
                </a:lnTo>
                <a:lnTo>
                  <a:pt x="3261910" y="71225"/>
                </a:lnTo>
                <a:lnTo>
                  <a:pt x="3260435" y="72782"/>
                </a:lnTo>
                <a:lnTo>
                  <a:pt x="3259007" y="74397"/>
                </a:lnTo>
                <a:lnTo>
                  <a:pt x="3257627" y="76070"/>
                </a:lnTo>
                <a:lnTo>
                  <a:pt x="3256296" y="77799"/>
                </a:lnTo>
                <a:lnTo>
                  <a:pt x="3255013" y="79585"/>
                </a:lnTo>
                <a:lnTo>
                  <a:pt x="3253778" y="81429"/>
                </a:lnTo>
                <a:lnTo>
                  <a:pt x="3252591" y="83330"/>
                </a:lnTo>
                <a:lnTo>
                  <a:pt x="3251452" y="85288"/>
                </a:lnTo>
                <a:lnTo>
                  <a:pt x="3250361" y="87303"/>
                </a:lnTo>
                <a:lnTo>
                  <a:pt x="3250361" y="144327"/>
                </a:lnTo>
                <a:lnTo>
                  <a:pt x="3234052" y="144327"/>
                </a:lnTo>
                <a:close/>
                <a:moveTo>
                  <a:pt x="3342542" y="139014"/>
                </a:moveTo>
                <a:lnTo>
                  <a:pt x="3342542" y="121705"/>
                </a:lnTo>
                <a:lnTo>
                  <a:pt x="3344187" y="122745"/>
                </a:lnTo>
                <a:lnTo>
                  <a:pt x="3345847" y="123732"/>
                </a:lnTo>
                <a:lnTo>
                  <a:pt x="3347524" y="124667"/>
                </a:lnTo>
                <a:lnTo>
                  <a:pt x="3349216" y="125548"/>
                </a:lnTo>
                <a:lnTo>
                  <a:pt x="3350924" y="126377"/>
                </a:lnTo>
                <a:lnTo>
                  <a:pt x="3352648" y="127152"/>
                </a:lnTo>
                <a:lnTo>
                  <a:pt x="3354387" y="127875"/>
                </a:lnTo>
                <a:lnTo>
                  <a:pt x="3356143" y="128544"/>
                </a:lnTo>
                <a:lnTo>
                  <a:pt x="3357914" y="129161"/>
                </a:lnTo>
                <a:lnTo>
                  <a:pt x="3359701" y="129724"/>
                </a:lnTo>
                <a:lnTo>
                  <a:pt x="3361504" y="130235"/>
                </a:lnTo>
                <a:lnTo>
                  <a:pt x="3363323" y="130692"/>
                </a:lnTo>
                <a:lnTo>
                  <a:pt x="3365127" y="131105"/>
                </a:lnTo>
                <a:lnTo>
                  <a:pt x="3366884" y="131483"/>
                </a:lnTo>
                <a:lnTo>
                  <a:pt x="3368595" y="131824"/>
                </a:lnTo>
                <a:lnTo>
                  <a:pt x="3370260" y="132129"/>
                </a:lnTo>
                <a:lnTo>
                  <a:pt x="3371878" y="132399"/>
                </a:lnTo>
                <a:lnTo>
                  <a:pt x="3373450" y="132632"/>
                </a:lnTo>
                <a:lnTo>
                  <a:pt x="3374976" y="132830"/>
                </a:lnTo>
                <a:lnTo>
                  <a:pt x="3376456" y="132992"/>
                </a:lnTo>
                <a:lnTo>
                  <a:pt x="3377889" y="133117"/>
                </a:lnTo>
                <a:lnTo>
                  <a:pt x="3379277" y="133207"/>
                </a:lnTo>
                <a:lnTo>
                  <a:pt x="3380617" y="133261"/>
                </a:lnTo>
                <a:lnTo>
                  <a:pt x="3381912" y="133279"/>
                </a:lnTo>
                <a:lnTo>
                  <a:pt x="3383924" y="133251"/>
                </a:lnTo>
                <a:lnTo>
                  <a:pt x="3385841" y="133169"/>
                </a:lnTo>
                <a:lnTo>
                  <a:pt x="3387661" y="133030"/>
                </a:lnTo>
                <a:lnTo>
                  <a:pt x="3389384" y="132837"/>
                </a:lnTo>
                <a:lnTo>
                  <a:pt x="3391012" y="132589"/>
                </a:lnTo>
                <a:lnTo>
                  <a:pt x="3392544" y="132285"/>
                </a:lnTo>
                <a:lnTo>
                  <a:pt x="3393979" y="131926"/>
                </a:lnTo>
                <a:lnTo>
                  <a:pt x="3395318" y="131512"/>
                </a:lnTo>
                <a:lnTo>
                  <a:pt x="3396561" y="131043"/>
                </a:lnTo>
                <a:lnTo>
                  <a:pt x="3397707" y="130518"/>
                </a:lnTo>
                <a:lnTo>
                  <a:pt x="3398757" y="129938"/>
                </a:lnTo>
                <a:lnTo>
                  <a:pt x="3399712" y="129303"/>
                </a:lnTo>
                <a:lnTo>
                  <a:pt x="3400580" y="128627"/>
                </a:lnTo>
                <a:lnTo>
                  <a:pt x="3401373" y="127923"/>
                </a:lnTo>
                <a:lnTo>
                  <a:pt x="3402090" y="127192"/>
                </a:lnTo>
                <a:lnTo>
                  <a:pt x="3402732" y="126434"/>
                </a:lnTo>
                <a:lnTo>
                  <a:pt x="3403298" y="125649"/>
                </a:lnTo>
                <a:lnTo>
                  <a:pt x="3403789" y="124836"/>
                </a:lnTo>
                <a:lnTo>
                  <a:pt x="3404204" y="123996"/>
                </a:lnTo>
                <a:lnTo>
                  <a:pt x="3404544" y="123129"/>
                </a:lnTo>
                <a:lnTo>
                  <a:pt x="3404808" y="122234"/>
                </a:lnTo>
                <a:lnTo>
                  <a:pt x="3404997" y="121312"/>
                </a:lnTo>
                <a:lnTo>
                  <a:pt x="3405110" y="120363"/>
                </a:lnTo>
                <a:lnTo>
                  <a:pt x="3405148" y="119387"/>
                </a:lnTo>
                <a:lnTo>
                  <a:pt x="3405130" y="118739"/>
                </a:lnTo>
                <a:lnTo>
                  <a:pt x="3405077" y="118107"/>
                </a:lnTo>
                <a:lnTo>
                  <a:pt x="3404989" y="117491"/>
                </a:lnTo>
                <a:lnTo>
                  <a:pt x="3404865" y="116891"/>
                </a:lnTo>
                <a:lnTo>
                  <a:pt x="3404707" y="116307"/>
                </a:lnTo>
                <a:lnTo>
                  <a:pt x="3404512" y="115738"/>
                </a:lnTo>
                <a:lnTo>
                  <a:pt x="3404283" y="115185"/>
                </a:lnTo>
                <a:lnTo>
                  <a:pt x="3404018" y="114648"/>
                </a:lnTo>
                <a:lnTo>
                  <a:pt x="3403718" y="114127"/>
                </a:lnTo>
                <a:lnTo>
                  <a:pt x="3403382" y="113621"/>
                </a:lnTo>
                <a:lnTo>
                  <a:pt x="3403011" y="113131"/>
                </a:lnTo>
                <a:lnTo>
                  <a:pt x="3402605" y="112657"/>
                </a:lnTo>
                <a:lnTo>
                  <a:pt x="3402129" y="112182"/>
                </a:lnTo>
                <a:lnTo>
                  <a:pt x="3401548" y="111689"/>
                </a:lnTo>
                <a:lnTo>
                  <a:pt x="3400862" y="111177"/>
                </a:lnTo>
                <a:lnTo>
                  <a:pt x="3400072" y="110648"/>
                </a:lnTo>
                <a:lnTo>
                  <a:pt x="3399177" y="110100"/>
                </a:lnTo>
                <a:lnTo>
                  <a:pt x="3398177" y="109534"/>
                </a:lnTo>
                <a:lnTo>
                  <a:pt x="3397073" y="108950"/>
                </a:lnTo>
                <a:lnTo>
                  <a:pt x="3395863" y="108347"/>
                </a:lnTo>
                <a:lnTo>
                  <a:pt x="3394549" y="107726"/>
                </a:lnTo>
                <a:lnTo>
                  <a:pt x="3393130" y="107087"/>
                </a:lnTo>
                <a:lnTo>
                  <a:pt x="3391607" y="106430"/>
                </a:lnTo>
                <a:lnTo>
                  <a:pt x="3389979" y="105755"/>
                </a:lnTo>
                <a:lnTo>
                  <a:pt x="3384367" y="103483"/>
                </a:lnTo>
                <a:lnTo>
                  <a:pt x="3373056" y="99025"/>
                </a:lnTo>
                <a:lnTo>
                  <a:pt x="3370110" y="97852"/>
                </a:lnTo>
                <a:lnTo>
                  <a:pt x="3367352" y="96694"/>
                </a:lnTo>
                <a:lnTo>
                  <a:pt x="3364781" y="95551"/>
                </a:lnTo>
                <a:lnTo>
                  <a:pt x="3362397" y="94421"/>
                </a:lnTo>
                <a:lnTo>
                  <a:pt x="3360202" y="93306"/>
                </a:lnTo>
                <a:lnTo>
                  <a:pt x="3358193" y="92205"/>
                </a:lnTo>
                <a:lnTo>
                  <a:pt x="3356373" y="91119"/>
                </a:lnTo>
                <a:lnTo>
                  <a:pt x="3354740" y="90047"/>
                </a:lnTo>
                <a:lnTo>
                  <a:pt x="3353294" y="88989"/>
                </a:lnTo>
                <a:lnTo>
                  <a:pt x="3352036" y="87946"/>
                </a:lnTo>
                <a:lnTo>
                  <a:pt x="3350966" y="86917"/>
                </a:lnTo>
                <a:lnTo>
                  <a:pt x="3350083" y="85902"/>
                </a:lnTo>
                <a:lnTo>
                  <a:pt x="3349312" y="84891"/>
                </a:lnTo>
                <a:lnTo>
                  <a:pt x="3348609" y="83843"/>
                </a:lnTo>
                <a:lnTo>
                  <a:pt x="3347973" y="82758"/>
                </a:lnTo>
                <a:lnTo>
                  <a:pt x="3347404" y="81637"/>
                </a:lnTo>
                <a:lnTo>
                  <a:pt x="3346901" y="80480"/>
                </a:lnTo>
                <a:lnTo>
                  <a:pt x="3346466" y="79286"/>
                </a:lnTo>
                <a:lnTo>
                  <a:pt x="3346097" y="78055"/>
                </a:lnTo>
                <a:lnTo>
                  <a:pt x="3345796" y="76788"/>
                </a:lnTo>
                <a:lnTo>
                  <a:pt x="3345562" y="75485"/>
                </a:lnTo>
                <a:lnTo>
                  <a:pt x="3345394" y="74145"/>
                </a:lnTo>
                <a:lnTo>
                  <a:pt x="3345294" y="72768"/>
                </a:lnTo>
                <a:lnTo>
                  <a:pt x="3345260" y="71355"/>
                </a:lnTo>
                <a:lnTo>
                  <a:pt x="3345325" y="69370"/>
                </a:lnTo>
                <a:lnTo>
                  <a:pt x="3345520" y="67444"/>
                </a:lnTo>
                <a:lnTo>
                  <a:pt x="3345844" y="65578"/>
                </a:lnTo>
                <a:lnTo>
                  <a:pt x="3346298" y="63771"/>
                </a:lnTo>
                <a:lnTo>
                  <a:pt x="3346881" y="62024"/>
                </a:lnTo>
                <a:lnTo>
                  <a:pt x="3347595" y="60337"/>
                </a:lnTo>
                <a:lnTo>
                  <a:pt x="3348438" y="58709"/>
                </a:lnTo>
                <a:lnTo>
                  <a:pt x="3349411" y="57141"/>
                </a:lnTo>
                <a:lnTo>
                  <a:pt x="3350513" y="55632"/>
                </a:lnTo>
                <a:lnTo>
                  <a:pt x="3351745" y="54183"/>
                </a:lnTo>
                <a:lnTo>
                  <a:pt x="3353107" y="52794"/>
                </a:lnTo>
                <a:lnTo>
                  <a:pt x="3354598" y="51465"/>
                </a:lnTo>
                <a:lnTo>
                  <a:pt x="3356236" y="50219"/>
                </a:lnTo>
                <a:lnTo>
                  <a:pt x="3358034" y="49082"/>
                </a:lnTo>
                <a:lnTo>
                  <a:pt x="3359994" y="48053"/>
                </a:lnTo>
                <a:lnTo>
                  <a:pt x="3362115" y="47132"/>
                </a:lnTo>
                <a:lnTo>
                  <a:pt x="3364397" y="46320"/>
                </a:lnTo>
                <a:lnTo>
                  <a:pt x="3366841" y="45616"/>
                </a:lnTo>
                <a:lnTo>
                  <a:pt x="3369447" y="45020"/>
                </a:lnTo>
                <a:lnTo>
                  <a:pt x="3372213" y="44533"/>
                </a:lnTo>
                <a:lnTo>
                  <a:pt x="3375141" y="44154"/>
                </a:lnTo>
                <a:lnTo>
                  <a:pt x="3378230" y="43883"/>
                </a:lnTo>
                <a:lnTo>
                  <a:pt x="3381481" y="43721"/>
                </a:lnTo>
                <a:lnTo>
                  <a:pt x="3384893" y="43666"/>
                </a:lnTo>
                <a:lnTo>
                  <a:pt x="3387497" y="43698"/>
                </a:lnTo>
                <a:lnTo>
                  <a:pt x="3390079" y="43793"/>
                </a:lnTo>
                <a:lnTo>
                  <a:pt x="3392637" y="43951"/>
                </a:lnTo>
                <a:lnTo>
                  <a:pt x="3395172" y="44173"/>
                </a:lnTo>
                <a:lnTo>
                  <a:pt x="3397683" y="44458"/>
                </a:lnTo>
                <a:lnTo>
                  <a:pt x="3400172" y="44806"/>
                </a:lnTo>
                <a:lnTo>
                  <a:pt x="3402637" y="45218"/>
                </a:lnTo>
                <a:lnTo>
                  <a:pt x="3405080" y="45693"/>
                </a:lnTo>
                <a:lnTo>
                  <a:pt x="3407499" y="46231"/>
                </a:lnTo>
                <a:lnTo>
                  <a:pt x="3409895" y="46833"/>
                </a:lnTo>
                <a:lnTo>
                  <a:pt x="3412268" y="47498"/>
                </a:lnTo>
                <a:lnTo>
                  <a:pt x="3414618" y="48226"/>
                </a:lnTo>
                <a:lnTo>
                  <a:pt x="3414618" y="63132"/>
                </a:lnTo>
                <a:lnTo>
                  <a:pt x="3411942" y="62208"/>
                </a:lnTo>
                <a:lnTo>
                  <a:pt x="3409293" y="61364"/>
                </a:lnTo>
                <a:lnTo>
                  <a:pt x="3406672" y="60600"/>
                </a:lnTo>
                <a:lnTo>
                  <a:pt x="3404076" y="59917"/>
                </a:lnTo>
                <a:lnTo>
                  <a:pt x="3401508" y="59314"/>
                </a:lnTo>
                <a:lnTo>
                  <a:pt x="3398966" y="58792"/>
                </a:lnTo>
                <a:lnTo>
                  <a:pt x="3396452" y="58350"/>
                </a:lnTo>
                <a:lnTo>
                  <a:pt x="3393963" y="57988"/>
                </a:lnTo>
                <a:lnTo>
                  <a:pt x="3391502" y="57707"/>
                </a:lnTo>
                <a:lnTo>
                  <a:pt x="3389068" y="57506"/>
                </a:lnTo>
                <a:lnTo>
                  <a:pt x="3386660" y="57385"/>
                </a:lnTo>
                <a:lnTo>
                  <a:pt x="3384279" y="57345"/>
                </a:lnTo>
                <a:lnTo>
                  <a:pt x="3382586" y="57370"/>
                </a:lnTo>
                <a:lnTo>
                  <a:pt x="3380956" y="57446"/>
                </a:lnTo>
                <a:lnTo>
                  <a:pt x="3379388" y="57572"/>
                </a:lnTo>
                <a:lnTo>
                  <a:pt x="3377883" y="57748"/>
                </a:lnTo>
                <a:lnTo>
                  <a:pt x="3376441" y="57975"/>
                </a:lnTo>
                <a:lnTo>
                  <a:pt x="3375062" y="58252"/>
                </a:lnTo>
                <a:lnTo>
                  <a:pt x="3373745" y="58580"/>
                </a:lnTo>
                <a:lnTo>
                  <a:pt x="3372491" y="58957"/>
                </a:lnTo>
                <a:lnTo>
                  <a:pt x="3371299" y="59386"/>
                </a:lnTo>
                <a:lnTo>
                  <a:pt x="3370171" y="59864"/>
                </a:lnTo>
                <a:lnTo>
                  <a:pt x="3369105" y="60393"/>
                </a:lnTo>
                <a:lnTo>
                  <a:pt x="3368102" y="60973"/>
                </a:lnTo>
                <a:lnTo>
                  <a:pt x="3367170" y="61590"/>
                </a:lnTo>
                <a:lnTo>
                  <a:pt x="3366320" y="62231"/>
                </a:lnTo>
                <a:lnTo>
                  <a:pt x="3365551" y="62898"/>
                </a:lnTo>
                <a:lnTo>
                  <a:pt x="3364862" y="63589"/>
                </a:lnTo>
                <a:lnTo>
                  <a:pt x="3364255" y="64305"/>
                </a:lnTo>
                <a:lnTo>
                  <a:pt x="3363729" y="65046"/>
                </a:lnTo>
                <a:lnTo>
                  <a:pt x="3363283" y="65812"/>
                </a:lnTo>
                <a:lnTo>
                  <a:pt x="3362919" y="66603"/>
                </a:lnTo>
                <a:lnTo>
                  <a:pt x="3362635" y="67419"/>
                </a:lnTo>
                <a:lnTo>
                  <a:pt x="3362433" y="68259"/>
                </a:lnTo>
                <a:lnTo>
                  <a:pt x="3362311" y="69125"/>
                </a:lnTo>
                <a:lnTo>
                  <a:pt x="3362271" y="70015"/>
                </a:lnTo>
                <a:lnTo>
                  <a:pt x="3362306" y="70874"/>
                </a:lnTo>
                <a:lnTo>
                  <a:pt x="3362412" y="71704"/>
                </a:lnTo>
                <a:lnTo>
                  <a:pt x="3362589" y="72505"/>
                </a:lnTo>
                <a:lnTo>
                  <a:pt x="3362836" y="73277"/>
                </a:lnTo>
                <a:lnTo>
                  <a:pt x="3363154" y="74020"/>
                </a:lnTo>
                <a:lnTo>
                  <a:pt x="3363542" y="74733"/>
                </a:lnTo>
                <a:lnTo>
                  <a:pt x="3364001" y="75417"/>
                </a:lnTo>
                <a:lnTo>
                  <a:pt x="3364531" y="76073"/>
                </a:lnTo>
                <a:lnTo>
                  <a:pt x="3365131" y="76699"/>
                </a:lnTo>
                <a:lnTo>
                  <a:pt x="3365802" y="77296"/>
                </a:lnTo>
                <a:lnTo>
                  <a:pt x="3366544" y="77864"/>
                </a:lnTo>
                <a:lnTo>
                  <a:pt x="3367356" y="78403"/>
                </a:lnTo>
                <a:lnTo>
                  <a:pt x="3368233" y="78934"/>
                </a:lnTo>
                <a:lnTo>
                  <a:pt x="3369198" y="79478"/>
                </a:lnTo>
                <a:lnTo>
                  <a:pt x="3370250" y="80036"/>
                </a:lnTo>
                <a:lnTo>
                  <a:pt x="3371390" y="80607"/>
                </a:lnTo>
                <a:lnTo>
                  <a:pt x="3372617" y="81191"/>
                </a:lnTo>
                <a:lnTo>
                  <a:pt x="3373933" y="81789"/>
                </a:lnTo>
                <a:lnTo>
                  <a:pt x="3375336" y="82400"/>
                </a:lnTo>
                <a:lnTo>
                  <a:pt x="3376826" y="83024"/>
                </a:lnTo>
                <a:lnTo>
                  <a:pt x="3378405" y="83662"/>
                </a:lnTo>
                <a:lnTo>
                  <a:pt x="3380071" y="84313"/>
                </a:lnTo>
                <a:lnTo>
                  <a:pt x="3381824" y="84978"/>
                </a:lnTo>
                <a:lnTo>
                  <a:pt x="3383666" y="85656"/>
                </a:lnTo>
                <a:lnTo>
                  <a:pt x="3394714" y="89676"/>
                </a:lnTo>
                <a:lnTo>
                  <a:pt x="3397179" y="90600"/>
                </a:lnTo>
                <a:lnTo>
                  <a:pt x="3399519" y="91538"/>
                </a:lnTo>
                <a:lnTo>
                  <a:pt x="3401734" y="92489"/>
                </a:lnTo>
                <a:lnTo>
                  <a:pt x="3403823" y="93454"/>
                </a:lnTo>
                <a:lnTo>
                  <a:pt x="3405787" y="94433"/>
                </a:lnTo>
                <a:lnTo>
                  <a:pt x="3407625" y="95425"/>
                </a:lnTo>
                <a:lnTo>
                  <a:pt x="3409338" y="96431"/>
                </a:lnTo>
                <a:lnTo>
                  <a:pt x="3410925" y="97450"/>
                </a:lnTo>
                <a:lnTo>
                  <a:pt x="3412387" y="98483"/>
                </a:lnTo>
                <a:lnTo>
                  <a:pt x="3413724" y="99530"/>
                </a:lnTo>
                <a:lnTo>
                  <a:pt x="3414935" y="100590"/>
                </a:lnTo>
                <a:lnTo>
                  <a:pt x="3416021" y="101664"/>
                </a:lnTo>
                <a:lnTo>
                  <a:pt x="3417001" y="102767"/>
                </a:lnTo>
                <a:lnTo>
                  <a:pt x="3417896" y="103915"/>
                </a:lnTo>
                <a:lnTo>
                  <a:pt x="3418706" y="105108"/>
                </a:lnTo>
                <a:lnTo>
                  <a:pt x="3419431" y="106346"/>
                </a:lnTo>
                <a:lnTo>
                  <a:pt x="3420070" y="107629"/>
                </a:lnTo>
                <a:lnTo>
                  <a:pt x="3420624" y="108957"/>
                </a:lnTo>
                <a:lnTo>
                  <a:pt x="3421093" y="110330"/>
                </a:lnTo>
                <a:lnTo>
                  <a:pt x="3421477" y="111748"/>
                </a:lnTo>
                <a:lnTo>
                  <a:pt x="3421775" y="113212"/>
                </a:lnTo>
                <a:lnTo>
                  <a:pt x="3421988" y="114720"/>
                </a:lnTo>
                <a:lnTo>
                  <a:pt x="3422116" y="116273"/>
                </a:lnTo>
                <a:lnTo>
                  <a:pt x="3422159" y="117871"/>
                </a:lnTo>
                <a:lnTo>
                  <a:pt x="3422091" y="119957"/>
                </a:lnTo>
                <a:lnTo>
                  <a:pt x="3421887" y="121980"/>
                </a:lnTo>
                <a:lnTo>
                  <a:pt x="3421548" y="123941"/>
                </a:lnTo>
                <a:lnTo>
                  <a:pt x="3421072" y="125839"/>
                </a:lnTo>
                <a:lnTo>
                  <a:pt x="3420461" y="127674"/>
                </a:lnTo>
                <a:lnTo>
                  <a:pt x="3419714" y="129447"/>
                </a:lnTo>
                <a:lnTo>
                  <a:pt x="3418832" y="131157"/>
                </a:lnTo>
                <a:lnTo>
                  <a:pt x="3417813" y="132804"/>
                </a:lnTo>
                <a:lnTo>
                  <a:pt x="3416659" y="134389"/>
                </a:lnTo>
                <a:lnTo>
                  <a:pt x="3415369" y="135911"/>
                </a:lnTo>
                <a:lnTo>
                  <a:pt x="3413943" y="137371"/>
                </a:lnTo>
                <a:lnTo>
                  <a:pt x="3412382" y="138767"/>
                </a:lnTo>
                <a:lnTo>
                  <a:pt x="3410671" y="140076"/>
                </a:lnTo>
                <a:lnTo>
                  <a:pt x="3408798" y="141270"/>
                </a:lnTo>
                <a:lnTo>
                  <a:pt x="3406762" y="142351"/>
                </a:lnTo>
                <a:lnTo>
                  <a:pt x="3404563" y="143317"/>
                </a:lnTo>
                <a:lnTo>
                  <a:pt x="3402202" y="144171"/>
                </a:lnTo>
                <a:lnTo>
                  <a:pt x="3399679" y="144910"/>
                </a:lnTo>
                <a:lnTo>
                  <a:pt x="3396993" y="145536"/>
                </a:lnTo>
                <a:lnTo>
                  <a:pt x="3394144" y="146048"/>
                </a:lnTo>
                <a:lnTo>
                  <a:pt x="3391132" y="146446"/>
                </a:lnTo>
                <a:lnTo>
                  <a:pt x="3387958" y="146730"/>
                </a:lnTo>
                <a:lnTo>
                  <a:pt x="3384622" y="146901"/>
                </a:lnTo>
                <a:lnTo>
                  <a:pt x="3381123" y="146958"/>
                </a:lnTo>
                <a:lnTo>
                  <a:pt x="3377988" y="146902"/>
                </a:lnTo>
                <a:lnTo>
                  <a:pt x="3374839" y="146737"/>
                </a:lnTo>
                <a:lnTo>
                  <a:pt x="3371675" y="146461"/>
                </a:lnTo>
                <a:lnTo>
                  <a:pt x="3368496" y="146075"/>
                </a:lnTo>
                <a:lnTo>
                  <a:pt x="3365303" y="145578"/>
                </a:lnTo>
                <a:lnTo>
                  <a:pt x="3362095" y="144972"/>
                </a:lnTo>
                <a:lnTo>
                  <a:pt x="3358873" y="144255"/>
                </a:lnTo>
                <a:lnTo>
                  <a:pt x="3355636" y="143427"/>
                </a:lnTo>
                <a:lnTo>
                  <a:pt x="3352384" y="142489"/>
                </a:lnTo>
                <a:lnTo>
                  <a:pt x="3349118" y="141441"/>
                </a:lnTo>
                <a:lnTo>
                  <a:pt x="3345837" y="140283"/>
                </a:lnTo>
                <a:lnTo>
                  <a:pt x="3342542" y="139014"/>
                </a:lnTo>
                <a:close/>
                <a:moveTo>
                  <a:pt x="3489087" y="146958"/>
                </a:moveTo>
                <a:lnTo>
                  <a:pt x="3485638" y="146856"/>
                </a:lnTo>
                <a:lnTo>
                  <a:pt x="3482306" y="146550"/>
                </a:lnTo>
                <a:lnTo>
                  <a:pt x="3479091" y="146040"/>
                </a:lnTo>
                <a:lnTo>
                  <a:pt x="3475993" y="145327"/>
                </a:lnTo>
                <a:lnTo>
                  <a:pt x="3473011" y="144410"/>
                </a:lnTo>
                <a:lnTo>
                  <a:pt x="3470147" y="143289"/>
                </a:lnTo>
                <a:lnTo>
                  <a:pt x="3467400" y="141965"/>
                </a:lnTo>
                <a:lnTo>
                  <a:pt x="3464769" y="140436"/>
                </a:lnTo>
                <a:lnTo>
                  <a:pt x="3462256" y="138704"/>
                </a:lnTo>
                <a:lnTo>
                  <a:pt x="3459859" y="136768"/>
                </a:lnTo>
                <a:lnTo>
                  <a:pt x="3457579" y="134628"/>
                </a:lnTo>
                <a:lnTo>
                  <a:pt x="3455416" y="132284"/>
                </a:lnTo>
                <a:lnTo>
                  <a:pt x="3453400" y="129785"/>
                </a:lnTo>
                <a:lnTo>
                  <a:pt x="3451558" y="127179"/>
                </a:lnTo>
                <a:lnTo>
                  <a:pt x="3449892" y="124467"/>
                </a:lnTo>
                <a:lnTo>
                  <a:pt x="3448402" y="121649"/>
                </a:lnTo>
                <a:lnTo>
                  <a:pt x="3447086" y="118724"/>
                </a:lnTo>
                <a:lnTo>
                  <a:pt x="3445946" y="115692"/>
                </a:lnTo>
                <a:lnTo>
                  <a:pt x="3444982" y="112554"/>
                </a:lnTo>
                <a:lnTo>
                  <a:pt x="3444193" y="109310"/>
                </a:lnTo>
                <a:lnTo>
                  <a:pt x="3443579" y="105959"/>
                </a:lnTo>
                <a:lnTo>
                  <a:pt x="3443141" y="102502"/>
                </a:lnTo>
                <a:lnTo>
                  <a:pt x="3442878" y="98938"/>
                </a:lnTo>
                <a:lnTo>
                  <a:pt x="3442790" y="95268"/>
                </a:lnTo>
                <a:lnTo>
                  <a:pt x="3442878" y="91598"/>
                </a:lnTo>
                <a:lnTo>
                  <a:pt x="3443141" y="88036"/>
                </a:lnTo>
                <a:lnTo>
                  <a:pt x="3443579" y="84580"/>
                </a:lnTo>
                <a:lnTo>
                  <a:pt x="3444193" y="81231"/>
                </a:lnTo>
                <a:lnTo>
                  <a:pt x="3444982" y="77990"/>
                </a:lnTo>
                <a:lnTo>
                  <a:pt x="3445946" y="74856"/>
                </a:lnTo>
                <a:lnTo>
                  <a:pt x="3447086" y="71828"/>
                </a:lnTo>
                <a:lnTo>
                  <a:pt x="3448402" y="68908"/>
                </a:lnTo>
                <a:lnTo>
                  <a:pt x="3449892" y="66095"/>
                </a:lnTo>
                <a:lnTo>
                  <a:pt x="3451558" y="63389"/>
                </a:lnTo>
                <a:lnTo>
                  <a:pt x="3453400" y="60790"/>
                </a:lnTo>
                <a:lnTo>
                  <a:pt x="3455416" y="58299"/>
                </a:lnTo>
                <a:lnTo>
                  <a:pt x="3457579" y="55961"/>
                </a:lnTo>
                <a:lnTo>
                  <a:pt x="3459859" y="53828"/>
                </a:lnTo>
                <a:lnTo>
                  <a:pt x="3462256" y="51897"/>
                </a:lnTo>
                <a:lnTo>
                  <a:pt x="3464769" y="50170"/>
                </a:lnTo>
                <a:lnTo>
                  <a:pt x="3467400" y="48645"/>
                </a:lnTo>
                <a:lnTo>
                  <a:pt x="3470147" y="47324"/>
                </a:lnTo>
                <a:lnTo>
                  <a:pt x="3473011" y="46207"/>
                </a:lnTo>
                <a:lnTo>
                  <a:pt x="3475993" y="45292"/>
                </a:lnTo>
                <a:lnTo>
                  <a:pt x="3479091" y="44581"/>
                </a:lnTo>
                <a:lnTo>
                  <a:pt x="3482306" y="44073"/>
                </a:lnTo>
                <a:lnTo>
                  <a:pt x="3485638" y="43768"/>
                </a:lnTo>
                <a:lnTo>
                  <a:pt x="3489087" y="43666"/>
                </a:lnTo>
                <a:lnTo>
                  <a:pt x="3492522" y="43768"/>
                </a:lnTo>
                <a:lnTo>
                  <a:pt x="3495841" y="44073"/>
                </a:lnTo>
                <a:lnTo>
                  <a:pt x="3499044" y="44581"/>
                </a:lnTo>
                <a:lnTo>
                  <a:pt x="3502132" y="45292"/>
                </a:lnTo>
                <a:lnTo>
                  <a:pt x="3505104" y="46207"/>
                </a:lnTo>
                <a:lnTo>
                  <a:pt x="3507961" y="47324"/>
                </a:lnTo>
                <a:lnTo>
                  <a:pt x="3510701" y="48645"/>
                </a:lnTo>
                <a:lnTo>
                  <a:pt x="3513326" y="50170"/>
                </a:lnTo>
                <a:lnTo>
                  <a:pt x="3515836" y="51897"/>
                </a:lnTo>
                <a:lnTo>
                  <a:pt x="3518229" y="53828"/>
                </a:lnTo>
                <a:lnTo>
                  <a:pt x="3520507" y="55961"/>
                </a:lnTo>
                <a:lnTo>
                  <a:pt x="3522670" y="58299"/>
                </a:lnTo>
                <a:lnTo>
                  <a:pt x="3524686" y="60790"/>
                </a:lnTo>
                <a:lnTo>
                  <a:pt x="3526528" y="63389"/>
                </a:lnTo>
                <a:lnTo>
                  <a:pt x="3528194" y="66095"/>
                </a:lnTo>
                <a:lnTo>
                  <a:pt x="3529684" y="68908"/>
                </a:lnTo>
                <a:lnTo>
                  <a:pt x="3531000" y="71828"/>
                </a:lnTo>
                <a:lnTo>
                  <a:pt x="3532139" y="74856"/>
                </a:lnTo>
                <a:lnTo>
                  <a:pt x="3533104" y="77990"/>
                </a:lnTo>
                <a:lnTo>
                  <a:pt x="3533893" y="81231"/>
                </a:lnTo>
                <a:lnTo>
                  <a:pt x="3534507" y="84580"/>
                </a:lnTo>
                <a:lnTo>
                  <a:pt x="3534945" y="88036"/>
                </a:lnTo>
                <a:lnTo>
                  <a:pt x="3535208" y="91598"/>
                </a:lnTo>
                <a:lnTo>
                  <a:pt x="3535296" y="95268"/>
                </a:lnTo>
                <a:lnTo>
                  <a:pt x="3535208" y="98938"/>
                </a:lnTo>
                <a:lnTo>
                  <a:pt x="3534945" y="102502"/>
                </a:lnTo>
                <a:lnTo>
                  <a:pt x="3534507" y="105959"/>
                </a:lnTo>
                <a:lnTo>
                  <a:pt x="3533893" y="109310"/>
                </a:lnTo>
                <a:lnTo>
                  <a:pt x="3533104" y="112554"/>
                </a:lnTo>
                <a:lnTo>
                  <a:pt x="3532139" y="115692"/>
                </a:lnTo>
                <a:lnTo>
                  <a:pt x="3531000" y="118724"/>
                </a:lnTo>
                <a:lnTo>
                  <a:pt x="3529684" y="121649"/>
                </a:lnTo>
                <a:lnTo>
                  <a:pt x="3528194" y="124467"/>
                </a:lnTo>
                <a:lnTo>
                  <a:pt x="3526528" y="127179"/>
                </a:lnTo>
                <a:lnTo>
                  <a:pt x="3524686" y="129785"/>
                </a:lnTo>
                <a:lnTo>
                  <a:pt x="3522670" y="132284"/>
                </a:lnTo>
                <a:lnTo>
                  <a:pt x="3520507" y="134628"/>
                </a:lnTo>
                <a:lnTo>
                  <a:pt x="3518229" y="136768"/>
                </a:lnTo>
                <a:lnTo>
                  <a:pt x="3515836" y="138704"/>
                </a:lnTo>
                <a:lnTo>
                  <a:pt x="3513326" y="140436"/>
                </a:lnTo>
                <a:lnTo>
                  <a:pt x="3510701" y="141965"/>
                </a:lnTo>
                <a:lnTo>
                  <a:pt x="3507961" y="143289"/>
                </a:lnTo>
                <a:lnTo>
                  <a:pt x="3505104" y="144410"/>
                </a:lnTo>
                <a:lnTo>
                  <a:pt x="3502132" y="145327"/>
                </a:lnTo>
                <a:lnTo>
                  <a:pt x="3499044" y="146040"/>
                </a:lnTo>
                <a:lnTo>
                  <a:pt x="3495841" y="146550"/>
                </a:lnTo>
                <a:lnTo>
                  <a:pt x="3492522" y="146856"/>
                </a:lnTo>
                <a:lnTo>
                  <a:pt x="3489087" y="146958"/>
                </a:lnTo>
                <a:moveTo>
                  <a:pt x="3489087" y="133279"/>
                </a:moveTo>
                <a:lnTo>
                  <a:pt x="3491227" y="133209"/>
                </a:lnTo>
                <a:lnTo>
                  <a:pt x="3493293" y="132997"/>
                </a:lnTo>
                <a:lnTo>
                  <a:pt x="3495285" y="132645"/>
                </a:lnTo>
                <a:lnTo>
                  <a:pt x="3497202" y="132153"/>
                </a:lnTo>
                <a:lnTo>
                  <a:pt x="3499046" y="131519"/>
                </a:lnTo>
                <a:lnTo>
                  <a:pt x="3500814" y="130745"/>
                </a:lnTo>
                <a:lnTo>
                  <a:pt x="3502509" y="129830"/>
                </a:lnTo>
                <a:lnTo>
                  <a:pt x="3504129" y="128774"/>
                </a:lnTo>
                <a:lnTo>
                  <a:pt x="3505675" y="127578"/>
                </a:lnTo>
                <a:lnTo>
                  <a:pt x="3507147" y="126240"/>
                </a:lnTo>
                <a:lnTo>
                  <a:pt x="3508545" y="124762"/>
                </a:lnTo>
                <a:lnTo>
                  <a:pt x="3509868" y="123143"/>
                </a:lnTo>
                <a:lnTo>
                  <a:pt x="3511100" y="121401"/>
                </a:lnTo>
                <a:lnTo>
                  <a:pt x="3512225" y="119554"/>
                </a:lnTo>
                <a:lnTo>
                  <a:pt x="3513244" y="117600"/>
                </a:lnTo>
                <a:lnTo>
                  <a:pt x="3514155" y="115541"/>
                </a:lnTo>
                <a:lnTo>
                  <a:pt x="3514958" y="113377"/>
                </a:lnTo>
                <a:lnTo>
                  <a:pt x="3515655" y="111107"/>
                </a:lnTo>
                <a:lnTo>
                  <a:pt x="3516244" y="108731"/>
                </a:lnTo>
                <a:lnTo>
                  <a:pt x="3516727" y="106250"/>
                </a:lnTo>
                <a:lnTo>
                  <a:pt x="3517102" y="103663"/>
                </a:lnTo>
                <a:lnTo>
                  <a:pt x="3517370" y="100970"/>
                </a:lnTo>
                <a:lnTo>
                  <a:pt x="3517530" y="98172"/>
                </a:lnTo>
                <a:lnTo>
                  <a:pt x="3517584" y="95268"/>
                </a:lnTo>
                <a:lnTo>
                  <a:pt x="3517530" y="92378"/>
                </a:lnTo>
                <a:lnTo>
                  <a:pt x="3517370" y="89593"/>
                </a:lnTo>
                <a:lnTo>
                  <a:pt x="3517102" y="86912"/>
                </a:lnTo>
                <a:lnTo>
                  <a:pt x="3516727" y="84335"/>
                </a:lnTo>
                <a:lnTo>
                  <a:pt x="3516244" y="81863"/>
                </a:lnTo>
                <a:lnTo>
                  <a:pt x="3515655" y="79495"/>
                </a:lnTo>
                <a:lnTo>
                  <a:pt x="3514958" y="77232"/>
                </a:lnTo>
                <a:lnTo>
                  <a:pt x="3514155" y="75073"/>
                </a:lnTo>
                <a:lnTo>
                  <a:pt x="3513244" y="73018"/>
                </a:lnTo>
                <a:lnTo>
                  <a:pt x="3512225" y="71068"/>
                </a:lnTo>
                <a:lnTo>
                  <a:pt x="3511100" y="69222"/>
                </a:lnTo>
                <a:lnTo>
                  <a:pt x="3509868" y="67481"/>
                </a:lnTo>
                <a:lnTo>
                  <a:pt x="3508545" y="65862"/>
                </a:lnTo>
                <a:lnTo>
                  <a:pt x="3507147" y="64384"/>
                </a:lnTo>
                <a:lnTo>
                  <a:pt x="3505675" y="63046"/>
                </a:lnTo>
                <a:lnTo>
                  <a:pt x="3504129" y="61850"/>
                </a:lnTo>
                <a:lnTo>
                  <a:pt x="3502509" y="60794"/>
                </a:lnTo>
                <a:lnTo>
                  <a:pt x="3500814" y="59879"/>
                </a:lnTo>
                <a:lnTo>
                  <a:pt x="3499046" y="59105"/>
                </a:lnTo>
                <a:lnTo>
                  <a:pt x="3497202" y="58471"/>
                </a:lnTo>
                <a:lnTo>
                  <a:pt x="3495285" y="57979"/>
                </a:lnTo>
                <a:lnTo>
                  <a:pt x="3493293" y="57627"/>
                </a:lnTo>
                <a:lnTo>
                  <a:pt x="3491227" y="57415"/>
                </a:lnTo>
                <a:lnTo>
                  <a:pt x="3489087" y="57345"/>
                </a:lnTo>
                <a:lnTo>
                  <a:pt x="3486932" y="57415"/>
                </a:lnTo>
                <a:lnTo>
                  <a:pt x="3484854" y="57627"/>
                </a:lnTo>
                <a:lnTo>
                  <a:pt x="3482850" y="57979"/>
                </a:lnTo>
                <a:lnTo>
                  <a:pt x="3480922" y="58471"/>
                </a:lnTo>
                <a:lnTo>
                  <a:pt x="3479070" y="59105"/>
                </a:lnTo>
                <a:lnTo>
                  <a:pt x="3477293" y="59879"/>
                </a:lnTo>
                <a:lnTo>
                  <a:pt x="3475592" y="60794"/>
                </a:lnTo>
                <a:lnTo>
                  <a:pt x="3473966" y="61850"/>
                </a:lnTo>
                <a:lnTo>
                  <a:pt x="3472416" y="63046"/>
                </a:lnTo>
                <a:lnTo>
                  <a:pt x="3470941" y="64384"/>
                </a:lnTo>
                <a:lnTo>
                  <a:pt x="3469542" y="65862"/>
                </a:lnTo>
                <a:lnTo>
                  <a:pt x="3468218" y="67481"/>
                </a:lnTo>
                <a:lnTo>
                  <a:pt x="3466986" y="69222"/>
                </a:lnTo>
                <a:lnTo>
                  <a:pt x="3465860" y="71068"/>
                </a:lnTo>
                <a:lnTo>
                  <a:pt x="3464842" y="73018"/>
                </a:lnTo>
                <a:lnTo>
                  <a:pt x="3463931" y="75073"/>
                </a:lnTo>
                <a:lnTo>
                  <a:pt x="3463128" y="77232"/>
                </a:lnTo>
                <a:lnTo>
                  <a:pt x="3462431" y="79495"/>
                </a:lnTo>
                <a:lnTo>
                  <a:pt x="3461842" y="81863"/>
                </a:lnTo>
                <a:lnTo>
                  <a:pt x="3461359" y="84335"/>
                </a:lnTo>
                <a:lnTo>
                  <a:pt x="3460984" y="86912"/>
                </a:lnTo>
                <a:lnTo>
                  <a:pt x="3460716" y="89593"/>
                </a:lnTo>
                <a:lnTo>
                  <a:pt x="3460556" y="92378"/>
                </a:lnTo>
                <a:lnTo>
                  <a:pt x="3460502" y="95268"/>
                </a:lnTo>
                <a:lnTo>
                  <a:pt x="3460556" y="98172"/>
                </a:lnTo>
                <a:lnTo>
                  <a:pt x="3460716" y="100970"/>
                </a:lnTo>
                <a:lnTo>
                  <a:pt x="3460984" y="103663"/>
                </a:lnTo>
                <a:lnTo>
                  <a:pt x="3461359" y="106250"/>
                </a:lnTo>
                <a:lnTo>
                  <a:pt x="3461842" y="108731"/>
                </a:lnTo>
                <a:lnTo>
                  <a:pt x="3462431" y="111107"/>
                </a:lnTo>
                <a:lnTo>
                  <a:pt x="3463128" y="113377"/>
                </a:lnTo>
                <a:lnTo>
                  <a:pt x="3463931" y="115541"/>
                </a:lnTo>
                <a:lnTo>
                  <a:pt x="3464842" y="117600"/>
                </a:lnTo>
                <a:lnTo>
                  <a:pt x="3465860" y="119554"/>
                </a:lnTo>
                <a:lnTo>
                  <a:pt x="3466986" y="121401"/>
                </a:lnTo>
                <a:lnTo>
                  <a:pt x="3468218" y="123143"/>
                </a:lnTo>
                <a:lnTo>
                  <a:pt x="3469542" y="124762"/>
                </a:lnTo>
                <a:lnTo>
                  <a:pt x="3470941" y="126240"/>
                </a:lnTo>
                <a:lnTo>
                  <a:pt x="3472416" y="127578"/>
                </a:lnTo>
                <a:lnTo>
                  <a:pt x="3473966" y="128774"/>
                </a:lnTo>
                <a:lnTo>
                  <a:pt x="3475592" y="129830"/>
                </a:lnTo>
                <a:lnTo>
                  <a:pt x="3477293" y="130745"/>
                </a:lnTo>
                <a:lnTo>
                  <a:pt x="3479070" y="131519"/>
                </a:lnTo>
                <a:lnTo>
                  <a:pt x="3480922" y="132153"/>
                </a:lnTo>
                <a:lnTo>
                  <a:pt x="3482850" y="132645"/>
                </a:lnTo>
                <a:lnTo>
                  <a:pt x="3484854" y="132997"/>
                </a:lnTo>
                <a:lnTo>
                  <a:pt x="3486932" y="133209"/>
                </a:lnTo>
                <a:lnTo>
                  <a:pt x="3489087" y="133279"/>
                </a:lnTo>
                <a:close/>
                <a:moveTo>
                  <a:pt x="3564433" y="144327"/>
                </a:moveTo>
                <a:lnTo>
                  <a:pt x="3564433" y="46297"/>
                </a:lnTo>
                <a:lnTo>
                  <a:pt x="3580742" y="46297"/>
                </a:lnTo>
                <a:lnTo>
                  <a:pt x="3580742" y="67831"/>
                </a:lnTo>
                <a:lnTo>
                  <a:pt x="3582029" y="65853"/>
                </a:lnTo>
                <a:lnTo>
                  <a:pt x="3583347" y="63959"/>
                </a:lnTo>
                <a:lnTo>
                  <a:pt x="3584696" y="62149"/>
                </a:lnTo>
                <a:lnTo>
                  <a:pt x="3586076" y="60425"/>
                </a:lnTo>
                <a:lnTo>
                  <a:pt x="3587487" y="58786"/>
                </a:lnTo>
                <a:lnTo>
                  <a:pt x="3588929" y="57231"/>
                </a:lnTo>
                <a:lnTo>
                  <a:pt x="3590402" y="55762"/>
                </a:lnTo>
                <a:lnTo>
                  <a:pt x="3591907" y="54377"/>
                </a:lnTo>
                <a:lnTo>
                  <a:pt x="3593442" y="53077"/>
                </a:lnTo>
                <a:lnTo>
                  <a:pt x="3595009" y="51862"/>
                </a:lnTo>
                <a:lnTo>
                  <a:pt x="3596606" y="50732"/>
                </a:lnTo>
                <a:lnTo>
                  <a:pt x="3598235" y="49686"/>
                </a:lnTo>
                <a:lnTo>
                  <a:pt x="3599894" y="48725"/>
                </a:lnTo>
                <a:lnTo>
                  <a:pt x="3601585" y="47847"/>
                </a:lnTo>
                <a:lnTo>
                  <a:pt x="3603307" y="47053"/>
                </a:lnTo>
                <a:lnTo>
                  <a:pt x="3605059" y="46342"/>
                </a:lnTo>
                <a:lnTo>
                  <a:pt x="3606843" y="45715"/>
                </a:lnTo>
                <a:lnTo>
                  <a:pt x="3608658" y="45171"/>
                </a:lnTo>
                <a:lnTo>
                  <a:pt x="3610504" y="44712"/>
                </a:lnTo>
                <a:lnTo>
                  <a:pt x="3612381" y="44335"/>
                </a:lnTo>
                <a:lnTo>
                  <a:pt x="3614289" y="44043"/>
                </a:lnTo>
                <a:lnTo>
                  <a:pt x="3616228" y="43834"/>
                </a:lnTo>
                <a:lnTo>
                  <a:pt x="3618198" y="43708"/>
                </a:lnTo>
                <a:lnTo>
                  <a:pt x="3620199" y="43666"/>
                </a:lnTo>
                <a:lnTo>
                  <a:pt x="3621675" y="43685"/>
                </a:lnTo>
                <a:lnTo>
                  <a:pt x="3623151" y="43739"/>
                </a:lnTo>
                <a:lnTo>
                  <a:pt x="3624627" y="43831"/>
                </a:lnTo>
                <a:lnTo>
                  <a:pt x="3626103" y="43959"/>
                </a:lnTo>
                <a:lnTo>
                  <a:pt x="3627579" y="44123"/>
                </a:lnTo>
                <a:lnTo>
                  <a:pt x="3629055" y="44324"/>
                </a:lnTo>
                <a:lnTo>
                  <a:pt x="3630531" y="44561"/>
                </a:lnTo>
                <a:lnTo>
                  <a:pt x="3632007" y="44836"/>
                </a:lnTo>
                <a:lnTo>
                  <a:pt x="3633483" y="45146"/>
                </a:lnTo>
                <a:lnTo>
                  <a:pt x="3634959" y="45493"/>
                </a:lnTo>
                <a:lnTo>
                  <a:pt x="3636435" y="45877"/>
                </a:lnTo>
                <a:lnTo>
                  <a:pt x="3637911" y="46297"/>
                </a:lnTo>
                <a:lnTo>
                  <a:pt x="3637911" y="81721"/>
                </a:lnTo>
                <a:lnTo>
                  <a:pt x="3622216" y="81721"/>
                </a:lnTo>
                <a:lnTo>
                  <a:pt x="3622216" y="59447"/>
                </a:lnTo>
                <a:lnTo>
                  <a:pt x="3621541" y="59335"/>
                </a:lnTo>
                <a:lnTo>
                  <a:pt x="3620891" y="59233"/>
                </a:lnTo>
                <a:lnTo>
                  <a:pt x="3620265" y="59141"/>
                </a:lnTo>
                <a:lnTo>
                  <a:pt x="3619663" y="59059"/>
                </a:lnTo>
                <a:lnTo>
                  <a:pt x="3619086" y="58986"/>
                </a:lnTo>
                <a:lnTo>
                  <a:pt x="3618533" y="58923"/>
                </a:lnTo>
                <a:lnTo>
                  <a:pt x="3618005" y="58869"/>
                </a:lnTo>
                <a:lnTo>
                  <a:pt x="3617501" y="58826"/>
                </a:lnTo>
                <a:lnTo>
                  <a:pt x="3617021" y="58792"/>
                </a:lnTo>
                <a:lnTo>
                  <a:pt x="3616565" y="58767"/>
                </a:lnTo>
                <a:lnTo>
                  <a:pt x="3616134" y="58753"/>
                </a:lnTo>
                <a:lnTo>
                  <a:pt x="3615727" y="58748"/>
                </a:lnTo>
                <a:lnTo>
                  <a:pt x="3614210" y="58798"/>
                </a:lnTo>
                <a:lnTo>
                  <a:pt x="3612697" y="58947"/>
                </a:lnTo>
                <a:lnTo>
                  <a:pt x="3611190" y="59196"/>
                </a:lnTo>
                <a:lnTo>
                  <a:pt x="3609687" y="59544"/>
                </a:lnTo>
                <a:lnTo>
                  <a:pt x="3608189" y="59992"/>
                </a:lnTo>
                <a:lnTo>
                  <a:pt x="3606696" y="60540"/>
                </a:lnTo>
                <a:lnTo>
                  <a:pt x="3605208" y="61187"/>
                </a:lnTo>
                <a:lnTo>
                  <a:pt x="3603725" y="61934"/>
                </a:lnTo>
                <a:lnTo>
                  <a:pt x="3602246" y="62780"/>
                </a:lnTo>
                <a:lnTo>
                  <a:pt x="3600773" y="63726"/>
                </a:lnTo>
                <a:lnTo>
                  <a:pt x="3599304" y="64771"/>
                </a:lnTo>
                <a:lnTo>
                  <a:pt x="3597840" y="65916"/>
                </a:lnTo>
                <a:lnTo>
                  <a:pt x="3596382" y="67161"/>
                </a:lnTo>
                <a:lnTo>
                  <a:pt x="3594929" y="68505"/>
                </a:lnTo>
                <a:lnTo>
                  <a:pt x="3593483" y="69948"/>
                </a:lnTo>
                <a:lnTo>
                  <a:pt x="3592043" y="71491"/>
                </a:lnTo>
                <a:lnTo>
                  <a:pt x="3590609" y="73134"/>
                </a:lnTo>
                <a:lnTo>
                  <a:pt x="3589181" y="74876"/>
                </a:lnTo>
                <a:lnTo>
                  <a:pt x="3587759" y="76718"/>
                </a:lnTo>
                <a:lnTo>
                  <a:pt x="3586344" y="78659"/>
                </a:lnTo>
                <a:lnTo>
                  <a:pt x="3584934" y="80700"/>
                </a:lnTo>
                <a:lnTo>
                  <a:pt x="3583531" y="82841"/>
                </a:lnTo>
                <a:lnTo>
                  <a:pt x="3582133" y="85081"/>
                </a:lnTo>
                <a:lnTo>
                  <a:pt x="3580742" y="87420"/>
                </a:lnTo>
                <a:lnTo>
                  <a:pt x="3580742" y="144327"/>
                </a:lnTo>
                <a:lnTo>
                  <a:pt x="3564433" y="144327"/>
                </a:lnTo>
                <a:close/>
                <a:moveTo>
                  <a:pt x="3656088" y="96715"/>
                </a:moveTo>
                <a:lnTo>
                  <a:pt x="3751312" y="49103"/>
                </a:lnTo>
                <a:lnTo>
                  <a:pt x="3751312" y="64269"/>
                </a:lnTo>
                <a:lnTo>
                  <a:pt x="3686251" y="96603"/>
                </a:lnTo>
                <a:lnTo>
                  <a:pt x="3751312" y="129303"/>
                </a:lnTo>
                <a:lnTo>
                  <a:pt x="3751312" y="144327"/>
                </a:lnTo>
                <a:lnTo>
                  <a:pt x="3656088" y="96715"/>
                </a:lnTo>
                <a:close/>
                <a:moveTo>
                  <a:pt x="3807017" y="130648"/>
                </a:moveTo>
                <a:lnTo>
                  <a:pt x="3807017" y="25667"/>
                </a:lnTo>
                <a:lnTo>
                  <a:pt x="3805793" y="26634"/>
                </a:lnTo>
                <a:lnTo>
                  <a:pt x="3804574" y="27577"/>
                </a:lnTo>
                <a:lnTo>
                  <a:pt x="3803362" y="28496"/>
                </a:lnTo>
                <a:lnTo>
                  <a:pt x="3802155" y="29390"/>
                </a:lnTo>
                <a:lnTo>
                  <a:pt x="3800955" y="30260"/>
                </a:lnTo>
                <a:lnTo>
                  <a:pt x="3799761" y="31106"/>
                </a:lnTo>
                <a:lnTo>
                  <a:pt x="3798573" y="31927"/>
                </a:lnTo>
                <a:lnTo>
                  <a:pt x="3797391" y="32724"/>
                </a:lnTo>
                <a:lnTo>
                  <a:pt x="3796216" y="33496"/>
                </a:lnTo>
                <a:lnTo>
                  <a:pt x="3795046" y="34245"/>
                </a:lnTo>
                <a:lnTo>
                  <a:pt x="3793882" y="34969"/>
                </a:lnTo>
                <a:lnTo>
                  <a:pt x="3792725" y="35668"/>
                </a:lnTo>
                <a:lnTo>
                  <a:pt x="3791534" y="36356"/>
                </a:lnTo>
                <a:lnTo>
                  <a:pt x="3790272" y="37047"/>
                </a:lnTo>
                <a:lnTo>
                  <a:pt x="3788938" y="37740"/>
                </a:lnTo>
                <a:lnTo>
                  <a:pt x="3787532" y="38435"/>
                </a:lnTo>
                <a:lnTo>
                  <a:pt x="3786054" y="39133"/>
                </a:lnTo>
                <a:lnTo>
                  <a:pt x="3784504" y="39833"/>
                </a:lnTo>
                <a:lnTo>
                  <a:pt x="3782883" y="40536"/>
                </a:lnTo>
                <a:lnTo>
                  <a:pt x="3781189" y="41241"/>
                </a:lnTo>
                <a:lnTo>
                  <a:pt x="3779424" y="41948"/>
                </a:lnTo>
                <a:lnTo>
                  <a:pt x="3777587" y="42658"/>
                </a:lnTo>
                <a:lnTo>
                  <a:pt x="3775678" y="43371"/>
                </a:lnTo>
                <a:lnTo>
                  <a:pt x="3773697" y="44086"/>
                </a:lnTo>
                <a:lnTo>
                  <a:pt x="3773697" y="29358"/>
                </a:lnTo>
                <a:lnTo>
                  <a:pt x="3776862" y="27966"/>
                </a:lnTo>
                <a:lnTo>
                  <a:pt x="3779957" y="26507"/>
                </a:lnTo>
                <a:lnTo>
                  <a:pt x="3782981" y="24982"/>
                </a:lnTo>
                <a:lnTo>
                  <a:pt x="3785934" y="23390"/>
                </a:lnTo>
                <a:lnTo>
                  <a:pt x="3788817" y="21730"/>
                </a:lnTo>
                <a:lnTo>
                  <a:pt x="3791629" y="20004"/>
                </a:lnTo>
                <a:lnTo>
                  <a:pt x="3794370" y="18211"/>
                </a:lnTo>
                <a:lnTo>
                  <a:pt x="3797041" y="16351"/>
                </a:lnTo>
                <a:lnTo>
                  <a:pt x="3799641" y="14424"/>
                </a:lnTo>
                <a:lnTo>
                  <a:pt x="3802170" y="12431"/>
                </a:lnTo>
                <a:lnTo>
                  <a:pt x="3804629" y="10370"/>
                </a:lnTo>
                <a:lnTo>
                  <a:pt x="3807017" y="8242"/>
                </a:lnTo>
                <a:lnTo>
                  <a:pt x="3823326" y="8242"/>
                </a:lnTo>
                <a:lnTo>
                  <a:pt x="3823326" y="130648"/>
                </a:lnTo>
                <a:lnTo>
                  <a:pt x="3856032" y="130648"/>
                </a:lnTo>
                <a:lnTo>
                  <a:pt x="3856032" y="144327"/>
                </a:lnTo>
                <a:lnTo>
                  <a:pt x="3773697" y="144327"/>
                </a:lnTo>
                <a:lnTo>
                  <a:pt x="3773697" y="130648"/>
                </a:lnTo>
                <a:lnTo>
                  <a:pt x="3807017" y="130648"/>
                </a:lnTo>
                <a:close/>
                <a:moveTo>
                  <a:pt x="3888326" y="144327"/>
                </a:moveTo>
                <a:lnTo>
                  <a:pt x="3869474" y="144327"/>
                </a:lnTo>
                <a:lnTo>
                  <a:pt x="3907950" y="93175"/>
                </a:lnTo>
                <a:lnTo>
                  <a:pt x="3872016" y="46297"/>
                </a:lnTo>
                <a:lnTo>
                  <a:pt x="3892885" y="46297"/>
                </a:lnTo>
                <a:lnTo>
                  <a:pt x="3918302" y="79417"/>
                </a:lnTo>
                <a:lnTo>
                  <a:pt x="3943215" y="46297"/>
                </a:lnTo>
                <a:lnTo>
                  <a:pt x="3961717" y="46297"/>
                </a:lnTo>
                <a:lnTo>
                  <a:pt x="3927728" y="91698"/>
                </a:lnTo>
                <a:lnTo>
                  <a:pt x="3968118" y="144327"/>
                </a:lnTo>
                <a:lnTo>
                  <a:pt x="3947161" y="144327"/>
                </a:lnTo>
                <a:lnTo>
                  <a:pt x="3917395" y="105497"/>
                </a:lnTo>
                <a:lnTo>
                  <a:pt x="3888326" y="144327"/>
                </a:lnTo>
                <a:close/>
                <a:moveTo>
                  <a:pt x="4067365" y="144327"/>
                </a:moveTo>
                <a:lnTo>
                  <a:pt x="3985030" y="144327"/>
                </a:lnTo>
                <a:lnTo>
                  <a:pt x="3985030" y="129322"/>
                </a:lnTo>
                <a:lnTo>
                  <a:pt x="3985046" y="128351"/>
                </a:lnTo>
                <a:lnTo>
                  <a:pt x="3985096" y="127369"/>
                </a:lnTo>
                <a:lnTo>
                  <a:pt x="3985178" y="126375"/>
                </a:lnTo>
                <a:lnTo>
                  <a:pt x="3985293" y="125370"/>
                </a:lnTo>
                <a:lnTo>
                  <a:pt x="3985441" y="124353"/>
                </a:lnTo>
                <a:lnTo>
                  <a:pt x="3985622" y="123324"/>
                </a:lnTo>
                <a:lnTo>
                  <a:pt x="3985836" y="122284"/>
                </a:lnTo>
                <a:lnTo>
                  <a:pt x="3986082" y="121232"/>
                </a:lnTo>
                <a:lnTo>
                  <a:pt x="3986362" y="120169"/>
                </a:lnTo>
                <a:lnTo>
                  <a:pt x="3986674" y="119094"/>
                </a:lnTo>
                <a:lnTo>
                  <a:pt x="3987019" y="118008"/>
                </a:lnTo>
                <a:lnTo>
                  <a:pt x="3987397" y="116910"/>
                </a:lnTo>
                <a:lnTo>
                  <a:pt x="3987822" y="115794"/>
                </a:lnTo>
                <a:lnTo>
                  <a:pt x="3988306" y="114656"/>
                </a:lnTo>
                <a:lnTo>
                  <a:pt x="3988850" y="113495"/>
                </a:lnTo>
                <a:lnTo>
                  <a:pt x="3989453" y="112312"/>
                </a:lnTo>
                <a:lnTo>
                  <a:pt x="3990116" y="111107"/>
                </a:lnTo>
                <a:lnTo>
                  <a:pt x="3990839" y="109878"/>
                </a:lnTo>
                <a:lnTo>
                  <a:pt x="3991621" y="108628"/>
                </a:lnTo>
                <a:lnTo>
                  <a:pt x="3992464" y="107354"/>
                </a:lnTo>
                <a:lnTo>
                  <a:pt x="3993365" y="106059"/>
                </a:lnTo>
                <a:lnTo>
                  <a:pt x="3994327" y="104740"/>
                </a:lnTo>
                <a:lnTo>
                  <a:pt x="3995348" y="103400"/>
                </a:lnTo>
                <a:lnTo>
                  <a:pt x="3996429" y="102036"/>
                </a:lnTo>
                <a:lnTo>
                  <a:pt x="3997545" y="100666"/>
                </a:lnTo>
                <a:lnTo>
                  <a:pt x="3998672" y="99304"/>
                </a:lnTo>
                <a:lnTo>
                  <a:pt x="3999810" y="97952"/>
                </a:lnTo>
                <a:lnTo>
                  <a:pt x="4000959" y="96608"/>
                </a:lnTo>
                <a:lnTo>
                  <a:pt x="4002119" y="95273"/>
                </a:lnTo>
                <a:lnTo>
                  <a:pt x="4003290" y="93946"/>
                </a:lnTo>
                <a:lnTo>
                  <a:pt x="4004472" y="92628"/>
                </a:lnTo>
                <a:lnTo>
                  <a:pt x="4005665" y="91319"/>
                </a:lnTo>
                <a:lnTo>
                  <a:pt x="4006869" y="90019"/>
                </a:lnTo>
                <a:lnTo>
                  <a:pt x="4008083" y="88728"/>
                </a:lnTo>
                <a:lnTo>
                  <a:pt x="4009309" y="87445"/>
                </a:lnTo>
                <a:lnTo>
                  <a:pt x="4010546" y="86171"/>
                </a:lnTo>
                <a:lnTo>
                  <a:pt x="4019840" y="76718"/>
                </a:lnTo>
                <a:lnTo>
                  <a:pt x="4020354" y="76183"/>
                </a:lnTo>
                <a:lnTo>
                  <a:pt x="4020961" y="75543"/>
                </a:lnTo>
                <a:lnTo>
                  <a:pt x="4021660" y="74797"/>
                </a:lnTo>
                <a:lnTo>
                  <a:pt x="4022451" y="73946"/>
                </a:lnTo>
                <a:lnTo>
                  <a:pt x="4023335" y="72988"/>
                </a:lnTo>
                <a:lnTo>
                  <a:pt x="4024312" y="71925"/>
                </a:lnTo>
                <a:lnTo>
                  <a:pt x="4025381" y="70756"/>
                </a:lnTo>
                <a:lnTo>
                  <a:pt x="4026543" y="69481"/>
                </a:lnTo>
                <a:lnTo>
                  <a:pt x="4027798" y="68101"/>
                </a:lnTo>
                <a:lnTo>
                  <a:pt x="4029144" y="66614"/>
                </a:lnTo>
                <a:lnTo>
                  <a:pt x="4030584" y="65022"/>
                </a:lnTo>
                <a:lnTo>
                  <a:pt x="4032116" y="63324"/>
                </a:lnTo>
                <a:lnTo>
                  <a:pt x="4033650" y="61607"/>
                </a:lnTo>
                <a:lnTo>
                  <a:pt x="4035094" y="59958"/>
                </a:lnTo>
                <a:lnTo>
                  <a:pt x="4036448" y="58378"/>
                </a:lnTo>
                <a:lnTo>
                  <a:pt x="4037713" y="56865"/>
                </a:lnTo>
                <a:lnTo>
                  <a:pt x="4038889" y="55420"/>
                </a:lnTo>
                <a:lnTo>
                  <a:pt x="4039975" y="54044"/>
                </a:lnTo>
                <a:lnTo>
                  <a:pt x="4040971" y="52735"/>
                </a:lnTo>
                <a:lnTo>
                  <a:pt x="4041878" y="51495"/>
                </a:lnTo>
                <a:lnTo>
                  <a:pt x="4042696" y="50323"/>
                </a:lnTo>
                <a:lnTo>
                  <a:pt x="4043424" y="49219"/>
                </a:lnTo>
                <a:lnTo>
                  <a:pt x="4044062" y="48183"/>
                </a:lnTo>
                <a:lnTo>
                  <a:pt x="4044611" y="47215"/>
                </a:lnTo>
                <a:lnTo>
                  <a:pt x="4045094" y="46282"/>
                </a:lnTo>
                <a:lnTo>
                  <a:pt x="4045535" y="45352"/>
                </a:lnTo>
                <a:lnTo>
                  <a:pt x="4045934" y="44424"/>
                </a:lnTo>
                <a:lnTo>
                  <a:pt x="4046291" y="43499"/>
                </a:lnTo>
                <a:lnTo>
                  <a:pt x="4046607" y="42576"/>
                </a:lnTo>
                <a:lnTo>
                  <a:pt x="4046880" y="41656"/>
                </a:lnTo>
                <a:lnTo>
                  <a:pt x="4047111" y="40738"/>
                </a:lnTo>
                <a:lnTo>
                  <a:pt x="4047300" y="39823"/>
                </a:lnTo>
                <a:lnTo>
                  <a:pt x="4047447" y="38910"/>
                </a:lnTo>
                <a:lnTo>
                  <a:pt x="4047552" y="37999"/>
                </a:lnTo>
                <a:lnTo>
                  <a:pt x="4047615" y="37091"/>
                </a:lnTo>
                <a:lnTo>
                  <a:pt x="4047636" y="36186"/>
                </a:lnTo>
                <a:lnTo>
                  <a:pt x="4047587" y="34754"/>
                </a:lnTo>
                <a:lnTo>
                  <a:pt x="4047441" y="33378"/>
                </a:lnTo>
                <a:lnTo>
                  <a:pt x="4047198" y="32058"/>
                </a:lnTo>
                <a:lnTo>
                  <a:pt x="4046857" y="30792"/>
                </a:lnTo>
                <a:lnTo>
                  <a:pt x="4046418" y="29582"/>
                </a:lnTo>
                <a:lnTo>
                  <a:pt x="4045882" y="28427"/>
                </a:lnTo>
                <a:lnTo>
                  <a:pt x="4045249" y="27328"/>
                </a:lnTo>
                <a:lnTo>
                  <a:pt x="4044518" y="26284"/>
                </a:lnTo>
                <a:lnTo>
                  <a:pt x="4043690" y="25295"/>
                </a:lnTo>
                <a:lnTo>
                  <a:pt x="4042765" y="24362"/>
                </a:lnTo>
                <a:lnTo>
                  <a:pt x="4041742" y="23483"/>
                </a:lnTo>
                <a:lnTo>
                  <a:pt x="4040621" y="22661"/>
                </a:lnTo>
                <a:lnTo>
                  <a:pt x="4039440" y="21898"/>
                </a:lnTo>
                <a:lnTo>
                  <a:pt x="4038234" y="21202"/>
                </a:lnTo>
                <a:lnTo>
                  <a:pt x="4037004" y="20572"/>
                </a:lnTo>
                <a:lnTo>
                  <a:pt x="4035750" y="20009"/>
                </a:lnTo>
                <a:lnTo>
                  <a:pt x="4034471" y="19512"/>
                </a:lnTo>
                <a:lnTo>
                  <a:pt x="4033168" y="19081"/>
                </a:lnTo>
                <a:lnTo>
                  <a:pt x="4031841" y="18716"/>
                </a:lnTo>
                <a:lnTo>
                  <a:pt x="4030489" y="18418"/>
                </a:lnTo>
                <a:lnTo>
                  <a:pt x="4029113" y="18186"/>
                </a:lnTo>
                <a:lnTo>
                  <a:pt x="4027712" y="18020"/>
                </a:lnTo>
                <a:lnTo>
                  <a:pt x="4026287" y="17921"/>
                </a:lnTo>
                <a:lnTo>
                  <a:pt x="4024838" y="17887"/>
                </a:lnTo>
                <a:lnTo>
                  <a:pt x="4023997" y="17895"/>
                </a:lnTo>
                <a:lnTo>
                  <a:pt x="4023139" y="17919"/>
                </a:lnTo>
                <a:lnTo>
                  <a:pt x="4022265" y="17959"/>
                </a:lnTo>
                <a:lnTo>
                  <a:pt x="4021375" y="18014"/>
                </a:lnTo>
                <a:lnTo>
                  <a:pt x="4020468" y="18085"/>
                </a:lnTo>
                <a:lnTo>
                  <a:pt x="4019544" y="18172"/>
                </a:lnTo>
                <a:lnTo>
                  <a:pt x="4018604" y="18275"/>
                </a:lnTo>
                <a:lnTo>
                  <a:pt x="4017648" y="18394"/>
                </a:lnTo>
                <a:lnTo>
                  <a:pt x="4016675" y="18529"/>
                </a:lnTo>
                <a:lnTo>
                  <a:pt x="4015686" y="18679"/>
                </a:lnTo>
                <a:lnTo>
                  <a:pt x="4014681" y="18845"/>
                </a:lnTo>
                <a:lnTo>
                  <a:pt x="4013659" y="19027"/>
                </a:lnTo>
                <a:lnTo>
                  <a:pt x="4012639" y="19220"/>
                </a:lnTo>
                <a:lnTo>
                  <a:pt x="4011641" y="19417"/>
                </a:lnTo>
                <a:lnTo>
                  <a:pt x="4010664" y="19621"/>
                </a:lnTo>
                <a:lnTo>
                  <a:pt x="4009708" y="19829"/>
                </a:lnTo>
                <a:lnTo>
                  <a:pt x="4008774" y="20043"/>
                </a:lnTo>
                <a:lnTo>
                  <a:pt x="4007861" y="20263"/>
                </a:lnTo>
                <a:lnTo>
                  <a:pt x="4006969" y="20488"/>
                </a:lnTo>
                <a:lnTo>
                  <a:pt x="4006098" y="20719"/>
                </a:lnTo>
                <a:lnTo>
                  <a:pt x="4005249" y="20955"/>
                </a:lnTo>
                <a:lnTo>
                  <a:pt x="4004421" y="21197"/>
                </a:lnTo>
                <a:lnTo>
                  <a:pt x="4003615" y="21444"/>
                </a:lnTo>
                <a:lnTo>
                  <a:pt x="4002830" y="21696"/>
                </a:lnTo>
                <a:lnTo>
                  <a:pt x="4002015" y="21974"/>
                </a:lnTo>
                <a:lnTo>
                  <a:pt x="4001120" y="22296"/>
                </a:lnTo>
                <a:lnTo>
                  <a:pt x="4000144" y="22662"/>
                </a:lnTo>
                <a:lnTo>
                  <a:pt x="3999089" y="23072"/>
                </a:lnTo>
                <a:lnTo>
                  <a:pt x="3997952" y="23527"/>
                </a:lnTo>
                <a:lnTo>
                  <a:pt x="3996736" y="24027"/>
                </a:lnTo>
                <a:lnTo>
                  <a:pt x="3995439" y="24570"/>
                </a:lnTo>
                <a:lnTo>
                  <a:pt x="3994061" y="25158"/>
                </a:lnTo>
                <a:lnTo>
                  <a:pt x="3992604" y="25791"/>
                </a:lnTo>
                <a:lnTo>
                  <a:pt x="3991065" y="26468"/>
                </a:lnTo>
                <a:lnTo>
                  <a:pt x="3989447" y="27189"/>
                </a:lnTo>
                <a:lnTo>
                  <a:pt x="3987748" y="27955"/>
                </a:lnTo>
                <a:lnTo>
                  <a:pt x="3987748" y="13476"/>
                </a:lnTo>
                <a:lnTo>
                  <a:pt x="3989590" y="12616"/>
                </a:lnTo>
                <a:lnTo>
                  <a:pt x="3991432" y="11802"/>
                </a:lnTo>
                <a:lnTo>
                  <a:pt x="3993275" y="11035"/>
                </a:lnTo>
                <a:lnTo>
                  <a:pt x="3995118" y="10313"/>
                </a:lnTo>
                <a:lnTo>
                  <a:pt x="3996963" y="9637"/>
                </a:lnTo>
                <a:lnTo>
                  <a:pt x="3998807" y="9007"/>
                </a:lnTo>
                <a:lnTo>
                  <a:pt x="4000653" y="8424"/>
                </a:lnTo>
                <a:lnTo>
                  <a:pt x="4002498" y="7886"/>
                </a:lnTo>
                <a:lnTo>
                  <a:pt x="4004345" y="7394"/>
                </a:lnTo>
                <a:lnTo>
                  <a:pt x="4006192" y="6949"/>
                </a:lnTo>
                <a:lnTo>
                  <a:pt x="4008040" y="6549"/>
                </a:lnTo>
                <a:lnTo>
                  <a:pt x="4009888" y="6195"/>
                </a:lnTo>
                <a:lnTo>
                  <a:pt x="4011710" y="5878"/>
                </a:lnTo>
                <a:lnTo>
                  <a:pt x="4013477" y="5588"/>
                </a:lnTo>
                <a:lnTo>
                  <a:pt x="4015190" y="5326"/>
                </a:lnTo>
                <a:lnTo>
                  <a:pt x="4016849" y="5092"/>
                </a:lnTo>
                <a:lnTo>
                  <a:pt x="4018454" y="4885"/>
                </a:lnTo>
                <a:lnTo>
                  <a:pt x="4020005" y="4705"/>
                </a:lnTo>
                <a:lnTo>
                  <a:pt x="4021501" y="4554"/>
                </a:lnTo>
                <a:lnTo>
                  <a:pt x="4022943" y="4430"/>
                </a:lnTo>
                <a:lnTo>
                  <a:pt x="4024331" y="4333"/>
                </a:lnTo>
                <a:lnTo>
                  <a:pt x="4025665" y="4264"/>
                </a:lnTo>
                <a:lnTo>
                  <a:pt x="4026945" y="4223"/>
                </a:lnTo>
                <a:lnTo>
                  <a:pt x="4028170" y="4209"/>
                </a:lnTo>
                <a:lnTo>
                  <a:pt x="4029927" y="4233"/>
                </a:lnTo>
                <a:lnTo>
                  <a:pt x="4031659" y="4305"/>
                </a:lnTo>
                <a:lnTo>
                  <a:pt x="4033368" y="4425"/>
                </a:lnTo>
                <a:lnTo>
                  <a:pt x="4035053" y="4594"/>
                </a:lnTo>
                <a:lnTo>
                  <a:pt x="4036715" y="4811"/>
                </a:lnTo>
                <a:lnTo>
                  <a:pt x="4038352" y="5075"/>
                </a:lnTo>
                <a:lnTo>
                  <a:pt x="4039966" y="5388"/>
                </a:lnTo>
                <a:lnTo>
                  <a:pt x="4041557" y="5749"/>
                </a:lnTo>
                <a:lnTo>
                  <a:pt x="4043123" y="6159"/>
                </a:lnTo>
                <a:lnTo>
                  <a:pt x="4044666" y="6616"/>
                </a:lnTo>
                <a:lnTo>
                  <a:pt x="4046185" y="7121"/>
                </a:lnTo>
                <a:lnTo>
                  <a:pt x="4047680" y="7675"/>
                </a:lnTo>
                <a:lnTo>
                  <a:pt x="4049131" y="8279"/>
                </a:lnTo>
                <a:lnTo>
                  <a:pt x="4050520" y="8936"/>
                </a:lnTo>
                <a:lnTo>
                  <a:pt x="4051845" y="9645"/>
                </a:lnTo>
                <a:lnTo>
                  <a:pt x="4053106" y="10408"/>
                </a:lnTo>
                <a:lnTo>
                  <a:pt x="4054305" y="11224"/>
                </a:lnTo>
                <a:lnTo>
                  <a:pt x="4055440" y="12093"/>
                </a:lnTo>
                <a:lnTo>
                  <a:pt x="4056511" y="13015"/>
                </a:lnTo>
                <a:lnTo>
                  <a:pt x="4057520" y="13989"/>
                </a:lnTo>
                <a:lnTo>
                  <a:pt x="4058465" y="15017"/>
                </a:lnTo>
                <a:lnTo>
                  <a:pt x="4059347" y="16098"/>
                </a:lnTo>
                <a:lnTo>
                  <a:pt x="4060165" y="17232"/>
                </a:lnTo>
                <a:lnTo>
                  <a:pt x="4060920" y="18419"/>
                </a:lnTo>
                <a:lnTo>
                  <a:pt x="4061613" y="19639"/>
                </a:lnTo>
                <a:lnTo>
                  <a:pt x="4062246" y="20872"/>
                </a:lnTo>
                <a:lnTo>
                  <a:pt x="4062819" y="22118"/>
                </a:lnTo>
                <a:lnTo>
                  <a:pt x="4063331" y="23378"/>
                </a:lnTo>
                <a:lnTo>
                  <a:pt x="4063783" y="24652"/>
                </a:lnTo>
                <a:lnTo>
                  <a:pt x="4064175" y="25939"/>
                </a:lnTo>
                <a:lnTo>
                  <a:pt x="4064507" y="27239"/>
                </a:lnTo>
                <a:lnTo>
                  <a:pt x="4064778" y="28553"/>
                </a:lnTo>
                <a:lnTo>
                  <a:pt x="4064989" y="29880"/>
                </a:lnTo>
                <a:lnTo>
                  <a:pt x="4065140" y="31220"/>
                </a:lnTo>
                <a:lnTo>
                  <a:pt x="4065230" y="32574"/>
                </a:lnTo>
                <a:lnTo>
                  <a:pt x="4065260" y="33942"/>
                </a:lnTo>
                <a:lnTo>
                  <a:pt x="4065222" y="35480"/>
                </a:lnTo>
                <a:lnTo>
                  <a:pt x="4065106" y="37024"/>
                </a:lnTo>
                <a:lnTo>
                  <a:pt x="4064912" y="38574"/>
                </a:lnTo>
                <a:lnTo>
                  <a:pt x="4064642" y="40130"/>
                </a:lnTo>
                <a:lnTo>
                  <a:pt x="4064294" y="41692"/>
                </a:lnTo>
                <a:lnTo>
                  <a:pt x="4063868" y="43261"/>
                </a:lnTo>
                <a:lnTo>
                  <a:pt x="4063366" y="44835"/>
                </a:lnTo>
                <a:lnTo>
                  <a:pt x="4062786" y="46416"/>
                </a:lnTo>
                <a:lnTo>
                  <a:pt x="4062128" y="48003"/>
                </a:lnTo>
                <a:lnTo>
                  <a:pt x="4061394" y="49595"/>
                </a:lnTo>
                <a:lnTo>
                  <a:pt x="4060582" y="51194"/>
                </a:lnTo>
                <a:lnTo>
                  <a:pt x="4059692" y="52799"/>
                </a:lnTo>
                <a:lnTo>
                  <a:pt x="4058696" y="54445"/>
                </a:lnTo>
                <a:lnTo>
                  <a:pt x="4057562" y="56168"/>
                </a:lnTo>
                <a:lnTo>
                  <a:pt x="4056292" y="57967"/>
                </a:lnTo>
                <a:lnTo>
                  <a:pt x="4054884" y="59842"/>
                </a:lnTo>
                <a:lnTo>
                  <a:pt x="4053340" y="61794"/>
                </a:lnTo>
                <a:lnTo>
                  <a:pt x="4051658" y="63822"/>
                </a:lnTo>
                <a:lnTo>
                  <a:pt x="4049840" y="65926"/>
                </a:lnTo>
                <a:lnTo>
                  <a:pt x="4047884" y="68107"/>
                </a:lnTo>
                <a:lnTo>
                  <a:pt x="4045792" y="70364"/>
                </a:lnTo>
                <a:lnTo>
                  <a:pt x="4043562" y="72698"/>
                </a:lnTo>
                <a:lnTo>
                  <a:pt x="4041196" y="75108"/>
                </a:lnTo>
                <a:lnTo>
                  <a:pt x="4038692" y="77594"/>
                </a:lnTo>
                <a:lnTo>
                  <a:pt x="4028696" y="87486"/>
                </a:lnTo>
                <a:lnTo>
                  <a:pt x="4020279" y="95715"/>
                </a:lnTo>
                <a:lnTo>
                  <a:pt x="4018970" y="97054"/>
                </a:lnTo>
                <a:lnTo>
                  <a:pt x="4017704" y="98385"/>
                </a:lnTo>
                <a:lnTo>
                  <a:pt x="4016481" y="99710"/>
                </a:lnTo>
                <a:lnTo>
                  <a:pt x="4015300" y="101027"/>
                </a:lnTo>
                <a:lnTo>
                  <a:pt x="4014162" y="102337"/>
                </a:lnTo>
                <a:lnTo>
                  <a:pt x="4013067" y="103639"/>
                </a:lnTo>
                <a:lnTo>
                  <a:pt x="4012014" y="104934"/>
                </a:lnTo>
                <a:lnTo>
                  <a:pt x="4011004" y="106222"/>
                </a:lnTo>
                <a:lnTo>
                  <a:pt x="4010036" y="107503"/>
                </a:lnTo>
                <a:lnTo>
                  <a:pt x="4009111" y="108776"/>
                </a:lnTo>
                <a:lnTo>
                  <a:pt x="4008229" y="110042"/>
                </a:lnTo>
                <a:lnTo>
                  <a:pt x="4007389" y="111301"/>
                </a:lnTo>
                <a:lnTo>
                  <a:pt x="4006601" y="112575"/>
                </a:lnTo>
                <a:lnTo>
                  <a:pt x="4005874" y="113890"/>
                </a:lnTo>
                <a:lnTo>
                  <a:pt x="4005208" y="115245"/>
                </a:lnTo>
                <a:lnTo>
                  <a:pt x="4004603" y="116640"/>
                </a:lnTo>
                <a:lnTo>
                  <a:pt x="4004058" y="118075"/>
                </a:lnTo>
                <a:lnTo>
                  <a:pt x="4003575" y="119550"/>
                </a:lnTo>
                <a:lnTo>
                  <a:pt x="4003152" y="121066"/>
                </a:lnTo>
                <a:lnTo>
                  <a:pt x="4002791" y="122621"/>
                </a:lnTo>
                <a:lnTo>
                  <a:pt x="4002490" y="124217"/>
                </a:lnTo>
                <a:lnTo>
                  <a:pt x="4002250" y="125853"/>
                </a:lnTo>
                <a:lnTo>
                  <a:pt x="4002071" y="127529"/>
                </a:lnTo>
                <a:lnTo>
                  <a:pt x="4001953" y="129246"/>
                </a:lnTo>
                <a:lnTo>
                  <a:pt x="4067365" y="129246"/>
                </a:lnTo>
                <a:lnTo>
                  <a:pt x="4067365" y="144327"/>
                </a:lnTo>
                <a:close/>
                <a:moveTo>
                  <a:pt x="4103082" y="144327"/>
                </a:moveTo>
                <a:lnTo>
                  <a:pt x="4084230" y="144327"/>
                </a:lnTo>
                <a:lnTo>
                  <a:pt x="4122707" y="93175"/>
                </a:lnTo>
                <a:lnTo>
                  <a:pt x="4086773" y="46297"/>
                </a:lnTo>
                <a:lnTo>
                  <a:pt x="4107642" y="46297"/>
                </a:lnTo>
                <a:lnTo>
                  <a:pt x="4133059" y="79417"/>
                </a:lnTo>
                <a:lnTo>
                  <a:pt x="4157972" y="46297"/>
                </a:lnTo>
                <a:lnTo>
                  <a:pt x="4176474" y="46297"/>
                </a:lnTo>
                <a:lnTo>
                  <a:pt x="4142485" y="91698"/>
                </a:lnTo>
                <a:lnTo>
                  <a:pt x="4182874" y="144327"/>
                </a:lnTo>
                <a:lnTo>
                  <a:pt x="4161918" y="144327"/>
                </a:lnTo>
                <a:lnTo>
                  <a:pt x="4132152" y="105497"/>
                </a:lnTo>
                <a:lnTo>
                  <a:pt x="4103082" y="144327"/>
                </a:lnTo>
                <a:close/>
                <a:moveTo>
                  <a:pt x="4282075" y="144327"/>
                </a:moveTo>
                <a:lnTo>
                  <a:pt x="4199740" y="144327"/>
                </a:lnTo>
                <a:lnTo>
                  <a:pt x="4199740" y="129322"/>
                </a:lnTo>
                <a:lnTo>
                  <a:pt x="4199757" y="128351"/>
                </a:lnTo>
                <a:lnTo>
                  <a:pt x="4199806" y="127369"/>
                </a:lnTo>
                <a:lnTo>
                  <a:pt x="4199888" y="126375"/>
                </a:lnTo>
                <a:lnTo>
                  <a:pt x="4200003" y="125370"/>
                </a:lnTo>
                <a:lnTo>
                  <a:pt x="4200151" y="124353"/>
                </a:lnTo>
                <a:lnTo>
                  <a:pt x="4200332" y="123324"/>
                </a:lnTo>
                <a:lnTo>
                  <a:pt x="4200546" y="122284"/>
                </a:lnTo>
                <a:lnTo>
                  <a:pt x="4200792" y="121232"/>
                </a:lnTo>
                <a:lnTo>
                  <a:pt x="4201072" y="120169"/>
                </a:lnTo>
                <a:lnTo>
                  <a:pt x="4201384" y="119094"/>
                </a:lnTo>
                <a:lnTo>
                  <a:pt x="4201730" y="118008"/>
                </a:lnTo>
                <a:lnTo>
                  <a:pt x="4202108" y="116910"/>
                </a:lnTo>
                <a:lnTo>
                  <a:pt x="4202532" y="115794"/>
                </a:lnTo>
                <a:lnTo>
                  <a:pt x="4203016" y="114656"/>
                </a:lnTo>
                <a:lnTo>
                  <a:pt x="4203560" y="113495"/>
                </a:lnTo>
                <a:lnTo>
                  <a:pt x="4204163" y="112312"/>
                </a:lnTo>
                <a:lnTo>
                  <a:pt x="4204826" y="111107"/>
                </a:lnTo>
                <a:lnTo>
                  <a:pt x="4205549" y="109878"/>
                </a:lnTo>
                <a:lnTo>
                  <a:pt x="4206332" y="108628"/>
                </a:lnTo>
                <a:lnTo>
                  <a:pt x="4207174" y="107354"/>
                </a:lnTo>
                <a:lnTo>
                  <a:pt x="4208076" y="106059"/>
                </a:lnTo>
                <a:lnTo>
                  <a:pt x="4209037" y="104740"/>
                </a:lnTo>
                <a:lnTo>
                  <a:pt x="4210058" y="103400"/>
                </a:lnTo>
                <a:lnTo>
                  <a:pt x="4211139" y="102036"/>
                </a:lnTo>
                <a:lnTo>
                  <a:pt x="4212255" y="100666"/>
                </a:lnTo>
                <a:lnTo>
                  <a:pt x="4213382" y="99304"/>
                </a:lnTo>
                <a:lnTo>
                  <a:pt x="4214520" y="97952"/>
                </a:lnTo>
                <a:lnTo>
                  <a:pt x="4215669" y="96608"/>
                </a:lnTo>
                <a:lnTo>
                  <a:pt x="4216829" y="95273"/>
                </a:lnTo>
                <a:lnTo>
                  <a:pt x="4218000" y="93946"/>
                </a:lnTo>
                <a:lnTo>
                  <a:pt x="4219182" y="92628"/>
                </a:lnTo>
                <a:lnTo>
                  <a:pt x="4220375" y="91319"/>
                </a:lnTo>
                <a:lnTo>
                  <a:pt x="4221579" y="90019"/>
                </a:lnTo>
                <a:lnTo>
                  <a:pt x="4222794" y="88728"/>
                </a:lnTo>
                <a:lnTo>
                  <a:pt x="4224019" y="87445"/>
                </a:lnTo>
                <a:lnTo>
                  <a:pt x="4225256" y="86171"/>
                </a:lnTo>
                <a:lnTo>
                  <a:pt x="4234551" y="76718"/>
                </a:lnTo>
                <a:lnTo>
                  <a:pt x="4235064" y="76183"/>
                </a:lnTo>
                <a:lnTo>
                  <a:pt x="4235671" y="75543"/>
                </a:lnTo>
                <a:lnTo>
                  <a:pt x="4236370" y="74797"/>
                </a:lnTo>
                <a:lnTo>
                  <a:pt x="4237162" y="73946"/>
                </a:lnTo>
                <a:lnTo>
                  <a:pt x="4238046" y="72988"/>
                </a:lnTo>
                <a:lnTo>
                  <a:pt x="4239022" y="71925"/>
                </a:lnTo>
                <a:lnTo>
                  <a:pt x="4240092" y="70756"/>
                </a:lnTo>
                <a:lnTo>
                  <a:pt x="4241253" y="69481"/>
                </a:lnTo>
                <a:lnTo>
                  <a:pt x="4242508" y="68101"/>
                </a:lnTo>
                <a:lnTo>
                  <a:pt x="4243855" y="66614"/>
                </a:lnTo>
                <a:lnTo>
                  <a:pt x="4245294" y="65022"/>
                </a:lnTo>
                <a:lnTo>
                  <a:pt x="4246826" y="63324"/>
                </a:lnTo>
                <a:lnTo>
                  <a:pt x="4248360" y="61607"/>
                </a:lnTo>
                <a:lnTo>
                  <a:pt x="4249804" y="59958"/>
                </a:lnTo>
                <a:lnTo>
                  <a:pt x="4251158" y="58378"/>
                </a:lnTo>
                <a:lnTo>
                  <a:pt x="4252423" y="56865"/>
                </a:lnTo>
                <a:lnTo>
                  <a:pt x="4253599" y="55420"/>
                </a:lnTo>
                <a:lnTo>
                  <a:pt x="4254685" y="54044"/>
                </a:lnTo>
                <a:lnTo>
                  <a:pt x="4255681" y="52735"/>
                </a:lnTo>
                <a:lnTo>
                  <a:pt x="4256588" y="51495"/>
                </a:lnTo>
                <a:lnTo>
                  <a:pt x="4257406" y="50323"/>
                </a:lnTo>
                <a:lnTo>
                  <a:pt x="4258134" y="49219"/>
                </a:lnTo>
                <a:lnTo>
                  <a:pt x="4258772" y="48183"/>
                </a:lnTo>
                <a:lnTo>
                  <a:pt x="4259321" y="47215"/>
                </a:lnTo>
                <a:lnTo>
                  <a:pt x="4259804" y="46282"/>
                </a:lnTo>
                <a:lnTo>
                  <a:pt x="4260245" y="45352"/>
                </a:lnTo>
                <a:lnTo>
                  <a:pt x="4260645" y="44424"/>
                </a:lnTo>
                <a:lnTo>
                  <a:pt x="4261002" y="43499"/>
                </a:lnTo>
                <a:lnTo>
                  <a:pt x="4261317" y="42576"/>
                </a:lnTo>
                <a:lnTo>
                  <a:pt x="4261590" y="41656"/>
                </a:lnTo>
                <a:lnTo>
                  <a:pt x="4261821" y="40738"/>
                </a:lnTo>
                <a:lnTo>
                  <a:pt x="4262010" y="39823"/>
                </a:lnTo>
                <a:lnTo>
                  <a:pt x="4262157" y="38910"/>
                </a:lnTo>
                <a:lnTo>
                  <a:pt x="4262262" y="37999"/>
                </a:lnTo>
                <a:lnTo>
                  <a:pt x="4262325" y="37091"/>
                </a:lnTo>
                <a:lnTo>
                  <a:pt x="4262346" y="36186"/>
                </a:lnTo>
                <a:lnTo>
                  <a:pt x="4262298" y="34754"/>
                </a:lnTo>
                <a:lnTo>
                  <a:pt x="4262151" y="33378"/>
                </a:lnTo>
                <a:lnTo>
                  <a:pt x="4261908" y="32058"/>
                </a:lnTo>
                <a:lnTo>
                  <a:pt x="4261567" y="30792"/>
                </a:lnTo>
                <a:lnTo>
                  <a:pt x="4261128" y="29582"/>
                </a:lnTo>
                <a:lnTo>
                  <a:pt x="4260593" y="28427"/>
                </a:lnTo>
                <a:lnTo>
                  <a:pt x="4259959" y="27328"/>
                </a:lnTo>
                <a:lnTo>
                  <a:pt x="4259229" y="26284"/>
                </a:lnTo>
                <a:lnTo>
                  <a:pt x="4258400" y="25295"/>
                </a:lnTo>
                <a:lnTo>
                  <a:pt x="4257475" y="24362"/>
                </a:lnTo>
                <a:lnTo>
                  <a:pt x="4256452" y="23483"/>
                </a:lnTo>
                <a:lnTo>
                  <a:pt x="4255332" y="22661"/>
                </a:lnTo>
                <a:lnTo>
                  <a:pt x="4254150" y="21898"/>
                </a:lnTo>
                <a:lnTo>
                  <a:pt x="4252945" y="21202"/>
                </a:lnTo>
                <a:lnTo>
                  <a:pt x="4251715" y="20572"/>
                </a:lnTo>
                <a:lnTo>
                  <a:pt x="4250460" y="20009"/>
                </a:lnTo>
                <a:lnTo>
                  <a:pt x="4249182" y="19512"/>
                </a:lnTo>
                <a:lnTo>
                  <a:pt x="4247878" y="19081"/>
                </a:lnTo>
                <a:lnTo>
                  <a:pt x="4246551" y="18716"/>
                </a:lnTo>
                <a:lnTo>
                  <a:pt x="4245199" y="18418"/>
                </a:lnTo>
                <a:lnTo>
                  <a:pt x="4243823" y="18186"/>
                </a:lnTo>
                <a:lnTo>
                  <a:pt x="4242423" y="18020"/>
                </a:lnTo>
                <a:lnTo>
                  <a:pt x="4240998" y="17921"/>
                </a:lnTo>
                <a:lnTo>
                  <a:pt x="4239549" y="17887"/>
                </a:lnTo>
                <a:lnTo>
                  <a:pt x="4238707" y="17895"/>
                </a:lnTo>
                <a:lnTo>
                  <a:pt x="4237850" y="17919"/>
                </a:lnTo>
                <a:lnTo>
                  <a:pt x="4236976" y="17959"/>
                </a:lnTo>
                <a:lnTo>
                  <a:pt x="4236085" y="18014"/>
                </a:lnTo>
                <a:lnTo>
                  <a:pt x="4235178" y="18085"/>
                </a:lnTo>
                <a:lnTo>
                  <a:pt x="4234255" y="18172"/>
                </a:lnTo>
                <a:lnTo>
                  <a:pt x="4233315" y="18275"/>
                </a:lnTo>
                <a:lnTo>
                  <a:pt x="4232358" y="18394"/>
                </a:lnTo>
                <a:lnTo>
                  <a:pt x="4231386" y="18529"/>
                </a:lnTo>
                <a:lnTo>
                  <a:pt x="4230397" y="18679"/>
                </a:lnTo>
                <a:lnTo>
                  <a:pt x="4229391" y="18845"/>
                </a:lnTo>
                <a:lnTo>
                  <a:pt x="4228369" y="19027"/>
                </a:lnTo>
                <a:lnTo>
                  <a:pt x="4227349" y="19220"/>
                </a:lnTo>
                <a:lnTo>
                  <a:pt x="4226351" y="19417"/>
                </a:lnTo>
                <a:lnTo>
                  <a:pt x="4225374" y="19621"/>
                </a:lnTo>
                <a:lnTo>
                  <a:pt x="4224418" y="19829"/>
                </a:lnTo>
                <a:lnTo>
                  <a:pt x="4223484" y="20043"/>
                </a:lnTo>
                <a:lnTo>
                  <a:pt x="4222571" y="20263"/>
                </a:lnTo>
                <a:lnTo>
                  <a:pt x="4221679" y="20488"/>
                </a:lnTo>
                <a:lnTo>
                  <a:pt x="4220809" y="20719"/>
                </a:lnTo>
                <a:lnTo>
                  <a:pt x="4219959" y="20955"/>
                </a:lnTo>
                <a:lnTo>
                  <a:pt x="4219132" y="21197"/>
                </a:lnTo>
                <a:lnTo>
                  <a:pt x="4218325" y="21444"/>
                </a:lnTo>
                <a:lnTo>
                  <a:pt x="4217540" y="21696"/>
                </a:lnTo>
                <a:lnTo>
                  <a:pt x="4216725" y="21974"/>
                </a:lnTo>
                <a:lnTo>
                  <a:pt x="4215830" y="22296"/>
                </a:lnTo>
                <a:lnTo>
                  <a:pt x="4214855" y="22662"/>
                </a:lnTo>
                <a:lnTo>
                  <a:pt x="4213799" y="23072"/>
                </a:lnTo>
                <a:lnTo>
                  <a:pt x="4212663" y="23527"/>
                </a:lnTo>
                <a:lnTo>
                  <a:pt x="4211446" y="24027"/>
                </a:lnTo>
                <a:lnTo>
                  <a:pt x="4210149" y="24570"/>
                </a:lnTo>
                <a:lnTo>
                  <a:pt x="4208772" y="25158"/>
                </a:lnTo>
                <a:lnTo>
                  <a:pt x="4207314" y="25791"/>
                </a:lnTo>
                <a:lnTo>
                  <a:pt x="4205776" y="26468"/>
                </a:lnTo>
                <a:lnTo>
                  <a:pt x="4204157" y="27189"/>
                </a:lnTo>
                <a:lnTo>
                  <a:pt x="4202458" y="27955"/>
                </a:lnTo>
                <a:lnTo>
                  <a:pt x="4202458" y="13476"/>
                </a:lnTo>
                <a:lnTo>
                  <a:pt x="4204300" y="12616"/>
                </a:lnTo>
                <a:lnTo>
                  <a:pt x="4206142" y="11802"/>
                </a:lnTo>
                <a:lnTo>
                  <a:pt x="4207985" y="11035"/>
                </a:lnTo>
                <a:lnTo>
                  <a:pt x="4209829" y="10313"/>
                </a:lnTo>
                <a:lnTo>
                  <a:pt x="4211673" y="9637"/>
                </a:lnTo>
                <a:lnTo>
                  <a:pt x="4213517" y="9007"/>
                </a:lnTo>
                <a:lnTo>
                  <a:pt x="4215363" y="8424"/>
                </a:lnTo>
                <a:lnTo>
                  <a:pt x="4217209" y="7886"/>
                </a:lnTo>
                <a:lnTo>
                  <a:pt x="4219055" y="7394"/>
                </a:lnTo>
                <a:lnTo>
                  <a:pt x="4220902" y="6949"/>
                </a:lnTo>
                <a:lnTo>
                  <a:pt x="4222750" y="6549"/>
                </a:lnTo>
                <a:lnTo>
                  <a:pt x="4224598" y="6195"/>
                </a:lnTo>
                <a:lnTo>
                  <a:pt x="4226420" y="5878"/>
                </a:lnTo>
                <a:lnTo>
                  <a:pt x="4228187" y="5588"/>
                </a:lnTo>
                <a:lnTo>
                  <a:pt x="4229901" y="5326"/>
                </a:lnTo>
                <a:lnTo>
                  <a:pt x="4231560" y="5092"/>
                </a:lnTo>
                <a:lnTo>
                  <a:pt x="4233164" y="4885"/>
                </a:lnTo>
                <a:lnTo>
                  <a:pt x="4234715" y="4705"/>
                </a:lnTo>
                <a:lnTo>
                  <a:pt x="4236211" y="4554"/>
                </a:lnTo>
                <a:lnTo>
                  <a:pt x="4237654" y="4430"/>
                </a:lnTo>
                <a:lnTo>
                  <a:pt x="4239042" y="4333"/>
                </a:lnTo>
                <a:lnTo>
                  <a:pt x="4240375" y="4264"/>
                </a:lnTo>
                <a:lnTo>
                  <a:pt x="4241655" y="4223"/>
                </a:lnTo>
                <a:lnTo>
                  <a:pt x="4242880" y="4209"/>
                </a:lnTo>
                <a:lnTo>
                  <a:pt x="4244637" y="4233"/>
                </a:lnTo>
                <a:lnTo>
                  <a:pt x="4246370" y="4305"/>
                </a:lnTo>
                <a:lnTo>
                  <a:pt x="4248078" y="4425"/>
                </a:lnTo>
                <a:lnTo>
                  <a:pt x="4249764" y="4594"/>
                </a:lnTo>
                <a:lnTo>
                  <a:pt x="4251425" y="4811"/>
                </a:lnTo>
                <a:lnTo>
                  <a:pt x="4253063" y="5075"/>
                </a:lnTo>
                <a:lnTo>
                  <a:pt x="4254677" y="5388"/>
                </a:lnTo>
                <a:lnTo>
                  <a:pt x="4256267" y="5749"/>
                </a:lnTo>
                <a:lnTo>
                  <a:pt x="4257833" y="6159"/>
                </a:lnTo>
                <a:lnTo>
                  <a:pt x="4259376" y="6616"/>
                </a:lnTo>
                <a:lnTo>
                  <a:pt x="4260895" y="7121"/>
                </a:lnTo>
                <a:lnTo>
                  <a:pt x="4262390" y="7675"/>
                </a:lnTo>
                <a:lnTo>
                  <a:pt x="4263842" y="8279"/>
                </a:lnTo>
                <a:lnTo>
                  <a:pt x="4265230" y="8936"/>
                </a:lnTo>
                <a:lnTo>
                  <a:pt x="4266555" y="9645"/>
                </a:lnTo>
                <a:lnTo>
                  <a:pt x="4267817" y="10408"/>
                </a:lnTo>
                <a:lnTo>
                  <a:pt x="4269015" y="11224"/>
                </a:lnTo>
                <a:lnTo>
                  <a:pt x="4270150" y="12093"/>
                </a:lnTo>
                <a:lnTo>
                  <a:pt x="4271222" y="13015"/>
                </a:lnTo>
                <a:lnTo>
                  <a:pt x="4272230" y="13989"/>
                </a:lnTo>
                <a:lnTo>
                  <a:pt x="4273175" y="15017"/>
                </a:lnTo>
                <a:lnTo>
                  <a:pt x="4274057" y="16098"/>
                </a:lnTo>
                <a:lnTo>
                  <a:pt x="4274875" y="17232"/>
                </a:lnTo>
                <a:lnTo>
                  <a:pt x="4275630" y="18419"/>
                </a:lnTo>
                <a:lnTo>
                  <a:pt x="4276324" y="19639"/>
                </a:lnTo>
                <a:lnTo>
                  <a:pt x="4276956" y="20872"/>
                </a:lnTo>
                <a:lnTo>
                  <a:pt x="4277529" y="22118"/>
                </a:lnTo>
                <a:lnTo>
                  <a:pt x="4278042" y="23378"/>
                </a:lnTo>
                <a:lnTo>
                  <a:pt x="4278494" y="24652"/>
                </a:lnTo>
                <a:lnTo>
                  <a:pt x="4278886" y="25939"/>
                </a:lnTo>
                <a:lnTo>
                  <a:pt x="4279217" y="27239"/>
                </a:lnTo>
                <a:lnTo>
                  <a:pt x="4279488" y="28553"/>
                </a:lnTo>
                <a:lnTo>
                  <a:pt x="4279699" y="29880"/>
                </a:lnTo>
                <a:lnTo>
                  <a:pt x="4279850" y="31220"/>
                </a:lnTo>
                <a:lnTo>
                  <a:pt x="4279940" y="32574"/>
                </a:lnTo>
                <a:lnTo>
                  <a:pt x="4279971" y="33942"/>
                </a:lnTo>
                <a:lnTo>
                  <a:pt x="4279932" y="35480"/>
                </a:lnTo>
                <a:lnTo>
                  <a:pt x="4279816" y="37024"/>
                </a:lnTo>
                <a:lnTo>
                  <a:pt x="4279623" y="38574"/>
                </a:lnTo>
                <a:lnTo>
                  <a:pt x="4279352" y="40130"/>
                </a:lnTo>
                <a:lnTo>
                  <a:pt x="4279004" y="41692"/>
                </a:lnTo>
                <a:lnTo>
                  <a:pt x="4278579" y="43261"/>
                </a:lnTo>
                <a:lnTo>
                  <a:pt x="4278076" y="44835"/>
                </a:lnTo>
                <a:lnTo>
                  <a:pt x="4277496" y="46416"/>
                </a:lnTo>
                <a:lnTo>
                  <a:pt x="4276839" y="48003"/>
                </a:lnTo>
                <a:lnTo>
                  <a:pt x="4276104" y="49595"/>
                </a:lnTo>
                <a:lnTo>
                  <a:pt x="4275292" y="51194"/>
                </a:lnTo>
                <a:lnTo>
                  <a:pt x="4274403" y="52799"/>
                </a:lnTo>
                <a:lnTo>
                  <a:pt x="4273406" y="54445"/>
                </a:lnTo>
                <a:lnTo>
                  <a:pt x="4272273" y="56168"/>
                </a:lnTo>
                <a:lnTo>
                  <a:pt x="4271002" y="57967"/>
                </a:lnTo>
                <a:lnTo>
                  <a:pt x="4269595" y="59842"/>
                </a:lnTo>
                <a:lnTo>
                  <a:pt x="4268050" y="61794"/>
                </a:lnTo>
                <a:lnTo>
                  <a:pt x="4266369" y="63822"/>
                </a:lnTo>
                <a:lnTo>
                  <a:pt x="4264550" y="65926"/>
                </a:lnTo>
                <a:lnTo>
                  <a:pt x="4262595" y="68107"/>
                </a:lnTo>
                <a:lnTo>
                  <a:pt x="4260502" y="70364"/>
                </a:lnTo>
                <a:lnTo>
                  <a:pt x="4258273" y="72698"/>
                </a:lnTo>
                <a:lnTo>
                  <a:pt x="4255906" y="75108"/>
                </a:lnTo>
                <a:lnTo>
                  <a:pt x="4253403" y="77594"/>
                </a:lnTo>
                <a:lnTo>
                  <a:pt x="4243407" y="87486"/>
                </a:lnTo>
                <a:lnTo>
                  <a:pt x="4234989" y="95715"/>
                </a:lnTo>
                <a:lnTo>
                  <a:pt x="4233680" y="97054"/>
                </a:lnTo>
                <a:lnTo>
                  <a:pt x="4232414" y="98385"/>
                </a:lnTo>
                <a:lnTo>
                  <a:pt x="4231191" y="99710"/>
                </a:lnTo>
                <a:lnTo>
                  <a:pt x="4230010" y="101027"/>
                </a:lnTo>
                <a:lnTo>
                  <a:pt x="4228872" y="102337"/>
                </a:lnTo>
                <a:lnTo>
                  <a:pt x="4227777" y="103639"/>
                </a:lnTo>
                <a:lnTo>
                  <a:pt x="4226724" y="104934"/>
                </a:lnTo>
                <a:lnTo>
                  <a:pt x="4225714" y="106222"/>
                </a:lnTo>
                <a:lnTo>
                  <a:pt x="4224746" y="107503"/>
                </a:lnTo>
                <a:lnTo>
                  <a:pt x="4223821" y="108776"/>
                </a:lnTo>
                <a:lnTo>
                  <a:pt x="4222939" y="110042"/>
                </a:lnTo>
                <a:lnTo>
                  <a:pt x="4222099" y="111301"/>
                </a:lnTo>
                <a:lnTo>
                  <a:pt x="4221312" y="112575"/>
                </a:lnTo>
                <a:lnTo>
                  <a:pt x="4220585" y="113890"/>
                </a:lnTo>
                <a:lnTo>
                  <a:pt x="4219918" y="115245"/>
                </a:lnTo>
                <a:lnTo>
                  <a:pt x="4219313" y="116640"/>
                </a:lnTo>
                <a:lnTo>
                  <a:pt x="4218769" y="118075"/>
                </a:lnTo>
                <a:lnTo>
                  <a:pt x="4218285" y="119550"/>
                </a:lnTo>
                <a:lnTo>
                  <a:pt x="4217863" y="121066"/>
                </a:lnTo>
                <a:lnTo>
                  <a:pt x="4217501" y="122621"/>
                </a:lnTo>
                <a:lnTo>
                  <a:pt x="4217200" y="124217"/>
                </a:lnTo>
                <a:lnTo>
                  <a:pt x="4216960" y="125853"/>
                </a:lnTo>
                <a:lnTo>
                  <a:pt x="4216781" y="127529"/>
                </a:lnTo>
                <a:lnTo>
                  <a:pt x="4216663" y="129246"/>
                </a:lnTo>
                <a:lnTo>
                  <a:pt x="4282075" y="129246"/>
                </a:lnTo>
                <a:lnTo>
                  <a:pt x="4282075" y="144327"/>
                </a:lnTo>
                <a:close/>
                <a:moveTo>
                  <a:pt x="4317793" y="144327"/>
                </a:moveTo>
                <a:lnTo>
                  <a:pt x="4298941" y="144327"/>
                </a:lnTo>
                <a:lnTo>
                  <a:pt x="4337418" y="93175"/>
                </a:lnTo>
                <a:lnTo>
                  <a:pt x="4301484" y="46297"/>
                </a:lnTo>
                <a:lnTo>
                  <a:pt x="4322353" y="46297"/>
                </a:lnTo>
                <a:lnTo>
                  <a:pt x="4347770" y="79417"/>
                </a:lnTo>
                <a:lnTo>
                  <a:pt x="4372683" y="46297"/>
                </a:lnTo>
                <a:lnTo>
                  <a:pt x="4391184" y="46297"/>
                </a:lnTo>
                <a:lnTo>
                  <a:pt x="4357196" y="91698"/>
                </a:lnTo>
                <a:lnTo>
                  <a:pt x="4397585" y="144327"/>
                </a:lnTo>
                <a:lnTo>
                  <a:pt x="4376629" y="144327"/>
                </a:lnTo>
                <a:lnTo>
                  <a:pt x="4346863" y="105497"/>
                </a:lnTo>
                <a:lnTo>
                  <a:pt x="4317793" y="144327"/>
                </a:lnTo>
                <a:close/>
                <a:moveTo>
                  <a:pt x="4437770" y="144327"/>
                </a:moveTo>
                <a:lnTo>
                  <a:pt x="4437770" y="68218"/>
                </a:lnTo>
                <a:lnTo>
                  <a:pt x="4416024" y="68218"/>
                </a:lnTo>
                <a:lnTo>
                  <a:pt x="4416024" y="54539"/>
                </a:lnTo>
                <a:lnTo>
                  <a:pt x="4437770" y="54539"/>
                </a:lnTo>
                <a:lnTo>
                  <a:pt x="4437770" y="49988"/>
                </a:lnTo>
                <a:lnTo>
                  <a:pt x="4437800" y="46833"/>
                </a:lnTo>
                <a:lnTo>
                  <a:pt x="4437891" y="43818"/>
                </a:lnTo>
                <a:lnTo>
                  <a:pt x="4438044" y="40943"/>
                </a:lnTo>
                <a:lnTo>
                  <a:pt x="4438257" y="38208"/>
                </a:lnTo>
                <a:lnTo>
                  <a:pt x="4438531" y="35613"/>
                </a:lnTo>
                <a:lnTo>
                  <a:pt x="4438866" y="33157"/>
                </a:lnTo>
                <a:lnTo>
                  <a:pt x="4439262" y="30842"/>
                </a:lnTo>
                <a:lnTo>
                  <a:pt x="4439718" y="28666"/>
                </a:lnTo>
                <a:lnTo>
                  <a:pt x="4440236" y="26630"/>
                </a:lnTo>
                <a:lnTo>
                  <a:pt x="4440814" y="24734"/>
                </a:lnTo>
                <a:lnTo>
                  <a:pt x="4441454" y="22978"/>
                </a:lnTo>
                <a:lnTo>
                  <a:pt x="4442154" y="21362"/>
                </a:lnTo>
                <a:lnTo>
                  <a:pt x="4442918" y="19838"/>
                </a:lnTo>
                <a:lnTo>
                  <a:pt x="4443748" y="18361"/>
                </a:lnTo>
                <a:lnTo>
                  <a:pt x="4444645" y="16930"/>
                </a:lnTo>
                <a:lnTo>
                  <a:pt x="4445608" y="15545"/>
                </a:lnTo>
                <a:lnTo>
                  <a:pt x="4446637" y="14206"/>
                </a:lnTo>
                <a:lnTo>
                  <a:pt x="4447733" y="12913"/>
                </a:lnTo>
                <a:lnTo>
                  <a:pt x="4448895" y="11667"/>
                </a:lnTo>
                <a:lnTo>
                  <a:pt x="4450123" y="10467"/>
                </a:lnTo>
                <a:lnTo>
                  <a:pt x="4451418" y="9313"/>
                </a:lnTo>
                <a:lnTo>
                  <a:pt x="4452779" y="8206"/>
                </a:lnTo>
                <a:lnTo>
                  <a:pt x="4454207" y="7145"/>
                </a:lnTo>
                <a:lnTo>
                  <a:pt x="4455701" y="6130"/>
                </a:lnTo>
                <a:lnTo>
                  <a:pt x="4457269" y="5179"/>
                </a:lnTo>
                <a:lnTo>
                  <a:pt x="4458920" y="4310"/>
                </a:lnTo>
                <a:lnTo>
                  <a:pt x="4460652" y="3525"/>
                </a:lnTo>
                <a:lnTo>
                  <a:pt x="4462467" y="2822"/>
                </a:lnTo>
                <a:lnTo>
                  <a:pt x="4464364" y="2201"/>
                </a:lnTo>
                <a:lnTo>
                  <a:pt x="4466344" y="1664"/>
                </a:lnTo>
                <a:lnTo>
                  <a:pt x="4468405" y="1209"/>
                </a:lnTo>
                <a:lnTo>
                  <a:pt x="4470549" y="837"/>
                </a:lnTo>
                <a:lnTo>
                  <a:pt x="4472775" y="548"/>
                </a:lnTo>
                <a:lnTo>
                  <a:pt x="4475083" y="341"/>
                </a:lnTo>
                <a:lnTo>
                  <a:pt x="4477473" y="217"/>
                </a:lnTo>
                <a:lnTo>
                  <a:pt x="4479945" y="175"/>
                </a:lnTo>
                <a:lnTo>
                  <a:pt x="4481848" y="192"/>
                </a:lnTo>
                <a:lnTo>
                  <a:pt x="4483755" y="241"/>
                </a:lnTo>
                <a:lnTo>
                  <a:pt x="4485667" y="323"/>
                </a:lnTo>
                <a:lnTo>
                  <a:pt x="4487584" y="438"/>
                </a:lnTo>
                <a:lnTo>
                  <a:pt x="4489505" y="586"/>
                </a:lnTo>
                <a:lnTo>
                  <a:pt x="4491432" y="767"/>
                </a:lnTo>
                <a:lnTo>
                  <a:pt x="4493363" y="981"/>
                </a:lnTo>
                <a:lnTo>
                  <a:pt x="4495300" y="1228"/>
                </a:lnTo>
                <a:lnTo>
                  <a:pt x="4497241" y="1507"/>
                </a:lnTo>
                <a:lnTo>
                  <a:pt x="4499187" y="1819"/>
                </a:lnTo>
                <a:lnTo>
                  <a:pt x="4501138" y="2165"/>
                </a:lnTo>
                <a:lnTo>
                  <a:pt x="4503094" y="2543"/>
                </a:lnTo>
                <a:lnTo>
                  <a:pt x="4503094" y="18063"/>
                </a:lnTo>
                <a:lnTo>
                  <a:pt x="4500995" y="17391"/>
                </a:lnTo>
                <a:lnTo>
                  <a:pt x="4498936" y="16777"/>
                </a:lnTo>
                <a:lnTo>
                  <a:pt x="4496918" y="16221"/>
                </a:lnTo>
                <a:lnTo>
                  <a:pt x="4494939" y="15725"/>
                </a:lnTo>
                <a:lnTo>
                  <a:pt x="4493001" y="15286"/>
                </a:lnTo>
                <a:lnTo>
                  <a:pt x="4491103" y="14906"/>
                </a:lnTo>
                <a:lnTo>
                  <a:pt x="4489245" y="14585"/>
                </a:lnTo>
                <a:lnTo>
                  <a:pt x="4487428" y="14322"/>
                </a:lnTo>
                <a:lnTo>
                  <a:pt x="4485650" y="14117"/>
                </a:lnTo>
                <a:lnTo>
                  <a:pt x="4483913" y="13971"/>
                </a:lnTo>
                <a:lnTo>
                  <a:pt x="4482216" y="13883"/>
                </a:lnTo>
                <a:lnTo>
                  <a:pt x="4480559" y="13854"/>
                </a:lnTo>
                <a:lnTo>
                  <a:pt x="4479271" y="13874"/>
                </a:lnTo>
                <a:lnTo>
                  <a:pt x="4478009" y="13934"/>
                </a:lnTo>
                <a:lnTo>
                  <a:pt x="4476772" y="14035"/>
                </a:lnTo>
                <a:lnTo>
                  <a:pt x="4475561" y="14175"/>
                </a:lnTo>
                <a:lnTo>
                  <a:pt x="4474376" y="14355"/>
                </a:lnTo>
                <a:lnTo>
                  <a:pt x="4473216" y="14576"/>
                </a:lnTo>
                <a:lnTo>
                  <a:pt x="4472081" y="14837"/>
                </a:lnTo>
                <a:lnTo>
                  <a:pt x="4470973" y="15138"/>
                </a:lnTo>
                <a:lnTo>
                  <a:pt x="4469889" y="15479"/>
                </a:lnTo>
                <a:lnTo>
                  <a:pt x="4468832" y="15860"/>
                </a:lnTo>
                <a:lnTo>
                  <a:pt x="4467799" y="16281"/>
                </a:lnTo>
                <a:lnTo>
                  <a:pt x="4466793" y="16742"/>
                </a:lnTo>
                <a:lnTo>
                  <a:pt x="4465817" y="17248"/>
                </a:lnTo>
                <a:lnTo>
                  <a:pt x="4464877" y="17805"/>
                </a:lnTo>
                <a:lnTo>
                  <a:pt x="4463973" y="18412"/>
                </a:lnTo>
                <a:lnTo>
                  <a:pt x="4463105" y="19069"/>
                </a:lnTo>
                <a:lnTo>
                  <a:pt x="4462273" y="19777"/>
                </a:lnTo>
                <a:lnTo>
                  <a:pt x="4461477" y="20536"/>
                </a:lnTo>
                <a:lnTo>
                  <a:pt x="4460717" y="21345"/>
                </a:lnTo>
                <a:lnTo>
                  <a:pt x="4459993" y="22204"/>
                </a:lnTo>
                <a:lnTo>
                  <a:pt x="4459304" y="23114"/>
                </a:lnTo>
                <a:lnTo>
                  <a:pt x="4458652" y="24074"/>
                </a:lnTo>
                <a:lnTo>
                  <a:pt x="4458035" y="25085"/>
                </a:lnTo>
                <a:lnTo>
                  <a:pt x="4457455" y="26146"/>
                </a:lnTo>
                <a:lnTo>
                  <a:pt x="4456915" y="27295"/>
                </a:lnTo>
                <a:lnTo>
                  <a:pt x="4456423" y="28571"/>
                </a:lnTo>
                <a:lnTo>
                  <a:pt x="4455978" y="29971"/>
                </a:lnTo>
                <a:lnTo>
                  <a:pt x="4455579" y="31498"/>
                </a:lnTo>
                <a:lnTo>
                  <a:pt x="4455228" y="33151"/>
                </a:lnTo>
                <a:lnTo>
                  <a:pt x="4454923" y="34929"/>
                </a:lnTo>
                <a:lnTo>
                  <a:pt x="4454665" y="36833"/>
                </a:lnTo>
                <a:lnTo>
                  <a:pt x="4454454" y="38863"/>
                </a:lnTo>
                <a:lnTo>
                  <a:pt x="4454290" y="41018"/>
                </a:lnTo>
                <a:lnTo>
                  <a:pt x="4454173" y="43300"/>
                </a:lnTo>
                <a:lnTo>
                  <a:pt x="4454102" y="45707"/>
                </a:lnTo>
                <a:lnTo>
                  <a:pt x="4454079" y="48240"/>
                </a:lnTo>
                <a:lnTo>
                  <a:pt x="4454079" y="54539"/>
                </a:lnTo>
                <a:lnTo>
                  <a:pt x="4492923" y="54539"/>
                </a:lnTo>
                <a:lnTo>
                  <a:pt x="4492923" y="68218"/>
                </a:lnTo>
                <a:lnTo>
                  <a:pt x="4454079" y="68218"/>
                </a:lnTo>
                <a:lnTo>
                  <a:pt x="4454079" y="144327"/>
                </a:lnTo>
                <a:lnTo>
                  <a:pt x="4437770" y="144327"/>
                </a:lnTo>
                <a:close/>
                <a:moveTo>
                  <a:pt x="4521446" y="141792"/>
                </a:moveTo>
                <a:lnTo>
                  <a:pt x="4521446" y="124628"/>
                </a:lnTo>
                <a:lnTo>
                  <a:pt x="4524755" y="126234"/>
                </a:lnTo>
                <a:lnTo>
                  <a:pt x="4527991" y="127700"/>
                </a:lnTo>
                <a:lnTo>
                  <a:pt x="4531151" y="129027"/>
                </a:lnTo>
                <a:lnTo>
                  <a:pt x="4534238" y="130214"/>
                </a:lnTo>
                <a:lnTo>
                  <a:pt x="4537250" y="131261"/>
                </a:lnTo>
                <a:lnTo>
                  <a:pt x="4540188" y="132169"/>
                </a:lnTo>
                <a:lnTo>
                  <a:pt x="4543052" y="132936"/>
                </a:lnTo>
                <a:lnTo>
                  <a:pt x="4545842" y="133565"/>
                </a:lnTo>
                <a:lnTo>
                  <a:pt x="4548557" y="134054"/>
                </a:lnTo>
                <a:lnTo>
                  <a:pt x="4551198" y="134403"/>
                </a:lnTo>
                <a:lnTo>
                  <a:pt x="4553764" y="134612"/>
                </a:lnTo>
                <a:lnTo>
                  <a:pt x="4556256" y="134682"/>
                </a:lnTo>
                <a:lnTo>
                  <a:pt x="4558474" y="134625"/>
                </a:lnTo>
                <a:lnTo>
                  <a:pt x="4560627" y="134455"/>
                </a:lnTo>
                <a:lnTo>
                  <a:pt x="4562715" y="134171"/>
                </a:lnTo>
                <a:lnTo>
                  <a:pt x="4564737" y="133774"/>
                </a:lnTo>
                <a:lnTo>
                  <a:pt x="4566695" y="133263"/>
                </a:lnTo>
                <a:lnTo>
                  <a:pt x="4568587" y="132638"/>
                </a:lnTo>
                <a:lnTo>
                  <a:pt x="4570414" y="131901"/>
                </a:lnTo>
                <a:lnTo>
                  <a:pt x="4572176" y="131049"/>
                </a:lnTo>
                <a:lnTo>
                  <a:pt x="4573873" y="130084"/>
                </a:lnTo>
                <a:lnTo>
                  <a:pt x="4575504" y="129006"/>
                </a:lnTo>
                <a:lnTo>
                  <a:pt x="4577071" y="127814"/>
                </a:lnTo>
                <a:lnTo>
                  <a:pt x="4578572" y="126508"/>
                </a:lnTo>
                <a:lnTo>
                  <a:pt x="4579979" y="125113"/>
                </a:lnTo>
                <a:lnTo>
                  <a:pt x="4581264" y="123654"/>
                </a:lnTo>
                <a:lnTo>
                  <a:pt x="4582427" y="122129"/>
                </a:lnTo>
                <a:lnTo>
                  <a:pt x="4583467" y="120539"/>
                </a:lnTo>
                <a:lnTo>
                  <a:pt x="4584385" y="118885"/>
                </a:lnTo>
                <a:lnTo>
                  <a:pt x="4585181" y="117165"/>
                </a:lnTo>
                <a:lnTo>
                  <a:pt x="4585854" y="115380"/>
                </a:lnTo>
                <a:lnTo>
                  <a:pt x="4586405" y="113531"/>
                </a:lnTo>
                <a:lnTo>
                  <a:pt x="4586833" y="111616"/>
                </a:lnTo>
                <a:lnTo>
                  <a:pt x="4587139" y="109637"/>
                </a:lnTo>
                <a:lnTo>
                  <a:pt x="4587323" y="107593"/>
                </a:lnTo>
                <a:lnTo>
                  <a:pt x="4587384" y="105483"/>
                </a:lnTo>
                <a:lnTo>
                  <a:pt x="4587317" y="103360"/>
                </a:lnTo>
                <a:lnTo>
                  <a:pt x="4587115" y="101304"/>
                </a:lnTo>
                <a:lnTo>
                  <a:pt x="4586778" y="99314"/>
                </a:lnTo>
                <a:lnTo>
                  <a:pt x="4586307" y="97392"/>
                </a:lnTo>
                <a:lnTo>
                  <a:pt x="4585702" y="95536"/>
                </a:lnTo>
                <a:lnTo>
                  <a:pt x="4584962" y="93747"/>
                </a:lnTo>
                <a:lnTo>
                  <a:pt x="4584087" y="92024"/>
                </a:lnTo>
                <a:lnTo>
                  <a:pt x="4583078" y="90369"/>
                </a:lnTo>
                <a:lnTo>
                  <a:pt x="4581934" y="88780"/>
                </a:lnTo>
                <a:lnTo>
                  <a:pt x="4580656" y="87258"/>
                </a:lnTo>
                <a:lnTo>
                  <a:pt x="4579243" y="85803"/>
                </a:lnTo>
                <a:lnTo>
                  <a:pt x="4577695" y="84415"/>
                </a:lnTo>
                <a:lnTo>
                  <a:pt x="4575986" y="83116"/>
                </a:lnTo>
                <a:lnTo>
                  <a:pt x="4574089" y="81930"/>
                </a:lnTo>
                <a:lnTo>
                  <a:pt x="4572004" y="80858"/>
                </a:lnTo>
                <a:lnTo>
                  <a:pt x="4569730" y="79898"/>
                </a:lnTo>
                <a:lnTo>
                  <a:pt x="4567269" y="79051"/>
                </a:lnTo>
                <a:lnTo>
                  <a:pt x="4564619" y="78317"/>
                </a:lnTo>
                <a:lnTo>
                  <a:pt x="4561781" y="77696"/>
                </a:lnTo>
                <a:lnTo>
                  <a:pt x="4558755" y="77188"/>
                </a:lnTo>
                <a:lnTo>
                  <a:pt x="4555541" y="76793"/>
                </a:lnTo>
                <a:lnTo>
                  <a:pt x="4552139" y="76510"/>
                </a:lnTo>
                <a:lnTo>
                  <a:pt x="4548548" y="76341"/>
                </a:lnTo>
                <a:lnTo>
                  <a:pt x="4544770" y="76285"/>
                </a:lnTo>
                <a:lnTo>
                  <a:pt x="4535738" y="76285"/>
                </a:lnTo>
                <a:lnTo>
                  <a:pt x="4535738" y="62606"/>
                </a:lnTo>
                <a:lnTo>
                  <a:pt x="4548277" y="62606"/>
                </a:lnTo>
                <a:lnTo>
                  <a:pt x="4551061" y="62553"/>
                </a:lnTo>
                <a:lnTo>
                  <a:pt x="4553714" y="62394"/>
                </a:lnTo>
                <a:lnTo>
                  <a:pt x="4556234" y="62128"/>
                </a:lnTo>
                <a:lnTo>
                  <a:pt x="4558624" y="61757"/>
                </a:lnTo>
                <a:lnTo>
                  <a:pt x="4560882" y="61279"/>
                </a:lnTo>
                <a:lnTo>
                  <a:pt x="4563008" y="60695"/>
                </a:lnTo>
                <a:lnTo>
                  <a:pt x="4565003" y="60006"/>
                </a:lnTo>
                <a:lnTo>
                  <a:pt x="4566866" y="59210"/>
                </a:lnTo>
                <a:lnTo>
                  <a:pt x="4568598" y="58307"/>
                </a:lnTo>
                <a:lnTo>
                  <a:pt x="4570198" y="57299"/>
                </a:lnTo>
                <a:lnTo>
                  <a:pt x="4571667" y="56184"/>
                </a:lnTo>
                <a:lnTo>
                  <a:pt x="4573004" y="54964"/>
                </a:lnTo>
                <a:lnTo>
                  <a:pt x="4574222" y="53678"/>
                </a:lnTo>
                <a:lnTo>
                  <a:pt x="4575335" y="52369"/>
                </a:lnTo>
                <a:lnTo>
                  <a:pt x="4576341" y="51036"/>
                </a:lnTo>
                <a:lnTo>
                  <a:pt x="4577242" y="49680"/>
                </a:lnTo>
                <a:lnTo>
                  <a:pt x="4578037" y="48299"/>
                </a:lnTo>
                <a:lnTo>
                  <a:pt x="4578725" y="46896"/>
                </a:lnTo>
                <a:lnTo>
                  <a:pt x="4579308" y="45468"/>
                </a:lnTo>
                <a:lnTo>
                  <a:pt x="4579785" y="44017"/>
                </a:lnTo>
                <a:lnTo>
                  <a:pt x="4580156" y="42542"/>
                </a:lnTo>
                <a:lnTo>
                  <a:pt x="4580420" y="41043"/>
                </a:lnTo>
                <a:lnTo>
                  <a:pt x="4580579" y="39521"/>
                </a:lnTo>
                <a:lnTo>
                  <a:pt x="4580632" y="37975"/>
                </a:lnTo>
                <a:lnTo>
                  <a:pt x="4580589" y="36582"/>
                </a:lnTo>
                <a:lnTo>
                  <a:pt x="4580459" y="35225"/>
                </a:lnTo>
                <a:lnTo>
                  <a:pt x="4580243" y="33906"/>
                </a:lnTo>
                <a:lnTo>
                  <a:pt x="4579941" y="32623"/>
                </a:lnTo>
                <a:lnTo>
                  <a:pt x="4579552" y="31378"/>
                </a:lnTo>
                <a:lnTo>
                  <a:pt x="4579076" y="30169"/>
                </a:lnTo>
                <a:lnTo>
                  <a:pt x="4578514" y="28998"/>
                </a:lnTo>
                <a:lnTo>
                  <a:pt x="4577865" y="27864"/>
                </a:lnTo>
                <a:lnTo>
                  <a:pt x="4577131" y="26766"/>
                </a:lnTo>
                <a:lnTo>
                  <a:pt x="4576309" y="25706"/>
                </a:lnTo>
                <a:lnTo>
                  <a:pt x="4575401" y="24683"/>
                </a:lnTo>
                <a:lnTo>
                  <a:pt x="4574407" y="23696"/>
                </a:lnTo>
                <a:lnTo>
                  <a:pt x="4573323" y="22769"/>
                </a:lnTo>
                <a:lnTo>
                  <a:pt x="4572147" y="21921"/>
                </a:lnTo>
                <a:lnTo>
                  <a:pt x="4570878" y="21155"/>
                </a:lnTo>
                <a:lnTo>
                  <a:pt x="4569516" y="20469"/>
                </a:lnTo>
                <a:lnTo>
                  <a:pt x="4568062" y="19864"/>
                </a:lnTo>
                <a:lnTo>
                  <a:pt x="4566515" y="19340"/>
                </a:lnTo>
                <a:lnTo>
                  <a:pt x="4564876" y="18896"/>
                </a:lnTo>
                <a:lnTo>
                  <a:pt x="4563144" y="18533"/>
                </a:lnTo>
                <a:lnTo>
                  <a:pt x="4561320" y="18251"/>
                </a:lnTo>
                <a:lnTo>
                  <a:pt x="4559403" y="18049"/>
                </a:lnTo>
                <a:lnTo>
                  <a:pt x="4557394" y="17928"/>
                </a:lnTo>
                <a:lnTo>
                  <a:pt x="4555292" y="17887"/>
                </a:lnTo>
                <a:lnTo>
                  <a:pt x="4552865" y="17943"/>
                </a:lnTo>
                <a:lnTo>
                  <a:pt x="4550408" y="18111"/>
                </a:lnTo>
                <a:lnTo>
                  <a:pt x="4547921" y="18390"/>
                </a:lnTo>
                <a:lnTo>
                  <a:pt x="4545403" y="18780"/>
                </a:lnTo>
                <a:lnTo>
                  <a:pt x="4542855" y="19282"/>
                </a:lnTo>
                <a:lnTo>
                  <a:pt x="4540276" y="19896"/>
                </a:lnTo>
                <a:lnTo>
                  <a:pt x="4537667" y="20621"/>
                </a:lnTo>
                <a:lnTo>
                  <a:pt x="4535027" y="21458"/>
                </a:lnTo>
                <a:lnTo>
                  <a:pt x="4532357" y="22407"/>
                </a:lnTo>
                <a:lnTo>
                  <a:pt x="4529657" y="23467"/>
                </a:lnTo>
                <a:lnTo>
                  <a:pt x="4526926" y="24638"/>
                </a:lnTo>
                <a:lnTo>
                  <a:pt x="4524164" y="25921"/>
                </a:lnTo>
                <a:lnTo>
                  <a:pt x="4524164" y="10426"/>
                </a:lnTo>
                <a:lnTo>
                  <a:pt x="4526921" y="9433"/>
                </a:lnTo>
                <a:lnTo>
                  <a:pt x="4529640" y="8526"/>
                </a:lnTo>
                <a:lnTo>
                  <a:pt x="4532319" y="7706"/>
                </a:lnTo>
                <a:lnTo>
                  <a:pt x="4534959" y="6972"/>
                </a:lnTo>
                <a:lnTo>
                  <a:pt x="4537560" y="6324"/>
                </a:lnTo>
                <a:lnTo>
                  <a:pt x="4540123" y="5763"/>
                </a:lnTo>
                <a:lnTo>
                  <a:pt x="4542646" y="5288"/>
                </a:lnTo>
                <a:lnTo>
                  <a:pt x="4545130" y="4900"/>
                </a:lnTo>
                <a:lnTo>
                  <a:pt x="4547576" y="4597"/>
                </a:lnTo>
                <a:lnTo>
                  <a:pt x="4549982" y="4382"/>
                </a:lnTo>
                <a:lnTo>
                  <a:pt x="4552350" y="4252"/>
                </a:lnTo>
                <a:lnTo>
                  <a:pt x="4554678" y="4209"/>
                </a:lnTo>
                <a:lnTo>
                  <a:pt x="4558707" y="4277"/>
                </a:lnTo>
                <a:lnTo>
                  <a:pt x="4562522" y="4480"/>
                </a:lnTo>
                <a:lnTo>
                  <a:pt x="4566123" y="4819"/>
                </a:lnTo>
                <a:lnTo>
                  <a:pt x="4569511" y="5294"/>
                </a:lnTo>
                <a:lnTo>
                  <a:pt x="4572685" y="5905"/>
                </a:lnTo>
                <a:lnTo>
                  <a:pt x="4575645" y="6651"/>
                </a:lnTo>
                <a:lnTo>
                  <a:pt x="4578392" y="7533"/>
                </a:lnTo>
                <a:lnTo>
                  <a:pt x="4580925" y="8550"/>
                </a:lnTo>
                <a:lnTo>
                  <a:pt x="4583244" y="9704"/>
                </a:lnTo>
                <a:lnTo>
                  <a:pt x="4585349" y="10992"/>
                </a:lnTo>
                <a:lnTo>
                  <a:pt x="4587241" y="12417"/>
                </a:lnTo>
                <a:lnTo>
                  <a:pt x="4588918" y="13977"/>
                </a:lnTo>
                <a:lnTo>
                  <a:pt x="4590424" y="15625"/>
                </a:lnTo>
                <a:lnTo>
                  <a:pt x="4591799" y="17310"/>
                </a:lnTo>
                <a:lnTo>
                  <a:pt x="4593042" y="19034"/>
                </a:lnTo>
                <a:lnTo>
                  <a:pt x="4594155" y="20796"/>
                </a:lnTo>
                <a:lnTo>
                  <a:pt x="4595137" y="22597"/>
                </a:lnTo>
                <a:lnTo>
                  <a:pt x="4595988" y="24436"/>
                </a:lnTo>
                <a:lnTo>
                  <a:pt x="4596708" y="26313"/>
                </a:lnTo>
                <a:lnTo>
                  <a:pt x="4597297" y="28228"/>
                </a:lnTo>
                <a:lnTo>
                  <a:pt x="4597755" y="30182"/>
                </a:lnTo>
                <a:lnTo>
                  <a:pt x="4598083" y="32174"/>
                </a:lnTo>
                <a:lnTo>
                  <a:pt x="4598279" y="34205"/>
                </a:lnTo>
                <a:lnTo>
                  <a:pt x="4598344" y="36274"/>
                </a:lnTo>
                <a:lnTo>
                  <a:pt x="4598310" y="37814"/>
                </a:lnTo>
                <a:lnTo>
                  <a:pt x="4598206" y="39338"/>
                </a:lnTo>
                <a:lnTo>
                  <a:pt x="4598032" y="40847"/>
                </a:lnTo>
                <a:lnTo>
                  <a:pt x="4597789" y="42340"/>
                </a:lnTo>
                <a:lnTo>
                  <a:pt x="4597477" y="43816"/>
                </a:lnTo>
                <a:lnTo>
                  <a:pt x="4597095" y="45278"/>
                </a:lnTo>
                <a:lnTo>
                  <a:pt x="4596644" y="46723"/>
                </a:lnTo>
                <a:lnTo>
                  <a:pt x="4596123" y="48152"/>
                </a:lnTo>
                <a:lnTo>
                  <a:pt x="4595533" y="49566"/>
                </a:lnTo>
                <a:lnTo>
                  <a:pt x="4594874" y="50964"/>
                </a:lnTo>
                <a:lnTo>
                  <a:pt x="4594145" y="52346"/>
                </a:lnTo>
                <a:lnTo>
                  <a:pt x="4593346" y="53712"/>
                </a:lnTo>
                <a:lnTo>
                  <a:pt x="4592455" y="55057"/>
                </a:lnTo>
                <a:lnTo>
                  <a:pt x="4591447" y="56378"/>
                </a:lnTo>
                <a:lnTo>
                  <a:pt x="4590321" y="57675"/>
                </a:lnTo>
                <a:lnTo>
                  <a:pt x="4589079" y="58948"/>
                </a:lnTo>
                <a:lnTo>
                  <a:pt x="4587720" y="60196"/>
                </a:lnTo>
                <a:lnTo>
                  <a:pt x="4586244" y="61420"/>
                </a:lnTo>
                <a:lnTo>
                  <a:pt x="4584651" y="62620"/>
                </a:lnTo>
                <a:lnTo>
                  <a:pt x="4582941" y="63795"/>
                </a:lnTo>
                <a:lnTo>
                  <a:pt x="4581115" y="64946"/>
                </a:lnTo>
                <a:lnTo>
                  <a:pt x="4579171" y="66073"/>
                </a:lnTo>
                <a:lnTo>
                  <a:pt x="4577110" y="67175"/>
                </a:lnTo>
                <a:lnTo>
                  <a:pt x="4574933" y="68253"/>
                </a:lnTo>
                <a:lnTo>
                  <a:pt x="4576866" y="68848"/>
                </a:lnTo>
                <a:lnTo>
                  <a:pt x="4578718" y="69466"/>
                </a:lnTo>
                <a:lnTo>
                  <a:pt x="4580490" y="70105"/>
                </a:lnTo>
                <a:lnTo>
                  <a:pt x="4582181" y="70765"/>
                </a:lnTo>
                <a:lnTo>
                  <a:pt x="4583793" y="71448"/>
                </a:lnTo>
                <a:lnTo>
                  <a:pt x="4585323" y="72153"/>
                </a:lnTo>
                <a:lnTo>
                  <a:pt x="4586774" y="72880"/>
                </a:lnTo>
                <a:lnTo>
                  <a:pt x="4588144" y="73629"/>
                </a:lnTo>
                <a:lnTo>
                  <a:pt x="4589434" y="74400"/>
                </a:lnTo>
                <a:lnTo>
                  <a:pt x="4590643" y="75192"/>
                </a:lnTo>
                <a:lnTo>
                  <a:pt x="4591772" y="76007"/>
                </a:lnTo>
                <a:lnTo>
                  <a:pt x="4592820" y="76844"/>
                </a:lnTo>
                <a:lnTo>
                  <a:pt x="4593808" y="77704"/>
                </a:lnTo>
                <a:lnTo>
                  <a:pt x="4594756" y="78589"/>
                </a:lnTo>
                <a:lnTo>
                  <a:pt x="4595662" y="79500"/>
                </a:lnTo>
                <a:lnTo>
                  <a:pt x="4596527" y="80437"/>
                </a:lnTo>
                <a:lnTo>
                  <a:pt x="4597352" y="81399"/>
                </a:lnTo>
                <a:lnTo>
                  <a:pt x="4598136" y="82387"/>
                </a:lnTo>
                <a:lnTo>
                  <a:pt x="4598879" y="83400"/>
                </a:lnTo>
                <a:lnTo>
                  <a:pt x="4599582" y="84439"/>
                </a:lnTo>
                <a:lnTo>
                  <a:pt x="4600243" y="85504"/>
                </a:lnTo>
                <a:lnTo>
                  <a:pt x="4600864" y="86594"/>
                </a:lnTo>
                <a:lnTo>
                  <a:pt x="4601444" y="87710"/>
                </a:lnTo>
                <a:lnTo>
                  <a:pt x="4601983" y="88851"/>
                </a:lnTo>
                <a:lnTo>
                  <a:pt x="4602480" y="90016"/>
                </a:lnTo>
                <a:lnTo>
                  <a:pt x="4602934" y="91205"/>
                </a:lnTo>
                <a:lnTo>
                  <a:pt x="4603345" y="92417"/>
                </a:lnTo>
                <a:lnTo>
                  <a:pt x="4603713" y="93652"/>
                </a:lnTo>
                <a:lnTo>
                  <a:pt x="4604037" y="94910"/>
                </a:lnTo>
                <a:lnTo>
                  <a:pt x="4604318" y="96191"/>
                </a:lnTo>
                <a:lnTo>
                  <a:pt x="4604556" y="97495"/>
                </a:lnTo>
                <a:lnTo>
                  <a:pt x="4604750" y="98822"/>
                </a:lnTo>
                <a:lnTo>
                  <a:pt x="4604902" y="100173"/>
                </a:lnTo>
                <a:lnTo>
                  <a:pt x="4605010" y="101546"/>
                </a:lnTo>
                <a:lnTo>
                  <a:pt x="4605074" y="102943"/>
                </a:lnTo>
                <a:lnTo>
                  <a:pt x="4605096" y="104363"/>
                </a:lnTo>
                <a:lnTo>
                  <a:pt x="4604998" y="107501"/>
                </a:lnTo>
                <a:lnTo>
                  <a:pt x="4604703" y="110546"/>
                </a:lnTo>
                <a:lnTo>
                  <a:pt x="4604211" y="113500"/>
                </a:lnTo>
                <a:lnTo>
                  <a:pt x="4603523" y="116360"/>
                </a:lnTo>
                <a:lnTo>
                  <a:pt x="4602638" y="119128"/>
                </a:lnTo>
                <a:lnTo>
                  <a:pt x="4601556" y="121804"/>
                </a:lnTo>
                <a:lnTo>
                  <a:pt x="4600277" y="124387"/>
                </a:lnTo>
                <a:lnTo>
                  <a:pt x="4598802" y="126878"/>
                </a:lnTo>
                <a:lnTo>
                  <a:pt x="4597131" y="129276"/>
                </a:lnTo>
                <a:lnTo>
                  <a:pt x="4595262" y="131581"/>
                </a:lnTo>
                <a:lnTo>
                  <a:pt x="4593197" y="133794"/>
                </a:lnTo>
                <a:lnTo>
                  <a:pt x="4590935" y="135915"/>
                </a:lnTo>
                <a:lnTo>
                  <a:pt x="4588517" y="137903"/>
                </a:lnTo>
                <a:lnTo>
                  <a:pt x="4585985" y="139718"/>
                </a:lnTo>
                <a:lnTo>
                  <a:pt x="4583337" y="141360"/>
                </a:lnTo>
                <a:lnTo>
                  <a:pt x="4580574" y="142829"/>
                </a:lnTo>
                <a:lnTo>
                  <a:pt x="4577696" y="144126"/>
                </a:lnTo>
                <a:lnTo>
                  <a:pt x="4574703" y="145249"/>
                </a:lnTo>
                <a:lnTo>
                  <a:pt x="4571595" y="146200"/>
                </a:lnTo>
                <a:lnTo>
                  <a:pt x="4568371" y="146978"/>
                </a:lnTo>
                <a:lnTo>
                  <a:pt x="4565033" y="147583"/>
                </a:lnTo>
                <a:lnTo>
                  <a:pt x="4561579" y="148015"/>
                </a:lnTo>
                <a:lnTo>
                  <a:pt x="4558011" y="148274"/>
                </a:lnTo>
                <a:lnTo>
                  <a:pt x="4554327" y="148361"/>
                </a:lnTo>
                <a:lnTo>
                  <a:pt x="4553238" y="148354"/>
                </a:lnTo>
                <a:lnTo>
                  <a:pt x="4552132" y="148334"/>
                </a:lnTo>
                <a:lnTo>
                  <a:pt x="4551009" y="148300"/>
                </a:lnTo>
                <a:lnTo>
                  <a:pt x="4549870" y="148253"/>
                </a:lnTo>
                <a:lnTo>
                  <a:pt x="4548715" y="148193"/>
                </a:lnTo>
                <a:lnTo>
                  <a:pt x="4547543" y="148119"/>
                </a:lnTo>
                <a:lnTo>
                  <a:pt x="4546355" y="148032"/>
                </a:lnTo>
                <a:lnTo>
                  <a:pt x="4545150" y="147932"/>
                </a:lnTo>
                <a:lnTo>
                  <a:pt x="4543929" y="147818"/>
                </a:lnTo>
                <a:lnTo>
                  <a:pt x="4542691" y="147691"/>
                </a:lnTo>
                <a:lnTo>
                  <a:pt x="4541437" y="147550"/>
                </a:lnTo>
                <a:lnTo>
                  <a:pt x="4540166" y="147396"/>
                </a:lnTo>
                <a:lnTo>
                  <a:pt x="4538864" y="147210"/>
                </a:lnTo>
                <a:lnTo>
                  <a:pt x="4537515" y="146973"/>
                </a:lnTo>
                <a:lnTo>
                  <a:pt x="4536119" y="146685"/>
                </a:lnTo>
                <a:lnTo>
                  <a:pt x="4534676" y="146346"/>
                </a:lnTo>
                <a:lnTo>
                  <a:pt x="4533187" y="145956"/>
                </a:lnTo>
                <a:lnTo>
                  <a:pt x="4531650" y="145514"/>
                </a:lnTo>
                <a:lnTo>
                  <a:pt x="4530067" y="145022"/>
                </a:lnTo>
                <a:lnTo>
                  <a:pt x="4528436" y="144478"/>
                </a:lnTo>
                <a:lnTo>
                  <a:pt x="4526759" y="143883"/>
                </a:lnTo>
                <a:lnTo>
                  <a:pt x="4525035" y="143237"/>
                </a:lnTo>
                <a:lnTo>
                  <a:pt x="4523264" y="142541"/>
                </a:lnTo>
                <a:lnTo>
                  <a:pt x="4521446" y="141792"/>
                </a:lnTo>
                <a:close/>
                <a:moveTo>
                  <a:pt x="4711482" y="144327"/>
                </a:moveTo>
                <a:lnTo>
                  <a:pt x="4629147" y="144327"/>
                </a:lnTo>
                <a:lnTo>
                  <a:pt x="4629147" y="129322"/>
                </a:lnTo>
                <a:lnTo>
                  <a:pt x="4629163" y="128351"/>
                </a:lnTo>
                <a:lnTo>
                  <a:pt x="4629213" y="127369"/>
                </a:lnTo>
                <a:lnTo>
                  <a:pt x="4629295" y="126375"/>
                </a:lnTo>
                <a:lnTo>
                  <a:pt x="4629410" y="125370"/>
                </a:lnTo>
                <a:lnTo>
                  <a:pt x="4629558" y="124353"/>
                </a:lnTo>
                <a:lnTo>
                  <a:pt x="4629739" y="123324"/>
                </a:lnTo>
                <a:lnTo>
                  <a:pt x="4629953" y="122284"/>
                </a:lnTo>
                <a:lnTo>
                  <a:pt x="4630199" y="121232"/>
                </a:lnTo>
                <a:lnTo>
                  <a:pt x="4630479" y="120169"/>
                </a:lnTo>
                <a:lnTo>
                  <a:pt x="4630791" y="119094"/>
                </a:lnTo>
                <a:lnTo>
                  <a:pt x="4631136" y="118008"/>
                </a:lnTo>
                <a:lnTo>
                  <a:pt x="4631514" y="116910"/>
                </a:lnTo>
                <a:lnTo>
                  <a:pt x="4631939" y="115794"/>
                </a:lnTo>
                <a:lnTo>
                  <a:pt x="4632423" y="114656"/>
                </a:lnTo>
                <a:lnTo>
                  <a:pt x="4632967" y="113495"/>
                </a:lnTo>
                <a:lnTo>
                  <a:pt x="4633570" y="112312"/>
                </a:lnTo>
                <a:lnTo>
                  <a:pt x="4634233" y="111107"/>
                </a:lnTo>
                <a:lnTo>
                  <a:pt x="4634956" y="109878"/>
                </a:lnTo>
                <a:lnTo>
                  <a:pt x="4635738" y="108628"/>
                </a:lnTo>
                <a:lnTo>
                  <a:pt x="4636581" y="107354"/>
                </a:lnTo>
                <a:lnTo>
                  <a:pt x="4637482" y="106059"/>
                </a:lnTo>
                <a:lnTo>
                  <a:pt x="4638444" y="104740"/>
                </a:lnTo>
                <a:lnTo>
                  <a:pt x="4639465" y="103400"/>
                </a:lnTo>
                <a:lnTo>
                  <a:pt x="4640546" y="102036"/>
                </a:lnTo>
                <a:lnTo>
                  <a:pt x="4641662" y="100666"/>
                </a:lnTo>
                <a:lnTo>
                  <a:pt x="4642789" y="99304"/>
                </a:lnTo>
                <a:lnTo>
                  <a:pt x="4643927" y="97952"/>
                </a:lnTo>
                <a:lnTo>
                  <a:pt x="4645076" y="96608"/>
                </a:lnTo>
                <a:lnTo>
                  <a:pt x="4646236" y="95273"/>
                </a:lnTo>
                <a:lnTo>
                  <a:pt x="4647407" y="93946"/>
                </a:lnTo>
                <a:lnTo>
                  <a:pt x="4648589" y="92628"/>
                </a:lnTo>
                <a:lnTo>
                  <a:pt x="4649782" y="91319"/>
                </a:lnTo>
                <a:lnTo>
                  <a:pt x="4650986" y="90019"/>
                </a:lnTo>
                <a:lnTo>
                  <a:pt x="4652200" y="88728"/>
                </a:lnTo>
                <a:lnTo>
                  <a:pt x="4653426" y="87445"/>
                </a:lnTo>
                <a:lnTo>
                  <a:pt x="4654663" y="86171"/>
                </a:lnTo>
                <a:lnTo>
                  <a:pt x="4663957" y="76718"/>
                </a:lnTo>
                <a:lnTo>
                  <a:pt x="4664471" y="76183"/>
                </a:lnTo>
                <a:lnTo>
                  <a:pt x="4665078" y="75543"/>
                </a:lnTo>
                <a:lnTo>
                  <a:pt x="4665777" y="74797"/>
                </a:lnTo>
                <a:lnTo>
                  <a:pt x="4666568" y="73946"/>
                </a:lnTo>
                <a:lnTo>
                  <a:pt x="4667453" y="72988"/>
                </a:lnTo>
                <a:lnTo>
                  <a:pt x="4668429" y="71925"/>
                </a:lnTo>
                <a:lnTo>
                  <a:pt x="4669498" y="70756"/>
                </a:lnTo>
                <a:lnTo>
                  <a:pt x="4670660" y="69481"/>
                </a:lnTo>
                <a:lnTo>
                  <a:pt x="4671915" y="68101"/>
                </a:lnTo>
                <a:lnTo>
                  <a:pt x="4673262" y="66614"/>
                </a:lnTo>
                <a:lnTo>
                  <a:pt x="4674701" y="65022"/>
                </a:lnTo>
                <a:lnTo>
                  <a:pt x="4676233" y="63324"/>
                </a:lnTo>
                <a:lnTo>
                  <a:pt x="4677767" y="61607"/>
                </a:lnTo>
                <a:lnTo>
                  <a:pt x="4679211" y="59958"/>
                </a:lnTo>
                <a:lnTo>
                  <a:pt x="4680565" y="58378"/>
                </a:lnTo>
                <a:lnTo>
                  <a:pt x="4681830" y="56865"/>
                </a:lnTo>
                <a:lnTo>
                  <a:pt x="4683006" y="55420"/>
                </a:lnTo>
                <a:lnTo>
                  <a:pt x="4684092" y="54044"/>
                </a:lnTo>
                <a:lnTo>
                  <a:pt x="4685088" y="52735"/>
                </a:lnTo>
                <a:lnTo>
                  <a:pt x="4685995" y="51495"/>
                </a:lnTo>
                <a:lnTo>
                  <a:pt x="4686813" y="50323"/>
                </a:lnTo>
                <a:lnTo>
                  <a:pt x="4687541" y="49219"/>
                </a:lnTo>
                <a:lnTo>
                  <a:pt x="4688179" y="48183"/>
                </a:lnTo>
                <a:lnTo>
                  <a:pt x="4688728" y="47215"/>
                </a:lnTo>
                <a:lnTo>
                  <a:pt x="4689211" y="46282"/>
                </a:lnTo>
                <a:lnTo>
                  <a:pt x="4689652" y="45352"/>
                </a:lnTo>
                <a:lnTo>
                  <a:pt x="4690051" y="44424"/>
                </a:lnTo>
                <a:lnTo>
                  <a:pt x="4690409" y="43499"/>
                </a:lnTo>
                <a:lnTo>
                  <a:pt x="4690724" y="42576"/>
                </a:lnTo>
                <a:lnTo>
                  <a:pt x="4690997" y="41656"/>
                </a:lnTo>
                <a:lnTo>
                  <a:pt x="4691228" y="40738"/>
                </a:lnTo>
                <a:lnTo>
                  <a:pt x="4691417" y="39823"/>
                </a:lnTo>
                <a:lnTo>
                  <a:pt x="4691564" y="38910"/>
                </a:lnTo>
                <a:lnTo>
                  <a:pt x="4691669" y="37999"/>
                </a:lnTo>
                <a:lnTo>
                  <a:pt x="4691732" y="37091"/>
                </a:lnTo>
                <a:lnTo>
                  <a:pt x="4691753" y="36186"/>
                </a:lnTo>
                <a:lnTo>
                  <a:pt x="4691704" y="34754"/>
                </a:lnTo>
                <a:lnTo>
                  <a:pt x="4691558" y="33378"/>
                </a:lnTo>
                <a:lnTo>
                  <a:pt x="4691315" y="32058"/>
                </a:lnTo>
                <a:lnTo>
                  <a:pt x="4690974" y="30792"/>
                </a:lnTo>
                <a:lnTo>
                  <a:pt x="4690535" y="29582"/>
                </a:lnTo>
                <a:lnTo>
                  <a:pt x="4689999" y="28427"/>
                </a:lnTo>
                <a:lnTo>
                  <a:pt x="4689366" y="27328"/>
                </a:lnTo>
                <a:lnTo>
                  <a:pt x="4688635" y="26284"/>
                </a:lnTo>
                <a:lnTo>
                  <a:pt x="4687807" y="25295"/>
                </a:lnTo>
                <a:lnTo>
                  <a:pt x="4686882" y="24362"/>
                </a:lnTo>
                <a:lnTo>
                  <a:pt x="4685859" y="23483"/>
                </a:lnTo>
                <a:lnTo>
                  <a:pt x="4684738" y="22661"/>
                </a:lnTo>
                <a:lnTo>
                  <a:pt x="4683557" y="21898"/>
                </a:lnTo>
                <a:lnTo>
                  <a:pt x="4682351" y="21202"/>
                </a:lnTo>
                <a:lnTo>
                  <a:pt x="4681121" y="20572"/>
                </a:lnTo>
                <a:lnTo>
                  <a:pt x="4679867" y="20009"/>
                </a:lnTo>
                <a:lnTo>
                  <a:pt x="4678588" y="19512"/>
                </a:lnTo>
                <a:lnTo>
                  <a:pt x="4677285" y="19081"/>
                </a:lnTo>
                <a:lnTo>
                  <a:pt x="4675958" y="18716"/>
                </a:lnTo>
                <a:lnTo>
                  <a:pt x="4674606" y="18418"/>
                </a:lnTo>
                <a:lnTo>
                  <a:pt x="4673230" y="18186"/>
                </a:lnTo>
                <a:lnTo>
                  <a:pt x="4671829" y="18020"/>
                </a:lnTo>
                <a:lnTo>
                  <a:pt x="4670405" y="17921"/>
                </a:lnTo>
                <a:lnTo>
                  <a:pt x="4668955" y="17887"/>
                </a:lnTo>
                <a:lnTo>
                  <a:pt x="4668114" y="17895"/>
                </a:lnTo>
                <a:lnTo>
                  <a:pt x="4667256" y="17919"/>
                </a:lnTo>
                <a:lnTo>
                  <a:pt x="4666382" y="17959"/>
                </a:lnTo>
                <a:lnTo>
                  <a:pt x="4665492" y="18014"/>
                </a:lnTo>
                <a:lnTo>
                  <a:pt x="4664585" y="18085"/>
                </a:lnTo>
                <a:lnTo>
                  <a:pt x="4663661" y="18172"/>
                </a:lnTo>
                <a:lnTo>
                  <a:pt x="4662722" y="18275"/>
                </a:lnTo>
                <a:lnTo>
                  <a:pt x="4661765" y="18394"/>
                </a:lnTo>
                <a:lnTo>
                  <a:pt x="4660793" y="18529"/>
                </a:lnTo>
                <a:lnTo>
                  <a:pt x="4659803" y="18679"/>
                </a:lnTo>
                <a:lnTo>
                  <a:pt x="4658798" y="18845"/>
                </a:lnTo>
                <a:lnTo>
                  <a:pt x="4657776" y="19027"/>
                </a:lnTo>
                <a:lnTo>
                  <a:pt x="4656756" y="19220"/>
                </a:lnTo>
                <a:lnTo>
                  <a:pt x="4655758" y="19417"/>
                </a:lnTo>
                <a:lnTo>
                  <a:pt x="4654781" y="19621"/>
                </a:lnTo>
                <a:lnTo>
                  <a:pt x="4653825" y="19829"/>
                </a:lnTo>
                <a:lnTo>
                  <a:pt x="4652891" y="20043"/>
                </a:lnTo>
                <a:lnTo>
                  <a:pt x="4651978" y="20263"/>
                </a:lnTo>
                <a:lnTo>
                  <a:pt x="4651086" y="20488"/>
                </a:lnTo>
                <a:lnTo>
                  <a:pt x="4650215" y="20719"/>
                </a:lnTo>
                <a:lnTo>
                  <a:pt x="4649366" y="20955"/>
                </a:lnTo>
                <a:lnTo>
                  <a:pt x="4648538" y="21197"/>
                </a:lnTo>
                <a:lnTo>
                  <a:pt x="4647732" y="21444"/>
                </a:lnTo>
                <a:lnTo>
                  <a:pt x="4646947" y="21696"/>
                </a:lnTo>
                <a:lnTo>
                  <a:pt x="4646132" y="21974"/>
                </a:lnTo>
                <a:lnTo>
                  <a:pt x="4645237" y="22296"/>
                </a:lnTo>
                <a:lnTo>
                  <a:pt x="4644261" y="22662"/>
                </a:lnTo>
                <a:lnTo>
                  <a:pt x="4643206" y="23072"/>
                </a:lnTo>
                <a:lnTo>
                  <a:pt x="4642069" y="23527"/>
                </a:lnTo>
                <a:lnTo>
                  <a:pt x="4640853" y="24027"/>
                </a:lnTo>
                <a:lnTo>
                  <a:pt x="4639556" y="24570"/>
                </a:lnTo>
                <a:lnTo>
                  <a:pt x="4638178" y="25158"/>
                </a:lnTo>
                <a:lnTo>
                  <a:pt x="4636721" y="25791"/>
                </a:lnTo>
                <a:lnTo>
                  <a:pt x="4635183" y="26468"/>
                </a:lnTo>
                <a:lnTo>
                  <a:pt x="4633564" y="27189"/>
                </a:lnTo>
                <a:lnTo>
                  <a:pt x="4631865" y="27955"/>
                </a:lnTo>
                <a:lnTo>
                  <a:pt x="4631865" y="13476"/>
                </a:lnTo>
                <a:lnTo>
                  <a:pt x="4633707" y="12616"/>
                </a:lnTo>
                <a:lnTo>
                  <a:pt x="4635549" y="11802"/>
                </a:lnTo>
                <a:lnTo>
                  <a:pt x="4637392" y="11035"/>
                </a:lnTo>
                <a:lnTo>
                  <a:pt x="4639235" y="10313"/>
                </a:lnTo>
                <a:lnTo>
                  <a:pt x="4641080" y="9637"/>
                </a:lnTo>
                <a:lnTo>
                  <a:pt x="4642924" y="9007"/>
                </a:lnTo>
                <a:lnTo>
                  <a:pt x="4644770" y="8424"/>
                </a:lnTo>
                <a:lnTo>
                  <a:pt x="4646616" y="7886"/>
                </a:lnTo>
                <a:lnTo>
                  <a:pt x="4648462" y="7394"/>
                </a:lnTo>
                <a:lnTo>
                  <a:pt x="4650309" y="6949"/>
                </a:lnTo>
                <a:lnTo>
                  <a:pt x="4652157" y="6549"/>
                </a:lnTo>
                <a:lnTo>
                  <a:pt x="4654005" y="6195"/>
                </a:lnTo>
                <a:lnTo>
                  <a:pt x="4655827" y="5878"/>
                </a:lnTo>
                <a:lnTo>
                  <a:pt x="4657594" y="5588"/>
                </a:lnTo>
                <a:lnTo>
                  <a:pt x="4659307" y="5326"/>
                </a:lnTo>
                <a:lnTo>
                  <a:pt x="4660966" y="5092"/>
                </a:lnTo>
                <a:lnTo>
                  <a:pt x="4662571" y="4885"/>
                </a:lnTo>
                <a:lnTo>
                  <a:pt x="4664122" y="4705"/>
                </a:lnTo>
                <a:lnTo>
                  <a:pt x="4665618" y="4554"/>
                </a:lnTo>
                <a:lnTo>
                  <a:pt x="4667060" y="4430"/>
                </a:lnTo>
                <a:lnTo>
                  <a:pt x="4668448" y="4333"/>
                </a:lnTo>
                <a:lnTo>
                  <a:pt x="4669782" y="4264"/>
                </a:lnTo>
                <a:lnTo>
                  <a:pt x="4671062" y="4223"/>
                </a:lnTo>
                <a:lnTo>
                  <a:pt x="4672287" y="4209"/>
                </a:lnTo>
                <a:lnTo>
                  <a:pt x="4674044" y="4233"/>
                </a:lnTo>
                <a:lnTo>
                  <a:pt x="4675776" y="4305"/>
                </a:lnTo>
                <a:lnTo>
                  <a:pt x="4677485" y="4425"/>
                </a:lnTo>
                <a:lnTo>
                  <a:pt x="4679170" y="4594"/>
                </a:lnTo>
                <a:lnTo>
                  <a:pt x="4680832" y="4811"/>
                </a:lnTo>
                <a:lnTo>
                  <a:pt x="4682470" y="5075"/>
                </a:lnTo>
                <a:lnTo>
                  <a:pt x="4684083" y="5388"/>
                </a:lnTo>
                <a:lnTo>
                  <a:pt x="4685674" y="5749"/>
                </a:lnTo>
                <a:lnTo>
                  <a:pt x="4687240" y="6159"/>
                </a:lnTo>
                <a:lnTo>
                  <a:pt x="4688783" y="6616"/>
                </a:lnTo>
                <a:lnTo>
                  <a:pt x="4690302" y="7121"/>
                </a:lnTo>
                <a:lnTo>
                  <a:pt x="4691797" y="7675"/>
                </a:lnTo>
                <a:lnTo>
                  <a:pt x="4693249" y="8279"/>
                </a:lnTo>
                <a:lnTo>
                  <a:pt x="4694637" y="8936"/>
                </a:lnTo>
                <a:lnTo>
                  <a:pt x="4695962" y="9645"/>
                </a:lnTo>
                <a:lnTo>
                  <a:pt x="4697224" y="10408"/>
                </a:lnTo>
                <a:lnTo>
                  <a:pt x="4698422" y="11224"/>
                </a:lnTo>
                <a:lnTo>
                  <a:pt x="4699557" y="12093"/>
                </a:lnTo>
                <a:lnTo>
                  <a:pt x="4700629" y="13015"/>
                </a:lnTo>
                <a:lnTo>
                  <a:pt x="4701637" y="13989"/>
                </a:lnTo>
                <a:lnTo>
                  <a:pt x="4702582" y="15017"/>
                </a:lnTo>
                <a:lnTo>
                  <a:pt x="4703464" y="16098"/>
                </a:lnTo>
                <a:lnTo>
                  <a:pt x="4704282" y="17232"/>
                </a:lnTo>
                <a:lnTo>
                  <a:pt x="4705037" y="18419"/>
                </a:lnTo>
                <a:lnTo>
                  <a:pt x="4705730" y="19639"/>
                </a:lnTo>
                <a:lnTo>
                  <a:pt x="4706363" y="20872"/>
                </a:lnTo>
                <a:lnTo>
                  <a:pt x="4706936" y="22118"/>
                </a:lnTo>
                <a:lnTo>
                  <a:pt x="4707448" y="23378"/>
                </a:lnTo>
                <a:lnTo>
                  <a:pt x="4707901" y="24652"/>
                </a:lnTo>
                <a:lnTo>
                  <a:pt x="4708292" y="25939"/>
                </a:lnTo>
                <a:lnTo>
                  <a:pt x="4708624" y="27239"/>
                </a:lnTo>
                <a:lnTo>
                  <a:pt x="4708895" y="28553"/>
                </a:lnTo>
                <a:lnTo>
                  <a:pt x="4709106" y="29880"/>
                </a:lnTo>
                <a:lnTo>
                  <a:pt x="4709257" y="31220"/>
                </a:lnTo>
                <a:lnTo>
                  <a:pt x="4709347" y="32574"/>
                </a:lnTo>
                <a:lnTo>
                  <a:pt x="4709377" y="33942"/>
                </a:lnTo>
                <a:lnTo>
                  <a:pt x="4709339" y="35480"/>
                </a:lnTo>
                <a:lnTo>
                  <a:pt x="4709223" y="37024"/>
                </a:lnTo>
                <a:lnTo>
                  <a:pt x="4709029" y="38574"/>
                </a:lnTo>
                <a:lnTo>
                  <a:pt x="4708759" y="40130"/>
                </a:lnTo>
                <a:lnTo>
                  <a:pt x="4708411" y="41692"/>
                </a:lnTo>
                <a:lnTo>
                  <a:pt x="4707985" y="43261"/>
                </a:lnTo>
                <a:lnTo>
                  <a:pt x="4707483" y="44835"/>
                </a:lnTo>
                <a:lnTo>
                  <a:pt x="4706903" y="46416"/>
                </a:lnTo>
                <a:lnTo>
                  <a:pt x="4706245" y="48003"/>
                </a:lnTo>
                <a:lnTo>
                  <a:pt x="4705511" y="49595"/>
                </a:lnTo>
                <a:lnTo>
                  <a:pt x="4704699" y="51194"/>
                </a:lnTo>
                <a:lnTo>
                  <a:pt x="4703810" y="52799"/>
                </a:lnTo>
                <a:lnTo>
                  <a:pt x="4702813" y="54445"/>
                </a:lnTo>
                <a:lnTo>
                  <a:pt x="4701680" y="56168"/>
                </a:lnTo>
                <a:lnTo>
                  <a:pt x="4700409" y="57967"/>
                </a:lnTo>
                <a:lnTo>
                  <a:pt x="4699002" y="59842"/>
                </a:lnTo>
                <a:lnTo>
                  <a:pt x="4697457" y="61794"/>
                </a:lnTo>
                <a:lnTo>
                  <a:pt x="4695776" y="63822"/>
                </a:lnTo>
                <a:lnTo>
                  <a:pt x="4693957" y="65926"/>
                </a:lnTo>
                <a:lnTo>
                  <a:pt x="4692001" y="68107"/>
                </a:lnTo>
                <a:lnTo>
                  <a:pt x="4689909" y="70364"/>
                </a:lnTo>
                <a:lnTo>
                  <a:pt x="4687679" y="72698"/>
                </a:lnTo>
                <a:lnTo>
                  <a:pt x="4685313" y="75108"/>
                </a:lnTo>
                <a:lnTo>
                  <a:pt x="4682809" y="77594"/>
                </a:lnTo>
                <a:lnTo>
                  <a:pt x="4672813" y="87486"/>
                </a:lnTo>
                <a:lnTo>
                  <a:pt x="4664396" y="95715"/>
                </a:lnTo>
                <a:lnTo>
                  <a:pt x="4663087" y="97054"/>
                </a:lnTo>
                <a:lnTo>
                  <a:pt x="4661821" y="98385"/>
                </a:lnTo>
                <a:lnTo>
                  <a:pt x="4660598" y="99710"/>
                </a:lnTo>
                <a:lnTo>
                  <a:pt x="4659417" y="101027"/>
                </a:lnTo>
                <a:lnTo>
                  <a:pt x="4658279" y="102337"/>
                </a:lnTo>
                <a:lnTo>
                  <a:pt x="4657184" y="103639"/>
                </a:lnTo>
                <a:lnTo>
                  <a:pt x="4656131" y="104934"/>
                </a:lnTo>
                <a:lnTo>
                  <a:pt x="4655121" y="106222"/>
                </a:lnTo>
                <a:lnTo>
                  <a:pt x="4654153" y="107503"/>
                </a:lnTo>
                <a:lnTo>
                  <a:pt x="4653228" y="108776"/>
                </a:lnTo>
                <a:lnTo>
                  <a:pt x="4652346" y="110042"/>
                </a:lnTo>
                <a:lnTo>
                  <a:pt x="4651506" y="111301"/>
                </a:lnTo>
                <a:lnTo>
                  <a:pt x="4650718" y="112575"/>
                </a:lnTo>
                <a:lnTo>
                  <a:pt x="4649991" y="113890"/>
                </a:lnTo>
                <a:lnTo>
                  <a:pt x="4649325" y="115245"/>
                </a:lnTo>
                <a:lnTo>
                  <a:pt x="4648720" y="116640"/>
                </a:lnTo>
                <a:lnTo>
                  <a:pt x="4648176" y="118075"/>
                </a:lnTo>
                <a:lnTo>
                  <a:pt x="4647692" y="119550"/>
                </a:lnTo>
                <a:lnTo>
                  <a:pt x="4647269" y="121066"/>
                </a:lnTo>
                <a:lnTo>
                  <a:pt x="4646908" y="122621"/>
                </a:lnTo>
                <a:lnTo>
                  <a:pt x="4646607" y="124217"/>
                </a:lnTo>
                <a:lnTo>
                  <a:pt x="4646367" y="125853"/>
                </a:lnTo>
                <a:lnTo>
                  <a:pt x="4646188" y="127529"/>
                </a:lnTo>
                <a:lnTo>
                  <a:pt x="4646070" y="129246"/>
                </a:lnTo>
                <a:lnTo>
                  <a:pt x="4711482" y="129246"/>
                </a:lnTo>
                <a:lnTo>
                  <a:pt x="4711482" y="144327"/>
                </a:lnTo>
                <a:close/>
                <a:moveTo>
                  <a:pt x="4824882" y="96715"/>
                </a:moveTo>
                <a:lnTo>
                  <a:pt x="4729658" y="144327"/>
                </a:lnTo>
                <a:lnTo>
                  <a:pt x="4729658" y="129182"/>
                </a:lnTo>
                <a:lnTo>
                  <a:pt x="4794807" y="96877"/>
                </a:lnTo>
                <a:lnTo>
                  <a:pt x="4729658" y="64302"/>
                </a:lnTo>
                <a:lnTo>
                  <a:pt x="4729658" y="49103"/>
                </a:lnTo>
                <a:lnTo>
                  <a:pt x="4824882" y="96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5" name="Original vector context 15">
            <a:extLst xmlns:a="http://schemas.openxmlformats.org/drawingml/2006/main">
              <a:ext uri="{FF2B5EF4-FFF2-40B4-BE49-F238E27FC236}">
                <a16:creationId xmlns:a16="http://schemas.microsoft.com/office/drawing/2014/main" id="{BDB6FCDE-6F48-4955-A62C-2AABF2E5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7" y="1791418"/>
            <a:ext cx="1053851" cy="144152"/>
          </a:xfrm>
          <a:custGeom xmlns:a="http://schemas.openxmlformats.org/drawingml/2006/main">
            <a:pathLst>
              <a:path w="1053851" h="144152">
                <a:moveTo>
                  <a:pt x="2718" y="69445"/>
                </a:moveTo>
                <a:lnTo>
                  <a:pt x="2718" y="4033"/>
                </a:lnTo>
                <a:lnTo>
                  <a:pt x="78915" y="4033"/>
                </a:lnTo>
                <a:lnTo>
                  <a:pt x="78915" y="19816"/>
                </a:lnTo>
                <a:lnTo>
                  <a:pt x="19027" y="19816"/>
                </a:lnTo>
                <a:lnTo>
                  <a:pt x="19027" y="52961"/>
                </a:lnTo>
                <a:lnTo>
                  <a:pt x="21833" y="52961"/>
                </a:lnTo>
                <a:lnTo>
                  <a:pt x="26635" y="53046"/>
                </a:lnTo>
                <a:lnTo>
                  <a:pt x="31249" y="53302"/>
                </a:lnTo>
                <a:lnTo>
                  <a:pt x="35676" y="53728"/>
                </a:lnTo>
                <a:lnTo>
                  <a:pt x="39915" y="54325"/>
                </a:lnTo>
                <a:lnTo>
                  <a:pt x="43967" y="55092"/>
                </a:lnTo>
                <a:lnTo>
                  <a:pt x="47831" y="56030"/>
                </a:lnTo>
                <a:lnTo>
                  <a:pt x="51508" y="57138"/>
                </a:lnTo>
                <a:lnTo>
                  <a:pt x="54997" y="58417"/>
                </a:lnTo>
                <a:lnTo>
                  <a:pt x="58299" y="59866"/>
                </a:lnTo>
                <a:lnTo>
                  <a:pt x="61413" y="61486"/>
                </a:lnTo>
                <a:lnTo>
                  <a:pt x="64339" y="63276"/>
                </a:lnTo>
                <a:lnTo>
                  <a:pt x="67078" y="65237"/>
                </a:lnTo>
                <a:lnTo>
                  <a:pt x="69613" y="67342"/>
                </a:lnTo>
                <a:lnTo>
                  <a:pt x="71927" y="69565"/>
                </a:lnTo>
                <a:lnTo>
                  <a:pt x="74021" y="71906"/>
                </a:lnTo>
                <a:lnTo>
                  <a:pt x="75895" y="74365"/>
                </a:lnTo>
                <a:lnTo>
                  <a:pt x="77548" y="76943"/>
                </a:lnTo>
                <a:lnTo>
                  <a:pt x="78981" y="79639"/>
                </a:lnTo>
                <a:lnTo>
                  <a:pt x="80193" y="82452"/>
                </a:lnTo>
                <a:lnTo>
                  <a:pt x="81185" y="85384"/>
                </a:lnTo>
                <a:lnTo>
                  <a:pt x="81957" y="88434"/>
                </a:lnTo>
                <a:lnTo>
                  <a:pt x="82508" y="91602"/>
                </a:lnTo>
                <a:lnTo>
                  <a:pt x="82838" y="94889"/>
                </a:lnTo>
                <a:lnTo>
                  <a:pt x="82949" y="98293"/>
                </a:lnTo>
                <a:lnTo>
                  <a:pt x="82904" y="100466"/>
                </a:lnTo>
                <a:lnTo>
                  <a:pt x="82771" y="102602"/>
                </a:lnTo>
                <a:lnTo>
                  <a:pt x="82549" y="104700"/>
                </a:lnTo>
                <a:lnTo>
                  <a:pt x="82237" y="106760"/>
                </a:lnTo>
                <a:lnTo>
                  <a:pt x="81837" y="108782"/>
                </a:lnTo>
                <a:lnTo>
                  <a:pt x="81348" y="110766"/>
                </a:lnTo>
                <a:lnTo>
                  <a:pt x="80771" y="112713"/>
                </a:lnTo>
                <a:lnTo>
                  <a:pt x="80104" y="114622"/>
                </a:lnTo>
                <a:lnTo>
                  <a:pt x="79348" y="116493"/>
                </a:lnTo>
                <a:lnTo>
                  <a:pt x="78504" y="118326"/>
                </a:lnTo>
                <a:lnTo>
                  <a:pt x="77570" y="120122"/>
                </a:lnTo>
                <a:lnTo>
                  <a:pt x="76548" y="121880"/>
                </a:lnTo>
                <a:lnTo>
                  <a:pt x="75444" y="123588"/>
                </a:lnTo>
                <a:lnTo>
                  <a:pt x="74268" y="125233"/>
                </a:lnTo>
                <a:lnTo>
                  <a:pt x="73018" y="126815"/>
                </a:lnTo>
                <a:lnTo>
                  <a:pt x="71696" y="128335"/>
                </a:lnTo>
                <a:lnTo>
                  <a:pt x="70300" y="129791"/>
                </a:lnTo>
                <a:lnTo>
                  <a:pt x="68832" y="131186"/>
                </a:lnTo>
                <a:lnTo>
                  <a:pt x="67290" y="132517"/>
                </a:lnTo>
                <a:lnTo>
                  <a:pt x="65675" y="133786"/>
                </a:lnTo>
                <a:lnTo>
                  <a:pt x="63987" y="134992"/>
                </a:lnTo>
                <a:lnTo>
                  <a:pt x="62226" y="136135"/>
                </a:lnTo>
                <a:lnTo>
                  <a:pt x="60392" y="137215"/>
                </a:lnTo>
                <a:lnTo>
                  <a:pt x="58485" y="138233"/>
                </a:lnTo>
                <a:lnTo>
                  <a:pt x="56531" y="139178"/>
                </a:lnTo>
                <a:lnTo>
                  <a:pt x="54556" y="140042"/>
                </a:lnTo>
                <a:lnTo>
                  <a:pt x="52561" y="140822"/>
                </a:lnTo>
                <a:lnTo>
                  <a:pt x="50545" y="141521"/>
                </a:lnTo>
                <a:lnTo>
                  <a:pt x="48508" y="142138"/>
                </a:lnTo>
                <a:lnTo>
                  <a:pt x="46450" y="142672"/>
                </a:lnTo>
                <a:lnTo>
                  <a:pt x="44372" y="143124"/>
                </a:lnTo>
                <a:lnTo>
                  <a:pt x="42273" y="143494"/>
                </a:lnTo>
                <a:lnTo>
                  <a:pt x="40154" y="143782"/>
                </a:lnTo>
                <a:lnTo>
                  <a:pt x="38013" y="143987"/>
                </a:lnTo>
                <a:lnTo>
                  <a:pt x="35852" y="144111"/>
                </a:lnTo>
                <a:lnTo>
                  <a:pt x="33670" y="144152"/>
                </a:lnTo>
                <a:lnTo>
                  <a:pt x="31427" y="144107"/>
                </a:lnTo>
                <a:lnTo>
                  <a:pt x="29082" y="143974"/>
                </a:lnTo>
                <a:lnTo>
                  <a:pt x="26634" y="143751"/>
                </a:lnTo>
                <a:lnTo>
                  <a:pt x="24084" y="143439"/>
                </a:lnTo>
                <a:lnTo>
                  <a:pt x="21431" y="143039"/>
                </a:lnTo>
                <a:lnTo>
                  <a:pt x="18677" y="142549"/>
                </a:lnTo>
                <a:lnTo>
                  <a:pt x="15820" y="141970"/>
                </a:lnTo>
                <a:lnTo>
                  <a:pt x="12860" y="141302"/>
                </a:lnTo>
                <a:lnTo>
                  <a:pt x="9799" y="140545"/>
                </a:lnTo>
                <a:lnTo>
                  <a:pt x="6635" y="139699"/>
                </a:lnTo>
                <a:lnTo>
                  <a:pt x="3369" y="138764"/>
                </a:lnTo>
                <a:lnTo>
                  <a:pt x="0" y="137740"/>
                </a:lnTo>
                <a:lnTo>
                  <a:pt x="0" y="119904"/>
                </a:lnTo>
                <a:lnTo>
                  <a:pt x="1254" y="120564"/>
                </a:lnTo>
                <a:lnTo>
                  <a:pt x="2533" y="121203"/>
                </a:lnTo>
                <a:lnTo>
                  <a:pt x="3836" y="121822"/>
                </a:lnTo>
                <a:lnTo>
                  <a:pt x="5164" y="122421"/>
                </a:lnTo>
                <a:lnTo>
                  <a:pt x="6515" y="123000"/>
                </a:lnTo>
                <a:lnTo>
                  <a:pt x="7892" y="123559"/>
                </a:lnTo>
                <a:lnTo>
                  <a:pt x="9292" y="124098"/>
                </a:lnTo>
                <a:lnTo>
                  <a:pt x="10717" y="124617"/>
                </a:lnTo>
                <a:lnTo>
                  <a:pt x="12166" y="125117"/>
                </a:lnTo>
                <a:lnTo>
                  <a:pt x="13640" y="125596"/>
                </a:lnTo>
                <a:lnTo>
                  <a:pt x="15138" y="126055"/>
                </a:lnTo>
                <a:lnTo>
                  <a:pt x="16660" y="126494"/>
                </a:lnTo>
                <a:lnTo>
                  <a:pt x="18185" y="126906"/>
                </a:lnTo>
                <a:lnTo>
                  <a:pt x="19690" y="127281"/>
                </a:lnTo>
                <a:lnTo>
                  <a:pt x="21176" y="127621"/>
                </a:lnTo>
                <a:lnTo>
                  <a:pt x="22642" y="127925"/>
                </a:lnTo>
                <a:lnTo>
                  <a:pt x="24089" y="128194"/>
                </a:lnTo>
                <a:lnTo>
                  <a:pt x="25516" y="128426"/>
                </a:lnTo>
                <a:lnTo>
                  <a:pt x="26924" y="128623"/>
                </a:lnTo>
                <a:lnTo>
                  <a:pt x="28312" y="128784"/>
                </a:lnTo>
                <a:lnTo>
                  <a:pt x="29681" y="128909"/>
                </a:lnTo>
                <a:lnTo>
                  <a:pt x="31030" y="128999"/>
                </a:lnTo>
                <a:lnTo>
                  <a:pt x="32360" y="129052"/>
                </a:lnTo>
                <a:lnTo>
                  <a:pt x="33670" y="129070"/>
                </a:lnTo>
                <a:lnTo>
                  <a:pt x="34969" y="129044"/>
                </a:lnTo>
                <a:lnTo>
                  <a:pt x="36262" y="128966"/>
                </a:lnTo>
                <a:lnTo>
                  <a:pt x="37550" y="128836"/>
                </a:lnTo>
                <a:lnTo>
                  <a:pt x="38834" y="128653"/>
                </a:lnTo>
                <a:lnTo>
                  <a:pt x="40113" y="128418"/>
                </a:lnTo>
                <a:lnTo>
                  <a:pt x="41387" y="128132"/>
                </a:lnTo>
                <a:lnTo>
                  <a:pt x="42656" y="127793"/>
                </a:lnTo>
                <a:lnTo>
                  <a:pt x="43920" y="127402"/>
                </a:lnTo>
                <a:lnTo>
                  <a:pt x="45179" y="126959"/>
                </a:lnTo>
                <a:lnTo>
                  <a:pt x="46433" y="126463"/>
                </a:lnTo>
                <a:lnTo>
                  <a:pt x="47683" y="125916"/>
                </a:lnTo>
                <a:lnTo>
                  <a:pt x="48927" y="125316"/>
                </a:lnTo>
                <a:lnTo>
                  <a:pt x="50146" y="124667"/>
                </a:lnTo>
                <a:lnTo>
                  <a:pt x="51319" y="123969"/>
                </a:lnTo>
                <a:lnTo>
                  <a:pt x="52446" y="123224"/>
                </a:lnTo>
                <a:lnTo>
                  <a:pt x="53526" y="122431"/>
                </a:lnTo>
                <a:lnTo>
                  <a:pt x="54560" y="121589"/>
                </a:lnTo>
                <a:lnTo>
                  <a:pt x="55548" y="120700"/>
                </a:lnTo>
                <a:lnTo>
                  <a:pt x="56489" y="119764"/>
                </a:lnTo>
                <a:lnTo>
                  <a:pt x="57384" y="118779"/>
                </a:lnTo>
                <a:lnTo>
                  <a:pt x="58233" y="117746"/>
                </a:lnTo>
                <a:lnTo>
                  <a:pt x="59035" y="116666"/>
                </a:lnTo>
                <a:lnTo>
                  <a:pt x="59792" y="115537"/>
                </a:lnTo>
                <a:lnTo>
                  <a:pt x="60502" y="114361"/>
                </a:lnTo>
                <a:lnTo>
                  <a:pt x="61160" y="113158"/>
                </a:lnTo>
                <a:lnTo>
                  <a:pt x="61761" y="111952"/>
                </a:lnTo>
                <a:lnTo>
                  <a:pt x="62305" y="110740"/>
                </a:lnTo>
                <a:lnTo>
                  <a:pt x="62791" y="109525"/>
                </a:lnTo>
                <a:lnTo>
                  <a:pt x="63220" y="108305"/>
                </a:lnTo>
                <a:lnTo>
                  <a:pt x="63592" y="107081"/>
                </a:lnTo>
                <a:lnTo>
                  <a:pt x="63907" y="105853"/>
                </a:lnTo>
                <a:lnTo>
                  <a:pt x="64165" y="104621"/>
                </a:lnTo>
                <a:lnTo>
                  <a:pt x="64365" y="103385"/>
                </a:lnTo>
                <a:lnTo>
                  <a:pt x="64508" y="102144"/>
                </a:lnTo>
                <a:lnTo>
                  <a:pt x="64594" y="100899"/>
                </a:lnTo>
                <a:lnTo>
                  <a:pt x="64623" y="99650"/>
                </a:lnTo>
                <a:lnTo>
                  <a:pt x="64545" y="97567"/>
                </a:lnTo>
                <a:lnTo>
                  <a:pt x="64310" y="95539"/>
                </a:lnTo>
                <a:lnTo>
                  <a:pt x="63919" y="93564"/>
                </a:lnTo>
                <a:lnTo>
                  <a:pt x="63371" y="91643"/>
                </a:lnTo>
                <a:lnTo>
                  <a:pt x="62667" y="89777"/>
                </a:lnTo>
                <a:lnTo>
                  <a:pt x="61806" y="87964"/>
                </a:lnTo>
                <a:lnTo>
                  <a:pt x="60789" y="86205"/>
                </a:lnTo>
                <a:lnTo>
                  <a:pt x="59615" y="84500"/>
                </a:lnTo>
                <a:lnTo>
                  <a:pt x="58285" y="82849"/>
                </a:lnTo>
                <a:lnTo>
                  <a:pt x="56798" y="81252"/>
                </a:lnTo>
                <a:lnTo>
                  <a:pt x="55155" y="79708"/>
                </a:lnTo>
                <a:lnTo>
                  <a:pt x="53355" y="78219"/>
                </a:lnTo>
                <a:lnTo>
                  <a:pt x="51356" y="76818"/>
                </a:lnTo>
                <a:lnTo>
                  <a:pt x="49114" y="75538"/>
                </a:lnTo>
                <a:lnTo>
                  <a:pt x="46628" y="74381"/>
                </a:lnTo>
                <a:lnTo>
                  <a:pt x="43900" y="73345"/>
                </a:lnTo>
                <a:lnTo>
                  <a:pt x="40929" y="72431"/>
                </a:lnTo>
                <a:lnTo>
                  <a:pt x="37715" y="71639"/>
                </a:lnTo>
                <a:lnTo>
                  <a:pt x="34258" y="70969"/>
                </a:lnTo>
                <a:lnTo>
                  <a:pt x="30558" y="70420"/>
                </a:lnTo>
                <a:lnTo>
                  <a:pt x="26615" y="69994"/>
                </a:lnTo>
                <a:lnTo>
                  <a:pt x="22429" y="69689"/>
                </a:lnTo>
                <a:lnTo>
                  <a:pt x="18000" y="69506"/>
                </a:lnTo>
                <a:lnTo>
                  <a:pt x="13328" y="69445"/>
                </a:lnTo>
                <a:lnTo>
                  <a:pt x="2718" y="69445"/>
                </a:lnTo>
                <a:close/>
                <a:moveTo>
                  <a:pt x="335832" y="4033"/>
                </a:moveTo>
                <a:lnTo>
                  <a:pt x="337913" y="4099"/>
                </a:lnTo>
                <a:lnTo>
                  <a:pt x="339918" y="4296"/>
                </a:lnTo>
                <a:lnTo>
                  <a:pt x="341846" y="4625"/>
                </a:lnTo>
                <a:lnTo>
                  <a:pt x="343699" y="5086"/>
                </a:lnTo>
                <a:lnTo>
                  <a:pt x="345475" y="5678"/>
                </a:lnTo>
                <a:lnTo>
                  <a:pt x="347176" y="6401"/>
                </a:lnTo>
                <a:lnTo>
                  <a:pt x="348800" y="7256"/>
                </a:lnTo>
                <a:lnTo>
                  <a:pt x="350348" y="8242"/>
                </a:lnTo>
                <a:lnTo>
                  <a:pt x="351820" y="9360"/>
                </a:lnTo>
                <a:lnTo>
                  <a:pt x="353216" y="10610"/>
                </a:lnTo>
                <a:lnTo>
                  <a:pt x="354536" y="11991"/>
                </a:lnTo>
                <a:lnTo>
                  <a:pt x="355780" y="13503"/>
                </a:lnTo>
                <a:lnTo>
                  <a:pt x="356935" y="15121"/>
                </a:lnTo>
                <a:lnTo>
                  <a:pt x="357990" y="16816"/>
                </a:lnTo>
                <a:lnTo>
                  <a:pt x="358945" y="18589"/>
                </a:lnTo>
                <a:lnTo>
                  <a:pt x="359799" y="20440"/>
                </a:lnTo>
                <a:lnTo>
                  <a:pt x="360552" y="22369"/>
                </a:lnTo>
                <a:lnTo>
                  <a:pt x="361205" y="24376"/>
                </a:lnTo>
                <a:lnTo>
                  <a:pt x="361758" y="26461"/>
                </a:lnTo>
                <a:lnTo>
                  <a:pt x="362210" y="28624"/>
                </a:lnTo>
                <a:lnTo>
                  <a:pt x="362562" y="30865"/>
                </a:lnTo>
                <a:lnTo>
                  <a:pt x="362813" y="33183"/>
                </a:lnTo>
                <a:lnTo>
                  <a:pt x="362963" y="35580"/>
                </a:lnTo>
                <a:lnTo>
                  <a:pt x="363014" y="38055"/>
                </a:lnTo>
                <a:lnTo>
                  <a:pt x="362963" y="40543"/>
                </a:lnTo>
                <a:lnTo>
                  <a:pt x="362813" y="42952"/>
                </a:lnTo>
                <a:lnTo>
                  <a:pt x="362562" y="45280"/>
                </a:lnTo>
                <a:lnTo>
                  <a:pt x="362210" y="47529"/>
                </a:lnTo>
                <a:lnTo>
                  <a:pt x="361758" y="49699"/>
                </a:lnTo>
                <a:lnTo>
                  <a:pt x="361205" y="51788"/>
                </a:lnTo>
                <a:lnTo>
                  <a:pt x="360552" y="53798"/>
                </a:lnTo>
                <a:lnTo>
                  <a:pt x="359799" y="55728"/>
                </a:lnTo>
                <a:lnTo>
                  <a:pt x="358945" y="57578"/>
                </a:lnTo>
                <a:lnTo>
                  <a:pt x="357990" y="59348"/>
                </a:lnTo>
                <a:lnTo>
                  <a:pt x="356935" y="61039"/>
                </a:lnTo>
                <a:lnTo>
                  <a:pt x="355780" y="62650"/>
                </a:lnTo>
                <a:lnTo>
                  <a:pt x="354536" y="64155"/>
                </a:lnTo>
                <a:lnTo>
                  <a:pt x="353216" y="65530"/>
                </a:lnTo>
                <a:lnTo>
                  <a:pt x="351820" y="66774"/>
                </a:lnTo>
                <a:lnTo>
                  <a:pt x="350348" y="67887"/>
                </a:lnTo>
                <a:lnTo>
                  <a:pt x="348800" y="68868"/>
                </a:lnTo>
                <a:lnTo>
                  <a:pt x="347176" y="69719"/>
                </a:lnTo>
                <a:lnTo>
                  <a:pt x="345475" y="70439"/>
                </a:lnTo>
                <a:lnTo>
                  <a:pt x="343699" y="71029"/>
                </a:lnTo>
                <a:lnTo>
                  <a:pt x="341846" y="71487"/>
                </a:lnTo>
                <a:lnTo>
                  <a:pt x="339918" y="71814"/>
                </a:lnTo>
                <a:lnTo>
                  <a:pt x="337913" y="72010"/>
                </a:lnTo>
                <a:lnTo>
                  <a:pt x="335832" y="72076"/>
                </a:lnTo>
                <a:lnTo>
                  <a:pt x="333750" y="72010"/>
                </a:lnTo>
                <a:lnTo>
                  <a:pt x="331745" y="71814"/>
                </a:lnTo>
                <a:lnTo>
                  <a:pt x="329814" y="71487"/>
                </a:lnTo>
                <a:lnTo>
                  <a:pt x="327960" y="71029"/>
                </a:lnTo>
                <a:lnTo>
                  <a:pt x="326180" y="70439"/>
                </a:lnTo>
                <a:lnTo>
                  <a:pt x="324477" y="69719"/>
                </a:lnTo>
                <a:lnTo>
                  <a:pt x="322849" y="68868"/>
                </a:lnTo>
                <a:lnTo>
                  <a:pt x="321296" y="67887"/>
                </a:lnTo>
                <a:lnTo>
                  <a:pt x="319819" y="66774"/>
                </a:lnTo>
                <a:lnTo>
                  <a:pt x="318417" y="65530"/>
                </a:lnTo>
                <a:lnTo>
                  <a:pt x="317091" y="64155"/>
                </a:lnTo>
                <a:lnTo>
                  <a:pt x="315840" y="62650"/>
                </a:lnTo>
                <a:lnTo>
                  <a:pt x="314678" y="61039"/>
                </a:lnTo>
                <a:lnTo>
                  <a:pt x="313616" y="59348"/>
                </a:lnTo>
                <a:lnTo>
                  <a:pt x="312656" y="57578"/>
                </a:lnTo>
                <a:lnTo>
                  <a:pt x="311797" y="55728"/>
                </a:lnTo>
                <a:lnTo>
                  <a:pt x="311039" y="53798"/>
                </a:lnTo>
                <a:lnTo>
                  <a:pt x="310382" y="51788"/>
                </a:lnTo>
                <a:lnTo>
                  <a:pt x="309826" y="49699"/>
                </a:lnTo>
                <a:lnTo>
                  <a:pt x="309371" y="47529"/>
                </a:lnTo>
                <a:lnTo>
                  <a:pt x="309017" y="45280"/>
                </a:lnTo>
                <a:lnTo>
                  <a:pt x="308764" y="42952"/>
                </a:lnTo>
                <a:lnTo>
                  <a:pt x="308613" y="40543"/>
                </a:lnTo>
                <a:lnTo>
                  <a:pt x="308562" y="38055"/>
                </a:lnTo>
                <a:lnTo>
                  <a:pt x="308613" y="35580"/>
                </a:lnTo>
                <a:lnTo>
                  <a:pt x="308764" y="33183"/>
                </a:lnTo>
                <a:lnTo>
                  <a:pt x="309017" y="30865"/>
                </a:lnTo>
                <a:lnTo>
                  <a:pt x="309371" y="28624"/>
                </a:lnTo>
                <a:lnTo>
                  <a:pt x="309826" y="26461"/>
                </a:lnTo>
                <a:lnTo>
                  <a:pt x="310382" y="24376"/>
                </a:lnTo>
                <a:lnTo>
                  <a:pt x="311039" y="22369"/>
                </a:lnTo>
                <a:lnTo>
                  <a:pt x="311797" y="20440"/>
                </a:lnTo>
                <a:lnTo>
                  <a:pt x="312656" y="18589"/>
                </a:lnTo>
                <a:lnTo>
                  <a:pt x="313616" y="16816"/>
                </a:lnTo>
                <a:lnTo>
                  <a:pt x="314678" y="15121"/>
                </a:lnTo>
                <a:lnTo>
                  <a:pt x="315840" y="13503"/>
                </a:lnTo>
                <a:lnTo>
                  <a:pt x="317091" y="11991"/>
                </a:lnTo>
                <a:lnTo>
                  <a:pt x="318417" y="10610"/>
                </a:lnTo>
                <a:lnTo>
                  <a:pt x="319819" y="9360"/>
                </a:lnTo>
                <a:lnTo>
                  <a:pt x="321296" y="8242"/>
                </a:lnTo>
                <a:lnTo>
                  <a:pt x="322849" y="7256"/>
                </a:lnTo>
                <a:lnTo>
                  <a:pt x="324477" y="6401"/>
                </a:lnTo>
                <a:lnTo>
                  <a:pt x="326180" y="5678"/>
                </a:lnTo>
                <a:lnTo>
                  <a:pt x="327960" y="5086"/>
                </a:lnTo>
                <a:lnTo>
                  <a:pt x="329814" y="4625"/>
                </a:lnTo>
                <a:lnTo>
                  <a:pt x="331745" y="4296"/>
                </a:lnTo>
                <a:lnTo>
                  <a:pt x="333750" y="4099"/>
                </a:lnTo>
                <a:lnTo>
                  <a:pt x="335832" y="4033"/>
                </a:lnTo>
                <a:moveTo>
                  <a:pt x="335832" y="14906"/>
                </a:moveTo>
                <a:lnTo>
                  <a:pt x="334675" y="14953"/>
                </a:lnTo>
                <a:lnTo>
                  <a:pt x="333571" y="15095"/>
                </a:lnTo>
                <a:lnTo>
                  <a:pt x="332522" y="15332"/>
                </a:lnTo>
                <a:lnTo>
                  <a:pt x="331526" y="15663"/>
                </a:lnTo>
                <a:lnTo>
                  <a:pt x="330583" y="16088"/>
                </a:lnTo>
                <a:lnTo>
                  <a:pt x="329694" y="16608"/>
                </a:lnTo>
                <a:lnTo>
                  <a:pt x="328858" y="17223"/>
                </a:lnTo>
                <a:lnTo>
                  <a:pt x="328077" y="17932"/>
                </a:lnTo>
                <a:lnTo>
                  <a:pt x="327348" y="18736"/>
                </a:lnTo>
                <a:lnTo>
                  <a:pt x="326674" y="19635"/>
                </a:lnTo>
                <a:lnTo>
                  <a:pt x="326053" y="20628"/>
                </a:lnTo>
                <a:lnTo>
                  <a:pt x="325485" y="21715"/>
                </a:lnTo>
                <a:lnTo>
                  <a:pt x="324967" y="22868"/>
                </a:lnTo>
                <a:lnTo>
                  <a:pt x="324494" y="24059"/>
                </a:lnTo>
                <a:lnTo>
                  <a:pt x="324066" y="25286"/>
                </a:lnTo>
                <a:lnTo>
                  <a:pt x="323683" y="26551"/>
                </a:lnTo>
                <a:lnTo>
                  <a:pt x="323345" y="27853"/>
                </a:lnTo>
                <a:lnTo>
                  <a:pt x="323052" y="29192"/>
                </a:lnTo>
                <a:lnTo>
                  <a:pt x="322804" y="30569"/>
                </a:lnTo>
                <a:lnTo>
                  <a:pt x="322601" y="31983"/>
                </a:lnTo>
                <a:lnTo>
                  <a:pt x="322444" y="33434"/>
                </a:lnTo>
                <a:lnTo>
                  <a:pt x="322331" y="34922"/>
                </a:lnTo>
                <a:lnTo>
                  <a:pt x="322263" y="36448"/>
                </a:lnTo>
                <a:lnTo>
                  <a:pt x="322241" y="38011"/>
                </a:lnTo>
                <a:lnTo>
                  <a:pt x="322263" y="39588"/>
                </a:lnTo>
                <a:lnTo>
                  <a:pt x="322331" y="41126"/>
                </a:lnTo>
                <a:lnTo>
                  <a:pt x="322444" y="42626"/>
                </a:lnTo>
                <a:lnTo>
                  <a:pt x="322601" y="44088"/>
                </a:lnTo>
                <a:lnTo>
                  <a:pt x="322804" y="45511"/>
                </a:lnTo>
                <a:lnTo>
                  <a:pt x="323052" y="46896"/>
                </a:lnTo>
                <a:lnTo>
                  <a:pt x="323345" y="48242"/>
                </a:lnTo>
                <a:lnTo>
                  <a:pt x="323683" y="49550"/>
                </a:lnTo>
                <a:lnTo>
                  <a:pt x="324066" y="50819"/>
                </a:lnTo>
                <a:lnTo>
                  <a:pt x="324494" y="52050"/>
                </a:lnTo>
                <a:lnTo>
                  <a:pt x="324967" y="53243"/>
                </a:lnTo>
                <a:lnTo>
                  <a:pt x="325485" y="54397"/>
                </a:lnTo>
                <a:lnTo>
                  <a:pt x="326053" y="55484"/>
                </a:lnTo>
                <a:lnTo>
                  <a:pt x="326674" y="56476"/>
                </a:lnTo>
                <a:lnTo>
                  <a:pt x="327348" y="57374"/>
                </a:lnTo>
                <a:lnTo>
                  <a:pt x="328077" y="58178"/>
                </a:lnTo>
                <a:lnTo>
                  <a:pt x="328858" y="58887"/>
                </a:lnTo>
                <a:lnTo>
                  <a:pt x="329694" y="59501"/>
                </a:lnTo>
                <a:lnTo>
                  <a:pt x="330583" y="60021"/>
                </a:lnTo>
                <a:lnTo>
                  <a:pt x="331526" y="60447"/>
                </a:lnTo>
                <a:lnTo>
                  <a:pt x="332522" y="60778"/>
                </a:lnTo>
                <a:lnTo>
                  <a:pt x="333571" y="61014"/>
                </a:lnTo>
                <a:lnTo>
                  <a:pt x="334675" y="61156"/>
                </a:lnTo>
                <a:lnTo>
                  <a:pt x="335832" y="61203"/>
                </a:lnTo>
                <a:lnTo>
                  <a:pt x="336975" y="61156"/>
                </a:lnTo>
                <a:lnTo>
                  <a:pt x="338066" y="61014"/>
                </a:lnTo>
                <a:lnTo>
                  <a:pt x="339106" y="60778"/>
                </a:lnTo>
                <a:lnTo>
                  <a:pt x="340094" y="60447"/>
                </a:lnTo>
                <a:lnTo>
                  <a:pt x="341030" y="60021"/>
                </a:lnTo>
                <a:lnTo>
                  <a:pt x="341915" y="59501"/>
                </a:lnTo>
                <a:lnTo>
                  <a:pt x="342747" y="58887"/>
                </a:lnTo>
                <a:lnTo>
                  <a:pt x="343528" y="58178"/>
                </a:lnTo>
                <a:lnTo>
                  <a:pt x="344258" y="57374"/>
                </a:lnTo>
                <a:lnTo>
                  <a:pt x="344935" y="56476"/>
                </a:lnTo>
                <a:lnTo>
                  <a:pt x="345561" y="55484"/>
                </a:lnTo>
                <a:lnTo>
                  <a:pt x="346135" y="54397"/>
                </a:lnTo>
                <a:lnTo>
                  <a:pt x="346660" y="53243"/>
                </a:lnTo>
                <a:lnTo>
                  <a:pt x="347139" y="52050"/>
                </a:lnTo>
                <a:lnTo>
                  <a:pt x="347573" y="50819"/>
                </a:lnTo>
                <a:lnTo>
                  <a:pt x="347961" y="49550"/>
                </a:lnTo>
                <a:lnTo>
                  <a:pt x="348304" y="48242"/>
                </a:lnTo>
                <a:lnTo>
                  <a:pt x="348601" y="46896"/>
                </a:lnTo>
                <a:lnTo>
                  <a:pt x="348852" y="45511"/>
                </a:lnTo>
                <a:lnTo>
                  <a:pt x="349057" y="44088"/>
                </a:lnTo>
                <a:lnTo>
                  <a:pt x="349217" y="42626"/>
                </a:lnTo>
                <a:lnTo>
                  <a:pt x="349331" y="41126"/>
                </a:lnTo>
                <a:lnTo>
                  <a:pt x="349400" y="39588"/>
                </a:lnTo>
                <a:lnTo>
                  <a:pt x="349423" y="38011"/>
                </a:lnTo>
                <a:lnTo>
                  <a:pt x="349400" y="36448"/>
                </a:lnTo>
                <a:lnTo>
                  <a:pt x="349331" y="34922"/>
                </a:lnTo>
                <a:lnTo>
                  <a:pt x="349217" y="33434"/>
                </a:lnTo>
                <a:lnTo>
                  <a:pt x="349057" y="31983"/>
                </a:lnTo>
                <a:lnTo>
                  <a:pt x="348852" y="30569"/>
                </a:lnTo>
                <a:lnTo>
                  <a:pt x="348601" y="29192"/>
                </a:lnTo>
                <a:lnTo>
                  <a:pt x="348304" y="27853"/>
                </a:lnTo>
                <a:lnTo>
                  <a:pt x="347961" y="26551"/>
                </a:lnTo>
                <a:lnTo>
                  <a:pt x="347573" y="25286"/>
                </a:lnTo>
                <a:lnTo>
                  <a:pt x="347139" y="24059"/>
                </a:lnTo>
                <a:lnTo>
                  <a:pt x="346660" y="22868"/>
                </a:lnTo>
                <a:lnTo>
                  <a:pt x="346135" y="21715"/>
                </a:lnTo>
                <a:lnTo>
                  <a:pt x="345561" y="20628"/>
                </a:lnTo>
                <a:lnTo>
                  <a:pt x="344935" y="19635"/>
                </a:lnTo>
                <a:lnTo>
                  <a:pt x="344258" y="18736"/>
                </a:lnTo>
                <a:lnTo>
                  <a:pt x="343528" y="17932"/>
                </a:lnTo>
                <a:lnTo>
                  <a:pt x="342747" y="17223"/>
                </a:lnTo>
                <a:lnTo>
                  <a:pt x="341915" y="16608"/>
                </a:lnTo>
                <a:lnTo>
                  <a:pt x="341030" y="16088"/>
                </a:lnTo>
                <a:lnTo>
                  <a:pt x="340094" y="15663"/>
                </a:lnTo>
                <a:lnTo>
                  <a:pt x="339106" y="15332"/>
                </a:lnTo>
                <a:lnTo>
                  <a:pt x="338066" y="15095"/>
                </a:lnTo>
                <a:lnTo>
                  <a:pt x="336975" y="14953"/>
                </a:lnTo>
                <a:lnTo>
                  <a:pt x="335832" y="14906"/>
                </a:lnTo>
                <a:moveTo>
                  <a:pt x="322855" y="144152"/>
                </a:moveTo>
                <a:lnTo>
                  <a:pt x="308475" y="144152"/>
                </a:lnTo>
                <a:lnTo>
                  <a:pt x="401507" y="0"/>
                </a:lnTo>
                <a:lnTo>
                  <a:pt x="415975" y="0"/>
                </a:lnTo>
                <a:lnTo>
                  <a:pt x="322855" y="144152"/>
                </a:lnTo>
                <a:moveTo>
                  <a:pt x="388267" y="72076"/>
                </a:moveTo>
                <a:lnTo>
                  <a:pt x="390266" y="72139"/>
                </a:lnTo>
                <a:lnTo>
                  <a:pt x="392203" y="72329"/>
                </a:lnTo>
                <a:lnTo>
                  <a:pt x="394076" y="72646"/>
                </a:lnTo>
                <a:lnTo>
                  <a:pt x="395885" y="73089"/>
                </a:lnTo>
                <a:lnTo>
                  <a:pt x="397632" y="73659"/>
                </a:lnTo>
                <a:lnTo>
                  <a:pt x="399315" y="74356"/>
                </a:lnTo>
                <a:lnTo>
                  <a:pt x="400934" y="75179"/>
                </a:lnTo>
                <a:lnTo>
                  <a:pt x="402491" y="76129"/>
                </a:lnTo>
                <a:lnTo>
                  <a:pt x="403984" y="77205"/>
                </a:lnTo>
                <a:lnTo>
                  <a:pt x="405414" y="78409"/>
                </a:lnTo>
                <a:lnTo>
                  <a:pt x="406780" y="79738"/>
                </a:lnTo>
                <a:lnTo>
                  <a:pt x="408083" y="81195"/>
                </a:lnTo>
                <a:lnTo>
                  <a:pt x="409301" y="82751"/>
                </a:lnTo>
                <a:lnTo>
                  <a:pt x="410414" y="84381"/>
                </a:lnTo>
                <a:lnTo>
                  <a:pt x="411420" y="86083"/>
                </a:lnTo>
                <a:lnTo>
                  <a:pt x="412321" y="87859"/>
                </a:lnTo>
                <a:lnTo>
                  <a:pt x="413116" y="89708"/>
                </a:lnTo>
                <a:lnTo>
                  <a:pt x="413804" y="91629"/>
                </a:lnTo>
                <a:lnTo>
                  <a:pt x="414387" y="93624"/>
                </a:lnTo>
                <a:lnTo>
                  <a:pt x="414864" y="95692"/>
                </a:lnTo>
                <a:lnTo>
                  <a:pt x="415235" y="97833"/>
                </a:lnTo>
                <a:lnTo>
                  <a:pt x="415500" y="100047"/>
                </a:lnTo>
                <a:lnTo>
                  <a:pt x="415658" y="102334"/>
                </a:lnTo>
                <a:lnTo>
                  <a:pt x="415711" y="104694"/>
                </a:lnTo>
                <a:lnTo>
                  <a:pt x="415655" y="107407"/>
                </a:lnTo>
                <a:lnTo>
                  <a:pt x="415487" y="110020"/>
                </a:lnTo>
                <a:lnTo>
                  <a:pt x="415207" y="112534"/>
                </a:lnTo>
                <a:lnTo>
                  <a:pt x="414815" y="114948"/>
                </a:lnTo>
                <a:lnTo>
                  <a:pt x="414311" y="117264"/>
                </a:lnTo>
                <a:lnTo>
                  <a:pt x="413695" y="119480"/>
                </a:lnTo>
                <a:lnTo>
                  <a:pt x="412966" y="121597"/>
                </a:lnTo>
                <a:lnTo>
                  <a:pt x="412126" y="123614"/>
                </a:lnTo>
                <a:lnTo>
                  <a:pt x="411174" y="125533"/>
                </a:lnTo>
                <a:lnTo>
                  <a:pt x="410109" y="127352"/>
                </a:lnTo>
                <a:lnTo>
                  <a:pt x="408933" y="129072"/>
                </a:lnTo>
                <a:lnTo>
                  <a:pt x="407645" y="130692"/>
                </a:lnTo>
                <a:lnTo>
                  <a:pt x="406276" y="132198"/>
                </a:lnTo>
                <a:lnTo>
                  <a:pt x="404861" y="133572"/>
                </a:lnTo>
                <a:lnTo>
                  <a:pt x="403397" y="134816"/>
                </a:lnTo>
                <a:lnTo>
                  <a:pt x="401887" y="135929"/>
                </a:lnTo>
                <a:lnTo>
                  <a:pt x="400328" y="136911"/>
                </a:lnTo>
                <a:lnTo>
                  <a:pt x="398723" y="137762"/>
                </a:lnTo>
                <a:lnTo>
                  <a:pt x="397070" y="138482"/>
                </a:lnTo>
                <a:lnTo>
                  <a:pt x="395369" y="139071"/>
                </a:lnTo>
                <a:lnTo>
                  <a:pt x="393621" y="139529"/>
                </a:lnTo>
                <a:lnTo>
                  <a:pt x="391825" y="139856"/>
                </a:lnTo>
                <a:lnTo>
                  <a:pt x="389982" y="140053"/>
                </a:lnTo>
                <a:lnTo>
                  <a:pt x="388091" y="140118"/>
                </a:lnTo>
                <a:lnTo>
                  <a:pt x="386244" y="140056"/>
                </a:lnTo>
                <a:lnTo>
                  <a:pt x="384445" y="139869"/>
                </a:lnTo>
                <a:lnTo>
                  <a:pt x="382693" y="139557"/>
                </a:lnTo>
                <a:lnTo>
                  <a:pt x="380989" y="139120"/>
                </a:lnTo>
                <a:lnTo>
                  <a:pt x="379332" y="138558"/>
                </a:lnTo>
                <a:lnTo>
                  <a:pt x="377723" y="137871"/>
                </a:lnTo>
                <a:lnTo>
                  <a:pt x="376161" y="137060"/>
                </a:lnTo>
                <a:lnTo>
                  <a:pt x="374646" y="136124"/>
                </a:lnTo>
                <a:lnTo>
                  <a:pt x="373179" y="135063"/>
                </a:lnTo>
                <a:lnTo>
                  <a:pt x="371760" y="133877"/>
                </a:lnTo>
                <a:lnTo>
                  <a:pt x="370388" y="132566"/>
                </a:lnTo>
                <a:lnTo>
                  <a:pt x="369064" y="131131"/>
                </a:lnTo>
                <a:lnTo>
                  <a:pt x="367817" y="129584"/>
                </a:lnTo>
                <a:lnTo>
                  <a:pt x="366679" y="127939"/>
                </a:lnTo>
                <a:lnTo>
                  <a:pt x="365650" y="126196"/>
                </a:lnTo>
                <a:lnTo>
                  <a:pt x="364728" y="124355"/>
                </a:lnTo>
                <a:lnTo>
                  <a:pt x="363915" y="122416"/>
                </a:lnTo>
                <a:lnTo>
                  <a:pt x="363211" y="120379"/>
                </a:lnTo>
                <a:lnTo>
                  <a:pt x="362615" y="118243"/>
                </a:lnTo>
                <a:lnTo>
                  <a:pt x="362127" y="116010"/>
                </a:lnTo>
                <a:lnTo>
                  <a:pt x="361748" y="113679"/>
                </a:lnTo>
                <a:lnTo>
                  <a:pt x="361477" y="111250"/>
                </a:lnTo>
                <a:lnTo>
                  <a:pt x="361314" y="108722"/>
                </a:lnTo>
                <a:lnTo>
                  <a:pt x="361260" y="106097"/>
                </a:lnTo>
                <a:lnTo>
                  <a:pt x="361311" y="103595"/>
                </a:lnTo>
                <a:lnTo>
                  <a:pt x="361465" y="101175"/>
                </a:lnTo>
                <a:lnTo>
                  <a:pt x="361720" y="98836"/>
                </a:lnTo>
                <a:lnTo>
                  <a:pt x="362078" y="96579"/>
                </a:lnTo>
                <a:lnTo>
                  <a:pt x="362539" y="94403"/>
                </a:lnTo>
                <a:lnTo>
                  <a:pt x="363101" y="92309"/>
                </a:lnTo>
                <a:lnTo>
                  <a:pt x="363766" y="90296"/>
                </a:lnTo>
                <a:lnTo>
                  <a:pt x="364534" y="88365"/>
                </a:lnTo>
                <a:lnTo>
                  <a:pt x="365403" y="86516"/>
                </a:lnTo>
                <a:lnTo>
                  <a:pt x="366375" y="84749"/>
                </a:lnTo>
                <a:lnTo>
                  <a:pt x="367449" y="83062"/>
                </a:lnTo>
                <a:lnTo>
                  <a:pt x="368625" y="81458"/>
                </a:lnTo>
                <a:lnTo>
                  <a:pt x="369887" y="79959"/>
                </a:lnTo>
                <a:lnTo>
                  <a:pt x="371217" y="78591"/>
                </a:lnTo>
                <a:lnTo>
                  <a:pt x="372615" y="77353"/>
                </a:lnTo>
                <a:lnTo>
                  <a:pt x="374081" y="76246"/>
                </a:lnTo>
                <a:lnTo>
                  <a:pt x="375616" y="75268"/>
                </a:lnTo>
                <a:lnTo>
                  <a:pt x="377218" y="74421"/>
                </a:lnTo>
                <a:lnTo>
                  <a:pt x="378889" y="73705"/>
                </a:lnTo>
                <a:lnTo>
                  <a:pt x="380628" y="73118"/>
                </a:lnTo>
                <a:lnTo>
                  <a:pt x="382436" y="72662"/>
                </a:lnTo>
                <a:lnTo>
                  <a:pt x="384311" y="72336"/>
                </a:lnTo>
                <a:lnTo>
                  <a:pt x="386255" y="72141"/>
                </a:lnTo>
                <a:lnTo>
                  <a:pt x="388267" y="72076"/>
                </a:lnTo>
                <a:moveTo>
                  <a:pt x="388530" y="82949"/>
                </a:moveTo>
                <a:lnTo>
                  <a:pt x="387400" y="82995"/>
                </a:lnTo>
                <a:lnTo>
                  <a:pt x="386320" y="83134"/>
                </a:lnTo>
                <a:lnTo>
                  <a:pt x="385291" y="83365"/>
                </a:lnTo>
                <a:lnTo>
                  <a:pt x="384311" y="83689"/>
                </a:lnTo>
                <a:lnTo>
                  <a:pt x="383381" y="84106"/>
                </a:lnTo>
                <a:lnTo>
                  <a:pt x="382501" y="84615"/>
                </a:lnTo>
                <a:lnTo>
                  <a:pt x="381671" y="85216"/>
                </a:lnTo>
                <a:lnTo>
                  <a:pt x="380891" y="85910"/>
                </a:lnTo>
                <a:lnTo>
                  <a:pt x="380161" y="86697"/>
                </a:lnTo>
                <a:lnTo>
                  <a:pt x="379481" y="87576"/>
                </a:lnTo>
                <a:lnTo>
                  <a:pt x="378851" y="88548"/>
                </a:lnTo>
                <a:lnTo>
                  <a:pt x="378271" y="89613"/>
                </a:lnTo>
                <a:lnTo>
                  <a:pt x="377738" y="90749"/>
                </a:lnTo>
                <a:lnTo>
                  <a:pt x="377252" y="91936"/>
                </a:lnTo>
                <a:lnTo>
                  <a:pt x="376813" y="93175"/>
                </a:lnTo>
                <a:lnTo>
                  <a:pt x="376419" y="94464"/>
                </a:lnTo>
                <a:lnTo>
                  <a:pt x="376072" y="95805"/>
                </a:lnTo>
                <a:lnTo>
                  <a:pt x="375772" y="97197"/>
                </a:lnTo>
                <a:lnTo>
                  <a:pt x="375517" y="98640"/>
                </a:lnTo>
                <a:lnTo>
                  <a:pt x="375309" y="100135"/>
                </a:lnTo>
                <a:lnTo>
                  <a:pt x="375147" y="101680"/>
                </a:lnTo>
                <a:lnTo>
                  <a:pt x="375031" y="103277"/>
                </a:lnTo>
                <a:lnTo>
                  <a:pt x="374962" y="104924"/>
                </a:lnTo>
                <a:lnTo>
                  <a:pt x="374939" y="106623"/>
                </a:lnTo>
                <a:lnTo>
                  <a:pt x="374967" y="108496"/>
                </a:lnTo>
                <a:lnTo>
                  <a:pt x="375051" y="110288"/>
                </a:lnTo>
                <a:lnTo>
                  <a:pt x="375191" y="111997"/>
                </a:lnTo>
                <a:lnTo>
                  <a:pt x="375387" y="113623"/>
                </a:lnTo>
                <a:lnTo>
                  <a:pt x="375639" y="115168"/>
                </a:lnTo>
                <a:lnTo>
                  <a:pt x="375947" y="116630"/>
                </a:lnTo>
                <a:lnTo>
                  <a:pt x="376311" y="118010"/>
                </a:lnTo>
                <a:lnTo>
                  <a:pt x="376731" y="119308"/>
                </a:lnTo>
                <a:lnTo>
                  <a:pt x="377207" y="120524"/>
                </a:lnTo>
                <a:lnTo>
                  <a:pt x="377740" y="121657"/>
                </a:lnTo>
                <a:lnTo>
                  <a:pt x="378328" y="122709"/>
                </a:lnTo>
                <a:lnTo>
                  <a:pt x="378972" y="123678"/>
                </a:lnTo>
                <a:lnTo>
                  <a:pt x="379654" y="124567"/>
                </a:lnTo>
                <a:lnTo>
                  <a:pt x="380356" y="125379"/>
                </a:lnTo>
                <a:lnTo>
                  <a:pt x="381076" y="126114"/>
                </a:lnTo>
                <a:lnTo>
                  <a:pt x="381817" y="126771"/>
                </a:lnTo>
                <a:lnTo>
                  <a:pt x="382577" y="127351"/>
                </a:lnTo>
                <a:lnTo>
                  <a:pt x="383356" y="127854"/>
                </a:lnTo>
                <a:lnTo>
                  <a:pt x="384155" y="128279"/>
                </a:lnTo>
                <a:lnTo>
                  <a:pt x="384974" y="128627"/>
                </a:lnTo>
                <a:lnTo>
                  <a:pt x="385811" y="128898"/>
                </a:lnTo>
                <a:lnTo>
                  <a:pt x="386669" y="129091"/>
                </a:lnTo>
                <a:lnTo>
                  <a:pt x="387546" y="129207"/>
                </a:lnTo>
                <a:lnTo>
                  <a:pt x="388442" y="129246"/>
                </a:lnTo>
                <a:lnTo>
                  <a:pt x="389394" y="129203"/>
                </a:lnTo>
                <a:lnTo>
                  <a:pt x="390320" y="129077"/>
                </a:lnTo>
                <a:lnTo>
                  <a:pt x="391220" y="128867"/>
                </a:lnTo>
                <a:lnTo>
                  <a:pt x="392095" y="128573"/>
                </a:lnTo>
                <a:lnTo>
                  <a:pt x="392945" y="128195"/>
                </a:lnTo>
                <a:lnTo>
                  <a:pt x="393769" y="127733"/>
                </a:lnTo>
                <a:lnTo>
                  <a:pt x="394567" y="127187"/>
                </a:lnTo>
                <a:lnTo>
                  <a:pt x="395340" y="126557"/>
                </a:lnTo>
                <a:lnTo>
                  <a:pt x="396087" y="125842"/>
                </a:lnTo>
                <a:lnTo>
                  <a:pt x="396808" y="125044"/>
                </a:lnTo>
                <a:lnTo>
                  <a:pt x="397504" y="124162"/>
                </a:lnTo>
                <a:lnTo>
                  <a:pt x="398175" y="123195"/>
                </a:lnTo>
                <a:lnTo>
                  <a:pt x="398805" y="122150"/>
                </a:lnTo>
                <a:lnTo>
                  <a:pt x="399380" y="121030"/>
                </a:lnTo>
                <a:lnTo>
                  <a:pt x="399901" y="119836"/>
                </a:lnTo>
                <a:lnTo>
                  <a:pt x="400367" y="118568"/>
                </a:lnTo>
                <a:lnTo>
                  <a:pt x="400778" y="117225"/>
                </a:lnTo>
                <a:lnTo>
                  <a:pt x="401134" y="115808"/>
                </a:lnTo>
                <a:lnTo>
                  <a:pt x="401435" y="114317"/>
                </a:lnTo>
                <a:lnTo>
                  <a:pt x="401682" y="112751"/>
                </a:lnTo>
                <a:lnTo>
                  <a:pt x="401874" y="111111"/>
                </a:lnTo>
                <a:lnTo>
                  <a:pt x="402011" y="109397"/>
                </a:lnTo>
                <a:lnTo>
                  <a:pt x="402093" y="107609"/>
                </a:lnTo>
                <a:lnTo>
                  <a:pt x="402121" y="105746"/>
                </a:lnTo>
                <a:lnTo>
                  <a:pt x="402098" y="104270"/>
                </a:lnTo>
                <a:lnTo>
                  <a:pt x="402029" y="102821"/>
                </a:lnTo>
                <a:lnTo>
                  <a:pt x="401915" y="101401"/>
                </a:lnTo>
                <a:lnTo>
                  <a:pt x="401755" y="100008"/>
                </a:lnTo>
                <a:lnTo>
                  <a:pt x="401550" y="98643"/>
                </a:lnTo>
                <a:lnTo>
                  <a:pt x="401298" y="97307"/>
                </a:lnTo>
                <a:lnTo>
                  <a:pt x="401002" y="95998"/>
                </a:lnTo>
                <a:lnTo>
                  <a:pt x="400659" y="94718"/>
                </a:lnTo>
                <a:lnTo>
                  <a:pt x="400271" y="93465"/>
                </a:lnTo>
                <a:lnTo>
                  <a:pt x="399837" y="92241"/>
                </a:lnTo>
                <a:lnTo>
                  <a:pt x="399358" y="91044"/>
                </a:lnTo>
                <a:lnTo>
                  <a:pt x="398832" y="89876"/>
                </a:lnTo>
                <a:lnTo>
                  <a:pt x="398258" y="88769"/>
                </a:lnTo>
                <a:lnTo>
                  <a:pt x="397633" y="87759"/>
                </a:lnTo>
                <a:lnTo>
                  <a:pt x="396955" y="86845"/>
                </a:lnTo>
                <a:lnTo>
                  <a:pt x="396226" y="86027"/>
                </a:lnTo>
                <a:lnTo>
                  <a:pt x="395445" y="85306"/>
                </a:lnTo>
                <a:lnTo>
                  <a:pt x="394613" y="84680"/>
                </a:lnTo>
                <a:lnTo>
                  <a:pt x="393728" y="84151"/>
                </a:lnTo>
                <a:lnTo>
                  <a:pt x="392792" y="83718"/>
                </a:lnTo>
                <a:lnTo>
                  <a:pt x="391804" y="83382"/>
                </a:lnTo>
                <a:lnTo>
                  <a:pt x="390764" y="83141"/>
                </a:lnTo>
                <a:lnTo>
                  <a:pt x="389673" y="82997"/>
                </a:lnTo>
                <a:lnTo>
                  <a:pt x="388530" y="82949"/>
                </a:lnTo>
                <a:close/>
                <a:moveTo>
                  <a:pt x="511663" y="137192"/>
                </a:moveTo>
                <a:lnTo>
                  <a:pt x="508941" y="138079"/>
                </a:lnTo>
                <a:lnTo>
                  <a:pt x="506241" y="138890"/>
                </a:lnTo>
                <a:lnTo>
                  <a:pt x="503563" y="139623"/>
                </a:lnTo>
                <a:lnTo>
                  <a:pt x="500907" y="140279"/>
                </a:lnTo>
                <a:lnTo>
                  <a:pt x="498273" y="140858"/>
                </a:lnTo>
                <a:lnTo>
                  <a:pt x="495661" y="141360"/>
                </a:lnTo>
                <a:lnTo>
                  <a:pt x="493070" y="141784"/>
                </a:lnTo>
                <a:lnTo>
                  <a:pt x="490502" y="142131"/>
                </a:lnTo>
                <a:lnTo>
                  <a:pt x="487956" y="142401"/>
                </a:lnTo>
                <a:lnTo>
                  <a:pt x="485431" y="142594"/>
                </a:lnTo>
                <a:lnTo>
                  <a:pt x="482928" y="142710"/>
                </a:lnTo>
                <a:lnTo>
                  <a:pt x="480448" y="142749"/>
                </a:lnTo>
                <a:lnTo>
                  <a:pt x="478015" y="142702"/>
                </a:lnTo>
                <a:lnTo>
                  <a:pt x="475629" y="142560"/>
                </a:lnTo>
                <a:lnTo>
                  <a:pt x="473288" y="142324"/>
                </a:lnTo>
                <a:lnTo>
                  <a:pt x="470992" y="141994"/>
                </a:lnTo>
                <a:lnTo>
                  <a:pt x="468743" y="141570"/>
                </a:lnTo>
                <a:lnTo>
                  <a:pt x="466539" y="141051"/>
                </a:lnTo>
                <a:lnTo>
                  <a:pt x="464381" y="140438"/>
                </a:lnTo>
                <a:lnTo>
                  <a:pt x="462268" y="139731"/>
                </a:lnTo>
                <a:lnTo>
                  <a:pt x="460201" y="138929"/>
                </a:lnTo>
                <a:lnTo>
                  <a:pt x="458180" y="138033"/>
                </a:lnTo>
                <a:lnTo>
                  <a:pt x="456204" y="137043"/>
                </a:lnTo>
                <a:lnTo>
                  <a:pt x="454274" y="135959"/>
                </a:lnTo>
                <a:lnTo>
                  <a:pt x="452402" y="134794"/>
                </a:lnTo>
                <a:lnTo>
                  <a:pt x="450600" y="133562"/>
                </a:lnTo>
                <a:lnTo>
                  <a:pt x="448868" y="132263"/>
                </a:lnTo>
                <a:lnTo>
                  <a:pt x="447206" y="130897"/>
                </a:lnTo>
                <a:lnTo>
                  <a:pt x="445614" y="129464"/>
                </a:lnTo>
                <a:lnTo>
                  <a:pt x="444092" y="127965"/>
                </a:lnTo>
                <a:lnTo>
                  <a:pt x="442640" y="126398"/>
                </a:lnTo>
                <a:lnTo>
                  <a:pt x="441258" y="124765"/>
                </a:lnTo>
                <a:lnTo>
                  <a:pt x="439946" y="123064"/>
                </a:lnTo>
                <a:lnTo>
                  <a:pt x="438704" y="121297"/>
                </a:lnTo>
                <a:lnTo>
                  <a:pt x="437532" y="119463"/>
                </a:lnTo>
                <a:lnTo>
                  <a:pt x="436431" y="117562"/>
                </a:lnTo>
                <a:lnTo>
                  <a:pt x="435408" y="115605"/>
                </a:lnTo>
                <a:lnTo>
                  <a:pt x="434475" y="113603"/>
                </a:lnTo>
                <a:lnTo>
                  <a:pt x="433630" y="111557"/>
                </a:lnTo>
                <a:lnTo>
                  <a:pt x="432875" y="109467"/>
                </a:lnTo>
                <a:lnTo>
                  <a:pt x="432208" y="107332"/>
                </a:lnTo>
                <a:lnTo>
                  <a:pt x="431630" y="105153"/>
                </a:lnTo>
                <a:lnTo>
                  <a:pt x="431141" y="102930"/>
                </a:lnTo>
                <a:lnTo>
                  <a:pt x="430741" y="100662"/>
                </a:lnTo>
                <a:lnTo>
                  <a:pt x="430430" y="98350"/>
                </a:lnTo>
                <a:lnTo>
                  <a:pt x="430207" y="95993"/>
                </a:lnTo>
                <a:lnTo>
                  <a:pt x="430074" y="93592"/>
                </a:lnTo>
                <a:lnTo>
                  <a:pt x="430030" y="91147"/>
                </a:lnTo>
                <a:lnTo>
                  <a:pt x="430130" y="87491"/>
                </a:lnTo>
                <a:lnTo>
                  <a:pt x="430433" y="83939"/>
                </a:lnTo>
                <a:lnTo>
                  <a:pt x="430937" y="80492"/>
                </a:lnTo>
                <a:lnTo>
                  <a:pt x="431642" y="77149"/>
                </a:lnTo>
                <a:lnTo>
                  <a:pt x="432549" y="73912"/>
                </a:lnTo>
                <a:lnTo>
                  <a:pt x="433658" y="70778"/>
                </a:lnTo>
                <a:lnTo>
                  <a:pt x="434968" y="67750"/>
                </a:lnTo>
                <a:lnTo>
                  <a:pt x="436479" y="64826"/>
                </a:lnTo>
                <a:lnTo>
                  <a:pt x="438192" y="62007"/>
                </a:lnTo>
                <a:lnTo>
                  <a:pt x="440107" y="59292"/>
                </a:lnTo>
                <a:lnTo>
                  <a:pt x="442223" y="56683"/>
                </a:lnTo>
                <a:lnTo>
                  <a:pt x="444541" y="54177"/>
                </a:lnTo>
                <a:lnTo>
                  <a:pt x="447002" y="51826"/>
                </a:lnTo>
                <a:lnTo>
                  <a:pt x="449545" y="49680"/>
                </a:lnTo>
                <a:lnTo>
                  <a:pt x="452173" y="47738"/>
                </a:lnTo>
                <a:lnTo>
                  <a:pt x="454883" y="46000"/>
                </a:lnTo>
                <a:lnTo>
                  <a:pt x="457677" y="44466"/>
                </a:lnTo>
                <a:lnTo>
                  <a:pt x="460555" y="43138"/>
                </a:lnTo>
                <a:lnTo>
                  <a:pt x="463515" y="42013"/>
                </a:lnTo>
                <a:lnTo>
                  <a:pt x="466560" y="41093"/>
                </a:lnTo>
                <a:lnTo>
                  <a:pt x="469687" y="40378"/>
                </a:lnTo>
                <a:lnTo>
                  <a:pt x="472898" y="39866"/>
                </a:lnTo>
                <a:lnTo>
                  <a:pt x="476193" y="39560"/>
                </a:lnTo>
                <a:lnTo>
                  <a:pt x="479571" y="39458"/>
                </a:lnTo>
                <a:lnTo>
                  <a:pt x="482111" y="39497"/>
                </a:lnTo>
                <a:lnTo>
                  <a:pt x="484676" y="39617"/>
                </a:lnTo>
                <a:lnTo>
                  <a:pt x="487265" y="39816"/>
                </a:lnTo>
                <a:lnTo>
                  <a:pt x="489879" y="40095"/>
                </a:lnTo>
                <a:lnTo>
                  <a:pt x="492516" y="40453"/>
                </a:lnTo>
                <a:lnTo>
                  <a:pt x="495179" y="40891"/>
                </a:lnTo>
                <a:lnTo>
                  <a:pt x="497865" y="41409"/>
                </a:lnTo>
                <a:lnTo>
                  <a:pt x="500576" y="42006"/>
                </a:lnTo>
                <a:lnTo>
                  <a:pt x="503311" y="42684"/>
                </a:lnTo>
                <a:lnTo>
                  <a:pt x="506071" y="43440"/>
                </a:lnTo>
                <a:lnTo>
                  <a:pt x="508855" y="44277"/>
                </a:lnTo>
                <a:lnTo>
                  <a:pt x="511663" y="45193"/>
                </a:lnTo>
                <a:lnTo>
                  <a:pt x="511663" y="60913"/>
                </a:lnTo>
                <a:lnTo>
                  <a:pt x="508838" y="59671"/>
                </a:lnTo>
                <a:lnTo>
                  <a:pt x="506063" y="58537"/>
                </a:lnTo>
                <a:lnTo>
                  <a:pt x="503339" y="57510"/>
                </a:lnTo>
                <a:lnTo>
                  <a:pt x="500664" y="56592"/>
                </a:lnTo>
                <a:lnTo>
                  <a:pt x="498039" y="55782"/>
                </a:lnTo>
                <a:lnTo>
                  <a:pt x="495464" y="55080"/>
                </a:lnTo>
                <a:lnTo>
                  <a:pt x="492938" y="54486"/>
                </a:lnTo>
                <a:lnTo>
                  <a:pt x="490463" y="54000"/>
                </a:lnTo>
                <a:lnTo>
                  <a:pt x="488038" y="53622"/>
                </a:lnTo>
                <a:lnTo>
                  <a:pt x="485662" y="53352"/>
                </a:lnTo>
                <a:lnTo>
                  <a:pt x="483337" y="53190"/>
                </a:lnTo>
                <a:lnTo>
                  <a:pt x="481061" y="53136"/>
                </a:lnTo>
                <a:lnTo>
                  <a:pt x="479578" y="53167"/>
                </a:lnTo>
                <a:lnTo>
                  <a:pt x="478109" y="53259"/>
                </a:lnTo>
                <a:lnTo>
                  <a:pt x="476655" y="53412"/>
                </a:lnTo>
                <a:lnTo>
                  <a:pt x="475216" y="53627"/>
                </a:lnTo>
                <a:lnTo>
                  <a:pt x="473791" y="53903"/>
                </a:lnTo>
                <a:lnTo>
                  <a:pt x="472381" y="54240"/>
                </a:lnTo>
                <a:lnTo>
                  <a:pt x="470985" y="54638"/>
                </a:lnTo>
                <a:lnTo>
                  <a:pt x="469604" y="55098"/>
                </a:lnTo>
                <a:lnTo>
                  <a:pt x="468238" y="55619"/>
                </a:lnTo>
                <a:lnTo>
                  <a:pt x="466886" y="56202"/>
                </a:lnTo>
                <a:lnTo>
                  <a:pt x="465549" y="56845"/>
                </a:lnTo>
                <a:lnTo>
                  <a:pt x="464226" y="57551"/>
                </a:lnTo>
                <a:lnTo>
                  <a:pt x="462936" y="58320"/>
                </a:lnTo>
                <a:lnTo>
                  <a:pt x="461696" y="59158"/>
                </a:lnTo>
                <a:lnTo>
                  <a:pt x="460505" y="60065"/>
                </a:lnTo>
                <a:lnTo>
                  <a:pt x="459365" y="61040"/>
                </a:lnTo>
                <a:lnTo>
                  <a:pt x="458274" y="62084"/>
                </a:lnTo>
                <a:lnTo>
                  <a:pt x="457233" y="63197"/>
                </a:lnTo>
                <a:lnTo>
                  <a:pt x="456243" y="64378"/>
                </a:lnTo>
                <a:lnTo>
                  <a:pt x="455302" y="65627"/>
                </a:lnTo>
                <a:lnTo>
                  <a:pt x="454411" y="66945"/>
                </a:lnTo>
                <a:lnTo>
                  <a:pt x="453570" y="68332"/>
                </a:lnTo>
                <a:lnTo>
                  <a:pt x="452779" y="69787"/>
                </a:lnTo>
                <a:lnTo>
                  <a:pt x="452038" y="71311"/>
                </a:lnTo>
                <a:lnTo>
                  <a:pt x="451352" y="72873"/>
                </a:lnTo>
                <a:lnTo>
                  <a:pt x="450725" y="74442"/>
                </a:lnTo>
                <a:lnTo>
                  <a:pt x="450159" y="76019"/>
                </a:lnTo>
                <a:lnTo>
                  <a:pt x="449651" y="77602"/>
                </a:lnTo>
                <a:lnTo>
                  <a:pt x="449204" y="79193"/>
                </a:lnTo>
                <a:lnTo>
                  <a:pt x="448816" y="80791"/>
                </a:lnTo>
                <a:lnTo>
                  <a:pt x="448488" y="82397"/>
                </a:lnTo>
                <a:lnTo>
                  <a:pt x="448219" y="84010"/>
                </a:lnTo>
                <a:lnTo>
                  <a:pt x="448010" y="85630"/>
                </a:lnTo>
                <a:lnTo>
                  <a:pt x="447861" y="87257"/>
                </a:lnTo>
                <a:lnTo>
                  <a:pt x="447772" y="88891"/>
                </a:lnTo>
                <a:lnTo>
                  <a:pt x="447742" y="90533"/>
                </a:lnTo>
                <a:lnTo>
                  <a:pt x="447799" y="92724"/>
                </a:lnTo>
                <a:lnTo>
                  <a:pt x="447972" y="94897"/>
                </a:lnTo>
                <a:lnTo>
                  <a:pt x="448260" y="97054"/>
                </a:lnTo>
                <a:lnTo>
                  <a:pt x="448662" y="99193"/>
                </a:lnTo>
                <a:lnTo>
                  <a:pt x="449180" y="101316"/>
                </a:lnTo>
                <a:lnTo>
                  <a:pt x="449813" y="103421"/>
                </a:lnTo>
                <a:lnTo>
                  <a:pt x="450561" y="105510"/>
                </a:lnTo>
                <a:lnTo>
                  <a:pt x="451424" y="107582"/>
                </a:lnTo>
                <a:lnTo>
                  <a:pt x="452403" y="109636"/>
                </a:lnTo>
                <a:lnTo>
                  <a:pt x="453496" y="111674"/>
                </a:lnTo>
                <a:lnTo>
                  <a:pt x="454704" y="113695"/>
                </a:lnTo>
                <a:lnTo>
                  <a:pt x="456028" y="115698"/>
                </a:lnTo>
                <a:lnTo>
                  <a:pt x="457474" y="117610"/>
                </a:lnTo>
                <a:lnTo>
                  <a:pt x="459052" y="119356"/>
                </a:lnTo>
                <a:lnTo>
                  <a:pt x="460760" y="120935"/>
                </a:lnTo>
                <a:lnTo>
                  <a:pt x="462599" y="122348"/>
                </a:lnTo>
                <a:lnTo>
                  <a:pt x="464569" y="123594"/>
                </a:lnTo>
                <a:lnTo>
                  <a:pt x="466670" y="124675"/>
                </a:lnTo>
                <a:lnTo>
                  <a:pt x="468902" y="125589"/>
                </a:lnTo>
                <a:lnTo>
                  <a:pt x="471265" y="126337"/>
                </a:lnTo>
                <a:lnTo>
                  <a:pt x="473759" y="126919"/>
                </a:lnTo>
                <a:lnTo>
                  <a:pt x="476384" y="127335"/>
                </a:lnTo>
                <a:lnTo>
                  <a:pt x="479139" y="127584"/>
                </a:lnTo>
                <a:lnTo>
                  <a:pt x="482026" y="127667"/>
                </a:lnTo>
                <a:lnTo>
                  <a:pt x="482916" y="127662"/>
                </a:lnTo>
                <a:lnTo>
                  <a:pt x="483804" y="127647"/>
                </a:lnTo>
                <a:lnTo>
                  <a:pt x="484689" y="127621"/>
                </a:lnTo>
                <a:lnTo>
                  <a:pt x="485572" y="127585"/>
                </a:lnTo>
                <a:lnTo>
                  <a:pt x="486453" y="127538"/>
                </a:lnTo>
                <a:lnTo>
                  <a:pt x="487331" y="127482"/>
                </a:lnTo>
                <a:lnTo>
                  <a:pt x="488206" y="127415"/>
                </a:lnTo>
                <a:lnTo>
                  <a:pt x="489080" y="127337"/>
                </a:lnTo>
                <a:lnTo>
                  <a:pt x="489950" y="127250"/>
                </a:lnTo>
                <a:lnTo>
                  <a:pt x="490819" y="127152"/>
                </a:lnTo>
                <a:lnTo>
                  <a:pt x="491685" y="127043"/>
                </a:lnTo>
                <a:lnTo>
                  <a:pt x="492548" y="126925"/>
                </a:lnTo>
                <a:lnTo>
                  <a:pt x="493471" y="126773"/>
                </a:lnTo>
                <a:lnTo>
                  <a:pt x="494516" y="126567"/>
                </a:lnTo>
                <a:lnTo>
                  <a:pt x="495683" y="126305"/>
                </a:lnTo>
                <a:lnTo>
                  <a:pt x="496971" y="125988"/>
                </a:lnTo>
                <a:lnTo>
                  <a:pt x="498381" y="125616"/>
                </a:lnTo>
                <a:lnTo>
                  <a:pt x="499913" y="125188"/>
                </a:lnTo>
                <a:lnTo>
                  <a:pt x="501567" y="124705"/>
                </a:lnTo>
                <a:lnTo>
                  <a:pt x="503343" y="124167"/>
                </a:lnTo>
                <a:lnTo>
                  <a:pt x="505240" y="123574"/>
                </a:lnTo>
                <a:lnTo>
                  <a:pt x="507259" y="122926"/>
                </a:lnTo>
                <a:lnTo>
                  <a:pt x="509400" y="122222"/>
                </a:lnTo>
                <a:lnTo>
                  <a:pt x="511663" y="121464"/>
                </a:lnTo>
                <a:lnTo>
                  <a:pt x="511663" y="137192"/>
                </a:lnTo>
                <a:close/>
                <a:moveTo>
                  <a:pt x="600951" y="117923"/>
                </a:moveTo>
                <a:lnTo>
                  <a:pt x="599687" y="119935"/>
                </a:lnTo>
                <a:lnTo>
                  <a:pt x="598382" y="121863"/>
                </a:lnTo>
                <a:lnTo>
                  <a:pt x="597035" y="123706"/>
                </a:lnTo>
                <a:lnTo>
                  <a:pt x="595646" y="125465"/>
                </a:lnTo>
                <a:lnTo>
                  <a:pt x="594215" y="127140"/>
                </a:lnTo>
                <a:lnTo>
                  <a:pt x="592741" y="128730"/>
                </a:lnTo>
                <a:lnTo>
                  <a:pt x="591226" y="130235"/>
                </a:lnTo>
                <a:lnTo>
                  <a:pt x="589669" y="131657"/>
                </a:lnTo>
                <a:lnTo>
                  <a:pt x="588069" y="132994"/>
                </a:lnTo>
                <a:lnTo>
                  <a:pt x="586428" y="134246"/>
                </a:lnTo>
                <a:lnTo>
                  <a:pt x="584745" y="135415"/>
                </a:lnTo>
                <a:lnTo>
                  <a:pt x="583019" y="136499"/>
                </a:lnTo>
                <a:lnTo>
                  <a:pt x="581285" y="137497"/>
                </a:lnTo>
                <a:lnTo>
                  <a:pt x="579574" y="138408"/>
                </a:lnTo>
                <a:lnTo>
                  <a:pt x="577887" y="139233"/>
                </a:lnTo>
                <a:lnTo>
                  <a:pt x="576224" y="139971"/>
                </a:lnTo>
                <a:lnTo>
                  <a:pt x="574584" y="140622"/>
                </a:lnTo>
                <a:lnTo>
                  <a:pt x="572969" y="141186"/>
                </a:lnTo>
                <a:lnTo>
                  <a:pt x="571377" y="141664"/>
                </a:lnTo>
                <a:lnTo>
                  <a:pt x="569808" y="142054"/>
                </a:lnTo>
                <a:lnTo>
                  <a:pt x="568264" y="142358"/>
                </a:lnTo>
                <a:lnTo>
                  <a:pt x="566743" y="142575"/>
                </a:lnTo>
                <a:lnTo>
                  <a:pt x="565246" y="142705"/>
                </a:lnTo>
                <a:lnTo>
                  <a:pt x="563773" y="142749"/>
                </a:lnTo>
                <a:lnTo>
                  <a:pt x="561744" y="142675"/>
                </a:lnTo>
                <a:lnTo>
                  <a:pt x="559750" y="142454"/>
                </a:lnTo>
                <a:lnTo>
                  <a:pt x="557791" y="142086"/>
                </a:lnTo>
                <a:lnTo>
                  <a:pt x="555867" y="141570"/>
                </a:lnTo>
                <a:lnTo>
                  <a:pt x="553977" y="140907"/>
                </a:lnTo>
                <a:lnTo>
                  <a:pt x="552122" y="140096"/>
                </a:lnTo>
                <a:lnTo>
                  <a:pt x="550302" y="139139"/>
                </a:lnTo>
                <a:lnTo>
                  <a:pt x="548516" y="138033"/>
                </a:lnTo>
                <a:lnTo>
                  <a:pt x="546765" y="136781"/>
                </a:lnTo>
                <a:lnTo>
                  <a:pt x="545049" y="135381"/>
                </a:lnTo>
                <a:lnTo>
                  <a:pt x="543367" y="133834"/>
                </a:lnTo>
                <a:lnTo>
                  <a:pt x="541720" y="132139"/>
                </a:lnTo>
                <a:lnTo>
                  <a:pt x="540159" y="130295"/>
                </a:lnTo>
                <a:lnTo>
                  <a:pt x="538733" y="128298"/>
                </a:lnTo>
                <a:lnTo>
                  <a:pt x="537443" y="126149"/>
                </a:lnTo>
                <a:lnTo>
                  <a:pt x="536289" y="123848"/>
                </a:lnTo>
                <a:lnTo>
                  <a:pt x="535271" y="121395"/>
                </a:lnTo>
                <a:lnTo>
                  <a:pt x="534388" y="118789"/>
                </a:lnTo>
                <a:lnTo>
                  <a:pt x="533641" y="116031"/>
                </a:lnTo>
                <a:lnTo>
                  <a:pt x="533030" y="113121"/>
                </a:lnTo>
                <a:lnTo>
                  <a:pt x="532555" y="110059"/>
                </a:lnTo>
                <a:lnTo>
                  <a:pt x="532215" y="106845"/>
                </a:lnTo>
                <a:lnTo>
                  <a:pt x="532012" y="103478"/>
                </a:lnTo>
                <a:lnTo>
                  <a:pt x="531944" y="99959"/>
                </a:lnTo>
                <a:lnTo>
                  <a:pt x="531989" y="97149"/>
                </a:lnTo>
                <a:lnTo>
                  <a:pt x="532124" y="94390"/>
                </a:lnTo>
                <a:lnTo>
                  <a:pt x="532349" y="91681"/>
                </a:lnTo>
                <a:lnTo>
                  <a:pt x="532665" y="89023"/>
                </a:lnTo>
                <a:lnTo>
                  <a:pt x="533070" y="86415"/>
                </a:lnTo>
                <a:lnTo>
                  <a:pt x="533566" y="83858"/>
                </a:lnTo>
                <a:lnTo>
                  <a:pt x="534152" y="81352"/>
                </a:lnTo>
                <a:lnTo>
                  <a:pt x="534828" y="78896"/>
                </a:lnTo>
                <a:lnTo>
                  <a:pt x="535594" y="76490"/>
                </a:lnTo>
                <a:lnTo>
                  <a:pt x="536450" y="74135"/>
                </a:lnTo>
                <a:lnTo>
                  <a:pt x="537396" y="71831"/>
                </a:lnTo>
                <a:lnTo>
                  <a:pt x="538432" y="69577"/>
                </a:lnTo>
                <a:lnTo>
                  <a:pt x="539544" y="67387"/>
                </a:lnTo>
                <a:lnTo>
                  <a:pt x="540717" y="65276"/>
                </a:lnTo>
                <a:lnTo>
                  <a:pt x="541951" y="63242"/>
                </a:lnTo>
                <a:lnTo>
                  <a:pt x="543245" y="61286"/>
                </a:lnTo>
                <a:lnTo>
                  <a:pt x="544601" y="59408"/>
                </a:lnTo>
                <a:lnTo>
                  <a:pt x="546017" y="57608"/>
                </a:lnTo>
                <a:lnTo>
                  <a:pt x="547494" y="55886"/>
                </a:lnTo>
                <a:lnTo>
                  <a:pt x="549032" y="54242"/>
                </a:lnTo>
                <a:lnTo>
                  <a:pt x="550631" y="52676"/>
                </a:lnTo>
                <a:lnTo>
                  <a:pt x="552291" y="51188"/>
                </a:lnTo>
                <a:lnTo>
                  <a:pt x="554012" y="49777"/>
                </a:lnTo>
                <a:lnTo>
                  <a:pt x="555794" y="48445"/>
                </a:lnTo>
                <a:lnTo>
                  <a:pt x="557642" y="47206"/>
                </a:lnTo>
                <a:lnTo>
                  <a:pt x="559562" y="46074"/>
                </a:lnTo>
                <a:lnTo>
                  <a:pt x="561553" y="45050"/>
                </a:lnTo>
                <a:lnTo>
                  <a:pt x="563617" y="44134"/>
                </a:lnTo>
                <a:lnTo>
                  <a:pt x="565752" y="43326"/>
                </a:lnTo>
                <a:lnTo>
                  <a:pt x="567960" y="42625"/>
                </a:lnTo>
                <a:lnTo>
                  <a:pt x="570239" y="42032"/>
                </a:lnTo>
                <a:lnTo>
                  <a:pt x="572590" y="41547"/>
                </a:lnTo>
                <a:lnTo>
                  <a:pt x="575013" y="41170"/>
                </a:lnTo>
                <a:lnTo>
                  <a:pt x="577507" y="40901"/>
                </a:lnTo>
                <a:lnTo>
                  <a:pt x="580074" y="40739"/>
                </a:lnTo>
                <a:lnTo>
                  <a:pt x="582712" y="40685"/>
                </a:lnTo>
                <a:lnTo>
                  <a:pt x="583520" y="40692"/>
                </a:lnTo>
                <a:lnTo>
                  <a:pt x="584393" y="40712"/>
                </a:lnTo>
                <a:lnTo>
                  <a:pt x="585332" y="40745"/>
                </a:lnTo>
                <a:lnTo>
                  <a:pt x="586337" y="40792"/>
                </a:lnTo>
                <a:lnTo>
                  <a:pt x="587407" y="40853"/>
                </a:lnTo>
                <a:lnTo>
                  <a:pt x="588543" y="40926"/>
                </a:lnTo>
                <a:lnTo>
                  <a:pt x="589745" y="41013"/>
                </a:lnTo>
                <a:lnTo>
                  <a:pt x="591013" y="41114"/>
                </a:lnTo>
                <a:lnTo>
                  <a:pt x="592347" y="41228"/>
                </a:lnTo>
                <a:lnTo>
                  <a:pt x="593746" y="41355"/>
                </a:lnTo>
                <a:lnTo>
                  <a:pt x="595211" y="41496"/>
                </a:lnTo>
                <a:lnTo>
                  <a:pt x="596742" y="41650"/>
                </a:lnTo>
                <a:lnTo>
                  <a:pt x="596985" y="41680"/>
                </a:lnTo>
                <a:lnTo>
                  <a:pt x="597248" y="41711"/>
                </a:lnTo>
                <a:lnTo>
                  <a:pt x="597531" y="41743"/>
                </a:lnTo>
                <a:lnTo>
                  <a:pt x="597833" y="41776"/>
                </a:lnTo>
                <a:lnTo>
                  <a:pt x="598155" y="41811"/>
                </a:lnTo>
                <a:lnTo>
                  <a:pt x="598496" y="41847"/>
                </a:lnTo>
                <a:lnTo>
                  <a:pt x="598856" y="41884"/>
                </a:lnTo>
                <a:lnTo>
                  <a:pt x="599236" y="41922"/>
                </a:lnTo>
                <a:lnTo>
                  <a:pt x="599635" y="41962"/>
                </a:lnTo>
                <a:lnTo>
                  <a:pt x="600054" y="42003"/>
                </a:lnTo>
                <a:lnTo>
                  <a:pt x="600493" y="42045"/>
                </a:lnTo>
                <a:lnTo>
                  <a:pt x="600951" y="42088"/>
                </a:lnTo>
                <a:lnTo>
                  <a:pt x="617347" y="42088"/>
                </a:lnTo>
                <a:lnTo>
                  <a:pt x="617347" y="111270"/>
                </a:lnTo>
                <a:lnTo>
                  <a:pt x="617373" y="114185"/>
                </a:lnTo>
                <a:lnTo>
                  <a:pt x="617450" y="117007"/>
                </a:lnTo>
                <a:lnTo>
                  <a:pt x="617578" y="119736"/>
                </a:lnTo>
                <a:lnTo>
                  <a:pt x="617757" y="122372"/>
                </a:lnTo>
                <a:lnTo>
                  <a:pt x="617987" y="124915"/>
                </a:lnTo>
                <a:lnTo>
                  <a:pt x="618268" y="127366"/>
                </a:lnTo>
                <a:lnTo>
                  <a:pt x="618601" y="129723"/>
                </a:lnTo>
                <a:lnTo>
                  <a:pt x="618984" y="131988"/>
                </a:lnTo>
                <a:lnTo>
                  <a:pt x="619419" y="134160"/>
                </a:lnTo>
                <a:lnTo>
                  <a:pt x="619905" y="136239"/>
                </a:lnTo>
                <a:lnTo>
                  <a:pt x="620442" y="138225"/>
                </a:lnTo>
                <a:lnTo>
                  <a:pt x="621030" y="140118"/>
                </a:lnTo>
                <a:lnTo>
                  <a:pt x="604020" y="140118"/>
                </a:lnTo>
                <a:lnTo>
                  <a:pt x="603704" y="138721"/>
                </a:lnTo>
                <a:lnTo>
                  <a:pt x="603398" y="137242"/>
                </a:lnTo>
                <a:lnTo>
                  <a:pt x="603104" y="135680"/>
                </a:lnTo>
                <a:lnTo>
                  <a:pt x="602821" y="134036"/>
                </a:lnTo>
                <a:lnTo>
                  <a:pt x="602549" y="132310"/>
                </a:lnTo>
                <a:lnTo>
                  <a:pt x="602288" y="130502"/>
                </a:lnTo>
                <a:lnTo>
                  <a:pt x="602038" y="128611"/>
                </a:lnTo>
                <a:lnTo>
                  <a:pt x="601798" y="126638"/>
                </a:lnTo>
                <a:lnTo>
                  <a:pt x="601570" y="124583"/>
                </a:lnTo>
                <a:lnTo>
                  <a:pt x="601353" y="122445"/>
                </a:lnTo>
                <a:lnTo>
                  <a:pt x="601146" y="120225"/>
                </a:lnTo>
                <a:lnTo>
                  <a:pt x="600951" y="117923"/>
                </a:lnTo>
                <a:moveTo>
                  <a:pt x="600951" y="98644"/>
                </a:moveTo>
                <a:lnTo>
                  <a:pt x="600951" y="56644"/>
                </a:lnTo>
                <a:lnTo>
                  <a:pt x="599512" y="56279"/>
                </a:lnTo>
                <a:lnTo>
                  <a:pt x="598091" y="55947"/>
                </a:lnTo>
                <a:lnTo>
                  <a:pt x="596687" y="55646"/>
                </a:lnTo>
                <a:lnTo>
                  <a:pt x="595300" y="55377"/>
                </a:lnTo>
                <a:lnTo>
                  <a:pt x="593930" y="55140"/>
                </a:lnTo>
                <a:lnTo>
                  <a:pt x="592577" y="54934"/>
                </a:lnTo>
                <a:lnTo>
                  <a:pt x="591241" y="54760"/>
                </a:lnTo>
                <a:lnTo>
                  <a:pt x="589922" y="54617"/>
                </a:lnTo>
                <a:lnTo>
                  <a:pt x="588620" y="54506"/>
                </a:lnTo>
                <a:lnTo>
                  <a:pt x="587335" y="54427"/>
                </a:lnTo>
                <a:lnTo>
                  <a:pt x="586068" y="54380"/>
                </a:lnTo>
                <a:lnTo>
                  <a:pt x="584817" y="54364"/>
                </a:lnTo>
                <a:lnTo>
                  <a:pt x="582338" y="54445"/>
                </a:lnTo>
                <a:lnTo>
                  <a:pt x="579930" y="54688"/>
                </a:lnTo>
                <a:lnTo>
                  <a:pt x="577591" y="55093"/>
                </a:lnTo>
                <a:lnTo>
                  <a:pt x="575323" y="55660"/>
                </a:lnTo>
                <a:lnTo>
                  <a:pt x="573124" y="56388"/>
                </a:lnTo>
                <a:lnTo>
                  <a:pt x="570996" y="57279"/>
                </a:lnTo>
                <a:lnTo>
                  <a:pt x="568937" y="58332"/>
                </a:lnTo>
                <a:lnTo>
                  <a:pt x="566949" y="59547"/>
                </a:lnTo>
                <a:lnTo>
                  <a:pt x="565031" y="60924"/>
                </a:lnTo>
                <a:lnTo>
                  <a:pt x="563182" y="62462"/>
                </a:lnTo>
                <a:lnTo>
                  <a:pt x="561404" y="64163"/>
                </a:lnTo>
                <a:lnTo>
                  <a:pt x="559696" y="66026"/>
                </a:lnTo>
                <a:lnTo>
                  <a:pt x="558092" y="68028"/>
                </a:lnTo>
                <a:lnTo>
                  <a:pt x="556628" y="70147"/>
                </a:lnTo>
                <a:lnTo>
                  <a:pt x="555303" y="72383"/>
                </a:lnTo>
                <a:lnTo>
                  <a:pt x="554118" y="74736"/>
                </a:lnTo>
                <a:lnTo>
                  <a:pt x="553072" y="77205"/>
                </a:lnTo>
                <a:lnTo>
                  <a:pt x="552166" y="79792"/>
                </a:lnTo>
                <a:lnTo>
                  <a:pt x="551399" y="82496"/>
                </a:lnTo>
                <a:lnTo>
                  <a:pt x="550771" y="85316"/>
                </a:lnTo>
                <a:lnTo>
                  <a:pt x="550283" y="88253"/>
                </a:lnTo>
                <a:lnTo>
                  <a:pt x="549935" y="91308"/>
                </a:lnTo>
                <a:lnTo>
                  <a:pt x="549726" y="94479"/>
                </a:lnTo>
                <a:lnTo>
                  <a:pt x="549656" y="97767"/>
                </a:lnTo>
                <a:lnTo>
                  <a:pt x="549694" y="100143"/>
                </a:lnTo>
                <a:lnTo>
                  <a:pt x="549808" y="102420"/>
                </a:lnTo>
                <a:lnTo>
                  <a:pt x="549998" y="104598"/>
                </a:lnTo>
                <a:lnTo>
                  <a:pt x="550265" y="106677"/>
                </a:lnTo>
                <a:lnTo>
                  <a:pt x="550607" y="108656"/>
                </a:lnTo>
                <a:lnTo>
                  <a:pt x="551026" y="110536"/>
                </a:lnTo>
                <a:lnTo>
                  <a:pt x="551521" y="112317"/>
                </a:lnTo>
                <a:lnTo>
                  <a:pt x="552091" y="113998"/>
                </a:lnTo>
                <a:lnTo>
                  <a:pt x="552738" y="115581"/>
                </a:lnTo>
                <a:lnTo>
                  <a:pt x="553462" y="117064"/>
                </a:lnTo>
                <a:lnTo>
                  <a:pt x="554261" y="118447"/>
                </a:lnTo>
                <a:lnTo>
                  <a:pt x="555136" y="119732"/>
                </a:lnTo>
                <a:lnTo>
                  <a:pt x="556060" y="120915"/>
                </a:lnTo>
                <a:lnTo>
                  <a:pt x="557005" y="121996"/>
                </a:lnTo>
                <a:lnTo>
                  <a:pt x="557972" y="122973"/>
                </a:lnTo>
                <a:lnTo>
                  <a:pt x="558960" y="123848"/>
                </a:lnTo>
                <a:lnTo>
                  <a:pt x="559969" y="124620"/>
                </a:lnTo>
                <a:lnTo>
                  <a:pt x="561000" y="125289"/>
                </a:lnTo>
                <a:lnTo>
                  <a:pt x="562052" y="125855"/>
                </a:lnTo>
                <a:lnTo>
                  <a:pt x="563125" y="126318"/>
                </a:lnTo>
                <a:lnTo>
                  <a:pt x="564219" y="126678"/>
                </a:lnTo>
                <a:lnTo>
                  <a:pt x="565335" y="126935"/>
                </a:lnTo>
                <a:lnTo>
                  <a:pt x="566472" y="127090"/>
                </a:lnTo>
                <a:lnTo>
                  <a:pt x="567631" y="127141"/>
                </a:lnTo>
                <a:lnTo>
                  <a:pt x="568913" y="127088"/>
                </a:lnTo>
                <a:lnTo>
                  <a:pt x="570218" y="126927"/>
                </a:lnTo>
                <a:lnTo>
                  <a:pt x="571544" y="126659"/>
                </a:lnTo>
                <a:lnTo>
                  <a:pt x="572892" y="126284"/>
                </a:lnTo>
                <a:lnTo>
                  <a:pt x="574262" y="125801"/>
                </a:lnTo>
                <a:lnTo>
                  <a:pt x="575654" y="125212"/>
                </a:lnTo>
                <a:lnTo>
                  <a:pt x="577068" y="124515"/>
                </a:lnTo>
                <a:lnTo>
                  <a:pt x="578504" y="123712"/>
                </a:lnTo>
                <a:lnTo>
                  <a:pt x="579961" y="122801"/>
                </a:lnTo>
                <a:lnTo>
                  <a:pt x="581441" y="121783"/>
                </a:lnTo>
                <a:lnTo>
                  <a:pt x="582943" y="120657"/>
                </a:lnTo>
                <a:lnTo>
                  <a:pt x="584466" y="119425"/>
                </a:lnTo>
                <a:lnTo>
                  <a:pt x="585987" y="118102"/>
                </a:lnTo>
                <a:lnTo>
                  <a:pt x="587481" y="116704"/>
                </a:lnTo>
                <a:lnTo>
                  <a:pt x="588949" y="115233"/>
                </a:lnTo>
                <a:lnTo>
                  <a:pt x="590390" y="113687"/>
                </a:lnTo>
                <a:lnTo>
                  <a:pt x="591804" y="112066"/>
                </a:lnTo>
                <a:lnTo>
                  <a:pt x="593191" y="110372"/>
                </a:lnTo>
                <a:lnTo>
                  <a:pt x="594551" y="108603"/>
                </a:lnTo>
                <a:lnTo>
                  <a:pt x="595884" y="106760"/>
                </a:lnTo>
                <a:lnTo>
                  <a:pt x="597191" y="104842"/>
                </a:lnTo>
                <a:lnTo>
                  <a:pt x="598471" y="102850"/>
                </a:lnTo>
                <a:lnTo>
                  <a:pt x="599724" y="100784"/>
                </a:lnTo>
                <a:lnTo>
                  <a:pt x="600951" y="98644"/>
                </a:lnTo>
                <a:close/>
                <a:moveTo>
                  <a:pt x="645081" y="134805"/>
                </a:moveTo>
                <a:lnTo>
                  <a:pt x="645081" y="117496"/>
                </a:lnTo>
                <a:lnTo>
                  <a:pt x="646726" y="118536"/>
                </a:lnTo>
                <a:lnTo>
                  <a:pt x="648386" y="119524"/>
                </a:lnTo>
                <a:lnTo>
                  <a:pt x="650063" y="120458"/>
                </a:lnTo>
                <a:lnTo>
                  <a:pt x="651755" y="121339"/>
                </a:lnTo>
                <a:lnTo>
                  <a:pt x="653463" y="122168"/>
                </a:lnTo>
                <a:lnTo>
                  <a:pt x="655187" y="122943"/>
                </a:lnTo>
                <a:lnTo>
                  <a:pt x="656926" y="123666"/>
                </a:lnTo>
                <a:lnTo>
                  <a:pt x="658682" y="124335"/>
                </a:lnTo>
                <a:lnTo>
                  <a:pt x="660453" y="124952"/>
                </a:lnTo>
                <a:lnTo>
                  <a:pt x="662240" y="125515"/>
                </a:lnTo>
                <a:lnTo>
                  <a:pt x="664043" y="126026"/>
                </a:lnTo>
                <a:lnTo>
                  <a:pt x="665862" y="126483"/>
                </a:lnTo>
                <a:lnTo>
                  <a:pt x="667666" y="126897"/>
                </a:lnTo>
                <a:lnTo>
                  <a:pt x="669423" y="127274"/>
                </a:lnTo>
                <a:lnTo>
                  <a:pt x="671134" y="127615"/>
                </a:lnTo>
                <a:lnTo>
                  <a:pt x="672799" y="127921"/>
                </a:lnTo>
                <a:lnTo>
                  <a:pt x="674418" y="128190"/>
                </a:lnTo>
                <a:lnTo>
                  <a:pt x="675990" y="128423"/>
                </a:lnTo>
                <a:lnTo>
                  <a:pt x="677516" y="128621"/>
                </a:lnTo>
                <a:lnTo>
                  <a:pt x="678995" y="128783"/>
                </a:lnTo>
                <a:lnTo>
                  <a:pt x="680429" y="128908"/>
                </a:lnTo>
                <a:lnTo>
                  <a:pt x="681816" y="128998"/>
                </a:lnTo>
                <a:lnTo>
                  <a:pt x="683157" y="129052"/>
                </a:lnTo>
                <a:lnTo>
                  <a:pt x="684451" y="129070"/>
                </a:lnTo>
                <a:lnTo>
                  <a:pt x="686464" y="129043"/>
                </a:lnTo>
                <a:lnTo>
                  <a:pt x="688380" y="128960"/>
                </a:lnTo>
                <a:lnTo>
                  <a:pt x="690200" y="128822"/>
                </a:lnTo>
                <a:lnTo>
                  <a:pt x="691924" y="128628"/>
                </a:lnTo>
                <a:lnTo>
                  <a:pt x="693551" y="128380"/>
                </a:lnTo>
                <a:lnTo>
                  <a:pt x="695083" y="128076"/>
                </a:lnTo>
                <a:lnTo>
                  <a:pt x="696518" y="127717"/>
                </a:lnTo>
                <a:lnTo>
                  <a:pt x="697857" y="127303"/>
                </a:lnTo>
                <a:lnTo>
                  <a:pt x="699100" y="126834"/>
                </a:lnTo>
                <a:lnTo>
                  <a:pt x="700246" y="126309"/>
                </a:lnTo>
                <a:lnTo>
                  <a:pt x="701297" y="125729"/>
                </a:lnTo>
                <a:lnTo>
                  <a:pt x="702251" y="125094"/>
                </a:lnTo>
                <a:lnTo>
                  <a:pt x="703119" y="124418"/>
                </a:lnTo>
                <a:lnTo>
                  <a:pt x="703912" y="123714"/>
                </a:lnTo>
                <a:lnTo>
                  <a:pt x="704629" y="122983"/>
                </a:lnTo>
                <a:lnTo>
                  <a:pt x="705271" y="122225"/>
                </a:lnTo>
                <a:lnTo>
                  <a:pt x="705837" y="121440"/>
                </a:lnTo>
                <a:lnTo>
                  <a:pt x="706328" y="120627"/>
                </a:lnTo>
                <a:lnTo>
                  <a:pt x="706744" y="119787"/>
                </a:lnTo>
                <a:lnTo>
                  <a:pt x="707083" y="118920"/>
                </a:lnTo>
                <a:lnTo>
                  <a:pt x="707348" y="118025"/>
                </a:lnTo>
                <a:lnTo>
                  <a:pt x="707536" y="117103"/>
                </a:lnTo>
                <a:lnTo>
                  <a:pt x="707650" y="116154"/>
                </a:lnTo>
                <a:lnTo>
                  <a:pt x="707687" y="115178"/>
                </a:lnTo>
                <a:lnTo>
                  <a:pt x="707670" y="114530"/>
                </a:lnTo>
                <a:lnTo>
                  <a:pt x="707617" y="113899"/>
                </a:lnTo>
                <a:lnTo>
                  <a:pt x="707528" y="113283"/>
                </a:lnTo>
                <a:lnTo>
                  <a:pt x="707405" y="112682"/>
                </a:lnTo>
                <a:lnTo>
                  <a:pt x="707246" y="112098"/>
                </a:lnTo>
                <a:lnTo>
                  <a:pt x="707052" y="111529"/>
                </a:lnTo>
                <a:lnTo>
                  <a:pt x="706822" y="110976"/>
                </a:lnTo>
                <a:lnTo>
                  <a:pt x="706557" y="110439"/>
                </a:lnTo>
                <a:lnTo>
                  <a:pt x="706257" y="109918"/>
                </a:lnTo>
                <a:lnTo>
                  <a:pt x="705921" y="109412"/>
                </a:lnTo>
                <a:lnTo>
                  <a:pt x="705551" y="108922"/>
                </a:lnTo>
                <a:lnTo>
                  <a:pt x="705145" y="108448"/>
                </a:lnTo>
                <a:lnTo>
                  <a:pt x="704668" y="107973"/>
                </a:lnTo>
                <a:lnTo>
                  <a:pt x="704087" y="107480"/>
                </a:lnTo>
                <a:lnTo>
                  <a:pt x="703402" y="106969"/>
                </a:lnTo>
                <a:lnTo>
                  <a:pt x="702611" y="106439"/>
                </a:lnTo>
                <a:lnTo>
                  <a:pt x="701716" y="105891"/>
                </a:lnTo>
                <a:lnTo>
                  <a:pt x="700716" y="105325"/>
                </a:lnTo>
                <a:lnTo>
                  <a:pt x="699612" y="104741"/>
                </a:lnTo>
                <a:lnTo>
                  <a:pt x="698403" y="104138"/>
                </a:lnTo>
                <a:lnTo>
                  <a:pt x="697089" y="103517"/>
                </a:lnTo>
                <a:lnTo>
                  <a:pt x="695670" y="102878"/>
                </a:lnTo>
                <a:lnTo>
                  <a:pt x="694146" y="102221"/>
                </a:lnTo>
                <a:lnTo>
                  <a:pt x="692518" y="101546"/>
                </a:lnTo>
                <a:lnTo>
                  <a:pt x="686906" y="99274"/>
                </a:lnTo>
                <a:lnTo>
                  <a:pt x="675595" y="94816"/>
                </a:lnTo>
                <a:lnTo>
                  <a:pt x="672649" y="93644"/>
                </a:lnTo>
                <a:lnTo>
                  <a:pt x="669891" y="92485"/>
                </a:lnTo>
                <a:lnTo>
                  <a:pt x="667320" y="91342"/>
                </a:lnTo>
                <a:lnTo>
                  <a:pt x="664937" y="90212"/>
                </a:lnTo>
                <a:lnTo>
                  <a:pt x="662741" y="89097"/>
                </a:lnTo>
                <a:lnTo>
                  <a:pt x="660733" y="87997"/>
                </a:lnTo>
                <a:lnTo>
                  <a:pt x="658912" y="86910"/>
                </a:lnTo>
                <a:lnTo>
                  <a:pt x="657279" y="85838"/>
                </a:lnTo>
                <a:lnTo>
                  <a:pt x="655833" y="84781"/>
                </a:lnTo>
                <a:lnTo>
                  <a:pt x="654575" y="83737"/>
                </a:lnTo>
                <a:lnTo>
                  <a:pt x="653505" y="82708"/>
                </a:lnTo>
                <a:lnTo>
                  <a:pt x="652622" y="81694"/>
                </a:lnTo>
                <a:lnTo>
                  <a:pt x="651852" y="80682"/>
                </a:lnTo>
                <a:lnTo>
                  <a:pt x="651149" y="79634"/>
                </a:lnTo>
                <a:lnTo>
                  <a:pt x="650512" y="78550"/>
                </a:lnTo>
                <a:lnTo>
                  <a:pt x="649943" y="77429"/>
                </a:lnTo>
                <a:lnTo>
                  <a:pt x="649441" y="76271"/>
                </a:lnTo>
                <a:lnTo>
                  <a:pt x="649005" y="75077"/>
                </a:lnTo>
                <a:lnTo>
                  <a:pt x="648637" y="73846"/>
                </a:lnTo>
                <a:lnTo>
                  <a:pt x="648335" y="72579"/>
                </a:lnTo>
                <a:lnTo>
                  <a:pt x="648101" y="71276"/>
                </a:lnTo>
                <a:lnTo>
                  <a:pt x="647933" y="69936"/>
                </a:lnTo>
                <a:lnTo>
                  <a:pt x="647833" y="68559"/>
                </a:lnTo>
                <a:lnTo>
                  <a:pt x="647799" y="67146"/>
                </a:lnTo>
                <a:lnTo>
                  <a:pt x="647864" y="65161"/>
                </a:lnTo>
                <a:lnTo>
                  <a:pt x="648059" y="63235"/>
                </a:lnTo>
                <a:lnTo>
                  <a:pt x="648383" y="61369"/>
                </a:lnTo>
                <a:lnTo>
                  <a:pt x="648837" y="59562"/>
                </a:lnTo>
                <a:lnTo>
                  <a:pt x="649421" y="57815"/>
                </a:lnTo>
                <a:lnTo>
                  <a:pt x="650134" y="56128"/>
                </a:lnTo>
                <a:lnTo>
                  <a:pt x="650977" y="54500"/>
                </a:lnTo>
                <a:lnTo>
                  <a:pt x="651950" y="52932"/>
                </a:lnTo>
                <a:lnTo>
                  <a:pt x="653052" y="51423"/>
                </a:lnTo>
                <a:lnTo>
                  <a:pt x="654284" y="49975"/>
                </a:lnTo>
                <a:lnTo>
                  <a:pt x="655646" y="48585"/>
                </a:lnTo>
                <a:lnTo>
                  <a:pt x="657138" y="47256"/>
                </a:lnTo>
                <a:lnTo>
                  <a:pt x="658775" y="46010"/>
                </a:lnTo>
                <a:lnTo>
                  <a:pt x="660573" y="44873"/>
                </a:lnTo>
                <a:lnTo>
                  <a:pt x="662533" y="43844"/>
                </a:lnTo>
                <a:lnTo>
                  <a:pt x="664654" y="42924"/>
                </a:lnTo>
                <a:lnTo>
                  <a:pt x="666937" y="42111"/>
                </a:lnTo>
                <a:lnTo>
                  <a:pt x="669381" y="41407"/>
                </a:lnTo>
                <a:lnTo>
                  <a:pt x="671986" y="40811"/>
                </a:lnTo>
                <a:lnTo>
                  <a:pt x="674752" y="40324"/>
                </a:lnTo>
                <a:lnTo>
                  <a:pt x="677680" y="39945"/>
                </a:lnTo>
                <a:lnTo>
                  <a:pt x="680770" y="39674"/>
                </a:lnTo>
                <a:lnTo>
                  <a:pt x="684020" y="39512"/>
                </a:lnTo>
                <a:lnTo>
                  <a:pt x="687432" y="39458"/>
                </a:lnTo>
                <a:lnTo>
                  <a:pt x="690037" y="39489"/>
                </a:lnTo>
                <a:lnTo>
                  <a:pt x="692618" y="39584"/>
                </a:lnTo>
                <a:lnTo>
                  <a:pt x="695176" y="39743"/>
                </a:lnTo>
                <a:lnTo>
                  <a:pt x="697711" y="39964"/>
                </a:lnTo>
                <a:lnTo>
                  <a:pt x="700223" y="40249"/>
                </a:lnTo>
                <a:lnTo>
                  <a:pt x="702711" y="40597"/>
                </a:lnTo>
                <a:lnTo>
                  <a:pt x="705177" y="41009"/>
                </a:lnTo>
                <a:lnTo>
                  <a:pt x="707619" y="41484"/>
                </a:lnTo>
                <a:lnTo>
                  <a:pt x="710038" y="42022"/>
                </a:lnTo>
                <a:lnTo>
                  <a:pt x="712434" y="42624"/>
                </a:lnTo>
                <a:lnTo>
                  <a:pt x="714807" y="43289"/>
                </a:lnTo>
                <a:lnTo>
                  <a:pt x="717157" y="44017"/>
                </a:lnTo>
                <a:lnTo>
                  <a:pt x="717157" y="58923"/>
                </a:lnTo>
                <a:lnTo>
                  <a:pt x="714482" y="57999"/>
                </a:lnTo>
                <a:lnTo>
                  <a:pt x="711833" y="57155"/>
                </a:lnTo>
                <a:lnTo>
                  <a:pt x="709211" y="56391"/>
                </a:lnTo>
                <a:lnTo>
                  <a:pt x="706616" y="55708"/>
                </a:lnTo>
                <a:lnTo>
                  <a:pt x="704047" y="55105"/>
                </a:lnTo>
                <a:lnTo>
                  <a:pt x="701506" y="54583"/>
                </a:lnTo>
                <a:lnTo>
                  <a:pt x="698991" y="54141"/>
                </a:lnTo>
                <a:lnTo>
                  <a:pt x="696503" y="53779"/>
                </a:lnTo>
                <a:lnTo>
                  <a:pt x="694042" y="53498"/>
                </a:lnTo>
                <a:lnTo>
                  <a:pt x="691607" y="53297"/>
                </a:lnTo>
                <a:lnTo>
                  <a:pt x="689200" y="53176"/>
                </a:lnTo>
                <a:lnTo>
                  <a:pt x="686819" y="53136"/>
                </a:lnTo>
                <a:lnTo>
                  <a:pt x="685126" y="53161"/>
                </a:lnTo>
                <a:lnTo>
                  <a:pt x="683495" y="53237"/>
                </a:lnTo>
                <a:lnTo>
                  <a:pt x="681928" y="53363"/>
                </a:lnTo>
                <a:lnTo>
                  <a:pt x="680423" y="53539"/>
                </a:lnTo>
                <a:lnTo>
                  <a:pt x="678980" y="53766"/>
                </a:lnTo>
                <a:lnTo>
                  <a:pt x="677601" y="54043"/>
                </a:lnTo>
                <a:lnTo>
                  <a:pt x="676284" y="54371"/>
                </a:lnTo>
                <a:lnTo>
                  <a:pt x="675030" y="54749"/>
                </a:lnTo>
                <a:lnTo>
                  <a:pt x="673839" y="55177"/>
                </a:lnTo>
                <a:lnTo>
                  <a:pt x="672710" y="55656"/>
                </a:lnTo>
                <a:lnTo>
                  <a:pt x="671644" y="56185"/>
                </a:lnTo>
                <a:lnTo>
                  <a:pt x="670641" y="56764"/>
                </a:lnTo>
                <a:lnTo>
                  <a:pt x="669710" y="57381"/>
                </a:lnTo>
                <a:lnTo>
                  <a:pt x="668859" y="58022"/>
                </a:lnTo>
                <a:lnTo>
                  <a:pt x="668090" y="58689"/>
                </a:lnTo>
                <a:lnTo>
                  <a:pt x="667402" y="59380"/>
                </a:lnTo>
                <a:lnTo>
                  <a:pt x="666794" y="60096"/>
                </a:lnTo>
                <a:lnTo>
                  <a:pt x="666268" y="60837"/>
                </a:lnTo>
                <a:lnTo>
                  <a:pt x="665822" y="61603"/>
                </a:lnTo>
                <a:lnTo>
                  <a:pt x="665458" y="62394"/>
                </a:lnTo>
                <a:lnTo>
                  <a:pt x="665175" y="63210"/>
                </a:lnTo>
                <a:lnTo>
                  <a:pt x="664972" y="64051"/>
                </a:lnTo>
                <a:lnTo>
                  <a:pt x="664851" y="64916"/>
                </a:lnTo>
                <a:lnTo>
                  <a:pt x="664810" y="65806"/>
                </a:lnTo>
                <a:lnTo>
                  <a:pt x="664845" y="66666"/>
                </a:lnTo>
                <a:lnTo>
                  <a:pt x="664951" y="67496"/>
                </a:lnTo>
                <a:lnTo>
                  <a:pt x="665128" y="68296"/>
                </a:lnTo>
                <a:lnTo>
                  <a:pt x="665375" y="69068"/>
                </a:lnTo>
                <a:lnTo>
                  <a:pt x="665693" y="69811"/>
                </a:lnTo>
                <a:lnTo>
                  <a:pt x="666082" y="70524"/>
                </a:lnTo>
                <a:lnTo>
                  <a:pt x="666541" y="71209"/>
                </a:lnTo>
                <a:lnTo>
                  <a:pt x="667070" y="71864"/>
                </a:lnTo>
                <a:lnTo>
                  <a:pt x="667671" y="72490"/>
                </a:lnTo>
                <a:lnTo>
                  <a:pt x="668342" y="73087"/>
                </a:lnTo>
                <a:lnTo>
                  <a:pt x="669083" y="73655"/>
                </a:lnTo>
                <a:lnTo>
                  <a:pt x="669896" y="74194"/>
                </a:lnTo>
                <a:lnTo>
                  <a:pt x="670773" y="74725"/>
                </a:lnTo>
                <a:lnTo>
                  <a:pt x="671737" y="75269"/>
                </a:lnTo>
                <a:lnTo>
                  <a:pt x="672789" y="75827"/>
                </a:lnTo>
                <a:lnTo>
                  <a:pt x="673929" y="76398"/>
                </a:lnTo>
                <a:lnTo>
                  <a:pt x="675157" y="76982"/>
                </a:lnTo>
                <a:lnTo>
                  <a:pt x="676472" y="77580"/>
                </a:lnTo>
                <a:lnTo>
                  <a:pt x="677875" y="78191"/>
                </a:lnTo>
                <a:lnTo>
                  <a:pt x="679366" y="78816"/>
                </a:lnTo>
                <a:lnTo>
                  <a:pt x="680944" y="79453"/>
                </a:lnTo>
                <a:lnTo>
                  <a:pt x="682610" y="80105"/>
                </a:lnTo>
                <a:lnTo>
                  <a:pt x="684364" y="80769"/>
                </a:lnTo>
                <a:lnTo>
                  <a:pt x="686205" y="81447"/>
                </a:lnTo>
                <a:lnTo>
                  <a:pt x="697253" y="85467"/>
                </a:lnTo>
                <a:lnTo>
                  <a:pt x="699718" y="86391"/>
                </a:lnTo>
                <a:lnTo>
                  <a:pt x="702059" y="87329"/>
                </a:lnTo>
                <a:lnTo>
                  <a:pt x="704273" y="88280"/>
                </a:lnTo>
                <a:lnTo>
                  <a:pt x="706362" y="89245"/>
                </a:lnTo>
                <a:lnTo>
                  <a:pt x="708326" y="90224"/>
                </a:lnTo>
                <a:lnTo>
                  <a:pt x="710164" y="91216"/>
                </a:lnTo>
                <a:lnTo>
                  <a:pt x="711877" y="92222"/>
                </a:lnTo>
                <a:lnTo>
                  <a:pt x="713465" y="93241"/>
                </a:lnTo>
                <a:lnTo>
                  <a:pt x="714927" y="94274"/>
                </a:lnTo>
                <a:lnTo>
                  <a:pt x="716263" y="95321"/>
                </a:lnTo>
                <a:lnTo>
                  <a:pt x="717474" y="96381"/>
                </a:lnTo>
                <a:lnTo>
                  <a:pt x="718560" y="97455"/>
                </a:lnTo>
                <a:lnTo>
                  <a:pt x="719540" y="98558"/>
                </a:lnTo>
                <a:lnTo>
                  <a:pt x="720436" y="99706"/>
                </a:lnTo>
                <a:lnTo>
                  <a:pt x="721245" y="100899"/>
                </a:lnTo>
                <a:lnTo>
                  <a:pt x="721970" y="102137"/>
                </a:lnTo>
                <a:lnTo>
                  <a:pt x="722609" y="103420"/>
                </a:lnTo>
                <a:lnTo>
                  <a:pt x="723163" y="104748"/>
                </a:lnTo>
                <a:lnTo>
                  <a:pt x="723632" y="106121"/>
                </a:lnTo>
                <a:lnTo>
                  <a:pt x="724016" y="107540"/>
                </a:lnTo>
                <a:lnTo>
                  <a:pt x="724314" y="109003"/>
                </a:lnTo>
                <a:lnTo>
                  <a:pt x="724527" y="110511"/>
                </a:lnTo>
                <a:lnTo>
                  <a:pt x="724655" y="112064"/>
                </a:lnTo>
                <a:lnTo>
                  <a:pt x="724698" y="113662"/>
                </a:lnTo>
                <a:lnTo>
                  <a:pt x="724630" y="115748"/>
                </a:lnTo>
                <a:lnTo>
                  <a:pt x="724426" y="117772"/>
                </a:lnTo>
                <a:lnTo>
                  <a:pt x="724087" y="119732"/>
                </a:lnTo>
                <a:lnTo>
                  <a:pt x="723612" y="121630"/>
                </a:lnTo>
                <a:lnTo>
                  <a:pt x="723001" y="123465"/>
                </a:lnTo>
                <a:lnTo>
                  <a:pt x="722254" y="125238"/>
                </a:lnTo>
                <a:lnTo>
                  <a:pt x="721371" y="126948"/>
                </a:lnTo>
                <a:lnTo>
                  <a:pt x="720353" y="128595"/>
                </a:lnTo>
                <a:lnTo>
                  <a:pt x="719199" y="130180"/>
                </a:lnTo>
                <a:lnTo>
                  <a:pt x="717909" y="131702"/>
                </a:lnTo>
                <a:lnTo>
                  <a:pt x="716483" y="133162"/>
                </a:lnTo>
                <a:lnTo>
                  <a:pt x="714921" y="134559"/>
                </a:lnTo>
                <a:lnTo>
                  <a:pt x="713210" y="135867"/>
                </a:lnTo>
                <a:lnTo>
                  <a:pt x="711337" y="137061"/>
                </a:lnTo>
                <a:lnTo>
                  <a:pt x="709301" y="138142"/>
                </a:lnTo>
                <a:lnTo>
                  <a:pt x="707103" y="139109"/>
                </a:lnTo>
                <a:lnTo>
                  <a:pt x="704742" y="139962"/>
                </a:lnTo>
                <a:lnTo>
                  <a:pt x="702218" y="140701"/>
                </a:lnTo>
                <a:lnTo>
                  <a:pt x="699532" y="141327"/>
                </a:lnTo>
                <a:lnTo>
                  <a:pt x="696683" y="141839"/>
                </a:lnTo>
                <a:lnTo>
                  <a:pt x="693672" y="142237"/>
                </a:lnTo>
                <a:lnTo>
                  <a:pt x="690498" y="142521"/>
                </a:lnTo>
                <a:lnTo>
                  <a:pt x="687161" y="142692"/>
                </a:lnTo>
                <a:lnTo>
                  <a:pt x="683662" y="142749"/>
                </a:lnTo>
                <a:lnTo>
                  <a:pt x="680527" y="142694"/>
                </a:lnTo>
                <a:lnTo>
                  <a:pt x="677378" y="142528"/>
                </a:lnTo>
                <a:lnTo>
                  <a:pt x="674214" y="142252"/>
                </a:lnTo>
                <a:lnTo>
                  <a:pt x="671036" y="141866"/>
                </a:lnTo>
                <a:lnTo>
                  <a:pt x="667842" y="141370"/>
                </a:lnTo>
                <a:lnTo>
                  <a:pt x="664635" y="140763"/>
                </a:lnTo>
                <a:lnTo>
                  <a:pt x="661412" y="140046"/>
                </a:lnTo>
                <a:lnTo>
                  <a:pt x="658175" y="139218"/>
                </a:lnTo>
                <a:lnTo>
                  <a:pt x="654924" y="138281"/>
                </a:lnTo>
                <a:lnTo>
                  <a:pt x="651658" y="137232"/>
                </a:lnTo>
                <a:lnTo>
                  <a:pt x="648377" y="136074"/>
                </a:lnTo>
                <a:lnTo>
                  <a:pt x="645081" y="134805"/>
                </a:lnTo>
                <a:close/>
                <a:moveTo>
                  <a:pt x="833188" y="136041"/>
                </a:moveTo>
                <a:lnTo>
                  <a:pt x="831318" y="136823"/>
                </a:lnTo>
                <a:lnTo>
                  <a:pt x="829535" y="137550"/>
                </a:lnTo>
                <a:lnTo>
                  <a:pt x="827840" y="138223"/>
                </a:lnTo>
                <a:lnTo>
                  <a:pt x="826232" y="138841"/>
                </a:lnTo>
                <a:lnTo>
                  <a:pt x="824712" y="139405"/>
                </a:lnTo>
                <a:lnTo>
                  <a:pt x="823280" y="139914"/>
                </a:lnTo>
                <a:lnTo>
                  <a:pt x="821936" y="140369"/>
                </a:lnTo>
                <a:lnTo>
                  <a:pt x="820679" y="140769"/>
                </a:lnTo>
                <a:lnTo>
                  <a:pt x="819510" y="141114"/>
                </a:lnTo>
                <a:lnTo>
                  <a:pt x="818428" y="141405"/>
                </a:lnTo>
                <a:lnTo>
                  <a:pt x="817434" y="141641"/>
                </a:lnTo>
                <a:lnTo>
                  <a:pt x="816528" y="141823"/>
                </a:lnTo>
                <a:lnTo>
                  <a:pt x="815669" y="141971"/>
                </a:lnTo>
                <a:lnTo>
                  <a:pt x="814814" y="142106"/>
                </a:lnTo>
                <a:lnTo>
                  <a:pt x="813964" y="142228"/>
                </a:lnTo>
                <a:lnTo>
                  <a:pt x="813118" y="142337"/>
                </a:lnTo>
                <a:lnTo>
                  <a:pt x="812278" y="142434"/>
                </a:lnTo>
                <a:lnTo>
                  <a:pt x="811443" y="142517"/>
                </a:lnTo>
                <a:lnTo>
                  <a:pt x="810612" y="142588"/>
                </a:lnTo>
                <a:lnTo>
                  <a:pt x="809786" y="142646"/>
                </a:lnTo>
                <a:lnTo>
                  <a:pt x="808966" y="142691"/>
                </a:lnTo>
                <a:lnTo>
                  <a:pt x="808150" y="142723"/>
                </a:lnTo>
                <a:lnTo>
                  <a:pt x="807339" y="142742"/>
                </a:lnTo>
                <a:lnTo>
                  <a:pt x="806532" y="142749"/>
                </a:lnTo>
                <a:lnTo>
                  <a:pt x="804835" y="142721"/>
                </a:lnTo>
                <a:lnTo>
                  <a:pt x="803162" y="142639"/>
                </a:lnTo>
                <a:lnTo>
                  <a:pt x="801513" y="142502"/>
                </a:lnTo>
                <a:lnTo>
                  <a:pt x="799888" y="142310"/>
                </a:lnTo>
                <a:lnTo>
                  <a:pt x="798288" y="142064"/>
                </a:lnTo>
                <a:lnTo>
                  <a:pt x="796712" y="141762"/>
                </a:lnTo>
                <a:lnTo>
                  <a:pt x="795160" y="141406"/>
                </a:lnTo>
                <a:lnTo>
                  <a:pt x="793633" y="140995"/>
                </a:lnTo>
                <a:lnTo>
                  <a:pt x="792130" y="140529"/>
                </a:lnTo>
                <a:lnTo>
                  <a:pt x="790652" y="140009"/>
                </a:lnTo>
                <a:lnTo>
                  <a:pt x="789198" y="139433"/>
                </a:lnTo>
                <a:lnTo>
                  <a:pt x="787768" y="138803"/>
                </a:lnTo>
                <a:lnTo>
                  <a:pt x="786380" y="138119"/>
                </a:lnTo>
                <a:lnTo>
                  <a:pt x="785049" y="137383"/>
                </a:lnTo>
                <a:lnTo>
                  <a:pt x="783776" y="136594"/>
                </a:lnTo>
                <a:lnTo>
                  <a:pt x="782561" y="135754"/>
                </a:lnTo>
                <a:lnTo>
                  <a:pt x="781404" y="134860"/>
                </a:lnTo>
                <a:lnTo>
                  <a:pt x="780304" y="133915"/>
                </a:lnTo>
                <a:lnTo>
                  <a:pt x="779263" y="132917"/>
                </a:lnTo>
                <a:lnTo>
                  <a:pt x="778279" y="131866"/>
                </a:lnTo>
                <a:lnTo>
                  <a:pt x="777353" y="130764"/>
                </a:lnTo>
                <a:lnTo>
                  <a:pt x="776485" y="129608"/>
                </a:lnTo>
                <a:lnTo>
                  <a:pt x="775675" y="128401"/>
                </a:lnTo>
                <a:lnTo>
                  <a:pt x="774923" y="127141"/>
                </a:lnTo>
                <a:lnTo>
                  <a:pt x="774229" y="125797"/>
                </a:lnTo>
                <a:lnTo>
                  <a:pt x="773596" y="124335"/>
                </a:lnTo>
                <a:lnTo>
                  <a:pt x="773024" y="122757"/>
                </a:lnTo>
                <a:lnTo>
                  <a:pt x="772511" y="121062"/>
                </a:lnTo>
                <a:lnTo>
                  <a:pt x="772059" y="119250"/>
                </a:lnTo>
                <a:lnTo>
                  <a:pt x="771667" y="117321"/>
                </a:lnTo>
                <a:lnTo>
                  <a:pt x="771336" y="115275"/>
                </a:lnTo>
                <a:lnTo>
                  <a:pt x="771064" y="113112"/>
                </a:lnTo>
                <a:lnTo>
                  <a:pt x="770853" y="110832"/>
                </a:lnTo>
                <a:lnTo>
                  <a:pt x="770703" y="108435"/>
                </a:lnTo>
                <a:lnTo>
                  <a:pt x="770612" y="105922"/>
                </a:lnTo>
                <a:lnTo>
                  <a:pt x="770582" y="103291"/>
                </a:lnTo>
                <a:lnTo>
                  <a:pt x="770582" y="63834"/>
                </a:lnTo>
                <a:lnTo>
                  <a:pt x="746119" y="63834"/>
                </a:lnTo>
                <a:lnTo>
                  <a:pt x="746119" y="50155"/>
                </a:lnTo>
                <a:lnTo>
                  <a:pt x="770582" y="50155"/>
                </a:lnTo>
                <a:lnTo>
                  <a:pt x="770582" y="10697"/>
                </a:lnTo>
                <a:lnTo>
                  <a:pt x="786891" y="10697"/>
                </a:lnTo>
                <a:lnTo>
                  <a:pt x="786891" y="50155"/>
                </a:lnTo>
                <a:lnTo>
                  <a:pt x="830470" y="50155"/>
                </a:lnTo>
                <a:lnTo>
                  <a:pt x="830470" y="63834"/>
                </a:lnTo>
                <a:lnTo>
                  <a:pt x="786891" y="63834"/>
                </a:lnTo>
                <a:lnTo>
                  <a:pt x="786891" y="102976"/>
                </a:lnTo>
                <a:lnTo>
                  <a:pt x="786911" y="104898"/>
                </a:lnTo>
                <a:lnTo>
                  <a:pt x="786969" y="106723"/>
                </a:lnTo>
                <a:lnTo>
                  <a:pt x="787067" y="108451"/>
                </a:lnTo>
                <a:lnTo>
                  <a:pt x="787203" y="110083"/>
                </a:lnTo>
                <a:lnTo>
                  <a:pt x="787378" y="111618"/>
                </a:lnTo>
                <a:lnTo>
                  <a:pt x="787593" y="113057"/>
                </a:lnTo>
                <a:lnTo>
                  <a:pt x="787846" y="114399"/>
                </a:lnTo>
                <a:lnTo>
                  <a:pt x="788138" y="115644"/>
                </a:lnTo>
                <a:lnTo>
                  <a:pt x="788470" y="116792"/>
                </a:lnTo>
                <a:lnTo>
                  <a:pt x="788840" y="117844"/>
                </a:lnTo>
                <a:lnTo>
                  <a:pt x="789249" y="118799"/>
                </a:lnTo>
                <a:lnTo>
                  <a:pt x="789697" y="119658"/>
                </a:lnTo>
                <a:lnTo>
                  <a:pt x="790178" y="120450"/>
                </a:lnTo>
                <a:lnTo>
                  <a:pt x="790685" y="121206"/>
                </a:lnTo>
                <a:lnTo>
                  <a:pt x="791218" y="121926"/>
                </a:lnTo>
                <a:lnTo>
                  <a:pt x="791777" y="122610"/>
                </a:lnTo>
                <a:lnTo>
                  <a:pt x="792363" y="123258"/>
                </a:lnTo>
                <a:lnTo>
                  <a:pt x="792974" y="123871"/>
                </a:lnTo>
                <a:lnTo>
                  <a:pt x="793612" y="124447"/>
                </a:lnTo>
                <a:lnTo>
                  <a:pt x="794276" y="124988"/>
                </a:lnTo>
                <a:lnTo>
                  <a:pt x="794966" y="125493"/>
                </a:lnTo>
                <a:lnTo>
                  <a:pt x="795683" y="125962"/>
                </a:lnTo>
                <a:lnTo>
                  <a:pt x="796425" y="126396"/>
                </a:lnTo>
                <a:lnTo>
                  <a:pt x="797194" y="126793"/>
                </a:lnTo>
                <a:lnTo>
                  <a:pt x="797988" y="127157"/>
                </a:lnTo>
                <a:lnTo>
                  <a:pt x="798805" y="127489"/>
                </a:lnTo>
                <a:lnTo>
                  <a:pt x="799647" y="127789"/>
                </a:lnTo>
                <a:lnTo>
                  <a:pt x="800512" y="128058"/>
                </a:lnTo>
                <a:lnTo>
                  <a:pt x="801400" y="128295"/>
                </a:lnTo>
                <a:lnTo>
                  <a:pt x="802313" y="128501"/>
                </a:lnTo>
                <a:lnTo>
                  <a:pt x="803249" y="128675"/>
                </a:lnTo>
                <a:lnTo>
                  <a:pt x="804209" y="128817"/>
                </a:lnTo>
                <a:lnTo>
                  <a:pt x="805193" y="128928"/>
                </a:lnTo>
                <a:lnTo>
                  <a:pt x="806200" y="129007"/>
                </a:lnTo>
                <a:lnTo>
                  <a:pt x="807231" y="129054"/>
                </a:lnTo>
                <a:lnTo>
                  <a:pt x="808286" y="129070"/>
                </a:lnTo>
                <a:lnTo>
                  <a:pt x="810268" y="129018"/>
                </a:lnTo>
                <a:lnTo>
                  <a:pt x="812266" y="128863"/>
                </a:lnTo>
                <a:lnTo>
                  <a:pt x="814281" y="128605"/>
                </a:lnTo>
                <a:lnTo>
                  <a:pt x="816314" y="128243"/>
                </a:lnTo>
                <a:lnTo>
                  <a:pt x="818364" y="127778"/>
                </a:lnTo>
                <a:lnTo>
                  <a:pt x="820430" y="127210"/>
                </a:lnTo>
                <a:lnTo>
                  <a:pt x="822514" y="126538"/>
                </a:lnTo>
                <a:lnTo>
                  <a:pt x="824615" y="125763"/>
                </a:lnTo>
                <a:lnTo>
                  <a:pt x="826733" y="124884"/>
                </a:lnTo>
                <a:lnTo>
                  <a:pt x="828867" y="123902"/>
                </a:lnTo>
                <a:lnTo>
                  <a:pt x="831019" y="122817"/>
                </a:lnTo>
                <a:lnTo>
                  <a:pt x="833188" y="121628"/>
                </a:lnTo>
                <a:lnTo>
                  <a:pt x="833188" y="136041"/>
                </a:lnTo>
                <a:close/>
                <a:moveTo>
                  <a:pt x="1053851" y="70498"/>
                </a:moveTo>
                <a:lnTo>
                  <a:pt x="1053851" y="84176"/>
                </a:lnTo>
                <a:lnTo>
                  <a:pt x="958627" y="84176"/>
                </a:lnTo>
                <a:lnTo>
                  <a:pt x="958627" y="70498"/>
                </a:lnTo>
                <a:lnTo>
                  <a:pt x="1053851" y="70498"/>
                </a:lnTo>
                <a:moveTo>
                  <a:pt x="1053851" y="101187"/>
                </a:moveTo>
                <a:lnTo>
                  <a:pt x="1053851" y="114865"/>
                </a:lnTo>
                <a:lnTo>
                  <a:pt x="958627" y="114865"/>
                </a:lnTo>
                <a:lnTo>
                  <a:pt x="958627" y="101187"/>
                </a:lnTo>
                <a:lnTo>
                  <a:pt x="1053851" y="101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" name="Original vector context 16">
            <a:extLst xmlns:a="http://schemas.openxmlformats.org/drawingml/2006/main">
              <a:ext uri="{FF2B5EF4-FFF2-40B4-BE49-F238E27FC236}">
                <a16:creationId xmlns:a16="http://schemas.microsoft.com/office/drawing/2014/main" id="{456DC3EB-9C95-4AD7-B6BC-4FCECFE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25" y="1802116"/>
            <a:ext cx="1160574" cy="133630"/>
          </a:xfrm>
          <a:custGeom xmlns:a="http://schemas.openxmlformats.org/drawingml/2006/main">
            <a:pathLst>
              <a:path w="1160574" h="133630">
                <a:moveTo>
                  <a:pt x="87070" y="125344"/>
                </a:moveTo>
                <a:lnTo>
                  <a:pt x="85199" y="126126"/>
                </a:lnTo>
                <a:lnTo>
                  <a:pt x="83416" y="126853"/>
                </a:lnTo>
                <a:lnTo>
                  <a:pt x="81721" y="127526"/>
                </a:lnTo>
                <a:lnTo>
                  <a:pt x="80114" y="128144"/>
                </a:lnTo>
                <a:lnTo>
                  <a:pt x="78594" y="128708"/>
                </a:lnTo>
                <a:lnTo>
                  <a:pt x="77161" y="129217"/>
                </a:lnTo>
                <a:lnTo>
                  <a:pt x="75817" y="129671"/>
                </a:lnTo>
                <a:lnTo>
                  <a:pt x="74560" y="130071"/>
                </a:lnTo>
                <a:lnTo>
                  <a:pt x="73391" y="130417"/>
                </a:lnTo>
                <a:lnTo>
                  <a:pt x="72310" y="130707"/>
                </a:lnTo>
                <a:lnTo>
                  <a:pt x="71316" y="130944"/>
                </a:lnTo>
                <a:lnTo>
                  <a:pt x="70410" y="131125"/>
                </a:lnTo>
                <a:lnTo>
                  <a:pt x="69550" y="131273"/>
                </a:lnTo>
                <a:lnTo>
                  <a:pt x="68695" y="131408"/>
                </a:lnTo>
                <a:lnTo>
                  <a:pt x="67845" y="131530"/>
                </a:lnTo>
                <a:lnTo>
                  <a:pt x="67000" y="131640"/>
                </a:lnTo>
                <a:lnTo>
                  <a:pt x="66160" y="131736"/>
                </a:lnTo>
                <a:lnTo>
                  <a:pt x="65324" y="131820"/>
                </a:lnTo>
                <a:lnTo>
                  <a:pt x="64494" y="131891"/>
                </a:lnTo>
                <a:lnTo>
                  <a:pt x="63668" y="131948"/>
                </a:lnTo>
                <a:lnTo>
                  <a:pt x="62847" y="131993"/>
                </a:lnTo>
                <a:lnTo>
                  <a:pt x="62031" y="132026"/>
                </a:lnTo>
                <a:lnTo>
                  <a:pt x="61220" y="132045"/>
                </a:lnTo>
                <a:lnTo>
                  <a:pt x="60414" y="132051"/>
                </a:lnTo>
                <a:lnTo>
                  <a:pt x="58716" y="132024"/>
                </a:lnTo>
                <a:lnTo>
                  <a:pt x="57043" y="131942"/>
                </a:lnTo>
                <a:lnTo>
                  <a:pt x="55394" y="131805"/>
                </a:lnTo>
                <a:lnTo>
                  <a:pt x="53769" y="131613"/>
                </a:lnTo>
                <a:lnTo>
                  <a:pt x="52169" y="131366"/>
                </a:lnTo>
                <a:lnTo>
                  <a:pt x="50593" y="131065"/>
                </a:lnTo>
                <a:lnTo>
                  <a:pt x="49042" y="130709"/>
                </a:lnTo>
                <a:lnTo>
                  <a:pt x="47515" y="130298"/>
                </a:lnTo>
                <a:lnTo>
                  <a:pt x="46012" y="129832"/>
                </a:lnTo>
                <a:lnTo>
                  <a:pt x="44533" y="129311"/>
                </a:lnTo>
                <a:lnTo>
                  <a:pt x="43079" y="128736"/>
                </a:lnTo>
                <a:lnTo>
                  <a:pt x="41650" y="128106"/>
                </a:lnTo>
                <a:lnTo>
                  <a:pt x="40261" y="127422"/>
                </a:lnTo>
                <a:lnTo>
                  <a:pt x="38930" y="126686"/>
                </a:lnTo>
                <a:lnTo>
                  <a:pt x="37657" y="125897"/>
                </a:lnTo>
                <a:lnTo>
                  <a:pt x="36442" y="125056"/>
                </a:lnTo>
                <a:lnTo>
                  <a:pt x="35285" y="124163"/>
                </a:lnTo>
                <a:lnTo>
                  <a:pt x="34186" y="123217"/>
                </a:lnTo>
                <a:lnTo>
                  <a:pt x="33144" y="122219"/>
                </a:lnTo>
                <a:lnTo>
                  <a:pt x="32160" y="121169"/>
                </a:lnTo>
                <a:lnTo>
                  <a:pt x="31235" y="120066"/>
                </a:lnTo>
                <a:lnTo>
                  <a:pt x="30367" y="118911"/>
                </a:lnTo>
                <a:lnTo>
                  <a:pt x="29556" y="117704"/>
                </a:lnTo>
                <a:lnTo>
                  <a:pt x="28804" y="116444"/>
                </a:lnTo>
                <a:lnTo>
                  <a:pt x="28111" y="115099"/>
                </a:lnTo>
                <a:lnTo>
                  <a:pt x="27478" y="113638"/>
                </a:lnTo>
                <a:lnTo>
                  <a:pt x="26905" y="112060"/>
                </a:lnTo>
                <a:lnTo>
                  <a:pt x="26393" y="110364"/>
                </a:lnTo>
                <a:lnTo>
                  <a:pt x="25941" y="108552"/>
                </a:lnTo>
                <a:lnTo>
                  <a:pt x="25549" y="106623"/>
                </a:lnTo>
                <a:lnTo>
                  <a:pt x="25217" y="104577"/>
                </a:lnTo>
                <a:lnTo>
                  <a:pt x="24946" y="102414"/>
                </a:lnTo>
                <a:lnTo>
                  <a:pt x="24735" y="100135"/>
                </a:lnTo>
                <a:lnTo>
                  <a:pt x="24584" y="97738"/>
                </a:lnTo>
                <a:lnTo>
                  <a:pt x="24494" y="95224"/>
                </a:lnTo>
                <a:lnTo>
                  <a:pt x="24464" y="92594"/>
                </a:lnTo>
                <a:lnTo>
                  <a:pt x="24464" y="53136"/>
                </a:lnTo>
                <a:lnTo>
                  <a:pt x="0" y="53136"/>
                </a:lnTo>
                <a:lnTo>
                  <a:pt x="0" y="39458"/>
                </a:lnTo>
                <a:lnTo>
                  <a:pt x="24464" y="39458"/>
                </a:lnTo>
                <a:lnTo>
                  <a:pt x="24464" y="0"/>
                </a:lnTo>
                <a:lnTo>
                  <a:pt x="40773" y="0"/>
                </a:lnTo>
                <a:lnTo>
                  <a:pt x="40773" y="39458"/>
                </a:lnTo>
                <a:lnTo>
                  <a:pt x="84352" y="39458"/>
                </a:lnTo>
                <a:lnTo>
                  <a:pt x="84352" y="53136"/>
                </a:lnTo>
                <a:lnTo>
                  <a:pt x="40773" y="53136"/>
                </a:lnTo>
                <a:lnTo>
                  <a:pt x="40773" y="92279"/>
                </a:lnTo>
                <a:lnTo>
                  <a:pt x="40792" y="94200"/>
                </a:lnTo>
                <a:lnTo>
                  <a:pt x="40851" y="96026"/>
                </a:lnTo>
                <a:lnTo>
                  <a:pt x="40948" y="97754"/>
                </a:lnTo>
                <a:lnTo>
                  <a:pt x="41085" y="99386"/>
                </a:lnTo>
                <a:lnTo>
                  <a:pt x="41260" y="100921"/>
                </a:lnTo>
                <a:lnTo>
                  <a:pt x="41474" y="102360"/>
                </a:lnTo>
                <a:lnTo>
                  <a:pt x="41728" y="103701"/>
                </a:lnTo>
                <a:lnTo>
                  <a:pt x="42020" y="104947"/>
                </a:lnTo>
                <a:lnTo>
                  <a:pt x="42351" y="106095"/>
                </a:lnTo>
                <a:lnTo>
                  <a:pt x="42721" y="107147"/>
                </a:lnTo>
                <a:lnTo>
                  <a:pt x="43131" y="108102"/>
                </a:lnTo>
                <a:lnTo>
                  <a:pt x="43579" y="108960"/>
                </a:lnTo>
                <a:lnTo>
                  <a:pt x="44059" y="109752"/>
                </a:lnTo>
                <a:lnTo>
                  <a:pt x="44566" y="110508"/>
                </a:lnTo>
                <a:lnTo>
                  <a:pt x="45099" y="111228"/>
                </a:lnTo>
                <a:lnTo>
                  <a:pt x="45659" y="111912"/>
                </a:lnTo>
                <a:lnTo>
                  <a:pt x="46244" y="112561"/>
                </a:lnTo>
                <a:lnTo>
                  <a:pt x="46856" y="113173"/>
                </a:lnTo>
                <a:lnTo>
                  <a:pt x="47494" y="113750"/>
                </a:lnTo>
                <a:lnTo>
                  <a:pt x="48158" y="114291"/>
                </a:lnTo>
                <a:lnTo>
                  <a:pt x="48848" y="114796"/>
                </a:lnTo>
                <a:lnTo>
                  <a:pt x="49564" y="115265"/>
                </a:lnTo>
                <a:lnTo>
                  <a:pt x="50307" y="115698"/>
                </a:lnTo>
                <a:lnTo>
                  <a:pt x="51076" y="116096"/>
                </a:lnTo>
                <a:lnTo>
                  <a:pt x="51869" y="116459"/>
                </a:lnTo>
                <a:lnTo>
                  <a:pt x="52687" y="116791"/>
                </a:lnTo>
                <a:lnTo>
                  <a:pt x="53528" y="117092"/>
                </a:lnTo>
                <a:lnTo>
                  <a:pt x="54393" y="117361"/>
                </a:lnTo>
                <a:lnTo>
                  <a:pt x="55282" y="117598"/>
                </a:lnTo>
                <a:lnTo>
                  <a:pt x="56194" y="117803"/>
                </a:lnTo>
                <a:lnTo>
                  <a:pt x="57130" y="117977"/>
                </a:lnTo>
                <a:lnTo>
                  <a:pt x="58090" y="118120"/>
                </a:lnTo>
                <a:lnTo>
                  <a:pt x="59074" y="118230"/>
                </a:lnTo>
                <a:lnTo>
                  <a:pt x="60081" y="118309"/>
                </a:lnTo>
                <a:lnTo>
                  <a:pt x="61113" y="118357"/>
                </a:lnTo>
                <a:lnTo>
                  <a:pt x="62168" y="118373"/>
                </a:lnTo>
                <a:lnTo>
                  <a:pt x="64149" y="118321"/>
                </a:lnTo>
                <a:lnTo>
                  <a:pt x="66147" y="118166"/>
                </a:lnTo>
                <a:lnTo>
                  <a:pt x="68163" y="117908"/>
                </a:lnTo>
                <a:lnTo>
                  <a:pt x="70196" y="117546"/>
                </a:lnTo>
                <a:lnTo>
                  <a:pt x="72245" y="117081"/>
                </a:lnTo>
                <a:lnTo>
                  <a:pt x="74312" y="116512"/>
                </a:lnTo>
                <a:lnTo>
                  <a:pt x="76395" y="115840"/>
                </a:lnTo>
                <a:lnTo>
                  <a:pt x="78496" y="115065"/>
                </a:lnTo>
                <a:lnTo>
                  <a:pt x="80614" y="114187"/>
                </a:lnTo>
                <a:lnTo>
                  <a:pt x="82749" y="113205"/>
                </a:lnTo>
                <a:lnTo>
                  <a:pt x="84901" y="112119"/>
                </a:lnTo>
                <a:lnTo>
                  <a:pt x="87070" y="110931"/>
                </a:lnTo>
                <a:lnTo>
                  <a:pt x="87070" y="125344"/>
                </a:lnTo>
                <a:close/>
                <a:moveTo>
                  <a:pt x="193982" y="122757"/>
                </a:moveTo>
                <a:lnTo>
                  <a:pt x="190737" y="124241"/>
                </a:lnTo>
                <a:lnTo>
                  <a:pt x="187522" y="125597"/>
                </a:lnTo>
                <a:lnTo>
                  <a:pt x="184336" y="126823"/>
                </a:lnTo>
                <a:lnTo>
                  <a:pt x="181180" y="127920"/>
                </a:lnTo>
                <a:lnTo>
                  <a:pt x="178052" y="128889"/>
                </a:lnTo>
                <a:lnTo>
                  <a:pt x="174954" y="129728"/>
                </a:lnTo>
                <a:lnTo>
                  <a:pt x="171885" y="130438"/>
                </a:lnTo>
                <a:lnTo>
                  <a:pt x="168846" y="131019"/>
                </a:lnTo>
                <a:lnTo>
                  <a:pt x="165835" y="131470"/>
                </a:lnTo>
                <a:lnTo>
                  <a:pt x="162854" y="131793"/>
                </a:lnTo>
                <a:lnTo>
                  <a:pt x="159902" y="131987"/>
                </a:lnTo>
                <a:lnTo>
                  <a:pt x="156979" y="132051"/>
                </a:lnTo>
                <a:lnTo>
                  <a:pt x="154792" y="132006"/>
                </a:lnTo>
                <a:lnTo>
                  <a:pt x="152644" y="131869"/>
                </a:lnTo>
                <a:lnTo>
                  <a:pt x="150534" y="131641"/>
                </a:lnTo>
                <a:lnTo>
                  <a:pt x="148464" y="131322"/>
                </a:lnTo>
                <a:lnTo>
                  <a:pt x="146433" y="130912"/>
                </a:lnTo>
                <a:lnTo>
                  <a:pt x="144440" y="130410"/>
                </a:lnTo>
                <a:lnTo>
                  <a:pt x="142487" y="129817"/>
                </a:lnTo>
                <a:lnTo>
                  <a:pt x="140573" y="129133"/>
                </a:lnTo>
                <a:lnTo>
                  <a:pt x="138697" y="128358"/>
                </a:lnTo>
                <a:lnTo>
                  <a:pt x="136861" y="127492"/>
                </a:lnTo>
                <a:lnTo>
                  <a:pt x="135063" y="126535"/>
                </a:lnTo>
                <a:lnTo>
                  <a:pt x="133305" y="125486"/>
                </a:lnTo>
                <a:lnTo>
                  <a:pt x="131594" y="124353"/>
                </a:lnTo>
                <a:lnTo>
                  <a:pt x="129942" y="123141"/>
                </a:lnTo>
                <a:lnTo>
                  <a:pt x="128348" y="121851"/>
                </a:lnTo>
                <a:lnTo>
                  <a:pt x="126811" y="120482"/>
                </a:lnTo>
                <a:lnTo>
                  <a:pt x="125332" y="119035"/>
                </a:lnTo>
                <a:lnTo>
                  <a:pt x="123912" y="117510"/>
                </a:lnTo>
                <a:lnTo>
                  <a:pt x="122548" y="115906"/>
                </a:lnTo>
                <a:lnTo>
                  <a:pt x="121243" y="114224"/>
                </a:lnTo>
                <a:lnTo>
                  <a:pt x="119996" y="112463"/>
                </a:lnTo>
                <a:lnTo>
                  <a:pt x="118806" y="110624"/>
                </a:lnTo>
                <a:lnTo>
                  <a:pt x="117675" y="108707"/>
                </a:lnTo>
                <a:lnTo>
                  <a:pt x="116601" y="106711"/>
                </a:lnTo>
                <a:lnTo>
                  <a:pt x="115600" y="104664"/>
                </a:lnTo>
                <a:lnTo>
                  <a:pt x="114685" y="102593"/>
                </a:lnTo>
                <a:lnTo>
                  <a:pt x="113858" y="100498"/>
                </a:lnTo>
                <a:lnTo>
                  <a:pt x="113118" y="98380"/>
                </a:lnTo>
                <a:lnTo>
                  <a:pt x="112465" y="96238"/>
                </a:lnTo>
                <a:lnTo>
                  <a:pt x="111899" y="94072"/>
                </a:lnTo>
                <a:lnTo>
                  <a:pt x="111420" y="91883"/>
                </a:lnTo>
                <a:lnTo>
                  <a:pt x="111028" y="89670"/>
                </a:lnTo>
                <a:lnTo>
                  <a:pt x="110723" y="87433"/>
                </a:lnTo>
                <a:lnTo>
                  <a:pt x="110506" y="85173"/>
                </a:lnTo>
                <a:lnTo>
                  <a:pt x="110375" y="82889"/>
                </a:lnTo>
                <a:lnTo>
                  <a:pt x="110332" y="80581"/>
                </a:lnTo>
                <a:lnTo>
                  <a:pt x="110373" y="78356"/>
                </a:lnTo>
                <a:lnTo>
                  <a:pt x="110497" y="76146"/>
                </a:lnTo>
                <a:lnTo>
                  <a:pt x="110704" y="73950"/>
                </a:lnTo>
                <a:lnTo>
                  <a:pt x="110994" y="71769"/>
                </a:lnTo>
                <a:lnTo>
                  <a:pt x="111367" y="69602"/>
                </a:lnTo>
                <a:lnTo>
                  <a:pt x="111822" y="67451"/>
                </a:lnTo>
                <a:lnTo>
                  <a:pt x="112360" y="65313"/>
                </a:lnTo>
                <a:lnTo>
                  <a:pt x="112982" y="63191"/>
                </a:lnTo>
                <a:lnTo>
                  <a:pt x="113685" y="61083"/>
                </a:lnTo>
                <a:lnTo>
                  <a:pt x="114472" y="58989"/>
                </a:lnTo>
                <a:lnTo>
                  <a:pt x="115342" y="56910"/>
                </a:lnTo>
                <a:lnTo>
                  <a:pt x="116294" y="54846"/>
                </a:lnTo>
                <a:lnTo>
                  <a:pt x="117321" y="52827"/>
                </a:lnTo>
                <a:lnTo>
                  <a:pt x="118413" y="50883"/>
                </a:lnTo>
                <a:lnTo>
                  <a:pt x="119571" y="49016"/>
                </a:lnTo>
                <a:lnTo>
                  <a:pt x="120795" y="47225"/>
                </a:lnTo>
                <a:lnTo>
                  <a:pt x="122085" y="45510"/>
                </a:lnTo>
                <a:lnTo>
                  <a:pt x="123440" y="43871"/>
                </a:lnTo>
                <a:lnTo>
                  <a:pt x="124861" y="42307"/>
                </a:lnTo>
                <a:lnTo>
                  <a:pt x="126348" y="40820"/>
                </a:lnTo>
                <a:lnTo>
                  <a:pt x="127901" y="39409"/>
                </a:lnTo>
                <a:lnTo>
                  <a:pt x="129520" y="38074"/>
                </a:lnTo>
                <a:lnTo>
                  <a:pt x="131204" y="36815"/>
                </a:lnTo>
                <a:lnTo>
                  <a:pt x="132954" y="35632"/>
                </a:lnTo>
                <a:lnTo>
                  <a:pt x="134754" y="34535"/>
                </a:lnTo>
                <a:lnTo>
                  <a:pt x="136588" y="33533"/>
                </a:lnTo>
                <a:lnTo>
                  <a:pt x="138456" y="32626"/>
                </a:lnTo>
                <a:lnTo>
                  <a:pt x="140358" y="31814"/>
                </a:lnTo>
                <a:lnTo>
                  <a:pt x="142295" y="31099"/>
                </a:lnTo>
                <a:lnTo>
                  <a:pt x="144265" y="30478"/>
                </a:lnTo>
                <a:lnTo>
                  <a:pt x="146270" y="29953"/>
                </a:lnTo>
                <a:lnTo>
                  <a:pt x="148308" y="29524"/>
                </a:lnTo>
                <a:lnTo>
                  <a:pt x="150381" y="29190"/>
                </a:lnTo>
                <a:lnTo>
                  <a:pt x="152488" y="28951"/>
                </a:lnTo>
                <a:lnTo>
                  <a:pt x="154629" y="28808"/>
                </a:lnTo>
                <a:lnTo>
                  <a:pt x="156804" y="28760"/>
                </a:lnTo>
                <a:lnTo>
                  <a:pt x="159664" y="28846"/>
                </a:lnTo>
                <a:lnTo>
                  <a:pt x="162429" y="29105"/>
                </a:lnTo>
                <a:lnTo>
                  <a:pt x="165098" y="29536"/>
                </a:lnTo>
                <a:lnTo>
                  <a:pt x="167672" y="30139"/>
                </a:lnTo>
                <a:lnTo>
                  <a:pt x="170150" y="30915"/>
                </a:lnTo>
                <a:lnTo>
                  <a:pt x="172532" y="31863"/>
                </a:lnTo>
                <a:lnTo>
                  <a:pt x="174819" y="32984"/>
                </a:lnTo>
                <a:lnTo>
                  <a:pt x="177010" y="34277"/>
                </a:lnTo>
                <a:lnTo>
                  <a:pt x="179106" y="35742"/>
                </a:lnTo>
                <a:lnTo>
                  <a:pt x="181106" y="37380"/>
                </a:lnTo>
                <a:lnTo>
                  <a:pt x="183010" y="39190"/>
                </a:lnTo>
                <a:lnTo>
                  <a:pt x="184819" y="41173"/>
                </a:lnTo>
                <a:lnTo>
                  <a:pt x="186506" y="43335"/>
                </a:lnTo>
                <a:lnTo>
                  <a:pt x="188047" y="45683"/>
                </a:lnTo>
                <a:lnTo>
                  <a:pt x="189441" y="48219"/>
                </a:lnTo>
                <a:lnTo>
                  <a:pt x="190689" y="50942"/>
                </a:lnTo>
                <a:lnTo>
                  <a:pt x="191789" y="53851"/>
                </a:lnTo>
                <a:lnTo>
                  <a:pt x="192743" y="56948"/>
                </a:lnTo>
                <a:lnTo>
                  <a:pt x="193550" y="60231"/>
                </a:lnTo>
                <a:lnTo>
                  <a:pt x="194211" y="63701"/>
                </a:lnTo>
                <a:lnTo>
                  <a:pt x="194724" y="67359"/>
                </a:lnTo>
                <a:lnTo>
                  <a:pt x="195091" y="71203"/>
                </a:lnTo>
                <a:lnTo>
                  <a:pt x="195311" y="75234"/>
                </a:lnTo>
                <a:lnTo>
                  <a:pt x="195385" y="79452"/>
                </a:lnTo>
                <a:lnTo>
                  <a:pt x="195385" y="82949"/>
                </a:lnTo>
                <a:lnTo>
                  <a:pt x="127868" y="82949"/>
                </a:lnTo>
                <a:lnTo>
                  <a:pt x="127898" y="84632"/>
                </a:lnTo>
                <a:lnTo>
                  <a:pt x="127986" y="86290"/>
                </a:lnTo>
                <a:lnTo>
                  <a:pt x="128134" y="87925"/>
                </a:lnTo>
                <a:lnTo>
                  <a:pt x="128341" y="89535"/>
                </a:lnTo>
                <a:lnTo>
                  <a:pt x="128607" y="91120"/>
                </a:lnTo>
                <a:lnTo>
                  <a:pt x="128931" y="92681"/>
                </a:lnTo>
                <a:lnTo>
                  <a:pt x="129315" y="94218"/>
                </a:lnTo>
                <a:lnTo>
                  <a:pt x="129758" y="95731"/>
                </a:lnTo>
                <a:lnTo>
                  <a:pt x="130260" y="97219"/>
                </a:lnTo>
                <a:lnTo>
                  <a:pt x="130821" y="98683"/>
                </a:lnTo>
                <a:lnTo>
                  <a:pt x="131442" y="100122"/>
                </a:lnTo>
                <a:lnTo>
                  <a:pt x="132121" y="101538"/>
                </a:lnTo>
                <a:lnTo>
                  <a:pt x="132848" y="102911"/>
                </a:lnTo>
                <a:lnTo>
                  <a:pt x="133613" y="104226"/>
                </a:lnTo>
                <a:lnTo>
                  <a:pt x="134414" y="105483"/>
                </a:lnTo>
                <a:lnTo>
                  <a:pt x="135253" y="106682"/>
                </a:lnTo>
                <a:lnTo>
                  <a:pt x="136129" y="107821"/>
                </a:lnTo>
                <a:lnTo>
                  <a:pt x="137042" y="108903"/>
                </a:lnTo>
                <a:lnTo>
                  <a:pt x="137992" y="109926"/>
                </a:lnTo>
                <a:lnTo>
                  <a:pt x="138980" y="110890"/>
                </a:lnTo>
                <a:lnTo>
                  <a:pt x="140004" y="111796"/>
                </a:lnTo>
                <a:lnTo>
                  <a:pt x="141066" y="112644"/>
                </a:lnTo>
                <a:lnTo>
                  <a:pt x="142165" y="113433"/>
                </a:lnTo>
                <a:lnTo>
                  <a:pt x="143301" y="114164"/>
                </a:lnTo>
                <a:lnTo>
                  <a:pt x="144468" y="114836"/>
                </a:lnTo>
                <a:lnTo>
                  <a:pt x="145663" y="115450"/>
                </a:lnTo>
                <a:lnTo>
                  <a:pt x="146885" y="116005"/>
                </a:lnTo>
                <a:lnTo>
                  <a:pt x="148133" y="116502"/>
                </a:lnTo>
                <a:lnTo>
                  <a:pt x="149408" y="116941"/>
                </a:lnTo>
                <a:lnTo>
                  <a:pt x="150710" y="117321"/>
                </a:lnTo>
                <a:lnTo>
                  <a:pt x="152038" y="117642"/>
                </a:lnTo>
                <a:lnTo>
                  <a:pt x="153394" y="117905"/>
                </a:lnTo>
                <a:lnTo>
                  <a:pt x="154776" y="118110"/>
                </a:lnTo>
                <a:lnTo>
                  <a:pt x="156185" y="118256"/>
                </a:lnTo>
                <a:lnTo>
                  <a:pt x="157621" y="118344"/>
                </a:lnTo>
                <a:lnTo>
                  <a:pt x="159084" y="118373"/>
                </a:lnTo>
                <a:lnTo>
                  <a:pt x="161737" y="118300"/>
                </a:lnTo>
                <a:lnTo>
                  <a:pt x="164437" y="118080"/>
                </a:lnTo>
                <a:lnTo>
                  <a:pt x="167183" y="117715"/>
                </a:lnTo>
                <a:lnTo>
                  <a:pt x="169976" y="117204"/>
                </a:lnTo>
                <a:lnTo>
                  <a:pt x="172815" y="116546"/>
                </a:lnTo>
                <a:lnTo>
                  <a:pt x="175700" y="115742"/>
                </a:lnTo>
                <a:lnTo>
                  <a:pt x="178631" y="114792"/>
                </a:lnTo>
                <a:lnTo>
                  <a:pt x="181608" y="113696"/>
                </a:lnTo>
                <a:lnTo>
                  <a:pt x="184632" y="112454"/>
                </a:lnTo>
                <a:lnTo>
                  <a:pt x="187703" y="111066"/>
                </a:lnTo>
                <a:lnTo>
                  <a:pt x="190819" y="109531"/>
                </a:lnTo>
                <a:lnTo>
                  <a:pt x="193982" y="107851"/>
                </a:lnTo>
                <a:lnTo>
                  <a:pt x="193982" y="122757"/>
                </a:lnTo>
                <a:moveTo>
                  <a:pt x="128833" y="70673"/>
                </a:moveTo>
                <a:lnTo>
                  <a:pt x="177672" y="70673"/>
                </a:lnTo>
                <a:lnTo>
                  <a:pt x="177672" y="68336"/>
                </a:lnTo>
                <a:lnTo>
                  <a:pt x="177632" y="66391"/>
                </a:lnTo>
                <a:lnTo>
                  <a:pt x="177509" y="64515"/>
                </a:lnTo>
                <a:lnTo>
                  <a:pt x="177305" y="62705"/>
                </a:lnTo>
                <a:lnTo>
                  <a:pt x="177020" y="60963"/>
                </a:lnTo>
                <a:lnTo>
                  <a:pt x="176653" y="59289"/>
                </a:lnTo>
                <a:lnTo>
                  <a:pt x="176204" y="57681"/>
                </a:lnTo>
                <a:lnTo>
                  <a:pt x="175673" y="56142"/>
                </a:lnTo>
                <a:lnTo>
                  <a:pt x="175061" y="54669"/>
                </a:lnTo>
                <a:lnTo>
                  <a:pt x="174368" y="53264"/>
                </a:lnTo>
                <a:lnTo>
                  <a:pt x="173593" y="51927"/>
                </a:lnTo>
                <a:lnTo>
                  <a:pt x="172736" y="50656"/>
                </a:lnTo>
                <a:lnTo>
                  <a:pt x="171798" y="49453"/>
                </a:lnTo>
                <a:lnTo>
                  <a:pt x="170791" y="48333"/>
                </a:lnTo>
                <a:lnTo>
                  <a:pt x="169730" y="47310"/>
                </a:lnTo>
                <a:lnTo>
                  <a:pt x="168614" y="46385"/>
                </a:lnTo>
                <a:lnTo>
                  <a:pt x="167443" y="45556"/>
                </a:lnTo>
                <a:lnTo>
                  <a:pt x="166217" y="44826"/>
                </a:lnTo>
                <a:lnTo>
                  <a:pt x="164936" y="44192"/>
                </a:lnTo>
                <a:lnTo>
                  <a:pt x="163601" y="43657"/>
                </a:lnTo>
                <a:lnTo>
                  <a:pt x="162211" y="43218"/>
                </a:lnTo>
                <a:lnTo>
                  <a:pt x="160766" y="42877"/>
                </a:lnTo>
                <a:lnTo>
                  <a:pt x="159266" y="42634"/>
                </a:lnTo>
                <a:lnTo>
                  <a:pt x="157712" y="42488"/>
                </a:lnTo>
                <a:lnTo>
                  <a:pt x="156102" y="42439"/>
                </a:lnTo>
                <a:lnTo>
                  <a:pt x="154470" y="42488"/>
                </a:lnTo>
                <a:lnTo>
                  <a:pt x="152874" y="42637"/>
                </a:lnTo>
                <a:lnTo>
                  <a:pt x="151315" y="42885"/>
                </a:lnTo>
                <a:lnTo>
                  <a:pt x="149794" y="43233"/>
                </a:lnTo>
                <a:lnTo>
                  <a:pt x="148310" y="43679"/>
                </a:lnTo>
                <a:lnTo>
                  <a:pt x="146863" y="44225"/>
                </a:lnTo>
                <a:lnTo>
                  <a:pt x="145453" y="44871"/>
                </a:lnTo>
                <a:lnTo>
                  <a:pt x="144080" y="45615"/>
                </a:lnTo>
                <a:lnTo>
                  <a:pt x="142744" y="46459"/>
                </a:lnTo>
                <a:lnTo>
                  <a:pt x="141446" y="47401"/>
                </a:lnTo>
                <a:lnTo>
                  <a:pt x="140184" y="48444"/>
                </a:lnTo>
                <a:lnTo>
                  <a:pt x="138960" y="49585"/>
                </a:lnTo>
                <a:lnTo>
                  <a:pt x="137785" y="50823"/>
                </a:lnTo>
                <a:lnTo>
                  <a:pt x="136669" y="52155"/>
                </a:lnTo>
                <a:lnTo>
                  <a:pt x="135615" y="53582"/>
                </a:lnTo>
                <a:lnTo>
                  <a:pt x="134620" y="55103"/>
                </a:lnTo>
                <a:lnTo>
                  <a:pt x="133685" y="56719"/>
                </a:lnTo>
                <a:lnTo>
                  <a:pt x="132811" y="58429"/>
                </a:lnTo>
                <a:lnTo>
                  <a:pt x="131998" y="60233"/>
                </a:lnTo>
                <a:lnTo>
                  <a:pt x="131244" y="62132"/>
                </a:lnTo>
                <a:lnTo>
                  <a:pt x="130551" y="64126"/>
                </a:lnTo>
                <a:lnTo>
                  <a:pt x="129918" y="66214"/>
                </a:lnTo>
                <a:lnTo>
                  <a:pt x="129345" y="68396"/>
                </a:lnTo>
                <a:lnTo>
                  <a:pt x="128833" y="70673"/>
                </a:lnTo>
                <a:close/>
                <a:moveTo>
                  <a:pt x="219874" y="129421"/>
                </a:moveTo>
                <a:lnTo>
                  <a:pt x="219874" y="31391"/>
                </a:lnTo>
                <a:lnTo>
                  <a:pt x="236183" y="31391"/>
                </a:lnTo>
                <a:lnTo>
                  <a:pt x="236183" y="52953"/>
                </a:lnTo>
                <a:lnTo>
                  <a:pt x="237373" y="51095"/>
                </a:lnTo>
                <a:lnTo>
                  <a:pt x="238602" y="49306"/>
                </a:lnTo>
                <a:lnTo>
                  <a:pt x="239872" y="47586"/>
                </a:lnTo>
                <a:lnTo>
                  <a:pt x="241181" y="45934"/>
                </a:lnTo>
                <a:lnTo>
                  <a:pt x="242531" y="44350"/>
                </a:lnTo>
                <a:lnTo>
                  <a:pt x="243921" y="42835"/>
                </a:lnTo>
                <a:lnTo>
                  <a:pt x="245352" y="41389"/>
                </a:lnTo>
                <a:lnTo>
                  <a:pt x="246822" y="40011"/>
                </a:lnTo>
                <a:lnTo>
                  <a:pt x="248333" y="38701"/>
                </a:lnTo>
                <a:lnTo>
                  <a:pt x="249884" y="37460"/>
                </a:lnTo>
                <a:lnTo>
                  <a:pt x="251475" y="36287"/>
                </a:lnTo>
                <a:lnTo>
                  <a:pt x="253106" y="35183"/>
                </a:lnTo>
                <a:lnTo>
                  <a:pt x="254758" y="34157"/>
                </a:lnTo>
                <a:lnTo>
                  <a:pt x="256409" y="33220"/>
                </a:lnTo>
                <a:lnTo>
                  <a:pt x="258060" y="32373"/>
                </a:lnTo>
                <a:lnTo>
                  <a:pt x="259712" y="31615"/>
                </a:lnTo>
                <a:lnTo>
                  <a:pt x="261363" y="30946"/>
                </a:lnTo>
                <a:lnTo>
                  <a:pt x="263014" y="30366"/>
                </a:lnTo>
                <a:lnTo>
                  <a:pt x="264666" y="29875"/>
                </a:lnTo>
                <a:lnTo>
                  <a:pt x="266317" y="29474"/>
                </a:lnTo>
                <a:lnTo>
                  <a:pt x="267969" y="29162"/>
                </a:lnTo>
                <a:lnTo>
                  <a:pt x="269620" y="28939"/>
                </a:lnTo>
                <a:lnTo>
                  <a:pt x="271271" y="28805"/>
                </a:lnTo>
                <a:lnTo>
                  <a:pt x="272923" y="28760"/>
                </a:lnTo>
                <a:lnTo>
                  <a:pt x="274359" y="28792"/>
                </a:lnTo>
                <a:lnTo>
                  <a:pt x="275772" y="28888"/>
                </a:lnTo>
                <a:lnTo>
                  <a:pt x="277164" y="29048"/>
                </a:lnTo>
                <a:lnTo>
                  <a:pt x="278534" y="29272"/>
                </a:lnTo>
                <a:lnTo>
                  <a:pt x="279883" y="29559"/>
                </a:lnTo>
                <a:lnTo>
                  <a:pt x="281209" y="29911"/>
                </a:lnTo>
                <a:lnTo>
                  <a:pt x="282513" y="30327"/>
                </a:lnTo>
                <a:lnTo>
                  <a:pt x="283795" y="30806"/>
                </a:lnTo>
                <a:lnTo>
                  <a:pt x="285056" y="31350"/>
                </a:lnTo>
                <a:lnTo>
                  <a:pt x="286294" y="31957"/>
                </a:lnTo>
                <a:lnTo>
                  <a:pt x="287511" y="32628"/>
                </a:lnTo>
                <a:lnTo>
                  <a:pt x="288706" y="33364"/>
                </a:lnTo>
                <a:lnTo>
                  <a:pt x="289860" y="34151"/>
                </a:lnTo>
                <a:lnTo>
                  <a:pt x="290955" y="34977"/>
                </a:lnTo>
                <a:lnTo>
                  <a:pt x="291991" y="35843"/>
                </a:lnTo>
                <a:lnTo>
                  <a:pt x="292968" y="36749"/>
                </a:lnTo>
                <a:lnTo>
                  <a:pt x="293886" y="37694"/>
                </a:lnTo>
                <a:lnTo>
                  <a:pt x="294745" y="38679"/>
                </a:lnTo>
                <a:lnTo>
                  <a:pt x="295545" y="39704"/>
                </a:lnTo>
                <a:lnTo>
                  <a:pt x="296286" y="40768"/>
                </a:lnTo>
                <a:lnTo>
                  <a:pt x="296967" y="41872"/>
                </a:lnTo>
                <a:lnTo>
                  <a:pt x="297590" y="43015"/>
                </a:lnTo>
                <a:lnTo>
                  <a:pt x="298153" y="44198"/>
                </a:lnTo>
                <a:lnTo>
                  <a:pt x="298658" y="45420"/>
                </a:lnTo>
                <a:lnTo>
                  <a:pt x="299113" y="46762"/>
                </a:lnTo>
                <a:lnTo>
                  <a:pt x="299529" y="48304"/>
                </a:lnTo>
                <a:lnTo>
                  <a:pt x="299905" y="50045"/>
                </a:lnTo>
                <a:lnTo>
                  <a:pt x="300241" y="51987"/>
                </a:lnTo>
                <a:lnTo>
                  <a:pt x="300538" y="54128"/>
                </a:lnTo>
                <a:lnTo>
                  <a:pt x="300795" y="56468"/>
                </a:lnTo>
                <a:lnTo>
                  <a:pt x="301013" y="59009"/>
                </a:lnTo>
                <a:lnTo>
                  <a:pt x="301191" y="61749"/>
                </a:lnTo>
                <a:lnTo>
                  <a:pt x="301329" y="64689"/>
                </a:lnTo>
                <a:lnTo>
                  <a:pt x="301428" y="67828"/>
                </a:lnTo>
                <a:lnTo>
                  <a:pt x="301488" y="71167"/>
                </a:lnTo>
                <a:lnTo>
                  <a:pt x="301508" y="74706"/>
                </a:lnTo>
                <a:lnTo>
                  <a:pt x="301508" y="129421"/>
                </a:lnTo>
                <a:lnTo>
                  <a:pt x="285198" y="129421"/>
                </a:lnTo>
                <a:lnTo>
                  <a:pt x="285198" y="72747"/>
                </a:lnTo>
                <a:lnTo>
                  <a:pt x="285189" y="70463"/>
                </a:lnTo>
                <a:lnTo>
                  <a:pt x="285161" y="68313"/>
                </a:lnTo>
                <a:lnTo>
                  <a:pt x="285113" y="66295"/>
                </a:lnTo>
                <a:lnTo>
                  <a:pt x="285047" y="64411"/>
                </a:lnTo>
                <a:lnTo>
                  <a:pt x="284962" y="62660"/>
                </a:lnTo>
                <a:lnTo>
                  <a:pt x="284859" y="61042"/>
                </a:lnTo>
                <a:lnTo>
                  <a:pt x="284736" y="59558"/>
                </a:lnTo>
                <a:lnTo>
                  <a:pt x="284594" y="58206"/>
                </a:lnTo>
                <a:lnTo>
                  <a:pt x="284434" y="56988"/>
                </a:lnTo>
                <a:lnTo>
                  <a:pt x="284255" y="55903"/>
                </a:lnTo>
                <a:lnTo>
                  <a:pt x="284056" y="54952"/>
                </a:lnTo>
                <a:lnTo>
                  <a:pt x="283839" y="54134"/>
                </a:lnTo>
                <a:lnTo>
                  <a:pt x="283597" y="53393"/>
                </a:lnTo>
                <a:lnTo>
                  <a:pt x="283323" y="52675"/>
                </a:lnTo>
                <a:lnTo>
                  <a:pt x="283017" y="51980"/>
                </a:lnTo>
                <a:lnTo>
                  <a:pt x="282680" y="51307"/>
                </a:lnTo>
                <a:lnTo>
                  <a:pt x="282311" y="50656"/>
                </a:lnTo>
                <a:lnTo>
                  <a:pt x="281910" y="50028"/>
                </a:lnTo>
                <a:lnTo>
                  <a:pt x="281478" y="49423"/>
                </a:lnTo>
                <a:lnTo>
                  <a:pt x="281014" y="48840"/>
                </a:lnTo>
                <a:lnTo>
                  <a:pt x="280518" y="48279"/>
                </a:lnTo>
                <a:lnTo>
                  <a:pt x="279991" y="47741"/>
                </a:lnTo>
                <a:lnTo>
                  <a:pt x="279432" y="47226"/>
                </a:lnTo>
                <a:lnTo>
                  <a:pt x="278841" y="46733"/>
                </a:lnTo>
                <a:lnTo>
                  <a:pt x="278230" y="46271"/>
                </a:lnTo>
                <a:lnTo>
                  <a:pt x="277610" y="45849"/>
                </a:lnTo>
                <a:lnTo>
                  <a:pt x="276981" y="45468"/>
                </a:lnTo>
                <a:lnTo>
                  <a:pt x="276342" y="45127"/>
                </a:lnTo>
                <a:lnTo>
                  <a:pt x="275695" y="44825"/>
                </a:lnTo>
                <a:lnTo>
                  <a:pt x="275038" y="44564"/>
                </a:lnTo>
                <a:lnTo>
                  <a:pt x="274372" y="44344"/>
                </a:lnTo>
                <a:lnTo>
                  <a:pt x="273697" y="44163"/>
                </a:lnTo>
                <a:lnTo>
                  <a:pt x="273013" y="44022"/>
                </a:lnTo>
                <a:lnTo>
                  <a:pt x="272320" y="43922"/>
                </a:lnTo>
                <a:lnTo>
                  <a:pt x="271618" y="43862"/>
                </a:lnTo>
                <a:lnTo>
                  <a:pt x="270906" y="43842"/>
                </a:lnTo>
                <a:lnTo>
                  <a:pt x="269465" y="43898"/>
                </a:lnTo>
                <a:lnTo>
                  <a:pt x="268006" y="44068"/>
                </a:lnTo>
                <a:lnTo>
                  <a:pt x="266530" y="44351"/>
                </a:lnTo>
                <a:lnTo>
                  <a:pt x="265036" y="44747"/>
                </a:lnTo>
                <a:lnTo>
                  <a:pt x="263524" y="45256"/>
                </a:lnTo>
                <a:lnTo>
                  <a:pt x="261995" y="45878"/>
                </a:lnTo>
                <a:lnTo>
                  <a:pt x="260448" y="46614"/>
                </a:lnTo>
                <a:lnTo>
                  <a:pt x="258884" y="47462"/>
                </a:lnTo>
                <a:lnTo>
                  <a:pt x="257301" y="48424"/>
                </a:lnTo>
                <a:lnTo>
                  <a:pt x="255701" y="49499"/>
                </a:lnTo>
                <a:lnTo>
                  <a:pt x="254084" y="50687"/>
                </a:lnTo>
                <a:lnTo>
                  <a:pt x="252449" y="51988"/>
                </a:lnTo>
                <a:lnTo>
                  <a:pt x="250829" y="53374"/>
                </a:lnTo>
                <a:lnTo>
                  <a:pt x="249257" y="54818"/>
                </a:lnTo>
                <a:lnTo>
                  <a:pt x="247733" y="56318"/>
                </a:lnTo>
                <a:lnTo>
                  <a:pt x="246257" y="57876"/>
                </a:lnTo>
                <a:lnTo>
                  <a:pt x="244830" y="59491"/>
                </a:lnTo>
                <a:lnTo>
                  <a:pt x="243450" y="61163"/>
                </a:lnTo>
                <a:lnTo>
                  <a:pt x="242119" y="62893"/>
                </a:lnTo>
                <a:lnTo>
                  <a:pt x="240835" y="64679"/>
                </a:lnTo>
                <a:lnTo>
                  <a:pt x="239600" y="66523"/>
                </a:lnTo>
                <a:lnTo>
                  <a:pt x="238413" y="68423"/>
                </a:lnTo>
                <a:lnTo>
                  <a:pt x="237274" y="70381"/>
                </a:lnTo>
                <a:lnTo>
                  <a:pt x="236183" y="72396"/>
                </a:lnTo>
                <a:lnTo>
                  <a:pt x="236183" y="129421"/>
                </a:lnTo>
                <a:lnTo>
                  <a:pt x="219874" y="129421"/>
                </a:lnTo>
                <a:close/>
                <a:moveTo>
                  <a:pt x="328364" y="124108"/>
                </a:moveTo>
                <a:lnTo>
                  <a:pt x="328364" y="106799"/>
                </a:lnTo>
                <a:lnTo>
                  <a:pt x="330009" y="107839"/>
                </a:lnTo>
                <a:lnTo>
                  <a:pt x="331670" y="108826"/>
                </a:lnTo>
                <a:lnTo>
                  <a:pt x="333346" y="109761"/>
                </a:lnTo>
                <a:lnTo>
                  <a:pt x="335038" y="110642"/>
                </a:lnTo>
                <a:lnTo>
                  <a:pt x="336746" y="111470"/>
                </a:lnTo>
                <a:lnTo>
                  <a:pt x="338470" y="112246"/>
                </a:lnTo>
                <a:lnTo>
                  <a:pt x="340210" y="112968"/>
                </a:lnTo>
                <a:lnTo>
                  <a:pt x="341965" y="113638"/>
                </a:lnTo>
                <a:lnTo>
                  <a:pt x="343737" y="114254"/>
                </a:lnTo>
                <a:lnTo>
                  <a:pt x="345524" y="114818"/>
                </a:lnTo>
                <a:lnTo>
                  <a:pt x="347327" y="115328"/>
                </a:lnTo>
                <a:lnTo>
                  <a:pt x="349145" y="115786"/>
                </a:lnTo>
                <a:lnTo>
                  <a:pt x="350949" y="116199"/>
                </a:lnTo>
                <a:lnTo>
                  <a:pt x="352706" y="116576"/>
                </a:lnTo>
                <a:lnTo>
                  <a:pt x="354417" y="116918"/>
                </a:lnTo>
                <a:lnTo>
                  <a:pt x="356082" y="117223"/>
                </a:lnTo>
                <a:lnTo>
                  <a:pt x="357701" y="117493"/>
                </a:lnTo>
                <a:lnTo>
                  <a:pt x="359273" y="117726"/>
                </a:lnTo>
                <a:lnTo>
                  <a:pt x="360799" y="117924"/>
                </a:lnTo>
                <a:lnTo>
                  <a:pt x="362279" y="118085"/>
                </a:lnTo>
                <a:lnTo>
                  <a:pt x="363712" y="118211"/>
                </a:lnTo>
                <a:lnTo>
                  <a:pt x="365099" y="118301"/>
                </a:lnTo>
                <a:lnTo>
                  <a:pt x="366440" y="118355"/>
                </a:lnTo>
                <a:lnTo>
                  <a:pt x="367734" y="118373"/>
                </a:lnTo>
                <a:lnTo>
                  <a:pt x="369747" y="118345"/>
                </a:lnTo>
                <a:lnTo>
                  <a:pt x="371663" y="118262"/>
                </a:lnTo>
                <a:lnTo>
                  <a:pt x="373483" y="118124"/>
                </a:lnTo>
                <a:lnTo>
                  <a:pt x="375207" y="117931"/>
                </a:lnTo>
                <a:lnTo>
                  <a:pt x="376835" y="117682"/>
                </a:lnTo>
                <a:lnTo>
                  <a:pt x="378366" y="117379"/>
                </a:lnTo>
                <a:lnTo>
                  <a:pt x="379801" y="117020"/>
                </a:lnTo>
                <a:lnTo>
                  <a:pt x="381140" y="116606"/>
                </a:lnTo>
                <a:lnTo>
                  <a:pt x="382383" y="116136"/>
                </a:lnTo>
                <a:lnTo>
                  <a:pt x="383530" y="115612"/>
                </a:lnTo>
                <a:lnTo>
                  <a:pt x="384580" y="115032"/>
                </a:lnTo>
                <a:lnTo>
                  <a:pt x="385534" y="114397"/>
                </a:lnTo>
                <a:lnTo>
                  <a:pt x="386402" y="113721"/>
                </a:lnTo>
                <a:lnTo>
                  <a:pt x="387195" y="113017"/>
                </a:lnTo>
                <a:lnTo>
                  <a:pt x="387913" y="112286"/>
                </a:lnTo>
                <a:lnTo>
                  <a:pt x="388554" y="111528"/>
                </a:lnTo>
                <a:lnTo>
                  <a:pt x="389121" y="110743"/>
                </a:lnTo>
                <a:lnTo>
                  <a:pt x="389611" y="109930"/>
                </a:lnTo>
                <a:lnTo>
                  <a:pt x="390027" y="109090"/>
                </a:lnTo>
                <a:lnTo>
                  <a:pt x="390366" y="108222"/>
                </a:lnTo>
                <a:lnTo>
                  <a:pt x="390631" y="107328"/>
                </a:lnTo>
                <a:lnTo>
                  <a:pt x="390820" y="106406"/>
                </a:lnTo>
                <a:lnTo>
                  <a:pt x="390933" y="105457"/>
                </a:lnTo>
                <a:lnTo>
                  <a:pt x="390971" y="104480"/>
                </a:lnTo>
                <a:lnTo>
                  <a:pt x="390953" y="103833"/>
                </a:lnTo>
                <a:lnTo>
                  <a:pt x="390900" y="103201"/>
                </a:lnTo>
                <a:lnTo>
                  <a:pt x="390812" y="102585"/>
                </a:lnTo>
                <a:lnTo>
                  <a:pt x="390688" y="101985"/>
                </a:lnTo>
                <a:lnTo>
                  <a:pt x="390529" y="101401"/>
                </a:lnTo>
                <a:lnTo>
                  <a:pt x="390335" y="100832"/>
                </a:lnTo>
                <a:lnTo>
                  <a:pt x="390105" y="100279"/>
                </a:lnTo>
                <a:lnTo>
                  <a:pt x="389840" y="99742"/>
                </a:lnTo>
                <a:lnTo>
                  <a:pt x="389540" y="99220"/>
                </a:lnTo>
                <a:lnTo>
                  <a:pt x="389205" y="98715"/>
                </a:lnTo>
                <a:lnTo>
                  <a:pt x="388834" y="98225"/>
                </a:lnTo>
                <a:lnTo>
                  <a:pt x="388428" y="97751"/>
                </a:lnTo>
                <a:lnTo>
                  <a:pt x="387952" y="97276"/>
                </a:lnTo>
                <a:lnTo>
                  <a:pt x="387371" y="96783"/>
                </a:lnTo>
                <a:lnTo>
                  <a:pt x="386685" y="96271"/>
                </a:lnTo>
                <a:lnTo>
                  <a:pt x="385895" y="95742"/>
                </a:lnTo>
                <a:lnTo>
                  <a:pt x="385000" y="95194"/>
                </a:lnTo>
                <a:lnTo>
                  <a:pt x="384000" y="94628"/>
                </a:lnTo>
                <a:lnTo>
                  <a:pt x="382895" y="94043"/>
                </a:lnTo>
                <a:lnTo>
                  <a:pt x="381686" y="93441"/>
                </a:lnTo>
                <a:lnTo>
                  <a:pt x="380372" y="92820"/>
                </a:lnTo>
                <a:lnTo>
                  <a:pt x="378953" y="92181"/>
                </a:lnTo>
                <a:lnTo>
                  <a:pt x="377430" y="91524"/>
                </a:lnTo>
                <a:lnTo>
                  <a:pt x="375801" y="90848"/>
                </a:lnTo>
                <a:lnTo>
                  <a:pt x="370190" y="88577"/>
                </a:lnTo>
                <a:lnTo>
                  <a:pt x="358878" y="84119"/>
                </a:lnTo>
                <a:lnTo>
                  <a:pt x="355932" y="82946"/>
                </a:lnTo>
                <a:lnTo>
                  <a:pt x="353174" y="81788"/>
                </a:lnTo>
                <a:lnTo>
                  <a:pt x="350603" y="80644"/>
                </a:lnTo>
                <a:lnTo>
                  <a:pt x="348220" y="79515"/>
                </a:lnTo>
                <a:lnTo>
                  <a:pt x="346024" y="78400"/>
                </a:lnTo>
                <a:lnTo>
                  <a:pt x="344016" y="77299"/>
                </a:lnTo>
                <a:lnTo>
                  <a:pt x="342195" y="76213"/>
                </a:lnTo>
                <a:lnTo>
                  <a:pt x="340562" y="75141"/>
                </a:lnTo>
                <a:lnTo>
                  <a:pt x="339117" y="74083"/>
                </a:lnTo>
                <a:lnTo>
                  <a:pt x="337859" y="73040"/>
                </a:lnTo>
                <a:lnTo>
                  <a:pt x="336788" y="72011"/>
                </a:lnTo>
                <a:lnTo>
                  <a:pt x="335905" y="70996"/>
                </a:lnTo>
                <a:lnTo>
                  <a:pt x="335135" y="69985"/>
                </a:lnTo>
                <a:lnTo>
                  <a:pt x="334432" y="68937"/>
                </a:lnTo>
                <a:lnTo>
                  <a:pt x="333795" y="67852"/>
                </a:lnTo>
                <a:lnTo>
                  <a:pt x="333226" y="66731"/>
                </a:lnTo>
                <a:lnTo>
                  <a:pt x="332724" y="65574"/>
                </a:lnTo>
                <a:lnTo>
                  <a:pt x="332288" y="64380"/>
                </a:lnTo>
                <a:lnTo>
                  <a:pt x="331920" y="63149"/>
                </a:lnTo>
                <a:lnTo>
                  <a:pt x="331619" y="61882"/>
                </a:lnTo>
                <a:lnTo>
                  <a:pt x="331384" y="60579"/>
                </a:lnTo>
                <a:lnTo>
                  <a:pt x="331217" y="59239"/>
                </a:lnTo>
                <a:lnTo>
                  <a:pt x="331116" y="57862"/>
                </a:lnTo>
                <a:lnTo>
                  <a:pt x="331083" y="56449"/>
                </a:lnTo>
                <a:lnTo>
                  <a:pt x="331148" y="54463"/>
                </a:lnTo>
                <a:lnTo>
                  <a:pt x="331342" y="52538"/>
                </a:lnTo>
                <a:lnTo>
                  <a:pt x="331666" y="50671"/>
                </a:lnTo>
                <a:lnTo>
                  <a:pt x="332120" y="48865"/>
                </a:lnTo>
                <a:lnTo>
                  <a:pt x="332704" y="47118"/>
                </a:lnTo>
                <a:lnTo>
                  <a:pt x="333417" y="45430"/>
                </a:lnTo>
                <a:lnTo>
                  <a:pt x="334260" y="43803"/>
                </a:lnTo>
                <a:lnTo>
                  <a:pt x="335233" y="42235"/>
                </a:lnTo>
                <a:lnTo>
                  <a:pt x="336335" y="40726"/>
                </a:lnTo>
                <a:lnTo>
                  <a:pt x="337568" y="39277"/>
                </a:lnTo>
                <a:lnTo>
                  <a:pt x="338929" y="37888"/>
                </a:lnTo>
                <a:lnTo>
                  <a:pt x="340421" y="36559"/>
                </a:lnTo>
                <a:lnTo>
                  <a:pt x="342058" y="35313"/>
                </a:lnTo>
                <a:lnTo>
                  <a:pt x="343856" y="34176"/>
                </a:lnTo>
                <a:lnTo>
                  <a:pt x="345816" y="33147"/>
                </a:lnTo>
                <a:lnTo>
                  <a:pt x="347937" y="32226"/>
                </a:lnTo>
                <a:lnTo>
                  <a:pt x="350220" y="31414"/>
                </a:lnTo>
                <a:lnTo>
                  <a:pt x="352664" y="30710"/>
                </a:lnTo>
                <a:lnTo>
                  <a:pt x="355269" y="30114"/>
                </a:lnTo>
                <a:lnTo>
                  <a:pt x="358036" y="29627"/>
                </a:lnTo>
                <a:lnTo>
                  <a:pt x="360964" y="29248"/>
                </a:lnTo>
                <a:lnTo>
                  <a:pt x="364053" y="28977"/>
                </a:lnTo>
                <a:lnTo>
                  <a:pt x="367304" y="28814"/>
                </a:lnTo>
                <a:lnTo>
                  <a:pt x="370716" y="28760"/>
                </a:lnTo>
                <a:lnTo>
                  <a:pt x="373320" y="28792"/>
                </a:lnTo>
                <a:lnTo>
                  <a:pt x="375901" y="28887"/>
                </a:lnTo>
                <a:lnTo>
                  <a:pt x="378459" y="29045"/>
                </a:lnTo>
                <a:lnTo>
                  <a:pt x="380994" y="29267"/>
                </a:lnTo>
                <a:lnTo>
                  <a:pt x="383506" y="29552"/>
                </a:lnTo>
                <a:lnTo>
                  <a:pt x="385994" y="29900"/>
                </a:lnTo>
                <a:lnTo>
                  <a:pt x="388460" y="30312"/>
                </a:lnTo>
                <a:lnTo>
                  <a:pt x="390902" y="30787"/>
                </a:lnTo>
                <a:lnTo>
                  <a:pt x="393322" y="31325"/>
                </a:lnTo>
                <a:lnTo>
                  <a:pt x="395718" y="31927"/>
                </a:lnTo>
                <a:lnTo>
                  <a:pt x="398091" y="32591"/>
                </a:lnTo>
                <a:lnTo>
                  <a:pt x="400440" y="33320"/>
                </a:lnTo>
                <a:lnTo>
                  <a:pt x="400440" y="48226"/>
                </a:lnTo>
                <a:lnTo>
                  <a:pt x="397765" y="47302"/>
                </a:lnTo>
                <a:lnTo>
                  <a:pt x="395116" y="46458"/>
                </a:lnTo>
                <a:lnTo>
                  <a:pt x="392494" y="45694"/>
                </a:lnTo>
                <a:lnTo>
                  <a:pt x="389899" y="45011"/>
                </a:lnTo>
                <a:lnTo>
                  <a:pt x="387330" y="44408"/>
                </a:lnTo>
                <a:lnTo>
                  <a:pt x="384789" y="43886"/>
                </a:lnTo>
                <a:lnTo>
                  <a:pt x="382274" y="43444"/>
                </a:lnTo>
                <a:lnTo>
                  <a:pt x="379786" y="43082"/>
                </a:lnTo>
                <a:lnTo>
                  <a:pt x="377325" y="42801"/>
                </a:lnTo>
                <a:lnTo>
                  <a:pt x="374890" y="42600"/>
                </a:lnTo>
                <a:lnTo>
                  <a:pt x="372483" y="42479"/>
                </a:lnTo>
                <a:lnTo>
                  <a:pt x="370102" y="42439"/>
                </a:lnTo>
                <a:lnTo>
                  <a:pt x="368409" y="42464"/>
                </a:lnTo>
                <a:lnTo>
                  <a:pt x="366778" y="42540"/>
                </a:lnTo>
                <a:lnTo>
                  <a:pt x="365211" y="42666"/>
                </a:lnTo>
                <a:lnTo>
                  <a:pt x="363706" y="42842"/>
                </a:lnTo>
                <a:lnTo>
                  <a:pt x="362264" y="43069"/>
                </a:lnTo>
                <a:lnTo>
                  <a:pt x="360884" y="43346"/>
                </a:lnTo>
                <a:lnTo>
                  <a:pt x="359567" y="43673"/>
                </a:lnTo>
                <a:lnTo>
                  <a:pt x="358313" y="44051"/>
                </a:lnTo>
                <a:lnTo>
                  <a:pt x="357122" y="44480"/>
                </a:lnTo>
                <a:lnTo>
                  <a:pt x="355993" y="44958"/>
                </a:lnTo>
                <a:lnTo>
                  <a:pt x="354927" y="45487"/>
                </a:lnTo>
                <a:lnTo>
                  <a:pt x="353924" y="46067"/>
                </a:lnTo>
                <a:lnTo>
                  <a:pt x="352993" y="46683"/>
                </a:lnTo>
                <a:lnTo>
                  <a:pt x="352143" y="47325"/>
                </a:lnTo>
                <a:lnTo>
                  <a:pt x="351373" y="47991"/>
                </a:lnTo>
                <a:lnTo>
                  <a:pt x="350685" y="48683"/>
                </a:lnTo>
                <a:lnTo>
                  <a:pt x="350077" y="49399"/>
                </a:lnTo>
                <a:lnTo>
                  <a:pt x="349551" y="50140"/>
                </a:lnTo>
                <a:lnTo>
                  <a:pt x="349106" y="50906"/>
                </a:lnTo>
                <a:lnTo>
                  <a:pt x="348741" y="51697"/>
                </a:lnTo>
                <a:lnTo>
                  <a:pt x="348458" y="52512"/>
                </a:lnTo>
                <a:lnTo>
                  <a:pt x="348255" y="53353"/>
                </a:lnTo>
                <a:lnTo>
                  <a:pt x="348134" y="54219"/>
                </a:lnTo>
                <a:lnTo>
                  <a:pt x="348093" y="55109"/>
                </a:lnTo>
                <a:lnTo>
                  <a:pt x="348129" y="55968"/>
                </a:lnTo>
                <a:lnTo>
                  <a:pt x="348235" y="56798"/>
                </a:lnTo>
                <a:lnTo>
                  <a:pt x="348411" y="57599"/>
                </a:lnTo>
                <a:lnTo>
                  <a:pt x="348658" y="58371"/>
                </a:lnTo>
                <a:lnTo>
                  <a:pt x="348976" y="59113"/>
                </a:lnTo>
                <a:lnTo>
                  <a:pt x="349365" y="59827"/>
                </a:lnTo>
                <a:lnTo>
                  <a:pt x="349824" y="60511"/>
                </a:lnTo>
                <a:lnTo>
                  <a:pt x="350354" y="61167"/>
                </a:lnTo>
                <a:lnTo>
                  <a:pt x="350954" y="61793"/>
                </a:lnTo>
                <a:lnTo>
                  <a:pt x="351625" y="62390"/>
                </a:lnTo>
                <a:lnTo>
                  <a:pt x="352367" y="62958"/>
                </a:lnTo>
                <a:lnTo>
                  <a:pt x="353179" y="63497"/>
                </a:lnTo>
                <a:lnTo>
                  <a:pt x="354056" y="64028"/>
                </a:lnTo>
                <a:lnTo>
                  <a:pt x="355020" y="64572"/>
                </a:lnTo>
                <a:lnTo>
                  <a:pt x="356072" y="65129"/>
                </a:lnTo>
                <a:lnTo>
                  <a:pt x="357212" y="65701"/>
                </a:lnTo>
                <a:lnTo>
                  <a:pt x="358440" y="66285"/>
                </a:lnTo>
                <a:lnTo>
                  <a:pt x="359755" y="66883"/>
                </a:lnTo>
                <a:lnTo>
                  <a:pt x="361158" y="67494"/>
                </a:lnTo>
                <a:lnTo>
                  <a:pt x="362649" y="68118"/>
                </a:lnTo>
                <a:lnTo>
                  <a:pt x="364227" y="68756"/>
                </a:lnTo>
                <a:lnTo>
                  <a:pt x="365893" y="69407"/>
                </a:lnTo>
                <a:lnTo>
                  <a:pt x="367647" y="70072"/>
                </a:lnTo>
                <a:lnTo>
                  <a:pt x="369488" y="70750"/>
                </a:lnTo>
                <a:lnTo>
                  <a:pt x="380536" y="74769"/>
                </a:lnTo>
                <a:lnTo>
                  <a:pt x="383002" y="75694"/>
                </a:lnTo>
                <a:lnTo>
                  <a:pt x="385342" y="76632"/>
                </a:lnTo>
                <a:lnTo>
                  <a:pt x="387556" y="77583"/>
                </a:lnTo>
                <a:lnTo>
                  <a:pt x="389646" y="78548"/>
                </a:lnTo>
                <a:lnTo>
                  <a:pt x="391609" y="79527"/>
                </a:lnTo>
                <a:lnTo>
                  <a:pt x="393448" y="80519"/>
                </a:lnTo>
                <a:lnTo>
                  <a:pt x="395160" y="81525"/>
                </a:lnTo>
                <a:lnTo>
                  <a:pt x="396748" y="82544"/>
                </a:lnTo>
                <a:lnTo>
                  <a:pt x="398210" y="83577"/>
                </a:lnTo>
                <a:lnTo>
                  <a:pt x="399546" y="84623"/>
                </a:lnTo>
                <a:lnTo>
                  <a:pt x="400758" y="85684"/>
                </a:lnTo>
                <a:lnTo>
                  <a:pt x="401843" y="86757"/>
                </a:lnTo>
                <a:lnTo>
                  <a:pt x="402824" y="87860"/>
                </a:lnTo>
                <a:lnTo>
                  <a:pt x="403719" y="89008"/>
                </a:lnTo>
                <a:lnTo>
                  <a:pt x="404529" y="90201"/>
                </a:lnTo>
                <a:lnTo>
                  <a:pt x="405253" y="91440"/>
                </a:lnTo>
                <a:lnTo>
                  <a:pt x="405893" y="92723"/>
                </a:lnTo>
                <a:lnTo>
                  <a:pt x="406447" y="94051"/>
                </a:lnTo>
                <a:lnTo>
                  <a:pt x="406916" y="95424"/>
                </a:lnTo>
                <a:lnTo>
                  <a:pt x="407299" y="96842"/>
                </a:lnTo>
                <a:lnTo>
                  <a:pt x="407598" y="98305"/>
                </a:lnTo>
                <a:lnTo>
                  <a:pt x="407811" y="99814"/>
                </a:lnTo>
                <a:lnTo>
                  <a:pt x="407938" y="101367"/>
                </a:lnTo>
                <a:lnTo>
                  <a:pt x="407981" y="102965"/>
                </a:lnTo>
                <a:lnTo>
                  <a:pt x="407913" y="105051"/>
                </a:lnTo>
                <a:lnTo>
                  <a:pt x="407710" y="107074"/>
                </a:lnTo>
                <a:lnTo>
                  <a:pt x="407370" y="109035"/>
                </a:lnTo>
                <a:lnTo>
                  <a:pt x="406895" y="110933"/>
                </a:lnTo>
                <a:lnTo>
                  <a:pt x="406284" y="112768"/>
                </a:lnTo>
                <a:lnTo>
                  <a:pt x="405537" y="114541"/>
                </a:lnTo>
                <a:lnTo>
                  <a:pt x="404654" y="116251"/>
                </a:lnTo>
                <a:lnTo>
                  <a:pt x="403636" y="117898"/>
                </a:lnTo>
                <a:lnTo>
                  <a:pt x="402482" y="119483"/>
                </a:lnTo>
                <a:lnTo>
                  <a:pt x="401192" y="121005"/>
                </a:lnTo>
                <a:lnTo>
                  <a:pt x="399766" y="122464"/>
                </a:lnTo>
                <a:lnTo>
                  <a:pt x="398204" y="123861"/>
                </a:lnTo>
                <a:lnTo>
                  <a:pt x="396494" y="125169"/>
                </a:lnTo>
                <a:lnTo>
                  <a:pt x="394620" y="126364"/>
                </a:lnTo>
                <a:lnTo>
                  <a:pt x="392584" y="127444"/>
                </a:lnTo>
                <a:lnTo>
                  <a:pt x="390386" y="128411"/>
                </a:lnTo>
                <a:lnTo>
                  <a:pt x="388025" y="129264"/>
                </a:lnTo>
                <a:lnTo>
                  <a:pt x="385501" y="130004"/>
                </a:lnTo>
                <a:lnTo>
                  <a:pt x="382815" y="130629"/>
                </a:lnTo>
                <a:lnTo>
                  <a:pt x="379966" y="131141"/>
                </a:lnTo>
                <a:lnTo>
                  <a:pt x="376955" y="131539"/>
                </a:lnTo>
                <a:lnTo>
                  <a:pt x="373781" y="131824"/>
                </a:lnTo>
                <a:lnTo>
                  <a:pt x="370444" y="131994"/>
                </a:lnTo>
                <a:lnTo>
                  <a:pt x="366945" y="132051"/>
                </a:lnTo>
                <a:lnTo>
                  <a:pt x="363811" y="131996"/>
                </a:lnTo>
                <a:lnTo>
                  <a:pt x="360661" y="131831"/>
                </a:lnTo>
                <a:lnTo>
                  <a:pt x="357497" y="131555"/>
                </a:lnTo>
                <a:lnTo>
                  <a:pt x="354319" y="131169"/>
                </a:lnTo>
                <a:lnTo>
                  <a:pt x="351126" y="130672"/>
                </a:lnTo>
                <a:lnTo>
                  <a:pt x="347918" y="130065"/>
                </a:lnTo>
                <a:lnTo>
                  <a:pt x="344696" y="129348"/>
                </a:lnTo>
                <a:lnTo>
                  <a:pt x="341459" y="128521"/>
                </a:lnTo>
                <a:lnTo>
                  <a:pt x="338207" y="127583"/>
                </a:lnTo>
                <a:lnTo>
                  <a:pt x="334941" y="126535"/>
                </a:lnTo>
                <a:lnTo>
                  <a:pt x="331660" y="125377"/>
                </a:lnTo>
                <a:lnTo>
                  <a:pt x="328364" y="124108"/>
                </a:lnTo>
                <a:close/>
                <a:moveTo>
                  <a:pt x="474909" y="132051"/>
                </a:moveTo>
                <a:lnTo>
                  <a:pt x="471461" y="131949"/>
                </a:lnTo>
                <a:lnTo>
                  <a:pt x="468129" y="131644"/>
                </a:lnTo>
                <a:lnTo>
                  <a:pt x="464914" y="131134"/>
                </a:lnTo>
                <a:lnTo>
                  <a:pt x="461815" y="130421"/>
                </a:lnTo>
                <a:lnTo>
                  <a:pt x="458834" y="129504"/>
                </a:lnTo>
                <a:lnTo>
                  <a:pt x="455970" y="128383"/>
                </a:lnTo>
                <a:lnTo>
                  <a:pt x="453222" y="127058"/>
                </a:lnTo>
                <a:lnTo>
                  <a:pt x="450592" y="125530"/>
                </a:lnTo>
                <a:lnTo>
                  <a:pt x="448078" y="123798"/>
                </a:lnTo>
                <a:lnTo>
                  <a:pt x="445682" y="121862"/>
                </a:lnTo>
                <a:lnTo>
                  <a:pt x="443402" y="119722"/>
                </a:lnTo>
                <a:lnTo>
                  <a:pt x="441239" y="117378"/>
                </a:lnTo>
                <a:lnTo>
                  <a:pt x="439222" y="114879"/>
                </a:lnTo>
                <a:lnTo>
                  <a:pt x="437381" y="112273"/>
                </a:lnTo>
                <a:lnTo>
                  <a:pt x="435715" y="109561"/>
                </a:lnTo>
                <a:lnTo>
                  <a:pt x="434224" y="106742"/>
                </a:lnTo>
                <a:lnTo>
                  <a:pt x="432909" y="103817"/>
                </a:lnTo>
                <a:lnTo>
                  <a:pt x="431769" y="100786"/>
                </a:lnTo>
                <a:lnTo>
                  <a:pt x="430805" y="97648"/>
                </a:lnTo>
                <a:lnTo>
                  <a:pt x="430015" y="94404"/>
                </a:lnTo>
                <a:lnTo>
                  <a:pt x="429402" y="91053"/>
                </a:lnTo>
                <a:lnTo>
                  <a:pt x="428963" y="87596"/>
                </a:lnTo>
                <a:lnTo>
                  <a:pt x="428700" y="84032"/>
                </a:lnTo>
                <a:lnTo>
                  <a:pt x="428613" y="80362"/>
                </a:lnTo>
                <a:lnTo>
                  <a:pt x="428700" y="76692"/>
                </a:lnTo>
                <a:lnTo>
                  <a:pt x="428963" y="73129"/>
                </a:lnTo>
                <a:lnTo>
                  <a:pt x="429402" y="69674"/>
                </a:lnTo>
                <a:lnTo>
                  <a:pt x="430015" y="66325"/>
                </a:lnTo>
                <a:lnTo>
                  <a:pt x="430805" y="63084"/>
                </a:lnTo>
                <a:lnTo>
                  <a:pt x="431769" y="59949"/>
                </a:lnTo>
                <a:lnTo>
                  <a:pt x="432909" y="56922"/>
                </a:lnTo>
                <a:lnTo>
                  <a:pt x="434224" y="54002"/>
                </a:lnTo>
                <a:lnTo>
                  <a:pt x="435715" y="51189"/>
                </a:lnTo>
                <a:lnTo>
                  <a:pt x="437381" y="48483"/>
                </a:lnTo>
                <a:lnTo>
                  <a:pt x="439222" y="45884"/>
                </a:lnTo>
                <a:lnTo>
                  <a:pt x="441239" y="43392"/>
                </a:lnTo>
                <a:lnTo>
                  <a:pt x="443402" y="41055"/>
                </a:lnTo>
                <a:lnTo>
                  <a:pt x="445682" y="38921"/>
                </a:lnTo>
                <a:lnTo>
                  <a:pt x="448078" y="36991"/>
                </a:lnTo>
                <a:lnTo>
                  <a:pt x="450592" y="35263"/>
                </a:lnTo>
                <a:lnTo>
                  <a:pt x="453222" y="33739"/>
                </a:lnTo>
                <a:lnTo>
                  <a:pt x="455970" y="32418"/>
                </a:lnTo>
                <a:lnTo>
                  <a:pt x="458834" y="31300"/>
                </a:lnTo>
                <a:lnTo>
                  <a:pt x="461815" y="30386"/>
                </a:lnTo>
                <a:lnTo>
                  <a:pt x="464914" y="29675"/>
                </a:lnTo>
                <a:lnTo>
                  <a:pt x="468129" y="29167"/>
                </a:lnTo>
                <a:lnTo>
                  <a:pt x="471461" y="28862"/>
                </a:lnTo>
                <a:lnTo>
                  <a:pt x="474909" y="28760"/>
                </a:lnTo>
                <a:lnTo>
                  <a:pt x="478344" y="28862"/>
                </a:lnTo>
                <a:lnTo>
                  <a:pt x="481664" y="29167"/>
                </a:lnTo>
                <a:lnTo>
                  <a:pt x="484867" y="29675"/>
                </a:lnTo>
                <a:lnTo>
                  <a:pt x="487955" y="30386"/>
                </a:lnTo>
                <a:lnTo>
                  <a:pt x="490927" y="31300"/>
                </a:lnTo>
                <a:lnTo>
                  <a:pt x="493783" y="32418"/>
                </a:lnTo>
                <a:lnTo>
                  <a:pt x="496524" y="33739"/>
                </a:lnTo>
                <a:lnTo>
                  <a:pt x="499149" y="35263"/>
                </a:lnTo>
                <a:lnTo>
                  <a:pt x="501658" y="36991"/>
                </a:lnTo>
                <a:lnTo>
                  <a:pt x="504052" y="38921"/>
                </a:lnTo>
                <a:lnTo>
                  <a:pt x="506330" y="41055"/>
                </a:lnTo>
                <a:lnTo>
                  <a:pt x="508492" y="43392"/>
                </a:lnTo>
                <a:lnTo>
                  <a:pt x="510509" y="45884"/>
                </a:lnTo>
                <a:lnTo>
                  <a:pt x="512350" y="48483"/>
                </a:lnTo>
                <a:lnTo>
                  <a:pt x="514016" y="51189"/>
                </a:lnTo>
                <a:lnTo>
                  <a:pt x="515507" y="54002"/>
                </a:lnTo>
                <a:lnTo>
                  <a:pt x="516822" y="56922"/>
                </a:lnTo>
                <a:lnTo>
                  <a:pt x="517962" y="59949"/>
                </a:lnTo>
                <a:lnTo>
                  <a:pt x="518927" y="63084"/>
                </a:lnTo>
                <a:lnTo>
                  <a:pt x="519716" y="66325"/>
                </a:lnTo>
                <a:lnTo>
                  <a:pt x="520330" y="69674"/>
                </a:lnTo>
                <a:lnTo>
                  <a:pt x="520768" y="73129"/>
                </a:lnTo>
                <a:lnTo>
                  <a:pt x="521031" y="76692"/>
                </a:lnTo>
                <a:lnTo>
                  <a:pt x="521119" y="80362"/>
                </a:lnTo>
                <a:lnTo>
                  <a:pt x="521031" y="84032"/>
                </a:lnTo>
                <a:lnTo>
                  <a:pt x="520768" y="87596"/>
                </a:lnTo>
                <a:lnTo>
                  <a:pt x="520330" y="91053"/>
                </a:lnTo>
                <a:lnTo>
                  <a:pt x="519716" y="94404"/>
                </a:lnTo>
                <a:lnTo>
                  <a:pt x="518927" y="97648"/>
                </a:lnTo>
                <a:lnTo>
                  <a:pt x="517962" y="100786"/>
                </a:lnTo>
                <a:lnTo>
                  <a:pt x="516822" y="103817"/>
                </a:lnTo>
                <a:lnTo>
                  <a:pt x="515507" y="106742"/>
                </a:lnTo>
                <a:lnTo>
                  <a:pt x="514016" y="109561"/>
                </a:lnTo>
                <a:lnTo>
                  <a:pt x="512350" y="112273"/>
                </a:lnTo>
                <a:lnTo>
                  <a:pt x="510509" y="114879"/>
                </a:lnTo>
                <a:lnTo>
                  <a:pt x="508492" y="117378"/>
                </a:lnTo>
                <a:lnTo>
                  <a:pt x="506330" y="119722"/>
                </a:lnTo>
                <a:lnTo>
                  <a:pt x="504052" y="121862"/>
                </a:lnTo>
                <a:lnTo>
                  <a:pt x="501658" y="123798"/>
                </a:lnTo>
                <a:lnTo>
                  <a:pt x="499149" y="125530"/>
                </a:lnTo>
                <a:lnTo>
                  <a:pt x="496524" y="127058"/>
                </a:lnTo>
                <a:lnTo>
                  <a:pt x="493783" y="128383"/>
                </a:lnTo>
                <a:lnTo>
                  <a:pt x="490927" y="129504"/>
                </a:lnTo>
                <a:lnTo>
                  <a:pt x="487955" y="130421"/>
                </a:lnTo>
                <a:lnTo>
                  <a:pt x="484867" y="131134"/>
                </a:lnTo>
                <a:lnTo>
                  <a:pt x="481664" y="131644"/>
                </a:lnTo>
                <a:lnTo>
                  <a:pt x="478344" y="131949"/>
                </a:lnTo>
                <a:lnTo>
                  <a:pt x="474909" y="132051"/>
                </a:lnTo>
                <a:moveTo>
                  <a:pt x="474909" y="118373"/>
                </a:moveTo>
                <a:lnTo>
                  <a:pt x="477050" y="118302"/>
                </a:lnTo>
                <a:lnTo>
                  <a:pt x="479116" y="118091"/>
                </a:lnTo>
                <a:lnTo>
                  <a:pt x="481108" y="117739"/>
                </a:lnTo>
                <a:lnTo>
                  <a:pt x="483025" y="117247"/>
                </a:lnTo>
                <a:lnTo>
                  <a:pt x="484868" y="116613"/>
                </a:lnTo>
                <a:lnTo>
                  <a:pt x="486637" y="115839"/>
                </a:lnTo>
                <a:lnTo>
                  <a:pt x="488332" y="114924"/>
                </a:lnTo>
                <a:lnTo>
                  <a:pt x="489952" y="113868"/>
                </a:lnTo>
                <a:lnTo>
                  <a:pt x="491498" y="112671"/>
                </a:lnTo>
                <a:lnTo>
                  <a:pt x="492970" y="111334"/>
                </a:lnTo>
                <a:lnTo>
                  <a:pt x="494367" y="109856"/>
                </a:lnTo>
                <a:lnTo>
                  <a:pt x="495690" y="108237"/>
                </a:lnTo>
                <a:lnTo>
                  <a:pt x="496923" y="106495"/>
                </a:lnTo>
                <a:lnTo>
                  <a:pt x="498048" y="104647"/>
                </a:lnTo>
                <a:lnTo>
                  <a:pt x="499066" y="102694"/>
                </a:lnTo>
                <a:lnTo>
                  <a:pt x="499977" y="100635"/>
                </a:lnTo>
                <a:lnTo>
                  <a:pt x="500781" y="98471"/>
                </a:lnTo>
                <a:lnTo>
                  <a:pt x="501478" y="96200"/>
                </a:lnTo>
                <a:lnTo>
                  <a:pt x="502067" y="93825"/>
                </a:lnTo>
                <a:lnTo>
                  <a:pt x="502549" y="91343"/>
                </a:lnTo>
                <a:lnTo>
                  <a:pt x="502924" y="88756"/>
                </a:lnTo>
                <a:lnTo>
                  <a:pt x="503192" y="86064"/>
                </a:lnTo>
                <a:lnTo>
                  <a:pt x="503353" y="83266"/>
                </a:lnTo>
                <a:lnTo>
                  <a:pt x="503407" y="80362"/>
                </a:lnTo>
                <a:lnTo>
                  <a:pt x="503353" y="77472"/>
                </a:lnTo>
                <a:lnTo>
                  <a:pt x="503192" y="74687"/>
                </a:lnTo>
                <a:lnTo>
                  <a:pt x="502924" y="72006"/>
                </a:lnTo>
                <a:lnTo>
                  <a:pt x="502549" y="69429"/>
                </a:lnTo>
                <a:lnTo>
                  <a:pt x="502067" y="66957"/>
                </a:lnTo>
                <a:lnTo>
                  <a:pt x="501478" y="64589"/>
                </a:lnTo>
                <a:lnTo>
                  <a:pt x="500781" y="62326"/>
                </a:lnTo>
                <a:lnTo>
                  <a:pt x="499977" y="60167"/>
                </a:lnTo>
                <a:lnTo>
                  <a:pt x="499066" y="58112"/>
                </a:lnTo>
                <a:lnTo>
                  <a:pt x="498048" y="56162"/>
                </a:lnTo>
                <a:lnTo>
                  <a:pt x="496923" y="54316"/>
                </a:lnTo>
                <a:lnTo>
                  <a:pt x="495690" y="52574"/>
                </a:lnTo>
                <a:lnTo>
                  <a:pt x="494367" y="50956"/>
                </a:lnTo>
                <a:lnTo>
                  <a:pt x="492970" y="49477"/>
                </a:lnTo>
                <a:lnTo>
                  <a:pt x="491498" y="48140"/>
                </a:lnTo>
                <a:lnTo>
                  <a:pt x="489952" y="46944"/>
                </a:lnTo>
                <a:lnTo>
                  <a:pt x="488332" y="45888"/>
                </a:lnTo>
                <a:lnTo>
                  <a:pt x="486637" y="44973"/>
                </a:lnTo>
                <a:lnTo>
                  <a:pt x="484868" y="44198"/>
                </a:lnTo>
                <a:lnTo>
                  <a:pt x="483025" y="43565"/>
                </a:lnTo>
                <a:lnTo>
                  <a:pt x="481108" y="43072"/>
                </a:lnTo>
                <a:lnTo>
                  <a:pt x="479116" y="42720"/>
                </a:lnTo>
                <a:lnTo>
                  <a:pt x="477050" y="42509"/>
                </a:lnTo>
                <a:lnTo>
                  <a:pt x="474909" y="42439"/>
                </a:lnTo>
                <a:lnTo>
                  <a:pt x="472755" y="42509"/>
                </a:lnTo>
                <a:lnTo>
                  <a:pt x="470676" y="42720"/>
                </a:lnTo>
                <a:lnTo>
                  <a:pt x="468673" y="43072"/>
                </a:lnTo>
                <a:lnTo>
                  <a:pt x="466745" y="43565"/>
                </a:lnTo>
                <a:lnTo>
                  <a:pt x="464893" y="44198"/>
                </a:lnTo>
                <a:lnTo>
                  <a:pt x="463116" y="44973"/>
                </a:lnTo>
                <a:lnTo>
                  <a:pt x="461415" y="45888"/>
                </a:lnTo>
                <a:lnTo>
                  <a:pt x="459789" y="46944"/>
                </a:lnTo>
                <a:lnTo>
                  <a:pt x="458239" y="48140"/>
                </a:lnTo>
                <a:lnTo>
                  <a:pt x="456764" y="49477"/>
                </a:lnTo>
                <a:lnTo>
                  <a:pt x="455365" y="50956"/>
                </a:lnTo>
                <a:lnTo>
                  <a:pt x="454041" y="52574"/>
                </a:lnTo>
                <a:lnTo>
                  <a:pt x="452808" y="54316"/>
                </a:lnTo>
                <a:lnTo>
                  <a:pt x="451683" y="56162"/>
                </a:lnTo>
                <a:lnTo>
                  <a:pt x="450665" y="58112"/>
                </a:lnTo>
                <a:lnTo>
                  <a:pt x="449754" y="60167"/>
                </a:lnTo>
                <a:lnTo>
                  <a:pt x="448950" y="62326"/>
                </a:lnTo>
                <a:lnTo>
                  <a:pt x="448254" y="64589"/>
                </a:lnTo>
                <a:lnTo>
                  <a:pt x="447664" y="66957"/>
                </a:lnTo>
                <a:lnTo>
                  <a:pt x="447182" y="69429"/>
                </a:lnTo>
                <a:lnTo>
                  <a:pt x="446807" y="72006"/>
                </a:lnTo>
                <a:lnTo>
                  <a:pt x="446539" y="74687"/>
                </a:lnTo>
                <a:lnTo>
                  <a:pt x="446378" y="77472"/>
                </a:lnTo>
                <a:lnTo>
                  <a:pt x="446325" y="80362"/>
                </a:lnTo>
                <a:lnTo>
                  <a:pt x="446378" y="83266"/>
                </a:lnTo>
                <a:lnTo>
                  <a:pt x="446539" y="86064"/>
                </a:lnTo>
                <a:lnTo>
                  <a:pt x="446807" y="88756"/>
                </a:lnTo>
                <a:lnTo>
                  <a:pt x="447182" y="91343"/>
                </a:lnTo>
                <a:lnTo>
                  <a:pt x="447664" y="93825"/>
                </a:lnTo>
                <a:lnTo>
                  <a:pt x="448254" y="96200"/>
                </a:lnTo>
                <a:lnTo>
                  <a:pt x="448950" y="98471"/>
                </a:lnTo>
                <a:lnTo>
                  <a:pt x="449754" y="100635"/>
                </a:lnTo>
                <a:lnTo>
                  <a:pt x="450665" y="102694"/>
                </a:lnTo>
                <a:lnTo>
                  <a:pt x="451683" y="104647"/>
                </a:lnTo>
                <a:lnTo>
                  <a:pt x="452808" y="106495"/>
                </a:lnTo>
                <a:lnTo>
                  <a:pt x="454041" y="108237"/>
                </a:lnTo>
                <a:lnTo>
                  <a:pt x="455365" y="109856"/>
                </a:lnTo>
                <a:lnTo>
                  <a:pt x="456764" y="111334"/>
                </a:lnTo>
                <a:lnTo>
                  <a:pt x="458239" y="112671"/>
                </a:lnTo>
                <a:lnTo>
                  <a:pt x="459789" y="113868"/>
                </a:lnTo>
                <a:lnTo>
                  <a:pt x="461415" y="114924"/>
                </a:lnTo>
                <a:lnTo>
                  <a:pt x="463116" y="115839"/>
                </a:lnTo>
                <a:lnTo>
                  <a:pt x="464893" y="116613"/>
                </a:lnTo>
                <a:lnTo>
                  <a:pt x="466745" y="117247"/>
                </a:lnTo>
                <a:lnTo>
                  <a:pt x="468673" y="117739"/>
                </a:lnTo>
                <a:lnTo>
                  <a:pt x="470676" y="118091"/>
                </a:lnTo>
                <a:lnTo>
                  <a:pt x="472755" y="118302"/>
                </a:lnTo>
                <a:lnTo>
                  <a:pt x="474909" y="118373"/>
                </a:lnTo>
                <a:close/>
                <a:moveTo>
                  <a:pt x="550255" y="129421"/>
                </a:moveTo>
                <a:lnTo>
                  <a:pt x="550255" y="31391"/>
                </a:lnTo>
                <a:lnTo>
                  <a:pt x="566564" y="31391"/>
                </a:lnTo>
                <a:lnTo>
                  <a:pt x="566564" y="52925"/>
                </a:lnTo>
                <a:lnTo>
                  <a:pt x="567851" y="50946"/>
                </a:lnTo>
                <a:lnTo>
                  <a:pt x="569169" y="49052"/>
                </a:lnTo>
                <a:lnTo>
                  <a:pt x="570518" y="47243"/>
                </a:lnTo>
                <a:lnTo>
                  <a:pt x="571898" y="45519"/>
                </a:lnTo>
                <a:lnTo>
                  <a:pt x="573310" y="43880"/>
                </a:lnTo>
                <a:lnTo>
                  <a:pt x="574752" y="42325"/>
                </a:lnTo>
                <a:lnTo>
                  <a:pt x="576225" y="40855"/>
                </a:lnTo>
                <a:lnTo>
                  <a:pt x="577729" y="39471"/>
                </a:lnTo>
                <a:lnTo>
                  <a:pt x="579265" y="38171"/>
                </a:lnTo>
                <a:lnTo>
                  <a:pt x="580831" y="36956"/>
                </a:lnTo>
                <a:lnTo>
                  <a:pt x="582429" y="35826"/>
                </a:lnTo>
                <a:lnTo>
                  <a:pt x="584057" y="34780"/>
                </a:lnTo>
                <a:lnTo>
                  <a:pt x="585717" y="33819"/>
                </a:lnTo>
                <a:lnTo>
                  <a:pt x="587407" y="32941"/>
                </a:lnTo>
                <a:lnTo>
                  <a:pt x="589129" y="32146"/>
                </a:lnTo>
                <a:lnTo>
                  <a:pt x="590882" y="31436"/>
                </a:lnTo>
                <a:lnTo>
                  <a:pt x="592666" y="30809"/>
                </a:lnTo>
                <a:lnTo>
                  <a:pt x="594481" y="30265"/>
                </a:lnTo>
                <a:lnTo>
                  <a:pt x="596327" y="29805"/>
                </a:lnTo>
                <a:lnTo>
                  <a:pt x="598204" y="29429"/>
                </a:lnTo>
                <a:lnTo>
                  <a:pt x="600112" y="29136"/>
                </a:lnTo>
                <a:lnTo>
                  <a:pt x="602051" y="28927"/>
                </a:lnTo>
                <a:lnTo>
                  <a:pt x="604021" y="28802"/>
                </a:lnTo>
                <a:lnTo>
                  <a:pt x="606022" y="28760"/>
                </a:lnTo>
                <a:lnTo>
                  <a:pt x="607498" y="28778"/>
                </a:lnTo>
                <a:lnTo>
                  <a:pt x="608974" y="28833"/>
                </a:lnTo>
                <a:lnTo>
                  <a:pt x="610450" y="28925"/>
                </a:lnTo>
                <a:lnTo>
                  <a:pt x="611926" y="29052"/>
                </a:lnTo>
                <a:lnTo>
                  <a:pt x="613402" y="29217"/>
                </a:lnTo>
                <a:lnTo>
                  <a:pt x="614878" y="29418"/>
                </a:lnTo>
                <a:lnTo>
                  <a:pt x="616354" y="29655"/>
                </a:lnTo>
                <a:lnTo>
                  <a:pt x="617830" y="29929"/>
                </a:lnTo>
                <a:lnTo>
                  <a:pt x="619306" y="30240"/>
                </a:lnTo>
                <a:lnTo>
                  <a:pt x="620782" y="30587"/>
                </a:lnTo>
                <a:lnTo>
                  <a:pt x="622258" y="30971"/>
                </a:lnTo>
                <a:lnTo>
                  <a:pt x="623734" y="31391"/>
                </a:lnTo>
                <a:lnTo>
                  <a:pt x="623734" y="66815"/>
                </a:lnTo>
                <a:lnTo>
                  <a:pt x="608039" y="66815"/>
                </a:lnTo>
                <a:lnTo>
                  <a:pt x="608039" y="44540"/>
                </a:lnTo>
                <a:lnTo>
                  <a:pt x="607364" y="44429"/>
                </a:lnTo>
                <a:lnTo>
                  <a:pt x="606714" y="44327"/>
                </a:lnTo>
                <a:lnTo>
                  <a:pt x="606088" y="44235"/>
                </a:lnTo>
                <a:lnTo>
                  <a:pt x="605486" y="44152"/>
                </a:lnTo>
                <a:lnTo>
                  <a:pt x="604909" y="44080"/>
                </a:lnTo>
                <a:lnTo>
                  <a:pt x="604356" y="44016"/>
                </a:lnTo>
                <a:lnTo>
                  <a:pt x="603827" y="43963"/>
                </a:lnTo>
                <a:lnTo>
                  <a:pt x="603323" y="43919"/>
                </a:lnTo>
                <a:lnTo>
                  <a:pt x="602843" y="43885"/>
                </a:lnTo>
                <a:lnTo>
                  <a:pt x="602388" y="43861"/>
                </a:lnTo>
                <a:lnTo>
                  <a:pt x="601957" y="43847"/>
                </a:lnTo>
                <a:lnTo>
                  <a:pt x="601550" y="43842"/>
                </a:lnTo>
                <a:lnTo>
                  <a:pt x="600033" y="43892"/>
                </a:lnTo>
                <a:lnTo>
                  <a:pt x="598520" y="44041"/>
                </a:lnTo>
                <a:lnTo>
                  <a:pt x="597012" y="44290"/>
                </a:lnTo>
                <a:lnTo>
                  <a:pt x="595510" y="44638"/>
                </a:lnTo>
                <a:lnTo>
                  <a:pt x="594012" y="45086"/>
                </a:lnTo>
                <a:lnTo>
                  <a:pt x="592519" y="45634"/>
                </a:lnTo>
                <a:lnTo>
                  <a:pt x="591031" y="46281"/>
                </a:lnTo>
                <a:lnTo>
                  <a:pt x="589547" y="47028"/>
                </a:lnTo>
                <a:lnTo>
                  <a:pt x="588069" y="47874"/>
                </a:lnTo>
                <a:lnTo>
                  <a:pt x="586595" y="48820"/>
                </a:lnTo>
                <a:lnTo>
                  <a:pt x="585126" y="49865"/>
                </a:lnTo>
                <a:lnTo>
                  <a:pt x="583663" y="51010"/>
                </a:lnTo>
                <a:lnTo>
                  <a:pt x="582204" y="52254"/>
                </a:lnTo>
                <a:lnTo>
                  <a:pt x="580752" y="53598"/>
                </a:lnTo>
                <a:lnTo>
                  <a:pt x="579306" y="55042"/>
                </a:lnTo>
                <a:lnTo>
                  <a:pt x="577866" y="56585"/>
                </a:lnTo>
                <a:lnTo>
                  <a:pt x="576432" y="58228"/>
                </a:lnTo>
                <a:lnTo>
                  <a:pt x="575004" y="59970"/>
                </a:lnTo>
                <a:lnTo>
                  <a:pt x="573582" y="61812"/>
                </a:lnTo>
                <a:lnTo>
                  <a:pt x="572166" y="63753"/>
                </a:lnTo>
                <a:lnTo>
                  <a:pt x="570757" y="65794"/>
                </a:lnTo>
                <a:lnTo>
                  <a:pt x="569353" y="67935"/>
                </a:lnTo>
                <a:lnTo>
                  <a:pt x="567956" y="70175"/>
                </a:lnTo>
                <a:lnTo>
                  <a:pt x="566564" y="72514"/>
                </a:lnTo>
                <a:lnTo>
                  <a:pt x="566564" y="129421"/>
                </a:lnTo>
                <a:lnTo>
                  <a:pt x="550255" y="129421"/>
                </a:lnTo>
                <a:close/>
                <a:moveTo>
                  <a:pt x="689523" y="133630"/>
                </a:moveTo>
                <a:lnTo>
                  <a:pt x="688555" y="133600"/>
                </a:lnTo>
                <a:lnTo>
                  <a:pt x="687611" y="133513"/>
                </a:lnTo>
                <a:lnTo>
                  <a:pt x="686689" y="133367"/>
                </a:lnTo>
                <a:lnTo>
                  <a:pt x="685791" y="133162"/>
                </a:lnTo>
                <a:lnTo>
                  <a:pt x="684916" y="132899"/>
                </a:lnTo>
                <a:lnTo>
                  <a:pt x="684064" y="132577"/>
                </a:lnTo>
                <a:lnTo>
                  <a:pt x="683236" y="132198"/>
                </a:lnTo>
                <a:lnTo>
                  <a:pt x="682430" y="131759"/>
                </a:lnTo>
                <a:lnTo>
                  <a:pt x="681648" y="131262"/>
                </a:lnTo>
                <a:lnTo>
                  <a:pt x="680888" y="130707"/>
                </a:lnTo>
                <a:lnTo>
                  <a:pt x="680152" y="130093"/>
                </a:lnTo>
                <a:lnTo>
                  <a:pt x="679439" y="129421"/>
                </a:lnTo>
                <a:lnTo>
                  <a:pt x="678767" y="128708"/>
                </a:lnTo>
                <a:lnTo>
                  <a:pt x="678153" y="127972"/>
                </a:lnTo>
                <a:lnTo>
                  <a:pt x="677598" y="127212"/>
                </a:lnTo>
                <a:lnTo>
                  <a:pt x="677101" y="126430"/>
                </a:lnTo>
                <a:lnTo>
                  <a:pt x="676662" y="125624"/>
                </a:lnTo>
                <a:lnTo>
                  <a:pt x="676282" y="124796"/>
                </a:lnTo>
                <a:lnTo>
                  <a:pt x="675961" y="123944"/>
                </a:lnTo>
                <a:lnTo>
                  <a:pt x="675698" y="123069"/>
                </a:lnTo>
                <a:lnTo>
                  <a:pt x="675493" y="122171"/>
                </a:lnTo>
                <a:lnTo>
                  <a:pt x="675347" y="121249"/>
                </a:lnTo>
                <a:lnTo>
                  <a:pt x="675259" y="120305"/>
                </a:lnTo>
                <a:lnTo>
                  <a:pt x="675230" y="119337"/>
                </a:lnTo>
                <a:lnTo>
                  <a:pt x="675260" y="118356"/>
                </a:lnTo>
                <a:lnTo>
                  <a:pt x="675348" y="117400"/>
                </a:lnTo>
                <a:lnTo>
                  <a:pt x="675496" y="116468"/>
                </a:lnTo>
                <a:lnTo>
                  <a:pt x="675703" y="115562"/>
                </a:lnTo>
                <a:lnTo>
                  <a:pt x="675968" y="114681"/>
                </a:lnTo>
                <a:lnTo>
                  <a:pt x="676293" y="113824"/>
                </a:lnTo>
                <a:lnTo>
                  <a:pt x="676677" y="112993"/>
                </a:lnTo>
                <a:lnTo>
                  <a:pt x="677120" y="112186"/>
                </a:lnTo>
                <a:lnTo>
                  <a:pt x="677622" y="111405"/>
                </a:lnTo>
                <a:lnTo>
                  <a:pt x="678183" y="110648"/>
                </a:lnTo>
                <a:lnTo>
                  <a:pt x="678804" y="109916"/>
                </a:lnTo>
                <a:lnTo>
                  <a:pt x="679483" y="109210"/>
                </a:lnTo>
                <a:lnTo>
                  <a:pt x="680202" y="108545"/>
                </a:lnTo>
                <a:lnTo>
                  <a:pt x="680943" y="107937"/>
                </a:lnTo>
                <a:lnTo>
                  <a:pt x="681705" y="107388"/>
                </a:lnTo>
                <a:lnTo>
                  <a:pt x="682488" y="106896"/>
                </a:lnTo>
                <a:lnTo>
                  <a:pt x="683293" y="106462"/>
                </a:lnTo>
                <a:lnTo>
                  <a:pt x="684119" y="106086"/>
                </a:lnTo>
                <a:lnTo>
                  <a:pt x="684966" y="105768"/>
                </a:lnTo>
                <a:lnTo>
                  <a:pt x="685835" y="105508"/>
                </a:lnTo>
                <a:lnTo>
                  <a:pt x="686725" y="105305"/>
                </a:lnTo>
                <a:lnTo>
                  <a:pt x="687636" y="105161"/>
                </a:lnTo>
                <a:lnTo>
                  <a:pt x="688569" y="105074"/>
                </a:lnTo>
                <a:lnTo>
                  <a:pt x="689523" y="105045"/>
                </a:lnTo>
                <a:lnTo>
                  <a:pt x="690476" y="105074"/>
                </a:lnTo>
                <a:lnTo>
                  <a:pt x="691409" y="105161"/>
                </a:lnTo>
                <a:lnTo>
                  <a:pt x="692320" y="105305"/>
                </a:lnTo>
                <a:lnTo>
                  <a:pt x="693210" y="105508"/>
                </a:lnTo>
                <a:lnTo>
                  <a:pt x="694079" y="105768"/>
                </a:lnTo>
                <a:lnTo>
                  <a:pt x="694926" y="106086"/>
                </a:lnTo>
                <a:lnTo>
                  <a:pt x="695752" y="106462"/>
                </a:lnTo>
                <a:lnTo>
                  <a:pt x="696557" y="106896"/>
                </a:lnTo>
                <a:lnTo>
                  <a:pt x="697340" y="107388"/>
                </a:lnTo>
                <a:lnTo>
                  <a:pt x="698102" y="107937"/>
                </a:lnTo>
                <a:lnTo>
                  <a:pt x="698843" y="108545"/>
                </a:lnTo>
                <a:lnTo>
                  <a:pt x="699562" y="109210"/>
                </a:lnTo>
                <a:lnTo>
                  <a:pt x="700242" y="109916"/>
                </a:lnTo>
                <a:lnTo>
                  <a:pt x="700862" y="110648"/>
                </a:lnTo>
                <a:lnTo>
                  <a:pt x="701423" y="111405"/>
                </a:lnTo>
                <a:lnTo>
                  <a:pt x="701925" y="112186"/>
                </a:lnTo>
                <a:lnTo>
                  <a:pt x="702368" y="112993"/>
                </a:lnTo>
                <a:lnTo>
                  <a:pt x="702752" y="113824"/>
                </a:lnTo>
                <a:lnTo>
                  <a:pt x="703077" y="114681"/>
                </a:lnTo>
                <a:lnTo>
                  <a:pt x="703342" y="115562"/>
                </a:lnTo>
                <a:lnTo>
                  <a:pt x="703549" y="116468"/>
                </a:lnTo>
                <a:lnTo>
                  <a:pt x="703697" y="117400"/>
                </a:lnTo>
                <a:lnTo>
                  <a:pt x="703785" y="118356"/>
                </a:lnTo>
                <a:lnTo>
                  <a:pt x="703815" y="119337"/>
                </a:lnTo>
                <a:lnTo>
                  <a:pt x="703786" y="120305"/>
                </a:lnTo>
                <a:lnTo>
                  <a:pt x="703698" y="121249"/>
                </a:lnTo>
                <a:lnTo>
                  <a:pt x="703552" y="122171"/>
                </a:lnTo>
                <a:lnTo>
                  <a:pt x="703347" y="123069"/>
                </a:lnTo>
                <a:lnTo>
                  <a:pt x="703084" y="123944"/>
                </a:lnTo>
                <a:lnTo>
                  <a:pt x="702763" y="124796"/>
                </a:lnTo>
                <a:lnTo>
                  <a:pt x="702383" y="125624"/>
                </a:lnTo>
                <a:lnTo>
                  <a:pt x="701944" y="126430"/>
                </a:lnTo>
                <a:lnTo>
                  <a:pt x="701448" y="127212"/>
                </a:lnTo>
                <a:lnTo>
                  <a:pt x="700892" y="127972"/>
                </a:lnTo>
                <a:lnTo>
                  <a:pt x="700278" y="128708"/>
                </a:lnTo>
                <a:lnTo>
                  <a:pt x="699606" y="129421"/>
                </a:lnTo>
                <a:lnTo>
                  <a:pt x="698893" y="130093"/>
                </a:lnTo>
                <a:lnTo>
                  <a:pt x="698157" y="130707"/>
                </a:lnTo>
                <a:lnTo>
                  <a:pt x="697398" y="131262"/>
                </a:lnTo>
                <a:lnTo>
                  <a:pt x="696615" y="131759"/>
                </a:lnTo>
                <a:lnTo>
                  <a:pt x="695810" y="132198"/>
                </a:lnTo>
                <a:lnTo>
                  <a:pt x="694981" y="132577"/>
                </a:lnTo>
                <a:lnTo>
                  <a:pt x="694129" y="132899"/>
                </a:lnTo>
                <a:lnTo>
                  <a:pt x="693254" y="133162"/>
                </a:lnTo>
                <a:lnTo>
                  <a:pt x="692356" y="133367"/>
                </a:lnTo>
                <a:lnTo>
                  <a:pt x="691435" y="133513"/>
                </a:lnTo>
                <a:lnTo>
                  <a:pt x="690490" y="133600"/>
                </a:lnTo>
                <a:lnTo>
                  <a:pt x="689523" y="133630"/>
                </a:lnTo>
                <a:close/>
                <a:moveTo>
                  <a:pt x="839049" y="126494"/>
                </a:moveTo>
                <a:lnTo>
                  <a:pt x="836327" y="127382"/>
                </a:lnTo>
                <a:lnTo>
                  <a:pt x="833627" y="128192"/>
                </a:lnTo>
                <a:lnTo>
                  <a:pt x="830949" y="128926"/>
                </a:lnTo>
                <a:lnTo>
                  <a:pt x="828293" y="129582"/>
                </a:lnTo>
                <a:lnTo>
                  <a:pt x="825659" y="130160"/>
                </a:lnTo>
                <a:lnTo>
                  <a:pt x="823047" y="130662"/>
                </a:lnTo>
                <a:lnTo>
                  <a:pt x="820456" y="131087"/>
                </a:lnTo>
                <a:lnTo>
                  <a:pt x="817888" y="131434"/>
                </a:lnTo>
                <a:lnTo>
                  <a:pt x="815341" y="131704"/>
                </a:lnTo>
                <a:lnTo>
                  <a:pt x="812817" y="131897"/>
                </a:lnTo>
                <a:lnTo>
                  <a:pt x="810314" y="132013"/>
                </a:lnTo>
                <a:lnTo>
                  <a:pt x="807834" y="132051"/>
                </a:lnTo>
                <a:lnTo>
                  <a:pt x="805401" y="132004"/>
                </a:lnTo>
                <a:lnTo>
                  <a:pt x="803015" y="131863"/>
                </a:lnTo>
                <a:lnTo>
                  <a:pt x="800674" y="131627"/>
                </a:lnTo>
                <a:lnTo>
                  <a:pt x="798378" y="131297"/>
                </a:lnTo>
                <a:lnTo>
                  <a:pt x="796129" y="130873"/>
                </a:lnTo>
                <a:lnTo>
                  <a:pt x="793925" y="130354"/>
                </a:lnTo>
                <a:lnTo>
                  <a:pt x="791767" y="129741"/>
                </a:lnTo>
                <a:lnTo>
                  <a:pt x="789654" y="129034"/>
                </a:lnTo>
                <a:lnTo>
                  <a:pt x="787587" y="128232"/>
                </a:lnTo>
                <a:lnTo>
                  <a:pt x="785566" y="127336"/>
                </a:lnTo>
                <a:lnTo>
                  <a:pt x="783590" y="126346"/>
                </a:lnTo>
                <a:lnTo>
                  <a:pt x="781660" y="125261"/>
                </a:lnTo>
                <a:lnTo>
                  <a:pt x="779788" y="124096"/>
                </a:lnTo>
                <a:lnTo>
                  <a:pt x="777986" y="122864"/>
                </a:lnTo>
                <a:lnTo>
                  <a:pt x="776254" y="121565"/>
                </a:lnTo>
                <a:lnTo>
                  <a:pt x="774592" y="120199"/>
                </a:lnTo>
                <a:lnTo>
                  <a:pt x="773000" y="118767"/>
                </a:lnTo>
                <a:lnTo>
                  <a:pt x="771478" y="117267"/>
                </a:lnTo>
                <a:lnTo>
                  <a:pt x="770026" y="115701"/>
                </a:lnTo>
                <a:lnTo>
                  <a:pt x="768644" y="114067"/>
                </a:lnTo>
                <a:lnTo>
                  <a:pt x="767332" y="112367"/>
                </a:lnTo>
                <a:lnTo>
                  <a:pt x="766090" y="110600"/>
                </a:lnTo>
                <a:lnTo>
                  <a:pt x="764918" y="108765"/>
                </a:lnTo>
                <a:lnTo>
                  <a:pt x="763816" y="106864"/>
                </a:lnTo>
                <a:lnTo>
                  <a:pt x="762794" y="104907"/>
                </a:lnTo>
                <a:lnTo>
                  <a:pt x="761861" y="102906"/>
                </a:lnTo>
                <a:lnTo>
                  <a:pt x="761016" y="100860"/>
                </a:lnTo>
                <a:lnTo>
                  <a:pt x="760260" y="98769"/>
                </a:lnTo>
                <a:lnTo>
                  <a:pt x="759594" y="96635"/>
                </a:lnTo>
                <a:lnTo>
                  <a:pt x="759016" y="94456"/>
                </a:lnTo>
                <a:lnTo>
                  <a:pt x="758527" y="92232"/>
                </a:lnTo>
                <a:lnTo>
                  <a:pt x="758127" y="89964"/>
                </a:lnTo>
                <a:lnTo>
                  <a:pt x="757816" y="87652"/>
                </a:lnTo>
                <a:lnTo>
                  <a:pt x="757593" y="85296"/>
                </a:lnTo>
                <a:lnTo>
                  <a:pt x="757460" y="82895"/>
                </a:lnTo>
                <a:lnTo>
                  <a:pt x="757416" y="80450"/>
                </a:lnTo>
                <a:lnTo>
                  <a:pt x="757516" y="76793"/>
                </a:lnTo>
                <a:lnTo>
                  <a:pt x="757819" y="73241"/>
                </a:lnTo>
                <a:lnTo>
                  <a:pt x="758323" y="69794"/>
                </a:lnTo>
                <a:lnTo>
                  <a:pt x="759028" y="66452"/>
                </a:lnTo>
                <a:lnTo>
                  <a:pt x="759935" y="63214"/>
                </a:lnTo>
                <a:lnTo>
                  <a:pt x="761043" y="60081"/>
                </a:lnTo>
                <a:lnTo>
                  <a:pt x="762354" y="57053"/>
                </a:lnTo>
                <a:lnTo>
                  <a:pt x="763865" y="54129"/>
                </a:lnTo>
                <a:lnTo>
                  <a:pt x="765578" y="51310"/>
                </a:lnTo>
                <a:lnTo>
                  <a:pt x="767493" y="48595"/>
                </a:lnTo>
                <a:lnTo>
                  <a:pt x="769609" y="45985"/>
                </a:lnTo>
                <a:lnTo>
                  <a:pt x="771927" y="43480"/>
                </a:lnTo>
                <a:lnTo>
                  <a:pt x="774388" y="41129"/>
                </a:lnTo>
                <a:lnTo>
                  <a:pt x="776931" y="38982"/>
                </a:lnTo>
                <a:lnTo>
                  <a:pt x="779558" y="37040"/>
                </a:lnTo>
                <a:lnTo>
                  <a:pt x="782269" y="35302"/>
                </a:lnTo>
                <a:lnTo>
                  <a:pt x="785063" y="33769"/>
                </a:lnTo>
                <a:lnTo>
                  <a:pt x="787940" y="32440"/>
                </a:lnTo>
                <a:lnTo>
                  <a:pt x="790901" y="31316"/>
                </a:lnTo>
                <a:lnTo>
                  <a:pt x="793945" y="30396"/>
                </a:lnTo>
                <a:lnTo>
                  <a:pt x="797073" y="29680"/>
                </a:lnTo>
                <a:lnTo>
                  <a:pt x="800284" y="29169"/>
                </a:lnTo>
                <a:lnTo>
                  <a:pt x="803579" y="28862"/>
                </a:lnTo>
                <a:lnTo>
                  <a:pt x="806957" y="28760"/>
                </a:lnTo>
                <a:lnTo>
                  <a:pt x="809497" y="28800"/>
                </a:lnTo>
                <a:lnTo>
                  <a:pt x="812062" y="28919"/>
                </a:lnTo>
                <a:lnTo>
                  <a:pt x="814651" y="29119"/>
                </a:lnTo>
                <a:lnTo>
                  <a:pt x="817264" y="29397"/>
                </a:lnTo>
                <a:lnTo>
                  <a:pt x="819902" y="29756"/>
                </a:lnTo>
                <a:lnTo>
                  <a:pt x="822564" y="30194"/>
                </a:lnTo>
                <a:lnTo>
                  <a:pt x="825251" y="30712"/>
                </a:lnTo>
                <a:lnTo>
                  <a:pt x="827962" y="31309"/>
                </a:lnTo>
                <a:lnTo>
                  <a:pt x="830697" y="31986"/>
                </a:lnTo>
                <a:lnTo>
                  <a:pt x="833457" y="32743"/>
                </a:lnTo>
                <a:lnTo>
                  <a:pt x="836241" y="33579"/>
                </a:lnTo>
                <a:lnTo>
                  <a:pt x="839049" y="34495"/>
                </a:lnTo>
                <a:lnTo>
                  <a:pt x="839049" y="50215"/>
                </a:lnTo>
                <a:lnTo>
                  <a:pt x="836224" y="48973"/>
                </a:lnTo>
                <a:lnTo>
                  <a:pt x="833449" y="47839"/>
                </a:lnTo>
                <a:lnTo>
                  <a:pt x="830724" y="46813"/>
                </a:lnTo>
                <a:lnTo>
                  <a:pt x="828050" y="45895"/>
                </a:lnTo>
                <a:lnTo>
                  <a:pt x="825424" y="45085"/>
                </a:lnTo>
                <a:lnTo>
                  <a:pt x="822849" y="44383"/>
                </a:lnTo>
                <a:lnTo>
                  <a:pt x="820324" y="43789"/>
                </a:lnTo>
                <a:lnTo>
                  <a:pt x="817849" y="43303"/>
                </a:lnTo>
                <a:lnTo>
                  <a:pt x="815424" y="42925"/>
                </a:lnTo>
                <a:lnTo>
                  <a:pt x="813048" y="42655"/>
                </a:lnTo>
                <a:lnTo>
                  <a:pt x="810723" y="42493"/>
                </a:lnTo>
                <a:lnTo>
                  <a:pt x="808447" y="42439"/>
                </a:lnTo>
                <a:lnTo>
                  <a:pt x="806964" y="42469"/>
                </a:lnTo>
                <a:lnTo>
                  <a:pt x="805495" y="42561"/>
                </a:lnTo>
                <a:lnTo>
                  <a:pt x="804041" y="42715"/>
                </a:lnTo>
                <a:lnTo>
                  <a:pt x="802602" y="42929"/>
                </a:lnTo>
                <a:lnTo>
                  <a:pt x="801177" y="43205"/>
                </a:lnTo>
                <a:lnTo>
                  <a:pt x="799767" y="43542"/>
                </a:lnTo>
                <a:lnTo>
                  <a:pt x="798371" y="43941"/>
                </a:lnTo>
                <a:lnTo>
                  <a:pt x="796990" y="44401"/>
                </a:lnTo>
                <a:lnTo>
                  <a:pt x="795624" y="44922"/>
                </a:lnTo>
                <a:lnTo>
                  <a:pt x="794272" y="45504"/>
                </a:lnTo>
                <a:lnTo>
                  <a:pt x="792935" y="46148"/>
                </a:lnTo>
                <a:lnTo>
                  <a:pt x="791612" y="46853"/>
                </a:lnTo>
                <a:lnTo>
                  <a:pt x="790322" y="47623"/>
                </a:lnTo>
                <a:lnTo>
                  <a:pt x="789081" y="48461"/>
                </a:lnTo>
                <a:lnTo>
                  <a:pt x="787891" y="49368"/>
                </a:lnTo>
                <a:lnTo>
                  <a:pt x="786751" y="50343"/>
                </a:lnTo>
                <a:lnTo>
                  <a:pt x="785660" y="51387"/>
                </a:lnTo>
                <a:lnTo>
                  <a:pt x="784619" y="52499"/>
                </a:lnTo>
                <a:lnTo>
                  <a:pt x="783629" y="53680"/>
                </a:lnTo>
                <a:lnTo>
                  <a:pt x="782688" y="54930"/>
                </a:lnTo>
                <a:lnTo>
                  <a:pt x="781797" y="56248"/>
                </a:lnTo>
                <a:lnTo>
                  <a:pt x="780956" y="57635"/>
                </a:lnTo>
                <a:lnTo>
                  <a:pt x="780165" y="59090"/>
                </a:lnTo>
                <a:lnTo>
                  <a:pt x="779424" y="60614"/>
                </a:lnTo>
                <a:lnTo>
                  <a:pt x="778738" y="62176"/>
                </a:lnTo>
                <a:lnTo>
                  <a:pt x="778111" y="63745"/>
                </a:lnTo>
                <a:lnTo>
                  <a:pt x="777544" y="65321"/>
                </a:lnTo>
                <a:lnTo>
                  <a:pt x="777037" y="66905"/>
                </a:lnTo>
                <a:lnTo>
                  <a:pt x="776590" y="68496"/>
                </a:lnTo>
                <a:lnTo>
                  <a:pt x="776202" y="70094"/>
                </a:lnTo>
                <a:lnTo>
                  <a:pt x="775874" y="71700"/>
                </a:lnTo>
                <a:lnTo>
                  <a:pt x="775605" y="73312"/>
                </a:lnTo>
                <a:lnTo>
                  <a:pt x="775396" y="74932"/>
                </a:lnTo>
                <a:lnTo>
                  <a:pt x="775247" y="76559"/>
                </a:lnTo>
                <a:lnTo>
                  <a:pt x="775157" y="78194"/>
                </a:lnTo>
                <a:lnTo>
                  <a:pt x="775128" y="79836"/>
                </a:lnTo>
                <a:lnTo>
                  <a:pt x="775185" y="82026"/>
                </a:lnTo>
                <a:lnTo>
                  <a:pt x="775358" y="84200"/>
                </a:lnTo>
                <a:lnTo>
                  <a:pt x="775646" y="86356"/>
                </a:lnTo>
                <a:lnTo>
                  <a:pt x="776048" y="88496"/>
                </a:lnTo>
                <a:lnTo>
                  <a:pt x="776566" y="90618"/>
                </a:lnTo>
                <a:lnTo>
                  <a:pt x="777199" y="92724"/>
                </a:lnTo>
                <a:lnTo>
                  <a:pt x="777947" y="94813"/>
                </a:lnTo>
                <a:lnTo>
                  <a:pt x="778810" y="96884"/>
                </a:lnTo>
                <a:lnTo>
                  <a:pt x="779789" y="98939"/>
                </a:lnTo>
                <a:lnTo>
                  <a:pt x="780882" y="100977"/>
                </a:lnTo>
                <a:lnTo>
                  <a:pt x="782090" y="102997"/>
                </a:lnTo>
                <a:lnTo>
                  <a:pt x="783414" y="105001"/>
                </a:lnTo>
                <a:lnTo>
                  <a:pt x="784860" y="106913"/>
                </a:lnTo>
                <a:lnTo>
                  <a:pt x="786438" y="108658"/>
                </a:lnTo>
                <a:lnTo>
                  <a:pt x="788146" y="110237"/>
                </a:lnTo>
                <a:lnTo>
                  <a:pt x="789985" y="111650"/>
                </a:lnTo>
                <a:lnTo>
                  <a:pt x="791955" y="112897"/>
                </a:lnTo>
                <a:lnTo>
                  <a:pt x="794056" y="113978"/>
                </a:lnTo>
                <a:lnTo>
                  <a:pt x="796288" y="114892"/>
                </a:lnTo>
                <a:lnTo>
                  <a:pt x="798651" y="115640"/>
                </a:lnTo>
                <a:lnTo>
                  <a:pt x="801145" y="116222"/>
                </a:lnTo>
                <a:lnTo>
                  <a:pt x="803770" y="116637"/>
                </a:lnTo>
                <a:lnTo>
                  <a:pt x="806525" y="116887"/>
                </a:lnTo>
                <a:lnTo>
                  <a:pt x="809412" y="116970"/>
                </a:lnTo>
                <a:lnTo>
                  <a:pt x="810302" y="116965"/>
                </a:lnTo>
                <a:lnTo>
                  <a:pt x="811190" y="116949"/>
                </a:lnTo>
                <a:lnTo>
                  <a:pt x="812075" y="116923"/>
                </a:lnTo>
                <a:lnTo>
                  <a:pt x="812958" y="116887"/>
                </a:lnTo>
                <a:lnTo>
                  <a:pt x="813839" y="116841"/>
                </a:lnTo>
                <a:lnTo>
                  <a:pt x="814717" y="116784"/>
                </a:lnTo>
                <a:lnTo>
                  <a:pt x="815592" y="116717"/>
                </a:lnTo>
                <a:lnTo>
                  <a:pt x="816466" y="116640"/>
                </a:lnTo>
                <a:lnTo>
                  <a:pt x="817336" y="116552"/>
                </a:lnTo>
                <a:lnTo>
                  <a:pt x="818205" y="116454"/>
                </a:lnTo>
                <a:lnTo>
                  <a:pt x="819070" y="116346"/>
                </a:lnTo>
                <a:lnTo>
                  <a:pt x="819934" y="116227"/>
                </a:lnTo>
                <a:lnTo>
                  <a:pt x="820857" y="116076"/>
                </a:lnTo>
                <a:lnTo>
                  <a:pt x="821902" y="115869"/>
                </a:lnTo>
                <a:lnTo>
                  <a:pt x="823069" y="115607"/>
                </a:lnTo>
                <a:lnTo>
                  <a:pt x="824357" y="115290"/>
                </a:lnTo>
                <a:lnTo>
                  <a:pt x="825767" y="114918"/>
                </a:lnTo>
                <a:lnTo>
                  <a:pt x="827299" y="114491"/>
                </a:lnTo>
                <a:lnTo>
                  <a:pt x="828953" y="114008"/>
                </a:lnTo>
                <a:lnTo>
                  <a:pt x="830729" y="113470"/>
                </a:lnTo>
                <a:lnTo>
                  <a:pt x="832626" y="112877"/>
                </a:lnTo>
                <a:lnTo>
                  <a:pt x="834645" y="112229"/>
                </a:lnTo>
                <a:lnTo>
                  <a:pt x="836786" y="111525"/>
                </a:lnTo>
                <a:lnTo>
                  <a:pt x="839049" y="110766"/>
                </a:lnTo>
                <a:lnTo>
                  <a:pt x="839049" y="126494"/>
                </a:lnTo>
                <a:close/>
                <a:moveTo>
                  <a:pt x="928336" y="107226"/>
                </a:moveTo>
                <a:lnTo>
                  <a:pt x="927073" y="109238"/>
                </a:lnTo>
                <a:lnTo>
                  <a:pt x="925768" y="111166"/>
                </a:lnTo>
                <a:lnTo>
                  <a:pt x="924421" y="113009"/>
                </a:lnTo>
                <a:lnTo>
                  <a:pt x="923032" y="114768"/>
                </a:lnTo>
                <a:lnTo>
                  <a:pt x="921600" y="116442"/>
                </a:lnTo>
                <a:lnTo>
                  <a:pt x="920127" y="118032"/>
                </a:lnTo>
                <a:lnTo>
                  <a:pt x="918612" y="119538"/>
                </a:lnTo>
                <a:lnTo>
                  <a:pt x="917054" y="120959"/>
                </a:lnTo>
                <a:lnTo>
                  <a:pt x="915455" y="122296"/>
                </a:lnTo>
                <a:lnTo>
                  <a:pt x="913814" y="123549"/>
                </a:lnTo>
                <a:lnTo>
                  <a:pt x="912130" y="124717"/>
                </a:lnTo>
                <a:lnTo>
                  <a:pt x="910405" y="125801"/>
                </a:lnTo>
                <a:lnTo>
                  <a:pt x="908671" y="126799"/>
                </a:lnTo>
                <a:lnTo>
                  <a:pt x="906960" y="127711"/>
                </a:lnTo>
                <a:lnTo>
                  <a:pt x="905273" y="128536"/>
                </a:lnTo>
                <a:lnTo>
                  <a:pt x="903610" y="129274"/>
                </a:lnTo>
                <a:lnTo>
                  <a:pt x="901970" y="129925"/>
                </a:lnTo>
                <a:lnTo>
                  <a:pt x="900354" y="130489"/>
                </a:lnTo>
                <a:lnTo>
                  <a:pt x="898762" y="130966"/>
                </a:lnTo>
                <a:lnTo>
                  <a:pt x="897194" y="131357"/>
                </a:lnTo>
                <a:lnTo>
                  <a:pt x="895650" y="131661"/>
                </a:lnTo>
                <a:lnTo>
                  <a:pt x="894129" y="131878"/>
                </a:lnTo>
                <a:lnTo>
                  <a:pt x="892632" y="132008"/>
                </a:lnTo>
                <a:lnTo>
                  <a:pt x="891159" y="132051"/>
                </a:lnTo>
                <a:lnTo>
                  <a:pt x="889130" y="131978"/>
                </a:lnTo>
                <a:lnTo>
                  <a:pt x="887136" y="131757"/>
                </a:lnTo>
                <a:lnTo>
                  <a:pt x="885177" y="131388"/>
                </a:lnTo>
                <a:lnTo>
                  <a:pt x="883252" y="130873"/>
                </a:lnTo>
                <a:lnTo>
                  <a:pt x="881363" y="130209"/>
                </a:lnTo>
                <a:lnTo>
                  <a:pt x="879508" y="129399"/>
                </a:lnTo>
                <a:lnTo>
                  <a:pt x="877687" y="128441"/>
                </a:lnTo>
                <a:lnTo>
                  <a:pt x="875902" y="127336"/>
                </a:lnTo>
                <a:lnTo>
                  <a:pt x="874151" y="126083"/>
                </a:lnTo>
                <a:lnTo>
                  <a:pt x="872434" y="124684"/>
                </a:lnTo>
                <a:lnTo>
                  <a:pt x="870753" y="123136"/>
                </a:lnTo>
                <a:lnTo>
                  <a:pt x="869106" y="121442"/>
                </a:lnTo>
                <a:lnTo>
                  <a:pt x="867545" y="119597"/>
                </a:lnTo>
                <a:lnTo>
                  <a:pt x="866119" y="117601"/>
                </a:lnTo>
                <a:lnTo>
                  <a:pt x="864829" y="115452"/>
                </a:lnTo>
                <a:lnTo>
                  <a:pt x="863675" y="113151"/>
                </a:lnTo>
                <a:lnTo>
                  <a:pt x="862656" y="110697"/>
                </a:lnTo>
                <a:lnTo>
                  <a:pt x="861774" y="108092"/>
                </a:lnTo>
                <a:lnTo>
                  <a:pt x="861027" y="105334"/>
                </a:lnTo>
                <a:lnTo>
                  <a:pt x="860416" y="102424"/>
                </a:lnTo>
                <a:lnTo>
                  <a:pt x="859941" y="99362"/>
                </a:lnTo>
                <a:lnTo>
                  <a:pt x="859601" y="96147"/>
                </a:lnTo>
                <a:lnTo>
                  <a:pt x="859397" y="92781"/>
                </a:lnTo>
                <a:lnTo>
                  <a:pt x="859329" y="89262"/>
                </a:lnTo>
                <a:lnTo>
                  <a:pt x="859375" y="86452"/>
                </a:lnTo>
                <a:lnTo>
                  <a:pt x="859510" y="83693"/>
                </a:lnTo>
                <a:lnTo>
                  <a:pt x="859735" y="80984"/>
                </a:lnTo>
                <a:lnTo>
                  <a:pt x="860050" y="78326"/>
                </a:lnTo>
                <a:lnTo>
                  <a:pt x="860456" y="75718"/>
                </a:lnTo>
                <a:lnTo>
                  <a:pt x="860952" y="73161"/>
                </a:lnTo>
                <a:lnTo>
                  <a:pt x="861537" y="70654"/>
                </a:lnTo>
                <a:lnTo>
                  <a:pt x="862213" y="68198"/>
                </a:lnTo>
                <a:lnTo>
                  <a:pt x="862979" y="65793"/>
                </a:lnTo>
                <a:lnTo>
                  <a:pt x="863835" y="63438"/>
                </a:lnTo>
                <a:lnTo>
                  <a:pt x="864782" y="61133"/>
                </a:lnTo>
                <a:lnTo>
                  <a:pt x="865818" y="58879"/>
                </a:lnTo>
                <a:lnTo>
                  <a:pt x="866930" y="56690"/>
                </a:lnTo>
                <a:lnTo>
                  <a:pt x="868103" y="54578"/>
                </a:lnTo>
                <a:lnTo>
                  <a:pt x="869336" y="52544"/>
                </a:lnTo>
                <a:lnTo>
                  <a:pt x="870631" y="50589"/>
                </a:lnTo>
                <a:lnTo>
                  <a:pt x="871986" y="48711"/>
                </a:lnTo>
                <a:lnTo>
                  <a:pt x="873403" y="46911"/>
                </a:lnTo>
                <a:lnTo>
                  <a:pt x="874880" y="45189"/>
                </a:lnTo>
                <a:lnTo>
                  <a:pt x="876418" y="43545"/>
                </a:lnTo>
                <a:lnTo>
                  <a:pt x="878017" y="41978"/>
                </a:lnTo>
                <a:lnTo>
                  <a:pt x="879677" y="40490"/>
                </a:lnTo>
                <a:lnTo>
                  <a:pt x="881398" y="39080"/>
                </a:lnTo>
                <a:lnTo>
                  <a:pt x="883179" y="37748"/>
                </a:lnTo>
                <a:lnTo>
                  <a:pt x="885027" y="36508"/>
                </a:lnTo>
                <a:lnTo>
                  <a:pt x="886947" y="35377"/>
                </a:lnTo>
                <a:lnTo>
                  <a:pt x="888939" y="34353"/>
                </a:lnTo>
                <a:lnTo>
                  <a:pt x="891003" y="33437"/>
                </a:lnTo>
                <a:lnTo>
                  <a:pt x="893138" y="32628"/>
                </a:lnTo>
                <a:lnTo>
                  <a:pt x="895345" y="31928"/>
                </a:lnTo>
                <a:lnTo>
                  <a:pt x="897625" y="31335"/>
                </a:lnTo>
                <a:lnTo>
                  <a:pt x="899976" y="30850"/>
                </a:lnTo>
                <a:lnTo>
                  <a:pt x="902399" y="30473"/>
                </a:lnTo>
                <a:lnTo>
                  <a:pt x="904893" y="30203"/>
                </a:lnTo>
                <a:lnTo>
                  <a:pt x="907460" y="30042"/>
                </a:lnTo>
                <a:lnTo>
                  <a:pt x="910098" y="29988"/>
                </a:lnTo>
                <a:lnTo>
                  <a:pt x="910906" y="29994"/>
                </a:lnTo>
                <a:lnTo>
                  <a:pt x="911779" y="30015"/>
                </a:lnTo>
                <a:lnTo>
                  <a:pt x="912718" y="30048"/>
                </a:lnTo>
                <a:lnTo>
                  <a:pt x="913722" y="30095"/>
                </a:lnTo>
                <a:lnTo>
                  <a:pt x="914793" y="30155"/>
                </a:lnTo>
                <a:lnTo>
                  <a:pt x="915929" y="30229"/>
                </a:lnTo>
                <a:lnTo>
                  <a:pt x="917131" y="30316"/>
                </a:lnTo>
                <a:lnTo>
                  <a:pt x="918399" y="30416"/>
                </a:lnTo>
                <a:lnTo>
                  <a:pt x="919732" y="30530"/>
                </a:lnTo>
                <a:lnTo>
                  <a:pt x="921132" y="30658"/>
                </a:lnTo>
                <a:lnTo>
                  <a:pt x="922597" y="30798"/>
                </a:lnTo>
                <a:lnTo>
                  <a:pt x="924128" y="30952"/>
                </a:lnTo>
                <a:lnTo>
                  <a:pt x="924371" y="30982"/>
                </a:lnTo>
                <a:lnTo>
                  <a:pt x="924634" y="31013"/>
                </a:lnTo>
                <a:lnTo>
                  <a:pt x="924917" y="31045"/>
                </a:lnTo>
                <a:lnTo>
                  <a:pt x="925219" y="31079"/>
                </a:lnTo>
                <a:lnTo>
                  <a:pt x="925540" y="31114"/>
                </a:lnTo>
                <a:lnTo>
                  <a:pt x="925881" y="31150"/>
                </a:lnTo>
                <a:lnTo>
                  <a:pt x="926242" y="31187"/>
                </a:lnTo>
                <a:lnTo>
                  <a:pt x="926622" y="31225"/>
                </a:lnTo>
                <a:lnTo>
                  <a:pt x="927021" y="31265"/>
                </a:lnTo>
                <a:lnTo>
                  <a:pt x="927440" y="31305"/>
                </a:lnTo>
                <a:lnTo>
                  <a:pt x="927878" y="31347"/>
                </a:lnTo>
                <a:lnTo>
                  <a:pt x="928336" y="31391"/>
                </a:lnTo>
                <a:lnTo>
                  <a:pt x="944733" y="31391"/>
                </a:lnTo>
                <a:lnTo>
                  <a:pt x="944733" y="100573"/>
                </a:lnTo>
                <a:lnTo>
                  <a:pt x="944759" y="103488"/>
                </a:lnTo>
                <a:lnTo>
                  <a:pt x="944836" y="106310"/>
                </a:lnTo>
                <a:lnTo>
                  <a:pt x="944963" y="109039"/>
                </a:lnTo>
                <a:lnTo>
                  <a:pt x="945142" y="111675"/>
                </a:lnTo>
                <a:lnTo>
                  <a:pt x="945373" y="114218"/>
                </a:lnTo>
                <a:lnTo>
                  <a:pt x="945654" y="116668"/>
                </a:lnTo>
                <a:lnTo>
                  <a:pt x="945986" y="119026"/>
                </a:lnTo>
                <a:lnTo>
                  <a:pt x="946370" y="121291"/>
                </a:lnTo>
                <a:lnTo>
                  <a:pt x="946805" y="123462"/>
                </a:lnTo>
                <a:lnTo>
                  <a:pt x="947291" y="125541"/>
                </a:lnTo>
                <a:lnTo>
                  <a:pt x="947828" y="127528"/>
                </a:lnTo>
                <a:lnTo>
                  <a:pt x="948416" y="129421"/>
                </a:lnTo>
                <a:lnTo>
                  <a:pt x="931405" y="129421"/>
                </a:lnTo>
                <a:lnTo>
                  <a:pt x="931089" y="128024"/>
                </a:lnTo>
                <a:lnTo>
                  <a:pt x="930784" y="126545"/>
                </a:lnTo>
                <a:lnTo>
                  <a:pt x="930490" y="124983"/>
                </a:lnTo>
                <a:lnTo>
                  <a:pt x="930207" y="123339"/>
                </a:lnTo>
                <a:lnTo>
                  <a:pt x="929935" y="121613"/>
                </a:lnTo>
                <a:lnTo>
                  <a:pt x="929674" y="119804"/>
                </a:lnTo>
                <a:lnTo>
                  <a:pt x="929423" y="117914"/>
                </a:lnTo>
                <a:lnTo>
                  <a:pt x="929184" y="115941"/>
                </a:lnTo>
                <a:lnTo>
                  <a:pt x="928956" y="113885"/>
                </a:lnTo>
                <a:lnTo>
                  <a:pt x="928738" y="111748"/>
                </a:lnTo>
                <a:lnTo>
                  <a:pt x="928532" y="109528"/>
                </a:lnTo>
                <a:lnTo>
                  <a:pt x="928336" y="107226"/>
                </a:lnTo>
                <a:moveTo>
                  <a:pt x="928336" y="87947"/>
                </a:moveTo>
                <a:lnTo>
                  <a:pt x="928336" y="45946"/>
                </a:lnTo>
                <a:lnTo>
                  <a:pt x="926898" y="45582"/>
                </a:lnTo>
                <a:lnTo>
                  <a:pt x="925477" y="45250"/>
                </a:lnTo>
                <a:lnTo>
                  <a:pt x="924073" y="44949"/>
                </a:lnTo>
                <a:lnTo>
                  <a:pt x="922686" y="44680"/>
                </a:lnTo>
                <a:lnTo>
                  <a:pt x="921316" y="44442"/>
                </a:lnTo>
                <a:lnTo>
                  <a:pt x="919963" y="44236"/>
                </a:lnTo>
                <a:lnTo>
                  <a:pt x="918627" y="44062"/>
                </a:lnTo>
                <a:lnTo>
                  <a:pt x="917308" y="43920"/>
                </a:lnTo>
                <a:lnTo>
                  <a:pt x="916006" y="43809"/>
                </a:lnTo>
                <a:lnTo>
                  <a:pt x="914721" y="43730"/>
                </a:lnTo>
                <a:lnTo>
                  <a:pt x="913453" y="43682"/>
                </a:lnTo>
                <a:lnTo>
                  <a:pt x="912203" y="43666"/>
                </a:lnTo>
                <a:lnTo>
                  <a:pt x="909724" y="43747"/>
                </a:lnTo>
                <a:lnTo>
                  <a:pt x="907315" y="43990"/>
                </a:lnTo>
                <a:lnTo>
                  <a:pt x="904977" y="44395"/>
                </a:lnTo>
                <a:lnTo>
                  <a:pt x="902708" y="44962"/>
                </a:lnTo>
                <a:lnTo>
                  <a:pt x="900510" y="45691"/>
                </a:lnTo>
                <a:lnTo>
                  <a:pt x="898382" y="46582"/>
                </a:lnTo>
                <a:lnTo>
                  <a:pt x="896323" y="47635"/>
                </a:lnTo>
                <a:lnTo>
                  <a:pt x="894335" y="48849"/>
                </a:lnTo>
                <a:lnTo>
                  <a:pt x="892416" y="50226"/>
                </a:lnTo>
                <a:lnTo>
                  <a:pt x="890568" y="51765"/>
                </a:lnTo>
                <a:lnTo>
                  <a:pt x="888790" y="53466"/>
                </a:lnTo>
                <a:lnTo>
                  <a:pt x="887081" y="55328"/>
                </a:lnTo>
                <a:lnTo>
                  <a:pt x="885478" y="57330"/>
                </a:lnTo>
                <a:lnTo>
                  <a:pt x="884014" y="59449"/>
                </a:lnTo>
                <a:lnTo>
                  <a:pt x="882689" y="61685"/>
                </a:lnTo>
                <a:lnTo>
                  <a:pt x="881504" y="64038"/>
                </a:lnTo>
                <a:lnTo>
                  <a:pt x="880458" y="66508"/>
                </a:lnTo>
                <a:lnTo>
                  <a:pt x="879551" y="69095"/>
                </a:lnTo>
                <a:lnTo>
                  <a:pt x="878785" y="71798"/>
                </a:lnTo>
                <a:lnTo>
                  <a:pt x="878157" y="74619"/>
                </a:lnTo>
                <a:lnTo>
                  <a:pt x="877669" y="77556"/>
                </a:lnTo>
                <a:lnTo>
                  <a:pt x="877320" y="80610"/>
                </a:lnTo>
                <a:lnTo>
                  <a:pt x="877111" y="83782"/>
                </a:lnTo>
                <a:lnTo>
                  <a:pt x="877042" y="87070"/>
                </a:lnTo>
                <a:lnTo>
                  <a:pt x="877080" y="89446"/>
                </a:lnTo>
                <a:lnTo>
                  <a:pt x="877194" y="91723"/>
                </a:lnTo>
                <a:lnTo>
                  <a:pt x="877384" y="93901"/>
                </a:lnTo>
                <a:lnTo>
                  <a:pt x="877650" y="95979"/>
                </a:lnTo>
                <a:lnTo>
                  <a:pt x="877993" y="97959"/>
                </a:lnTo>
                <a:lnTo>
                  <a:pt x="878412" y="99839"/>
                </a:lnTo>
                <a:lnTo>
                  <a:pt x="878906" y="101619"/>
                </a:lnTo>
                <a:lnTo>
                  <a:pt x="879477" y="103301"/>
                </a:lnTo>
                <a:lnTo>
                  <a:pt x="880124" y="104883"/>
                </a:lnTo>
                <a:lnTo>
                  <a:pt x="880847" y="106366"/>
                </a:lnTo>
                <a:lnTo>
                  <a:pt x="881646" y="107750"/>
                </a:lnTo>
                <a:lnTo>
                  <a:pt x="882522" y="109034"/>
                </a:lnTo>
                <a:lnTo>
                  <a:pt x="883446" y="110218"/>
                </a:lnTo>
                <a:lnTo>
                  <a:pt x="884391" y="111298"/>
                </a:lnTo>
                <a:lnTo>
                  <a:pt x="885358" y="112276"/>
                </a:lnTo>
                <a:lnTo>
                  <a:pt x="886346" y="113151"/>
                </a:lnTo>
                <a:lnTo>
                  <a:pt x="887355" y="113922"/>
                </a:lnTo>
                <a:lnTo>
                  <a:pt x="888386" y="114591"/>
                </a:lnTo>
                <a:lnTo>
                  <a:pt x="889437" y="115157"/>
                </a:lnTo>
                <a:lnTo>
                  <a:pt x="890511" y="115620"/>
                </a:lnTo>
                <a:lnTo>
                  <a:pt x="891605" y="115981"/>
                </a:lnTo>
                <a:lnTo>
                  <a:pt x="892721" y="116238"/>
                </a:lnTo>
                <a:lnTo>
                  <a:pt x="893858" y="116392"/>
                </a:lnTo>
                <a:lnTo>
                  <a:pt x="895017" y="116444"/>
                </a:lnTo>
                <a:lnTo>
                  <a:pt x="896299" y="116390"/>
                </a:lnTo>
                <a:lnTo>
                  <a:pt x="897603" y="116229"/>
                </a:lnTo>
                <a:lnTo>
                  <a:pt x="898930" y="115961"/>
                </a:lnTo>
                <a:lnTo>
                  <a:pt x="900278" y="115586"/>
                </a:lnTo>
                <a:lnTo>
                  <a:pt x="901648" y="115104"/>
                </a:lnTo>
                <a:lnTo>
                  <a:pt x="903040" y="114515"/>
                </a:lnTo>
                <a:lnTo>
                  <a:pt x="904454" y="113818"/>
                </a:lnTo>
                <a:lnTo>
                  <a:pt x="905889" y="113014"/>
                </a:lnTo>
                <a:lnTo>
                  <a:pt x="907347" y="112103"/>
                </a:lnTo>
                <a:lnTo>
                  <a:pt x="908827" y="111085"/>
                </a:lnTo>
                <a:lnTo>
                  <a:pt x="910328" y="109960"/>
                </a:lnTo>
                <a:lnTo>
                  <a:pt x="911852" y="108728"/>
                </a:lnTo>
                <a:lnTo>
                  <a:pt x="913373" y="107404"/>
                </a:lnTo>
                <a:lnTo>
                  <a:pt x="914867" y="106007"/>
                </a:lnTo>
                <a:lnTo>
                  <a:pt x="916335" y="104535"/>
                </a:lnTo>
                <a:lnTo>
                  <a:pt x="917775" y="102989"/>
                </a:lnTo>
                <a:lnTo>
                  <a:pt x="919189" y="101369"/>
                </a:lnTo>
                <a:lnTo>
                  <a:pt x="920576" y="99674"/>
                </a:lnTo>
                <a:lnTo>
                  <a:pt x="921937" y="97905"/>
                </a:lnTo>
                <a:lnTo>
                  <a:pt x="923270" y="96062"/>
                </a:lnTo>
                <a:lnTo>
                  <a:pt x="924577" y="94145"/>
                </a:lnTo>
                <a:lnTo>
                  <a:pt x="925857" y="92153"/>
                </a:lnTo>
                <a:lnTo>
                  <a:pt x="927110" y="90087"/>
                </a:lnTo>
                <a:lnTo>
                  <a:pt x="928336" y="87947"/>
                </a:lnTo>
                <a:close/>
                <a:moveTo>
                  <a:pt x="972467" y="124108"/>
                </a:moveTo>
                <a:lnTo>
                  <a:pt x="972467" y="106799"/>
                </a:lnTo>
                <a:lnTo>
                  <a:pt x="974112" y="107839"/>
                </a:lnTo>
                <a:lnTo>
                  <a:pt x="975772" y="108826"/>
                </a:lnTo>
                <a:lnTo>
                  <a:pt x="977449" y="109761"/>
                </a:lnTo>
                <a:lnTo>
                  <a:pt x="979141" y="110642"/>
                </a:lnTo>
                <a:lnTo>
                  <a:pt x="980849" y="111470"/>
                </a:lnTo>
                <a:lnTo>
                  <a:pt x="982573" y="112246"/>
                </a:lnTo>
                <a:lnTo>
                  <a:pt x="984312" y="112968"/>
                </a:lnTo>
                <a:lnTo>
                  <a:pt x="986068" y="113638"/>
                </a:lnTo>
                <a:lnTo>
                  <a:pt x="987839" y="114254"/>
                </a:lnTo>
                <a:lnTo>
                  <a:pt x="989626" y="114818"/>
                </a:lnTo>
                <a:lnTo>
                  <a:pt x="991429" y="115328"/>
                </a:lnTo>
                <a:lnTo>
                  <a:pt x="993248" y="115786"/>
                </a:lnTo>
                <a:lnTo>
                  <a:pt x="995052" y="116199"/>
                </a:lnTo>
                <a:lnTo>
                  <a:pt x="996809" y="116576"/>
                </a:lnTo>
                <a:lnTo>
                  <a:pt x="998520" y="116918"/>
                </a:lnTo>
                <a:lnTo>
                  <a:pt x="1000185" y="117223"/>
                </a:lnTo>
                <a:lnTo>
                  <a:pt x="1001803" y="117493"/>
                </a:lnTo>
                <a:lnTo>
                  <a:pt x="1003376" y="117726"/>
                </a:lnTo>
                <a:lnTo>
                  <a:pt x="1004901" y="117924"/>
                </a:lnTo>
                <a:lnTo>
                  <a:pt x="1006381" y="118085"/>
                </a:lnTo>
                <a:lnTo>
                  <a:pt x="1007814" y="118211"/>
                </a:lnTo>
                <a:lnTo>
                  <a:pt x="1009202" y="118301"/>
                </a:lnTo>
                <a:lnTo>
                  <a:pt x="1010542" y="118355"/>
                </a:lnTo>
                <a:lnTo>
                  <a:pt x="1011837" y="118373"/>
                </a:lnTo>
                <a:lnTo>
                  <a:pt x="1013849" y="118345"/>
                </a:lnTo>
                <a:lnTo>
                  <a:pt x="1015766" y="118262"/>
                </a:lnTo>
                <a:lnTo>
                  <a:pt x="1017586" y="118124"/>
                </a:lnTo>
                <a:lnTo>
                  <a:pt x="1019310" y="117931"/>
                </a:lnTo>
                <a:lnTo>
                  <a:pt x="1020937" y="117682"/>
                </a:lnTo>
                <a:lnTo>
                  <a:pt x="1022469" y="117379"/>
                </a:lnTo>
                <a:lnTo>
                  <a:pt x="1023904" y="117020"/>
                </a:lnTo>
                <a:lnTo>
                  <a:pt x="1025243" y="116606"/>
                </a:lnTo>
                <a:lnTo>
                  <a:pt x="1026486" y="116136"/>
                </a:lnTo>
                <a:lnTo>
                  <a:pt x="1027632" y="115612"/>
                </a:lnTo>
                <a:lnTo>
                  <a:pt x="1028683" y="115032"/>
                </a:lnTo>
                <a:lnTo>
                  <a:pt x="1029637" y="114397"/>
                </a:lnTo>
                <a:lnTo>
                  <a:pt x="1030505" y="113721"/>
                </a:lnTo>
                <a:lnTo>
                  <a:pt x="1031298" y="113017"/>
                </a:lnTo>
                <a:lnTo>
                  <a:pt x="1032015" y="112286"/>
                </a:lnTo>
                <a:lnTo>
                  <a:pt x="1032657" y="111528"/>
                </a:lnTo>
                <a:lnTo>
                  <a:pt x="1033223" y="110743"/>
                </a:lnTo>
                <a:lnTo>
                  <a:pt x="1033714" y="109930"/>
                </a:lnTo>
                <a:lnTo>
                  <a:pt x="1034129" y="109090"/>
                </a:lnTo>
                <a:lnTo>
                  <a:pt x="1034469" y="108222"/>
                </a:lnTo>
                <a:lnTo>
                  <a:pt x="1034733" y="107328"/>
                </a:lnTo>
                <a:lnTo>
                  <a:pt x="1034922" y="106406"/>
                </a:lnTo>
                <a:lnTo>
                  <a:pt x="1035035" y="105457"/>
                </a:lnTo>
                <a:lnTo>
                  <a:pt x="1035073" y="104480"/>
                </a:lnTo>
                <a:lnTo>
                  <a:pt x="1035055" y="103833"/>
                </a:lnTo>
                <a:lnTo>
                  <a:pt x="1035002" y="103201"/>
                </a:lnTo>
                <a:lnTo>
                  <a:pt x="1034914" y="102585"/>
                </a:lnTo>
                <a:lnTo>
                  <a:pt x="1034791" y="101985"/>
                </a:lnTo>
                <a:lnTo>
                  <a:pt x="1034632" y="101401"/>
                </a:lnTo>
                <a:lnTo>
                  <a:pt x="1034437" y="100832"/>
                </a:lnTo>
                <a:lnTo>
                  <a:pt x="1034208" y="100279"/>
                </a:lnTo>
                <a:lnTo>
                  <a:pt x="1033943" y="99742"/>
                </a:lnTo>
                <a:lnTo>
                  <a:pt x="1033643" y="99220"/>
                </a:lnTo>
                <a:lnTo>
                  <a:pt x="1033307" y="98715"/>
                </a:lnTo>
                <a:lnTo>
                  <a:pt x="1032936" y="98225"/>
                </a:lnTo>
                <a:lnTo>
                  <a:pt x="1032530" y="97751"/>
                </a:lnTo>
                <a:lnTo>
                  <a:pt x="1032054" y="97276"/>
                </a:lnTo>
                <a:lnTo>
                  <a:pt x="1031473" y="96783"/>
                </a:lnTo>
                <a:lnTo>
                  <a:pt x="1030788" y="96271"/>
                </a:lnTo>
                <a:lnTo>
                  <a:pt x="1029997" y="95742"/>
                </a:lnTo>
                <a:lnTo>
                  <a:pt x="1029102" y="95194"/>
                </a:lnTo>
                <a:lnTo>
                  <a:pt x="1028102" y="94628"/>
                </a:lnTo>
                <a:lnTo>
                  <a:pt x="1026998" y="94043"/>
                </a:lnTo>
                <a:lnTo>
                  <a:pt x="1025788" y="93441"/>
                </a:lnTo>
                <a:lnTo>
                  <a:pt x="1024474" y="92820"/>
                </a:lnTo>
                <a:lnTo>
                  <a:pt x="1023056" y="92181"/>
                </a:lnTo>
                <a:lnTo>
                  <a:pt x="1021532" y="91524"/>
                </a:lnTo>
                <a:lnTo>
                  <a:pt x="1019904" y="90848"/>
                </a:lnTo>
                <a:lnTo>
                  <a:pt x="1014292" y="88577"/>
                </a:lnTo>
                <a:lnTo>
                  <a:pt x="1002981" y="84119"/>
                </a:lnTo>
                <a:lnTo>
                  <a:pt x="1000035" y="82946"/>
                </a:lnTo>
                <a:lnTo>
                  <a:pt x="997277" y="81788"/>
                </a:lnTo>
                <a:lnTo>
                  <a:pt x="994706" y="80644"/>
                </a:lnTo>
                <a:lnTo>
                  <a:pt x="992323" y="79515"/>
                </a:lnTo>
                <a:lnTo>
                  <a:pt x="990127" y="78400"/>
                </a:lnTo>
                <a:lnTo>
                  <a:pt x="988119" y="77299"/>
                </a:lnTo>
                <a:lnTo>
                  <a:pt x="986298" y="76213"/>
                </a:lnTo>
                <a:lnTo>
                  <a:pt x="984665" y="75141"/>
                </a:lnTo>
                <a:lnTo>
                  <a:pt x="983219" y="74083"/>
                </a:lnTo>
                <a:lnTo>
                  <a:pt x="981961" y="73040"/>
                </a:lnTo>
                <a:lnTo>
                  <a:pt x="980891" y="72011"/>
                </a:lnTo>
                <a:lnTo>
                  <a:pt x="980008" y="70996"/>
                </a:lnTo>
                <a:lnTo>
                  <a:pt x="979238" y="69985"/>
                </a:lnTo>
                <a:lnTo>
                  <a:pt x="978534" y="68937"/>
                </a:lnTo>
                <a:lnTo>
                  <a:pt x="977898" y="67852"/>
                </a:lnTo>
                <a:lnTo>
                  <a:pt x="977329" y="66731"/>
                </a:lnTo>
                <a:lnTo>
                  <a:pt x="976826" y="65574"/>
                </a:lnTo>
                <a:lnTo>
                  <a:pt x="976391" y="64380"/>
                </a:lnTo>
                <a:lnTo>
                  <a:pt x="976023" y="63149"/>
                </a:lnTo>
                <a:lnTo>
                  <a:pt x="975721" y="61882"/>
                </a:lnTo>
                <a:lnTo>
                  <a:pt x="975487" y="60579"/>
                </a:lnTo>
                <a:lnTo>
                  <a:pt x="975319" y="59239"/>
                </a:lnTo>
                <a:lnTo>
                  <a:pt x="975219" y="57862"/>
                </a:lnTo>
                <a:lnTo>
                  <a:pt x="975185" y="56449"/>
                </a:lnTo>
                <a:lnTo>
                  <a:pt x="975250" y="54463"/>
                </a:lnTo>
                <a:lnTo>
                  <a:pt x="975445" y="52538"/>
                </a:lnTo>
                <a:lnTo>
                  <a:pt x="975769" y="50671"/>
                </a:lnTo>
                <a:lnTo>
                  <a:pt x="976223" y="48865"/>
                </a:lnTo>
                <a:lnTo>
                  <a:pt x="976807" y="47118"/>
                </a:lnTo>
                <a:lnTo>
                  <a:pt x="977520" y="45430"/>
                </a:lnTo>
                <a:lnTo>
                  <a:pt x="978363" y="43803"/>
                </a:lnTo>
                <a:lnTo>
                  <a:pt x="979336" y="42235"/>
                </a:lnTo>
                <a:lnTo>
                  <a:pt x="980438" y="40726"/>
                </a:lnTo>
                <a:lnTo>
                  <a:pt x="981670" y="39277"/>
                </a:lnTo>
                <a:lnTo>
                  <a:pt x="983032" y="37888"/>
                </a:lnTo>
                <a:lnTo>
                  <a:pt x="984524" y="36559"/>
                </a:lnTo>
                <a:lnTo>
                  <a:pt x="986161" y="35313"/>
                </a:lnTo>
                <a:lnTo>
                  <a:pt x="987959" y="34176"/>
                </a:lnTo>
                <a:lnTo>
                  <a:pt x="989919" y="33147"/>
                </a:lnTo>
                <a:lnTo>
                  <a:pt x="992040" y="32226"/>
                </a:lnTo>
                <a:lnTo>
                  <a:pt x="994323" y="31414"/>
                </a:lnTo>
                <a:lnTo>
                  <a:pt x="996766" y="30710"/>
                </a:lnTo>
                <a:lnTo>
                  <a:pt x="999372" y="30114"/>
                </a:lnTo>
                <a:lnTo>
                  <a:pt x="1002138" y="29627"/>
                </a:lnTo>
                <a:lnTo>
                  <a:pt x="1005066" y="29248"/>
                </a:lnTo>
                <a:lnTo>
                  <a:pt x="1008155" y="28977"/>
                </a:lnTo>
                <a:lnTo>
                  <a:pt x="1011406" y="28814"/>
                </a:lnTo>
                <a:lnTo>
                  <a:pt x="1014818" y="28760"/>
                </a:lnTo>
                <a:lnTo>
                  <a:pt x="1017423" y="28792"/>
                </a:lnTo>
                <a:lnTo>
                  <a:pt x="1020004" y="28887"/>
                </a:lnTo>
                <a:lnTo>
                  <a:pt x="1022562" y="29045"/>
                </a:lnTo>
                <a:lnTo>
                  <a:pt x="1025097" y="29267"/>
                </a:lnTo>
                <a:lnTo>
                  <a:pt x="1027608" y="29552"/>
                </a:lnTo>
                <a:lnTo>
                  <a:pt x="1030097" y="29900"/>
                </a:lnTo>
                <a:lnTo>
                  <a:pt x="1032563" y="30312"/>
                </a:lnTo>
                <a:lnTo>
                  <a:pt x="1035005" y="30787"/>
                </a:lnTo>
                <a:lnTo>
                  <a:pt x="1037424" y="31325"/>
                </a:lnTo>
                <a:lnTo>
                  <a:pt x="1039820" y="31927"/>
                </a:lnTo>
                <a:lnTo>
                  <a:pt x="1042193" y="32591"/>
                </a:lnTo>
                <a:lnTo>
                  <a:pt x="1044543" y="33320"/>
                </a:lnTo>
                <a:lnTo>
                  <a:pt x="1044543" y="48226"/>
                </a:lnTo>
                <a:lnTo>
                  <a:pt x="1041867" y="47302"/>
                </a:lnTo>
                <a:lnTo>
                  <a:pt x="1039219" y="46458"/>
                </a:lnTo>
                <a:lnTo>
                  <a:pt x="1036597" y="45694"/>
                </a:lnTo>
                <a:lnTo>
                  <a:pt x="1034001" y="45011"/>
                </a:lnTo>
                <a:lnTo>
                  <a:pt x="1031433" y="44408"/>
                </a:lnTo>
                <a:lnTo>
                  <a:pt x="1028891" y="43886"/>
                </a:lnTo>
                <a:lnTo>
                  <a:pt x="1026377" y="43444"/>
                </a:lnTo>
                <a:lnTo>
                  <a:pt x="1023889" y="43082"/>
                </a:lnTo>
                <a:lnTo>
                  <a:pt x="1021427" y="42801"/>
                </a:lnTo>
                <a:lnTo>
                  <a:pt x="1018993" y="42600"/>
                </a:lnTo>
                <a:lnTo>
                  <a:pt x="1016585" y="42479"/>
                </a:lnTo>
                <a:lnTo>
                  <a:pt x="1014204" y="42439"/>
                </a:lnTo>
                <a:lnTo>
                  <a:pt x="1012511" y="42464"/>
                </a:lnTo>
                <a:lnTo>
                  <a:pt x="1010881" y="42540"/>
                </a:lnTo>
                <a:lnTo>
                  <a:pt x="1009313" y="42666"/>
                </a:lnTo>
                <a:lnTo>
                  <a:pt x="1007808" y="42842"/>
                </a:lnTo>
                <a:lnTo>
                  <a:pt x="1006366" y="43069"/>
                </a:lnTo>
                <a:lnTo>
                  <a:pt x="1004987" y="43346"/>
                </a:lnTo>
                <a:lnTo>
                  <a:pt x="1003670" y="43673"/>
                </a:lnTo>
                <a:lnTo>
                  <a:pt x="1002416" y="44051"/>
                </a:lnTo>
                <a:lnTo>
                  <a:pt x="1001225" y="44480"/>
                </a:lnTo>
                <a:lnTo>
                  <a:pt x="1000096" y="44958"/>
                </a:lnTo>
                <a:lnTo>
                  <a:pt x="999030" y="45487"/>
                </a:lnTo>
                <a:lnTo>
                  <a:pt x="998027" y="46067"/>
                </a:lnTo>
                <a:lnTo>
                  <a:pt x="997095" y="46683"/>
                </a:lnTo>
                <a:lnTo>
                  <a:pt x="996245" y="47325"/>
                </a:lnTo>
                <a:lnTo>
                  <a:pt x="995476" y="47991"/>
                </a:lnTo>
                <a:lnTo>
                  <a:pt x="994787" y="48683"/>
                </a:lnTo>
                <a:lnTo>
                  <a:pt x="994180" y="49399"/>
                </a:lnTo>
                <a:lnTo>
                  <a:pt x="993654" y="50140"/>
                </a:lnTo>
                <a:lnTo>
                  <a:pt x="993208" y="50906"/>
                </a:lnTo>
                <a:lnTo>
                  <a:pt x="992844" y="51697"/>
                </a:lnTo>
                <a:lnTo>
                  <a:pt x="992560" y="52512"/>
                </a:lnTo>
                <a:lnTo>
                  <a:pt x="992358" y="53353"/>
                </a:lnTo>
                <a:lnTo>
                  <a:pt x="992236" y="54219"/>
                </a:lnTo>
                <a:lnTo>
                  <a:pt x="992196" y="55109"/>
                </a:lnTo>
                <a:lnTo>
                  <a:pt x="992231" y="55968"/>
                </a:lnTo>
                <a:lnTo>
                  <a:pt x="992337" y="56798"/>
                </a:lnTo>
                <a:lnTo>
                  <a:pt x="992514" y="57599"/>
                </a:lnTo>
                <a:lnTo>
                  <a:pt x="992761" y="58371"/>
                </a:lnTo>
                <a:lnTo>
                  <a:pt x="993079" y="59113"/>
                </a:lnTo>
                <a:lnTo>
                  <a:pt x="993467" y="59827"/>
                </a:lnTo>
                <a:lnTo>
                  <a:pt x="993926" y="60511"/>
                </a:lnTo>
                <a:lnTo>
                  <a:pt x="994456" y="61167"/>
                </a:lnTo>
                <a:lnTo>
                  <a:pt x="995057" y="61793"/>
                </a:lnTo>
                <a:lnTo>
                  <a:pt x="995728" y="62390"/>
                </a:lnTo>
                <a:lnTo>
                  <a:pt x="996469" y="62958"/>
                </a:lnTo>
                <a:lnTo>
                  <a:pt x="997282" y="63497"/>
                </a:lnTo>
                <a:lnTo>
                  <a:pt x="998158" y="64028"/>
                </a:lnTo>
                <a:lnTo>
                  <a:pt x="999123" y="64572"/>
                </a:lnTo>
                <a:lnTo>
                  <a:pt x="1000175" y="65129"/>
                </a:lnTo>
                <a:lnTo>
                  <a:pt x="1001315" y="65701"/>
                </a:lnTo>
                <a:lnTo>
                  <a:pt x="1002543" y="66285"/>
                </a:lnTo>
                <a:lnTo>
                  <a:pt x="1003858" y="66883"/>
                </a:lnTo>
                <a:lnTo>
                  <a:pt x="1005261" y="67494"/>
                </a:lnTo>
                <a:lnTo>
                  <a:pt x="1006751" y="68118"/>
                </a:lnTo>
                <a:lnTo>
                  <a:pt x="1008330" y="68756"/>
                </a:lnTo>
                <a:lnTo>
                  <a:pt x="1009996" y="69407"/>
                </a:lnTo>
                <a:lnTo>
                  <a:pt x="1011749" y="70072"/>
                </a:lnTo>
                <a:lnTo>
                  <a:pt x="1013591" y="70750"/>
                </a:lnTo>
                <a:lnTo>
                  <a:pt x="1024639" y="74769"/>
                </a:lnTo>
                <a:lnTo>
                  <a:pt x="1027104" y="75694"/>
                </a:lnTo>
                <a:lnTo>
                  <a:pt x="1029444" y="76632"/>
                </a:lnTo>
                <a:lnTo>
                  <a:pt x="1031659" y="77583"/>
                </a:lnTo>
                <a:lnTo>
                  <a:pt x="1033748" y="78548"/>
                </a:lnTo>
                <a:lnTo>
                  <a:pt x="1035712" y="79527"/>
                </a:lnTo>
                <a:lnTo>
                  <a:pt x="1037550" y="80519"/>
                </a:lnTo>
                <a:lnTo>
                  <a:pt x="1039263" y="81525"/>
                </a:lnTo>
                <a:lnTo>
                  <a:pt x="1040850" y="82544"/>
                </a:lnTo>
                <a:lnTo>
                  <a:pt x="1042312" y="83577"/>
                </a:lnTo>
                <a:lnTo>
                  <a:pt x="1043649" y="84623"/>
                </a:lnTo>
                <a:lnTo>
                  <a:pt x="1044860" y="85684"/>
                </a:lnTo>
                <a:lnTo>
                  <a:pt x="1045946" y="86757"/>
                </a:lnTo>
                <a:lnTo>
                  <a:pt x="1046926" y="87860"/>
                </a:lnTo>
                <a:lnTo>
                  <a:pt x="1047821" y="89008"/>
                </a:lnTo>
                <a:lnTo>
                  <a:pt x="1048631" y="90201"/>
                </a:lnTo>
                <a:lnTo>
                  <a:pt x="1049356" y="91440"/>
                </a:lnTo>
                <a:lnTo>
                  <a:pt x="1049995" y="92723"/>
                </a:lnTo>
                <a:lnTo>
                  <a:pt x="1050549" y="94051"/>
                </a:lnTo>
                <a:lnTo>
                  <a:pt x="1051018" y="95424"/>
                </a:lnTo>
                <a:lnTo>
                  <a:pt x="1051402" y="96842"/>
                </a:lnTo>
                <a:lnTo>
                  <a:pt x="1051700" y="98305"/>
                </a:lnTo>
                <a:lnTo>
                  <a:pt x="1051913" y="99814"/>
                </a:lnTo>
                <a:lnTo>
                  <a:pt x="1052041" y="101367"/>
                </a:lnTo>
                <a:lnTo>
                  <a:pt x="1052084" y="102965"/>
                </a:lnTo>
                <a:lnTo>
                  <a:pt x="1052016" y="105051"/>
                </a:lnTo>
                <a:lnTo>
                  <a:pt x="1051812" y="107074"/>
                </a:lnTo>
                <a:lnTo>
                  <a:pt x="1051473" y="109035"/>
                </a:lnTo>
                <a:lnTo>
                  <a:pt x="1050997" y="110933"/>
                </a:lnTo>
                <a:lnTo>
                  <a:pt x="1050386" y="112768"/>
                </a:lnTo>
                <a:lnTo>
                  <a:pt x="1049640" y="114541"/>
                </a:lnTo>
                <a:lnTo>
                  <a:pt x="1048757" y="116251"/>
                </a:lnTo>
                <a:lnTo>
                  <a:pt x="1047739" y="117898"/>
                </a:lnTo>
                <a:lnTo>
                  <a:pt x="1046584" y="119483"/>
                </a:lnTo>
                <a:lnTo>
                  <a:pt x="1045294" y="121005"/>
                </a:lnTo>
                <a:lnTo>
                  <a:pt x="1043869" y="122464"/>
                </a:lnTo>
                <a:lnTo>
                  <a:pt x="1042307" y="123861"/>
                </a:lnTo>
                <a:lnTo>
                  <a:pt x="1040596" y="125169"/>
                </a:lnTo>
                <a:lnTo>
                  <a:pt x="1038723" y="126364"/>
                </a:lnTo>
                <a:lnTo>
                  <a:pt x="1036687" y="127444"/>
                </a:lnTo>
                <a:lnTo>
                  <a:pt x="1034489" y="128411"/>
                </a:lnTo>
                <a:lnTo>
                  <a:pt x="1032127" y="129264"/>
                </a:lnTo>
                <a:lnTo>
                  <a:pt x="1029604" y="130004"/>
                </a:lnTo>
                <a:lnTo>
                  <a:pt x="1026918" y="130629"/>
                </a:lnTo>
                <a:lnTo>
                  <a:pt x="1024069" y="131141"/>
                </a:lnTo>
                <a:lnTo>
                  <a:pt x="1021057" y="131539"/>
                </a:lnTo>
                <a:lnTo>
                  <a:pt x="1017883" y="131824"/>
                </a:lnTo>
                <a:lnTo>
                  <a:pt x="1014547" y="131994"/>
                </a:lnTo>
                <a:lnTo>
                  <a:pt x="1011048" y="132051"/>
                </a:lnTo>
                <a:lnTo>
                  <a:pt x="1007913" y="131996"/>
                </a:lnTo>
                <a:lnTo>
                  <a:pt x="1004764" y="131831"/>
                </a:lnTo>
                <a:lnTo>
                  <a:pt x="1001600" y="131555"/>
                </a:lnTo>
                <a:lnTo>
                  <a:pt x="998421" y="131169"/>
                </a:lnTo>
                <a:lnTo>
                  <a:pt x="995228" y="130672"/>
                </a:lnTo>
                <a:lnTo>
                  <a:pt x="992021" y="130065"/>
                </a:lnTo>
                <a:lnTo>
                  <a:pt x="988798" y="129348"/>
                </a:lnTo>
                <a:lnTo>
                  <a:pt x="985561" y="128521"/>
                </a:lnTo>
                <a:lnTo>
                  <a:pt x="982310" y="127583"/>
                </a:lnTo>
                <a:lnTo>
                  <a:pt x="979043" y="126535"/>
                </a:lnTo>
                <a:lnTo>
                  <a:pt x="975763" y="125377"/>
                </a:lnTo>
                <a:lnTo>
                  <a:pt x="972467" y="124108"/>
                </a:lnTo>
                <a:close/>
                <a:moveTo>
                  <a:pt x="1160574" y="125344"/>
                </a:moveTo>
                <a:lnTo>
                  <a:pt x="1158703" y="126126"/>
                </a:lnTo>
                <a:lnTo>
                  <a:pt x="1156920" y="126853"/>
                </a:lnTo>
                <a:lnTo>
                  <a:pt x="1155225" y="127526"/>
                </a:lnTo>
                <a:lnTo>
                  <a:pt x="1153618" y="128144"/>
                </a:lnTo>
                <a:lnTo>
                  <a:pt x="1152098" y="128708"/>
                </a:lnTo>
                <a:lnTo>
                  <a:pt x="1150666" y="129217"/>
                </a:lnTo>
                <a:lnTo>
                  <a:pt x="1149321" y="129671"/>
                </a:lnTo>
                <a:lnTo>
                  <a:pt x="1148064" y="130071"/>
                </a:lnTo>
                <a:lnTo>
                  <a:pt x="1146895" y="130417"/>
                </a:lnTo>
                <a:lnTo>
                  <a:pt x="1145814" y="130707"/>
                </a:lnTo>
                <a:lnTo>
                  <a:pt x="1144820" y="130944"/>
                </a:lnTo>
                <a:lnTo>
                  <a:pt x="1143914" y="131125"/>
                </a:lnTo>
                <a:lnTo>
                  <a:pt x="1143054" y="131273"/>
                </a:lnTo>
                <a:lnTo>
                  <a:pt x="1142199" y="131408"/>
                </a:lnTo>
                <a:lnTo>
                  <a:pt x="1141349" y="131530"/>
                </a:lnTo>
                <a:lnTo>
                  <a:pt x="1140504" y="131640"/>
                </a:lnTo>
                <a:lnTo>
                  <a:pt x="1139664" y="131736"/>
                </a:lnTo>
                <a:lnTo>
                  <a:pt x="1138828" y="131820"/>
                </a:lnTo>
                <a:lnTo>
                  <a:pt x="1137998" y="131891"/>
                </a:lnTo>
                <a:lnTo>
                  <a:pt x="1137172" y="131948"/>
                </a:lnTo>
                <a:lnTo>
                  <a:pt x="1136351" y="131993"/>
                </a:lnTo>
                <a:lnTo>
                  <a:pt x="1135535" y="132026"/>
                </a:lnTo>
                <a:lnTo>
                  <a:pt x="1134724" y="132045"/>
                </a:lnTo>
                <a:lnTo>
                  <a:pt x="1133918" y="132051"/>
                </a:lnTo>
                <a:lnTo>
                  <a:pt x="1132220" y="132024"/>
                </a:lnTo>
                <a:lnTo>
                  <a:pt x="1130547" y="131942"/>
                </a:lnTo>
                <a:lnTo>
                  <a:pt x="1128898" y="131805"/>
                </a:lnTo>
                <a:lnTo>
                  <a:pt x="1127274" y="131613"/>
                </a:lnTo>
                <a:lnTo>
                  <a:pt x="1125673" y="131366"/>
                </a:lnTo>
                <a:lnTo>
                  <a:pt x="1124098" y="131065"/>
                </a:lnTo>
                <a:lnTo>
                  <a:pt x="1122546" y="130709"/>
                </a:lnTo>
                <a:lnTo>
                  <a:pt x="1121019" y="130298"/>
                </a:lnTo>
                <a:lnTo>
                  <a:pt x="1119516" y="129832"/>
                </a:lnTo>
                <a:lnTo>
                  <a:pt x="1118038" y="129311"/>
                </a:lnTo>
                <a:lnTo>
                  <a:pt x="1116584" y="128736"/>
                </a:lnTo>
                <a:lnTo>
                  <a:pt x="1115154" y="128106"/>
                </a:lnTo>
                <a:lnTo>
                  <a:pt x="1113765" y="127422"/>
                </a:lnTo>
                <a:lnTo>
                  <a:pt x="1112434" y="126686"/>
                </a:lnTo>
                <a:lnTo>
                  <a:pt x="1111162" y="125897"/>
                </a:lnTo>
                <a:lnTo>
                  <a:pt x="1109946" y="125056"/>
                </a:lnTo>
                <a:lnTo>
                  <a:pt x="1108789" y="124163"/>
                </a:lnTo>
                <a:lnTo>
                  <a:pt x="1107690" y="123217"/>
                </a:lnTo>
                <a:lnTo>
                  <a:pt x="1106648" y="122219"/>
                </a:lnTo>
                <a:lnTo>
                  <a:pt x="1105665" y="121169"/>
                </a:lnTo>
                <a:lnTo>
                  <a:pt x="1104739" y="120066"/>
                </a:lnTo>
                <a:lnTo>
                  <a:pt x="1103871" y="118911"/>
                </a:lnTo>
                <a:lnTo>
                  <a:pt x="1103061" y="117704"/>
                </a:lnTo>
                <a:lnTo>
                  <a:pt x="1102308" y="116444"/>
                </a:lnTo>
                <a:lnTo>
                  <a:pt x="1101615" y="115099"/>
                </a:lnTo>
                <a:lnTo>
                  <a:pt x="1100982" y="113638"/>
                </a:lnTo>
                <a:lnTo>
                  <a:pt x="1100409" y="112060"/>
                </a:lnTo>
                <a:lnTo>
                  <a:pt x="1099897" y="110364"/>
                </a:lnTo>
                <a:lnTo>
                  <a:pt x="1099445" y="108552"/>
                </a:lnTo>
                <a:lnTo>
                  <a:pt x="1099053" y="106623"/>
                </a:lnTo>
                <a:lnTo>
                  <a:pt x="1098721" y="104577"/>
                </a:lnTo>
                <a:lnTo>
                  <a:pt x="1098450" y="102414"/>
                </a:lnTo>
                <a:lnTo>
                  <a:pt x="1098239" y="100135"/>
                </a:lnTo>
                <a:lnTo>
                  <a:pt x="1098088" y="97738"/>
                </a:lnTo>
                <a:lnTo>
                  <a:pt x="1097998" y="95224"/>
                </a:lnTo>
                <a:lnTo>
                  <a:pt x="1097968" y="92594"/>
                </a:lnTo>
                <a:lnTo>
                  <a:pt x="1097968" y="53136"/>
                </a:lnTo>
                <a:lnTo>
                  <a:pt x="1073504" y="53136"/>
                </a:lnTo>
                <a:lnTo>
                  <a:pt x="1073504" y="39458"/>
                </a:lnTo>
                <a:lnTo>
                  <a:pt x="1097968" y="39458"/>
                </a:lnTo>
                <a:lnTo>
                  <a:pt x="1097968" y="0"/>
                </a:lnTo>
                <a:lnTo>
                  <a:pt x="1114277" y="0"/>
                </a:lnTo>
                <a:lnTo>
                  <a:pt x="1114277" y="39458"/>
                </a:lnTo>
                <a:lnTo>
                  <a:pt x="1157856" y="39458"/>
                </a:lnTo>
                <a:lnTo>
                  <a:pt x="1157856" y="53136"/>
                </a:lnTo>
                <a:lnTo>
                  <a:pt x="1114277" y="53136"/>
                </a:lnTo>
                <a:lnTo>
                  <a:pt x="1114277" y="92279"/>
                </a:lnTo>
                <a:lnTo>
                  <a:pt x="1114297" y="94200"/>
                </a:lnTo>
                <a:lnTo>
                  <a:pt x="1114355" y="96026"/>
                </a:lnTo>
                <a:lnTo>
                  <a:pt x="1114452" y="97754"/>
                </a:lnTo>
                <a:lnTo>
                  <a:pt x="1114589" y="99386"/>
                </a:lnTo>
                <a:lnTo>
                  <a:pt x="1114764" y="100921"/>
                </a:lnTo>
                <a:lnTo>
                  <a:pt x="1114979" y="102360"/>
                </a:lnTo>
                <a:lnTo>
                  <a:pt x="1115232" y="103701"/>
                </a:lnTo>
                <a:lnTo>
                  <a:pt x="1115524" y="104947"/>
                </a:lnTo>
                <a:lnTo>
                  <a:pt x="1115855" y="106095"/>
                </a:lnTo>
                <a:lnTo>
                  <a:pt x="1116226" y="107147"/>
                </a:lnTo>
                <a:lnTo>
                  <a:pt x="1116635" y="108102"/>
                </a:lnTo>
                <a:lnTo>
                  <a:pt x="1117083" y="108960"/>
                </a:lnTo>
                <a:lnTo>
                  <a:pt x="1117564" y="109752"/>
                </a:lnTo>
                <a:lnTo>
                  <a:pt x="1118071" y="110508"/>
                </a:lnTo>
                <a:lnTo>
                  <a:pt x="1118604" y="111228"/>
                </a:lnTo>
                <a:lnTo>
                  <a:pt x="1119163" y="111912"/>
                </a:lnTo>
                <a:lnTo>
                  <a:pt x="1119748" y="112561"/>
                </a:lnTo>
                <a:lnTo>
                  <a:pt x="1120360" y="113173"/>
                </a:lnTo>
                <a:lnTo>
                  <a:pt x="1120998" y="113750"/>
                </a:lnTo>
                <a:lnTo>
                  <a:pt x="1121662" y="114291"/>
                </a:lnTo>
                <a:lnTo>
                  <a:pt x="1122352" y="114796"/>
                </a:lnTo>
                <a:lnTo>
                  <a:pt x="1123069" y="115265"/>
                </a:lnTo>
                <a:lnTo>
                  <a:pt x="1123811" y="115698"/>
                </a:lnTo>
                <a:lnTo>
                  <a:pt x="1124580" y="116096"/>
                </a:lnTo>
                <a:lnTo>
                  <a:pt x="1125374" y="116459"/>
                </a:lnTo>
                <a:lnTo>
                  <a:pt x="1126191" y="116791"/>
                </a:lnTo>
                <a:lnTo>
                  <a:pt x="1127032" y="117092"/>
                </a:lnTo>
                <a:lnTo>
                  <a:pt x="1127897" y="117361"/>
                </a:lnTo>
                <a:lnTo>
                  <a:pt x="1128786" y="117598"/>
                </a:lnTo>
                <a:lnTo>
                  <a:pt x="1129698" y="117803"/>
                </a:lnTo>
                <a:lnTo>
                  <a:pt x="1130635" y="117977"/>
                </a:lnTo>
                <a:lnTo>
                  <a:pt x="1131595" y="118120"/>
                </a:lnTo>
                <a:lnTo>
                  <a:pt x="1132578" y="118230"/>
                </a:lnTo>
                <a:lnTo>
                  <a:pt x="1133586" y="118309"/>
                </a:lnTo>
                <a:lnTo>
                  <a:pt x="1134617" y="118357"/>
                </a:lnTo>
                <a:lnTo>
                  <a:pt x="1135672" y="118373"/>
                </a:lnTo>
                <a:lnTo>
                  <a:pt x="1137653" y="118321"/>
                </a:lnTo>
                <a:lnTo>
                  <a:pt x="1139652" y="118166"/>
                </a:lnTo>
                <a:lnTo>
                  <a:pt x="1141667" y="117908"/>
                </a:lnTo>
                <a:lnTo>
                  <a:pt x="1143700" y="117546"/>
                </a:lnTo>
                <a:lnTo>
                  <a:pt x="1145749" y="117081"/>
                </a:lnTo>
                <a:lnTo>
                  <a:pt x="1147816" y="116512"/>
                </a:lnTo>
                <a:lnTo>
                  <a:pt x="1149900" y="115840"/>
                </a:lnTo>
                <a:lnTo>
                  <a:pt x="1152000" y="115065"/>
                </a:lnTo>
                <a:lnTo>
                  <a:pt x="1154118" y="114187"/>
                </a:lnTo>
                <a:lnTo>
                  <a:pt x="1156253" y="113205"/>
                </a:lnTo>
                <a:lnTo>
                  <a:pt x="1158405" y="112119"/>
                </a:lnTo>
                <a:lnTo>
                  <a:pt x="1160574" y="110931"/>
                </a:lnTo>
                <a:lnTo>
                  <a:pt x="1160574" y="12534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17" name="Original vector context 17">
            <a:extLst xmlns:a="http://schemas.openxmlformats.org/drawingml/2006/main">
              <a:ext uri="{FF2B5EF4-FFF2-40B4-BE49-F238E27FC236}">
                <a16:creationId xmlns:a16="http://schemas.microsoft.com/office/drawing/2014/main" id="{BAA146FC-43CC-41FC-959C-FD63591F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44" y="1787385"/>
            <a:ext cx="4180671" cy="148361"/>
          </a:xfrm>
          <a:custGeom xmlns:a="http://schemas.openxmlformats.org/drawingml/2006/main">
            <a:pathLst>
              <a:path w="4180671" h="148361">
                <a:moveTo>
                  <a:pt x="27357" y="8067"/>
                </a:moveTo>
                <a:lnTo>
                  <a:pt x="29438" y="8133"/>
                </a:lnTo>
                <a:lnTo>
                  <a:pt x="31443" y="8330"/>
                </a:lnTo>
                <a:lnTo>
                  <a:pt x="33372" y="8659"/>
                </a:lnTo>
                <a:lnTo>
                  <a:pt x="35224" y="9119"/>
                </a:lnTo>
                <a:lnTo>
                  <a:pt x="37001" y="9711"/>
                </a:lnTo>
                <a:lnTo>
                  <a:pt x="38701" y="10434"/>
                </a:lnTo>
                <a:lnTo>
                  <a:pt x="40326" y="11289"/>
                </a:lnTo>
                <a:lnTo>
                  <a:pt x="41874" y="12276"/>
                </a:lnTo>
                <a:lnTo>
                  <a:pt x="43346" y="13394"/>
                </a:lnTo>
                <a:lnTo>
                  <a:pt x="44742" y="14643"/>
                </a:lnTo>
                <a:lnTo>
                  <a:pt x="46062" y="16024"/>
                </a:lnTo>
                <a:lnTo>
                  <a:pt x="47305" y="17537"/>
                </a:lnTo>
                <a:lnTo>
                  <a:pt x="48461" y="19154"/>
                </a:lnTo>
                <a:lnTo>
                  <a:pt x="49516" y="20849"/>
                </a:lnTo>
                <a:lnTo>
                  <a:pt x="50470" y="22622"/>
                </a:lnTo>
                <a:lnTo>
                  <a:pt x="51324" y="24473"/>
                </a:lnTo>
                <a:lnTo>
                  <a:pt x="52078" y="26402"/>
                </a:lnTo>
                <a:lnTo>
                  <a:pt x="52731" y="28409"/>
                </a:lnTo>
                <a:lnTo>
                  <a:pt x="53283" y="30494"/>
                </a:lnTo>
                <a:lnTo>
                  <a:pt x="53735" y="32657"/>
                </a:lnTo>
                <a:lnTo>
                  <a:pt x="54087" y="34898"/>
                </a:lnTo>
                <a:lnTo>
                  <a:pt x="54338" y="37217"/>
                </a:lnTo>
                <a:lnTo>
                  <a:pt x="54489" y="39613"/>
                </a:lnTo>
                <a:lnTo>
                  <a:pt x="54539" y="42088"/>
                </a:lnTo>
                <a:lnTo>
                  <a:pt x="54489" y="44576"/>
                </a:lnTo>
                <a:lnTo>
                  <a:pt x="54338" y="46985"/>
                </a:lnTo>
                <a:lnTo>
                  <a:pt x="54087" y="49314"/>
                </a:lnTo>
                <a:lnTo>
                  <a:pt x="53735" y="51563"/>
                </a:lnTo>
                <a:lnTo>
                  <a:pt x="53283" y="53732"/>
                </a:lnTo>
                <a:lnTo>
                  <a:pt x="52731" y="55822"/>
                </a:lnTo>
                <a:lnTo>
                  <a:pt x="52078" y="57831"/>
                </a:lnTo>
                <a:lnTo>
                  <a:pt x="51324" y="59761"/>
                </a:lnTo>
                <a:lnTo>
                  <a:pt x="50470" y="61611"/>
                </a:lnTo>
                <a:lnTo>
                  <a:pt x="49516" y="63382"/>
                </a:lnTo>
                <a:lnTo>
                  <a:pt x="48461" y="65072"/>
                </a:lnTo>
                <a:lnTo>
                  <a:pt x="47305" y="66683"/>
                </a:lnTo>
                <a:lnTo>
                  <a:pt x="46062" y="68189"/>
                </a:lnTo>
                <a:lnTo>
                  <a:pt x="44742" y="69563"/>
                </a:lnTo>
                <a:lnTo>
                  <a:pt x="43346" y="70807"/>
                </a:lnTo>
                <a:lnTo>
                  <a:pt x="41874" y="71920"/>
                </a:lnTo>
                <a:lnTo>
                  <a:pt x="40326" y="72902"/>
                </a:lnTo>
                <a:lnTo>
                  <a:pt x="38701" y="73753"/>
                </a:lnTo>
                <a:lnTo>
                  <a:pt x="37001" y="74473"/>
                </a:lnTo>
                <a:lnTo>
                  <a:pt x="35224" y="75062"/>
                </a:lnTo>
                <a:lnTo>
                  <a:pt x="33372" y="75520"/>
                </a:lnTo>
                <a:lnTo>
                  <a:pt x="31443" y="75847"/>
                </a:lnTo>
                <a:lnTo>
                  <a:pt x="29438" y="76044"/>
                </a:lnTo>
                <a:lnTo>
                  <a:pt x="27357" y="76109"/>
                </a:lnTo>
                <a:lnTo>
                  <a:pt x="25276" y="76044"/>
                </a:lnTo>
                <a:lnTo>
                  <a:pt x="23270" y="75847"/>
                </a:lnTo>
                <a:lnTo>
                  <a:pt x="21340" y="75520"/>
                </a:lnTo>
                <a:lnTo>
                  <a:pt x="19485" y="75062"/>
                </a:lnTo>
                <a:lnTo>
                  <a:pt x="17706" y="74473"/>
                </a:lnTo>
                <a:lnTo>
                  <a:pt x="16002" y="73753"/>
                </a:lnTo>
                <a:lnTo>
                  <a:pt x="14374" y="72902"/>
                </a:lnTo>
                <a:lnTo>
                  <a:pt x="12821" y="71920"/>
                </a:lnTo>
                <a:lnTo>
                  <a:pt x="11344" y="70807"/>
                </a:lnTo>
                <a:lnTo>
                  <a:pt x="9942" y="69563"/>
                </a:lnTo>
                <a:lnTo>
                  <a:pt x="8616" y="68189"/>
                </a:lnTo>
                <a:lnTo>
                  <a:pt x="7365" y="66683"/>
                </a:lnTo>
                <a:lnTo>
                  <a:pt x="6203" y="65072"/>
                </a:lnTo>
                <a:lnTo>
                  <a:pt x="5142" y="63382"/>
                </a:lnTo>
                <a:lnTo>
                  <a:pt x="4181" y="61611"/>
                </a:lnTo>
                <a:lnTo>
                  <a:pt x="3322" y="59761"/>
                </a:lnTo>
                <a:lnTo>
                  <a:pt x="2564" y="57831"/>
                </a:lnTo>
                <a:lnTo>
                  <a:pt x="1907" y="55822"/>
                </a:lnTo>
                <a:lnTo>
                  <a:pt x="1351" y="53732"/>
                </a:lnTo>
                <a:lnTo>
                  <a:pt x="896" y="51563"/>
                </a:lnTo>
                <a:lnTo>
                  <a:pt x="543" y="49314"/>
                </a:lnTo>
                <a:lnTo>
                  <a:pt x="290" y="46985"/>
                </a:lnTo>
                <a:lnTo>
                  <a:pt x="138" y="44576"/>
                </a:lnTo>
                <a:lnTo>
                  <a:pt x="88" y="42088"/>
                </a:lnTo>
                <a:lnTo>
                  <a:pt x="138" y="39613"/>
                </a:lnTo>
                <a:lnTo>
                  <a:pt x="290" y="37217"/>
                </a:lnTo>
                <a:lnTo>
                  <a:pt x="543" y="34898"/>
                </a:lnTo>
                <a:lnTo>
                  <a:pt x="896" y="32657"/>
                </a:lnTo>
                <a:lnTo>
                  <a:pt x="1351" y="30494"/>
                </a:lnTo>
                <a:lnTo>
                  <a:pt x="1907" y="28409"/>
                </a:lnTo>
                <a:lnTo>
                  <a:pt x="2564" y="26402"/>
                </a:lnTo>
                <a:lnTo>
                  <a:pt x="3322" y="24473"/>
                </a:lnTo>
                <a:lnTo>
                  <a:pt x="4181" y="22622"/>
                </a:lnTo>
                <a:lnTo>
                  <a:pt x="5142" y="20849"/>
                </a:lnTo>
                <a:lnTo>
                  <a:pt x="6203" y="19154"/>
                </a:lnTo>
                <a:lnTo>
                  <a:pt x="7365" y="17537"/>
                </a:lnTo>
                <a:lnTo>
                  <a:pt x="8616" y="16024"/>
                </a:lnTo>
                <a:lnTo>
                  <a:pt x="9942" y="14643"/>
                </a:lnTo>
                <a:lnTo>
                  <a:pt x="11344" y="13394"/>
                </a:lnTo>
                <a:lnTo>
                  <a:pt x="12821" y="12276"/>
                </a:lnTo>
                <a:lnTo>
                  <a:pt x="14374" y="11289"/>
                </a:lnTo>
                <a:lnTo>
                  <a:pt x="16002" y="10434"/>
                </a:lnTo>
                <a:lnTo>
                  <a:pt x="17706" y="9711"/>
                </a:lnTo>
                <a:lnTo>
                  <a:pt x="19485" y="9119"/>
                </a:lnTo>
                <a:lnTo>
                  <a:pt x="21340" y="8659"/>
                </a:lnTo>
                <a:lnTo>
                  <a:pt x="23270" y="8330"/>
                </a:lnTo>
                <a:lnTo>
                  <a:pt x="25276" y="8133"/>
                </a:lnTo>
                <a:lnTo>
                  <a:pt x="27357" y="8067"/>
                </a:lnTo>
                <a:moveTo>
                  <a:pt x="27357" y="18940"/>
                </a:moveTo>
                <a:lnTo>
                  <a:pt x="26200" y="18987"/>
                </a:lnTo>
                <a:lnTo>
                  <a:pt x="25097" y="19129"/>
                </a:lnTo>
                <a:lnTo>
                  <a:pt x="24047" y="19365"/>
                </a:lnTo>
                <a:lnTo>
                  <a:pt x="23051" y="19696"/>
                </a:lnTo>
                <a:lnTo>
                  <a:pt x="22108" y="20122"/>
                </a:lnTo>
                <a:lnTo>
                  <a:pt x="21219" y="20642"/>
                </a:lnTo>
                <a:lnTo>
                  <a:pt x="20384" y="21257"/>
                </a:lnTo>
                <a:lnTo>
                  <a:pt x="19602" y="21966"/>
                </a:lnTo>
                <a:lnTo>
                  <a:pt x="18874" y="22770"/>
                </a:lnTo>
                <a:lnTo>
                  <a:pt x="18199" y="23668"/>
                </a:lnTo>
                <a:lnTo>
                  <a:pt x="17578" y="24661"/>
                </a:lnTo>
                <a:lnTo>
                  <a:pt x="17011" y="25749"/>
                </a:lnTo>
                <a:lnTo>
                  <a:pt x="16492" y="26902"/>
                </a:lnTo>
                <a:lnTo>
                  <a:pt x="16019" y="28092"/>
                </a:lnTo>
                <a:lnTo>
                  <a:pt x="15591" y="29320"/>
                </a:lnTo>
                <a:lnTo>
                  <a:pt x="15208" y="30584"/>
                </a:lnTo>
                <a:lnTo>
                  <a:pt x="14870" y="31887"/>
                </a:lnTo>
                <a:lnTo>
                  <a:pt x="14577" y="33226"/>
                </a:lnTo>
                <a:lnTo>
                  <a:pt x="14330" y="34602"/>
                </a:lnTo>
                <a:lnTo>
                  <a:pt x="14127" y="36016"/>
                </a:lnTo>
                <a:lnTo>
                  <a:pt x="13969" y="37467"/>
                </a:lnTo>
                <a:lnTo>
                  <a:pt x="13856" y="38956"/>
                </a:lnTo>
                <a:lnTo>
                  <a:pt x="13789" y="40481"/>
                </a:lnTo>
                <a:lnTo>
                  <a:pt x="13766" y="42044"/>
                </a:lnTo>
                <a:lnTo>
                  <a:pt x="13789" y="43621"/>
                </a:lnTo>
                <a:lnTo>
                  <a:pt x="13856" y="45160"/>
                </a:lnTo>
                <a:lnTo>
                  <a:pt x="13969" y="46660"/>
                </a:lnTo>
                <a:lnTo>
                  <a:pt x="14127" y="48121"/>
                </a:lnTo>
                <a:lnTo>
                  <a:pt x="14330" y="49544"/>
                </a:lnTo>
                <a:lnTo>
                  <a:pt x="14577" y="50929"/>
                </a:lnTo>
                <a:lnTo>
                  <a:pt x="14870" y="52275"/>
                </a:lnTo>
                <a:lnTo>
                  <a:pt x="15208" y="53583"/>
                </a:lnTo>
                <a:lnTo>
                  <a:pt x="15591" y="54853"/>
                </a:lnTo>
                <a:lnTo>
                  <a:pt x="16019" y="56084"/>
                </a:lnTo>
                <a:lnTo>
                  <a:pt x="16492" y="57276"/>
                </a:lnTo>
                <a:lnTo>
                  <a:pt x="17011" y="58430"/>
                </a:lnTo>
                <a:lnTo>
                  <a:pt x="17578" y="59517"/>
                </a:lnTo>
                <a:lnTo>
                  <a:pt x="18199" y="60510"/>
                </a:lnTo>
                <a:lnTo>
                  <a:pt x="18874" y="61408"/>
                </a:lnTo>
                <a:lnTo>
                  <a:pt x="19602" y="62211"/>
                </a:lnTo>
                <a:lnTo>
                  <a:pt x="20384" y="62920"/>
                </a:lnTo>
                <a:lnTo>
                  <a:pt x="21219" y="63535"/>
                </a:lnTo>
                <a:lnTo>
                  <a:pt x="22108" y="64055"/>
                </a:lnTo>
                <a:lnTo>
                  <a:pt x="23051" y="64480"/>
                </a:lnTo>
                <a:lnTo>
                  <a:pt x="24047" y="64811"/>
                </a:lnTo>
                <a:lnTo>
                  <a:pt x="25097" y="65047"/>
                </a:lnTo>
                <a:lnTo>
                  <a:pt x="26200" y="65189"/>
                </a:lnTo>
                <a:lnTo>
                  <a:pt x="27357" y="65237"/>
                </a:lnTo>
                <a:lnTo>
                  <a:pt x="28500" y="65189"/>
                </a:lnTo>
                <a:lnTo>
                  <a:pt x="29592" y="65047"/>
                </a:lnTo>
                <a:lnTo>
                  <a:pt x="30632" y="64811"/>
                </a:lnTo>
                <a:lnTo>
                  <a:pt x="31620" y="64480"/>
                </a:lnTo>
                <a:lnTo>
                  <a:pt x="32556" y="64055"/>
                </a:lnTo>
                <a:lnTo>
                  <a:pt x="33440" y="63535"/>
                </a:lnTo>
                <a:lnTo>
                  <a:pt x="34273" y="62920"/>
                </a:lnTo>
                <a:lnTo>
                  <a:pt x="35054" y="62211"/>
                </a:lnTo>
                <a:lnTo>
                  <a:pt x="35783" y="61408"/>
                </a:lnTo>
                <a:lnTo>
                  <a:pt x="36461" y="60510"/>
                </a:lnTo>
                <a:lnTo>
                  <a:pt x="37086" y="59517"/>
                </a:lnTo>
                <a:lnTo>
                  <a:pt x="37660" y="58430"/>
                </a:lnTo>
                <a:lnTo>
                  <a:pt x="38185" y="57276"/>
                </a:lnTo>
                <a:lnTo>
                  <a:pt x="38665" y="56084"/>
                </a:lnTo>
                <a:lnTo>
                  <a:pt x="39099" y="54853"/>
                </a:lnTo>
                <a:lnTo>
                  <a:pt x="39487" y="53583"/>
                </a:lnTo>
                <a:lnTo>
                  <a:pt x="39829" y="52275"/>
                </a:lnTo>
                <a:lnTo>
                  <a:pt x="40126" y="50929"/>
                </a:lnTo>
                <a:lnTo>
                  <a:pt x="40377" y="49544"/>
                </a:lnTo>
                <a:lnTo>
                  <a:pt x="40583" y="48121"/>
                </a:lnTo>
                <a:lnTo>
                  <a:pt x="40743" y="46660"/>
                </a:lnTo>
                <a:lnTo>
                  <a:pt x="40857" y="45160"/>
                </a:lnTo>
                <a:lnTo>
                  <a:pt x="40925" y="43621"/>
                </a:lnTo>
                <a:lnTo>
                  <a:pt x="40948" y="42044"/>
                </a:lnTo>
                <a:lnTo>
                  <a:pt x="40925" y="40481"/>
                </a:lnTo>
                <a:lnTo>
                  <a:pt x="40857" y="38956"/>
                </a:lnTo>
                <a:lnTo>
                  <a:pt x="40743" y="37467"/>
                </a:lnTo>
                <a:lnTo>
                  <a:pt x="40583" y="36016"/>
                </a:lnTo>
                <a:lnTo>
                  <a:pt x="40377" y="34602"/>
                </a:lnTo>
                <a:lnTo>
                  <a:pt x="40126" y="33226"/>
                </a:lnTo>
                <a:lnTo>
                  <a:pt x="39829" y="31887"/>
                </a:lnTo>
                <a:lnTo>
                  <a:pt x="39487" y="30584"/>
                </a:lnTo>
                <a:lnTo>
                  <a:pt x="39099" y="29320"/>
                </a:lnTo>
                <a:lnTo>
                  <a:pt x="38665" y="28092"/>
                </a:lnTo>
                <a:lnTo>
                  <a:pt x="38185" y="26902"/>
                </a:lnTo>
                <a:lnTo>
                  <a:pt x="37660" y="25749"/>
                </a:lnTo>
                <a:lnTo>
                  <a:pt x="37086" y="24661"/>
                </a:lnTo>
                <a:lnTo>
                  <a:pt x="36461" y="23668"/>
                </a:lnTo>
                <a:lnTo>
                  <a:pt x="35783" y="22770"/>
                </a:lnTo>
                <a:lnTo>
                  <a:pt x="35054" y="21966"/>
                </a:lnTo>
                <a:lnTo>
                  <a:pt x="34273" y="21257"/>
                </a:lnTo>
                <a:lnTo>
                  <a:pt x="33440" y="20642"/>
                </a:lnTo>
                <a:lnTo>
                  <a:pt x="32556" y="20122"/>
                </a:lnTo>
                <a:lnTo>
                  <a:pt x="31620" y="19696"/>
                </a:lnTo>
                <a:lnTo>
                  <a:pt x="30632" y="19365"/>
                </a:lnTo>
                <a:lnTo>
                  <a:pt x="29592" y="19129"/>
                </a:lnTo>
                <a:lnTo>
                  <a:pt x="28500" y="18987"/>
                </a:lnTo>
                <a:lnTo>
                  <a:pt x="27357" y="18940"/>
                </a:lnTo>
                <a:moveTo>
                  <a:pt x="14380" y="148185"/>
                </a:moveTo>
                <a:lnTo>
                  <a:pt x="0" y="148185"/>
                </a:lnTo>
                <a:lnTo>
                  <a:pt x="93032" y="4033"/>
                </a:lnTo>
                <a:lnTo>
                  <a:pt x="107500" y="4033"/>
                </a:lnTo>
                <a:lnTo>
                  <a:pt x="14380" y="148185"/>
                </a:lnTo>
                <a:moveTo>
                  <a:pt x="79792" y="76109"/>
                </a:moveTo>
                <a:lnTo>
                  <a:pt x="81792" y="76173"/>
                </a:lnTo>
                <a:lnTo>
                  <a:pt x="83728" y="76363"/>
                </a:lnTo>
                <a:lnTo>
                  <a:pt x="85601" y="76679"/>
                </a:lnTo>
                <a:lnTo>
                  <a:pt x="87411" y="77123"/>
                </a:lnTo>
                <a:lnTo>
                  <a:pt x="89157" y="77692"/>
                </a:lnTo>
                <a:lnTo>
                  <a:pt x="90840" y="78389"/>
                </a:lnTo>
                <a:lnTo>
                  <a:pt x="92460" y="79212"/>
                </a:lnTo>
                <a:lnTo>
                  <a:pt x="94016" y="80162"/>
                </a:lnTo>
                <a:lnTo>
                  <a:pt x="95509" y="81239"/>
                </a:lnTo>
                <a:lnTo>
                  <a:pt x="96939" y="82442"/>
                </a:lnTo>
                <a:lnTo>
                  <a:pt x="98305" y="83772"/>
                </a:lnTo>
                <a:lnTo>
                  <a:pt x="99608" y="85228"/>
                </a:lnTo>
                <a:lnTo>
                  <a:pt x="100827" y="86785"/>
                </a:lnTo>
                <a:lnTo>
                  <a:pt x="101939" y="88414"/>
                </a:lnTo>
                <a:lnTo>
                  <a:pt x="102946" y="90117"/>
                </a:lnTo>
                <a:lnTo>
                  <a:pt x="103847" y="91892"/>
                </a:lnTo>
                <a:lnTo>
                  <a:pt x="104641" y="93741"/>
                </a:lnTo>
                <a:lnTo>
                  <a:pt x="105330" y="95663"/>
                </a:lnTo>
                <a:lnTo>
                  <a:pt x="105913" y="97658"/>
                </a:lnTo>
                <a:lnTo>
                  <a:pt x="106389" y="99725"/>
                </a:lnTo>
                <a:lnTo>
                  <a:pt x="106760" y="101866"/>
                </a:lnTo>
                <a:lnTo>
                  <a:pt x="107025" y="104080"/>
                </a:lnTo>
                <a:lnTo>
                  <a:pt x="107184" y="106367"/>
                </a:lnTo>
                <a:lnTo>
                  <a:pt x="107237" y="108728"/>
                </a:lnTo>
                <a:lnTo>
                  <a:pt x="107181" y="111440"/>
                </a:lnTo>
                <a:lnTo>
                  <a:pt x="107013" y="114053"/>
                </a:lnTo>
                <a:lnTo>
                  <a:pt x="106733" y="116567"/>
                </a:lnTo>
                <a:lnTo>
                  <a:pt x="106341" y="118982"/>
                </a:lnTo>
                <a:lnTo>
                  <a:pt x="105836" y="121297"/>
                </a:lnTo>
                <a:lnTo>
                  <a:pt x="105220" y="123513"/>
                </a:lnTo>
                <a:lnTo>
                  <a:pt x="104492" y="125630"/>
                </a:lnTo>
                <a:lnTo>
                  <a:pt x="103652" y="127648"/>
                </a:lnTo>
                <a:lnTo>
                  <a:pt x="102699" y="129566"/>
                </a:lnTo>
                <a:lnTo>
                  <a:pt x="101635" y="131385"/>
                </a:lnTo>
                <a:lnTo>
                  <a:pt x="100459" y="133105"/>
                </a:lnTo>
                <a:lnTo>
                  <a:pt x="99170" y="134726"/>
                </a:lnTo>
                <a:lnTo>
                  <a:pt x="97802" y="136231"/>
                </a:lnTo>
                <a:lnTo>
                  <a:pt x="96386" y="137606"/>
                </a:lnTo>
                <a:lnTo>
                  <a:pt x="94923" y="138850"/>
                </a:lnTo>
                <a:lnTo>
                  <a:pt x="93412" y="139962"/>
                </a:lnTo>
                <a:lnTo>
                  <a:pt x="91854" y="140944"/>
                </a:lnTo>
                <a:lnTo>
                  <a:pt x="90248" y="141795"/>
                </a:lnTo>
                <a:lnTo>
                  <a:pt x="88595" y="142515"/>
                </a:lnTo>
                <a:lnTo>
                  <a:pt x="86894" y="143104"/>
                </a:lnTo>
                <a:lnTo>
                  <a:pt x="85146" y="143563"/>
                </a:lnTo>
                <a:lnTo>
                  <a:pt x="83350" y="143890"/>
                </a:lnTo>
                <a:lnTo>
                  <a:pt x="81507" y="144086"/>
                </a:lnTo>
                <a:lnTo>
                  <a:pt x="79617" y="144152"/>
                </a:lnTo>
                <a:lnTo>
                  <a:pt x="77770" y="144089"/>
                </a:lnTo>
                <a:lnTo>
                  <a:pt x="75970" y="143902"/>
                </a:lnTo>
                <a:lnTo>
                  <a:pt x="74219" y="143590"/>
                </a:lnTo>
                <a:lnTo>
                  <a:pt x="72514" y="143153"/>
                </a:lnTo>
                <a:lnTo>
                  <a:pt x="70857" y="142591"/>
                </a:lnTo>
                <a:lnTo>
                  <a:pt x="69248" y="141905"/>
                </a:lnTo>
                <a:lnTo>
                  <a:pt x="67686" y="141093"/>
                </a:lnTo>
                <a:lnTo>
                  <a:pt x="66172" y="140157"/>
                </a:lnTo>
                <a:lnTo>
                  <a:pt x="64705" y="139096"/>
                </a:lnTo>
                <a:lnTo>
                  <a:pt x="63286" y="137910"/>
                </a:lnTo>
                <a:lnTo>
                  <a:pt x="61914" y="136600"/>
                </a:lnTo>
                <a:lnTo>
                  <a:pt x="60589" y="135164"/>
                </a:lnTo>
                <a:lnTo>
                  <a:pt x="59343" y="133617"/>
                </a:lnTo>
                <a:lnTo>
                  <a:pt x="58205" y="131972"/>
                </a:lnTo>
                <a:lnTo>
                  <a:pt x="57175" y="130229"/>
                </a:lnTo>
                <a:lnTo>
                  <a:pt x="56254" y="128388"/>
                </a:lnTo>
                <a:lnTo>
                  <a:pt x="55441" y="126449"/>
                </a:lnTo>
                <a:lnTo>
                  <a:pt x="54736" y="124412"/>
                </a:lnTo>
                <a:lnTo>
                  <a:pt x="54140" y="122277"/>
                </a:lnTo>
                <a:lnTo>
                  <a:pt x="53653" y="120044"/>
                </a:lnTo>
                <a:lnTo>
                  <a:pt x="53273" y="117712"/>
                </a:lnTo>
                <a:lnTo>
                  <a:pt x="53002" y="115283"/>
                </a:lnTo>
                <a:lnTo>
                  <a:pt x="52840" y="112756"/>
                </a:lnTo>
                <a:lnTo>
                  <a:pt x="52785" y="110130"/>
                </a:lnTo>
                <a:lnTo>
                  <a:pt x="52837" y="107628"/>
                </a:lnTo>
                <a:lnTo>
                  <a:pt x="52990" y="105208"/>
                </a:lnTo>
                <a:lnTo>
                  <a:pt x="53246" y="102869"/>
                </a:lnTo>
                <a:lnTo>
                  <a:pt x="53604" y="100612"/>
                </a:lnTo>
                <a:lnTo>
                  <a:pt x="54064" y="98436"/>
                </a:lnTo>
                <a:lnTo>
                  <a:pt x="54627" y="96342"/>
                </a:lnTo>
                <a:lnTo>
                  <a:pt x="55292" y="94330"/>
                </a:lnTo>
                <a:lnTo>
                  <a:pt x="56059" y="92399"/>
                </a:lnTo>
                <a:lnTo>
                  <a:pt x="56929" y="90550"/>
                </a:lnTo>
                <a:lnTo>
                  <a:pt x="57900" y="88782"/>
                </a:lnTo>
                <a:lnTo>
                  <a:pt x="58974" y="87096"/>
                </a:lnTo>
                <a:lnTo>
                  <a:pt x="60151" y="85491"/>
                </a:lnTo>
                <a:lnTo>
                  <a:pt x="61413" y="83993"/>
                </a:lnTo>
                <a:lnTo>
                  <a:pt x="62742" y="82625"/>
                </a:lnTo>
                <a:lnTo>
                  <a:pt x="64140" y="81387"/>
                </a:lnTo>
                <a:lnTo>
                  <a:pt x="65607" y="80279"/>
                </a:lnTo>
                <a:lnTo>
                  <a:pt x="67141" y="79302"/>
                </a:lnTo>
                <a:lnTo>
                  <a:pt x="68744" y="78455"/>
                </a:lnTo>
                <a:lnTo>
                  <a:pt x="70415" y="77738"/>
                </a:lnTo>
                <a:lnTo>
                  <a:pt x="72154" y="77152"/>
                </a:lnTo>
                <a:lnTo>
                  <a:pt x="73961" y="76696"/>
                </a:lnTo>
                <a:lnTo>
                  <a:pt x="75836" y="76370"/>
                </a:lnTo>
                <a:lnTo>
                  <a:pt x="77780" y="76174"/>
                </a:lnTo>
                <a:lnTo>
                  <a:pt x="79792" y="76109"/>
                </a:lnTo>
                <a:moveTo>
                  <a:pt x="80055" y="86982"/>
                </a:moveTo>
                <a:lnTo>
                  <a:pt x="78926" y="87028"/>
                </a:lnTo>
                <a:lnTo>
                  <a:pt x="77846" y="87167"/>
                </a:lnTo>
                <a:lnTo>
                  <a:pt x="76816" y="87399"/>
                </a:lnTo>
                <a:lnTo>
                  <a:pt x="75836" y="87722"/>
                </a:lnTo>
                <a:lnTo>
                  <a:pt x="74907" y="88139"/>
                </a:lnTo>
                <a:lnTo>
                  <a:pt x="74027" y="88648"/>
                </a:lnTo>
                <a:lnTo>
                  <a:pt x="73197" y="89250"/>
                </a:lnTo>
                <a:lnTo>
                  <a:pt x="72417" y="89944"/>
                </a:lnTo>
                <a:lnTo>
                  <a:pt x="71687" y="90731"/>
                </a:lnTo>
                <a:lnTo>
                  <a:pt x="71007" y="91610"/>
                </a:lnTo>
                <a:lnTo>
                  <a:pt x="70376" y="92582"/>
                </a:lnTo>
                <a:lnTo>
                  <a:pt x="69796" y="93646"/>
                </a:lnTo>
                <a:lnTo>
                  <a:pt x="69264" y="94782"/>
                </a:lnTo>
                <a:lnTo>
                  <a:pt x="68778" y="95970"/>
                </a:lnTo>
                <a:lnTo>
                  <a:pt x="68338" y="97208"/>
                </a:lnTo>
                <a:lnTo>
                  <a:pt x="67945" y="98498"/>
                </a:lnTo>
                <a:lnTo>
                  <a:pt x="67598" y="99839"/>
                </a:lnTo>
                <a:lnTo>
                  <a:pt x="67297" y="101231"/>
                </a:lnTo>
                <a:lnTo>
                  <a:pt x="67043" y="102674"/>
                </a:lnTo>
                <a:lnTo>
                  <a:pt x="66834" y="104168"/>
                </a:lnTo>
                <a:lnTo>
                  <a:pt x="66672" y="105713"/>
                </a:lnTo>
                <a:lnTo>
                  <a:pt x="66557" y="107310"/>
                </a:lnTo>
                <a:lnTo>
                  <a:pt x="66487" y="108958"/>
                </a:lnTo>
                <a:lnTo>
                  <a:pt x="66464" y="110657"/>
                </a:lnTo>
                <a:lnTo>
                  <a:pt x="66492" y="112530"/>
                </a:lnTo>
                <a:lnTo>
                  <a:pt x="66576" y="114321"/>
                </a:lnTo>
                <a:lnTo>
                  <a:pt x="66716" y="116030"/>
                </a:lnTo>
                <a:lnTo>
                  <a:pt x="66912" y="117657"/>
                </a:lnTo>
                <a:lnTo>
                  <a:pt x="67164" y="119201"/>
                </a:lnTo>
                <a:lnTo>
                  <a:pt x="67472" y="120663"/>
                </a:lnTo>
                <a:lnTo>
                  <a:pt x="67837" y="122044"/>
                </a:lnTo>
                <a:lnTo>
                  <a:pt x="68257" y="123341"/>
                </a:lnTo>
                <a:lnTo>
                  <a:pt x="68733" y="124557"/>
                </a:lnTo>
                <a:lnTo>
                  <a:pt x="69265" y="125691"/>
                </a:lnTo>
                <a:lnTo>
                  <a:pt x="69853" y="126742"/>
                </a:lnTo>
                <a:lnTo>
                  <a:pt x="70498" y="127711"/>
                </a:lnTo>
                <a:lnTo>
                  <a:pt x="71180" y="128600"/>
                </a:lnTo>
                <a:lnTo>
                  <a:pt x="71881" y="129412"/>
                </a:lnTo>
                <a:lnTo>
                  <a:pt x="72602" y="130147"/>
                </a:lnTo>
                <a:lnTo>
                  <a:pt x="73342" y="130804"/>
                </a:lnTo>
                <a:lnTo>
                  <a:pt x="74102" y="131384"/>
                </a:lnTo>
                <a:lnTo>
                  <a:pt x="74882" y="131887"/>
                </a:lnTo>
                <a:lnTo>
                  <a:pt x="75681" y="132312"/>
                </a:lnTo>
                <a:lnTo>
                  <a:pt x="76499" y="132660"/>
                </a:lnTo>
                <a:lnTo>
                  <a:pt x="77337" y="132931"/>
                </a:lnTo>
                <a:lnTo>
                  <a:pt x="78194" y="133124"/>
                </a:lnTo>
                <a:lnTo>
                  <a:pt x="79071" y="133240"/>
                </a:lnTo>
                <a:lnTo>
                  <a:pt x="79967" y="133279"/>
                </a:lnTo>
                <a:lnTo>
                  <a:pt x="80919" y="133237"/>
                </a:lnTo>
                <a:lnTo>
                  <a:pt x="81845" y="133111"/>
                </a:lnTo>
                <a:lnTo>
                  <a:pt x="82746" y="132901"/>
                </a:lnTo>
                <a:lnTo>
                  <a:pt x="83621" y="132607"/>
                </a:lnTo>
                <a:lnTo>
                  <a:pt x="84470" y="132229"/>
                </a:lnTo>
                <a:lnTo>
                  <a:pt x="85294" y="131766"/>
                </a:lnTo>
                <a:lnTo>
                  <a:pt x="86092" y="131220"/>
                </a:lnTo>
                <a:lnTo>
                  <a:pt x="86865" y="130590"/>
                </a:lnTo>
                <a:lnTo>
                  <a:pt x="87612" y="129876"/>
                </a:lnTo>
                <a:lnTo>
                  <a:pt x="88334" y="129077"/>
                </a:lnTo>
                <a:lnTo>
                  <a:pt x="89030" y="128195"/>
                </a:lnTo>
                <a:lnTo>
                  <a:pt x="89700" y="127229"/>
                </a:lnTo>
                <a:lnTo>
                  <a:pt x="90330" y="126183"/>
                </a:lnTo>
                <a:lnTo>
                  <a:pt x="90906" y="125063"/>
                </a:lnTo>
                <a:lnTo>
                  <a:pt x="91427" y="123869"/>
                </a:lnTo>
                <a:lnTo>
                  <a:pt x="91892" y="122601"/>
                </a:lnTo>
                <a:lnTo>
                  <a:pt x="92303" y="121258"/>
                </a:lnTo>
                <a:lnTo>
                  <a:pt x="92660" y="119841"/>
                </a:lnTo>
                <a:lnTo>
                  <a:pt x="92961" y="118350"/>
                </a:lnTo>
                <a:lnTo>
                  <a:pt x="93208" y="116785"/>
                </a:lnTo>
                <a:lnTo>
                  <a:pt x="93399" y="115145"/>
                </a:lnTo>
                <a:lnTo>
                  <a:pt x="93536" y="113431"/>
                </a:lnTo>
                <a:lnTo>
                  <a:pt x="93619" y="111642"/>
                </a:lnTo>
                <a:lnTo>
                  <a:pt x="93646" y="109780"/>
                </a:lnTo>
                <a:lnTo>
                  <a:pt x="93623" y="108303"/>
                </a:lnTo>
                <a:lnTo>
                  <a:pt x="93555" y="106855"/>
                </a:lnTo>
                <a:lnTo>
                  <a:pt x="93440" y="105434"/>
                </a:lnTo>
                <a:lnTo>
                  <a:pt x="93281" y="104041"/>
                </a:lnTo>
                <a:lnTo>
                  <a:pt x="93075" y="102677"/>
                </a:lnTo>
                <a:lnTo>
                  <a:pt x="92824" y="101340"/>
                </a:lnTo>
                <a:lnTo>
                  <a:pt x="92527" y="100032"/>
                </a:lnTo>
                <a:lnTo>
                  <a:pt x="92185" y="98751"/>
                </a:lnTo>
                <a:lnTo>
                  <a:pt x="91796" y="97499"/>
                </a:lnTo>
                <a:lnTo>
                  <a:pt x="91363" y="96274"/>
                </a:lnTo>
                <a:lnTo>
                  <a:pt x="90883" y="95078"/>
                </a:lnTo>
                <a:lnTo>
                  <a:pt x="90358" y="93909"/>
                </a:lnTo>
                <a:lnTo>
                  <a:pt x="89784" y="92803"/>
                </a:lnTo>
                <a:lnTo>
                  <a:pt x="89158" y="91792"/>
                </a:lnTo>
                <a:lnTo>
                  <a:pt x="88481" y="90878"/>
                </a:lnTo>
                <a:lnTo>
                  <a:pt x="87752" y="90061"/>
                </a:lnTo>
                <a:lnTo>
                  <a:pt x="86971" y="89339"/>
                </a:lnTo>
                <a:lnTo>
                  <a:pt x="86138" y="88714"/>
                </a:lnTo>
                <a:lnTo>
                  <a:pt x="85254" y="88185"/>
                </a:lnTo>
                <a:lnTo>
                  <a:pt x="84317" y="87752"/>
                </a:lnTo>
                <a:lnTo>
                  <a:pt x="83329" y="87415"/>
                </a:lnTo>
                <a:lnTo>
                  <a:pt x="82290" y="87174"/>
                </a:lnTo>
                <a:lnTo>
                  <a:pt x="81198" y="87030"/>
                </a:lnTo>
                <a:lnTo>
                  <a:pt x="80055" y="86982"/>
                </a:lnTo>
                <a:close/>
                <a:moveTo>
                  <a:pt x="156984" y="130473"/>
                </a:moveTo>
                <a:lnTo>
                  <a:pt x="156984" y="25491"/>
                </a:lnTo>
                <a:lnTo>
                  <a:pt x="155760" y="26459"/>
                </a:lnTo>
                <a:lnTo>
                  <a:pt x="154541" y="27402"/>
                </a:lnTo>
                <a:lnTo>
                  <a:pt x="153329" y="28320"/>
                </a:lnTo>
                <a:lnTo>
                  <a:pt x="152123" y="29215"/>
                </a:lnTo>
                <a:lnTo>
                  <a:pt x="150923" y="30085"/>
                </a:lnTo>
                <a:lnTo>
                  <a:pt x="149728" y="30930"/>
                </a:lnTo>
                <a:lnTo>
                  <a:pt x="148540" y="31752"/>
                </a:lnTo>
                <a:lnTo>
                  <a:pt x="147359" y="32549"/>
                </a:lnTo>
                <a:lnTo>
                  <a:pt x="146183" y="33321"/>
                </a:lnTo>
                <a:lnTo>
                  <a:pt x="145013" y="34069"/>
                </a:lnTo>
                <a:lnTo>
                  <a:pt x="143849" y="34793"/>
                </a:lnTo>
                <a:lnTo>
                  <a:pt x="142692" y="35493"/>
                </a:lnTo>
                <a:lnTo>
                  <a:pt x="141501" y="36181"/>
                </a:lnTo>
                <a:lnTo>
                  <a:pt x="140239" y="36871"/>
                </a:lnTo>
                <a:lnTo>
                  <a:pt x="138905" y="37564"/>
                </a:lnTo>
                <a:lnTo>
                  <a:pt x="137499" y="38260"/>
                </a:lnTo>
                <a:lnTo>
                  <a:pt x="136021" y="38957"/>
                </a:lnTo>
                <a:lnTo>
                  <a:pt x="134472" y="39658"/>
                </a:lnTo>
                <a:lnTo>
                  <a:pt x="132850" y="40360"/>
                </a:lnTo>
                <a:lnTo>
                  <a:pt x="131157" y="41065"/>
                </a:lnTo>
                <a:lnTo>
                  <a:pt x="129391" y="41773"/>
                </a:lnTo>
                <a:lnTo>
                  <a:pt x="127554" y="42483"/>
                </a:lnTo>
                <a:lnTo>
                  <a:pt x="125645" y="43195"/>
                </a:lnTo>
                <a:lnTo>
                  <a:pt x="123665" y="43910"/>
                </a:lnTo>
                <a:lnTo>
                  <a:pt x="123665" y="29182"/>
                </a:lnTo>
                <a:lnTo>
                  <a:pt x="126830" y="27791"/>
                </a:lnTo>
                <a:lnTo>
                  <a:pt x="129924" y="26332"/>
                </a:lnTo>
                <a:lnTo>
                  <a:pt x="132948" y="24807"/>
                </a:lnTo>
                <a:lnTo>
                  <a:pt x="135901" y="23214"/>
                </a:lnTo>
                <a:lnTo>
                  <a:pt x="138784" y="21555"/>
                </a:lnTo>
                <a:lnTo>
                  <a:pt x="141596" y="19829"/>
                </a:lnTo>
                <a:lnTo>
                  <a:pt x="144337" y="18036"/>
                </a:lnTo>
                <a:lnTo>
                  <a:pt x="147008" y="16176"/>
                </a:lnTo>
                <a:lnTo>
                  <a:pt x="149608" y="14249"/>
                </a:lnTo>
                <a:lnTo>
                  <a:pt x="152137" y="12255"/>
                </a:lnTo>
                <a:lnTo>
                  <a:pt x="154596" y="10194"/>
                </a:lnTo>
                <a:lnTo>
                  <a:pt x="156984" y="8067"/>
                </a:lnTo>
                <a:lnTo>
                  <a:pt x="173293" y="8067"/>
                </a:lnTo>
                <a:lnTo>
                  <a:pt x="173293" y="130473"/>
                </a:lnTo>
                <a:lnTo>
                  <a:pt x="205999" y="130473"/>
                </a:lnTo>
                <a:lnTo>
                  <a:pt x="205999" y="144152"/>
                </a:lnTo>
                <a:lnTo>
                  <a:pt x="123665" y="144152"/>
                </a:lnTo>
                <a:lnTo>
                  <a:pt x="123665" y="130473"/>
                </a:lnTo>
                <a:lnTo>
                  <a:pt x="156984" y="130473"/>
                </a:lnTo>
                <a:close/>
                <a:moveTo>
                  <a:pt x="375728" y="148361"/>
                </a:moveTo>
                <a:lnTo>
                  <a:pt x="374760" y="148331"/>
                </a:lnTo>
                <a:lnTo>
                  <a:pt x="373816" y="148244"/>
                </a:lnTo>
                <a:lnTo>
                  <a:pt x="372895" y="148097"/>
                </a:lnTo>
                <a:lnTo>
                  <a:pt x="371997" y="147893"/>
                </a:lnTo>
                <a:lnTo>
                  <a:pt x="371122" y="147630"/>
                </a:lnTo>
                <a:lnTo>
                  <a:pt x="370270" y="147308"/>
                </a:lnTo>
                <a:lnTo>
                  <a:pt x="369441" y="146928"/>
                </a:lnTo>
                <a:lnTo>
                  <a:pt x="368635" y="146490"/>
                </a:lnTo>
                <a:lnTo>
                  <a:pt x="367853" y="145993"/>
                </a:lnTo>
                <a:lnTo>
                  <a:pt x="367094" y="145438"/>
                </a:lnTo>
                <a:lnTo>
                  <a:pt x="366357" y="144824"/>
                </a:lnTo>
                <a:lnTo>
                  <a:pt x="365644" y="144152"/>
                </a:lnTo>
                <a:lnTo>
                  <a:pt x="364972" y="143439"/>
                </a:lnTo>
                <a:lnTo>
                  <a:pt x="364358" y="142702"/>
                </a:lnTo>
                <a:lnTo>
                  <a:pt x="363803" y="141943"/>
                </a:lnTo>
                <a:lnTo>
                  <a:pt x="363306" y="141161"/>
                </a:lnTo>
                <a:lnTo>
                  <a:pt x="362868" y="140355"/>
                </a:lnTo>
                <a:lnTo>
                  <a:pt x="362488" y="139526"/>
                </a:lnTo>
                <a:lnTo>
                  <a:pt x="362166" y="138675"/>
                </a:lnTo>
                <a:lnTo>
                  <a:pt x="361903" y="137800"/>
                </a:lnTo>
                <a:lnTo>
                  <a:pt x="361699" y="136901"/>
                </a:lnTo>
                <a:lnTo>
                  <a:pt x="361552" y="135980"/>
                </a:lnTo>
                <a:lnTo>
                  <a:pt x="361465" y="135036"/>
                </a:lnTo>
                <a:lnTo>
                  <a:pt x="361436" y="134068"/>
                </a:lnTo>
                <a:lnTo>
                  <a:pt x="361465" y="133087"/>
                </a:lnTo>
                <a:lnTo>
                  <a:pt x="361554" y="132131"/>
                </a:lnTo>
                <a:lnTo>
                  <a:pt x="361701" y="131199"/>
                </a:lnTo>
                <a:lnTo>
                  <a:pt x="361908" y="130293"/>
                </a:lnTo>
                <a:lnTo>
                  <a:pt x="362174" y="129411"/>
                </a:lnTo>
                <a:lnTo>
                  <a:pt x="362499" y="128555"/>
                </a:lnTo>
                <a:lnTo>
                  <a:pt x="362883" y="127724"/>
                </a:lnTo>
                <a:lnTo>
                  <a:pt x="363326" y="126917"/>
                </a:lnTo>
                <a:lnTo>
                  <a:pt x="363828" y="126135"/>
                </a:lnTo>
                <a:lnTo>
                  <a:pt x="364389" y="125379"/>
                </a:lnTo>
                <a:lnTo>
                  <a:pt x="365009" y="124647"/>
                </a:lnTo>
                <a:lnTo>
                  <a:pt x="365688" y="123941"/>
                </a:lnTo>
                <a:lnTo>
                  <a:pt x="366408" y="123275"/>
                </a:lnTo>
                <a:lnTo>
                  <a:pt x="367148" y="122668"/>
                </a:lnTo>
                <a:lnTo>
                  <a:pt x="367910" y="122118"/>
                </a:lnTo>
                <a:lnTo>
                  <a:pt x="368694" y="121627"/>
                </a:lnTo>
                <a:lnTo>
                  <a:pt x="369498" y="121193"/>
                </a:lnTo>
                <a:lnTo>
                  <a:pt x="370324" y="120817"/>
                </a:lnTo>
                <a:lnTo>
                  <a:pt x="371172" y="120499"/>
                </a:lnTo>
                <a:lnTo>
                  <a:pt x="372040" y="120238"/>
                </a:lnTo>
                <a:lnTo>
                  <a:pt x="372930" y="120036"/>
                </a:lnTo>
                <a:lnTo>
                  <a:pt x="373842" y="119891"/>
                </a:lnTo>
                <a:lnTo>
                  <a:pt x="374774" y="119805"/>
                </a:lnTo>
                <a:lnTo>
                  <a:pt x="375728" y="119776"/>
                </a:lnTo>
                <a:lnTo>
                  <a:pt x="376682" y="119805"/>
                </a:lnTo>
                <a:lnTo>
                  <a:pt x="377614" y="119891"/>
                </a:lnTo>
                <a:lnTo>
                  <a:pt x="378526" y="120036"/>
                </a:lnTo>
                <a:lnTo>
                  <a:pt x="379416" y="120238"/>
                </a:lnTo>
                <a:lnTo>
                  <a:pt x="380284" y="120499"/>
                </a:lnTo>
                <a:lnTo>
                  <a:pt x="381131" y="120817"/>
                </a:lnTo>
                <a:lnTo>
                  <a:pt x="381957" y="121193"/>
                </a:lnTo>
                <a:lnTo>
                  <a:pt x="382762" y="121627"/>
                </a:lnTo>
                <a:lnTo>
                  <a:pt x="383545" y="122118"/>
                </a:lnTo>
                <a:lnTo>
                  <a:pt x="384308" y="122668"/>
                </a:lnTo>
                <a:lnTo>
                  <a:pt x="385048" y="123275"/>
                </a:lnTo>
                <a:lnTo>
                  <a:pt x="385768" y="123941"/>
                </a:lnTo>
                <a:lnTo>
                  <a:pt x="386447" y="124647"/>
                </a:lnTo>
                <a:lnTo>
                  <a:pt x="387067" y="125379"/>
                </a:lnTo>
                <a:lnTo>
                  <a:pt x="387628" y="126135"/>
                </a:lnTo>
                <a:lnTo>
                  <a:pt x="388130" y="126917"/>
                </a:lnTo>
                <a:lnTo>
                  <a:pt x="388573" y="127724"/>
                </a:lnTo>
                <a:lnTo>
                  <a:pt x="388957" y="128555"/>
                </a:lnTo>
                <a:lnTo>
                  <a:pt x="389282" y="129411"/>
                </a:lnTo>
                <a:lnTo>
                  <a:pt x="389548" y="130293"/>
                </a:lnTo>
                <a:lnTo>
                  <a:pt x="389755" y="131199"/>
                </a:lnTo>
                <a:lnTo>
                  <a:pt x="389902" y="132131"/>
                </a:lnTo>
                <a:lnTo>
                  <a:pt x="389991" y="133087"/>
                </a:lnTo>
                <a:lnTo>
                  <a:pt x="390020" y="134068"/>
                </a:lnTo>
                <a:lnTo>
                  <a:pt x="389991" y="135036"/>
                </a:lnTo>
                <a:lnTo>
                  <a:pt x="389903" y="135980"/>
                </a:lnTo>
                <a:lnTo>
                  <a:pt x="389757" y="136901"/>
                </a:lnTo>
                <a:lnTo>
                  <a:pt x="389553" y="137800"/>
                </a:lnTo>
                <a:lnTo>
                  <a:pt x="389290" y="138675"/>
                </a:lnTo>
                <a:lnTo>
                  <a:pt x="388968" y="139526"/>
                </a:lnTo>
                <a:lnTo>
                  <a:pt x="388588" y="140355"/>
                </a:lnTo>
                <a:lnTo>
                  <a:pt x="388150" y="141161"/>
                </a:lnTo>
                <a:lnTo>
                  <a:pt x="387653" y="141943"/>
                </a:lnTo>
                <a:lnTo>
                  <a:pt x="387098" y="142702"/>
                </a:lnTo>
                <a:lnTo>
                  <a:pt x="386484" y="143439"/>
                </a:lnTo>
                <a:lnTo>
                  <a:pt x="385812" y="144152"/>
                </a:lnTo>
                <a:lnTo>
                  <a:pt x="385099" y="144824"/>
                </a:lnTo>
                <a:lnTo>
                  <a:pt x="384362" y="145438"/>
                </a:lnTo>
                <a:lnTo>
                  <a:pt x="383603" y="145993"/>
                </a:lnTo>
                <a:lnTo>
                  <a:pt x="382821" y="146490"/>
                </a:lnTo>
                <a:lnTo>
                  <a:pt x="382015" y="146928"/>
                </a:lnTo>
                <a:lnTo>
                  <a:pt x="381186" y="147308"/>
                </a:lnTo>
                <a:lnTo>
                  <a:pt x="380334" y="147630"/>
                </a:lnTo>
                <a:lnTo>
                  <a:pt x="379459" y="147893"/>
                </a:lnTo>
                <a:lnTo>
                  <a:pt x="378561" y="148097"/>
                </a:lnTo>
                <a:lnTo>
                  <a:pt x="377640" y="148244"/>
                </a:lnTo>
                <a:lnTo>
                  <a:pt x="376696" y="148331"/>
                </a:lnTo>
                <a:lnTo>
                  <a:pt x="375728" y="148361"/>
                </a:lnTo>
                <a:moveTo>
                  <a:pt x="375728" y="72076"/>
                </a:moveTo>
                <a:lnTo>
                  <a:pt x="374760" y="72047"/>
                </a:lnTo>
                <a:lnTo>
                  <a:pt x="373816" y="71959"/>
                </a:lnTo>
                <a:lnTo>
                  <a:pt x="372895" y="71813"/>
                </a:lnTo>
                <a:lnTo>
                  <a:pt x="371997" y="71608"/>
                </a:lnTo>
                <a:lnTo>
                  <a:pt x="371122" y="71345"/>
                </a:lnTo>
                <a:lnTo>
                  <a:pt x="370270" y="71024"/>
                </a:lnTo>
                <a:lnTo>
                  <a:pt x="369441" y="70644"/>
                </a:lnTo>
                <a:lnTo>
                  <a:pt x="368635" y="70205"/>
                </a:lnTo>
                <a:lnTo>
                  <a:pt x="367853" y="69708"/>
                </a:lnTo>
                <a:lnTo>
                  <a:pt x="367094" y="69153"/>
                </a:lnTo>
                <a:lnTo>
                  <a:pt x="366357" y="68539"/>
                </a:lnTo>
                <a:lnTo>
                  <a:pt x="365644" y="67867"/>
                </a:lnTo>
                <a:lnTo>
                  <a:pt x="364972" y="67154"/>
                </a:lnTo>
                <a:lnTo>
                  <a:pt x="364358" y="66418"/>
                </a:lnTo>
                <a:lnTo>
                  <a:pt x="363803" y="65659"/>
                </a:lnTo>
                <a:lnTo>
                  <a:pt x="363306" y="64876"/>
                </a:lnTo>
                <a:lnTo>
                  <a:pt x="362868" y="64070"/>
                </a:lnTo>
                <a:lnTo>
                  <a:pt x="362488" y="63242"/>
                </a:lnTo>
                <a:lnTo>
                  <a:pt x="362166" y="62390"/>
                </a:lnTo>
                <a:lnTo>
                  <a:pt x="361903" y="61515"/>
                </a:lnTo>
                <a:lnTo>
                  <a:pt x="361699" y="60617"/>
                </a:lnTo>
                <a:lnTo>
                  <a:pt x="361552" y="59695"/>
                </a:lnTo>
                <a:lnTo>
                  <a:pt x="361465" y="58751"/>
                </a:lnTo>
                <a:lnTo>
                  <a:pt x="361436" y="57783"/>
                </a:lnTo>
                <a:lnTo>
                  <a:pt x="361465" y="56802"/>
                </a:lnTo>
                <a:lnTo>
                  <a:pt x="361554" y="55846"/>
                </a:lnTo>
                <a:lnTo>
                  <a:pt x="361701" y="54915"/>
                </a:lnTo>
                <a:lnTo>
                  <a:pt x="361908" y="54008"/>
                </a:lnTo>
                <a:lnTo>
                  <a:pt x="362174" y="53127"/>
                </a:lnTo>
                <a:lnTo>
                  <a:pt x="362499" y="52270"/>
                </a:lnTo>
                <a:lnTo>
                  <a:pt x="362883" y="51439"/>
                </a:lnTo>
                <a:lnTo>
                  <a:pt x="363326" y="50632"/>
                </a:lnTo>
                <a:lnTo>
                  <a:pt x="363828" y="49851"/>
                </a:lnTo>
                <a:lnTo>
                  <a:pt x="364389" y="49094"/>
                </a:lnTo>
                <a:lnTo>
                  <a:pt x="365009" y="48363"/>
                </a:lnTo>
                <a:lnTo>
                  <a:pt x="365688" y="47656"/>
                </a:lnTo>
                <a:lnTo>
                  <a:pt x="366408" y="46991"/>
                </a:lnTo>
                <a:lnTo>
                  <a:pt x="367148" y="46383"/>
                </a:lnTo>
                <a:lnTo>
                  <a:pt x="367910" y="45834"/>
                </a:lnTo>
                <a:lnTo>
                  <a:pt x="368694" y="45342"/>
                </a:lnTo>
                <a:lnTo>
                  <a:pt x="369498" y="44908"/>
                </a:lnTo>
                <a:lnTo>
                  <a:pt x="370324" y="44532"/>
                </a:lnTo>
                <a:lnTo>
                  <a:pt x="371172" y="44214"/>
                </a:lnTo>
                <a:lnTo>
                  <a:pt x="372040" y="43954"/>
                </a:lnTo>
                <a:lnTo>
                  <a:pt x="372930" y="43751"/>
                </a:lnTo>
                <a:lnTo>
                  <a:pt x="373842" y="43607"/>
                </a:lnTo>
                <a:lnTo>
                  <a:pt x="374774" y="43520"/>
                </a:lnTo>
                <a:lnTo>
                  <a:pt x="375728" y="43491"/>
                </a:lnTo>
                <a:lnTo>
                  <a:pt x="376682" y="43520"/>
                </a:lnTo>
                <a:lnTo>
                  <a:pt x="377614" y="43607"/>
                </a:lnTo>
                <a:lnTo>
                  <a:pt x="378526" y="43751"/>
                </a:lnTo>
                <a:lnTo>
                  <a:pt x="379416" y="43954"/>
                </a:lnTo>
                <a:lnTo>
                  <a:pt x="380284" y="44214"/>
                </a:lnTo>
                <a:lnTo>
                  <a:pt x="381131" y="44532"/>
                </a:lnTo>
                <a:lnTo>
                  <a:pt x="381957" y="44908"/>
                </a:lnTo>
                <a:lnTo>
                  <a:pt x="382762" y="45342"/>
                </a:lnTo>
                <a:lnTo>
                  <a:pt x="383545" y="45834"/>
                </a:lnTo>
                <a:lnTo>
                  <a:pt x="384308" y="46383"/>
                </a:lnTo>
                <a:lnTo>
                  <a:pt x="385048" y="46991"/>
                </a:lnTo>
                <a:lnTo>
                  <a:pt x="385768" y="47656"/>
                </a:lnTo>
                <a:lnTo>
                  <a:pt x="386447" y="48363"/>
                </a:lnTo>
                <a:lnTo>
                  <a:pt x="387067" y="49094"/>
                </a:lnTo>
                <a:lnTo>
                  <a:pt x="387628" y="49851"/>
                </a:lnTo>
                <a:lnTo>
                  <a:pt x="388130" y="50632"/>
                </a:lnTo>
                <a:lnTo>
                  <a:pt x="388573" y="51439"/>
                </a:lnTo>
                <a:lnTo>
                  <a:pt x="388957" y="52270"/>
                </a:lnTo>
                <a:lnTo>
                  <a:pt x="389282" y="53127"/>
                </a:lnTo>
                <a:lnTo>
                  <a:pt x="389548" y="54008"/>
                </a:lnTo>
                <a:lnTo>
                  <a:pt x="389755" y="54915"/>
                </a:lnTo>
                <a:lnTo>
                  <a:pt x="389902" y="55846"/>
                </a:lnTo>
                <a:lnTo>
                  <a:pt x="389991" y="56802"/>
                </a:lnTo>
                <a:lnTo>
                  <a:pt x="390020" y="57783"/>
                </a:lnTo>
                <a:lnTo>
                  <a:pt x="389991" y="58751"/>
                </a:lnTo>
                <a:lnTo>
                  <a:pt x="389903" y="59695"/>
                </a:lnTo>
                <a:lnTo>
                  <a:pt x="389757" y="60617"/>
                </a:lnTo>
                <a:lnTo>
                  <a:pt x="389553" y="61515"/>
                </a:lnTo>
                <a:lnTo>
                  <a:pt x="389290" y="62390"/>
                </a:lnTo>
                <a:lnTo>
                  <a:pt x="388968" y="63242"/>
                </a:lnTo>
                <a:lnTo>
                  <a:pt x="388588" y="64070"/>
                </a:lnTo>
                <a:lnTo>
                  <a:pt x="388150" y="64876"/>
                </a:lnTo>
                <a:lnTo>
                  <a:pt x="387653" y="65659"/>
                </a:lnTo>
                <a:lnTo>
                  <a:pt x="387098" y="66418"/>
                </a:lnTo>
                <a:lnTo>
                  <a:pt x="386484" y="67154"/>
                </a:lnTo>
                <a:lnTo>
                  <a:pt x="385812" y="67867"/>
                </a:lnTo>
                <a:lnTo>
                  <a:pt x="385099" y="68539"/>
                </a:lnTo>
                <a:lnTo>
                  <a:pt x="384362" y="69153"/>
                </a:lnTo>
                <a:lnTo>
                  <a:pt x="383603" y="69708"/>
                </a:lnTo>
                <a:lnTo>
                  <a:pt x="382821" y="70205"/>
                </a:lnTo>
                <a:lnTo>
                  <a:pt x="382015" y="70644"/>
                </a:lnTo>
                <a:lnTo>
                  <a:pt x="381186" y="71024"/>
                </a:lnTo>
                <a:lnTo>
                  <a:pt x="380334" y="71345"/>
                </a:lnTo>
                <a:lnTo>
                  <a:pt x="379459" y="71608"/>
                </a:lnTo>
                <a:lnTo>
                  <a:pt x="378561" y="71813"/>
                </a:lnTo>
                <a:lnTo>
                  <a:pt x="377640" y="71959"/>
                </a:lnTo>
                <a:lnTo>
                  <a:pt x="376696" y="72047"/>
                </a:lnTo>
                <a:lnTo>
                  <a:pt x="375728" y="72076"/>
                </a:lnTo>
                <a:close/>
                <a:moveTo>
                  <a:pt x="632078" y="140074"/>
                </a:moveTo>
                <a:lnTo>
                  <a:pt x="630208" y="140856"/>
                </a:lnTo>
                <a:lnTo>
                  <a:pt x="628425" y="141584"/>
                </a:lnTo>
                <a:lnTo>
                  <a:pt x="626730" y="142257"/>
                </a:lnTo>
                <a:lnTo>
                  <a:pt x="625122" y="142875"/>
                </a:lnTo>
                <a:lnTo>
                  <a:pt x="623602" y="143438"/>
                </a:lnTo>
                <a:lnTo>
                  <a:pt x="622170" y="143948"/>
                </a:lnTo>
                <a:lnTo>
                  <a:pt x="620826" y="144402"/>
                </a:lnTo>
                <a:lnTo>
                  <a:pt x="619569" y="144802"/>
                </a:lnTo>
                <a:lnTo>
                  <a:pt x="618400" y="145147"/>
                </a:lnTo>
                <a:lnTo>
                  <a:pt x="617318" y="145438"/>
                </a:lnTo>
                <a:lnTo>
                  <a:pt x="616325" y="145674"/>
                </a:lnTo>
                <a:lnTo>
                  <a:pt x="615419" y="145856"/>
                </a:lnTo>
                <a:lnTo>
                  <a:pt x="614559" y="146004"/>
                </a:lnTo>
                <a:lnTo>
                  <a:pt x="613704" y="146139"/>
                </a:lnTo>
                <a:lnTo>
                  <a:pt x="612854" y="146261"/>
                </a:lnTo>
                <a:lnTo>
                  <a:pt x="612009" y="146371"/>
                </a:lnTo>
                <a:lnTo>
                  <a:pt x="611168" y="146467"/>
                </a:lnTo>
                <a:lnTo>
                  <a:pt x="610333" y="146551"/>
                </a:lnTo>
                <a:lnTo>
                  <a:pt x="609502" y="146621"/>
                </a:lnTo>
                <a:lnTo>
                  <a:pt x="608677" y="146679"/>
                </a:lnTo>
                <a:lnTo>
                  <a:pt x="607856" y="146724"/>
                </a:lnTo>
                <a:lnTo>
                  <a:pt x="607040" y="146756"/>
                </a:lnTo>
                <a:lnTo>
                  <a:pt x="606229" y="146776"/>
                </a:lnTo>
                <a:lnTo>
                  <a:pt x="605423" y="146782"/>
                </a:lnTo>
                <a:lnTo>
                  <a:pt x="603725" y="146755"/>
                </a:lnTo>
                <a:lnTo>
                  <a:pt x="602052" y="146673"/>
                </a:lnTo>
                <a:lnTo>
                  <a:pt x="600403" y="146536"/>
                </a:lnTo>
                <a:lnTo>
                  <a:pt x="598778" y="146344"/>
                </a:lnTo>
                <a:lnTo>
                  <a:pt x="597178" y="146097"/>
                </a:lnTo>
                <a:lnTo>
                  <a:pt x="595602" y="145796"/>
                </a:lnTo>
                <a:lnTo>
                  <a:pt x="594051" y="145440"/>
                </a:lnTo>
                <a:lnTo>
                  <a:pt x="592523" y="145029"/>
                </a:lnTo>
                <a:lnTo>
                  <a:pt x="591021" y="144563"/>
                </a:lnTo>
                <a:lnTo>
                  <a:pt x="589542" y="144042"/>
                </a:lnTo>
                <a:lnTo>
                  <a:pt x="588088" y="143467"/>
                </a:lnTo>
                <a:lnTo>
                  <a:pt x="586658" y="142836"/>
                </a:lnTo>
                <a:lnTo>
                  <a:pt x="585270" y="142153"/>
                </a:lnTo>
                <a:lnTo>
                  <a:pt x="583939" y="141416"/>
                </a:lnTo>
                <a:lnTo>
                  <a:pt x="582666" y="140628"/>
                </a:lnTo>
                <a:lnTo>
                  <a:pt x="581451" y="139787"/>
                </a:lnTo>
                <a:lnTo>
                  <a:pt x="580294" y="138894"/>
                </a:lnTo>
                <a:lnTo>
                  <a:pt x="579194" y="137948"/>
                </a:lnTo>
                <a:lnTo>
                  <a:pt x="578153" y="136950"/>
                </a:lnTo>
                <a:lnTo>
                  <a:pt x="577169" y="135900"/>
                </a:lnTo>
                <a:lnTo>
                  <a:pt x="576243" y="134797"/>
                </a:lnTo>
                <a:lnTo>
                  <a:pt x="575375" y="133642"/>
                </a:lnTo>
                <a:lnTo>
                  <a:pt x="574565" y="132434"/>
                </a:lnTo>
                <a:lnTo>
                  <a:pt x="573813" y="131175"/>
                </a:lnTo>
                <a:lnTo>
                  <a:pt x="573119" y="129830"/>
                </a:lnTo>
                <a:lnTo>
                  <a:pt x="572487" y="128369"/>
                </a:lnTo>
                <a:lnTo>
                  <a:pt x="571914" y="126790"/>
                </a:lnTo>
                <a:lnTo>
                  <a:pt x="571401" y="125095"/>
                </a:lnTo>
                <a:lnTo>
                  <a:pt x="570949" y="123283"/>
                </a:lnTo>
                <a:lnTo>
                  <a:pt x="570557" y="121354"/>
                </a:lnTo>
                <a:lnTo>
                  <a:pt x="570226" y="119308"/>
                </a:lnTo>
                <a:lnTo>
                  <a:pt x="569955" y="117145"/>
                </a:lnTo>
                <a:lnTo>
                  <a:pt x="569744" y="114865"/>
                </a:lnTo>
                <a:lnTo>
                  <a:pt x="569593" y="112469"/>
                </a:lnTo>
                <a:lnTo>
                  <a:pt x="569503" y="109955"/>
                </a:lnTo>
                <a:lnTo>
                  <a:pt x="569472" y="107325"/>
                </a:lnTo>
                <a:lnTo>
                  <a:pt x="569472" y="67867"/>
                </a:lnTo>
                <a:lnTo>
                  <a:pt x="545009" y="67867"/>
                </a:lnTo>
                <a:lnTo>
                  <a:pt x="545009" y="54188"/>
                </a:lnTo>
                <a:lnTo>
                  <a:pt x="569472" y="54188"/>
                </a:lnTo>
                <a:lnTo>
                  <a:pt x="569472" y="14731"/>
                </a:lnTo>
                <a:lnTo>
                  <a:pt x="585782" y="14731"/>
                </a:lnTo>
                <a:lnTo>
                  <a:pt x="585782" y="54188"/>
                </a:lnTo>
                <a:lnTo>
                  <a:pt x="629360" y="54188"/>
                </a:lnTo>
                <a:lnTo>
                  <a:pt x="629360" y="67867"/>
                </a:lnTo>
                <a:lnTo>
                  <a:pt x="585782" y="67867"/>
                </a:lnTo>
                <a:lnTo>
                  <a:pt x="585782" y="107010"/>
                </a:lnTo>
                <a:lnTo>
                  <a:pt x="585801" y="108931"/>
                </a:lnTo>
                <a:lnTo>
                  <a:pt x="585859" y="110756"/>
                </a:lnTo>
                <a:lnTo>
                  <a:pt x="585957" y="112485"/>
                </a:lnTo>
                <a:lnTo>
                  <a:pt x="586093" y="114117"/>
                </a:lnTo>
                <a:lnTo>
                  <a:pt x="586269" y="115652"/>
                </a:lnTo>
                <a:lnTo>
                  <a:pt x="586483" y="117090"/>
                </a:lnTo>
                <a:lnTo>
                  <a:pt x="586736" y="118432"/>
                </a:lnTo>
                <a:lnTo>
                  <a:pt x="587029" y="119677"/>
                </a:lnTo>
                <a:lnTo>
                  <a:pt x="587360" y="120826"/>
                </a:lnTo>
                <a:lnTo>
                  <a:pt x="587730" y="121878"/>
                </a:lnTo>
                <a:lnTo>
                  <a:pt x="588139" y="122833"/>
                </a:lnTo>
                <a:lnTo>
                  <a:pt x="588587" y="123691"/>
                </a:lnTo>
                <a:lnTo>
                  <a:pt x="589068" y="124483"/>
                </a:lnTo>
                <a:lnTo>
                  <a:pt x="589575" y="125239"/>
                </a:lnTo>
                <a:lnTo>
                  <a:pt x="590108" y="125959"/>
                </a:lnTo>
                <a:lnTo>
                  <a:pt x="590667" y="126643"/>
                </a:lnTo>
                <a:lnTo>
                  <a:pt x="591253" y="127292"/>
                </a:lnTo>
                <a:lnTo>
                  <a:pt x="591865" y="127904"/>
                </a:lnTo>
                <a:lnTo>
                  <a:pt x="592502" y="128481"/>
                </a:lnTo>
                <a:lnTo>
                  <a:pt x="593166" y="129022"/>
                </a:lnTo>
                <a:lnTo>
                  <a:pt x="593857" y="129527"/>
                </a:lnTo>
                <a:lnTo>
                  <a:pt x="594573" y="129996"/>
                </a:lnTo>
                <a:lnTo>
                  <a:pt x="595316" y="130429"/>
                </a:lnTo>
                <a:lnTo>
                  <a:pt x="596084" y="130827"/>
                </a:lnTo>
                <a:lnTo>
                  <a:pt x="596878" y="131190"/>
                </a:lnTo>
                <a:lnTo>
                  <a:pt x="597696" y="131522"/>
                </a:lnTo>
                <a:lnTo>
                  <a:pt x="598537" y="131823"/>
                </a:lnTo>
                <a:lnTo>
                  <a:pt x="599402" y="132092"/>
                </a:lnTo>
                <a:lnTo>
                  <a:pt x="600290" y="132329"/>
                </a:lnTo>
                <a:lnTo>
                  <a:pt x="601203" y="132534"/>
                </a:lnTo>
                <a:lnTo>
                  <a:pt x="602139" y="132708"/>
                </a:lnTo>
                <a:lnTo>
                  <a:pt x="603099" y="132851"/>
                </a:lnTo>
                <a:lnTo>
                  <a:pt x="604083" y="132961"/>
                </a:lnTo>
                <a:lnTo>
                  <a:pt x="605090" y="133040"/>
                </a:lnTo>
                <a:lnTo>
                  <a:pt x="606121" y="133088"/>
                </a:lnTo>
                <a:lnTo>
                  <a:pt x="607176" y="133104"/>
                </a:lnTo>
                <a:lnTo>
                  <a:pt x="609158" y="133052"/>
                </a:lnTo>
                <a:lnTo>
                  <a:pt x="611156" y="132897"/>
                </a:lnTo>
                <a:lnTo>
                  <a:pt x="613172" y="132638"/>
                </a:lnTo>
                <a:lnTo>
                  <a:pt x="615204" y="132277"/>
                </a:lnTo>
                <a:lnTo>
                  <a:pt x="617254" y="131812"/>
                </a:lnTo>
                <a:lnTo>
                  <a:pt x="619320" y="131243"/>
                </a:lnTo>
                <a:lnTo>
                  <a:pt x="621404" y="130571"/>
                </a:lnTo>
                <a:lnTo>
                  <a:pt x="623505" y="129796"/>
                </a:lnTo>
                <a:lnTo>
                  <a:pt x="625623" y="128917"/>
                </a:lnTo>
                <a:lnTo>
                  <a:pt x="627758" y="127935"/>
                </a:lnTo>
                <a:lnTo>
                  <a:pt x="629909" y="126850"/>
                </a:lnTo>
                <a:lnTo>
                  <a:pt x="632078" y="125661"/>
                </a:lnTo>
                <a:lnTo>
                  <a:pt x="632078" y="140074"/>
                </a:lnTo>
                <a:close/>
                <a:moveTo>
                  <a:pt x="738990" y="137488"/>
                </a:moveTo>
                <a:lnTo>
                  <a:pt x="735746" y="138972"/>
                </a:lnTo>
                <a:lnTo>
                  <a:pt x="732531" y="140328"/>
                </a:lnTo>
                <a:lnTo>
                  <a:pt x="729345" y="141554"/>
                </a:lnTo>
                <a:lnTo>
                  <a:pt x="726189" y="142651"/>
                </a:lnTo>
                <a:lnTo>
                  <a:pt x="723061" y="143620"/>
                </a:lnTo>
                <a:lnTo>
                  <a:pt x="719963" y="144459"/>
                </a:lnTo>
                <a:lnTo>
                  <a:pt x="716894" y="145169"/>
                </a:lnTo>
                <a:lnTo>
                  <a:pt x="713854" y="145749"/>
                </a:lnTo>
                <a:lnTo>
                  <a:pt x="710844" y="146201"/>
                </a:lnTo>
                <a:lnTo>
                  <a:pt x="707863" y="146524"/>
                </a:lnTo>
                <a:lnTo>
                  <a:pt x="704911" y="146718"/>
                </a:lnTo>
                <a:lnTo>
                  <a:pt x="701988" y="146782"/>
                </a:lnTo>
                <a:lnTo>
                  <a:pt x="699801" y="146737"/>
                </a:lnTo>
                <a:lnTo>
                  <a:pt x="697652" y="146600"/>
                </a:lnTo>
                <a:lnTo>
                  <a:pt x="695543" y="146372"/>
                </a:lnTo>
                <a:lnTo>
                  <a:pt x="693473" y="146053"/>
                </a:lnTo>
                <a:lnTo>
                  <a:pt x="691442" y="145642"/>
                </a:lnTo>
                <a:lnTo>
                  <a:pt x="689449" y="145141"/>
                </a:lnTo>
                <a:lnTo>
                  <a:pt x="687496" y="144548"/>
                </a:lnTo>
                <a:lnTo>
                  <a:pt x="685581" y="143864"/>
                </a:lnTo>
                <a:lnTo>
                  <a:pt x="683706" y="143089"/>
                </a:lnTo>
                <a:lnTo>
                  <a:pt x="681869" y="142223"/>
                </a:lnTo>
                <a:lnTo>
                  <a:pt x="680072" y="141266"/>
                </a:lnTo>
                <a:lnTo>
                  <a:pt x="678313" y="140217"/>
                </a:lnTo>
                <a:lnTo>
                  <a:pt x="676603" y="139083"/>
                </a:lnTo>
                <a:lnTo>
                  <a:pt x="674951" y="137872"/>
                </a:lnTo>
                <a:lnTo>
                  <a:pt x="673357" y="136581"/>
                </a:lnTo>
                <a:lnTo>
                  <a:pt x="671820" y="135213"/>
                </a:lnTo>
                <a:lnTo>
                  <a:pt x="670341" y="133766"/>
                </a:lnTo>
                <a:lnTo>
                  <a:pt x="668920" y="132240"/>
                </a:lnTo>
                <a:lnTo>
                  <a:pt x="667557" y="130637"/>
                </a:lnTo>
                <a:lnTo>
                  <a:pt x="666252" y="128954"/>
                </a:lnTo>
                <a:lnTo>
                  <a:pt x="665005" y="127194"/>
                </a:lnTo>
                <a:lnTo>
                  <a:pt x="663815" y="125355"/>
                </a:lnTo>
                <a:lnTo>
                  <a:pt x="662683" y="123437"/>
                </a:lnTo>
                <a:lnTo>
                  <a:pt x="661610" y="121442"/>
                </a:lnTo>
                <a:lnTo>
                  <a:pt x="660608" y="119394"/>
                </a:lnTo>
                <a:lnTo>
                  <a:pt x="659694" y="117323"/>
                </a:lnTo>
                <a:lnTo>
                  <a:pt x="658867" y="115229"/>
                </a:lnTo>
                <a:lnTo>
                  <a:pt x="658127" y="113111"/>
                </a:lnTo>
                <a:lnTo>
                  <a:pt x="657474" y="110969"/>
                </a:lnTo>
                <a:lnTo>
                  <a:pt x="656908" y="108803"/>
                </a:lnTo>
                <a:lnTo>
                  <a:pt x="656429" y="106614"/>
                </a:lnTo>
                <a:lnTo>
                  <a:pt x="656037" y="104401"/>
                </a:lnTo>
                <a:lnTo>
                  <a:pt x="655732" y="102164"/>
                </a:lnTo>
                <a:lnTo>
                  <a:pt x="655514" y="99904"/>
                </a:lnTo>
                <a:lnTo>
                  <a:pt x="655384" y="97620"/>
                </a:lnTo>
                <a:lnTo>
                  <a:pt x="655340" y="95312"/>
                </a:lnTo>
                <a:lnTo>
                  <a:pt x="655382" y="93087"/>
                </a:lnTo>
                <a:lnTo>
                  <a:pt x="655506" y="90877"/>
                </a:lnTo>
                <a:lnTo>
                  <a:pt x="655713" y="88681"/>
                </a:lnTo>
                <a:lnTo>
                  <a:pt x="656003" y="86500"/>
                </a:lnTo>
                <a:lnTo>
                  <a:pt x="656375" y="84333"/>
                </a:lnTo>
                <a:lnTo>
                  <a:pt x="656831" y="82181"/>
                </a:lnTo>
                <a:lnTo>
                  <a:pt x="657369" y="80044"/>
                </a:lnTo>
                <a:lnTo>
                  <a:pt x="657990" y="77921"/>
                </a:lnTo>
                <a:lnTo>
                  <a:pt x="658694" y="75813"/>
                </a:lnTo>
                <a:lnTo>
                  <a:pt x="659481" y="73720"/>
                </a:lnTo>
                <a:lnTo>
                  <a:pt x="660350" y="71641"/>
                </a:lnTo>
                <a:lnTo>
                  <a:pt x="661303" y="69577"/>
                </a:lnTo>
                <a:lnTo>
                  <a:pt x="662329" y="67558"/>
                </a:lnTo>
                <a:lnTo>
                  <a:pt x="663422" y="65614"/>
                </a:lnTo>
                <a:lnTo>
                  <a:pt x="664580" y="63747"/>
                </a:lnTo>
                <a:lnTo>
                  <a:pt x="665804" y="61956"/>
                </a:lnTo>
                <a:lnTo>
                  <a:pt x="667094" y="60241"/>
                </a:lnTo>
                <a:lnTo>
                  <a:pt x="668449" y="58601"/>
                </a:lnTo>
                <a:lnTo>
                  <a:pt x="669870" y="57038"/>
                </a:lnTo>
                <a:lnTo>
                  <a:pt x="671357" y="55551"/>
                </a:lnTo>
                <a:lnTo>
                  <a:pt x="672910" y="54140"/>
                </a:lnTo>
                <a:lnTo>
                  <a:pt x="674528" y="52805"/>
                </a:lnTo>
                <a:lnTo>
                  <a:pt x="676213" y="51546"/>
                </a:lnTo>
                <a:lnTo>
                  <a:pt x="677963" y="50363"/>
                </a:lnTo>
                <a:lnTo>
                  <a:pt x="679763" y="49266"/>
                </a:lnTo>
                <a:lnTo>
                  <a:pt x="681597" y="48263"/>
                </a:lnTo>
                <a:lnTo>
                  <a:pt x="683465" y="47357"/>
                </a:lnTo>
                <a:lnTo>
                  <a:pt x="685367" y="46545"/>
                </a:lnTo>
                <a:lnTo>
                  <a:pt x="687303" y="45829"/>
                </a:lnTo>
                <a:lnTo>
                  <a:pt x="689274" y="45209"/>
                </a:lnTo>
                <a:lnTo>
                  <a:pt x="691278" y="44684"/>
                </a:lnTo>
                <a:lnTo>
                  <a:pt x="693317" y="44255"/>
                </a:lnTo>
                <a:lnTo>
                  <a:pt x="695390" y="43921"/>
                </a:lnTo>
                <a:lnTo>
                  <a:pt x="697497" y="43682"/>
                </a:lnTo>
                <a:lnTo>
                  <a:pt x="699638" y="43539"/>
                </a:lnTo>
                <a:lnTo>
                  <a:pt x="701813" y="43491"/>
                </a:lnTo>
                <a:lnTo>
                  <a:pt x="704673" y="43577"/>
                </a:lnTo>
                <a:lnTo>
                  <a:pt x="707438" y="43836"/>
                </a:lnTo>
                <a:lnTo>
                  <a:pt x="710107" y="44267"/>
                </a:lnTo>
                <a:lnTo>
                  <a:pt x="712680" y="44870"/>
                </a:lnTo>
                <a:lnTo>
                  <a:pt x="715158" y="45646"/>
                </a:lnTo>
                <a:lnTo>
                  <a:pt x="717541" y="46594"/>
                </a:lnTo>
                <a:lnTo>
                  <a:pt x="719828" y="47715"/>
                </a:lnTo>
                <a:lnTo>
                  <a:pt x="722019" y="49008"/>
                </a:lnTo>
                <a:lnTo>
                  <a:pt x="724114" y="50473"/>
                </a:lnTo>
                <a:lnTo>
                  <a:pt x="726114" y="52111"/>
                </a:lnTo>
                <a:lnTo>
                  <a:pt x="728019" y="53921"/>
                </a:lnTo>
                <a:lnTo>
                  <a:pt x="729827" y="55904"/>
                </a:lnTo>
                <a:lnTo>
                  <a:pt x="731515" y="58066"/>
                </a:lnTo>
                <a:lnTo>
                  <a:pt x="733056" y="60414"/>
                </a:lnTo>
                <a:lnTo>
                  <a:pt x="734450" y="62950"/>
                </a:lnTo>
                <a:lnTo>
                  <a:pt x="735697" y="65673"/>
                </a:lnTo>
                <a:lnTo>
                  <a:pt x="736798" y="68582"/>
                </a:lnTo>
                <a:lnTo>
                  <a:pt x="737752" y="71679"/>
                </a:lnTo>
                <a:lnTo>
                  <a:pt x="738559" y="74962"/>
                </a:lnTo>
                <a:lnTo>
                  <a:pt x="739219" y="78432"/>
                </a:lnTo>
                <a:lnTo>
                  <a:pt x="739733" y="82090"/>
                </a:lnTo>
                <a:lnTo>
                  <a:pt x="740100" y="85934"/>
                </a:lnTo>
                <a:lnTo>
                  <a:pt x="740320" y="89965"/>
                </a:lnTo>
                <a:lnTo>
                  <a:pt x="740393" y="94183"/>
                </a:lnTo>
                <a:lnTo>
                  <a:pt x="740393" y="97679"/>
                </a:lnTo>
                <a:lnTo>
                  <a:pt x="672877" y="97679"/>
                </a:lnTo>
                <a:lnTo>
                  <a:pt x="672907" y="99362"/>
                </a:lnTo>
                <a:lnTo>
                  <a:pt x="672995" y="101021"/>
                </a:lnTo>
                <a:lnTo>
                  <a:pt x="673143" y="102655"/>
                </a:lnTo>
                <a:lnTo>
                  <a:pt x="673349" y="104265"/>
                </a:lnTo>
                <a:lnTo>
                  <a:pt x="673615" y="105851"/>
                </a:lnTo>
                <a:lnTo>
                  <a:pt x="673940" y="107412"/>
                </a:lnTo>
                <a:lnTo>
                  <a:pt x="674324" y="108949"/>
                </a:lnTo>
                <a:lnTo>
                  <a:pt x="674767" y="110462"/>
                </a:lnTo>
                <a:lnTo>
                  <a:pt x="675269" y="111950"/>
                </a:lnTo>
                <a:lnTo>
                  <a:pt x="675830" y="113414"/>
                </a:lnTo>
                <a:lnTo>
                  <a:pt x="676450" y="114853"/>
                </a:lnTo>
                <a:lnTo>
                  <a:pt x="677130" y="116268"/>
                </a:lnTo>
                <a:lnTo>
                  <a:pt x="677857" y="117642"/>
                </a:lnTo>
                <a:lnTo>
                  <a:pt x="678621" y="118957"/>
                </a:lnTo>
                <a:lnTo>
                  <a:pt x="679423" y="120214"/>
                </a:lnTo>
                <a:lnTo>
                  <a:pt x="680262" y="121412"/>
                </a:lnTo>
                <a:lnTo>
                  <a:pt x="681138" y="122552"/>
                </a:lnTo>
                <a:lnTo>
                  <a:pt x="682051" y="123634"/>
                </a:lnTo>
                <a:lnTo>
                  <a:pt x="683001" y="124657"/>
                </a:lnTo>
                <a:lnTo>
                  <a:pt x="683988" y="125621"/>
                </a:lnTo>
                <a:lnTo>
                  <a:pt x="685013" y="126527"/>
                </a:lnTo>
                <a:lnTo>
                  <a:pt x="686075" y="127375"/>
                </a:lnTo>
                <a:lnTo>
                  <a:pt x="687173" y="128164"/>
                </a:lnTo>
                <a:lnTo>
                  <a:pt x="688309" y="128895"/>
                </a:lnTo>
                <a:lnTo>
                  <a:pt x="689477" y="129567"/>
                </a:lnTo>
                <a:lnTo>
                  <a:pt x="690672" y="130181"/>
                </a:lnTo>
                <a:lnTo>
                  <a:pt x="691893" y="130736"/>
                </a:lnTo>
                <a:lnTo>
                  <a:pt x="693142" y="131233"/>
                </a:lnTo>
                <a:lnTo>
                  <a:pt x="694417" y="131671"/>
                </a:lnTo>
                <a:lnTo>
                  <a:pt x="695719" y="132051"/>
                </a:lnTo>
                <a:lnTo>
                  <a:pt x="697047" y="132373"/>
                </a:lnTo>
                <a:lnTo>
                  <a:pt x="698403" y="132636"/>
                </a:lnTo>
                <a:lnTo>
                  <a:pt x="699785" y="132841"/>
                </a:lnTo>
                <a:lnTo>
                  <a:pt x="701194" y="132987"/>
                </a:lnTo>
                <a:lnTo>
                  <a:pt x="702630" y="133074"/>
                </a:lnTo>
                <a:lnTo>
                  <a:pt x="704092" y="133104"/>
                </a:lnTo>
                <a:lnTo>
                  <a:pt x="706746" y="133031"/>
                </a:lnTo>
                <a:lnTo>
                  <a:pt x="709446" y="132811"/>
                </a:lnTo>
                <a:lnTo>
                  <a:pt x="712192" y="132446"/>
                </a:lnTo>
                <a:lnTo>
                  <a:pt x="714985" y="131934"/>
                </a:lnTo>
                <a:lnTo>
                  <a:pt x="717823" y="131277"/>
                </a:lnTo>
                <a:lnTo>
                  <a:pt x="720708" y="130473"/>
                </a:lnTo>
                <a:lnTo>
                  <a:pt x="723640" y="129523"/>
                </a:lnTo>
                <a:lnTo>
                  <a:pt x="726617" y="128427"/>
                </a:lnTo>
                <a:lnTo>
                  <a:pt x="729641" y="127185"/>
                </a:lnTo>
                <a:lnTo>
                  <a:pt x="732711" y="125797"/>
                </a:lnTo>
                <a:lnTo>
                  <a:pt x="735828" y="124262"/>
                </a:lnTo>
                <a:lnTo>
                  <a:pt x="738990" y="122582"/>
                </a:lnTo>
                <a:lnTo>
                  <a:pt x="738990" y="137488"/>
                </a:lnTo>
                <a:moveTo>
                  <a:pt x="673842" y="85404"/>
                </a:moveTo>
                <a:lnTo>
                  <a:pt x="722681" y="85404"/>
                </a:lnTo>
                <a:lnTo>
                  <a:pt x="722681" y="83066"/>
                </a:lnTo>
                <a:lnTo>
                  <a:pt x="722640" y="81122"/>
                </a:lnTo>
                <a:lnTo>
                  <a:pt x="722518" y="79245"/>
                </a:lnTo>
                <a:lnTo>
                  <a:pt x="722314" y="77436"/>
                </a:lnTo>
                <a:lnTo>
                  <a:pt x="722028" y="75694"/>
                </a:lnTo>
                <a:lnTo>
                  <a:pt x="721661" y="74019"/>
                </a:lnTo>
                <a:lnTo>
                  <a:pt x="721213" y="72412"/>
                </a:lnTo>
                <a:lnTo>
                  <a:pt x="720682" y="70872"/>
                </a:lnTo>
                <a:lnTo>
                  <a:pt x="720070" y="69400"/>
                </a:lnTo>
                <a:lnTo>
                  <a:pt x="719377" y="67995"/>
                </a:lnTo>
                <a:lnTo>
                  <a:pt x="718602" y="66657"/>
                </a:lnTo>
                <a:lnTo>
                  <a:pt x="717745" y="65387"/>
                </a:lnTo>
                <a:lnTo>
                  <a:pt x="716806" y="64184"/>
                </a:lnTo>
                <a:lnTo>
                  <a:pt x="715800" y="63064"/>
                </a:lnTo>
                <a:lnTo>
                  <a:pt x="714739" y="62041"/>
                </a:lnTo>
                <a:lnTo>
                  <a:pt x="713622" y="61115"/>
                </a:lnTo>
                <a:lnTo>
                  <a:pt x="712451" y="60287"/>
                </a:lnTo>
                <a:lnTo>
                  <a:pt x="711226" y="59557"/>
                </a:lnTo>
                <a:lnTo>
                  <a:pt x="709945" y="58923"/>
                </a:lnTo>
                <a:lnTo>
                  <a:pt x="708610" y="58387"/>
                </a:lnTo>
                <a:lnTo>
                  <a:pt x="707220" y="57949"/>
                </a:lnTo>
                <a:lnTo>
                  <a:pt x="705775" y="57608"/>
                </a:lnTo>
                <a:lnTo>
                  <a:pt x="704275" y="57365"/>
                </a:lnTo>
                <a:lnTo>
                  <a:pt x="702720" y="57218"/>
                </a:lnTo>
                <a:lnTo>
                  <a:pt x="701111" y="57170"/>
                </a:lnTo>
                <a:lnTo>
                  <a:pt x="699478" y="57219"/>
                </a:lnTo>
                <a:lnTo>
                  <a:pt x="697883" y="57368"/>
                </a:lnTo>
                <a:lnTo>
                  <a:pt x="696324" y="57616"/>
                </a:lnTo>
                <a:lnTo>
                  <a:pt x="694803" y="57964"/>
                </a:lnTo>
                <a:lnTo>
                  <a:pt x="693319" y="58410"/>
                </a:lnTo>
                <a:lnTo>
                  <a:pt x="691871" y="58956"/>
                </a:lnTo>
                <a:lnTo>
                  <a:pt x="690461" y="59601"/>
                </a:lnTo>
                <a:lnTo>
                  <a:pt x="689089" y="60346"/>
                </a:lnTo>
                <a:lnTo>
                  <a:pt x="687753" y="61189"/>
                </a:lnTo>
                <a:lnTo>
                  <a:pt x="686455" y="62132"/>
                </a:lnTo>
                <a:lnTo>
                  <a:pt x="685193" y="63174"/>
                </a:lnTo>
                <a:lnTo>
                  <a:pt x="683969" y="64316"/>
                </a:lnTo>
                <a:lnTo>
                  <a:pt x="682793" y="65554"/>
                </a:lnTo>
                <a:lnTo>
                  <a:pt x="681678" y="66886"/>
                </a:lnTo>
                <a:lnTo>
                  <a:pt x="680623" y="68313"/>
                </a:lnTo>
                <a:lnTo>
                  <a:pt x="679629" y="69834"/>
                </a:lnTo>
                <a:lnTo>
                  <a:pt x="678694" y="71449"/>
                </a:lnTo>
                <a:lnTo>
                  <a:pt x="677820" y="73160"/>
                </a:lnTo>
                <a:lnTo>
                  <a:pt x="677006" y="74964"/>
                </a:lnTo>
                <a:lnTo>
                  <a:pt x="676253" y="76863"/>
                </a:lnTo>
                <a:lnTo>
                  <a:pt x="675560" y="78857"/>
                </a:lnTo>
                <a:lnTo>
                  <a:pt x="674927" y="80945"/>
                </a:lnTo>
                <a:lnTo>
                  <a:pt x="674354" y="83127"/>
                </a:lnTo>
                <a:lnTo>
                  <a:pt x="673842" y="85404"/>
                </a:lnTo>
                <a:close/>
                <a:moveTo>
                  <a:pt x="764883" y="144152"/>
                </a:moveTo>
                <a:lnTo>
                  <a:pt x="764883" y="46122"/>
                </a:lnTo>
                <a:lnTo>
                  <a:pt x="781192" y="46122"/>
                </a:lnTo>
                <a:lnTo>
                  <a:pt x="781192" y="67683"/>
                </a:lnTo>
                <a:lnTo>
                  <a:pt x="782381" y="65826"/>
                </a:lnTo>
                <a:lnTo>
                  <a:pt x="783611" y="64037"/>
                </a:lnTo>
                <a:lnTo>
                  <a:pt x="784880" y="62317"/>
                </a:lnTo>
                <a:lnTo>
                  <a:pt x="786190" y="60665"/>
                </a:lnTo>
                <a:lnTo>
                  <a:pt x="787540" y="59081"/>
                </a:lnTo>
                <a:lnTo>
                  <a:pt x="788930" y="57566"/>
                </a:lnTo>
                <a:lnTo>
                  <a:pt x="790360" y="56120"/>
                </a:lnTo>
                <a:lnTo>
                  <a:pt x="791831" y="54742"/>
                </a:lnTo>
                <a:lnTo>
                  <a:pt x="793342" y="53432"/>
                </a:lnTo>
                <a:lnTo>
                  <a:pt x="794893" y="52191"/>
                </a:lnTo>
                <a:lnTo>
                  <a:pt x="796484" y="51018"/>
                </a:lnTo>
                <a:lnTo>
                  <a:pt x="798115" y="49914"/>
                </a:lnTo>
                <a:lnTo>
                  <a:pt x="799766" y="48888"/>
                </a:lnTo>
                <a:lnTo>
                  <a:pt x="801418" y="47951"/>
                </a:lnTo>
                <a:lnTo>
                  <a:pt x="803069" y="47104"/>
                </a:lnTo>
                <a:lnTo>
                  <a:pt x="804720" y="46346"/>
                </a:lnTo>
                <a:lnTo>
                  <a:pt x="806372" y="45677"/>
                </a:lnTo>
                <a:lnTo>
                  <a:pt x="808023" y="45097"/>
                </a:lnTo>
                <a:lnTo>
                  <a:pt x="809675" y="44606"/>
                </a:lnTo>
                <a:lnTo>
                  <a:pt x="811326" y="44205"/>
                </a:lnTo>
                <a:lnTo>
                  <a:pt x="812977" y="43892"/>
                </a:lnTo>
                <a:lnTo>
                  <a:pt x="814629" y="43669"/>
                </a:lnTo>
                <a:lnTo>
                  <a:pt x="816280" y="43536"/>
                </a:lnTo>
                <a:lnTo>
                  <a:pt x="817931" y="43491"/>
                </a:lnTo>
                <a:lnTo>
                  <a:pt x="819367" y="43523"/>
                </a:lnTo>
                <a:lnTo>
                  <a:pt x="820781" y="43619"/>
                </a:lnTo>
                <a:lnTo>
                  <a:pt x="822173" y="43779"/>
                </a:lnTo>
                <a:lnTo>
                  <a:pt x="823543" y="44003"/>
                </a:lnTo>
                <a:lnTo>
                  <a:pt x="824891" y="44290"/>
                </a:lnTo>
                <a:lnTo>
                  <a:pt x="826218" y="44642"/>
                </a:lnTo>
                <a:lnTo>
                  <a:pt x="827522" y="45057"/>
                </a:lnTo>
                <a:lnTo>
                  <a:pt x="828804" y="45537"/>
                </a:lnTo>
                <a:lnTo>
                  <a:pt x="830065" y="46080"/>
                </a:lnTo>
                <a:lnTo>
                  <a:pt x="831303" y="46688"/>
                </a:lnTo>
                <a:lnTo>
                  <a:pt x="832520" y="47359"/>
                </a:lnTo>
                <a:lnTo>
                  <a:pt x="833714" y="48094"/>
                </a:lnTo>
                <a:lnTo>
                  <a:pt x="834869" y="48881"/>
                </a:lnTo>
                <a:lnTo>
                  <a:pt x="835964" y="49708"/>
                </a:lnTo>
                <a:lnTo>
                  <a:pt x="837000" y="50574"/>
                </a:lnTo>
                <a:lnTo>
                  <a:pt x="837977" y="51480"/>
                </a:lnTo>
                <a:lnTo>
                  <a:pt x="838895" y="52425"/>
                </a:lnTo>
                <a:lnTo>
                  <a:pt x="839754" y="53410"/>
                </a:lnTo>
                <a:lnTo>
                  <a:pt x="840553" y="54435"/>
                </a:lnTo>
                <a:lnTo>
                  <a:pt x="841294" y="55499"/>
                </a:lnTo>
                <a:lnTo>
                  <a:pt x="841976" y="56602"/>
                </a:lnTo>
                <a:lnTo>
                  <a:pt x="842599" y="57746"/>
                </a:lnTo>
                <a:lnTo>
                  <a:pt x="843162" y="58928"/>
                </a:lnTo>
                <a:lnTo>
                  <a:pt x="843667" y="60151"/>
                </a:lnTo>
                <a:lnTo>
                  <a:pt x="844122" y="61493"/>
                </a:lnTo>
                <a:lnTo>
                  <a:pt x="844537" y="63035"/>
                </a:lnTo>
                <a:lnTo>
                  <a:pt x="844913" y="64776"/>
                </a:lnTo>
                <a:lnTo>
                  <a:pt x="845250" y="66717"/>
                </a:lnTo>
                <a:lnTo>
                  <a:pt x="845547" y="68858"/>
                </a:lnTo>
                <a:lnTo>
                  <a:pt x="845804" y="71199"/>
                </a:lnTo>
                <a:lnTo>
                  <a:pt x="846022" y="73739"/>
                </a:lnTo>
                <a:lnTo>
                  <a:pt x="846200" y="76480"/>
                </a:lnTo>
                <a:lnTo>
                  <a:pt x="846338" y="79419"/>
                </a:lnTo>
                <a:lnTo>
                  <a:pt x="846437" y="82559"/>
                </a:lnTo>
                <a:lnTo>
                  <a:pt x="846496" y="85898"/>
                </a:lnTo>
                <a:lnTo>
                  <a:pt x="846516" y="89437"/>
                </a:lnTo>
                <a:lnTo>
                  <a:pt x="846516" y="144152"/>
                </a:lnTo>
                <a:lnTo>
                  <a:pt x="830207" y="144152"/>
                </a:lnTo>
                <a:lnTo>
                  <a:pt x="830207" y="87478"/>
                </a:lnTo>
                <a:lnTo>
                  <a:pt x="830198" y="85194"/>
                </a:lnTo>
                <a:lnTo>
                  <a:pt x="830169" y="83043"/>
                </a:lnTo>
                <a:lnTo>
                  <a:pt x="830122" y="81026"/>
                </a:lnTo>
                <a:lnTo>
                  <a:pt x="830056" y="79142"/>
                </a:lnTo>
                <a:lnTo>
                  <a:pt x="829971" y="77391"/>
                </a:lnTo>
                <a:lnTo>
                  <a:pt x="829867" y="75773"/>
                </a:lnTo>
                <a:lnTo>
                  <a:pt x="829745" y="74288"/>
                </a:lnTo>
                <a:lnTo>
                  <a:pt x="829603" y="72937"/>
                </a:lnTo>
                <a:lnTo>
                  <a:pt x="829443" y="71719"/>
                </a:lnTo>
                <a:lnTo>
                  <a:pt x="829263" y="70634"/>
                </a:lnTo>
                <a:lnTo>
                  <a:pt x="829065" y="69683"/>
                </a:lnTo>
                <a:lnTo>
                  <a:pt x="828848" y="68864"/>
                </a:lnTo>
                <a:lnTo>
                  <a:pt x="828606" y="68124"/>
                </a:lnTo>
                <a:lnTo>
                  <a:pt x="828332" y="67406"/>
                </a:lnTo>
                <a:lnTo>
                  <a:pt x="828026" y="66711"/>
                </a:lnTo>
                <a:lnTo>
                  <a:pt x="827689" y="66038"/>
                </a:lnTo>
                <a:lnTo>
                  <a:pt x="827320" y="65387"/>
                </a:lnTo>
                <a:lnTo>
                  <a:pt x="826919" y="64759"/>
                </a:lnTo>
                <a:lnTo>
                  <a:pt x="826487" y="64154"/>
                </a:lnTo>
                <a:lnTo>
                  <a:pt x="826023" y="63571"/>
                </a:lnTo>
                <a:lnTo>
                  <a:pt x="825527" y="63010"/>
                </a:lnTo>
                <a:lnTo>
                  <a:pt x="825000" y="62472"/>
                </a:lnTo>
                <a:lnTo>
                  <a:pt x="824441" y="61956"/>
                </a:lnTo>
                <a:lnTo>
                  <a:pt x="823850" y="61463"/>
                </a:lnTo>
                <a:lnTo>
                  <a:pt x="823239" y="61002"/>
                </a:lnTo>
                <a:lnTo>
                  <a:pt x="822619" y="60580"/>
                </a:lnTo>
                <a:lnTo>
                  <a:pt x="821990" y="60199"/>
                </a:lnTo>
                <a:lnTo>
                  <a:pt x="821351" y="59857"/>
                </a:lnTo>
                <a:lnTo>
                  <a:pt x="820704" y="59556"/>
                </a:lnTo>
                <a:lnTo>
                  <a:pt x="820047" y="59295"/>
                </a:lnTo>
                <a:lnTo>
                  <a:pt x="819381" y="59074"/>
                </a:lnTo>
                <a:lnTo>
                  <a:pt x="818706" y="58894"/>
                </a:lnTo>
                <a:lnTo>
                  <a:pt x="818022" y="58753"/>
                </a:lnTo>
                <a:lnTo>
                  <a:pt x="817329" y="58653"/>
                </a:lnTo>
                <a:lnTo>
                  <a:pt x="816626" y="58593"/>
                </a:lnTo>
                <a:lnTo>
                  <a:pt x="815915" y="58573"/>
                </a:lnTo>
                <a:lnTo>
                  <a:pt x="814474" y="58629"/>
                </a:lnTo>
                <a:lnTo>
                  <a:pt x="813015" y="58799"/>
                </a:lnTo>
                <a:lnTo>
                  <a:pt x="811539" y="59082"/>
                </a:lnTo>
                <a:lnTo>
                  <a:pt x="810045" y="59478"/>
                </a:lnTo>
                <a:lnTo>
                  <a:pt x="808533" y="59987"/>
                </a:lnTo>
                <a:lnTo>
                  <a:pt x="807004" y="60609"/>
                </a:lnTo>
                <a:lnTo>
                  <a:pt x="805457" y="61345"/>
                </a:lnTo>
                <a:lnTo>
                  <a:pt x="803892" y="62193"/>
                </a:lnTo>
                <a:lnTo>
                  <a:pt x="802310" y="63155"/>
                </a:lnTo>
                <a:lnTo>
                  <a:pt x="800710" y="64230"/>
                </a:lnTo>
                <a:lnTo>
                  <a:pt x="799093" y="65418"/>
                </a:lnTo>
                <a:lnTo>
                  <a:pt x="797457" y="66719"/>
                </a:lnTo>
                <a:lnTo>
                  <a:pt x="795837" y="68105"/>
                </a:lnTo>
                <a:lnTo>
                  <a:pt x="794265" y="69549"/>
                </a:lnTo>
                <a:lnTo>
                  <a:pt x="792742" y="71049"/>
                </a:lnTo>
                <a:lnTo>
                  <a:pt x="791266" y="72607"/>
                </a:lnTo>
                <a:lnTo>
                  <a:pt x="789838" y="74222"/>
                </a:lnTo>
                <a:lnTo>
                  <a:pt x="788459" y="75894"/>
                </a:lnTo>
                <a:lnTo>
                  <a:pt x="787127" y="77623"/>
                </a:lnTo>
                <a:lnTo>
                  <a:pt x="785844" y="79410"/>
                </a:lnTo>
                <a:lnTo>
                  <a:pt x="784609" y="81254"/>
                </a:lnTo>
                <a:lnTo>
                  <a:pt x="783422" y="83154"/>
                </a:lnTo>
                <a:lnTo>
                  <a:pt x="782283" y="85112"/>
                </a:lnTo>
                <a:lnTo>
                  <a:pt x="781192" y="87127"/>
                </a:lnTo>
                <a:lnTo>
                  <a:pt x="781192" y="144152"/>
                </a:lnTo>
                <a:lnTo>
                  <a:pt x="764883" y="144152"/>
                </a:lnTo>
                <a:close/>
                <a:moveTo>
                  <a:pt x="873373" y="138839"/>
                </a:moveTo>
                <a:lnTo>
                  <a:pt x="873373" y="121529"/>
                </a:lnTo>
                <a:lnTo>
                  <a:pt x="875018" y="122570"/>
                </a:lnTo>
                <a:lnTo>
                  <a:pt x="876679" y="123557"/>
                </a:lnTo>
                <a:lnTo>
                  <a:pt x="878355" y="124491"/>
                </a:lnTo>
                <a:lnTo>
                  <a:pt x="880047" y="125373"/>
                </a:lnTo>
                <a:lnTo>
                  <a:pt x="881755" y="126201"/>
                </a:lnTo>
                <a:lnTo>
                  <a:pt x="883479" y="126977"/>
                </a:lnTo>
                <a:lnTo>
                  <a:pt x="885219" y="127699"/>
                </a:lnTo>
                <a:lnTo>
                  <a:pt x="886974" y="128369"/>
                </a:lnTo>
                <a:lnTo>
                  <a:pt x="888745" y="128985"/>
                </a:lnTo>
                <a:lnTo>
                  <a:pt x="890533" y="129549"/>
                </a:lnTo>
                <a:lnTo>
                  <a:pt x="892336" y="130059"/>
                </a:lnTo>
                <a:lnTo>
                  <a:pt x="894154" y="130517"/>
                </a:lnTo>
                <a:lnTo>
                  <a:pt x="895958" y="130930"/>
                </a:lnTo>
                <a:lnTo>
                  <a:pt x="897715" y="131307"/>
                </a:lnTo>
                <a:lnTo>
                  <a:pt x="899426" y="131649"/>
                </a:lnTo>
                <a:lnTo>
                  <a:pt x="901091" y="131954"/>
                </a:lnTo>
                <a:lnTo>
                  <a:pt x="902710" y="132223"/>
                </a:lnTo>
                <a:lnTo>
                  <a:pt x="904282" y="132457"/>
                </a:lnTo>
                <a:lnTo>
                  <a:pt x="905808" y="132655"/>
                </a:lnTo>
                <a:lnTo>
                  <a:pt x="907287" y="132816"/>
                </a:lnTo>
                <a:lnTo>
                  <a:pt x="908721" y="132942"/>
                </a:lnTo>
                <a:lnTo>
                  <a:pt x="910108" y="133032"/>
                </a:lnTo>
                <a:lnTo>
                  <a:pt x="911449" y="133086"/>
                </a:lnTo>
                <a:lnTo>
                  <a:pt x="912743" y="133104"/>
                </a:lnTo>
                <a:lnTo>
                  <a:pt x="914756" y="133076"/>
                </a:lnTo>
                <a:lnTo>
                  <a:pt x="916672" y="132993"/>
                </a:lnTo>
                <a:lnTo>
                  <a:pt x="918492" y="132855"/>
                </a:lnTo>
                <a:lnTo>
                  <a:pt x="920216" y="132662"/>
                </a:lnTo>
                <a:lnTo>
                  <a:pt x="921843" y="132413"/>
                </a:lnTo>
                <a:lnTo>
                  <a:pt x="923375" y="132110"/>
                </a:lnTo>
                <a:lnTo>
                  <a:pt x="924810" y="131751"/>
                </a:lnTo>
                <a:lnTo>
                  <a:pt x="926149" y="131337"/>
                </a:lnTo>
                <a:lnTo>
                  <a:pt x="927392" y="130867"/>
                </a:lnTo>
                <a:lnTo>
                  <a:pt x="928538" y="130343"/>
                </a:lnTo>
                <a:lnTo>
                  <a:pt x="929589" y="129763"/>
                </a:lnTo>
                <a:lnTo>
                  <a:pt x="930543" y="129128"/>
                </a:lnTo>
                <a:lnTo>
                  <a:pt x="931411" y="128451"/>
                </a:lnTo>
                <a:lnTo>
                  <a:pt x="932204" y="127748"/>
                </a:lnTo>
                <a:lnTo>
                  <a:pt x="932921" y="127017"/>
                </a:lnTo>
                <a:lnTo>
                  <a:pt x="933563" y="126259"/>
                </a:lnTo>
                <a:lnTo>
                  <a:pt x="934130" y="125473"/>
                </a:lnTo>
                <a:lnTo>
                  <a:pt x="934620" y="124661"/>
                </a:lnTo>
                <a:lnTo>
                  <a:pt x="935036" y="123821"/>
                </a:lnTo>
                <a:lnTo>
                  <a:pt x="935375" y="122953"/>
                </a:lnTo>
                <a:lnTo>
                  <a:pt x="935640" y="122059"/>
                </a:lnTo>
                <a:lnTo>
                  <a:pt x="935828" y="121137"/>
                </a:lnTo>
                <a:lnTo>
                  <a:pt x="935942" y="120188"/>
                </a:lnTo>
                <a:lnTo>
                  <a:pt x="935979" y="119211"/>
                </a:lnTo>
                <a:lnTo>
                  <a:pt x="935962" y="118564"/>
                </a:lnTo>
                <a:lnTo>
                  <a:pt x="935909" y="117932"/>
                </a:lnTo>
                <a:lnTo>
                  <a:pt x="935820" y="117316"/>
                </a:lnTo>
                <a:lnTo>
                  <a:pt x="935697" y="116716"/>
                </a:lnTo>
                <a:lnTo>
                  <a:pt x="935538" y="116131"/>
                </a:lnTo>
                <a:lnTo>
                  <a:pt x="935344" y="115563"/>
                </a:lnTo>
                <a:lnTo>
                  <a:pt x="935114" y="115010"/>
                </a:lnTo>
                <a:lnTo>
                  <a:pt x="934849" y="114473"/>
                </a:lnTo>
                <a:lnTo>
                  <a:pt x="934549" y="113951"/>
                </a:lnTo>
                <a:lnTo>
                  <a:pt x="934214" y="113446"/>
                </a:lnTo>
                <a:lnTo>
                  <a:pt x="933843" y="112956"/>
                </a:lnTo>
                <a:lnTo>
                  <a:pt x="933437" y="112482"/>
                </a:lnTo>
                <a:lnTo>
                  <a:pt x="932960" y="112007"/>
                </a:lnTo>
                <a:lnTo>
                  <a:pt x="932380" y="111513"/>
                </a:lnTo>
                <a:lnTo>
                  <a:pt x="931694" y="111002"/>
                </a:lnTo>
                <a:lnTo>
                  <a:pt x="930904" y="110472"/>
                </a:lnTo>
                <a:lnTo>
                  <a:pt x="930008" y="109925"/>
                </a:lnTo>
                <a:lnTo>
                  <a:pt x="929009" y="109358"/>
                </a:lnTo>
                <a:lnTo>
                  <a:pt x="927904" y="108774"/>
                </a:lnTo>
                <a:lnTo>
                  <a:pt x="926695" y="108172"/>
                </a:lnTo>
                <a:lnTo>
                  <a:pt x="925381" y="107551"/>
                </a:lnTo>
                <a:lnTo>
                  <a:pt x="923962" y="106912"/>
                </a:lnTo>
                <a:lnTo>
                  <a:pt x="922438" y="106255"/>
                </a:lnTo>
                <a:lnTo>
                  <a:pt x="920810" y="105579"/>
                </a:lnTo>
                <a:lnTo>
                  <a:pt x="915198" y="103308"/>
                </a:lnTo>
                <a:lnTo>
                  <a:pt x="903887" y="98849"/>
                </a:lnTo>
                <a:lnTo>
                  <a:pt x="900941" y="97677"/>
                </a:lnTo>
                <a:lnTo>
                  <a:pt x="898183" y="96519"/>
                </a:lnTo>
                <a:lnTo>
                  <a:pt x="895612" y="95375"/>
                </a:lnTo>
                <a:lnTo>
                  <a:pt x="893229" y="94246"/>
                </a:lnTo>
                <a:lnTo>
                  <a:pt x="891033" y="93131"/>
                </a:lnTo>
                <a:lnTo>
                  <a:pt x="889025" y="92030"/>
                </a:lnTo>
                <a:lnTo>
                  <a:pt x="887204" y="90944"/>
                </a:lnTo>
                <a:lnTo>
                  <a:pt x="885571" y="89872"/>
                </a:lnTo>
                <a:lnTo>
                  <a:pt x="884126" y="88814"/>
                </a:lnTo>
                <a:lnTo>
                  <a:pt x="882868" y="87771"/>
                </a:lnTo>
                <a:lnTo>
                  <a:pt x="881797" y="86742"/>
                </a:lnTo>
                <a:lnTo>
                  <a:pt x="880914" y="85727"/>
                </a:lnTo>
                <a:lnTo>
                  <a:pt x="880144" y="84716"/>
                </a:lnTo>
                <a:lnTo>
                  <a:pt x="879441" y="83668"/>
                </a:lnTo>
                <a:lnTo>
                  <a:pt x="878804" y="82583"/>
                </a:lnTo>
                <a:lnTo>
                  <a:pt x="878235" y="81462"/>
                </a:lnTo>
                <a:lnTo>
                  <a:pt x="877733" y="80304"/>
                </a:lnTo>
                <a:lnTo>
                  <a:pt x="877297" y="79110"/>
                </a:lnTo>
                <a:lnTo>
                  <a:pt x="876929" y="77880"/>
                </a:lnTo>
                <a:lnTo>
                  <a:pt x="876627" y="76613"/>
                </a:lnTo>
                <a:lnTo>
                  <a:pt x="876393" y="75309"/>
                </a:lnTo>
                <a:lnTo>
                  <a:pt x="876226" y="73969"/>
                </a:lnTo>
                <a:lnTo>
                  <a:pt x="876125" y="72593"/>
                </a:lnTo>
                <a:lnTo>
                  <a:pt x="876092" y="71180"/>
                </a:lnTo>
                <a:lnTo>
                  <a:pt x="876156" y="69194"/>
                </a:lnTo>
                <a:lnTo>
                  <a:pt x="876351" y="67268"/>
                </a:lnTo>
                <a:lnTo>
                  <a:pt x="876675" y="65402"/>
                </a:lnTo>
                <a:lnTo>
                  <a:pt x="877129" y="63596"/>
                </a:lnTo>
                <a:lnTo>
                  <a:pt x="877713" y="61849"/>
                </a:lnTo>
                <a:lnTo>
                  <a:pt x="878426" y="60161"/>
                </a:lnTo>
                <a:lnTo>
                  <a:pt x="879269" y="58533"/>
                </a:lnTo>
                <a:lnTo>
                  <a:pt x="880242" y="56965"/>
                </a:lnTo>
                <a:lnTo>
                  <a:pt x="881344" y="55457"/>
                </a:lnTo>
                <a:lnTo>
                  <a:pt x="882576" y="54008"/>
                </a:lnTo>
                <a:lnTo>
                  <a:pt x="883938" y="52619"/>
                </a:lnTo>
                <a:lnTo>
                  <a:pt x="885430" y="51289"/>
                </a:lnTo>
                <a:lnTo>
                  <a:pt x="887067" y="50044"/>
                </a:lnTo>
                <a:lnTo>
                  <a:pt x="888865" y="48907"/>
                </a:lnTo>
                <a:lnTo>
                  <a:pt x="890825" y="47878"/>
                </a:lnTo>
                <a:lnTo>
                  <a:pt x="892946" y="46957"/>
                </a:lnTo>
                <a:lnTo>
                  <a:pt x="895229" y="46145"/>
                </a:lnTo>
                <a:lnTo>
                  <a:pt x="897673" y="45441"/>
                </a:lnTo>
                <a:lnTo>
                  <a:pt x="900278" y="44845"/>
                </a:lnTo>
                <a:lnTo>
                  <a:pt x="903045" y="44358"/>
                </a:lnTo>
                <a:lnTo>
                  <a:pt x="905972" y="43978"/>
                </a:lnTo>
                <a:lnTo>
                  <a:pt x="909062" y="43708"/>
                </a:lnTo>
                <a:lnTo>
                  <a:pt x="912312" y="43545"/>
                </a:lnTo>
                <a:lnTo>
                  <a:pt x="915725" y="43491"/>
                </a:lnTo>
                <a:lnTo>
                  <a:pt x="918329" y="43523"/>
                </a:lnTo>
                <a:lnTo>
                  <a:pt x="920910" y="43618"/>
                </a:lnTo>
                <a:lnTo>
                  <a:pt x="923468" y="43776"/>
                </a:lnTo>
                <a:lnTo>
                  <a:pt x="926003" y="43998"/>
                </a:lnTo>
                <a:lnTo>
                  <a:pt x="928515" y="44283"/>
                </a:lnTo>
                <a:lnTo>
                  <a:pt x="931003" y="44631"/>
                </a:lnTo>
                <a:lnTo>
                  <a:pt x="933469" y="45043"/>
                </a:lnTo>
                <a:lnTo>
                  <a:pt x="935911" y="45517"/>
                </a:lnTo>
                <a:lnTo>
                  <a:pt x="938330" y="46056"/>
                </a:lnTo>
                <a:lnTo>
                  <a:pt x="940726" y="46657"/>
                </a:lnTo>
                <a:lnTo>
                  <a:pt x="943099" y="47322"/>
                </a:lnTo>
                <a:lnTo>
                  <a:pt x="945449" y="48051"/>
                </a:lnTo>
                <a:lnTo>
                  <a:pt x="945449" y="62957"/>
                </a:lnTo>
                <a:lnTo>
                  <a:pt x="942774" y="62032"/>
                </a:lnTo>
                <a:lnTo>
                  <a:pt x="940125" y="61188"/>
                </a:lnTo>
                <a:lnTo>
                  <a:pt x="937503" y="60425"/>
                </a:lnTo>
                <a:lnTo>
                  <a:pt x="934908" y="59742"/>
                </a:lnTo>
                <a:lnTo>
                  <a:pt x="932339" y="59139"/>
                </a:lnTo>
                <a:lnTo>
                  <a:pt x="929798" y="58616"/>
                </a:lnTo>
                <a:lnTo>
                  <a:pt x="927283" y="58174"/>
                </a:lnTo>
                <a:lnTo>
                  <a:pt x="924795" y="57813"/>
                </a:lnTo>
                <a:lnTo>
                  <a:pt x="922334" y="57531"/>
                </a:lnTo>
                <a:lnTo>
                  <a:pt x="919899" y="57330"/>
                </a:lnTo>
                <a:lnTo>
                  <a:pt x="917492" y="57210"/>
                </a:lnTo>
                <a:lnTo>
                  <a:pt x="915111" y="57170"/>
                </a:lnTo>
                <a:lnTo>
                  <a:pt x="913418" y="57195"/>
                </a:lnTo>
                <a:lnTo>
                  <a:pt x="911787" y="57270"/>
                </a:lnTo>
                <a:lnTo>
                  <a:pt x="910220" y="57396"/>
                </a:lnTo>
                <a:lnTo>
                  <a:pt x="908715" y="57573"/>
                </a:lnTo>
                <a:lnTo>
                  <a:pt x="907272" y="57799"/>
                </a:lnTo>
                <a:lnTo>
                  <a:pt x="905893" y="58077"/>
                </a:lnTo>
                <a:lnTo>
                  <a:pt x="904576" y="58404"/>
                </a:lnTo>
                <a:lnTo>
                  <a:pt x="903322" y="58782"/>
                </a:lnTo>
                <a:lnTo>
                  <a:pt x="902131" y="59210"/>
                </a:lnTo>
                <a:lnTo>
                  <a:pt x="901002" y="59689"/>
                </a:lnTo>
                <a:lnTo>
                  <a:pt x="899936" y="60218"/>
                </a:lnTo>
                <a:lnTo>
                  <a:pt x="898933" y="60798"/>
                </a:lnTo>
                <a:lnTo>
                  <a:pt x="898002" y="61414"/>
                </a:lnTo>
                <a:lnTo>
                  <a:pt x="897151" y="62056"/>
                </a:lnTo>
                <a:lnTo>
                  <a:pt x="896382" y="62722"/>
                </a:lnTo>
                <a:lnTo>
                  <a:pt x="895694" y="63413"/>
                </a:lnTo>
                <a:lnTo>
                  <a:pt x="895086" y="64130"/>
                </a:lnTo>
                <a:lnTo>
                  <a:pt x="894560" y="64871"/>
                </a:lnTo>
                <a:lnTo>
                  <a:pt x="894114" y="65637"/>
                </a:lnTo>
                <a:lnTo>
                  <a:pt x="893750" y="66428"/>
                </a:lnTo>
                <a:lnTo>
                  <a:pt x="893467" y="67243"/>
                </a:lnTo>
                <a:lnTo>
                  <a:pt x="893264" y="68084"/>
                </a:lnTo>
                <a:lnTo>
                  <a:pt x="893143" y="68949"/>
                </a:lnTo>
                <a:lnTo>
                  <a:pt x="893102" y="69840"/>
                </a:lnTo>
                <a:lnTo>
                  <a:pt x="893137" y="70699"/>
                </a:lnTo>
                <a:lnTo>
                  <a:pt x="893243" y="71529"/>
                </a:lnTo>
                <a:lnTo>
                  <a:pt x="893420" y="72330"/>
                </a:lnTo>
                <a:lnTo>
                  <a:pt x="893667" y="73102"/>
                </a:lnTo>
                <a:lnTo>
                  <a:pt x="893985" y="73844"/>
                </a:lnTo>
                <a:lnTo>
                  <a:pt x="894374" y="74558"/>
                </a:lnTo>
                <a:lnTo>
                  <a:pt x="894833" y="75242"/>
                </a:lnTo>
                <a:lnTo>
                  <a:pt x="895362" y="75897"/>
                </a:lnTo>
                <a:lnTo>
                  <a:pt x="895963" y="76524"/>
                </a:lnTo>
                <a:lnTo>
                  <a:pt x="896634" y="77121"/>
                </a:lnTo>
                <a:lnTo>
                  <a:pt x="897376" y="77689"/>
                </a:lnTo>
                <a:lnTo>
                  <a:pt x="898188" y="78227"/>
                </a:lnTo>
                <a:lnTo>
                  <a:pt x="899065" y="78758"/>
                </a:lnTo>
                <a:lnTo>
                  <a:pt x="900029" y="79303"/>
                </a:lnTo>
                <a:lnTo>
                  <a:pt x="901081" y="79860"/>
                </a:lnTo>
                <a:lnTo>
                  <a:pt x="902221" y="80431"/>
                </a:lnTo>
                <a:lnTo>
                  <a:pt x="903449" y="81016"/>
                </a:lnTo>
                <a:lnTo>
                  <a:pt x="904764" y="81613"/>
                </a:lnTo>
                <a:lnTo>
                  <a:pt x="906167" y="82225"/>
                </a:lnTo>
                <a:lnTo>
                  <a:pt x="907658" y="82849"/>
                </a:lnTo>
                <a:lnTo>
                  <a:pt x="909236" y="83487"/>
                </a:lnTo>
                <a:lnTo>
                  <a:pt x="910902" y="84138"/>
                </a:lnTo>
                <a:lnTo>
                  <a:pt x="912656" y="84803"/>
                </a:lnTo>
                <a:lnTo>
                  <a:pt x="914497" y="85480"/>
                </a:lnTo>
                <a:lnTo>
                  <a:pt x="925545" y="89500"/>
                </a:lnTo>
                <a:lnTo>
                  <a:pt x="928011" y="90424"/>
                </a:lnTo>
                <a:lnTo>
                  <a:pt x="930351" y="91362"/>
                </a:lnTo>
                <a:lnTo>
                  <a:pt x="932565" y="92314"/>
                </a:lnTo>
                <a:lnTo>
                  <a:pt x="934654" y="93279"/>
                </a:lnTo>
                <a:lnTo>
                  <a:pt x="936618" y="94257"/>
                </a:lnTo>
                <a:lnTo>
                  <a:pt x="938456" y="95250"/>
                </a:lnTo>
                <a:lnTo>
                  <a:pt x="940169" y="96255"/>
                </a:lnTo>
                <a:lnTo>
                  <a:pt x="941757" y="97275"/>
                </a:lnTo>
                <a:lnTo>
                  <a:pt x="943219" y="98308"/>
                </a:lnTo>
                <a:lnTo>
                  <a:pt x="944555" y="99354"/>
                </a:lnTo>
                <a:lnTo>
                  <a:pt x="945766" y="100414"/>
                </a:lnTo>
                <a:lnTo>
                  <a:pt x="946852" y="101488"/>
                </a:lnTo>
                <a:lnTo>
                  <a:pt x="947833" y="102591"/>
                </a:lnTo>
                <a:lnTo>
                  <a:pt x="948728" y="103739"/>
                </a:lnTo>
                <a:lnTo>
                  <a:pt x="949537" y="104932"/>
                </a:lnTo>
                <a:lnTo>
                  <a:pt x="950262" y="106170"/>
                </a:lnTo>
                <a:lnTo>
                  <a:pt x="950901" y="107454"/>
                </a:lnTo>
                <a:lnTo>
                  <a:pt x="951456" y="108782"/>
                </a:lnTo>
                <a:lnTo>
                  <a:pt x="951924" y="110155"/>
                </a:lnTo>
                <a:lnTo>
                  <a:pt x="952308" y="111573"/>
                </a:lnTo>
                <a:lnTo>
                  <a:pt x="952606" y="113036"/>
                </a:lnTo>
                <a:lnTo>
                  <a:pt x="952820" y="114544"/>
                </a:lnTo>
                <a:lnTo>
                  <a:pt x="952947" y="116098"/>
                </a:lnTo>
                <a:lnTo>
                  <a:pt x="952990" y="117696"/>
                </a:lnTo>
                <a:lnTo>
                  <a:pt x="952922" y="119782"/>
                </a:lnTo>
                <a:lnTo>
                  <a:pt x="952718" y="121805"/>
                </a:lnTo>
                <a:lnTo>
                  <a:pt x="952379" y="123766"/>
                </a:lnTo>
                <a:lnTo>
                  <a:pt x="951904" y="125664"/>
                </a:lnTo>
                <a:lnTo>
                  <a:pt x="951293" y="127499"/>
                </a:lnTo>
                <a:lnTo>
                  <a:pt x="950546" y="129272"/>
                </a:lnTo>
                <a:lnTo>
                  <a:pt x="949663" y="130982"/>
                </a:lnTo>
                <a:lnTo>
                  <a:pt x="948645" y="132629"/>
                </a:lnTo>
                <a:lnTo>
                  <a:pt x="947491" y="134214"/>
                </a:lnTo>
                <a:lnTo>
                  <a:pt x="946201" y="135736"/>
                </a:lnTo>
                <a:lnTo>
                  <a:pt x="944775" y="137195"/>
                </a:lnTo>
                <a:lnTo>
                  <a:pt x="943213" y="138592"/>
                </a:lnTo>
                <a:lnTo>
                  <a:pt x="941503" y="139900"/>
                </a:lnTo>
                <a:lnTo>
                  <a:pt x="939629" y="141095"/>
                </a:lnTo>
                <a:lnTo>
                  <a:pt x="937593" y="142175"/>
                </a:lnTo>
                <a:lnTo>
                  <a:pt x="935395" y="143142"/>
                </a:lnTo>
                <a:lnTo>
                  <a:pt x="933034" y="143995"/>
                </a:lnTo>
                <a:lnTo>
                  <a:pt x="930510" y="144735"/>
                </a:lnTo>
                <a:lnTo>
                  <a:pt x="927824" y="145360"/>
                </a:lnTo>
                <a:lnTo>
                  <a:pt x="924975" y="145872"/>
                </a:lnTo>
                <a:lnTo>
                  <a:pt x="921964" y="146270"/>
                </a:lnTo>
                <a:lnTo>
                  <a:pt x="918790" y="146555"/>
                </a:lnTo>
                <a:lnTo>
                  <a:pt x="915453" y="146725"/>
                </a:lnTo>
                <a:lnTo>
                  <a:pt x="911954" y="146782"/>
                </a:lnTo>
                <a:lnTo>
                  <a:pt x="908819" y="146727"/>
                </a:lnTo>
                <a:lnTo>
                  <a:pt x="905670" y="146562"/>
                </a:lnTo>
                <a:lnTo>
                  <a:pt x="902506" y="146286"/>
                </a:lnTo>
                <a:lnTo>
                  <a:pt x="899328" y="145900"/>
                </a:lnTo>
                <a:lnTo>
                  <a:pt x="896135" y="145403"/>
                </a:lnTo>
                <a:lnTo>
                  <a:pt x="892927" y="144796"/>
                </a:lnTo>
                <a:lnTo>
                  <a:pt x="889704" y="144079"/>
                </a:lnTo>
                <a:lnTo>
                  <a:pt x="886467" y="143252"/>
                </a:lnTo>
                <a:lnTo>
                  <a:pt x="883216" y="142314"/>
                </a:lnTo>
                <a:lnTo>
                  <a:pt x="879950" y="141266"/>
                </a:lnTo>
                <a:lnTo>
                  <a:pt x="876669" y="140107"/>
                </a:lnTo>
                <a:lnTo>
                  <a:pt x="873373" y="138839"/>
                </a:lnTo>
                <a:close/>
                <a:moveTo>
                  <a:pt x="1019918" y="146782"/>
                </a:moveTo>
                <a:lnTo>
                  <a:pt x="1016469" y="146680"/>
                </a:lnTo>
                <a:lnTo>
                  <a:pt x="1013137" y="146375"/>
                </a:lnTo>
                <a:lnTo>
                  <a:pt x="1009922" y="145865"/>
                </a:lnTo>
                <a:lnTo>
                  <a:pt x="1006824" y="145152"/>
                </a:lnTo>
                <a:lnTo>
                  <a:pt x="1003843" y="144235"/>
                </a:lnTo>
                <a:lnTo>
                  <a:pt x="1000979" y="143114"/>
                </a:lnTo>
                <a:lnTo>
                  <a:pt x="998231" y="141789"/>
                </a:lnTo>
                <a:lnTo>
                  <a:pt x="995601" y="140261"/>
                </a:lnTo>
                <a:lnTo>
                  <a:pt x="993087" y="138528"/>
                </a:lnTo>
                <a:lnTo>
                  <a:pt x="990690" y="136592"/>
                </a:lnTo>
                <a:lnTo>
                  <a:pt x="988411" y="134453"/>
                </a:lnTo>
                <a:lnTo>
                  <a:pt x="986248" y="132109"/>
                </a:lnTo>
                <a:lnTo>
                  <a:pt x="984231" y="129610"/>
                </a:lnTo>
                <a:lnTo>
                  <a:pt x="982390" y="127004"/>
                </a:lnTo>
                <a:lnTo>
                  <a:pt x="980724" y="124292"/>
                </a:lnTo>
                <a:lnTo>
                  <a:pt x="979233" y="121473"/>
                </a:lnTo>
                <a:lnTo>
                  <a:pt x="977918" y="118548"/>
                </a:lnTo>
                <a:lnTo>
                  <a:pt x="976778" y="115517"/>
                </a:lnTo>
                <a:lnTo>
                  <a:pt x="975813" y="112379"/>
                </a:lnTo>
                <a:lnTo>
                  <a:pt x="975024" y="109135"/>
                </a:lnTo>
                <a:lnTo>
                  <a:pt x="974410" y="105784"/>
                </a:lnTo>
                <a:lnTo>
                  <a:pt x="973972" y="102327"/>
                </a:lnTo>
                <a:lnTo>
                  <a:pt x="973709" y="98763"/>
                </a:lnTo>
                <a:lnTo>
                  <a:pt x="973621" y="95093"/>
                </a:lnTo>
                <a:lnTo>
                  <a:pt x="973709" y="91423"/>
                </a:lnTo>
                <a:lnTo>
                  <a:pt x="973972" y="87860"/>
                </a:lnTo>
                <a:lnTo>
                  <a:pt x="974410" y="84405"/>
                </a:lnTo>
                <a:lnTo>
                  <a:pt x="975024" y="81056"/>
                </a:lnTo>
                <a:lnTo>
                  <a:pt x="975813" y="77815"/>
                </a:lnTo>
                <a:lnTo>
                  <a:pt x="976778" y="74680"/>
                </a:lnTo>
                <a:lnTo>
                  <a:pt x="977918" y="71653"/>
                </a:lnTo>
                <a:lnTo>
                  <a:pt x="979233" y="68733"/>
                </a:lnTo>
                <a:lnTo>
                  <a:pt x="980724" y="65920"/>
                </a:lnTo>
                <a:lnTo>
                  <a:pt x="982390" y="63214"/>
                </a:lnTo>
                <a:lnTo>
                  <a:pt x="984231" y="60615"/>
                </a:lnTo>
                <a:lnTo>
                  <a:pt x="986248" y="58123"/>
                </a:lnTo>
                <a:lnTo>
                  <a:pt x="988411" y="55786"/>
                </a:lnTo>
                <a:lnTo>
                  <a:pt x="990690" y="53652"/>
                </a:lnTo>
                <a:lnTo>
                  <a:pt x="993087" y="51722"/>
                </a:lnTo>
                <a:lnTo>
                  <a:pt x="995601" y="49994"/>
                </a:lnTo>
                <a:lnTo>
                  <a:pt x="998231" y="48470"/>
                </a:lnTo>
                <a:lnTo>
                  <a:pt x="1000979" y="47149"/>
                </a:lnTo>
                <a:lnTo>
                  <a:pt x="1003843" y="46031"/>
                </a:lnTo>
                <a:lnTo>
                  <a:pt x="1006824" y="45117"/>
                </a:lnTo>
                <a:lnTo>
                  <a:pt x="1009922" y="44406"/>
                </a:lnTo>
                <a:lnTo>
                  <a:pt x="1013137" y="43897"/>
                </a:lnTo>
                <a:lnTo>
                  <a:pt x="1016469" y="43593"/>
                </a:lnTo>
                <a:lnTo>
                  <a:pt x="1019918" y="43491"/>
                </a:lnTo>
                <a:lnTo>
                  <a:pt x="1023353" y="43593"/>
                </a:lnTo>
                <a:lnTo>
                  <a:pt x="1026672" y="43897"/>
                </a:lnTo>
                <a:lnTo>
                  <a:pt x="1029876" y="44406"/>
                </a:lnTo>
                <a:lnTo>
                  <a:pt x="1032964" y="45117"/>
                </a:lnTo>
                <a:lnTo>
                  <a:pt x="1035936" y="46031"/>
                </a:lnTo>
                <a:lnTo>
                  <a:pt x="1038792" y="47149"/>
                </a:lnTo>
                <a:lnTo>
                  <a:pt x="1041533" y="48470"/>
                </a:lnTo>
                <a:lnTo>
                  <a:pt x="1044158" y="49994"/>
                </a:lnTo>
                <a:lnTo>
                  <a:pt x="1046667" y="51722"/>
                </a:lnTo>
                <a:lnTo>
                  <a:pt x="1049061" y="53652"/>
                </a:lnTo>
                <a:lnTo>
                  <a:pt x="1051339" y="55786"/>
                </a:lnTo>
                <a:lnTo>
                  <a:pt x="1053501" y="58123"/>
                </a:lnTo>
                <a:lnTo>
                  <a:pt x="1055518" y="60615"/>
                </a:lnTo>
                <a:lnTo>
                  <a:pt x="1057359" y="63214"/>
                </a:lnTo>
                <a:lnTo>
                  <a:pt x="1059025" y="65920"/>
                </a:lnTo>
                <a:lnTo>
                  <a:pt x="1060516" y="68733"/>
                </a:lnTo>
                <a:lnTo>
                  <a:pt x="1061831" y="71653"/>
                </a:lnTo>
                <a:lnTo>
                  <a:pt x="1062971" y="74680"/>
                </a:lnTo>
                <a:lnTo>
                  <a:pt x="1063935" y="77815"/>
                </a:lnTo>
                <a:lnTo>
                  <a:pt x="1064724" y="81056"/>
                </a:lnTo>
                <a:lnTo>
                  <a:pt x="1065338" y="84405"/>
                </a:lnTo>
                <a:lnTo>
                  <a:pt x="1065777" y="87860"/>
                </a:lnTo>
                <a:lnTo>
                  <a:pt x="1066040" y="91423"/>
                </a:lnTo>
                <a:lnTo>
                  <a:pt x="1066127" y="95093"/>
                </a:lnTo>
                <a:lnTo>
                  <a:pt x="1066040" y="98763"/>
                </a:lnTo>
                <a:lnTo>
                  <a:pt x="1065777" y="102327"/>
                </a:lnTo>
                <a:lnTo>
                  <a:pt x="1065338" y="105784"/>
                </a:lnTo>
                <a:lnTo>
                  <a:pt x="1064724" y="109135"/>
                </a:lnTo>
                <a:lnTo>
                  <a:pt x="1063935" y="112379"/>
                </a:lnTo>
                <a:lnTo>
                  <a:pt x="1062971" y="115517"/>
                </a:lnTo>
                <a:lnTo>
                  <a:pt x="1061831" y="118548"/>
                </a:lnTo>
                <a:lnTo>
                  <a:pt x="1060516" y="121473"/>
                </a:lnTo>
                <a:lnTo>
                  <a:pt x="1059025" y="124292"/>
                </a:lnTo>
                <a:lnTo>
                  <a:pt x="1057359" y="127004"/>
                </a:lnTo>
                <a:lnTo>
                  <a:pt x="1055518" y="129610"/>
                </a:lnTo>
                <a:lnTo>
                  <a:pt x="1053501" y="132109"/>
                </a:lnTo>
                <a:lnTo>
                  <a:pt x="1051339" y="134453"/>
                </a:lnTo>
                <a:lnTo>
                  <a:pt x="1049061" y="136592"/>
                </a:lnTo>
                <a:lnTo>
                  <a:pt x="1046667" y="138528"/>
                </a:lnTo>
                <a:lnTo>
                  <a:pt x="1044158" y="140261"/>
                </a:lnTo>
                <a:lnTo>
                  <a:pt x="1041533" y="141789"/>
                </a:lnTo>
                <a:lnTo>
                  <a:pt x="1038792" y="143114"/>
                </a:lnTo>
                <a:lnTo>
                  <a:pt x="1035936" y="144235"/>
                </a:lnTo>
                <a:lnTo>
                  <a:pt x="1032964" y="145152"/>
                </a:lnTo>
                <a:lnTo>
                  <a:pt x="1029876" y="145865"/>
                </a:lnTo>
                <a:lnTo>
                  <a:pt x="1026672" y="146375"/>
                </a:lnTo>
                <a:lnTo>
                  <a:pt x="1023353" y="146680"/>
                </a:lnTo>
                <a:lnTo>
                  <a:pt x="1019918" y="146782"/>
                </a:lnTo>
                <a:moveTo>
                  <a:pt x="1019918" y="133104"/>
                </a:moveTo>
                <a:lnTo>
                  <a:pt x="1022059" y="133033"/>
                </a:lnTo>
                <a:lnTo>
                  <a:pt x="1024125" y="132822"/>
                </a:lnTo>
                <a:lnTo>
                  <a:pt x="1026116" y="132470"/>
                </a:lnTo>
                <a:lnTo>
                  <a:pt x="1028034" y="131977"/>
                </a:lnTo>
                <a:lnTo>
                  <a:pt x="1029877" y="131344"/>
                </a:lnTo>
                <a:lnTo>
                  <a:pt x="1031646" y="130570"/>
                </a:lnTo>
                <a:lnTo>
                  <a:pt x="1033340" y="129655"/>
                </a:lnTo>
                <a:lnTo>
                  <a:pt x="1034961" y="128599"/>
                </a:lnTo>
                <a:lnTo>
                  <a:pt x="1036507" y="127402"/>
                </a:lnTo>
                <a:lnTo>
                  <a:pt x="1037979" y="126065"/>
                </a:lnTo>
                <a:lnTo>
                  <a:pt x="1039376" y="124587"/>
                </a:lnTo>
                <a:lnTo>
                  <a:pt x="1040699" y="122968"/>
                </a:lnTo>
                <a:lnTo>
                  <a:pt x="1041932" y="121226"/>
                </a:lnTo>
                <a:lnTo>
                  <a:pt x="1043057" y="119378"/>
                </a:lnTo>
                <a:lnTo>
                  <a:pt x="1044075" y="117425"/>
                </a:lnTo>
                <a:lnTo>
                  <a:pt x="1044986" y="115366"/>
                </a:lnTo>
                <a:lnTo>
                  <a:pt x="1045790" y="113201"/>
                </a:lnTo>
                <a:lnTo>
                  <a:pt x="1046486" y="110931"/>
                </a:lnTo>
                <a:lnTo>
                  <a:pt x="1047076" y="108556"/>
                </a:lnTo>
                <a:lnTo>
                  <a:pt x="1047558" y="106074"/>
                </a:lnTo>
                <a:lnTo>
                  <a:pt x="1047933" y="103487"/>
                </a:lnTo>
                <a:lnTo>
                  <a:pt x="1048201" y="100795"/>
                </a:lnTo>
                <a:lnTo>
                  <a:pt x="1048362" y="97997"/>
                </a:lnTo>
                <a:lnTo>
                  <a:pt x="1048415" y="95093"/>
                </a:lnTo>
                <a:lnTo>
                  <a:pt x="1048362" y="92203"/>
                </a:lnTo>
                <a:lnTo>
                  <a:pt x="1048201" y="89418"/>
                </a:lnTo>
                <a:lnTo>
                  <a:pt x="1047933" y="86737"/>
                </a:lnTo>
                <a:lnTo>
                  <a:pt x="1047558" y="84160"/>
                </a:lnTo>
                <a:lnTo>
                  <a:pt x="1047076" y="81688"/>
                </a:lnTo>
                <a:lnTo>
                  <a:pt x="1046486" y="79320"/>
                </a:lnTo>
                <a:lnTo>
                  <a:pt x="1045790" y="77057"/>
                </a:lnTo>
                <a:lnTo>
                  <a:pt x="1044986" y="74898"/>
                </a:lnTo>
                <a:lnTo>
                  <a:pt x="1044075" y="72843"/>
                </a:lnTo>
                <a:lnTo>
                  <a:pt x="1043057" y="70893"/>
                </a:lnTo>
                <a:lnTo>
                  <a:pt x="1041932" y="69047"/>
                </a:lnTo>
                <a:lnTo>
                  <a:pt x="1040699" y="67305"/>
                </a:lnTo>
                <a:lnTo>
                  <a:pt x="1039376" y="65686"/>
                </a:lnTo>
                <a:lnTo>
                  <a:pt x="1037979" y="64208"/>
                </a:lnTo>
                <a:lnTo>
                  <a:pt x="1036507" y="62871"/>
                </a:lnTo>
                <a:lnTo>
                  <a:pt x="1034961" y="61674"/>
                </a:lnTo>
                <a:lnTo>
                  <a:pt x="1033340" y="60619"/>
                </a:lnTo>
                <a:lnTo>
                  <a:pt x="1031646" y="59704"/>
                </a:lnTo>
                <a:lnTo>
                  <a:pt x="1029877" y="58929"/>
                </a:lnTo>
                <a:lnTo>
                  <a:pt x="1028034" y="58296"/>
                </a:lnTo>
                <a:lnTo>
                  <a:pt x="1026116" y="57803"/>
                </a:lnTo>
                <a:lnTo>
                  <a:pt x="1024125" y="57451"/>
                </a:lnTo>
                <a:lnTo>
                  <a:pt x="1022059" y="57240"/>
                </a:lnTo>
                <a:lnTo>
                  <a:pt x="1019918" y="57170"/>
                </a:lnTo>
                <a:lnTo>
                  <a:pt x="1017764" y="57240"/>
                </a:lnTo>
                <a:lnTo>
                  <a:pt x="1015685" y="57451"/>
                </a:lnTo>
                <a:lnTo>
                  <a:pt x="1013682" y="57803"/>
                </a:lnTo>
                <a:lnTo>
                  <a:pt x="1011754" y="58296"/>
                </a:lnTo>
                <a:lnTo>
                  <a:pt x="1009902" y="58929"/>
                </a:lnTo>
                <a:lnTo>
                  <a:pt x="1008125" y="59704"/>
                </a:lnTo>
                <a:lnTo>
                  <a:pt x="1006423" y="60619"/>
                </a:lnTo>
                <a:lnTo>
                  <a:pt x="1004798" y="61674"/>
                </a:lnTo>
                <a:lnTo>
                  <a:pt x="1003247" y="62871"/>
                </a:lnTo>
                <a:lnTo>
                  <a:pt x="1001773" y="64208"/>
                </a:lnTo>
                <a:lnTo>
                  <a:pt x="1000373" y="65686"/>
                </a:lnTo>
                <a:lnTo>
                  <a:pt x="999050" y="67305"/>
                </a:lnTo>
                <a:lnTo>
                  <a:pt x="997817" y="69047"/>
                </a:lnTo>
                <a:lnTo>
                  <a:pt x="996692" y="70893"/>
                </a:lnTo>
                <a:lnTo>
                  <a:pt x="995674" y="72843"/>
                </a:lnTo>
                <a:lnTo>
                  <a:pt x="994763" y="74898"/>
                </a:lnTo>
                <a:lnTo>
                  <a:pt x="993959" y="77057"/>
                </a:lnTo>
                <a:lnTo>
                  <a:pt x="993262" y="79320"/>
                </a:lnTo>
                <a:lnTo>
                  <a:pt x="992673" y="81688"/>
                </a:lnTo>
                <a:lnTo>
                  <a:pt x="992191" y="84160"/>
                </a:lnTo>
                <a:lnTo>
                  <a:pt x="991816" y="86737"/>
                </a:lnTo>
                <a:lnTo>
                  <a:pt x="991548" y="89418"/>
                </a:lnTo>
                <a:lnTo>
                  <a:pt x="991387" y="92203"/>
                </a:lnTo>
                <a:lnTo>
                  <a:pt x="991333" y="95093"/>
                </a:lnTo>
                <a:lnTo>
                  <a:pt x="991387" y="97997"/>
                </a:lnTo>
                <a:lnTo>
                  <a:pt x="991548" y="100795"/>
                </a:lnTo>
                <a:lnTo>
                  <a:pt x="991816" y="103487"/>
                </a:lnTo>
                <a:lnTo>
                  <a:pt x="992191" y="106074"/>
                </a:lnTo>
                <a:lnTo>
                  <a:pt x="992673" y="108556"/>
                </a:lnTo>
                <a:lnTo>
                  <a:pt x="993262" y="110931"/>
                </a:lnTo>
                <a:lnTo>
                  <a:pt x="993959" y="113201"/>
                </a:lnTo>
                <a:lnTo>
                  <a:pt x="994763" y="115366"/>
                </a:lnTo>
                <a:lnTo>
                  <a:pt x="995674" y="117425"/>
                </a:lnTo>
                <a:lnTo>
                  <a:pt x="996692" y="119378"/>
                </a:lnTo>
                <a:lnTo>
                  <a:pt x="997817" y="121226"/>
                </a:lnTo>
                <a:lnTo>
                  <a:pt x="999050" y="122968"/>
                </a:lnTo>
                <a:lnTo>
                  <a:pt x="1000373" y="124587"/>
                </a:lnTo>
                <a:lnTo>
                  <a:pt x="1001773" y="126065"/>
                </a:lnTo>
                <a:lnTo>
                  <a:pt x="1003247" y="127402"/>
                </a:lnTo>
                <a:lnTo>
                  <a:pt x="1004798" y="128599"/>
                </a:lnTo>
                <a:lnTo>
                  <a:pt x="1006423" y="129655"/>
                </a:lnTo>
                <a:lnTo>
                  <a:pt x="1008125" y="130570"/>
                </a:lnTo>
                <a:lnTo>
                  <a:pt x="1009902" y="131344"/>
                </a:lnTo>
                <a:lnTo>
                  <a:pt x="1011754" y="131977"/>
                </a:lnTo>
                <a:lnTo>
                  <a:pt x="1013682" y="132470"/>
                </a:lnTo>
                <a:lnTo>
                  <a:pt x="1015685" y="132822"/>
                </a:lnTo>
                <a:lnTo>
                  <a:pt x="1017764" y="133033"/>
                </a:lnTo>
                <a:lnTo>
                  <a:pt x="1019918" y="133104"/>
                </a:lnTo>
                <a:close/>
                <a:moveTo>
                  <a:pt x="1095264" y="144152"/>
                </a:moveTo>
                <a:lnTo>
                  <a:pt x="1095264" y="46122"/>
                </a:lnTo>
                <a:lnTo>
                  <a:pt x="1111573" y="46122"/>
                </a:lnTo>
                <a:lnTo>
                  <a:pt x="1111573" y="67656"/>
                </a:lnTo>
                <a:lnTo>
                  <a:pt x="1112860" y="65677"/>
                </a:lnTo>
                <a:lnTo>
                  <a:pt x="1114178" y="63783"/>
                </a:lnTo>
                <a:lnTo>
                  <a:pt x="1115527" y="61974"/>
                </a:lnTo>
                <a:lnTo>
                  <a:pt x="1116907" y="60250"/>
                </a:lnTo>
                <a:lnTo>
                  <a:pt x="1118318" y="58610"/>
                </a:lnTo>
                <a:lnTo>
                  <a:pt x="1119761" y="57056"/>
                </a:lnTo>
                <a:lnTo>
                  <a:pt x="1121234" y="55586"/>
                </a:lnTo>
                <a:lnTo>
                  <a:pt x="1122738" y="54202"/>
                </a:lnTo>
                <a:lnTo>
                  <a:pt x="1124274" y="52902"/>
                </a:lnTo>
                <a:lnTo>
                  <a:pt x="1125840" y="51687"/>
                </a:lnTo>
                <a:lnTo>
                  <a:pt x="1127437" y="50556"/>
                </a:lnTo>
                <a:lnTo>
                  <a:pt x="1129066" y="49511"/>
                </a:lnTo>
                <a:lnTo>
                  <a:pt x="1130726" y="48550"/>
                </a:lnTo>
                <a:lnTo>
                  <a:pt x="1132416" y="47672"/>
                </a:lnTo>
                <a:lnTo>
                  <a:pt x="1134138" y="46877"/>
                </a:lnTo>
                <a:lnTo>
                  <a:pt x="1135891" y="46167"/>
                </a:lnTo>
                <a:lnTo>
                  <a:pt x="1137674" y="45540"/>
                </a:lnTo>
                <a:lnTo>
                  <a:pt x="1139489" y="44996"/>
                </a:lnTo>
                <a:lnTo>
                  <a:pt x="1141335" y="44536"/>
                </a:lnTo>
                <a:lnTo>
                  <a:pt x="1143212" y="44160"/>
                </a:lnTo>
                <a:lnTo>
                  <a:pt x="1145120" y="43867"/>
                </a:lnTo>
                <a:lnTo>
                  <a:pt x="1147059" y="43658"/>
                </a:lnTo>
                <a:lnTo>
                  <a:pt x="1149029" y="43533"/>
                </a:lnTo>
                <a:lnTo>
                  <a:pt x="1151031" y="43491"/>
                </a:lnTo>
                <a:lnTo>
                  <a:pt x="1152507" y="43509"/>
                </a:lnTo>
                <a:lnTo>
                  <a:pt x="1153983" y="43564"/>
                </a:lnTo>
                <a:lnTo>
                  <a:pt x="1155459" y="43655"/>
                </a:lnTo>
                <a:lnTo>
                  <a:pt x="1156935" y="43783"/>
                </a:lnTo>
                <a:lnTo>
                  <a:pt x="1158411" y="43948"/>
                </a:lnTo>
                <a:lnTo>
                  <a:pt x="1159887" y="44149"/>
                </a:lnTo>
                <a:lnTo>
                  <a:pt x="1161363" y="44386"/>
                </a:lnTo>
                <a:lnTo>
                  <a:pt x="1162839" y="44660"/>
                </a:lnTo>
                <a:lnTo>
                  <a:pt x="1164315" y="44971"/>
                </a:lnTo>
                <a:lnTo>
                  <a:pt x="1165791" y="45318"/>
                </a:lnTo>
                <a:lnTo>
                  <a:pt x="1167267" y="45701"/>
                </a:lnTo>
                <a:lnTo>
                  <a:pt x="1168743" y="46122"/>
                </a:lnTo>
                <a:lnTo>
                  <a:pt x="1168743" y="81546"/>
                </a:lnTo>
                <a:lnTo>
                  <a:pt x="1153047" y="81546"/>
                </a:lnTo>
                <a:lnTo>
                  <a:pt x="1153047" y="59271"/>
                </a:lnTo>
                <a:lnTo>
                  <a:pt x="1152373" y="59160"/>
                </a:lnTo>
                <a:lnTo>
                  <a:pt x="1151722" y="59058"/>
                </a:lnTo>
                <a:lnTo>
                  <a:pt x="1151096" y="58966"/>
                </a:lnTo>
                <a:lnTo>
                  <a:pt x="1150495" y="58883"/>
                </a:lnTo>
                <a:lnTo>
                  <a:pt x="1149918" y="58810"/>
                </a:lnTo>
                <a:lnTo>
                  <a:pt x="1149365" y="58747"/>
                </a:lnTo>
                <a:lnTo>
                  <a:pt x="1148836" y="58694"/>
                </a:lnTo>
                <a:lnTo>
                  <a:pt x="1148332" y="58650"/>
                </a:lnTo>
                <a:lnTo>
                  <a:pt x="1147852" y="58616"/>
                </a:lnTo>
                <a:lnTo>
                  <a:pt x="1147397" y="58592"/>
                </a:lnTo>
                <a:lnTo>
                  <a:pt x="1146966" y="58577"/>
                </a:lnTo>
                <a:lnTo>
                  <a:pt x="1146559" y="58573"/>
                </a:lnTo>
                <a:lnTo>
                  <a:pt x="1145041" y="58622"/>
                </a:lnTo>
                <a:lnTo>
                  <a:pt x="1143529" y="58772"/>
                </a:lnTo>
                <a:lnTo>
                  <a:pt x="1142021" y="59021"/>
                </a:lnTo>
                <a:lnTo>
                  <a:pt x="1140518" y="59369"/>
                </a:lnTo>
                <a:lnTo>
                  <a:pt x="1139020" y="59817"/>
                </a:lnTo>
                <a:lnTo>
                  <a:pt x="1137527" y="60365"/>
                </a:lnTo>
                <a:lnTo>
                  <a:pt x="1136039" y="61012"/>
                </a:lnTo>
                <a:lnTo>
                  <a:pt x="1134556" y="61758"/>
                </a:lnTo>
                <a:lnTo>
                  <a:pt x="1133077" y="62605"/>
                </a:lnTo>
                <a:lnTo>
                  <a:pt x="1131604" y="63550"/>
                </a:lnTo>
                <a:lnTo>
                  <a:pt x="1130135" y="64596"/>
                </a:lnTo>
                <a:lnTo>
                  <a:pt x="1128671" y="65741"/>
                </a:lnTo>
                <a:lnTo>
                  <a:pt x="1127213" y="66985"/>
                </a:lnTo>
                <a:lnTo>
                  <a:pt x="1125761" y="68329"/>
                </a:lnTo>
                <a:lnTo>
                  <a:pt x="1124315" y="69773"/>
                </a:lnTo>
                <a:lnTo>
                  <a:pt x="1122875" y="71316"/>
                </a:lnTo>
                <a:lnTo>
                  <a:pt x="1121441" y="72959"/>
                </a:lnTo>
                <a:lnTo>
                  <a:pt x="1120013" y="74701"/>
                </a:lnTo>
                <a:lnTo>
                  <a:pt x="1118591" y="76543"/>
                </a:lnTo>
                <a:lnTo>
                  <a:pt x="1117175" y="78484"/>
                </a:lnTo>
                <a:lnTo>
                  <a:pt x="1115765" y="80525"/>
                </a:lnTo>
                <a:lnTo>
                  <a:pt x="1114362" y="82665"/>
                </a:lnTo>
                <a:lnTo>
                  <a:pt x="1112964" y="84906"/>
                </a:lnTo>
                <a:lnTo>
                  <a:pt x="1111573" y="87245"/>
                </a:lnTo>
                <a:lnTo>
                  <a:pt x="1111573" y="144152"/>
                </a:lnTo>
                <a:lnTo>
                  <a:pt x="1095264" y="144152"/>
                </a:lnTo>
                <a:close/>
                <a:moveTo>
                  <a:pt x="1186919" y="96540"/>
                </a:moveTo>
                <a:lnTo>
                  <a:pt x="1282144" y="48927"/>
                </a:lnTo>
                <a:lnTo>
                  <a:pt x="1282144" y="64094"/>
                </a:lnTo>
                <a:lnTo>
                  <a:pt x="1217083" y="96427"/>
                </a:lnTo>
                <a:lnTo>
                  <a:pt x="1282144" y="129128"/>
                </a:lnTo>
                <a:lnTo>
                  <a:pt x="1282144" y="144152"/>
                </a:lnTo>
                <a:lnTo>
                  <a:pt x="1186919" y="96540"/>
                </a:lnTo>
                <a:close/>
                <a:moveTo>
                  <a:pt x="1337848" y="130473"/>
                </a:moveTo>
                <a:lnTo>
                  <a:pt x="1337848" y="25491"/>
                </a:lnTo>
                <a:lnTo>
                  <a:pt x="1336624" y="26459"/>
                </a:lnTo>
                <a:lnTo>
                  <a:pt x="1335405" y="27402"/>
                </a:lnTo>
                <a:lnTo>
                  <a:pt x="1334193" y="28320"/>
                </a:lnTo>
                <a:lnTo>
                  <a:pt x="1332987" y="29215"/>
                </a:lnTo>
                <a:lnTo>
                  <a:pt x="1331787" y="30085"/>
                </a:lnTo>
                <a:lnTo>
                  <a:pt x="1330593" y="30930"/>
                </a:lnTo>
                <a:lnTo>
                  <a:pt x="1329405" y="31752"/>
                </a:lnTo>
                <a:lnTo>
                  <a:pt x="1328223" y="32549"/>
                </a:lnTo>
                <a:lnTo>
                  <a:pt x="1327047" y="33321"/>
                </a:lnTo>
                <a:lnTo>
                  <a:pt x="1325877" y="34069"/>
                </a:lnTo>
                <a:lnTo>
                  <a:pt x="1324714" y="34793"/>
                </a:lnTo>
                <a:lnTo>
                  <a:pt x="1323556" y="35493"/>
                </a:lnTo>
                <a:lnTo>
                  <a:pt x="1322366" y="36181"/>
                </a:lnTo>
                <a:lnTo>
                  <a:pt x="1321103" y="36871"/>
                </a:lnTo>
                <a:lnTo>
                  <a:pt x="1319769" y="37564"/>
                </a:lnTo>
                <a:lnTo>
                  <a:pt x="1318363" y="38260"/>
                </a:lnTo>
                <a:lnTo>
                  <a:pt x="1316885" y="38957"/>
                </a:lnTo>
                <a:lnTo>
                  <a:pt x="1315336" y="39658"/>
                </a:lnTo>
                <a:lnTo>
                  <a:pt x="1313714" y="40360"/>
                </a:lnTo>
                <a:lnTo>
                  <a:pt x="1312021" y="41065"/>
                </a:lnTo>
                <a:lnTo>
                  <a:pt x="1310256" y="41773"/>
                </a:lnTo>
                <a:lnTo>
                  <a:pt x="1308418" y="42483"/>
                </a:lnTo>
                <a:lnTo>
                  <a:pt x="1306510" y="43195"/>
                </a:lnTo>
                <a:lnTo>
                  <a:pt x="1304529" y="43910"/>
                </a:lnTo>
                <a:lnTo>
                  <a:pt x="1304529" y="29182"/>
                </a:lnTo>
                <a:lnTo>
                  <a:pt x="1307694" y="27791"/>
                </a:lnTo>
                <a:lnTo>
                  <a:pt x="1310788" y="26332"/>
                </a:lnTo>
                <a:lnTo>
                  <a:pt x="1313812" y="24807"/>
                </a:lnTo>
                <a:lnTo>
                  <a:pt x="1316765" y="23214"/>
                </a:lnTo>
                <a:lnTo>
                  <a:pt x="1319648" y="21555"/>
                </a:lnTo>
                <a:lnTo>
                  <a:pt x="1322460" y="19829"/>
                </a:lnTo>
                <a:lnTo>
                  <a:pt x="1325201" y="18036"/>
                </a:lnTo>
                <a:lnTo>
                  <a:pt x="1327872" y="16176"/>
                </a:lnTo>
                <a:lnTo>
                  <a:pt x="1330472" y="14249"/>
                </a:lnTo>
                <a:lnTo>
                  <a:pt x="1333001" y="12255"/>
                </a:lnTo>
                <a:lnTo>
                  <a:pt x="1335460" y="10194"/>
                </a:lnTo>
                <a:lnTo>
                  <a:pt x="1337848" y="8067"/>
                </a:lnTo>
                <a:lnTo>
                  <a:pt x="1354158" y="8067"/>
                </a:lnTo>
                <a:lnTo>
                  <a:pt x="1354158" y="130473"/>
                </a:lnTo>
                <a:lnTo>
                  <a:pt x="1386864" y="130473"/>
                </a:lnTo>
                <a:lnTo>
                  <a:pt x="1386864" y="144152"/>
                </a:lnTo>
                <a:lnTo>
                  <a:pt x="1304529" y="144152"/>
                </a:lnTo>
                <a:lnTo>
                  <a:pt x="1304529" y="130473"/>
                </a:lnTo>
                <a:lnTo>
                  <a:pt x="1337848" y="130473"/>
                </a:lnTo>
                <a:close/>
                <a:moveTo>
                  <a:pt x="1419156" y="144152"/>
                </a:moveTo>
                <a:lnTo>
                  <a:pt x="1400304" y="144152"/>
                </a:lnTo>
                <a:lnTo>
                  <a:pt x="1438781" y="92999"/>
                </a:lnTo>
                <a:lnTo>
                  <a:pt x="1402847" y="46122"/>
                </a:lnTo>
                <a:lnTo>
                  <a:pt x="1423716" y="46122"/>
                </a:lnTo>
                <a:lnTo>
                  <a:pt x="1449133" y="79241"/>
                </a:lnTo>
                <a:lnTo>
                  <a:pt x="1474046" y="46122"/>
                </a:lnTo>
                <a:lnTo>
                  <a:pt x="1492548" y="46122"/>
                </a:lnTo>
                <a:lnTo>
                  <a:pt x="1458559" y="91522"/>
                </a:lnTo>
                <a:lnTo>
                  <a:pt x="1498948" y="144152"/>
                </a:lnTo>
                <a:lnTo>
                  <a:pt x="1477992" y="144152"/>
                </a:lnTo>
                <a:lnTo>
                  <a:pt x="1448226" y="105322"/>
                </a:lnTo>
                <a:lnTo>
                  <a:pt x="1419156" y="144152"/>
                </a:lnTo>
                <a:close/>
                <a:moveTo>
                  <a:pt x="1598197" y="144152"/>
                </a:moveTo>
                <a:lnTo>
                  <a:pt x="1515862" y="144152"/>
                </a:lnTo>
                <a:lnTo>
                  <a:pt x="1515862" y="129147"/>
                </a:lnTo>
                <a:lnTo>
                  <a:pt x="1515878" y="128176"/>
                </a:lnTo>
                <a:lnTo>
                  <a:pt x="1515928" y="127194"/>
                </a:lnTo>
                <a:lnTo>
                  <a:pt x="1516010" y="126200"/>
                </a:lnTo>
                <a:lnTo>
                  <a:pt x="1516125" y="125194"/>
                </a:lnTo>
                <a:lnTo>
                  <a:pt x="1516273" y="124177"/>
                </a:lnTo>
                <a:lnTo>
                  <a:pt x="1516454" y="123149"/>
                </a:lnTo>
                <a:lnTo>
                  <a:pt x="1516667" y="122109"/>
                </a:lnTo>
                <a:lnTo>
                  <a:pt x="1516914" y="121057"/>
                </a:lnTo>
                <a:lnTo>
                  <a:pt x="1517194" y="119994"/>
                </a:lnTo>
                <a:lnTo>
                  <a:pt x="1517506" y="118919"/>
                </a:lnTo>
                <a:lnTo>
                  <a:pt x="1517851" y="117832"/>
                </a:lnTo>
                <a:lnTo>
                  <a:pt x="1518229" y="116734"/>
                </a:lnTo>
                <a:lnTo>
                  <a:pt x="1518654" y="115619"/>
                </a:lnTo>
                <a:lnTo>
                  <a:pt x="1519138" y="114481"/>
                </a:lnTo>
                <a:lnTo>
                  <a:pt x="1519682" y="113320"/>
                </a:lnTo>
                <a:lnTo>
                  <a:pt x="1520285" y="112137"/>
                </a:lnTo>
                <a:lnTo>
                  <a:pt x="1520948" y="110931"/>
                </a:lnTo>
                <a:lnTo>
                  <a:pt x="1521671" y="109703"/>
                </a:lnTo>
                <a:lnTo>
                  <a:pt x="1522453" y="108452"/>
                </a:lnTo>
                <a:lnTo>
                  <a:pt x="1523296" y="107179"/>
                </a:lnTo>
                <a:lnTo>
                  <a:pt x="1524197" y="105883"/>
                </a:lnTo>
                <a:lnTo>
                  <a:pt x="1525159" y="104565"/>
                </a:lnTo>
                <a:lnTo>
                  <a:pt x="1526180" y="103224"/>
                </a:lnTo>
                <a:lnTo>
                  <a:pt x="1527261" y="101861"/>
                </a:lnTo>
                <a:lnTo>
                  <a:pt x="1528377" y="100491"/>
                </a:lnTo>
                <a:lnTo>
                  <a:pt x="1529504" y="99129"/>
                </a:lnTo>
                <a:lnTo>
                  <a:pt x="1530642" y="97776"/>
                </a:lnTo>
                <a:lnTo>
                  <a:pt x="1531791" y="96432"/>
                </a:lnTo>
                <a:lnTo>
                  <a:pt x="1532951" y="95097"/>
                </a:lnTo>
                <a:lnTo>
                  <a:pt x="1534122" y="93771"/>
                </a:lnTo>
                <a:lnTo>
                  <a:pt x="1535304" y="92453"/>
                </a:lnTo>
                <a:lnTo>
                  <a:pt x="1536497" y="91144"/>
                </a:lnTo>
                <a:lnTo>
                  <a:pt x="1537701" y="89844"/>
                </a:lnTo>
                <a:lnTo>
                  <a:pt x="1538915" y="88552"/>
                </a:lnTo>
                <a:lnTo>
                  <a:pt x="1540141" y="87270"/>
                </a:lnTo>
                <a:lnTo>
                  <a:pt x="1541378" y="85996"/>
                </a:lnTo>
                <a:lnTo>
                  <a:pt x="1550672" y="76542"/>
                </a:lnTo>
                <a:lnTo>
                  <a:pt x="1551186" y="76008"/>
                </a:lnTo>
                <a:lnTo>
                  <a:pt x="1551793" y="75368"/>
                </a:lnTo>
                <a:lnTo>
                  <a:pt x="1552492" y="74622"/>
                </a:lnTo>
                <a:lnTo>
                  <a:pt x="1553283" y="73770"/>
                </a:lnTo>
                <a:lnTo>
                  <a:pt x="1554167" y="72813"/>
                </a:lnTo>
                <a:lnTo>
                  <a:pt x="1555144" y="71750"/>
                </a:lnTo>
                <a:lnTo>
                  <a:pt x="1556213" y="70581"/>
                </a:lnTo>
                <a:lnTo>
                  <a:pt x="1557375" y="69306"/>
                </a:lnTo>
                <a:lnTo>
                  <a:pt x="1558630" y="67925"/>
                </a:lnTo>
                <a:lnTo>
                  <a:pt x="1559976" y="66439"/>
                </a:lnTo>
                <a:lnTo>
                  <a:pt x="1561416" y="64847"/>
                </a:lnTo>
                <a:lnTo>
                  <a:pt x="1562948" y="63149"/>
                </a:lnTo>
                <a:lnTo>
                  <a:pt x="1564481" y="61432"/>
                </a:lnTo>
                <a:lnTo>
                  <a:pt x="1565926" y="59783"/>
                </a:lnTo>
                <a:lnTo>
                  <a:pt x="1567280" y="58202"/>
                </a:lnTo>
                <a:lnTo>
                  <a:pt x="1568545" y="56690"/>
                </a:lnTo>
                <a:lnTo>
                  <a:pt x="1569721" y="55245"/>
                </a:lnTo>
                <a:lnTo>
                  <a:pt x="1570807" y="53869"/>
                </a:lnTo>
                <a:lnTo>
                  <a:pt x="1571803" y="52560"/>
                </a:lnTo>
                <a:lnTo>
                  <a:pt x="1572710" y="51320"/>
                </a:lnTo>
                <a:lnTo>
                  <a:pt x="1573528" y="50148"/>
                </a:lnTo>
                <a:lnTo>
                  <a:pt x="1574255" y="49043"/>
                </a:lnTo>
                <a:lnTo>
                  <a:pt x="1574894" y="48007"/>
                </a:lnTo>
                <a:lnTo>
                  <a:pt x="1575443" y="47039"/>
                </a:lnTo>
                <a:lnTo>
                  <a:pt x="1575926" y="46107"/>
                </a:lnTo>
                <a:lnTo>
                  <a:pt x="1576367" y="45177"/>
                </a:lnTo>
                <a:lnTo>
                  <a:pt x="1576766" y="44249"/>
                </a:lnTo>
                <a:lnTo>
                  <a:pt x="1577123" y="43324"/>
                </a:lnTo>
                <a:lnTo>
                  <a:pt x="1577439" y="42401"/>
                </a:lnTo>
                <a:lnTo>
                  <a:pt x="1577712" y="41480"/>
                </a:lnTo>
                <a:lnTo>
                  <a:pt x="1577943" y="40563"/>
                </a:lnTo>
                <a:lnTo>
                  <a:pt x="1578132" y="39647"/>
                </a:lnTo>
                <a:lnTo>
                  <a:pt x="1578279" y="38734"/>
                </a:lnTo>
                <a:lnTo>
                  <a:pt x="1578384" y="37824"/>
                </a:lnTo>
                <a:lnTo>
                  <a:pt x="1578447" y="36916"/>
                </a:lnTo>
                <a:lnTo>
                  <a:pt x="1578468" y="36011"/>
                </a:lnTo>
                <a:lnTo>
                  <a:pt x="1578419" y="34579"/>
                </a:lnTo>
                <a:lnTo>
                  <a:pt x="1578273" y="33203"/>
                </a:lnTo>
                <a:lnTo>
                  <a:pt x="1578030" y="31882"/>
                </a:lnTo>
                <a:lnTo>
                  <a:pt x="1577689" y="30617"/>
                </a:lnTo>
                <a:lnTo>
                  <a:pt x="1577250" y="29407"/>
                </a:lnTo>
                <a:lnTo>
                  <a:pt x="1576714" y="28252"/>
                </a:lnTo>
                <a:lnTo>
                  <a:pt x="1576081" y="27152"/>
                </a:lnTo>
                <a:lnTo>
                  <a:pt x="1575350" y="26108"/>
                </a:lnTo>
                <a:lnTo>
                  <a:pt x="1574522" y="25120"/>
                </a:lnTo>
                <a:lnTo>
                  <a:pt x="1573597" y="24186"/>
                </a:lnTo>
                <a:lnTo>
                  <a:pt x="1572574" y="23308"/>
                </a:lnTo>
                <a:lnTo>
                  <a:pt x="1571453" y="22485"/>
                </a:lnTo>
                <a:lnTo>
                  <a:pt x="1570272" y="21723"/>
                </a:lnTo>
                <a:lnTo>
                  <a:pt x="1569066" y="21027"/>
                </a:lnTo>
                <a:lnTo>
                  <a:pt x="1567836" y="20397"/>
                </a:lnTo>
                <a:lnTo>
                  <a:pt x="1566582" y="19834"/>
                </a:lnTo>
                <a:lnTo>
                  <a:pt x="1565303" y="19336"/>
                </a:lnTo>
                <a:lnTo>
                  <a:pt x="1564000" y="18905"/>
                </a:lnTo>
                <a:lnTo>
                  <a:pt x="1562673" y="18541"/>
                </a:lnTo>
                <a:lnTo>
                  <a:pt x="1561321" y="18242"/>
                </a:lnTo>
                <a:lnTo>
                  <a:pt x="1559945" y="18010"/>
                </a:lnTo>
                <a:lnTo>
                  <a:pt x="1558544" y="17845"/>
                </a:lnTo>
                <a:lnTo>
                  <a:pt x="1557119" y="17745"/>
                </a:lnTo>
                <a:lnTo>
                  <a:pt x="1555670" y="17712"/>
                </a:lnTo>
                <a:lnTo>
                  <a:pt x="1554829" y="17720"/>
                </a:lnTo>
                <a:lnTo>
                  <a:pt x="1553971" y="17744"/>
                </a:lnTo>
                <a:lnTo>
                  <a:pt x="1553097" y="17783"/>
                </a:lnTo>
                <a:lnTo>
                  <a:pt x="1552207" y="17839"/>
                </a:lnTo>
                <a:lnTo>
                  <a:pt x="1551300" y="17910"/>
                </a:lnTo>
                <a:lnTo>
                  <a:pt x="1550376" y="17997"/>
                </a:lnTo>
                <a:lnTo>
                  <a:pt x="1549436" y="18100"/>
                </a:lnTo>
                <a:lnTo>
                  <a:pt x="1548480" y="18219"/>
                </a:lnTo>
                <a:lnTo>
                  <a:pt x="1547507" y="18353"/>
                </a:lnTo>
                <a:lnTo>
                  <a:pt x="1546518" y="18504"/>
                </a:lnTo>
                <a:lnTo>
                  <a:pt x="1545513" y="18670"/>
                </a:lnTo>
                <a:lnTo>
                  <a:pt x="1544491" y="18852"/>
                </a:lnTo>
                <a:lnTo>
                  <a:pt x="1543471" y="19044"/>
                </a:lnTo>
                <a:lnTo>
                  <a:pt x="1542473" y="19242"/>
                </a:lnTo>
                <a:lnTo>
                  <a:pt x="1541496" y="19445"/>
                </a:lnTo>
                <a:lnTo>
                  <a:pt x="1540540" y="19654"/>
                </a:lnTo>
                <a:lnTo>
                  <a:pt x="1539606" y="19868"/>
                </a:lnTo>
                <a:lnTo>
                  <a:pt x="1538692" y="20088"/>
                </a:lnTo>
                <a:lnTo>
                  <a:pt x="1537801" y="20313"/>
                </a:lnTo>
                <a:lnTo>
                  <a:pt x="1536930" y="20544"/>
                </a:lnTo>
                <a:lnTo>
                  <a:pt x="1536081" y="20780"/>
                </a:lnTo>
                <a:lnTo>
                  <a:pt x="1535253" y="21021"/>
                </a:lnTo>
                <a:lnTo>
                  <a:pt x="1534447" y="21268"/>
                </a:lnTo>
                <a:lnTo>
                  <a:pt x="1533662" y="21521"/>
                </a:lnTo>
                <a:lnTo>
                  <a:pt x="1532847" y="21798"/>
                </a:lnTo>
                <a:lnTo>
                  <a:pt x="1531952" y="22120"/>
                </a:lnTo>
                <a:lnTo>
                  <a:pt x="1530976" y="22486"/>
                </a:lnTo>
                <a:lnTo>
                  <a:pt x="1529920" y="22897"/>
                </a:lnTo>
                <a:lnTo>
                  <a:pt x="1528784" y="23352"/>
                </a:lnTo>
                <a:lnTo>
                  <a:pt x="1527568" y="23851"/>
                </a:lnTo>
                <a:lnTo>
                  <a:pt x="1526271" y="24395"/>
                </a:lnTo>
                <a:lnTo>
                  <a:pt x="1524893" y="24983"/>
                </a:lnTo>
                <a:lnTo>
                  <a:pt x="1523436" y="25616"/>
                </a:lnTo>
                <a:lnTo>
                  <a:pt x="1521897" y="26292"/>
                </a:lnTo>
                <a:lnTo>
                  <a:pt x="1520279" y="27014"/>
                </a:lnTo>
                <a:lnTo>
                  <a:pt x="1518580" y="27779"/>
                </a:lnTo>
                <a:lnTo>
                  <a:pt x="1518580" y="13300"/>
                </a:lnTo>
                <a:lnTo>
                  <a:pt x="1520422" y="12441"/>
                </a:lnTo>
                <a:lnTo>
                  <a:pt x="1522264" y="11627"/>
                </a:lnTo>
                <a:lnTo>
                  <a:pt x="1524107" y="10859"/>
                </a:lnTo>
                <a:lnTo>
                  <a:pt x="1525950" y="10137"/>
                </a:lnTo>
                <a:lnTo>
                  <a:pt x="1527794" y="9462"/>
                </a:lnTo>
                <a:lnTo>
                  <a:pt x="1529639" y="8832"/>
                </a:lnTo>
                <a:lnTo>
                  <a:pt x="1531484" y="8248"/>
                </a:lnTo>
                <a:lnTo>
                  <a:pt x="1533330" y="7711"/>
                </a:lnTo>
                <a:lnTo>
                  <a:pt x="1535177" y="7219"/>
                </a:lnTo>
                <a:lnTo>
                  <a:pt x="1537024" y="6773"/>
                </a:lnTo>
                <a:lnTo>
                  <a:pt x="1538872" y="6374"/>
                </a:lnTo>
                <a:lnTo>
                  <a:pt x="1540720" y="6020"/>
                </a:lnTo>
                <a:lnTo>
                  <a:pt x="1542542" y="5703"/>
                </a:lnTo>
                <a:lnTo>
                  <a:pt x="1544309" y="5413"/>
                </a:lnTo>
                <a:lnTo>
                  <a:pt x="1546022" y="5151"/>
                </a:lnTo>
                <a:lnTo>
                  <a:pt x="1547681" y="4916"/>
                </a:lnTo>
                <a:lnTo>
                  <a:pt x="1549286" y="4709"/>
                </a:lnTo>
                <a:lnTo>
                  <a:pt x="1550837" y="4530"/>
                </a:lnTo>
                <a:lnTo>
                  <a:pt x="1552333" y="4378"/>
                </a:lnTo>
                <a:lnTo>
                  <a:pt x="1553775" y="4254"/>
                </a:lnTo>
                <a:lnTo>
                  <a:pt x="1555163" y="4158"/>
                </a:lnTo>
                <a:lnTo>
                  <a:pt x="1556497" y="4089"/>
                </a:lnTo>
                <a:lnTo>
                  <a:pt x="1557777" y="4047"/>
                </a:lnTo>
                <a:lnTo>
                  <a:pt x="1559002" y="4033"/>
                </a:lnTo>
                <a:lnTo>
                  <a:pt x="1560759" y="4058"/>
                </a:lnTo>
                <a:lnTo>
                  <a:pt x="1562491" y="4130"/>
                </a:lnTo>
                <a:lnTo>
                  <a:pt x="1564200" y="4250"/>
                </a:lnTo>
                <a:lnTo>
                  <a:pt x="1565885" y="4419"/>
                </a:lnTo>
                <a:lnTo>
                  <a:pt x="1567547" y="4635"/>
                </a:lnTo>
                <a:lnTo>
                  <a:pt x="1569184" y="4900"/>
                </a:lnTo>
                <a:lnTo>
                  <a:pt x="1570798" y="5213"/>
                </a:lnTo>
                <a:lnTo>
                  <a:pt x="1572389" y="5574"/>
                </a:lnTo>
                <a:lnTo>
                  <a:pt x="1573955" y="5983"/>
                </a:lnTo>
                <a:lnTo>
                  <a:pt x="1575498" y="6441"/>
                </a:lnTo>
                <a:lnTo>
                  <a:pt x="1577017" y="6946"/>
                </a:lnTo>
                <a:lnTo>
                  <a:pt x="1578512" y="7500"/>
                </a:lnTo>
                <a:lnTo>
                  <a:pt x="1579963" y="8103"/>
                </a:lnTo>
                <a:lnTo>
                  <a:pt x="1581352" y="8760"/>
                </a:lnTo>
                <a:lnTo>
                  <a:pt x="1582677" y="9470"/>
                </a:lnTo>
                <a:lnTo>
                  <a:pt x="1583938" y="10233"/>
                </a:lnTo>
                <a:lnTo>
                  <a:pt x="1585137" y="11049"/>
                </a:lnTo>
                <a:lnTo>
                  <a:pt x="1586272" y="11917"/>
                </a:lnTo>
                <a:lnTo>
                  <a:pt x="1587343" y="12839"/>
                </a:lnTo>
                <a:lnTo>
                  <a:pt x="1588352" y="13814"/>
                </a:lnTo>
                <a:lnTo>
                  <a:pt x="1589297" y="14842"/>
                </a:lnTo>
                <a:lnTo>
                  <a:pt x="1590179" y="15923"/>
                </a:lnTo>
                <a:lnTo>
                  <a:pt x="1590997" y="17057"/>
                </a:lnTo>
                <a:lnTo>
                  <a:pt x="1591752" y="18244"/>
                </a:lnTo>
                <a:lnTo>
                  <a:pt x="1592445" y="19463"/>
                </a:lnTo>
                <a:lnTo>
                  <a:pt x="1593078" y="20696"/>
                </a:lnTo>
                <a:lnTo>
                  <a:pt x="1593651" y="21943"/>
                </a:lnTo>
                <a:lnTo>
                  <a:pt x="1594163" y="23203"/>
                </a:lnTo>
                <a:lnTo>
                  <a:pt x="1594615" y="24476"/>
                </a:lnTo>
                <a:lnTo>
                  <a:pt x="1595007" y="25763"/>
                </a:lnTo>
                <a:lnTo>
                  <a:pt x="1595339" y="27063"/>
                </a:lnTo>
                <a:lnTo>
                  <a:pt x="1595610" y="28377"/>
                </a:lnTo>
                <a:lnTo>
                  <a:pt x="1595821" y="29704"/>
                </a:lnTo>
                <a:lnTo>
                  <a:pt x="1595972" y="31045"/>
                </a:lnTo>
                <a:lnTo>
                  <a:pt x="1596062" y="32399"/>
                </a:lnTo>
                <a:lnTo>
                  <a:pt x="1596092" y="33766"/>
                </a:lnTo>
                <a:lnTo>
                  <a:pt x="1596054" y="35304"/>
                </a:lnTo>
                <a:lnTo>
                  <a:pt x="1595938" y="36848"/>
                </a:lnTo>
                <a:lnTo>
                  <a:pt x="1595744" y="38399"/>
                </a:lnTo>
                <a:lnTo>
                  <a:pt x="1595474" y="39955"/>
                </a:lnTo>
                <a:lnTo>
                  <a:pt x="1595126" y="41517"/>
                </a:lnTo>
                <a:lnTo>
                  <a:pt x="1594700" y="43085"/>
                </a:lnTo>
                <a:lnTo>
                  <a:pt x="1594198" y="44660"/>
                </a:lnTo>
                <a:lnTo>
                  <a:pt x="1593618" y="46241"/>
                </a:lnTo>
                <a:lnTo>
                  <a:pt x="1592960" y="47827"/>
                </a:lnTo>
                <a:lnTo>
                  <a:pt x="1592226" y="49420"/>
                </a:lnTo>
                <a:lnTo>
                  <a:pt x="1591414" y="51019"/>
                </a:lnTo>
                <a:lnTo>
                  <a:pt x="1590524" y="52624"/>
                </a:lnTo>
                <a:lnTo>
                  <a:pt x="1589528" y="54270"/>
                </a:lnTo>
                <a:lnTo>
                  <a:pt x="1588394" y="55993"/>
                </a:lnTo>
                <a:lnTo>
                  <a:pt x="1587124" y="57791"/>
                </a:lnTo>
                <a:lnTo>
                  <a:pt x="1585716" y="59667"/>
                </a:lnTo>
                <a:lnTo>
                  <a:pt x="1584172" y="61619"/>
                </a:lnTo>
                <a:lnTo>
                  <a:pt x="1582490" y="63647"/>
                </a:lnTo>
                <a:lnTo>
                  <a:pt x="1580672" y="65751"/>
                </a:lnTo>
                <a:lnTo>
                  <a:pt x="1578716" y="67932"/>
                </a:lnTo>
                <a:lnTo>
                  <a:pt x="1576624" y="70189"/>
                </a:lnTo>
                <a:lnTo>
                  <a:pt x="1574394" y="72523"/>
                </a:lnTo>
                <a:lnTo>
                  <a:pt x="1572028" y="74933"/>
                </a:lnTo>
                <a:lnTo>
                  <a:pt x="1569524" y="77419"/>
                </a:lnTo>
                <a:lnTo>
                  <a:pt x="1559528" y="87311"/>
                </a:lnTo>
                <a:lnTo>
                  <a:pt x="1551111" y="95539"/>
                </a:lnTo>
                <a:lnTo>
                  <a:pt x="1549802" y="96878"/>
                </a:lnTo>
                <a:lnTo>
                  <a:pt x="1548536" y="98210"/>
                </a:lnTo>
                <a:lnTo>
                  <a:pt x="1547313" y="99534"/>
                </a:lnTo>
                <a:lnTo>
                  <a:pt x="1546132" y="100852"/>
                </a:lnTo>
                <a:lnTo>
                  <a:pt x="1544994" y="102161"/>
                </a:lnTo>
                <a:lnTo>
                  <a:pt x="1543899" y="103464"/>
                </a:lnTo>
                <a:lnTo>
                  <a:pt x="1542846" y="104759"/>
                </a:lnTo>
                <a:lnTo>
                  <a:pt x="1541836" y="106047"/>
                </a:lnTo>
                <a:lnTo>
                  <a:pt x="1540868" y="107327"/>
                </a:lnTo>
                <a:lnTo>
                  <a:pt x="1539943" y="108601"/>
                </a:lnTo>
                <a:lnTo>
                  <a:pt x="1539061" y="109867"/>
                </a:lnTo>
                <a:lnTo>
                  <a:pt x="1538221" y="111125"/>
                </a:lnTo>
                <a:lnTo>
                  <a:pt x="1537433" y="112400"/>
                </a:lnTo>
                <a:lnTo>
                  <a:pt x="1536706" y="113714"/>
                </a:lnTo>
                <a:lnTo>
                  <a:pt x="1536040" y="115069"/>
                </a:lnTo>
                <a:lnTo>
                  <a:pt x="1535435" y="116464"/>
                </a:lnTo>
                <a:lnTo>
                  <a:pt x="1534890" y="117900"/>
                </a:lnTo>
                <a:lnTo>
                  <a:pt x="1534407" y="119375"/>
                </a:lnTo>
                <a:lnTo>
                  <a:pt x="1533984" y="120890"/>
                </a:lnTo>
                <a:lnTo>
                  <a:pt x="1533623" y="122446"/>
                </a:lnTo>
                <a:lnTo>
                  <a:pt x="1533322" y="124042"/>
                </a:lnTo>
                <a:lnTo>
                  <a:pt x="1533082" y="125678"/>
                </a:lnTo>
                <a:lnTo>
                  <a:pt x="1532903" y="127354"/>
                </a:lnTo>
                <a:lnTo>
                  <a:pt x="1532785" y="129070"/>
                </a:lnTo>
                <a:lnTo>
                  <a:pt x="1598197" y="129070"/>
                </a:lnTo>
                <a:lnTo>
                  <a:pt x="1598197" y="144152"/>
                </a:lnTo>
                <a:close/>
                <a:moveTo>
                  <a:pt x="1633914" y="144152"/>
                </a:moveTo>
                <a:lnTo>
                  <a:pt x="1615062" y="144152"/>
                </a:lnTo>
                <a:lnTo>
                  <a:pt x="1653539" y="92999"/>
                </a:lnTo>
                <a:lnTo>
                  <a:pt x="1617605" y="46122"/>
                </a:lnTo>
                <a:lnTo>
                  <a:pt x="1638474" y="46122"/>
                </a:lnTo>
                <a:lnTo>
                  <a:pt x="1663891" y="79241"/>
                </a:lnTo>
                <a:lnTo>
                  <a:pt x="1688804" y="46122"/>
                </a:lnTo>
                <a:lnTo>
                  <a:pt x="1707306" y="46122"/>
                </a:lnTo>
                <a:lnTo>
                  <a:pt x="1673317" y="91522"/>
                </a:lnTo>
                <a:lnTo>
                  <a:pt x="1713706" y="144152"/>
                </a:lnTo>
                <a:lnTo>
                  <a:pt x="1692750" y="144152"/>
                </a:lnTo>
                <a:lnTo>
                  <a:pt x="1662984" y="105322"/>
                </a:lnTo>
                <a:lnTo>
                  <a:pt x="1633914" y="144152"/>
                </a:lnTo>
                <a:close/>
                <a:moveTo>
                  <a:pt x="1812907" y="144152"/>
                </a:moveTo>
                <a:lnTo>
                  <a:pt x="1730572" y="144152"/>
                </a:lnTo>
                <a:lnTo>
                  <a:pt x="1730572" y="129147"/>
                </a:lnTo>
                <a:lnTo>
                  <a:pt x="1730588" y="128176"/>
                </a:lnTo>
                <a:lnTo>
                  <a:pt x="1730638" y="127194"/>
                </a:lnTo>
                <a:lnTo>
                  <a:pt x="1730720" y="126200"/>
                </a:lnTo>
                <a:lnTo>
                  <a:pt x="1730835" y="125194"/>
                </a:lnTo>
                <a:lnTo>
                  <a:pt x="1730983" y="124177"/>
                </a:lnTo>
                <a:lnTo>
                  <a:pt x="1731164" y="123149"/>
                </a:lnTo>
                <a:lnTo>
                  <a:pt x="1731377" y="122109"/>
                </a:lnTo>
                <a:lnTo>
                  <a:pt x="1731624" y="121057"/>
                </a:lnTo>
                <a:lnTo>
                  <a:pt x="1731904" y="119994"/>
                </a:lnTo>
                <a:lnTo>
                  <a:pt x="1732216" y="118919"/>
                </a:lnTo>
                <a:lnTo>
                  <a:pt x="1732561" y="117832"/>
                </a:lnTo>
                <a:lnTo>
                  <a:pt x="1732939" y="116734"/>
                </a:lnTo>
                <a:lnTo>
                  <a:pt x="1733364" y="115619"/>
                </a:lnTo>
                <a:lnTo>
                  <a:pt x="1733848" y="114481"/>
                </a:lnTo>
                <a:lnTo>
                  <a:pt x="1734392" y="113320"/>
                </a:lnTo>
                <a:lnTo>
                  <a:pt x="1734995" y="112137"/>
                </a:lnTo>
                <a:lnTo>
                  <a:pt x="1735658" y="110931"/>
                </a:lnTo>
                <a:lnTo>
                  <a:pt x="1736381" y="109703"/>
                </a:lnTo>
                <a:lnTo>
                  <a:pt x="1737163" y="108452"/>
                </a:lnTo>
                <a:lnTo>
                  <a:pt x="1738005" y="107179"/>
                </a:lnTo>
                <a:lnTo>
                  <a:pt x="1738907" y="105883"/>
                </a:lnTo>
                <a:lnTo>
                  <a:pt x="1739869" y="104565"/>
                </a:lnTo>
                <a:lnTo>
                  <a:pt x="1740890" y="103224"/>
                </a:lnTo>
                <a:lnTo>
                  <a:pt x="1741971" y="101861"/>
                </a:lnTo>
                <a:lnTo>
                  <a:pt x="1743087" y="100491"/>
                </a:lnTo>
                <a:lnTo>
                  <a:pt x="1744214" y="99129"/>
                </a:lnTo>
                <a:lnTo>
                  <a:pt x="1745352" y="97776"/>
                </a:lnTo>
                <a:lnTo>
                  <a:pt x="1746501" y="96432"/>
                </a:lnTo>
                <a:lnTo>
                  <a:pt x="1747661" y="95097"/>
                </a:lnTo>
                <a:lnTo>
                  <a:pt x="1748832" y="93771"/>
                </a:lnTo>
                <a:lnTo>
                  <a:pt x="1750014" y="92453"/>
                </a:lnTo>
                <a:lnTo>
                  <a:pt x="1751207" y="91144"/>
                </a:lnTo>
                <a:lnTo>
                  <a:pt x="1752411" y="89844"/>
                </a:lnTo>
                <a:lnTo>
                  <a:pt x="1753625" y="88552"/>
                </a:lnTo>
                <a:lnTo>
                  <a:pt x="1754851" y="87270"/>
                </a:lnTo>
                <a:lnTo>
                  <a:pt x="1756088" y="85996"/>
                </a:lnTo>
                <a:lnTo>
                  <a:pt x="1765382" y="76542"/>
                </a:lnTo>
                <a:lnTo>
                  <a:pt x="1765896" y="76008"/>
                </a:lnTo>
                <a:lnTo>
                  <a:pt x="1766503" y="75368"/>
                </a:lnTo>
                <a:lnTo>
                  <a:pt x="1767202" y="74622"/>
                </a:lnTo>
                <a:lnTo>
                  <a:pt x="1767993" y="73770"/>
                </a:lnTo>
                <a:lnTo>
                  <a:pt x="1768877" y="72813"/>
                </a:lnTo>
                <a:lnTo>
                  <a:pt x="1769854" y="71750"/>
                </a:lnTo>
                <a:lnTo>
                  <a:pt x="1770923" y="70581"/>
                </a:lnTo>
                <a:lnTo>
                  <a:pt x="1772085" y="69306"/>
                </a:lnTo>
                <a:lnTo>
                  <a:pt x="1773340" y="67925"/>
                </a:lnTo>
                <a:lnTo>
                  <a:pt x="1774686" y="66439"/>
                </a:lnTo>
                <a:lnTo>
                  <a:pt x="1776126" y="64847"/>
                </a:lnTo>
                <a:lnTo>
                  <a:pt x="1777658" y="63149"/>
                </a:lnTo>
                <a:lnTo>
                  <a:pt x="1779191" y="61432"/>
                </a:lnTo>
                <a:lnTo>
                  <a:pt x="1780636" y="59783"/>
                </a:lnTo>
                <a:lnTo>
                  <a:pt x="1781990" y="58202"/>
                </a:lnTo>
                <a:lnTo>
                  <a:pt x="1783255" y="56690"/>
                </a:lnTo>
                <a:lnTo>
                  <a:pt x="1784431" y="55245"/>
                </a:lnTo>
                <a:lnTo>
                  <a:pt x="1785517" y="53869"/>
                </a:lnTo>
                <a:lnTo>
                  <a:pt x="1786513" y="52560"/>
                </a:lnTo>
                <a:lnTo>
                  <a:pt x="1787420" y="51320"/>
                </a:lnTo>
                <a:lnTo>
                  <a:pt x="1788237" y="50148"/>
                </a:lnTo>
                <a:lnTo>
                  <a:pt x="1788965" y="49043"/>
                </a:lnTo>
                <a:lnTo>
                  <a:pt x="1789604" y="48007"/>
                </a:lnTo>
                <a:lnTo>
                  <a:pt x="1790153" y="47039"/>
                </a:lnTo>
                <a:lnTo>
                  <a:pt x="1790636" y="46107"/>
                </a:lnTo>
                <a:lnTo>
                  <a:pt x="1791077" y="45177"/>
                </a:lnTo>
                <a:lnTo>
                  <a:pt x="1791476" y="44249"/>
                </a:lnTo>
                <a:lnTo>
                  <a:pt x="1791833" y="43324"/>
                </a:lnTo>
                <a:lnTo>
                  <a:pt x="1792149" y="42401"/>
                </a:lnTo>
                <a:lnTo>
                  <a:pt x="1792422" y="41480"/>
                </a:lnTo>
                <a:lnTo>
                  <a:pt x="1792653" y="40563"/>
                </a:lnTo>
                <a:lnTo>
                  <a:pt x="1792842" y="39647"/>
                </a:lnTo>
                <a:lnTo>
                  <a:pt x="1792989" y="38734"/>
                </a:lnTo>
                <a:lnTo>
                  <a:pt x="1793094" y="37824"/>
                </a:lnTo>
                <a:lnTo>
                  <a:pt x="1793157" y="36916"/>
                </a:lnTo>
                <a:lnTo>
                  <a:pt x="1793178" y="36011"/>
                </a:lnTo>
                <a:lnTo>
                  <a:pt x="1793129" y="34579"/>
                </a:lnTo>
                <a:lnTo>
                  <a:pt x="1792983" y="33203"/>
                </a:lnTo>
                <a:lnTo>
                  <a:pt x="1792739" y="31882"/>
                </a:lnTo>
                <a:lnTo>
                  <a:pt x="1792398" y="30617"/>
                </a:lnTo>
                <a:lnTo>
                  <a:pt x="1791960" y="29407"/>
                </a:lnTo>
                <a:lnTo>
                  <a:pt x="1791424" y="28252"/>
                </a:lnTo>
                <a:lnTo>
                  <a:pt x="1790791" y="27152"/>
                </a:lnTo>
                <a:lnTo>
                  <a:pt x="1790060" y="26108"/>
                </a:lnTo>
                <a:lnTo>
                  <a:pt x="1789232" y="25120"/>
                </a:lnTo>
                <a:lnTo>
                  <a:pt x="1788307" y="24186"/>
                </a:lnTo>
                <a:lnTo>
                  <a:pt x="1787284" y="23308"/>
                </a:lnTo>
                <a:lnTo>
                  <a:pt x="1786163" y="22485"/>
                </a:lnTo>
                <a:lnTo>
                  <a:pt x="1784982" y="21723"/>
                </a:lnTo>
                <a:lnTo>
                  <a:pt x="1783776" y="21027"/>
                </a:lnTo>
                <a:lnTo>
                  <a:pt x="1782546" y="20397"/>
                </a:lnTo>
                <a:lnTo>
                  <a:pt x="1781292" y="19834"/>
                </a:lnTo>
                <a:lnTo>
                  <a:pt x="1780013" y="19336"/>
                </a:lnTo>
                <a:lnTo>
                  <a:pt x="1778710" y="18905"/>
                </a:lnTo>
                <a:lnTo>
                  <a:pt x="1777383" y="18541"/>
                </a:lnTo>
                <a:lnTo>
                  <a:pt x="1776031" y="18242"/>
                </a:lnTo>
                <a:lnTo>
                  <a:pt x="1774655" y="18010"/>
                </a:lnTo>
                <a:lnTo>
                  <a:pt x="1773254" y="17845"/>
                </a:lnTo>
                <a:lnTo>
                  <a:pt x="1771829" y="17745"/>
                </a:lnTo>
                <a:lnTo>
                  <a:pt x="1770380" y="17712"/>
                </a:lnTo>
                <a:lnTo>
                  <a:pt x="1769539" y="17720"/>
                </a:lnTo>
                <a:lnTo>
                  <a:pt x="1768681" y="17744"/>
                </a:lnTo>
                <a:lnTo>
                  <a:pt x="1767807" y="17783"/>
                </a:lnTo>
                <a:lnTo>
                  <a:pt x="1766917" y="17839"/>
                </a:lnTo>
                <a:lnTo>
                  <a:pt x="1766010" y="17910"/>
                </a:lnTo>
                <a:lnTo>
                  <a:pt x="1765086" y="17997"/>
                </a:lnTo>
                <a:lnTo>
                  <a:pt x="1764146" y="18100"/>
                </a:lnTo>
                <a:lnTo>
                  <a:pt x="1763190" y="18219"/>
                </a:lnTo>
                <a:lnTo>
                  <a:pt x="1762217" y="18353"/>
                </a:lnTo>
                <a:lnTo>
                  <a:pt x="1761228" y="18504"/>
                </a:lnTo>
                <a:lnTo>
                  <a:pt x="1760223" y="18670"/>
                </a:lnTo>
                <a:lnTo>
                  <a:pt x="1759201" y="18852"/>
                </a:lnTo>
                <a:lnTo>
                  <a:pt x="1758181" y="19044"/>
                </a:lnTo>
                <a:lnTo>
                  <a:pt x="1757183" y="19242"/>
                </a:lnTo>
                <a:lnTo>
                  <a:pt x="1756206" y="19445"/>
                </a:lnTo>
                <a:lnTo>
                  <a:pt x="1755250" y="19654"/>
                </a:lnTo>
                <a:lnTo>
                  <a:pt x="1754316" y="19868"/>
                </a:lnTo>
                <a:lnTo>
                  <a:pt x="1753402" y="20088"/>
                </a:lnTo>
                <a:lnTo>
                  <a:pt x="1752511" y="20313"/>
                </a:lnTo>
                <a:lnTo>
                  <a:pt x="1751640" y="20544"/>
                </a:lnTo>
                <a:lnTo>
                  <a:pt x="1750791" y="20780"/>
                </a:lnTo>
                <a:lnTo>
                  <a:pt x="1749963" y="21021"/>
                </a:lnTo>
                <a:lnTo>
                  <a:pt x="1749157" y="21268"/>
                </a:lnTo>
                <a:lnTo>
                  <a:pt x="1748372" y="21521"/>
                </a:lnTo>
                <a:lnTo>
                  <a:pt x="1747557" y="21798"/>
                </a:lnTo>
                <a:lnTo>
                  <a:pt x="1746662" y="22120"/>
                </a:lnTo>
                <a:lnTo>
                  <a:pt x="1745686" y="22486"/>
                </a:lnTo>
                <a:lnTo>
                  <a:pt x="1744630" y="22897"/>
                </a:lnTo>
                <a:lnTo>
                  <a:pt x="1743494" y="23352"/>
                </a:lnTo>
                <a:lnTo>
                  <a:pt x="1742278" y="23851"/>
                </a:lnTo>
                <a:lnTo>
                  <a:pt x="1740981" y="24395"/>
                </a:lnTo>
                <a:lnTo>
                  <a:pt x="1739603" y="24983"/>
                </a:lnTo>
                <a:lnTo>
                  <a:pt x="1738146" y="25616"/>
                </a:lnTo>
                <a:lnTo>
                  <a:pt x="1736607" y="26292"/>
                </a:lnTo>
                <a:lnTo>
                  <a:pt x="1734989" y="27014"/>
                </a:lnTo>
                <a:lnTo>
                  <a:pt x="1733290" y="27779"/>
                </a:lnTo>
                <a:lnTo>
                  <a:pt x="1733290" y="13300"/>
                </a:lnTo>
                <a:lnTo>
                  <a:pt x="1735132" y="12441"/>
                </a:lnTo>
                <a:lnTo>
                  <a:pt x="1736974" y="11627"/>
                </a:lnTo>
                <a:lnTo>
                  <a:pt x="1738817" y="10859"/>
                </a:lnTo>
                <a:lnTo>
                  <a:pt x="1740660" y="10137"/>
                </a:lnTo>
                <a:lnTo>
                  <a:pt x="1742504" y="9462"/>
                </a:lnTo>
                <a:lnTo>
                  <a:pt x="1744349" y="8832"/>
                </a:lnTo>
                <a:lnTo>
                  <a:pt x="1746194" y="8248"/>
                </a:lnTo>
                <a:lnTo>
                  <a:pt x="1748040" y="7711"/>
                </a:lnTo>
                <a:lnTo>
                  <a:pt x="1749887" y="7219"/>
                </a:lnTo>
                <a:lnTo>
                  <a:pt x="1751734" y="6773"/>
                </a:lnTo>
                <a:lnTo>
                  <a:pt x="1753582" y="6374"/>
                </a:lnTo>
                <a:lnTo>
                  <a:pt x="1755430" y="6020"/>
                </a:lnTo>
                <a:lnTo>
                  <a:pt x="1757252" y="5703"/>
                </a:lnTo>
                <a:lnTo>
                  <a:pt x="1759019" y="5413"/>
                </a:lnTo>
                <a:lnTo>
                  <a:pt x="1760732" y="5151"/>
                </a:lnTo>
                <a:lnTo>
                  <a:pt x="1762391" y="4916"/>
                </a:lnTo>
                <a:lnTo>
                  <a:pt x="1763996" y="4709"/>
                </a:lnTo>
                <a:lnTo>
                  <a:pt x="1765547" y="4530"/>
                </a:lnTo>
                <a:lnTo>
                  <a:pt x="1767043" y="4378"/>
                </a:lnTo>
                <a:lnTo>
                  <a:pt x="1768485" y="4254"/>
                </a:lnTo>
                <a:lnTo>
                  <a:pt x="1769873" y="4158"/>
                </a:lnTo>
                <a:lnTo>
                  <a:pt x="1771207" y="4089"/>
                </a:lnTo>
                <a:lnTo>
                  <a:pt x="1772487" y="4047"/>
                </a:lnTo>
                <a:lnTo>
                  <a:pt x="1773712" y="4033"/>
                </a:lnTo>
                <a:lnTo>
                  <a:pt x="1775469" y="4058"/>
                </a:lnTo>
                <a:lnTo>
                  <a:pt x="1777201" y="4130"/>
                </a:lnTo>
                <a:lnTo>
                  <a:pt x="1778910" y="4250"/>
                </a:lnTo>
                <a:lnTo>
                  <a:pt x="1780595" y="4419"/>
                </a:lnTo>
                <a:lnTo>
                  <a:pt x="1782257" y="4635"/>
                </a:lnTo>
                <a:lnTo>
                  <a:pt x="1783894" y="4900"/>
                </a:lnTo>
                <a:lnTo>
                  <a:pt x="1785508" y="5213"/>
                </a:lnTo>
                <a:lnTo>
                  <a:pt x="1787099" y="5574"/>
                </a:lnTo>
                <a:lnTo>
                  <a:pt x="1788665" y="5983"/>
                </a:lnTo>
                <a:lnTo>
                  <a:pt x="1790208" y="6441"/>
                </a:lnTo>
                <a:lnTo>
                  <a:pt x="1791727" y="6946"/>
                </a:lnTo>
                <a:lnTo>
                  <a:pt x="1793222" y="7500"/>
                </a:lnTo>
                <a:lnTo>
                  <a:pt x="1794673" y="8103"/>
                </a:lnTo>
                <a:lnTo>
                  <a:pt x="1796062" y="8760"/>
                </a:lnTo>
                <a:lnTo>
                  <a:pt x="1797387" y="9470"/>
                </a:lnTo>
                <a:lnTo>
                  <a:pt x="1798648" y="10233"/>
                </a:lnTo>
                <a:lnTo>
                  <a:pt x="1799847" y="11049"/>
                </a:lnTo>
                <a:lnTo>
                  <a:pt x="1800982" y="11917"/>
                </a:lnTo>
                <a:lnTo>
                  <a:pt x="1802053" y="12839"/>
                </a:lnTo>
                <a:lnTo>
                  <a:pt x="1803062" y="13814"/>
                </a:lnTo>
                <a:lnTo>
                  <a:pt x="1804007" y="14842"/>
                </a:lnTo>
                <a:lnTo>
                  <a:pt x="1804889" y="15923"/>
                </a:lnTo>
                <a:lnTo>
                  <a:pt x="1805707" y="17057"/>
                </a:lnTo>
                <a:lnTo>
                  <a:pt x="1806462" y="18244"/>
                </a:lnTo>
                <a:lnTo>
                  <a:pt x="1807155" y="19463"/>
                </a:lnTo>
                <a:lnTo>
                  <a:pt x="1807788" y="20696"/>
                </a:lnTo>
                <a:lnTo>
                  <a:pt x="1808361" y="21943"/>
                </a:lnTo>
                <a:lnTo>
                  <a:pt x="1808873" y="23203"/>
                </a:lnTo>
                <a:lnTo>
                  <a:pt x="1809325" y="24476"/>
                </a:lnTo>
                <a:lnTo>
                  <a:pt x="1809717" y="25763"/>
                </a:lnTo>
                <a:lnTo>
                  <a:pt x="1810049" y="27063"/>
                </a:lnTo>
                <a:lnTo>
                  <a:pt x="1810320" y="28377"/>
                </a:lnTo>
                <a:lnTo>
                  <a:pt x="1810531" y="29704"/>
                </a:lnTo>
                <a:lnTo>
                  <a:pt x="1810682" y="31045"/>
                </a:lnTo>
                <a:lnTo>
                  <a:pt x="1810772" y="32399"/>
                </a:lnTo>
                <a:lnTo>
                  <a:pt x="1810802" y="33766"/>
                </a:lnTo>
                <a:lnTo>
                  <a:pt x="1810764" y="35304"/>
                </a:lnTo>
                <a:lnTo>
                  <a:pt x="1810648" y="36848"/>
                </a:lnTo>
                <a:lnTo>
                  <a:pt x="1810454" y="38399"/>
                </a:lnTo>
                <a:lnTo>
                  <a:pt x="1810184" y="39955"/>
                </a:lnTo>
                <a:lnTo>
                  <a:pt x="1809836" y="41517"/>
                </a:lnTo>
                <a:lnTo>
                  <a:pt x="1809410" y="43085"/>
                </a:lnTo>
                <a:lnTo>
                  <a:pt x="1808908" y="44660"/>
                </a:lnTo>
                <a:lnTo>
                  <a:pt x="1808328" y="46241"/>
                </a:lnTo>
                <a:lnTo>
                  <a:pt x="1807670" y="47827"/>
                </a:lnTo>
                <a:lnTo>
                  <a:pt x="1806936" y="49420"/>
                </a:lnTo>
                <a:lnTo>
                  <a:pt x="1806124" y="51019"/>
                </a:lnTo>
                <a:lnTo>
                  <a:pt x="1805234" y="52624"/>
                </a:lnTo>
                <a:lnTo>
                  <a:pt x="1804238" y="54270"/>
                </a:lnTo>
                <a:lnTo>
                  <a:pt x="1803104" y="55993"/>
                </a:lnTo>
                <a:lnTo>
                  <a:pt x="1801834" y="57791"/>
                </a:lnTo>
                <a:lnTo>
                  <a:pt x="1800426" y="59667"/>
                </a:lnTo>
                <a:lnTo>
                  <a:pt x="1798882" y="61619"/>
                </a:lnTo>
                <a:lnTo>
                  <a:pt x="1797200" y="63647"/>
                </a:lnTo>
                <a:lnTo>
                  <a:pt x="1795382" y="65751"/>
                </a:lnTo>
                <a:lnTo>
                  <a:pt x="1793426" y="67932"/>
                </a:lnTo>
                <a:lnTo>
                  <a:pt x="1791334" y="70189"/>
                </a:lnTo>
                <a:lnTo>
                  <a:pt x="1789104" y="72523"/>
                </a:lnTo>
                <a:lnTo>
                  <a:pt x="1786738" y="74933"/>
                </a:lnTo>
                <a:lnTo>
                  <a:pt x="1784234" y="77419"/>
                </a:lnTo>
                <a:lnTo>
                  <a:pt x="1774238" y="87311"/>
                </a:lnTo>
                <a:lnTo>
                  <a:pt x="1765821" y="95539"/>
                </a:lnTo>
                <a:lnTo>
                  <a:pt x="1764512" y="96878"/>
                </a:lnTo>
                <a:lnTo>
                  <a:pt x="1763246" y="98210"/>
                </a:lnTo>
                <a:lnTo>
                  <a:pt x="1762023" y="99534"/>
                </a:lnTo>
                <a:lnTo>
                  <a:pt x="1760842" y="100852"/>
                </a:lnTo>
                <a:lnTo>
                  <a:pt x="1759704" y="102161"/>
                </a:lnTo>
                <a:lnTo>
                  <a:pt x="1758609" y="103464"/>
                </a:lnTo>
                <a:lnTo>
                  <a:pt x="1757556" y="104759"/>
                </a:lnTo>
                <a:lnTo>
                  <a:pt x="1756546" y="106047"/>
                </a:lnTo>
                <a:lnTo>
                  <a:pt x="1755578" y="107327"/>
                </a:lnTo>
                <a:lnTo>
                  <a:pt x="1754653" y="108601"/>
                </a:lnTo>
                <a:lnTo>
                  <a:pt x="1753771" y="109867"/>
                </a:lnTo>
                <a:lnTo>
                  <a:pt x="1752931" y="111125"/>
                </a:lnTo>
                <a:lnTo>
                  <a:pt x="1752143" y="112400"/>
                </a:lnTo>
                <a:lnTo>
                  <a:pt x="1751416" y="113714"/>
                </a:lnTo>
                <a:lnTo>
                  <a:pt x="1750750" y="115069"/>
                </a:lnTo>
                <a:lnTo>
                  <a:pt x="1750145" y="116464"/>
                </a:lnTo>
                <a:lnTo>
                  <a:pt x="1749600" y="117900"/>
                </a:lnTo>
                <a:lnTo>
                  <a:pt x="1749117" y="119375"/>
                </a:lnTo>
                <a:lnTo>
                  <a:pt x="1748694" y="120890"/>
                </a:lnTo>
                <a:lnTo>
                  <a:pt x="1748333" y="122446"/>
                </a:lnTo>
                <a:lnTo>
                  <a:pt x="1748032" y="124042"/>
                </a:lnTo>
                <a:lnTo>
                  <a:pt x="1747792" y="125678"/>
                </a:lnTo>
                <a:lnTo>
                  <a:pt x="1747613" y="127354"/>
                </a:lnTo>
                <a:lnTo>
                  <a:pt x="1747495" y="129070"/>
                </a:lnTo>
                <a:lnTo>
                  <a:pt x="1812907" y="129070"/>
                </a:lnTo>
                <a:lnTo>
                  <a:pt x="1812907" y="144152"/>
                </a:lnTo>
                <a:close/>
                <a:moveTo>
                  <a:pt x="1848624" y="144152"/>
                </a:moveTo>
                <a:lnTo>
                  <a:pt x="1829772" y="144152"/>
                </a:lnTo>
                <a:lnTo>
                  <a:pt x="1868249" y="92999"/>
                </a:lnTo>
                <a:lnTo>
                  <a:pt x="1832315" y="46122"/>
                </a:lnTo>
                <a:lnTo>
                  <a:pt x="1853184" y="46122"/>
                </a:lnTo>
                <a:lnTo>
                  <a:pt x="1878601" y="79241"/>
                </a:lnTo>
                <a:lnTo>
                  <a:pt x="1903514" y="46122"/>
                </a:lnTo>
                <a:lnTo>
                  <a:pt x="1922015" y="46122"/>
                </a:lnTo>
                <a:lnTo>
                  <a:pt x="1888027" y="91522"/>
                </a:lnTo>
                <a:lnTo>
                  <a:pt x="1928416" y="144152"/>
                </a:lnTo>
                <a:lnTo>
                  <a:pt x="1907460" y="144152"/>
                </a:lnTo>
                <a:lnTo>
                  <a:pt x="1877694" y="105322"/>
                </a:lnTo>
                <a:lnTo>
                  <a:pt x="1848624" y="144152"/>
                </a:lnTo>
                <a:close/>
                <a:moveTo>
                  <a:pt x="1968601" y="144152"/>
                </a:moveTo>
                <a:lnTo>
                  <a:pt x="1968601" y="68042"/>
                </a:lnTo>
                <a:lnTo>
                  <a:pt x="1946856" y="68042"/>
                </a:lnTo>
                <a:lnTo>
                  <a:pt x="1946856" y="54364"/>
                </a:lnTo>
                <a:lnTo>
                  <a:pt x="1968601" y="54364"/>
                </a:lnTo>
                <a:lnTo>
                  <a:pt x="1968601" y="49812"/>
                </a:lnTo>
                <a:lnTo>
                  <a:pt x="1968632" y="46658"/>
                </a:lnTo>
                <a:lnTo>
                  <a:pt x="1968723" y="43643"/>
                </a:lnTo>
                <a:lnTo>
                  <a:pt x="1968875" y="40768"/>
                </a:lnTo>
                <a:lnTo>
                  <a:pt x="1969088" y="38033"/>
                </a:lnTo>
                <a:lnTo>
                  <a:pt x="1969362" y="35437"/>
                </a:lnTo>
                <a:lnTo>
                  <a:pt x="1969697" y="32982"/>
                </a:lnTo>
                <a:lnTo>
                  <a:pt x="1970093" y="30666"/>
                </a:lnTo>
                <a:lnTo>
                  <a:pt x="1970550" y="28491"/>
                </a:lnTo>
                <a:lnTo>
                  <a:pt x="1971067" y="26455"/>
                </a:lnTo>
                <a:lnTo>
                  <a:pt x="1971646" y="24559"/>
                </a:lnTo>
                <a:lnTo>
                  <a:pt x="1972285" y="22803"/>
                </a:lnTo>
                <a:lnTo>
                  <a:pt x="1972985" y="21187"/>
                </a:lnTo>
                <a:lnTo>
                  <a:pt x="1973749" y="19663"/>
                </a:lnTo>
                <a:lnTo>
                  <a:pt x="1974579" y="18185"/>
                </a:lnTo>
                <a:lnTo>
                  <a:pt x="1975476" y="16754"/>
                </a:lnTo>
                <a:lnTo>
                  <a:pt x="1976439" y="15369"/>
                </a:lnTo>
                <a:lnTo>
                  <a:pt x="1977468" y="14031"/>
                </a:lnTo>
                <a:lnTo>
                  <a:pt x="1978564" y="12738"/>
                </a:lnTo>
                <a:lnTo>
                  <a:pt x="1979726" y="11492"/>
                </a:lnTo>
                <a:lnTo>
                  <a:pt x="1980955" y="10292"/>
                </a:lnTo>
                <a:lnTo>
                  <a:pt x="1982250" y="9138"/>
                </a:lnTo>
                <a:lnTo>
                  <a:pt x="1983611" y="8031"/>
                </a:lnTo>
                <a:lnTo>
                  <a:pt x="1985038" y="6969"/>
                </a:lnTo>
                <a:lnTo>
                  <a:pt x="1986532" y="5954"/>
                </a:lnTo>
                <a:lnTo>
                  <a:pt x="1988101" y="5003"/>
                </a:lnTo>
                <a:lnTo>
                  <a:pt x="1989751" y="4135"/>
                </a:lnTo>
                <a:lnTo>
                  <a:pt x="1991484" y="3349"/>
                </a:lnTo>
                <a:lnTo>
                  <a:pt x="1993299" y="2646"/>
                </a:lnTo>
                <a:lnTo>
                  <a:pt x="1995196" y="2026"/>
                </a:lnTo>
                <a:lnTo>
                  <a:pt x="1997175" y="1489"/>
                </a:lnTo>
                <a:lnTo>
                  <a:pt x="1999236" y="1034"/>
                </a:lnTo>
                <a:lnTo>
                  <a:pt x="2001380" y="662"/>
                </a:lnTo>
                <a:lnTo>
                  <a:pt x="2003606" y="372"/>
                </a:lnTo>
                <a:lnTo>
                  <a:pt x="2005914" y="165"/>
                </a:lnTo>
                <a:lnTo>
                  <a:pt x="2008304" y="41"/>
                </a:lnTo>
                <a:lnTo>
                  <a:pt x="2010777" y="0"/>
                </a:lnTo>
                <a:lnTo>
                  <a:pt x="2012679" y="16"/>
                </a:lnTo>
                <a:lnTo>
                  <a:pt x="2014586" y="66"/>
                </a:lnTo>
                <a:lnTo>
                  <a:pt x="2016498" y="148"/>
                </a:lnTo>
                <a:lnTo>
                  <a:pt x="2018415" y="263"/>
                </a:lnTo>
                <a:lnTo>
                  <a:pt x="2020337" y="411"/>
                </a:lnTo>
                <a:lnTo>
                  <a:pt x="2022263" y="592"/>
                </a:lnTo>
                <a:lnTo>
                  <a:pt x="2024195" y="806"/>
                </a:lnTo>
                <a:lnTo>
                  <a:pt x="2026131" y="1052"/>
                </a:lnTo>
                <a:lnTo>
                  <a:pt x="2028072" y="1332"/>
                </a:lnTo>
                <a:lnTo>
                  <a:pt x="2030019" y="1644"/>
                </a:lnTo>
                <a:lnTo>
                  <a:pt x="2031969" y="1989"/>
                </a:lnTo>
                <a:lnTo>
                  <a:pt x="2033925" y="2367"/>
                </a:lnTo>
                <a:lnTo>
                  <a:pt x="2033925" y="17887"/>
                </a:lnTo>
                <a:lnTo>
                  <a:pt x="2031826" y="17215"/>
                </a:lnTo>
                <a:lnTo>
                  <a:pt x="2029768" y="16601"/>
                </a:lnTo>
                <a:lnTo>
                  <a:pt x="2027749" y="16046"/>
                </a:lnTo>
                <a:lnTo>
                  <a:pt x="2025771" y="15549"/>
                </a:lnTo>
                <a:lnTo>
                  <a:pt x="2023833" y="15111"/>
                </a:lnTo>
                <a:lnTo>
                  <a:pt x="2021935" y="14731"/>
                </a:lnTo>
                <a:lnTo>
                  <a:pt x="2020077" y="14409"/>
                </a:lnTo>
                <a:lnTo>
                  <a:pt x="2018259" y="14146"/>
                </a:lnTo>
                <a:lnTo>
                  <a:pt x="2016482" y="13942"/>
                </a:lnTo>
                <a:lnTo>
                  <a:pt x="2014745" y="13796"/>
                </a:lnTo>
                <a:lnTo>
                  <a:pt x="2013048" y="13708"/>
                </a:lnTo>
                <a:lnTo>
                  <a:pt x="2011391" y="13679"/>
                </a:lnTo>
                <a:lnTo>
                  <a:pt x="2010103" y="13699"/>
                </a:lnTo>
                <a:lnTo>
                  <a:pt x="2008841" y="13759"/>
                </a:lnTo>
                <a:lnTo>
                  <a:pt x="2007604" y="13859"/>
                </a:lnTo>
                <a:lnTo>
                  <a:pt x="2006393" y="14000"/>
                </a:lnTo>
                <a:lnTo>
                  <a:pt x="2005207" y="14180"/>
                </a:lnTo>
                <a:lnTo>
                  <a:pt x="2004047" y="14401"/>
                </a:lnTo>
                <a:lnTo>
                  <a:pt x="2002913" y="14661"/>
                </a:lnTo>
                <a:lnTo>
                  <a:pt x="2001804" y="14962"/>
                </a:lnTo>
                <a:lnTo>
                  <a:pt x="2000721" y="15303"/>
                </a:lnTo>
                <a:lnTo>
                  <a:pt x="1999663" y="15684"/>
                </a:lnTo>
                <a:lnTo>
                  <a:pt x="1998631" y="16105"/>
                </a:lnTo>
                <a:lnTo>
                  <a:pt x="1997624" y="16567"/>
                </a:lnTo>
                <a:lnTo>
                  <a:pt x="1996649" y="17073"/>
                </a:lnTo>
                <a:lnTo>
                  <a:pt x="1995709" y="17629"/>
                </a:lnTo>
                <a:lnTo>
                  <a:pt x="1994805" y="18236"/>
                </a:lnTo>
                <a:lnTo>
                  <a:pt x="1993937" y="18894"/>
                </a:lnTo>
                <a:lnTo>
                  <a:pt x="1993105" y="19602"/>
                </a:lnTo>
                <a:lnTo>
                  <a:pt x="1992309" y="20360"/>
                </a:lnTo>
                <a:lnTo>
                  <a:pt x="1991548" y="21169"/>
                </a:lnTo>
                <a:lnTo>
                  <a:pt x="1990824" y="22029"/>
                </a:lnTo>
                <a:lnTo>
                  <a:pt x="1990136" y="22938"/>
                </a:lnTo>
                <a:lnTo>
                  <a:pt x="1989483" y="23899"/>
                </a:lnTo>
                <a:lnTo>
                  <a:pt x="1988867" y="24910"/>
                </a:lnTo>
                <a:lnTo>
                  <a:pt x="1988286" y="25971"/>
                </a:lnTo>
                <a:lnTo>
                  <a:pt x="1987747" y="27120"/>
                </a:lnTo>
                <a:lnTo>
                  <a:pt x="1987255" y="28395"/>
                </a:lnTo>
                <a:lnTo>
                  <a:pt x="1986809" y="29796"/>
                </a:lnTo>
                <a:lnTo>
                  <a:pt x="1986411" y="31323"/>
                </a:lnTo>
                <a:lnTo>
                  <a:pt x="1986059" y="32975"/>
                </a:lnTo>
                <a:lnTo>
                  <a:pt x="1985754" y="34753"/>
                </a:lnTo>
                <a:lnTo>
                  <a:pt x="1985496" y="36658"/>
                </a:lnTo>
                <a:lnTo>
                  <a:pt x="1985285" y="38687"/>
                </a:lnTo>
                <a:lnTo>
                  <a:pt x="1985121" y="40843"/>
                </a:lnTo>
                <a:lnTo>
                  <a:pt x="1985004" y="43124"/>
                </a:lnTo>
                <a:lnTo>
                  <a:pt x="1984934" y="45531"/>
                </a:lnTo>
                <a:lnTo>
                  <a:pt x="1984910" y="48064"/>
                </a:lnTo>
                <a:lnTo>
                  <a:pt x="1984910" y="54364"/>
                </a:lnTo>
                <a:lnTo>
                  <a:pt x="2023754" y="54364"/>
                </a:lnTo>
                <a:lnTo>
                  <a:pt x="2023754" y="68042"/>
                </a:lnTo>
                <a:lnTo>
                  <a:pt x="1984910" y="68042"/>
                </a:lnTo>
                <a:lnTo>
                  <a:pt x="1984910" y="144152"/>
                </a:lnTo>
                <a:lnTo>
                  <a:pt x="1968601" y="144152"/>
                </a:lnTo>
                <a:close/>
                <a:moveTo>
                  <a:pt x="2052277" y="141617"/>
                </a:moveTo>
                <a:lnTo>
                  <a:pt x="2052277" y="124453"/>
                </a:lnTo>
                <a:lnTo>
                  <a:pt x="2055587" y="126059"/>
                </a:lnTo>
                <a:lnTo>
                  <a:pt x="2058822" y="127525"/>
                </a:lnTo>
                <a:lnTo>
                  <a:pt x="2061983" y="128851"/>
                </a:lnTo>
                <a:lnTo>
                  <a:pt x="2065069" y="130038"/>
                </a:lnTo>
                <a:lnTo>
                  <a:pt x="2068082" y="131086"/>
                </a:lnTo>
                <a:lnTo>
                  <a:pt x="2071020" y="131993"/>
                </a:lnTo>
                <a:lnTo>
                  <a:pt x="2073883" y="132761"/>
                </a:lnTo>
                <a:lnTo>
                  <a:pt x="2076673" y="133389"/>
                </a:lnTo>
                <a:lnTo>
                  <a:pt x="2079388" y="133878"/>
                </a:lnTo>
                <a:lnTo>
                  <a:pt x="2082029" y="134227"/>
                </a:lnTo>
                <a:lnTo>
                  <a:pt x="2084595" y="134437"/>
                </a:lnTo>
                <a:lnTo>
                  <a:pt x="2087088" y="134507"/>
                </a:lnTo>
                <a:lnTo>
                  <a:pt x="2089306" y="134450"/>
                </a:lnTo>
                <a:lnTo>
                  <a:pt x="2091459" y="134279"/>
                </a:lnTo>
                <a:lnTo>
                  <a:pt x="2093546" y="133996"/>
                </a:lnTo>
                <a:lnTo>
                  <a:pt x="2095569" y="133598"/>
                </a:lnTo>
                <a:lnTo>
                  <a:pt x="2097526" y="133087"/>
                </a:lnTo>
                <a:lnTo>
                  <a:pt x="2099418" y="132463"/>
                </a:lnTo>
                <a:lnTo>
                  <a:pt x="2101245" y="131725"/>
                </a:lnTo>
                <a:lnTo>
                  <a:pt x="2103007" y="130874"/>
                </a:lnTo>
                <a:lnTo>
                  <a:pt x="2104704" y="129909"/>
                </a:lnTo>
                <a:lnTo>
                  <a:pt x="2106335" y="128830"/>
                </a:lnTo>
                <a:lnTo>
                  <a:pt x="2107902" y="127638"/>
                </a:lnTo>
                <a:lnTo>
                  <a:pt x="2109403" y="126333"/>
                </a:lnTo>
                <a:lnTo>
                  <a:pt x="2110811" y="124938"/>
                </a:lnTo>
                <a:lnTo>
                  <a:pt x="2112096" y="123478"/>
                </a:lnTo>
                <a:lnTo>
                  <a:pt x="2113259" y="121954"/>
                </a:lnTo>
                <a:lnTo>
                  <a:pt x="2114299" y="120364"/>
                </a:lnTo>
                <a:lnTo>
                  <a:pt x="2115217" y="118709"/>
                </a:lnTo>
                <a:lnTo>
                  <a:pt x="2116012" y="116990"/>
                </a:lnTo>
                <a:lnTo>
                  <a:pt x="2116686" y="115205"/>
                </a:lnTo>
                <a:lnTo>
                  <a:pt x="2117236" y="113356"/>
                </a:lnTo>
                <a:lnTo>
                  <a:pt x="2117665" y="111441"/>
                </a:lnTo>
                <a:lnTo>
                  <a:pt x="2117971" y="109462"/>
                </a:lnTo>
                <a:lnTo>
                  <a:pt x="2118154" y="107417"/>
                </a:lnTo>
                <a:lnTo>
                  <a:pt x="2118215" y="105308"/>
                </a:lnTo>
                <a:lnTo>
                  <a:pt x="2118148" y="103185"/>
                </a:lnTo>
                <a:lnTo>
                  <a:pt x="2117946" y="101129"/>
                </a:lnTo>
                <a:lnTo>
                  <a:pt x="2117610" y="99139"/>
                </a:lnTo>
                <a:lnTo>
                  <a:pt x="2117139" y="97216"/>
                </a:lnTo>
                <a:lnTo>
                  <a:pt x="2116533" y="95360"/>
                </a:lnTo>
                <a:lnTo>
                  <a:pt x="2115793" y="93571"/>
                </a:lnTo>
                <a:lnTo>
                  <a:pt x="2114918" y="91849"/>
                </a:lnTo>
                <a:lnTo>
                  <a:pt x="2113909" y="90193"/>
                </a:lnTo>
                <a:lnTo>
                  <a:pt x="2112765" y="88605"/>
                </a:lnTo>
                <a:lnTo>
                  <a:pt x="2111487" y="87083"/>
                </a:lnTo>
                <a:lnTo>
                  <a:pt x="2110074" y="85628"/>
                </a:lnTo>
                <a:lnTo>
                  <a:pt x="2108526" y="84239"/>
                </a:lnTo>
                <a:lnTo>
                  <a:pt x="2106817" y="82941"/>
                </a:lnTo>
                <a:lnTo>
                  <a:pt x="2104920" y="81755"/>
                </a:lnTo>
                <a:lnTo>
                  <a:pt x="2102835" y="80682"/>
                </a:lnTo>
                <a:lnTo>
                  <a:pt x="2100562" y="79723"/>
                </a:lnTo>
                <a:lnTo>
                  <a:pt x="2098100" y="78876"/>
                </a:lnTo>
                <a:lnTo>
                  <a:pt x="2095451" y="78142"/>
                </a:lnTo>
                <a:lnTo>
                  <a:pt x="2092613" y="77521"/>
                </a:lnTo>
                <a:lnTo>
                  <a:pt x="2089587" y="77013"/>
                </a:lnTo>
                <a:lnTo>
                  <a:pt x="2086373" y="76617"/>
                </a:lnTo>
                <a:lnTo>
                  <a:pt x="2082970" y="76335"/>
                </a:lnTo>
                <a:lnTo>
                  <a:pt x="2079380" y="76166"/>
                </a:lnTo>
                <a:lnTo>
                  <a:pt x="2075601" y="76109"/>
                </a:lnTo>
                <a:lnTo>
                  <a:pt x="2066570" y="76109"/>
                </a:lnTo>
                <a:lnTo>
                  <a:pt x="2066570" y="62431"/>
                </a:lnTo>
                <a:lnTo>
                  <a:pt x="2079109" y="62431"/>
                </a:lnTo>
                <a:lnTo>
                  <a:pt x="2081892" y="62378"/>
                </a:lnTo>
                <a:lnTo>
                  <a:pt x="2084545" y="62218"/>
                </a:lnTo>
                <a:lnTo>
                  <a:pt x="2087066" y="61953"/>
                </a:lnTo>
                <a:lnTo>
                  <a:pt x="2089455" y="61582"/>
                </a:lnTo>
                <a:lnTo>
                  <a:pt x="2091713" y="61104"/>
                </a:lnTo>
                <a:lnTo>
                  <a:pt x="2093839" y="60520"/>
                </a:lnTo>
                <a:lnTo>
                  <a:pt x="2095834" y="59830"/>
                </a:lnTo>
                <a:lnTo>
                  <a:pt x="2097697" y="59034"/>
                </a:lnTo>
                <a:lnTo>
                  <a:pt x="2099429" y="58132"/>
                </a:lnTo>
                <a:lnTo>
                  <a:pt x="2101029" y="57124"/>
                </a:lnTo>
                <a:lnTo>
                  <a:pt x="2102498" y="56009"/>
                </a:lnTo>
                <a:lnTo>
                  <a:pt x="2103835" y="54788"/>
                </a:lnTo>
                <a:lnTo>
                  <a:pt x="2105054" y="53503"/>
                </a:lnTo>
                <a:lnTo>
                  <a:pt x="2106166" y="52194"/>
                </a:lnTo>
                <a:lnTo>
                  <a:pt x="2107173" y="50861"/>
                </a:lnTo>
                <a:lnTo>
                  <a:pt x="2108073" y="49504"/>
                </a:lnTo>
                <a:lnTo>
                  <a:pt x="2108868" y="48124"/>
                </a:lnTo>
                <a:lnTo>
                  <a:pt x="2109557" y="46720"/>
                </a:lnTo>
                <a:lnTo>
                  <a:pt x="2110139" y="45293"/>
                </a:lnTo>
                <a:lnTo>
                  <a:pt x="2110616" y="43841"/>
                </a:lnTo>
                <a:lnTo>
                  <a:pt x="2110987" y="42367"/>
                </a:lnTo>
                <a:lnTo>
                  <a:pt x="2111252" y="40868"/>
                </a:lnTo>
                <a:lnTo>
                  <a:pt x="2111411" y="39346"/>
                </a:lnTo>
                <a:lnTo>
                  <a:pt x="2111464" y="37800"/>
                </a:lnTo>
                <a:lnTo>
                  <a:pt x="2111421" y="36406"/>
                </a:lnTo>
                <a:lnTo>
                  <a:pt x="2111291" y="35050"/>
                </a:lnTo>
                <a:lnTo>
                  <a:pt x="2111075" y="33730"/>
                </a:lnTo>
                <a:lnTo>
                  <a:pt x="2110772" y="32448"/>
                </a:lnTo>
                <a:lnTo>
                  <a:pt x="2110383" y="31202"/>
                </a:lnTo>
                <a:lnTo>
                  <a:pt x="2109907" y="29994"/>
                </a:lnTo>
                <a:lnTo>
                  <a:pt x="2109345" y="28823"/>
                </a:lnTo>
                <a:lnTo>
                  <a:pt x="2108697" y="27688"/>
                </a:lnTo>
                <a:lnTo>
                  <a:pt x="2107962" y="26591"/>
                </a:lnTo>
                <a:lnTo>
                  <a:pt x="2107140" y="25531"/>
                </a:lnTo>
                <a:lnTo>
                  <a:pt x="2106233" y="24507"/>
                </a:lnTo>
                <a:lnTo>
                  <a:pt x="2105238" y="23521"/>
                </a:lnTo>
                <a:lnTo>
                  <a:pt x="2104154" y="22593"/>
                </a:lnTo>
                <a:lnTo>
                  <a:pt x="2102978" y="21746"/>
                </a:lnTo>
                <a:lnTo>
                  <a:pt x="2101709" y="20980"/>
                </a:lnTo>
                <a:lnTo>
                  <a:pt x="2100347" y="20294"/>
                </a:lnTo>
                <a:lnTo>
                  <a:pt x="2098893" y="19689"/>
                </a:lnTo>
                <a:lnTo>
                  <a:pt x="2097347" y="19164"/>
                </a:lnTo>
                <a:lnTo>
                  <a:pt x="2095708" y="18721"/>
                </a:lnTo>
                <a:lnTo>
                  <a:pt x="2093976" y="18358"/>
                </a:lnTo>
                <a:lnTo>
                  <a:pt x="2092151" y="18075"/>
                </a:lnTo>
                <a:lnTo>
                  <a:pt x="2090235" y="17873"/>
                </a:lnTo>
                <a:lnTo>
                  <a:pt x="2088225" y="17752"/>
                </a:lnTo>
                <a:lnTo>
                  <a:pt x="2086123" y="17712"/>
                </a:lnTo>
                <a:lnTo>
                  <a:pt x="2083697" y="17768"/>
                </a:lnTo>
                <a:lnTo>
                  <a:pt x="2081240" y="17935"/>
                </a:lnTo>
                <a:lnTo>
                  <a:pt x="2078752" y="18214"/>
                </a:lnTo>
                <a:lnTo>
                  <a:pt x="2076234" y="18605"/>
                </a:lnTo>
                <a:lnTo>
                  <a:pt x="2073686" y="19107"/>
                </a:lnTo>
                <a:lnTo>
                  <a:pt x="2071107" y="19721"/>
                </a:lnTo>
                <a:lnTo>
                  <a:pt x="2068498" y="20446"/>
                </a:lnTo>
                <a:lnTo>
                  <a:pt x="2065859" y="21283"/>
                </a:lnTo>
                <a:lnTo>
                  <a:pt x="2063189" y="22231"/>
                </a:lnTo>
                <a:lnTo>
                  <a:pt x="2060488" y="23291"/>
                </a:lnTo>
                <a:lnTo>
                  <a:pt x="2057757" y="24463"/>
                </a:lnTo>
                <a:lnTo>
                  <a:pt x="2054996" y="25746"/>
                </a:lnTo>
                <a:lnTo>
                  <a:pt x="2054996" y="10251"/>
                </a:lnTo>
                <a:lnTo>
                  <a:pt x="2057753" y="9258"/>
                </a:lnTo>
                <a:lnTo>
                  <a:pt x="2060471" y="8351"/>
                </a:lnTo>
                <a:lnTo>
                  <a:pt x="2063150" y="7531"/>
                </a:lnTo>
                <a:lnTo>
                  <a:pt x="2065790" y="6797"/>
                </a:lnTo>
                <a:lnTo>
                  <a:pt x="2068392" y="6149"/>
                </a:lnTo>
                <a:lnTo>
                  <a:pt x="2070954" y="5588"/>
                </a:lnTo>
                <a:lnTo>
                  <a:pt x="2073477" y="5113"/>
                </a:lnTo>
                <a:lnTo>
                  <a:pt x="2075962" y="4724"/>
                </a:lnTo>
                <a:lnTo>
                  <a:pt x="2078407" y="4422"/>
                </a:lnTo>
                <a:lnTo>
                  <a:pt x="2080814" y="4206"/>
                </a:lnTo>
                <a:lnTo>
                  <a:pt x="2083181" y="4077"/>
                </a:lnTo>
                <a:lnTo>
                  <a:pt x="2085509" y="4033"/>
                </a:lnTo>
                <a:lnTo>
                  <a:pt x="2089538" y="4101"/>
                </a:lnTo>
                <a:lnTo>
                  <a:pt x="2093353" y="4305"/>
                </a:lnTo>
                <a:lnTo>
                  <a:pt x="2096955" y="4644"/>
                </a:lnTo>
                <a:lnTo>
                  <a:pt x="2100343" y="5119"/>
                </a:lnTo>
                <a:lnTo>
                  <a:pt x="2103517" y="5729"/>
                </a:lnTo>
                <a:lnTo>
                  <a:pt x="2106477" y="6476"/>
                </a:lnTo>
                <a:lnTo>
                  <a:pt x="2109223" y="7357"/>
                </a:lnTo>
                <a:lnTo>
                  <a:pt x="2111756" y="8375"/>
                </a:lnTo>
                <a:lnTo>
                  <a:pt x="2114075" y="9528"/>
                </a:lnTo>
                <a:lnTo>
                  <a:pt x="2116180" y="10817"/>
                </a:lnTo>
                <a:lnTo>
                  <a:pt x="2118072" y="12242"/>
                </a:lnTo>
                <a:lnTo>
                  <a:pt x="2119750" y="13802"/>
                </a:lnTo>
                <a:lnTo>
                  <a:pt x="2121255" y="15449"/>
                </a:lnTo>
                <a:lnTo>
                  <a:pt x="2122630" y="17135"/>
                </a:lnTo>
                <a:lnTo>
                  <a:pt x="2123874" y="18859"/>
                </a:lnTo>
                <a:lnTo>
                  <a:pt x="2124987" y="20621"/>
                </a:lnTo>
                <a:lnTo>
                  <a:pt x="2125968" y="22421"/>
                </a:lnTo>
                <a:lnTo>
                  <a:pt x="2126819" y="24260"/>
                </a:lnTo>
                <a:lnTo>
                  <a:pt x="2127539" y="26137"/>
                </a:lnTo>
                <a:lnTo>
                  <a:pt x="2128129" y="28053"/>
                </a:lnTo>
                <a:lnTo>
                  <a:pt x="2128587" y="30007"/>
                </a:lnTo>
                <a:lnTo>
                  <a:pt x="2128914" y="31999"/>
                </a:lnTo>
                <a:lnTo>
                  <a:pt x="2129110" y="34029"/>
                </a:lnTo>
                <a:lnTo>
                  <a:pt x="2129176" y="36098"/>
                </a:lnTo>
                <a:lnTo>
                  <a:pt x="2129141" y="37638"/>
                </a:lnTo>
                <a:lnTo>
                  <a:pt x="2129037" y="39163"/>
                </a:lnTo>
                <a:lnTo>
                  <a:pt x="2128863" y="40671"/>
                </a:lnTo>
                <a:lnTo>
                  <a:pt x="2128621" y="42164"/>
                </a:lnTo>
                <a:lnTo>
                  <a:pt x="2128308" y="43641"/>
                </a:lnTo>
                <a:lnTo>
                  <a:pt x="2127926" y="45102"/>
                </a:lnTo>
                <a:lnTo>
                  <a:pt x="2127475" y="46547"/>
                </a:lnTo>
                <a:lnTo>
                  <a:pt x="2126955" y="47977"/>
                </a:lnTo>
                <a:lnTo>
                  <a:pt x="2126364" y="49390"/>
                </a:lnTo>
                <a:lnTo>
                  <a:pt x="2125705" y="50788"/>
                </a:lnTo>
                <a:lnTo>
                  <a:pt x="2124976" y="52170"/>
                </a:lnTo>
                <a:lnTo>
                  <a:pt x="2124178" y="53536"/>
                </a:lnTo>
                <a:lnTo>
                  <a:pt x="2123286" y="54882"/>
                </a:lnTo>
                <a:lnTo>
                  <a:pt x="2122278" y="56203"/>
                </a:lnTo>
                <a:lnTo>
                  <a:pt x="2121153" y="57500"/>
                </a:lnTo>
                <a:lnTo>
                  <a:pt x="2119911" y="58773"/>
                </a:lnTo>
                <a:lnTo>
                  <a:pt x="2118552" y="60021"/>
                </a:lnTo>
                <a:lnTo>
                  <a:pt x="2117076" y="61245"/>
                </a:lnTo>
                <a:lnTo>
                  <a:pt x="2115483" y="62445"/>
                </a:lnTo>
                <a:lnTo>
                  <a:pt x="2113773" y="63620"/>
                </a:lnTo>
                <a:lnTo>
                  <a:pt x="2111946" y="64771"/>
                </a:lnTo>
                <a:lnTo>
                  <a:pt x="2110002" y="65898"/>
                </a:lnTo>
                <a:lnTo>
                  <a:pt x="2107942" y="67000"/>
                </a:lnTo>
                <a:lnTo>
                  <a:pt x="2105764" y="68078"/>
                </a:lnTo>
                <a:lnTo>
                  <a:pt x="2107697" y="68673"/>
                </a:lnTo>
                <a:lnTo>
                  <a:pt x="2109549" y="69290"/>
                </a:lnTo>
                <a:lnTo>
                  <a:pt x="2111321" y="69929"/>
                </a:lnTo>
                <a:lnTo>
                  <a:pt x="2113013" y="70590"/>
                </a:lnTo>
                <a:lnTo>
                  <a:pt x="2114624" y="71273"/>
                </a:lnTo>
                <a:lnTo>
                  <a:pt x="2116155" y="71978"/>
                </a:lnTo>
                <a:lnTo>
                  <a:pt x="2117605" y="72705"/>
                </a:lnTo>
                <a:lnTo>
                  <a:pt x="2118975" y="73454"/>
                </a:lnTo>
                <a:lnTo>
                  <a:pt x="2120265" y="74224"/>
                </a:lnTo>
                <a:lnTo>
                  <a:pt x="2121474" y="75017"/>
                </a:lnTo>
                <a:lnTo>
                  <a:pt x="2122603" y="75832"/>
                </a:lnTo>
                <a:lnTo>
                  <a:pt x="2123652" y="76668"/>
                </a:lnTo>
                <a:lnTo>
                  <a:pt x="2124640" y="77528"/>
                </a:lnTo>
                <a:lnTo>
                  <a:pt x="2125587" y="78414"/>
                </a:lnTo>
                <a:lnTo>
                  <a:pt x="2126493" y="79325"/>
                </a:lnTo>
                <a:lnTo>
                  <a:pt x="2127359" y="80261"/>
                </a:lnTo>
                <a:lnTo>
                  <a:pt x="2128184" y="81224"/>
                </a:lnTo>
                <a:lnTo>
                  <a:pt x="2128968" y="82212"/>
                </a:lnTo>
                <a:lnTo>
                  <a:pt x="2129711" y="83225"/>
                </a:lnTo>
                <a:lnTo>
                  <a:pt x="2130413" y="84264"/>
                </a:lnTo>
                <a:lnTo>
                  <a:pt x="2131075" y="85328"/>
                </a:lnTo>
                <a:lnTo>
                  <a:pt x="2131696" y="86419"/>
                </a:lnTo>
                <a:lnTo>
                  <a:pt x="2132276" y="87534"/>
                </a:lnTo>
                <a:lnTo>
                  <a:pt x="2132815" y="88675"/>
                </a:lnTo>
                <a:lnTo>
                  <a:pt x="2133312" y="89841"/>
                </a:lnTo>
                <a:lnTo>
                  <a:pt x="2133766" y="91030"/>
                </a:lnTo>
                <a:lnTo>
                  <a:pt x="2134177" y="92242"/>
                </a:lnTo>
                <a:lnTo>
                  <a:pt x="2134544" y="93476"/>
                </a:lnTo>
                <a:lnTo>
                  <a:pt x="2134868" y="94734"/>
                </a:lnTo>
                <a:lnTo>
                  <a:pt x="2135149" y="96016"/>
                </a:lnTo>
                <a:lnTo>
                  <a:pt x="2135387" y="97320"/>
                </a:lnTo>
                <a:lnTo>
                  <a:pt x="2135582" y="98647"/>
                </a:lnTo>
                <a:lnTo>
                  <a:pt x="2135733" y="99997"/>
                </a:lnTo>
                <a:lnTo>
                  <a:pt x="2135841" y="101371"/>
                </a:lnTo>
                <a:lnTo>
                  <a:pt x="2135906" y="102767"/>
                </a:lnTo>
                <a:lnTo>
                  <a:pt x="2135927" y="104187"/>
                </a:lnTo>
                <a:lnTo>
                  <a:pt x="2135829" y="107325"/>
                </a:lnTo>
                <a:lnTo>
                  <a:pt x="2135534" y="110371"/>
                </a:lnTo>
                <a:lnTo>
                  <a:pt x="2135042" y="113324"/>
                </a:lnTo>
                <a:lnTo>
                  <a:pt x="2134354" y="116185"/>
                </a:lnTo>
                <a:lnTo>
                  <a:pt x="2133469" y="118953"/>
                </a:lnTo>
                <a:lnTo>
                  <a:pt x="2132387" y="121629"/>
                </a:lnTo>
                <a:lnTo>
                  <a:pt x="2131109" y="124212"/>
                </a:lnTo>
                <a:lnTo>
                  <a:pt x="2129634" y="126702"/>
                </a:lnTo>
                <a:lnTo>
                  <a:pt x="2127962" y="129100"/>
                </a:lnTo>
                <a:lnTo>
                  <a:pt x="2126094" y="131406"/>
                </a:lnTo>
                <a:lnTo>
                  <a:pt x="2124028" y="133619"/>
                </a:lnTo>
                <a:lnTo>
                  <a:pt x="2121767" y="135740"/>
                </a:lnTo>
                <a:lnTo>
                  <a:pt x="2119349" y="137727"/>
                </a:lnTo>
                <a:lnTo>
                  <a:pt x="2116816" y="139542"/>
                </a:lnTo>
                <a:lnTo>
                  <a:pt x="2114168" y="141185"/>
                </a:lnTo>
                <a:lnTo>
                  <a:pt x="2111405" y="142654"/>
                </a:lnTo>
                <a:lnTo>
                  <a:pt x="2108527" y="143950"/>
                </a:lnTo>
                <a:lnTo>
                  <a:pt x="2105534" y="145074"/>
                </a:lnTo>
                <a:lnTo>
                  <a:pt x="2102426" y="146024"/>
                </a:lnTo>
                <a:lnTo>
                  <a:pt x="2099203" y="146802"/>
                </a:lnTo>
                <a:lnTo>
                  <a:pt x="2095864" y="147407"/>
                </a:lnTo>
                <a:lnTo>
                  <a:pt x="2092411" y="147839"/>
                </a:lnTo>
                <a:lnTo>
                  <a:pt x="2088842" y="148099"/>
                </a:lnTo>
                <a:lnTo>
                  <a:pt x="2085159" y="148185"/>
                </a:lnTo>
                <a:lnTo>
                  <a:pt x="2084069" y="148178"/>
                </a:lnTo>
                <a:lnTo>
                  <a:pt x="2082963" y="148158"/>
                </a:lnTo>
                <a:lnTo>
                  <a:pt x="2081840" y="148125"/>
                </a:lnTo>
                <a:lnTo>
                  <a:pt x="2080701" y="148078"/>
                </a:lnTo>
                <a:lnTo>
                  <a:pt x="2079546" y="148018"/>
                </a:lnTo>
                <a:lnTo>
                  <a:pt x="2078374" y="147944"/>
                </a:lnTo>
                <a:lnTo>
                  <a:pt x="2077186" y="147857"/>
                </a:lnTo>
                <a:lnTo>
                  <a:pt x="2075981" y="147756"/>
                </a:lnTo>
                <a:lnTo>
                  <a:pt x="2074760" y="147643"/>
                </a:lnTo>
                <a:lnTo>
                  <a:pt x="2073522" y="147515"/>
                </a:lnTo>
                <a:lnTo>
                  <a:pt x="2072268" y="147375"/>
                </a:lnTo>
                <a:lnTo>
                  <a:pt x="2070998" y="147221"/>
                </a:lnTo>
                <a:lnTo>
                  <a:pt x="2069696" y="147035"/>
                </a:lnTo>
                <a:lnTo>
                  <a:pt x="2068347" y="146798"/>
                </a:lnTo>
                <a:lnTo>
                  <a:pt x="2066951" y="146510"/>
                </a:lnTo>
                <a:lnTo>
                  <a:pt x="2065508" y="146171"/>
                </a:lnTo>
                <a:lnTo>
                  <a:pt x="2064018" y="145780"/>
                </a:lnTo>
                <a:lnTo>
                  <a:pt x="2062482" y="145339"/>
                </a:lnTo>
                <a:lnTo>
                  <a:pt x="2060898" y="144846"/>
                </a:lnTo>
                <a:lnTo>
                  <a:pt x="2059268" y="144303"/>
                </a:lnTo>
                <a:lnTo>
                  <a:pt x="2057590" y="143708"/>
                </a:lnTo>
                <a:lnTo>
                  <a:pt x="2055866" y="143062"/>
                </a:lnTo>
                <a:lnTo>
                  <a:pt x="2054095" y="142365"/>
                </a:lnTo>
                <a:lnTo>
                  <a:pt x="2052277" y="141617"/>
                </a:lnTo>
                <a:close/>
                <a:moveTo>
                  <a:pt x="2242313" y="144152"/>
                </a:moveTo>
                <a:lnTo>
                  <a:pt x="2159978" y="144152"/>
                </a:lnTo>
                <a:lnTo>
                  <a:pt x="2159978" y="129147"/>
                </a:lnTo>
                <a:lnTo>
                  <a:pt x="2159995" y="128176"/>
                </a:lnTo>
                <a:lnTo>
                  <a:pt x="2160044" y="127194"/>
                </a:lnTo>
                <a:lnTo>
                  <a:pt x="2160126" y="126200"/>
                </a:lnTo>
                <a:lnTo>
                  <a:pt x="2160241" y="125194"/>
                </a:lnTo>
                <a:lnTo>
                  <a:pt x="2160389" y="124177"/>
                </a:lnTo>
                <a:lnTo>
                  <a:pt x="2160570" y="123149"/>
                </a:lnTo>
                <a:lnTo>
                  <a:pt x="2160784" y="122109"/>
                </a:lnTo>
                <a:lnTo>
                  <a:pt x="2161031" y="121057"/>
                </a:lnTo>
                <a:lnTo>
                  <a:pt x="2161310" y="119994"/>
                </a:lnTo>
                <a:lnTo>
                  <a:pt x="2161622" y="118919"/>
                </a:lnTo>
                <a:lnTo>
                  <a:pt x="2161968" y="117832"/>
                </a:lnTo>
                <a:lnTo>
                  <a:pt x="2162346" y="116734"/>
                </a:lnTo>
                <a:lnTo>
                  <a:pt x="2162770" y="115619"/>
                </a:lnTo>
                <a:lnTo>
                  <a:pt x="2163254" y="114481"/>
                </a:lnTo>
                <a:lnTo>
                  <a:pt x="2163798" y="113320"/>
                </a:lnTo>
                <a:lnTo>
                  <a:pt x="2164402" y="112137"/>
                </a:lnTo>
                <a:lnTo>
                  <a:pt x="2165065" y="110931"/>
                </a:lnTo>
                <a:lnTo>
                  <a:pt x="2165787" y="109703"/>
                </a:lnTo>
                <a:lnTo>
                  <a:pt x="2166570" y="108452"/>
                </a:lnTo>
                <a:lnTo>
                  <a:pt x="2167412" y="107179"/>
                </a:lnTo>
                <a:lnTo>
                  <a:pt x="2168314" y="105883"/>
                </a:lnTo>
                <a:lnTo>
                  <a:pt x="2169275" y="104565"/>
                </a:lnTo>
                <a:lnTo>
                  <a:pt x="2170296" y="103224"/>
                </a:lnTo>
                <a:lnTo>
                  <a:pt x="2171377" y="101861"/>
                </a:lnTo>
                <a:lnTo>
                  <a:pt x="2172493" y="100491"/>
                </a:lnTo>
                <a:lnTo>
                  <a:pt x="2173620" y="99129"/>
                </a:lnTo>
                <a:lnTo>
                  <a:pt x="2174759" y="97776"/>
                </a:lnTo>
                <a:lnTo>
                  <a:pt x="2175908" y="96432"/>
                </a:lnTo>
                <a:lnTo>
                  <a:pt x="2177068" y="95097"/>
                </a:lnTo>
                <a:lnTo>
                  <a:pt x="2178238" y="93771"/>
                </a:lnTo>
                <a:lnTo>
                  <a:pt x="2179420" y="92453"/>
                </a:lnTo>
                <a:lnTo>
                  <a:pt x="2180613" y="91144"/>
                </a:lnTo>
                <a:lnTo>
                  <a:pt x="2181817" y="89844"/>
                </a:lnTo>
                <a:lnTo>
                  <a:pt x="2183032" y="88552"/>
                </a:lnTo>
                <a:lnTo>
                  <a:pt x="2184258" y="87270"/>
                </a:lnTo>
                <a:lnTo>
                  <a:pt x="2185494" y="85996"/>
                </a:lnTo>
                <a:lnTo>
                  <a:pt x="2194789" y="76542"/>
                </a:lnTo>
                <a:lnTo>
                  <a:pt x="2195303" y="76008"/>
                </a:lnTo>
                <a:lnTo>
                  <a:pt x="2195909" y="75368"/>
                </a:lnTo>
                <a:lnTo>
                  <a:pt x="2196608" y="74622"/>
                </a:lnTo>
                <a:lnTo>
                  <a:pt x="2197400" y="73770"/>
                </a:lnTo>
                <a:lnTo>
                  <a:pt x="2198284" y="72813"/>
                </a:lnTo>
                <a:lnTo>
                  <a:pt x="2199261" y="71750"/>
                </a:lnTo>
                <a:lnTo>
                  <a:pt x="2200330" y="70581"/>
                </a:lnTo>
                <a:lnTo>
                  <a:pt x="2201492" y="69306"/>
                </a:lnTo>
                <a:lnTo>
                  <a:pt x="2202746" y="67925"/>
                </a:lnTo>
                <a:lnTo>
                  <a:pt x="2204093" y="66439"/>
                </a:lnTo>
                <a:lnTo>
                  <a:pt x="2205532" y="64847"/>
                </a:lnTo>
                <a:lnTo>
                  <a:pt x="2207064" y="63149"/>
                </a:lnTo>
                <a:lnTo>
                  <a:pt x="2208598" y="61432"/>
                </a:lnTo>
                <a:lnTo>
                  <a:pt x="2210042" y="59783"/>
                </a:lnTo>
                <a:lnTo>
                  <a:pt x="2211397" y="58202"/>
                </a:lnTo>
                <a:lnTo>
                  <a:pt x="2212662" y="56690"/>
                </a:lnTo>
                <a:lnTo>
                  <a:pt x="2213837" y="55245"/>
                </a:lnTo>
                <a:lnTo>
                  <a:pt x="2214923" y="53869"/>
                </a:lnTo>
                <a:lnTo>
                  <a:pt x="2215920" y="52560"/>
                </a:lnTo>
                <a:lnTo>
                  <a:pt x="2216827" y="51320"/>
                </a:lnTo>
                <a:lnTo>
                  <a:pt x="2217644" y="50148"/>
                </a:lnTo>
                <a:lnTo>
                  <a:pt x="2218372" y="49043"/>
                </a:lnTo>
                <a:lnTo>
                  <a:pt x="2219010" y="48007"/>
                </a:lnTo>
                <a:lnTo>
                  <a:pt x="2219559" y="47039"/>
                </a:lnTo>
                <a:lnTo>
                  <a:pt x="2220043" y="46107"/>
                </a:lnTo>
                <a:lnTo>
                  <a:pt x="2220484" y="45177"/>
                </a:lnTo>
                <a:lnTo>
                  <a:pt x="2220883" y="44249"/>
                </a:lnTo>
                <a:lnTo>
                  <a:pt x="2221240" y="43324"/>
                </a:lnTo>
                <a:lnTo>
                  <a:pt x="2221555" y="42401"/>
                </a:lnTo>
                <a:lnTo>
                  <a:pt x="2221828" y="41480"/>
                </a:lnTo>
                <a:lnTo>
                  <a:pt x="2222059" y="40563"/>
                </a:lnTo>
                <a:lnTo>
                  <a:pt x="2222248" y="39647"/>
                </a:lnTo>
                <a:lnTo>
                  <a:pt x="2222395" y="38734"/>
                </a:lnTo>
                <a:lnTo>
                  <a:pt x="2222500" y="37824"/>
                </a:lnTo>
                <a:lnTo>
                  <a:pt x="2222563" y="36916"/>
                </a:lnTo>
                <a:lnTo>
                  <a:pt x="2222584" y="36011"/>
                </a:lnTo>
                <a:lnTo>
                  <a:pt x="2222536" y="34579"/>
                </a:lnTo>
                <a:lnTo>
                  <a:pt x="2222390" y="33203"/>
                </a:lnTo>
                <a:lnTo>
                  <a:pt x="2222146" y="31882"/>
                </a:lnTo>
                <a:lnTo>
                  <a:pt x="2221805" y="30617"/>
                </a:lnTo>
                <a:lnTo>
                  <a:pt x="2221367" y="29407"/>
                </a:lnTo>
                <a:lnTo>
                  <a:pt x="2220831" y="28252"/>
                </a:lnTo>
                <a:lnTo>
                  <a:pt x="2220197" y="27152"/>
                </a:lnTo>
                <a:lnTo>
                  <a:pt x="2219467" y="26108"/>
                </a:lnTo>
                <a:lnTo>
                  <a:pt x="2218639" y="25120"/>
                </a:lnTo>
                <a:lnTo>
                  <a:pt x="2217713" y="24186"/>
                </a:lnTo>
                <a:lnTo>
                  <a:pt x="2216690" y="23308"/>
                </a:lnTo>
                <a:lnTo>
                  <a:pt x="2215570" y="22485"/>
                </a:lnTo>
                <a:lnTo>
                  <a:pt x="2214388" y="21723"/>
                </a:lnTo>
                <a:lnTo>
                  <a:pt x="2213183" y="21027"/>
                </a:lnTo>
                <a:lnTo>
                  <a:pt x="2211953" y="20397"/>
                </a:lnTo>
                <a:lnTo>
                  <a:pt x="2210698" y="19834"/>
                </a:lnTo>
                <a:lnTo>
                  <a:pt x="2209420" y="19336"/>
                </a:lnTo>
                <a:lnTo>
                  <a:pt x="2208117" y="18905"/>
                </a:lnTo>
                <a:lnTo>
                  <a:pt x="2206789" y="18541"/>
                </a:lnTo>
                <a:lnTo>
                  <a:pt x="2205437" y="18242"/>
                </a:lnTo>
                <a:lnTo>
                  <a:pt x="2204061" y="18010"/>
                </a:lnTo>
                <a:lnTo>
                  <a:pt x="2202661" y="17845"/>
                </a:lnTo>
                <a:lnTo>
                  <a:pt x="2201236" y="17745"/>
                </a:lnTo>
                <a:lnTo>
                  <a:pt x="2199787" y="17712"/>
                </a:lnTo>
                <a:lnTo>
                  <a:pt x="2198946" y="17720"/>
                </a:lnTo>
                <a:lnTo>
                  <a:pt x="2198088" y="17744"/>
                </a:lnTo>
                <a:lnTo>
                  <a:pt x="2197214" y="17783"/>
                </a:lnTo>
                <a:lnTo>
                  <a:pt x="2196323" y="17839"/>
                </a:lnTo>
                <a:lnTo>
                  <a:pt x="2195416" y="17910"/>
                </a:lnTo>
                <a:lnTo>
                  <a:pt x="2194493" y="17997"/>
                </a:lnTo>
                <a:lnTo>
                  <a:pt x="2193553" y="18100"/>
                </a:lnTo>
                <a:lnTo>
                  <a:pt x="2192597" y="18219"/>
                </a:lnTo>
                <a:lnTo>
                  <a:pt x="2191624" y="18353"/>
                </a:lnTo>
                <a:lnTo>
                  <a:pt x="2190635" y="18504"/>
                </a:lnTo>
                <a:lnTo>
                  <a:pt x="2189629" y="18670"/>
                </a:lnTo>
                <a:lnTo>
                  <a:pt x="2188607" y="18852"/>
                </a:lnTo>
                <a:lnTo>
                  <a:pt x="2187587" y="19044"/>
                </a:lnTo>
                <a:lnTo>
                  <a:pt x="2186589" y="19242"/>
                </a:lnTo>
                <a:lnTo>
                  <a:pt x="2185612" y="19445"/>
                </a:lnTo>
                <a:lnTo>
                  <a:pt x="2184656" y="19654"/>
                </a:lnTo>
                <a:lnTo>
                  <a:pt x="2183722" y="19868"/>
                </a:lnTo>
                <a:lnTo>
                  <a:pt x="2182809" y="20088"/>
                </a:lnTo>
                <a:lnTo>
                  <a:pt x="2181917" y="20313"/>
                </a:lnTo>
                <a:lnTo>
                  <a:pt x="2181047" y="20544"/>
                </a:lnTo>
                <a:lnTo>
                  <a:pt x="2180198" y="20780"/>
                </a:lnTo>
                <a:lnTo>
                  <a:pt x="2179370" y="21021"/>
                </a:lnTo>
                <a:lnTo>
                  <a:pt x="2178563" y="21268"/>
                </a:lnTo>
                <a:lnTo>
                  <a:pt x="2177778" y="21521"/>
                </a:lnTo>
                <a:lnTo>
                  <a:pt x="2176963" y="21798"/>
                </a:lnTo>
                <a:lnTo>
                  <a:pt x="2176068" y="22120"/>
                </a:lnTo>
                <a:lnTo>
                  <a:pt x="2175093" y="22486"/>
                </a:lnTo>
                <a:lnTo>
                  <a:pt x="2174037" y="22897"/>
                </a:lnTo>
                <a:lnTo>
                  <a:pt x="2172901" y="23352"/>
                </a:lnTo>
                <a:lnTo>
                  <a:pt x="2171684" y="23851"/>
                </a:lnTo>
                <a:lnTo>
                  <a:pt x="2170387" y="24395"/>
                </a:lnTo>
                <a:lnTo>
                  <a:pt x="2169010" y="24983"/>
                </a:lnTo>
                <a:lnTo>
                  <a:pt x="2167552" y="25616"/>
                </a:lnTo>
                <a:lnTo>
                  <a:pt x="2166014" y="26292"/>
                </a:lnTo>
                <a:lnTo>
                  <a:pt x="2164395" y="27014"/>
                </a:lnTo>
                <a:lnTo>
                  <a:pt x="2162697" y="27779"/>
                </a:lnTo>
                <a:lnTo>
                  <a:pt x="2162697" y="13300"/>
                </a:lnTo>
                <a:lnTo>
                  <a:pt x="2164538" y="12441"/>
                </a:lnTo>
                <a:lnTo>
                  <a:pt x="2166381" y="11627"/>
                </a:lnTo>
                <a:lnTo>
                  <a:pt x="2168223" y="10859"/>
                </a:lnTo>
                <a:lnTo>
                  <a:pt x="2170067" y="10137"/>
                </a:lnTo>
                <a:lnTo>
                  <a:pt x="2171911" y="9462"/>
                </a:lnTo>
                <a:lnTo>
                  <a:pt x="2173756" y="8832"/>
                </a:lnTo>
                <a:lnTo>
                  <a:pt x="2175601" y="8248"/>
                </a:lnTo>
                <a:lnTo>
                  <a:pt x="2177447" y="7711"/>
                </a:lnTo>
                <a:lnTo>
                  <a:pt x="2179293" y="7219"/>
                </a:lnTo>
                <a:lnTo>
                  <a:pt x="2181141" y="6773"/>
                </a:lnTo>
                <a:lnTo>
                  <a:pt x="2182988" y="6374"/>
                </a:lnTo>
                <a:lnTo>
                  <a:pt x="2184837" y="6020"/>
                </a:lnTo>
                <a:lnTo>
                  <a:pt x="2186658" y="5703"/>
                </a:lnTo>
                <a:lnTo>
                  <a:pt x="2188426" y="5413"/>
                </a:lnTo>
                <a:lnTo>
                  <a:pt x="2190139" y="5151"/>
                </a:lnTo>
                <a:lnTo>
                  <a:pt x="2191798" y="4916"/>
                </a:lnTo>
                <a:lnTo>
                  <a:pt x="2193403" y="4709"/>
                </a:lnTo>
                <a:lnTo>
                  <a:pt x="2194953" y="4530"/>
                </a:lnTo>
                <a:lnTo>
                  <a:pt x="2196450" y="4378"/>
                </a:lnTo>
                <a:lnTo>
                  <a:pt x="2197892" y="4254"/>
                </a:lnTo>
                <a:lnTo>
                  <a:pt x="2199280" y="4158"/>
                </a:lnTo>
                <a:lnTo>
                  <a:pt x="2200614" y="4089"/>
                </a:lnTo>
                <a:lnTo>
                  <a:pt x="2201893" y="4047"/>
                </a:lnTo>
                <a:lnTo>
                  <a:pt x="2203119" y="4033"/>
                </a:lnTo>
                <a:lnTo>
                  <a:pt x="2204875" y="4058"/>
                </a:lnTo>
                <a:lnTo>
                  <a:pt x="2206608" y="4130"/>
                </a:lnTo>
                <a:lnTo>
                  <a:pt x="2208317" y="4250"/>
                </a:lnTo>
                <a:lnTo>
                  <a:pt x="2210002" y="4419"/>
                </a:lnTo>
                <a:lnTo>
                  <a:pt x="2211663" y="4635"/>
                </a:lnTo>
                <a:lnTo>
                  <a:pt x="2213301" y="4900"/>
                </a:lnTo>
                <a:lnTo>
                  <a:pt x="2214915" y="5213"/>
                </a:lnTo>
                <a:lnTo>
                  <a:pt x="2216505" y="5574"/>
                </a:lnTo>
                <a:lnTo>
                  <a:pt x="2218071" y="5983"/>
                </a:lnTo>
                <a:lnTo>
                  <a:pt x="2219614" y="6441"/>
                </a:lnTo>
                <a:lnTo>
                  <a:pt x="2221133" y="6946"/>
                </a:lnTo>
                <a:lnTo>
                  <a:pt x="2222628" y="7500"/>
                </a:lnTo>
                <a:lnTo>
                  <a:pt x="2224080" y="8103"/>
                </a:lnTo>
                <a:lnTo>
                  <a:pt x="2225468" y="8760"/>
                </a:lnTo>
                <a:lnTo>
                  <a:pt x="2226793" y="9470"/>
                </a:lnTo>
                <a:lnTo>
                  <a:pt x="2228055" y="10233"/>
                </a:lnTo>
                <a:lnTo>
                  <a:pt x="2229253" y="11049"/>
                </a:lnTo>
                <a:lnTo>
                  <a:pt x="2230388" y="11917"/>
                </a:lnTo>
                <a:lnTo>
                  <a:pt x="2231460" y="12839"/>
                </a:lnTo>
                <a:lnTo>
                  <a:pt x="2232468" y="13814"/>
                </a:lnTo>
                <a:lnTo>
                  <a:pt x="2233413" y="14842"/>
                </a:lnTo>
                <a:lnTo>
                  <a:pt x="2234295" y="15923"/>
                </a:lnTo>
                <a:lnTo>
                  <a:pt x="2235113" y="17057"/>
                </a:lnTo>
                <a:lnTo>
                  <a:pt x="2235868" y="18244"/>
                </a:lnTo>
                <a:lnTo>
                  <a:pt x="2236562" y="19463"/>
                </a:lnTo>
                <a:lnTo>
                  <a:pt x="2237195" y="20696"/>
                </a:lnTo>
                <a:lnTo>
                  <a:pt x="2237767" y="21943"/>
                </a:lnTo>
                <a:lnTo>
                  <a:pt x="2238280" y="23203"/>
                </a:lnTo>
                <a:lnTo>
                  <a:pt x="2238732" y="24476"/>
                </a:lnTo>
                <a:lnTo>
                  <a:pt x="2239124" y="25763"/>
                </a:lnTo>
                <a:lnTo>
                  <a:pt x="2239455" y="27063"/>
                </a:lnTo>
                <a:lnTo>
                  <a:pt x="2239727" y="28377"/>
                </a:lnTo>
                <a:lnTo>
                  <a:pt x="2239938" y="29704"/>
                </a:lnTo>
                <a:lnTo>
                  <a:pt x="2240088" y="31045"/>
                </a:lnTo>
                <a:lnTo>
                  <a:pt x="2240179" y="32399"/>
                </a:lnTo>
                <a:lnTo>
                  <a:pt x="2240209" y="33766"/>
                </a:lnTo>
                <a:lnTo>
                  <a:pt x="2240170" y="35304"/>
                </a:lnTo>
                <a:lnTo>
                  <a:pt x="2240054" y="36848"/>
                </a:lnTo>
                <a:lnTo>
                  <a:pt x="2239861" y="38399"/>
                </a:lnTo>
                <a:lnTo>
                  <a:pt x="2239590" y="39955"/>
                </a:lnTo>
                <a:lnTo>
                  <a:pt x="2239242" y="41517"/>
                </a:lnTo>
                <a:lnTo>
                  <a:pt x="2238817" y="43085"/>
                </a:lnTo>
                <a:lnTo>
                  <a:pt x="2238314" y="44660"/>
                </a:lnTo>
                <a:lnTo>
                  <a:pt x="2237734" y="46241"/>
                </a:lnTo>
                <a:lnTo>
                  <a:pt x="2237077" y="47827"/>
                </a:lnTo>
                <a:lnTo>
                  <a:pt x="2236342" y="49420"/>
                </a:lnTo>
                <a:lnTo>
                  <a:pt x="2235530" y="51019"/>
                </a:lnTo>
                <a:lnTo>
                  <a:pt x="2234641" y="52624"/>
                </a:lnTo>
                <a:lnTo>
                  <a:pt x="2233644" y="54270"/>
                </a:lnTo>
                <a:lnTo>
                  <a:pt x="2232511" y="55993"/>
                </a:lnTo>
                <a:lnTo>
                  <a:pt x="2231240" y="57791"/>
                </a:lnTo>
                <a:lnTo>
                  <a:pt x="2229833" y="59667"/>
                </a:lnTo>
                <a:lnTo>
                  <a:pt x="2228288" y="61619"/>
                </a:lnTo>
                <a:lnTo>
                  <a:pt x="2226607" y="63647"/>
                </a:lnTo>
                <a:lnTo>
                  <a:pt x="2224788" y="65751"/>
                </a:lnTo>
                <a:lnTo>
                  <a:pt x="2222833" y="67932"/>
                </a:lnTo>
                <a:lnTo>
                  <a:pt x="2220740" y="70189"/>
                </a:lnTo>
                <a:lnTo>
                  <a:pt x="2218511" y="72523"/>
                </a:lnTo>
                <a:lnTo>
                  <a:pt x="2216144" y="74933"/>
                </a:lnTo>
                <a:lnTo>
                  <a:pt x="2213641" y="77419"/>
                </a:lnTo>
                <a:lnTo>
                  <a:pt x="2203645" y="87311"/>
                </a:lnTo>
                <a:lnTo>
                  <a:pt x="2195227" y="95539"/>
                </a:lnTo>
                <a:lnTo>
                  <a:pt x="2193919" y="96878"/>
                </a:lnTo>
                <a:lnTo>
                  <a:pt x="2192653" y="98210"/>
                </a:lnTo>
                <a:lnTo>
                  <a:pt x="2191429" y="99534"/>
                </a:lnTo>
                <a:lnTo>
                  <a:pt x="2190249" y="100852"/>
                </a:lnTo>
                <a:lnTo>
                  <a:pt x="2189111" y="102161"/>
                </a:lnTo>
                <a:lnTo>
                  <a:pt x="2188015" y="103464"/>
                </a:lnTo>
                <a:lnTo>
                  <a:pt x="2186962" y="104759"/>
                </a:lnTo>
                <a:lnTo>
                  <a:pt x="2185952" y="106047"/>
                </a:lnTo>
                <a:lnTo>
                  <a:pt x="2184985" y="107327"/>
                </a:lnTo>
                <a:lnTo>
                  <a:pt x="2184060" y="108601"/>
                </a:lnTo>
                <a:lnTo>
                  <a:pt x="2183177" y="109867"/>
                </a:lnTo>
                <a:lnTo>
                  <a:pt x="2182338" y="111125"/>
                </a:lnTo>
                <a:lnTo>
                  <a:pt x="2181550" y="112400"/>
                </a:lnTo>
                <a:lnTo>
                  <a:pt x="2180823" y="113714"/>
                </a:lnTo>
                <a:lnTo>
                  <a:pt x="2180157" y="115069"/>
                </a:lnTo>
                <a:lnTo>
                  <a:pt x="2179551" y="116464"/>
                </a:lnTo>
                <a:lnTo>
                  <a:pt x="2179007" y="117900"/>
                </a:lnTo>
                <a:lnTo>
                  <a:pt x="2178523" y="119375"/>
                </a:lnTo>
                <a:lnTo>
                  <a:pt x="2178101" y="120890"/>
                </a:lnTo>
                <a:lnTo>
                  <a:pt x="2177739" y="122446"/>
                </a:lnTo>
                <a:lnTo>
                  <a:pt x="2177438" y="124042"/>
                </a:lnTo>
                <a:lnTo>
                  <a:pt x="2177198" y="125678"/>
                </a:lnTo>
                <a:lnTo>
                  <a:pt x="2177019" y="127354"/>
                </a:lnTo>
                <a:lnTo>
                  <a:pt x="2176901" y="129070"/>
                </a:lnTo>
                <a:lnTo>
                  <a:pt x="2242313" y="129070"/>
                </a:lnTo>
                <a:lnTo>
                  <a:pt x="2242313" y="144152"/>
                </a:lnTo>
                <a:close/>
                <a:moveTo>
                  <a:pt x="2355714" y="96540"/>
                </a:moveTo>
                <a:lnTo>
                  <a:pt x="2260489" y="144152"/>
                </a:lnTo>
                <a:lnTo>
                  <a:pt x="2260489" y="129007"/>
                </a:lnTo>
                <a:lnTo>
                  <a:pt x="2325638" y="96701"/>
                </a:lnTo>
                <a:lnTo>
                  <a:pt x="2260489" y="64127"/>
                </a:lnTo>
                <a:lnTo>
                  <a:pt x="2260489" y="48927"/>
                </a:lnTo>
                <a:lnTo>
                  <a:pt x="2355714" y="96540"/>
                </a:lnTo>
                <a:close/>
                <a:moveTo>
                  <a:pt x="2564452" y="140074"/>
                </a:moveTo>
                <a:lnTo>
                  <a:pt x="2562581" y="140856"/>
                </a:lnTo>
                <a:lnTo>
                  <a:pt x="2560799" y="141584"/>
                </a:lnTo>
                <a:lnTo>
                  <a:pt x="2559103" y="142257"/>
                </a:lnTo>
                <a:lnTo>
                  <a:pt x="2557496" y="142875"/>
                </a:lnTo>
                <a:lnTo>
                  <a:pt x="2555976" y="143438"/>
                </a:lnTo>
                <a:lnTo>
                  <a:pt x="2554544" y="143948"/>
                </a:lnTo>
                <a:lnTo>
                  <a:pt x="2553199" y="144402"/>
                </a:lnTo>
                <a:lnTo>
                  <a:pt x="2551942" y="144802"/>
                </a:lnTo>
                <a:lnTo>
                  <a:pt x="2550773" y="145147"/>
                </a:lnTo>
                <a:lnTo>
                  <a:pt x="2549692" y="145438"/>
                </a:lnTo>
                <a:lnTo>
                  <a:pt x="2548698" y="145674"/>
                </a:lnTo>
                <a:lnTo>
                  <a:pt x="2547792" y="145856"/>
                </a:lnTo>
                <a:lnTo>
                  <a:pt x="2546932" y="146004"/>
                </a:lnTo>
                <a:lnTo>
                  <a:pt x="2546077" y="146139"/>
                </a:lnTo>
                <a:lnTo>
                  <a:pt x="2545227" y="146261"/>
                </a:lnTo>
                <a:lnTo>
                  <a:pt x="2544382" y="146371"/>
                </a:lnTo>
                <a:lnTo>
                  <a:pt x="2543542" y="146467"/>
                </a:lnTo>
                <a:lnTo>
                  <a:pt x="2542707" y="146551"/>
                </a:lnTo>
                <a:lnTo>
                  <a:pt x="2541876" y="146621"/>
                </a:lnTo>
                <a:lnTo>
                  <a:pt x="2541050" y="146679"/>
                </a:lnTo>
                <a:lnTo>
                  <a:pt x="2540229" y="146724"/>
                </a:lnTo>
                <a:lnTo>
                  <a:pt x="2539413" y="146756"/>
                </a:lnTo>
                <a:lnTo>
                  <a:pt x="2538602" y="146776"/>
                </a:lnTo>
                <a:lnTo>
                  <a:pt x="2537796" y="146782"/>
                </a:lnTo>
                <a:lnTo>
                  <a:pt x="2536099" y="146755"/>
                </a:lnTo>
                <a:lnTo>
                  <a:pt x="2534425" y="146673"/>
                </a:lnTo>
                <a:lnTo>
                  <a:pt x="2532776" y="146536"/>
                </a:lnTo>
                <a:lnTo>
                  <a:pt x="2531152" y="146344"/>
                </a:lnTo>
                <a:lnTo>
                  <a:pt x="2529552" y="146097"/>
                </a:lnTo>
                <a:lnTo>
                  <a:pt x="2527976" y="145796"/>
                </a:lnTo>
                <a:lnTo>
                  <a:pt x="2526424" y="145440"/>
                </a:lnTo>
                <a:lnTo>
                  <a:pt x="2524897" y="145029"/>
                </a:lnTo>
                <a:lnTo>
                  <a:pt x="2523394" y="144563"/>
                </a:lnTo>
                <a:lnTo>
                  <a:pt x="2521916" y="144042"/>
                </a:lnTo>
                <a:lnTo>
                  <a:pt x="2520462" y="143467"/>
                </a:lnTo>
                <a:lnTo>
                  <a:pt x="2519032" y="142836"/>
                </a:lnTo>
                <a:lnTo>
                  <a:pt x="2517643" y="142153"/>
                </a:lnTo>
                <a:lnTo>
                  <a:pt x="2516313" y="141416"/>
                </a:lnTo>
                <a:lnTo>
                  <a:pt x="2515040" y="140628"/>
                </a:lnTo>
                <a:lnTo>
                  <a:pt x="2513825" y="139787"/>
                </a:lnTo>
                <a:lnTo>
                  <a:pt x="2512667" y="138894"/>
                </a:lnTo>
                <a:lnTo>
                  <a:pt x="2511568" y="137948"/>
                </a:lnTo>
                <a:lnTo>
                  <a:pt x="2510526" y="136950"/>
                </a:lnTo>
                <a:lnTo>
                  <a:pt x="2509543" y="135900"/>
                </a:lnTo>
                <a:lnTo>
                  <a:pt x="2508617" y="134797"/>
                </a:lnTo>
                <a:lnTo>
                  <a:pt x="2507749" y="133642"/>
                </a:lnTo>
                <a:lnTo>
                  <a:pt x="2506939" y="132434"/>
                </a:lnTo>
                <a:lnTo>
                  <a:pt x="2506186" y="131175"/>
                </a:lnTo>
                <a:lnTo>
                  <a:pt x="2505493" y="129830"/>
                </a:lnTo>
                <a:lnTo>
                  <a:pt x="2504860" y="128369"/>
                </a:lnTo>
                <a:lnTo>
                  <a:pt x="2504287" y="126790"/>
                </a:lnTo>
                <a:lnTo>
                  <a:pt x="2503775" y="125095"/>
                </a:lnTo>
                <a:lnTo>
                  <a:pt x="2503323" y="123283"/>
                </a:lnTo>
                <a:lnTo>
                  <a:pt x="2502931" y="121354"/>
                </a:lnTo>
                <a:lnTo>
                  <a:pt x="2502600" y="119308"/>
                </a:lnTo>
                <a:lnTo>
                  <a:pt x="2502328" y="117145"/>
                </a:lnTo>
                <a:lnTo>
                  <a:pt x="2502117" y="114865"/>
                </a:lnTo>
                <a:lnTo>
                  <a:pt x="2501967" y="112469"/>
                </a:lnTo>
                <a:lnTo>
                  <a:pt x="2501876" y="109955"/>
                </a:lnTo>
                <a:lnTo>
                  <a:pt x="2501846" y="107325"/>
                </a:lnTo>
                <a:lnTo>
                  <a:pt x="2501846" y="67867"/>
                </a:lnTo>
                <a:lnTo>
                  <a:pt x="2477382" y="67867"/>
                </a:lnTo>
                <a:lnTo>
                  <a:pt x="2477382" y="54188"/>
                </a:lnTo>
                <a:lnTo>
                  <a:pt x="2501846" y="54188"/>
                </a:lnTo>
                <a:lnTo>
                  <a:pt x="2501846" y="14731"/>
                </a:lnTo>
                <a:lnTo>
                  <a:pt x="2518155" y="14731"/>
                </a:lnTo>
                <a:lnTo>
                  <a:pt x="2518155" y="54188"/>
                </a:lnTo>
                <a:lnTo>
                  <a:pt x="2561734" y="54188"/>
                </a:lnTo>
                <a:lnTo>
                  <a:pt x="2561734" y="67867"/>
                </a:lnTo>
                <a:lnTo>
                  <a:pt x="2518155" y="67867"/>
                </a:lnTo>
                <a:lnTo>
                  <a:pt x="2518155" y="107010"/>
                </a:lnTo>
                <a:lnTo>
                  <a:pt x="2518175" y="108931"/>
                </a:lnTo>
                <a:lnTo>
                  <a:pt x="2518233" y="110756"/>
                </a:lnTo>
                <a:lnTo>
                  <a:pt x="2518330" y="112485"/>
                </a:lnTo>
                <a:lnTo>
                  <a:pt x="2518467" y="114117"/>
                </a:lnTo>
                <a:lnTo>
                  <a:pt x="2518642" y="115652"/>
                </a:lnTo>
                <a:lnTo>
                  <a:pt x="2518857" y="117090"/>
                </a:lnTo>
                <a:lnTo>
                  <a:pt x="2519110" y="118432"/>
                </a:lnTo>
                <a:lnTo>
                  <a:pt x="2519402" y="119677"/>
                </a:lnTo>
                <a:lnTo>
                  <a:pt x="2519733" y="120826"/>
                </a:lnTo>
                <a:lnTo>
                  <a:pt x="2520104" y="121878"/>
                </a:lnTo>
                <a:lnTo>
                  <a:pt x="2520513" y="122833"/>
                </a:lnTo>
                <a:lnTo>
                  <a:pt x="2520961" y="123691"/>
                </a:lnTo>
                <a:lnTo>
                  <a:pt x="2521442" y="124483"/>
                </a:lnTo>
                <a:lnTo>
                  <a:pt x="2521949" y="125239"/>
                </a:lnTo>
                <a:lnTo>
                  <a:pt x="2522482" y="125959"/>
                </a:lnTo>
                <a:lnTo>
                  <a:pt x="2523041" y="126643"/>
                </a:lnTo>
                <a:lnTo>
                  <a:pt x="2523627" y="127292"/>
                </a:lnTo>
                <a:lnTo>
                  <a:pt x="2524238" y="127904"/>
                </a:lnTo>
                <a:lnTo>
                  <a:pt x="2524876" y="128481"/>
                </a:lnTo>
                <a:lnTo>
                  <a:pt x="2525540" y="129022"/>
                </a:lnTo>
                <a:lnTo>
                  <a:pt x="2526230" y="129527"/>
                </a:lnTo>
                <a:lnTo>
                  <a:pt x="2526947" y="129996"/>
                </a:lnTo>
                <a:lnTo>
                  <a:pt x="2527689" y="130429"/>
                </a:lnTo>
                <a:lnTo>
                  <a:pt x="2528458" y="130827"/>
                </a:lnTo>
                <a:lnTo>
                  <a:pt x="2529252" y="131190"/>
                </a:lnTo>
                <a:lnTo>
                  <a:pt x="2530069" y="131522"/>
                </a:lnTo>
                <a:lnTo>
                  <a:pt x="2530910" y="131823"/>
                </a:lnTo>
                <a:lnTo>
                  <a:pt x="2531775" y="132092"/>
                </a:lnTo>
                <a:lnTo>
                  <a:pt x="2532664" y="132329"/>
                </a:lnTo>
                <a:lnTo>
                  <a:pt x="2533576" y="132534"/>
                </a:lnTo>
                <a:lnTo>
                  <a:pt x="2534513" y="132708"/>
                </a:lnTo>
                <a:lnTo>
                  <a:pt x="2535473" y="132851"/>
                </a:lnTo>
                <a:lnTo>
                  <a:pt x="2536456" y="132961"/>
                </a:lnTo>
                <a:lnTo>
                  <a:pt x="2537464" y="133040"/>
                </a:lnTo>
                <a:lnTo>
                  <a:pt x="2538495" y="133088"/>
                </a:lnTo>
                <a:lnTo>
                  <a:pt x="2539550" y="133104"/>
                </a:lnTo>
                <a:lnTo>
                  <a:pt x="2541531" y="133052"/>
                </a:lnTo>
                <a:lnTo>
                  <a:pt x="2543530" y="132897"/>
                </a:lnTo>
                <a:lnTo>
                  <a:pt x="2545545" y="132638"/>
                </a:lnTo>
                <a:lnTo>
                  <a:pt x="2547578" y="132277"/>
                </a:lnTo>
                <a:lnTo>
                  <a:pt x="2549627" y="131812"/>
                </a:lnTo>
                <a:lnTo>
                  <a:pt x="2551694" y="131243"/>
                </a:lnTo>
                <a:lnTo>
                  <a:pt x="2553778" y="130571"/>
                </a:lnTo>
                <a:lnTo>
                  <a:pt x="2555879" y="129796"/>
                </a:lnTo>
                <a:lnTo>
                  <a:pt x="2557996" y="128917"/>
                </a:lnTo>
                <a:lnTo>
                  <a:pt x="2560131" y="127935"/>
                </a:lnTo>
                <a:lnTo>
                  <a:pt x="2562283" y="126850"/>
                </a:lnTo>
                <a:lnTo>
                  <a:pt x="2564452" y="125661"/>
                </a:lnTo>
                <a:lnTo>
                  <a:pt x="2564452" y="140074"/>
                </a:lnTo>
                <a:close/>
                <a:moveTo>
                  <a:pt x="2630240" y="146782"/>
                </a:moveTo>
                <a:lnTo>
                  <a:pt x="2626791" y="146680"/>
                </a:lnTo>
                <a:lnTo>
                  <a:pt x="2623459" y="146375"/>
                </a:lnTo>
                <a:lnTo>
                  <a:pt x="2620244" y="145865"/>
                </a:lnTo>
                <a:lnTo>
                  <a:pt x="2617146" y="145152"/>
                </a:lnTo>
                <a:lnTo>
                  <a:pt x="2614165" y="144235"/>
                </a:lnTo>
                <a:lnTo>
                  <a:pt x="2611301" y="143114"/>
                </a:lnTo>
                <a:lnTo>
                  <a:pt x="2608553" y="141789"/>
                </a:lnTo>
                <a:lnTo>
                  <a:pt x="2605923" y="140261"/>
                </a:lnTo>
                <a:lnTo>
                  <a:pt x="2603409" y="138528"/>
                </a:lnTo>
                <a:lnTo>
                  <a:pt x="2601012" y="136592"/>
                </a:lnTo>
                <a:lnTo>
                  <a:pt x="2598733" y="134453"/>
                </a:lnTo>
                <a:lnTo>
                  <a:pt x="2596570" y="132109"/>
                </a:lnTo>
                <a:lnTo>
                  <a:pt x="2594553" y="129610"/>
                </a:lnTo>
                <a:lnTo>
                  <a:pt x="2592712" y="127004"/>
                </a:lnTo>
                <a:lnTo>
                  <a:pt x="2591046" y="124292"/>
                </a:lnTo>
                <a:lnTo>
                  <a:pt x="2589555" y="121473"/>
                </a:lnTo>
                <a:lnTo>
                  <a:pt x="2588240" y="118548"/>
                </a:lnTo>
                <a:lnTo>
                  <a:pt x="2587100" y="115517"/>
                </a:lnTo>
                <a:lnTo>
                  <a:pt x="2586135" y="112379"/>
                </a:lnTo>
                <a:lnTo>
                  <a:pt x="2585346" y="109135"/>
                </a:lnTo>
                <a:lnTo>
                  <a:pt x="2584733" y="105784"/>
                </a:lnTo>
                <a:lnTo>
                  <a:pt x="2584294" y="102327"/>
                </a:lnTo>
                <a:lnTo>
                  <a:pt x="2584031" y="98763"/>
                </a:lnTo>
                <a:lnTo>
                  <a:pt x="2583943" y="95093"/>
                </a:lnTo>
                <a:lnTo>
                  <a:pt x="2584031" y="91423"/>
                </a:lnTo>
                <a:lnTo>
                  <a:pt x="2584294" y="87860"/>
                </a:lnTo>
                <a:lnTo>
                  <a:pt x="2584733" y="84405"/>
                </a:lnTo>
                <a:lnTo>
                  <a:pt x="2585346" y="81056"/>
                </a:lnTo>
                <a:lnTo>
                  <a:pt x="2586135" y="77815"/>
                </a:lnTo>
                <a:lnTo>
                  <a:pt x="2587100" y="74680"/>
                </a:lnTo>
                <a:lnTo>
                  <a:pt x="2588240" y="71653"/>
                </a:lnTo>
                <a:lnTo>
                  <a:pt x="2589555" y="68733"/>
                </a:lnTo>
                <a:lnTo>
                  <a:pt x="2591046" y="65920"/>
                </a:lnTo>
                <a:lnTo>
                  <a:pt x="2592712" y="63214"/>
                </a:lnTo>
                <a:lnTo>
                  <a:pt x="2594553" y="60615"/>
                </a:lnTo>
                <a:lnTo>
                  <a:pt x="2596570" y="58123"/>
                </a:lnTo>
                <a:lnTo>
                  <a:pt x="2598733" y="55786"/>
                </a:lnTo>
                <a:lnTo>
                  <a:pt x="2601012" y="53652"/>
                </a:lnTo>
                <a:lnTo>
                  <a:pt x="2603409" y="51722"/>
                </a:lnTo>
                <a:lnTo>
                  <a:pt x="2605923" y="49994"/>
                </a:lnTo>
                <a:lnTo>
                  <a:pt x="2608553" y="48470"/>
                </a:lnTo>
                <a:lnTo>
                  <a:pt x="2611301" y="47149"/>
                </a:lnTo>
                <a:lnTo>
                  <a:pt x="2614165" y="46031"/>
                </a:lnTo>
                <a:lnTo>
                  <a:pt x="2617146" y="45117"/>
                </a:lnTo>
                <a:lnTo>
                  <a:pt x="2620244" y="44406"/>
                </a:lnTo>
                <a:lnTo>
                  <a:pt x="2623459" y="43897"/>
                </a:lnTo>
                <a:lnTo>
                  <a:pt x="2626791" y="43593"/>
                </a:lnTo>
                <a:lnTo>
                  <a:pt x="2630240" y="43491"/>
                </a:lnTo>
                <a:lnTo>
                  <a:pt x="2633675" y="43593"/>
                </a:lnTo>
                <a:lnTo>
                  <a:pt x="2636994" y="43897"/>
                </a:lnTo>
                <a:lnTo>
                  <a:pt x="2640198" y="44406"/>
                </a:lnTo>
                <a:lnTo>
                  <a:pt x="2643286" y="45117"/>
                </a:lnTo>
                <a:lnTo>
                  <a:pt x="2646258" y="46031"/>
                </a:lnTo>
                <a:lnTo>
                  <a:pt x="2649114" y="47149"/>
                </a:lnTo>
                <a:lnTo>
                  <a:pt x="2651855" y="48470"/>
                </a:lnTo>
                <a:lnTo>
                  <a:pt x="2654480" y="49994"/>
                </a:lnTo>
                <a:lnTo>
                  <a:pt x="2656989" y="51722"/>
                </a:lnTo>
                <a:lnTo>
                  <a:pt x="2659383" y="53652"/>
                </a:lnTo>
                <a:lnTo>
                  <a:pt x="2661661" y="55786"/>
                </a:lnTo>
                <a:lnTo>
                  <a:pt x="2663823" y="58123"/>
                </a:lnTo>
                <a:lnTo>
                  <a:pt x="2665840" y="60615"/>
                </a:lnTo>
                <a:lnTo>
                  <a:pt x="2667681" y="63214"/>
                </a:lnTo>
                <a:lnTo>
                  <a:pt x="2669347" y="65920"/>
                </a:lnTo>
                <a:lnTo>
                  <a:pt x="2670838" y="68733"/>
                </a:lnTo>
                <a:lnTo>
                  <a:pt x="2672153" y="71653"/>
                </a:lnTo>
                <a:lnTo>
                  <a:pt x="2673293" y="74680"/>
                </a:lnTo>
                <a:lnTo>
                  <a:pt x="2674257" y="77815"/>
                </a:lnTo>
                <a:lnTo>
                  <a:pt x="2675047" y="81056"/>
                </a:lnTo>
                <a:lnTo>
                  <a:pt x="2675660" y="84405"/>
                </a:lnTo>
                <a:lnTo>
                  <a:pt x="2676099" y="87860"/>
                </a:lnTo>
                <a:lnTo>
                  <a:pt x="2676362" y="91423"/>
                </a:lnTo>
                <a:lnTo>
                  <a:pt x="2676450" y="95093"/>
                </a:lnTo>
                <a:lnTo>
                  <a:pt x="2676362" y="98763"/>
                </a:lnTo>
                <a:lnTo>
                  <a:pt x="2676099" y="102327"/>
                </a:lnTo>
                <a:lnTo>
                  <a:pt x="2675660" y="105784"/>
                </a:lnTo>
                <a:lnTo>
                  <a:pt x="2675047" y="109135"/>
                </a:lnTo>
                <a:lnTo>
                  <a:pt x="2674257" y="112379"/>
                </a:lnTo>
                <a:lnTo>
                  <a:pt x="2673293" y="115517"/>
                </a:lnTo>
                <a:lnTo>
                  <a:pt x="2672153" y="118548"/>
                </a:lnTo>
                <a:lnTo>
                  <a:pt x="2670838" y="121473"/>
                </a:lnTo>
                <a:lnTo>
                  <a:pt x="2669347" y="124292"/>
                </a:lnTo>
                <a:lnTo>
                  <a:pt x="2667681" y="127004"/>
                </a:lnTo>
                <a:lnTo>
                  <a:pt x="2665840" y="129610"/>
                </a:lnTo>
                <a:lnTo>
                  <a:pt x="2663823" y="132109"/>
                </a:lnTo>
                <a:lnTo>
                  <a:pt x="2661661" y="134453"/>
                </a:lnTo>
                <a:lnTo>
                  <a:pt x="2659383" y="136592"/>
                </a:lnTo>
                <a:lnTo>
                  <a:pt x="2656989" y="138528"/>
                </a:lnTo>
                <a:lnTo>
                  <a:pt x="2654480" y="140261"/>
                </a:lnTo>
                <a:lnTo>
                  <a:pt x="2651855" y="141789"/>
                </a:lnTo>
                <a:lnTo>
                  <a:pt x="2649114" y="143114"/>
                </a:lnTo>
                <a:lnTo>
                  <a:pt x="2646258" y="144235"/>
                </a:lnTo>
                <a:lnTo>
                  <a:pt x="2643286" y="145152"/>
                </a:lnTo>
                <a:lnTo>
                  <a:pt x="2640198" y="145865"/>
                </a:lnTo>
                <a:lnTo>
                  <a:pt x="2636994" y="146375"/>
                </a:lnTo>
                <a:lnTo>
                  <a:pt x="2633675" y="146680"/>
                </a:lnTo>
                <a:lnTo>
                  <a:pt x="2630240" y="146782"/>
                </a:lnTo>
                <a:moveTo>
                  <a:pt x="2630240" y="133104"/>
                </a:moveTo>
                <a:lnTo>
                  <a:pt x="2632381" y="133033"/>
                </a:lnTo>
                <a:lnTo>
                  <a:pt x="2634447" y="132822"/>
                </a:lnTo>
                <a:lnTo>
                  <a:pt x="2636438" y="132470"/>
                </a:lnTo>
                <a:lnTo>
                  <a:pt x="2638356" y="131977"/>
                </a:lnTo>
                <a:lnTo>
                  <a:pt x="2640199" y="131344"/>
                </a:lnTo>
                <a:lnTo>
                  <a:pt x="2641968" y="130570"/>
                </a:lnTo>
                <a:lnTo>
                  <a:pt x="2643663" y="129655"/>
                </a:lnTo>
                <a:lnTo>
                  <a:pt x="2645283" y="128599"/>
                </a:lnTo>
                <a:lnTo>
                  <a:pt x="2646829" y="127402"/>
                </a:lnTo>
                <a:lnTo>
                  <a:pt x="2648301" y="126065"/>
                </a:lnTo>
                <a:lnTo>
                  <a:pt x="2649698" y="124587"/>
                </a:lnTo>
                <a:lnTo>
                  <a:pt x="2651021" y="122968"/>
                </a:lnTo>
                <a:lnTo>
                  <a:pt x="2652254" y="121226"/>
                </a:lnTo>
                <a:lnTo>
                  <a:pt x="2653379" y="119378"/>
                </a:lnTo>
                <a:lnTo>
                  <a:pt x="2654397" y="117425"/>
                </a:lnTo>
                <a:lnTo>
                  <a:pt x="2655308" y="115366"/>
                </a:lnTo>
                <a:lnTo>
                  <a:pt x="2656112" y="113201"/>
                </a:lnTo>
                <a:lnTo>
                  <a:pt x="2656808" y="110931"/>
                </a:lnTo>
                <a:lnTo>
                  <a:pt x="2657398" y="108556"/>
                </a:lnTo>
                <a:lnTo>
                  <a:pt x="2657880" y="106074"/>
                </a:lnTo>
                <a:lnTo>
                  <a:pt x="2658255" y="103487"/>
                </a:lnTo>
                <a:lnTo>
                  <a:pt x="2658523" y="100795"/>
                </a:lnTo>
                <a:lnTo>
                  <a:pt x="2658684" y="97997"/>
                </a:lnTo>
                <a:lnTo>
                  <a:pt x="2658737" y="95093"/>
                </a:lnTo>
                <a:lnTo>
                  <a:pt x="2658684" y="92203"/>
                </a:lnTo>
                <a:lnTo>
                  <a:pt x="2658523" y="89418"/>
                </a:lnTo>
                <a:lnTo>
                  <a:pt x="2658255" y="86737"/>
                </a:lnTo>
                <a:lnTo>
                  <a:pt x="2657880" y="84160"/>
                </a:lnTo>
                <a:lnTo>
                  <a:pt x="2657398" y="81688"/>
                </a:lnTo>
                <a:lnTo>
                  <a:pt x="2656808" y="79320"/>
                </a:lnTo>
                <a:lnTo>
                  <a:pt x="2656112" y="77057"/>
                </a:lnTo>
                <a:lnTo>
                  <a:pt x="2655308" y="74898"/>
                </a:lnTo>
                <a:lnTo>
                  <a:pt x="2654397" y="72843"/>
                </a:lnTo>
                <a:lnTo>
                  <a:pt x="2653379" y="70893"/>
                </a:lnTo>
                <a:lnTo>
                  <a:pt x="2652254" y="69047"/>
                </a:lnTo>
                <a:lnTo>
                  <a:pt x="2651021" y="67305"/>
                </a:lnTo>
                <a:lnTo>
                  <a:pt x="2649698" y="65686"/>
                </a:lnTo>
                <a:lnTo>
                  <a:pt x="2648301" y="64208"/>
                </a:lnTo>
                <a:lnTo>
                  <a:pt x="2646829" y="62871"/>
                </a:lnTo>
                <a:lnTo>
                  <a:pt x="2645283" y="61674"/>
                </a:lnTo>
                <a:lnTo>
                  <a:pt x="2643663" y="60619"/>
                </a:lnTo>
                <a:lnTo>
                  <a:pt x="2641968" y="59704"/>
                </a:lnTo>
                <a:lnTo>
                  <a:pt x="2640199" y="58929"/>
                </a:lnTo>
                <a:lnTo>
                  <a:pt x="2638356" y="58296"/>
                </a:lnTo>
                <a:lnTo>
                  <a:pt x="2636438" y="57803"/>
                </a:lnTo>
                <a:lnTo>
                  <a:pt x="2634447" y="57451"/>
                </a:lnTo>
                <a:lnTo>
                  <a:pt x="2632381" y="57240"/>
                </a:lnTo>
                <a:lnTo>
                  <a:pt x="2630240" y="57170"/>
                </a:lnTo>
                <a:lnTo>
                  <a:pt x="2628086" y="57240"/>
                </a:lnTo>
                <a:lnTo>
                  <a:pt x="2626007" y="57451"/>
                </a:lnTo>
                <a:lnTo>
                  <a:pt x="2624004" y="57803"/>
                </a:lnTo>
                <a:lnTo>
                  <a:pt x="2622076" y="58296"/>
                </a:lnTo>
                <a:lnTo>
                  <a:pt x="2620224" y="58929"/>
                </a:lnTo>
                <a:lnTo>
                  <a:pt x="2618447" y="59704"/>
                </a:lnTo>
                <a:lnTo>
                  <a:pt x="2616746" y="60619"/>
                </a:lnTo>
                <a:lnTo>
                  <a:pt x="2615120" y="61674"/>
                </a:lnTo>
                <a:lnTo>
                  <a:pt x="2613569" y="62871"/>
                </a:lnTo>
                <a:lnTo>
                  <a:pt x="2612095" y="64208"/>
                </a:lnTo>
                <a:lnTo>
                  <a:pt x="2610695" y="65686"/>
                </a:lnTo>
                <a:lnTo>
                  <a:pt x="2609372" y="67305"/>
                </a:lnTo>
                <a:lnTo>
                  <a:pt x="2608139" y="69047"/>
                </a:lnTo>
                <a:lnTo>
                  <a:pt x="2607014" y="70893"/>
                </a:lnTo>
                <a:lnTo>
                  <a:pt x="2605996" y="72843"/>
                </a:lnTo>
                <a:lnTo>
                  <a:pt x="2605085" y="74898"/>
                </a:lnTo>
                <a:lnTo>
                  <a:pt x="2604281" y="77057"/>
                </a:lnTo>
                <a:lnTo>
                  <a:pt x="2603585" y="79320"/>
                </a:lnTo>
                <a:lnTo>
                  <a:pt x="2602995" y="81688"/>
                </a:lnTo>
                <a:lnTo>
                  <a:pt x="2602513" y="84160"/>
                </a:lnTo>
                <a:lnTo>
                  <a:pt x="2602138" y="86737"/>
                </a:lnTo>
                <a:lnTo>
                  <a:pt x="2601870" y="89418"/>
                </a:lnTo>
                <a:lnTo>
                  <a:pt x="2601709" y="92203"/>
                </a:lnTo>
                <a:lnTo>
                  <a:pt x="2601655" y="95093"/>
                </a:lnTo>
                <a:lnTo>
                  <a:pt x="2601709" y="97997"/>
                </a:lnTo>
                <a:lnTo>
                  <a:pt x="2601870" y="100795"/>
                </a:lnTo>
                <a:lnTo>
                  <a:pt x="2602138" y="103487"/>
                </a:lnTo>
                <a:lnTo>
                  <a:pt x="2602513" y="106074"/>
                </a:lnTo>
                <a:lnTo>
                  <a:pt x="2602995" y="108556"/>
                </a:lnTo>
                <a:lnTo>
                  <a:pt x="2603585" y="110931"/>
                </a:lnTo>
                <a:lnTo>
                  <a:pt x="2604281" y="113201"/>
                </a:lnTo>
                <a:lnTo>
                  <a:pt x="2605085" y="115366"/>
                </a:lnTo>
                <a:lnTo>
                  <a:pt x="2605996" y="117425"/>
                </a:lnTo>
                <a:lnTo>
                  <a:pt x="2607014" y="119378"/>
                </a:lnTo>
                <a:lnTo>
                  <a:pt x="2608139" y="121226"/>
                </a:lnTo>
                <a:lnTo>
                  <a:pt x="2609372" y="122968"/>
                </a:lnTo>
                <a:lnTo>
                  <a:pt x="2610695" y="124587"/>
                </a:lnTo>
                <a:lnTo>
                  <a:pt x="2612095" y="126065"/>
                </a:lnTo>
                <a:lnTo>
                  <a:pt x="2613569" y="127402"/>
                </a:lnTo>
                <a:lnTo>
                  <a:pt x="2615120" y="128599"/>
                </a:lnTo>
                <a:lnTo>
                  <a:pt x="2616746" y="129655"/>
                </a:lnTo>
                <a:lnTo>
                  <a:pt x="2618447" y="130570"/>
                </a:lnTo>
                <a:lnTo>
                  <a:pt x="2620224" y="131344"/>
                </a:lnTo>
                <a:lnTo>
                  <a:pt x="2622076" y="131977"/>
                </a:lnTo>
                <a:lnTo>
                  <a:pt x="2624004" y="132470"/>
                </a:lnTo>
                <a:lnTo>
                  <a:pt x="2626007" y="132822"/>
                </a:lnTo>
                <a:lnTo>
                  <a:pt x="2628086" y="133033"/>
                </a:lnTo>
                <a:lnTo>
                  <a:pt x="2630240" y="133104"/>
                </a:lnTo>
                <a:close/>
                <a:moveTo>
                  <a:pt x="2886503" y="140074"/>
                </a:moveTo>
                <a:lnTo>
                  <a:pt x="2884633" y="140856"/>
                </a:lnTo>
                <a:lnTo>
                  <a:pt x="2882850" y="141584"/>
                </a:lnTo>
                <a:lnTo>
                  <a:pt x="2881155" y="142257"/>
                </a:lnTo>
                <a:lnTo>
                  <a:pt x="2879547" y="142875"/>
                </a:lnTo>
                <a:lnTo>
                  <a:pt x="2878027" y="143438"/>
                </a:lnTo>
                <a:lnTo>
                  <a:pt x="2876595" y="143948"/>
                </a:lnTo>
                <a:lnTo>
                  <a:pt x="2875251" y="144402"/>
                </a:lnTo>
                <a:lnTo>
                  <a:pt x="2873994" y="144802"/>
                </a:lnTo>
                <a:lnTo>
                  <a:pt x="2872825" y="145147"/>
                </a:lnTo>
                <a:lnTo>
                  <a:pt x="2871743" y="145438"/>
                </a:lnTo>
                <a:lnTo>
                  <a:pt x="2870750" y="145674"/>
                </a:lnTo>
                <a:lnTo>
                  <a:pt x="2869844" y="145856"/>
                </a:lnTo>
                <a:lnTo>
                  <a:pt x="2868984" y="146004"/>
                </a:lnTo>
                <a:lnTo>
                  <a:pt x="2868129" y="146139"/>
                </a:lnTo>
                <a:lnTo>
                  <a:pt x="2867279" y="146261"/>
                </a:lnTo>
                <a:lnTo>
                  <a:pt x="2866434" y="146371"/>
                </a:lnTo>
                <a:lnTo>
                  <a:pt x="2865593" y="146467"/>
                </a:lnTo>
                <a:lnTo>
                  <a:pt x="2864758" y="146551"/>
                </a:lnTo>
                <a:lnTo>
                  <a:pt x="2863927" y="146621"/>
                </a:lnTo>
                <a:lnTo>
                  <a:pt x="2863102" y="146679"/>
                </a:lnTo>
                <a:lnTo>
                  <a:pt x="2862281" y="146724"/>
                </a:lnTo>
                <a:lnTo>
                  <a:pt x="2861465" y="146756"/>
                </a:lnTo>
                <a:lnTo>
                  <a:pt x="2860654" y="146776"/>
                </a:lnTo>
                <a:lnTo>
                  <a:pt x="2859848" y="146782"/>
                </a:lnTo>
                <a:lnTo>
                  <a:pt x="2858150" y="146755"/>
                </a:lnTo>
                <a:lnTo>
                  <a:pt x="2856477" y="146673"/>
                </a:lnTo>
                <a:lnTo>
                  <a:pt x="2854828" y="146536"/>
                </a:lnTo>
                <a:lnTo>
                  <a:pt x="2853203" y="146344"/>
                </a:lnTo>
                <a:lnTo>
                  <a:pt x="2851603" y="146097"/>
                </a:lnTo>
                <a:lnTo>
                  <a:pt x="2850027" y="145796"/>
                </a:lnTo>
                <a:lnTo>
                  <a:pt x="2848476" y="145440"/>
                </a:lnTo>
                <a:lnTo>
                  <a:pt x="2846948" y="145029"/>
                </a:lnTo>
                <a:lnTo>
                  <a:pt x="2845446" y="144563"/>
                </a:lnTo>
                <a:lnTo>
                  <a:pt x="2843967" y="144042"/>
                </a:lnTo>
                <a:lnTo>
                  <a:pt x="2842513" y="143467"/>
                </a:lnTo>
                <a:lnTo>
                  <a:pt x="2841083" y="142836"/>
                </a:lnTo>
                <a:lnTo>
                  <a:pt x="2839695" y="142153"/>
                </a:lnTo>
                <a:lnTo>
                  <a:pt x="2838364" y="141416"/>
                </a:lnTo>
                <a:lnTo>
                  <a:pt x="2837091" y="140628"/>
                </a:lnTo>
                <a:lnTo>
                  <a:pt x="2835876" y="139787"/>
                </a:lnTo>
                <a:lnTo>
                  <a:pt x="2834719" y="138894"/>
                </a:lnTo>
                <a:lnTo>
                  <a:pt x="2833619" y="137948"/>
                </a:lnTo>
                <a:lnTo>
                  <a:pt x="2832578" y="136950"/>
                </a:lnTo>
                <a:lnTo>
                  <a:pt x="2831594" y="135900"/>
                </a:lnTo>
                <a:lnTo>
                  <a:pt x="2830668" y="134797"/>
                </a:lnTo>
                <a:lnTo>
                  <a:pt x="2829800" y="133642"/>
                </a:lnTo>
                <a:lnTo>
                  <a:pt x="2828990" y="132434"/>
                </a:lnTo>
                <a:lnTo>
                  <a:pt x="2828238" y="131175"/>
                </a:lnTo>
                <a:lnTo>
                  <a:pt x="2827544" y="129830"/>
                </a:lnTo>
                <a:lnTo>
                  <a:pt x="2826911" y="128369"/>
                </a:lnTo>
                <a:lnTo>
                  <a:pt x="2826339" y="126790"/>
                </a:lnTo>
                <a:lnTo>
                  <a:pt x="2825826" y="125095"/>
                </a:lnTo>
                <a:lnTo>
                  <a:pt x="2825374" y="123283"/>
                </a:lnTo>
                <a:lnTo>
                  <a:pt x="2824982" y="121354"/>
                </a:lnTo>
                <a:lnTo>
                  <a:pt x="2824651" y="119308"/>
                </a:lnTo>
                <a:lnTo>
                  <a:pt x="2824380" y="117145"/>
                </a:lnTo>
                <a:lnTo>
                  <a:pt x="2824169" y="114865"/>
                </a:lnTo>
                <a:lnTo>
                  <a:pt x="2824018" y="112469"/>
                </a:lnTo>
                <a:lnTo>
                  <a:pt x="2823928" y="109955"/>
                </a:lnTo>
                <a:lnTo>
                  <a:pt x="2823897" y="107325"/>
                </a:lnTo>
                <a:lnTo>
                  <a:pt x="2823897" y="67867"/>
                </a:lnTo>
                <a:lnTo>
                  <a:pt x="2799434" y="67867"/>
                </a:lnTo>
                <a:lnTo>
                  <a:pt x="2799434" y="54188"/>
                </a:lnTo>
                <a:lnTo>
                  <a:pt x="2823897" y="54188"/>
                </a:lnTo>
                <a:lnTo>
                  <a:pt x="2823897" y="14731"/>
                </a:lnTo>
                <a:lnTo>
                  <a:pt x="2840207" y="14731"/>
                </a:lnTo>
                <a:lnTo>
                  <a:pt x="2840207" y="54188"/>
                </a:lnTo>
                <a:lnTo>
                  <a:pt x="2883785" y="54188"/>
                </a:lnTo>
                <a:lnTo>
                  <a:pt x="2883785" y="67867"/>
                </a:lnTo>
                <a:lnTo>
                  <a:pt x="2840207" y="67867"/>
                </a:lnTo>
                <a:lnTo>
                  <a:pt x="2840207" y="107010"/>
                </a:lnTo>
                <a:lnTo>
                  <a:pt x="2840226" y="108931"/>
                </a:lnTo>
                <a:lnTo>
                  <a:pt x="2840284" y="110756"/>
                </a:lnTo>
                <a:lnTo>
                  <a:pt x="2840382" y="112485"/>
                </a:lnTo>
                <a:lnTo>
                  <a:pt x="2840518" y="114117"/>
                </a:lnTo>
                <a:lnTo>
                  <a:pt x="2840694" y="115652"/>
                </a:lnTo>
                <a:lnTo>
                  <a:pt x="2840908" y="117090"/>
                </a:lnTo>
                <a:lnTo>
                  <a:pt x="2841161" y="118432"/>
                </a:lnTo>
                <a:lnTo>
                  <a:pt x="2841454" y="119677"/>
                </a:lnTo>
                <a:lnTo>
                  <a:pt x="2841785" y="120826"/>
                </a:lnTo>
                <a:lnTo>
                  <a:pt x="2842155" y="121878"/>
                </a:lnTo>
                <a:lnTo>
                  <a:pt x="2842564" y="122833"/>
                </a:lnTo>
                <a:lnTo>
                  <a:pt x="2843012" y="123691"/>
                </a:lnTo>
                <a:lnTo>
                  <a:pt x="2843493" y="124483"/>
                </a:lnTo>
                <a:lnTo>
                  <a:pt x="2844000" y="125239"/>
                </a:lnTo>
                <a:lnTo>
                  <a:pt x="2844533" y="125959"/>
                </a:lnTo>
                <a:lnTo>
                  <a:pt x="2845092" y="126643"/>
                </a:lnTo>
                <a:lnTo>
                  <a:pt x="2845678" y="127292"/>
                </a:lnTo>
                <a:lnTo>
                  <a:pt x="2846290" y="127904"/>
                </a:lnTo>
                <a:lnTo>
                  <a:pt x="2846927" y="128481"/>
                </a:lnTo>
                <a:lnTo>
                  <a:pt x="2847591" y="129022"/>
                </a:lnTo>
                <a:lnTo>
                  <a:pt x="2848282" y="129527"/>
                </a:lnTo>
                <a:lnTo>
                  <a:pt x="2848998" y="129996"/>
                </a:lnTo>
                <a:lnTo>
                  <a:pt x="2849741" y="130429"/>
                </a:lnTo>
                <a:lnTo>
                  <a:pt x="2850509" y="130827"/>
                </a:lnTo>
                <a:lnTo>
                  <a:pt x="2851303" y="131190"/>
                </a:lnTo>
                <a:lnTo>
                  <a:pt x="2852121" y="131522"/>
                </a:lnTo>
                <a:lnTo>
                  <a:pt x="2852962" y="131823"/>
                </a:lnTo>
                <a:lnTo>
                  <a:pt x="2853827" y="132092"/>
                </a:lnTo>
                <a:lnTo>
                  <a:pt x="2854715" y="132329"/>
                </a:lnTo>
                <a:lnTo>
                  <a:pt x="2855628" y="132534"/>
                </a:lnTo>
                <a:lnTo>
                  <a:pt x="2856564" y="132708"/>
                </a:lnTo>
                <a:lnTo>
                  <a:pt x="2857524" y="132851"/>
                </a:lnTo>
                <a:lnTo>
                  <a:pt x="2858508" y="132961"/>
                </a:lnTo>
                <a:lnTo>
                  <a:pt x="2859515" y="133040"/>
                </a:lnTo>
                <a:lnTo>
                  <a:pt x="2860546" y="133088"/>
                </a:lnTo>
                <a:lnTo>
                  <a:pt x="2861601" y="133104"/>
                </a:lnTo>
                <a:lnTo>
                  <a:pt x="2863583" y="133052"/>
                </a:lnTo>
                <a:lnTo>
                  <a:pt x="2865581" y="132897"/>
                </a:lnTo>
                <a:lnTo>
                  <a:pt x="2867597" y="132638"/>
                </a:lnTo>
                <a:lnTo>
                  <a:pt x="2869629" y="132277"/>
                </a:lnTo>
                <a:lnTo>
                  <a:pt x="2871679" y="131812"/>
                </a:lnTo>
                <a:lnTo>
                  <a:pt x="2873745" y="131243"/>
                </a:lnTo>
                <a:lnTo>
                  <a:pt x="2875829" y="130571"/>
                </a:lnTo>
                <a:lnTo>
                  <a:pt x="2877930" y="129796"/>
                </a:lnTo>
                <a:lnTo>
                  <a:pt x="2880048" y="128917"/>
                </a:lnTo>
                <a:lnTo>
                  <a:pt x="2882183" y="127935"/>
                </a:lnTo>
                <a:lnTo>
                  <a:pt x="2884334" y="126850"/>
                </a:lnTo>
                <a:lnTo>
                  <a:pt x="2886503" y="125661"/>
                </a:lnTo>
                <a:lnTo>
                  <a:pt x="2886503" y="140074"/>
                </a:lnTo>
                <a:close/>
                <a:moveTo>
                  <a:pt x="2993415" y="137488"/>
                </a:moveTo>
                <a:lnTo>
                  <a:pt x="2990171" y="138972"/>
                </a:lnTo>
                <a:lnTo>
                  <a:pt x="2986956" y="140328"/>
                </a:lnTo>
                <a:lnTo>
                  <a:pt x="2983770" y="141554"/>
                </a:lnTo>
                <a:lnTo>
                  <a:pt x="2980613" y="142651"/>
                </a:lnTo>
                <a:lnTo>
                  <a:pt x="2977486" y="143620"/>
                </a:lnTo>
                <a:lnTo>
                  <a:pt x="2974388" y="144459"/>
                </a:lnTo>
                <a:lnTo>
                  <a:pt x="2971319" y="145169"/>
                </a:lnTo>
                <a:lnTo>
                  <a:pt x="2968279" y="145749"/>
                </a:lnTo>
                <a:lnTo>
                  <a:pt x="2965269" y="146201"/>
                </a:lnTo>
                <a:lnTo>
                  <a:pt x="2962288" y="146524"/>
                </a:lnTo>
                <a:lnTo>
                  <a:pt x="2959336" y="146718"/>
                </a:lnTo>
                <a:lnTo>
                  <a:pt x="2956413" y="146782"/>
                </a:lnTo>
                <a:lnTo>
                  <a:pt x="2954226" y="146737"/>
                </a:lnTo>
                <a:lnTo>
                  <a:pt x="2952077" y="146600"/>
                </a:lnTo>
                <a:lnTo>
                  <a:pt x="2949968" y="146372"/>
                </a:lnTo>
                <a:lnTo>
                  <a:pt x="2947898" y="146053"/>
                </a:lnTo>
                <a:lnTo>
                  <a:pt x="2945866" y="145642"/>
                </a:lnTo>
                <a:lnTo>
                  <a:pt x="2943874" y="145141"/>
                </a:lnTo>
                <a:lnTo>
                  <a:pt x="2941921" y="144548"/>
                </a:lnTo>
                <a:lnTo>
                  <a:pt x="2940006" y="143864"/>
                </a:lnTo>
                <a:lnTo>
                  <a:pt x="2938131" y="143089"/>
                </a:lnTo>
                <a:lnTo>
                  <a:pt x="2936294" y="142223"/>
                </a:lnTo>
                <a:lnTo>
                  <a:pt x="2934497" y="141266"/>
                </a:lnTo>
                <a:lnTo>
                  <a:pt x="2932738" y="140217"/>
                </a:lnTo>
                <a:lnTo>
                  <a:pt x="2931028" y="139083"/>
                </a:lnTo>
                <a:lnTo>
                  <a:pt x="2929376" y="137872"/>
                </a:lnTo>
                <a:lnTo>
                  <a:pt x="2927781" y="136581"/>
                </a:lnTo>
                <a:lnTo>
                  <a:pt x="2926245" y="135213"/>
                </a:lnTo>
                <a:lnTo>
                  <a:pt x="2924766" y="133766"/>
                </a:lnTo>
                <a:lnTo>
                  <a:pt x="2923345" y="132240"/>
                </a:lnTo>
                <a:lnTo>
                  <a:pt x="2921982" y="130637"/>
                </a:lnTo>
                <a:lnTo>
                  <a:pt x="2920677" y="128954"/>
                </a:lnTo>
                <a:lnTo>
                  <a:pt x="2919430" y="127194"/>
                </a:lnTo>
                <a:lnTo>
                  <a:pt x="2918240" y="125355"/>
                </a:lnTo>
                <a:lnTo>
                  <a:pt x="2917108" y="123437"/>
                </a:lnTo>
                <a:lnTo>
                  <a:pt x="2916035" y="121442"/>
                </a:lnTo>
                <a:lnTo>
                  <a:pt x="2915033" y="119394"/>
                </a:lnTo>
                <a:lnTo>
                  <a:pt x="2914119" y="117323"/>
                </a:lnTo>
                <a:lnTo>
                  <a:pt x="2913292" y="115229"/>
                </a:lnTo>
                <a:lnTo>
                  <a:pt x="2912552" y="113111"/>
                </a:lnTo>
                <a:lnTo>
                  <a:pt x="2911899" y="110969"/>
                </a:lnTo>
                <a:lnTo>
                  <a:pt x="2911333" y="108803"/>
                </a:lnTo>
                <a:lnTo>
                  <a:pt x="2910854" y="106614"/>
                </a:lnTo>
                <a:lnTo>
                  <a:pt x="2910462" y="104401"/>
                </a:lnTo>
                <a:lnTo>
                  <a:pt x="2910157" y="102164"/>
                </a:lnTo>
                <a:lnTo>
                  <a:pt x="2909939" y="99904"/>
                </a:lnTo>
                <a:lnTo>
                  <a:pt x="2909809" y="97620"/>
                </a:lnTo>
                <a:lnTo>
                  <a:pt x="2909765" y="95312"/>
                </a:lnTo>
                <a:lnTo>
                  <a:pt x="2909807" y="93087"/>
                </a:lnTo>
                <a:lnTo>
                  <a:pt x="2909931" y="90877"/>
                </a:lnTo>
                <a:lnTo>
                  <a:pt x="2910138" y="88681"/>
                </a:lnTo>
                <a:lnTo>
                  <a:pt x="2910428" y="86500"/>
                </a:lnTo>
                <a:lnTo>
                  <a:pt x="2910800" y="84333"/>
                </a:lnTo>
                <a:lnTo>
                  <a:pt x="2911256" y="82181"/>
                </a:lnTo>
                <a:lnTo>
                  <a:pt x="2911794" y="80044"/>
                </a:lnTo>
                <a:lnTo>
                  <a:pt x="2912415" y="77921"/>
                </a:lnTo>
                <a:lnTo>
                  <a:pt x="2913119" y="75813"/>
                </a:lnTo>
                <a:lnTo>
                  <a:pt x="2913906" y="73720"/>
                </a:lnTo>
                <a:lnTo>
                  <a:pt x="2914775" y="71641"/>
                </a:lnTo>
                <a:lnTo>
                  <a:pt x="2915728" y="69577"/>
                </a:lnTo>
                <a:lnTo>
                  <a:pt x="2916754" y="67558"/>
                </a:lnTo>
                <a:lnTo>
                  <a:pt x="2917847" y="65614"/>
                </a:lnTo>
                <a:lnTo>
                  <a:pt x="2919005" y="63747"/>
                </a:lnTo>
                <a:lnTo>
                  <a:pt x="2920229" y="61956"/>
                </a:lnTo>
                <a:lnTo>
                  <a:pt x="2921518" y="60241"/>
                </a:lnTo>
                <a:lnTo>
                  <a:pt x="2922874" y="58601"/>
                </a:lnTo>
                <a:lnTo>
                  <a:pt x="2924295" y="57038"/>
                </a:lnTo>
                <a:lnTo>
                  <a:pt x="2925782" y="55551"/>
                </a:lnTo>
                <a:lnTo>
                  <a:pt x="2927335" y="54140"/>
                </a:lnTo>
                <a:lnTo>
                  <a:pt x="2928953" y="52805"/>
                </a:lnTo>
                <a:lnTo>
                  <a:pt x="2930638" y="51546"/>
                </a:lnTo>
                <a:lnTo>
                  <a:pt x="2932388" y="50363"/>
                </a:lnTo>
                <a:lnTo>
                  <a:pt x="2934187" y="49266"/>
                </a:lnTo>
                <a:lnTo>
                  <a:pt x="2936022" y="48263"/>
                </a:lnTo>
                <a:lnTo>
                  <a:pt x="2937890" y="47357"/>
                </a:lnTo>
                <a:lnTo>
                  <a:pt x="2939792" y="46545"/>
                </a:lnTo>
                <a:lnTo>
                  <a:pt x="2941728" y="45829"/>
                </a:lnTo>
                <a:lnTo>
                  <a:pt x="2943699" y="45209"/>
                </a:lnTo>
                <a:lnTo>
                  <a:pt x="2945703" y="44684"/>
                </a:lnTo>
                <a:lnTo>
                  <a:pt x="2947742" y="44255"/>
                </a:lnTo>
                <a:lnTo>
                  <a:pt x="2949815" y="43921"/>
                </a:lnTo>
                <a:lnTo>
                  <a:pt x="2951921" y="43682"/>
                </a:lnTo>
                <a:lnTo>
                  <a:pt x="2954062" y="43539"/>
                </a:lnTo>
                <a:lnTo>
                  <a:pt x="2956237" y="43491"/>
                </a:lnTo>
                <a:lnTo>
                  <a:pt x="2959098" y="43577"/>
                </a:lnTo>
                <a:lnTo>
                  <a:pt x="2961863" y="43836"/>
                </a:lnTo>
                <a:lnTo>
                  <a:pt x="2964532" y="44267"/>
                </a:lnTo>
                <a:lnTo>
                  <a:pt x="2967105" y="44870"/>
                </a:lnTo>
                <a:lnTo>
                  <a:pt x="2969583" y="45646"/>
                </a:lnTo>
                <a:lnTo>
                  <a:pt x="2971966" y="46594"/>
                </a:lnTo>
                <a:lnTo>
                  <a:pt x="2974252" y="47715"/>
                </a:lnTo>
                <a:lnTo>
                  <a:pt x="2976444" y="49008"/>
                </a:lnTo>
                <a:lnTo>
                  <a:pt x="2978539" y="50473"/>
                </a:lnTo>
                <a:lnTo>
                  <a:pt x="2980539" y="52111"/>
                </a:lnTo>
                <a:lnTo>
                  <a:pt x="2982444" y="53921"/>
                </a:lnTo>
                <a:lnTo>
                  <a:pt x="2984252" y="55904"/>
                </a:lnTo>
                <a:lnTo>
                  <a:pt x="2985940" y="58066"/>
                </a:lnTo>
                <a:lnTo>
                  <a:pt x="2987481" y="60414"/>
                </a:lnTo>
                <a:lnTo>
                  <a:pt x="2988875" y="62950"/>
                </a:lnTo>
                <a:lnTo>
                  <a:pt x="2990122" y="65673"/>
                </a:lnTo>
                <a:lnTo>
                  <a:pt x="2991223" y="68582"/>
                </a:lnTo>
                <a:lnTo>
                  <a:pt x="2992177" y="71679"/>
                </a:lnTo>
                <a:lnTo>
                  <a:pt x="2992984" y="74962"/>
                </a:lnTo>
                <a:lnTo>
                  <a:pt x="2993644" y="78432"/>
                </a:lnTo>
                <a:lnTo>
                  <a:pt x="2994158" y="82090"/>
                </a:lnTo>
                <a:lnTo>
                  <a:pt x="2994525" y="85934"/>
                </a:lnTo>
                <a:lnTo>
                  <a:pt x="2994745" y="89965"/>
                </a:lnTo>
                <a:lnTo>
                  <a:pt x="2994818" y="94183"/>
                </a:lnTo>
                <a:lnTo>
                  <a:pt x="2994818" y="97679"/>
                </a:lnTo>
                <a:lnTo>
                  <a:pt x="2927302" y="97679"/>
                </a:lnTo>
                <a:lnTo>
                  <a:pt x="2927331" y="99362"/>
                </a:lnTo>
                <a:lnTo>
                  <a:pt x="2927420" y="101021"/>
                </a:lnTo>
                <a:lnTo>
                  <a:pt x="2927568" y="102655"/>
                </a:lnTo>
                <a:lnTo>
                  <a:pt x="2927774" y="104265"/>
                </a:lnTo>
                <a:lnTo>
                  <a:pt x="2928040" y="105851"/>
                </a:lnTo>
                <a:lnTo>
                  <a:pt x="2928365" y="107412"/>
                </a:lnTo>
                <a:lnTo>
                  <a:pt x="2928749" y="108949"/>
                </a:lnTo>
                <a:lnTo>
                  <a:pt x="2929192" y="110462"/>
                </a:lnTo>
                <a:lnTo>
                  <a:pt x="2929694" y="111950"/>
                </a:lnTo>
                <a:lnTo>
                  <a:pt x="2930255" y="113414"/>
                </a:lnTo>
                <a:lnTo>
                  <a:pt x="2930875" y="114853"/>
                </a:lnTo>
                <a:lnTo>
                  <a:pt x="2931555" y="116268"/>
                </a:lnTo>
                <a:lnTo>
                  <a:pt x="2932282" y="117642"/>
                </a:lnTo>
                <a:lnTo>
                  <a:pt x="2933046" y="118957"/>
                </a:lnTo>
                <a:lnTo>
                  <a:pt x="2933848" y="120214"/>
                </a:lnTo>
                <a:lnTo>
                  <a:pt x="2934687" y="121412"/>
                </a:lnTo>
                <a:lnTo>
                  <a:pt x="2935563" y="122552"/>
                </a:lnTo>
                <a:lnTo>
                  <a:pt x="2936476" y="123634"/>
                </a:lnTo>
                <a:lnTo>
                  <a:pt x="2937426" y="124657"/>
                </a:lnTo>
                <a:lnTo>
                  <a:pt x="2938413" y="125621"/>
                </a:lnTo>
                <a:lnTo>
                  <a:pt x="2939438" y="126527"/>
                </a:lnTo>
                <a:lnTo>
                  <a:pt x="2940499" y="127375"/>
                </a:lnTo>
                <a:lnTo>
                  <a:pt x="2941598" y="128164"/>
                </a:lnTo>
                <a:lnTo>
                  <a:pt x="2942734" y="128895"/>
                </a:lnTo>
                <a:lnTo>
                  <a:pt x="2943902" y="129567"/>
                </a:lnTo>
                <a:lnTo>
                  <a:pt x="2945097" y="130181"/>
                </a:lnTo>
                <a:lnTo>
                  <a:pt x="2946318" y="130736"/>
                </a:lnTo>
                <a:lnTo>
                  <a:pt x="2947567" y="131233"/>
                </a:lnTo>
                <a:lnTo>
                  <a:pt x="2948842" y="131671"/>
                </a:lnTo>
                <a:lnTo>
                  <a:pt x="2950143" y="132051"/>
                </a:lnTo>
                <a:lnTo>
                  <a:pt x="2951472" y="132373"/>
                </a:lnTo>
                <a:lnTo>
                  <a:pt x="2952828" y="132636"/>
                </a:lnTo>
                <a:lnTo>
                  <a:pt x="2954210" y="132841"/>
                </a:lnTo>
                <a:lnTo>
                  <a:pt x="2955619" y="132987"/>
                </a:lnTo>
                <a:lnTo>
                  <a:pt x="2957055" y="133074"/>
                </a:lnTo>
                <a:lnTo>
                  <a:pt x="2958517" y="133104"/>
                </a:lnTo>
                <a:lnTo>
                  <a:pt x="2961171" y="133031"/>
                </a:lnTo>
                <a:lnTo>
                  <a:pt x="2963871" y="132811"/>
                </a:lnTo>
                <a:lnTo>
                  <a:pt x="2966617" y="132446"/>
                </a:lnTo>
                <a:lnTo>
                  <a:pt x="2969409" y="131934"/>
                </a:lnTo>
                <a:lnTo>
                  <a:pt x="2972248" y="131277"/>
                </a:lnTo>
                <a:lnTo>
                  <a:pt x="2975133" y="130473"/>
                </a:lnTo>
                <a:lnTo>
                  <a:pt x="2978065" y="129523"/>
                </a:lnTo>
                <a:lnTo>
                  <a:pt x="2981042" y="128427"/>
                </a:lnTo>
                <a:lnTo>
                  <a:pt x="2984066" y="127185"/>
                </a:lnTo>
                <a:lnTo>
                  <a:pt x="2987136" y="125797"/>
                </a:lnTo>
                <a:lnTo>
                  <a:pt x="2990253" y="124262"/>
                </a:lnTo>
                <a:lnTo>
                  <a:pt x="2993415" y="122582"/>
                </a:lnTo>
                <a:lnTo>
                  <a:pt x="2993415" y="137488"/>
                </a:lnTo>
                <a:moveTo>
                  <a:pt x="2928266" y="85404"/>
                </a:moveTo>
                <a:lnTo>
                  <a:pt x="2977106" y="85404"/>
                </a:lnTo>
                <a:lnTo>
                  <a:pt x="2977106" y="83066"/>
                </a:lnTo>
                <a:lnTo>
                  <a:pt x="2977065" y="81122"/>
                </a:lnTo>
                <a:lnTo>
                  <a:pt x="2976943" y="79245"/>
                </a:lnTo>
                <a:lnTo>
                  <a:pt x="2976739" y="77436"/>
                </a:lnTo>
                <a:lnTo>
                  <a:pt x="2976453" y="75694"/>
                </a:lnTo>
                <a:lnTo>
                  <a:pt x="2976086" y="74019"/>
                </a:lnTo>
                <a:lnTo>
                  <a:pt x="2975637" y="72412"/>
                </a:lnTo>
                <a:lnTo>
                  <a:pt x="2975107" y="70872"/>
                </a:lnTo>
                <a:lnTo>
                  <a:pt x="2974495" y="69400"/>
                </a:lnTo>
                <a:lnTo>
                  <a:pt x="2973802" y="67995"/>
                </a:lnTo>
                <a:lnTo>
                  <a:pt x="2973026" y="66657"/>
                </a:lnTo>
                <a:lnTo>
                  <a:pt x="2972170" y="65387"/>
                </a:lnTo>
                <a:lnTo>
                  <a:pt x="2971231" y="64184"/>
                </a:lnTo>
                <a:lnTo>
                  <a:pt x="2970225" y="63064"/>
                </a:lnTo>
                <a:lnTo>
                  <a:pt x="2969163" y="62041"/>
                </a:lnTo>
                <a:lnTo>
                  <a:pt x="2968047" y="61115"/>
                </a:lnTo>
                <a:lnTo>
                  <a:pt x="2966876" y="60287"/>
                </a:lnTo>
                <a:lnTo>
                  <a:pt x="2965651" y="59557"/>
                </a:lnTo>
                <a:lnTo>
                  <a:pt x="2964370" y="58923"/>
                </a:lnTo>
                <a:lnTo>
                  <a:pt x="2963035" y="58387"/>
                </a:lnTo>
                <a:lnTo>
                  <a:pt x="2961645" y="57949"/>
                </a:lnTo>
                <a:lnTo>
                  <a:pt x="2960200" y="57608"/>
                </a:lnTo>
                <a:lnTo>
                  <a:pt x="2958700" y="57365"/>
                </a:lnTo>
                <a:lnTo>
                  <a:pt x="2957145" y="57218"/>
                </a:lnTo>
                <a:lnTo>
                  <a:pt x="2955536" y="57170"/>
                </a:lnTo>
                <a:lnTo>
                  <a:pt x="2953903" y="57219"/>
                </a:lnTo>
                <a:lnTo>
                  <a:pt x="2952308" y="57368"/>
                </a:lnTo>
                <a:lnTo>
                  <a:pt x="2950749" y="57616"/>
                </a:lnTo>
                <a:lnTo>
                  <a:pt x="2949228" y="57964"/>
                </a:lnTo>
                <a:lnTo>
                  <a:pt x="2947743" y="58410"/>
                </a:lnTo>
                <a:lnTo>
                  <a:pt x="2946296" y="58956"/>
                </a:lnTo>
                <a:lnTo>
                  <a:pt x="2944886" y="59601"/>
                </a:lnTo>
                <a:lnTo>
                  <a:pt x="2943514" y="60346"/>
                </a:lnTo>
                <a:lnTo>
                  <a:pt x="2942178" y="61189"/>
                </a:lnTo>
                <a:lnTo>
                  <a:pt x="2940879" y="62132"/>
                </a:lnTo>
                <a:lnTo>
                  <a:pt x="2939618" y="63174"/>
                </a:lnTo>
                <a:lnTo>
                  <a:pt x="2938394" y="64316"/>
                </a:lnTo>
                <a:lnTo>
                  <a:pt x="2937218" y="65554"/>
                </a:lnTo>
                <a:lnTo>
                  <a:pt x="2936103" y="66886"/>
                </a:lnTo>
                <a:lnTo>
                  <a:pt x="2935048" y="68313"/>
                </a:lnTo>
                <a:lnTo>
                  <a:pt x="2934054" y="69834"/>
                </a:lnTo>
                <a:lnTo>
                  <a:pt x="2933119" y="71449"/>
                </a:lnTo>
                <a:lnTo>
                  <a:pt x="2932245" y="73160"/>
                </a:lnTo>
                <a:lnTo>
                  <a:pt x="2931431" y="74964"/>
                </a:lnTo>
                <a:lnTo>
                  <a:pt x="2930678" y="76863"/>
                </a:lnTo>
                <a:lnTo>
                  <a:pt x="2929984" y="78857"/>
                </a:lnTo>
                <a:lnTo>
                  <a:pt x="2929351" y="80945"/>
                </a:lnTo>
                <a:lnTo>
                  <a:pt x="2928779" y="83127"/>
                </a:lnTo>
                <a:lnTo>
                  <a:pt x="2928266" y="85404"/>
                </a:lnTo>
                <a:close/>
                <a:moveTo>
                  <a:pt x="3019308" y="144152"/>
                </a:moveTo>
                <a:lnTo>
                  <a:pt x="3019308" y="46122"/>
                </a:lnTo>
                <a:lnTo>
                  <a:pt x="3035617" y="46122"/>
                </a:lnTo>
                <a:lnTo>
                  <a:pt x="3035617" y="67683"/>
                </a:lnTo>
                <a:lnTo>
                  <a:pt x="3036806" y="65826"/>
                </a:lnTo>
                <a:lnTo>
                  <a:pt x="3038036" y="64037"/>
                </a:lnTo>
                <a:lnTo>
                  <a:pt x="3039305" y="62317"/>
                </a:lnTo>
                <a:lnTo>
                  <a:pt x="3040615" y="60665"/>
                </a:lnTo>
                <a:lnTo>
                  <a:pt x="3041965" y="59081"/>
                </a:lnTo>
                <a:lnTo>
                  <a:pt x="3043355" y="57566"/>
                </a:lnTo>
                <a:lnTo>
                  <a:pt x="3044785" y="56120"/>
                </a:lnTo>
                <a:lnTo>
                  <a:pt x="3046256" y="54742"/>
                </a:lnTo>
                <a:lnTo>
                  <a:pt x="3047767" y="53432"/>
                </a:lnTo>
                <a:lnTo>
                  <a:pt x="3049318" y="52191"/>
                </a:lnTo>
                <a:lnTo>
                  <a:pt x="3050909" y="51018"/>
                </a:lnTo>
                <a:lnTo>
                  <a:pt x="3052540" y="49914"/>
                </a:lnTo>
                <a:lnTo>
                  <a:pt x="3054191" y="48888"/>
                </a:lnTo>
                <a:lnTo>
                  <a:pt x="3055843" y="47951"/>
                </a:lnTo>
                <a:lnTo>
                  <a:pt x="3057494" y="47104"/>
                </a:lnTo>
                <a:lnTo>
                  <a:pt x="3059145" y="46346"/>
                </a:lnTo>
                <a:lnTo>
                  <a:pt x="3060797" y="45677"/>
                </a:lnTo>
                <a:lnTo>
                  <a:pt x="3062448" y="45097"/>
                </a:lnTo>
                <a:lnTo>
                  <a:pt x="3064100" y="44606"/>
                </a:lnTo>
                <a:lnTo>
                  <a:pt x="3065751" y="44205"/>
                </a:lnTo>
                <a:lnTo>
                  <a:pt x="3067402" y="43892"/>
                </a:lnTo>
                <a:lnTo>
                  <a:pt x="3069054" y="43669"/>
                </a:lnTo>
                <a:lnTo>
                  <a:pt x="3070705" y="43536"/>
                </a:lnTo>
                <a:lnTo>
                  <a:pt x="3072356" y="43491"/>
                </a:lnTo>
                <a:lnTo>
                  <a:pt x="3073792" y="43523"/>
                </a:lnTo>
                <a:lnTo>
                  <a:pt x="3075206" y="43619"/>
                </a:lnTo>
                <a:lnTo>
                  <a:pt x="3076598" y="43779"/>
                </a:lnTo>
                <a:lnTo>
                  <a:pt x="3077968" y="44003"/>
                </a:lnTo>
                <a:lnTo>
                  <a:pt x="3079316" y="44290"/>
                </a:lnTo>
                <a:lnTo>
                  <a:pt x="3080642" y="44642"/>
                </a:lnTo>
                <a:lnTo>
                  <a:pt x="3081947" y="45057"/>
                </a:lnTo>
                <a:lnTo>
                  <a:pt x="3083229" y="45537"/>
                </a:lnTo>
                <a:lnTo>
                  <a:pt x="3084490" y="46080"/>
                </a:lnTo>
                <a:lnTo>
                  <a:pt x="3085728" y="46688"/>
                </a:lnTo>
                <a:lnTo>
                  <a:pt x="3086945" y="47359"/>
                </a:lnTo>
                <a:lnTo>
                  <a:pt x="3088139" y="48094"/>
                </a:lnTo>
                <a:lnTo>
                  <a:pt x="3089294" y="48881"/>
                </a:lnTo>
                <a:lnTo>
                  <a:pt x="3090389" y="49708"/>
                </a:lnTo>
                <a:lnTo>
                  <a:pt x="3091425" y="50574"/>
                </a:lnTo>
                <a:lnTo>
                  <a:pt x="3092402" y="51480"/>
                </a:lnTo>
                <a:lnTo>
                  <a:pt x="3093320" y="52425"/>
                </a:lnTo>
                <a:lnTo>
                  <a:pt x="3094179" y="53410"/>
                </a:lnTo>
                <a:lnTo>
                  <a:pt x="3094978" y="54435"/>
                </a:lnTo>
                <a:lnTo>
                  <a:pt x="3095719" y="55499"/>
                </a:lnTo>
                <a:lnTo>
                  <a:pt x="3096401" y="56602"/>
                </a:lnTo>
                <a:lnTo>
                  <a:pt x="3097023" y="57746"/>
                </a:lnTo>
                <a:lnTo>
                  <a:pt x="3097587" y="58928"/>
                </a:lnTo>
                <a:lnTo>
                  <a:pt x="3098091" y="60151"/>
                </a:lnTo>
                <a:lnTo>
                  <a:pt x="3098547" y="61493"/>
                </a:lnTo>
                <a:lnTo>
                  <a:pt x="3098962" y="63035"/>
                </a:lnTo>
                <a:lnTo>
                  <a:pt x="3099338" y="64776"/>
                </a:lnTo>
                <a:lnTo>
                  <a:pt x="3099675" y="66717"/>
                </a:lnTo>
                <a:lnTo>
                  <a:pt x="3099971" y="68858"/>
                </a:lnTo>
                <a:lnTo>
                  <a:pt x="3100229" y="71199"/>
                </a:lnTo>
                <a:lnTo>
                  <a:pt x="3100446" y="73739"/>
                </a:lnTo>
                <a:lnTo>
                  <a:pt x="3100625" y="76480"/>
                </a:lnTo>
                <a:lnTo>
                  <a:pt x="3100763" y="79419"/>
                </a:lnTo>
                <a:lnTo>
                  <a:pt x="3100862" y="82559"/>
                </a:lnTo>
                <a:lnTo>
                  <a:pt x="3100921" y="85898"/>
                </a:lnTo>
                <a:lnTo>
                  <a:pt x="3100941" y="89437"/>
                </a:lnTo>
                <a:lnTo>
                  <a:pt x="3100941" y="144152"/>
                </a:lnTo>
                <a:lnTo>
                  <a:pt x="3084632" y="144152"/>
                </a:lnTo>
                <a:lnTo>
                  <a:pt x="3084632" y="87478"/>
                </a:lnTo>
                <a:lnTo>
                  <a:pt x="3084623" y="85194"/>
                </a:lnTo>
                <a:lnTo>
                  <a:pt x="3084594" y="83043"/>
                </a:lnTo>
                <a:lnTo>
                  <a:pt x="3084547" y="81026"/>
                </a:lnTo>
                <a:lnTo>
                  <a:pt x="3084481" y="79142"/>
                </a:lnTo>
                <a:lnTo>
                  <a:pt x="3084396" y="77391"/>
                </a:lnTo>
                <a:lnTo>
                  <a:pt x="3084292" y="75773"/>
                </a:lnTo>
                <a:lnTo>
                  <a:pt x="3084170" y="74288"/>
                </a:lnTo>
                <a:lnTo>
                  <a:pt x="3084028" y="72937"/>
                </a:lnTo>
                <a:lnTo>
                  <a:pt x="3083868" y="71719"/>
                </a:lnTo>
                <a:lnTo>
                  <a:pt x="3083688" y="70634"/>
                </a:lnTo>
                <a:lnTo>
                  <a:pt x="3083490" y="69683"/>
                </a:lnTo>
                <a:lnTo>
                  <a:pt x="3083273" y="68864"/>
                </a:lnTo>
                <a:lnTo>
                  <a:pt x="3083031" y="68124"/>
                </a:lnTo>
                <a:lnTo>
                  <a:pt x="3082757" y="67406"/>
                </a:lnTo>
                <a:lnTo>
                  <a:pt x="3082451" y="66711"/>
                </a:lnTo>
                <a:lnTo>
                  <a:pt x="3082114" y="66038"/>
                </a:lnTo>
                <a:lnTo>
                  <a:pt x="3081745" y="65387"/>
                </a:lnTo>
                <a:lnTo>
                  <a:pt x="3081344" y="64759"/>
                </a:lnTo>
                <a:lnTo>
                  <a:pt x="3080912" y="64154"/>
                </a:lnTo>
                <a:lnTo>
                  <a:pt x="3080448" y="63571"/>
                </a:lnTo>
                <a:lnTo>
                  <a:pt x="3079952" y="63010"/>
                </a:lnTo>
                <a:lnTo>
                  <a:pt x="3079425" y="62472"/>
                </a:lnTo>
                <a:lnTo>
                  <a:pt x="3078866" y="61956"/>
                </a:lnTo>
                <a:lnTo>
                  <a:pt x="3078275" y="61463"/>
                </a:lnTo>
                <a:lnTo>
                  <a:pt x="3077664" y="61002"/>
                </a:lnTo>
                <a:lnTo>
                  <a:pt x="3077044" y="60580"/>
                </a:lnTo>
                <a:lnTo>
                  <a:pt x="3076414" y="60199"/>
                </a:lnTo>
                <a:lnTo>
                  <a:pt x="3075776" y="59857"/>
                </a:lnTo>
                <a:lnTo>
                  <a:pt x="3075128" y="59556"/>
                </a:lnTo>
                <a:lnTo>
                  <a:pt x="3074472" y="59295"/>
                </a:lnTo>
                <a:lnTo>
                  <a:pt x="3073806" y="59074"/>
                </a:lnTo>
                <a:lnTo>
                  <a:pt x="3073131" y="58894"/>
                </a:lnTo>
                <a:lnTo>
                  <a:pt x="3072447" y="58753"/>
                </a:lnTo>
                <a:lnTo>
                  <a:pt x="3071754" y="58653"/>
                </a:lnTo>
                <a:lnTo>
                  <a:pt x="3071051" y="58593"/>
                </a:lnTo>
                <a:lnTo>
                  <a:pt x="3070340" y="58573"/>
                </a:lnTo>
                <a:lnTo>
                  <a:pt x="3068899" y="58629"/>
                </a:lnTo>
                <a:lnTo>
                  <a:pt x="3067440" y="58799"/>
                </a:lnTo>
                <a:lnTo>
                  <a:pt x="3065964" y="59082"/>
                </a:lnTo>
                <a:lnTo>
                  <a:pt x="3064470" y="59478"/>
                </a:lnTo>
                <a:lnTo>
                  <a:pt x="3062958" y="59987"/>
                </a:lnTo>
                <a:lnTo>
                  <a:pt x="3061429" y="60609"/>
                </a:lnTo>
                <a:lnTo>
                  <a:pt x="3059882" y="61345"/>
                </a:lnTo>
                <a:lnTo>
                  <a:pt x="3058317" y="62193"/>
                </a:lnTo>
                <a:lnTo>
                  <a:pt x="3056735" y="63155"/>
                </a:lnTo>
                <a:lnTo>
                  <a:pt x="3055135" y="64230"/>
                </a:lnTo>
                <a:lnTo>
                  <a:pt x="3053518" y="65418"/>
                </a:lnTo>
                <a:lnTo>
                  <a:pt x="3051882" y="66719"/>
                </a:lnTo>
                <a:lnTo>
                  <a:pt x="3050262" y="68105"/>
                </a:lnTo>
                <a:lnTo>
                  <a:pt x="3048690" y="69549"/>
                </a:lnTo>
                <a:lnTo>
                  <a:pt x="3047167" y="71049"/>
                </a:lnTo>
                <a:lnTo>
                  <a:pt x="3045691" y="72607"/>
                </a:lnTo>
                <a:lnTo>
                  <a:pt x="3044263" y="74222"/>
                </a:lnTo>
                <a:lnTo>
                  <a:pt x="3042884" y="75894"/>
                </a:lnTo>
                <a:lnTo>
                  <a:pt x="3041552" y="77623"/>
                </a:lnTo>
                <a:lnTo>
                  <a:pt x="3040269" y="79410"/>
                </a:lnTo>
                <a:lnTo>
                  <a:pt x="3039034" y="81254"/>
                </a:lnTo>
                <a:lnTo>
                  <a:pt x="3037847" y="83154"/>
                </a:lnTo>
                <a:lnTo>
                  <a:pt x="3036708" y="85112"/>
                </a:lnTo>
                <a:lnTo>
                  <a:pt x="3035617" y="87127"/>
                </a:lnTo>
                <a:lnTo>
                  <a:pt x="3035617" y="144152"/>
                </a:lnTo>
                <a:lnTo>
                  <a:pt x="3019308" y="144152"/>
                </a:lnTo>
                <a:close/>
                <a:moveTo>
                  <a:pt x="3127799" y="138839"/>
                </a:moveTo>
                <a:lnTo>
                  <a:pt x="3127799" y="121529"/>
                </a:lnTo>
                <a:lnTo>
                  <a:pt x="3129443" y="122570"/>
                </a:lnTo>
                <a:lnTo>
                  <a:pt x="3131104" y="123557"/>
                </a:lnTo>
                <a:lnTo>
                  <a:pt x="3132780" y="124491"/>
                </a:lnTo>
                <a:lnTo>
                  <a:pt x="3134472" y="125373"/>
                </a:lnTo>
                <a:lnTo>
                  <a:pt x="3136180" y="126201"/>
                </a:lnTo>
                <a:lnTo>
                  <a:pt x="3137904" y="126977"/>
                </a:lnTo>
                <a:lnTo>
                  <a:pt x="3139644" y="127699"/>
                </a:lnTo>
                <a:lnTo>
                  <a:pt x="3141399" y="128369"/>
                </a:lnTo>
                <a:lnTo>
                  <a:pt x="3143171" y="128985"/>
                </a:lnTo>
                <a:lnTo>
                  <a:pt x="3144958" y="129549"/>
                </a:lnTo>
                <a:lnTo>
                  <a:pt x="3146761" y="130059"/>
                </a:lnTo>
                <a:lnTo>
                  <a:pt x="3148580" y="130517"/>
                </a:lnTo>
                <a:lnTo>
                  <a:pt x="3150383" y="130930"/>
                </a:lnTo>
                <a:lnTo>
                  <a:pt x="3152140" y="131307"/>
                </a:lnTo>
                <a:lnTo>
                  <a:pt x="3153852" y="131649"/>
                </a:lnTo>
                <a:lnTo>
                  <a:pt x="3155516" y="131954"/>
                </a:lnTo>
                <a:lnTo>
                  <a:pt x="3157135" y="132223"/>
                </a:lnTo>
                <a:lnTo>
                  <a:pt x="3158707" y="132457"/>
                </a:lnTo>
                <a:lnTo>
                  <a:pt x="3160233" y="132655"/>
                </a:lnTo>
                <a:lnTo>
                  <a:pt x="3161713" y="132816"/>
                </a:lnTo>
                <a:lnTo>
                  <a:pt x="3163146" y="132942"/>
                </a:lnTo>
                <a:lnTo>
                  <a:pt x="3164533" y="133032"/>
                </a:lnTo>
                <a:lnTo>
                  <a:pt x="3165874" y="133086"/>
                </a:lnTo>
                <a:lnTo>
                  <a:pt x="3167168" y="133104"/>
                </a:lnTo>
                <a:lnTo>
                  <a:pt x="3169181" y="133076"/>
                </a:lnTo>
                <a:lnTo>
                  <a:pt x="3171097" y="132993"/>
                </a:lnTo>
                <a:lnTo>
                  <a:pt x="3172917" y="132855"/>
                </a:lnTo>
                <a:lnTo>
                  <a:pt x="3174641" y="132662"/>
                </a:lnTo>
                <a:lnTo>
                  <a:pt x="3176269" y="132413"/>
                </a:lnTo>
                <a:lnTo>
                  <a:pt x="3177800" y="132110"/>
                </a:lnTo>
                <a:lnTo>
                  <a:pt x="3179235" y="131751"/>
                </a:lnTo>
                <a:lnTo>
                  <a:pt x="3180574" y="131337"/>
                </a:lnTo>
                <a:lnTo>
                  <a:pt x="3181817" y="130867"/>
                </a:lnTo>
                <a:lnTo>
                  <a:pt x="3182964" y="130343"/>
                </a:lnTo>
                <a:lnTo>
                  <a:pt x="3184014" y="129763"/>
                </a:lnTo>
                <a:lnTo>
                  <a:pt x="3184968" y="129128"/>
                </a:lnTo>
                <a:lnTo>
                  <a:pt x="3185837" y="128451"/>
                </a:lnTo>
                <a:lnTo>
                  <a:pt x="3186629" y="127748"/>
                </a:lnTo>
                <a:lnTo>
                  <a:pt x="3187347" y="127017"/>
                </a:lnTo>
                <a:lnTo>
                  <a:pt x="3187988" y="126259"/>
                </a:lnTo>
                <a:lnTo>
                  <a:pt x="3188555" y="125473"/>
                </a:lnTo>
                <a:lnTo>
                  <a:pt x="3189046" y="124661"/>
                </a:lnTo>
                <a:lnTo>
                  <a:pt x="3189461" y="123821"/>
                </a:lnTo>
                <a:lnTo>
                  <a:pt x="3189801" y="122953"/>
                </a:lnTo>
                <a:lnTo>
                  <a:pt x="3190065" y="122059"/>
                </a:lnTo>
                <a:lnTo>
                  <a:pt x="3190254" y="121137"/>
                </a:lnTo>
                <a:lnTo>
                  <a:pt x="3190367" y="120188"/>
                </a:lnTo>
                <a:lnTo>
                  <a:pt x="3190405" y="119211"/>
                </a:lnTo>
                <a:lnTo>
                  <a:pt x="3190387" y="118564"/>
                </a:lnTo>
                <a:lnTo>
                  <a:pt x="3190334" y="117932"/>
                </a:lnTo>
                <a:lnTo>
                  <a:pt x="3190246" y="117316"/>
                </a:lnTo>
                <a:lnTo>
                  <a:pt x="3190122" y="116716"/>
                </a:lnTo>
                <a:lnTo>
                  <a:pt x="3189963" y="116131"/>
                </a:lnTo>
                <a:lnTo>
                  <a:pt x="3189769" y="115563"/>
                </a:lnTo>
                <a:lnTo>
                  <a:pt x="3189539" y="115010"/>
                </a:lnTo>
                <a:lnTo>
                  <a:pt x="3189274" y="114473"/>
                </a:lnTo>
                <a:lnTo>
                  <a:pt x="3188974" y="113951"/>
                </a:lnTo>
                <a:lnTo>
                  <a:pt x="3188639" y="113446"/>
                </a:lnTo>
                <a:lnTo>
                  <a:pt x="3188268" y="112956"/>
                </a:lnTo>
                <a:lnTo>
                  <a:pt x="3187862" y="112482"/>
                </a:lnTo>
                <a:lnTo>
                  <a:pt x="3187386" y="112007"/>
                </a:lnTo>
                <a:lnTo>
                  <a:pt x="3186805" y="111513"/>
                </a:lnTo>
                <a:lnTo>
                  <a:pt x="3186119" y="111002"/>
                </a:lnTo>
                <a:lnTo>
                  <a:pt x="3185329" y="110472"/>
                </a:lnTo>
                <a:lnTo>
                  <a:pt x="3184434" y="109925"/>
                </a:lnTo>
                <a:lnTo>
                  <a:pt x="3183434" y="109358"/>
                </a:lnTo>
                <a:lnTo>
                  <a:pt x="3182329" y="108774"/>
                </a:lnTo>
                <a:lnTo>
                  <a:pt x="3181120" y="108172"/>
                </a:lnTo>
                <a:lnTo>
                  <a:pt x="3179806" y="107551"/>
                </a:lnTo>
                <a:lnTo>
                  <a:pt x="3178387" y="106912"/>
                </a:lnTo>
                <a:lnTo>
                  <a:pt x="3176864" y="106255"/>
                </a:lnTo>
                <a:lnTo>
                  <a:pt x="3175235" y="105579"/>
                </a:lnTo>
                <a:lnTo>
                  <a:pt x="3169624" y="103308"/>
                </a:lnTo>
                <a:lnTo>
                  <a:pt x="3158312" y="98849"/>
                </a:lnTo>
                <a:lnTo>
                  <a:pt x="3155367" y="97677"/>
                </a:lnTo>
                <a:lnTo>
                  <a:pt x="3152608" y="96519"/>
                </a:lnTo>
                <a:lnTo>
                  <a:pt x="3150037" y="95375"/>
                </a:lnTo>
                <a:lnTo>
                  <a:pt x="3147654" y="94246"/>
                </a:lnTo>
                <a:lnTo>
                  <a:pt x="3145458" y="93131"/>
                </a:lnTo>
                <a:lnTo>
                  <a:pt x="3143450" y="92030"/>
                </a:lnTo>
                <a:lnTo>
                  <a:pt x="3141629" y="90944"/>
                </a:lnTo>
                <a:lnTo>
                  <a:pt x="3139996" y="89872"/>
                </a:lnTo>
                <a:lnTo>
                  <a:pt x="3138551" y="88814"/>
                </a:lnTo>
                <a:lnTo>
                  <a:pt x="3137293" y="87771"/>
                </a:lnTo>
                <a:lnTo>
                  <a:pt x="3136222" y="86742"/>
                </a:lnTo>
                <a:lnTo>
                  <a:pt x="3135339" y="85727"/>
                </a:lnTo>
                <a:lnTo>
                  <a:pt x="3134569" y="84716"/>
                </a:lnTo>
                <a:lnTo>
                  <a:pt x="3133866" y="83668"/>
                </a:lnTo>
                <a:lnTo>
                  <a:pt x="3133229" y="82583"/>
                </a:lnTo>
                <a:lnTo>
                  <a:pt x="3132660" y="81462"/>
                </a:lnTo>
                <a:lnTo>
                  <a:pt x="3132158" y="80304"/>
                </a:lnTo>
                <a:lnTo>
                  <a:pt x="3131722" y="79110"/>
                </a:lnTo>
                <a:lnTo>
                  <a:pt x="3131354" y="77880"/>
                </a:lnTo>
                <a:lnTo>
                  <a:pt x="3131053" y="76613"/>
                </a:lnTo>
                <a:lnTo>
                  <a:pt x="3130818" y="75309"/>
                </a:lnTo>
                <a:lnTo>
                  <a:pt x="3130651" y="73969"/>
                </a:lnTo>
                <a:lnTo>
                  <a:pt x="3130550" y="72593"/>
                </a:lnTo>
                <a:lnTo>
                  <a:pt x="3130517" y="71180"/>
                </a:lnTo>
                <a:lnTo>
                  <a:pt x="3130582" y="69194"/>
                </a:lnTo>
                <a:lnTo>
                  <a:pt x="3130776" y="67268"/>
                </a:lnTo>
                <a:lnTo>
                  <a:pt x="3131100" y="65402"/>
                </a:lnTo>
                <a:lnTo>
                  <a:pt x="3131554" y="63596"/>
                </a:lnTo>
                <a:lnTo>
                  <a:pt x="3132138" y="61849"/>
                </a:lnTo>
                <a:lnTo>
                  <a:pt x="3132851" y="60161"/>
                </a:lnTo>
                <a:lnTo>
                  <a:pt x="3133694" y="58533"/>
                </a:lnTo>
                <a:lnTo>
                  <a:pt x="3134667" y="56965"/>
                </a:lnTo>
                <a:lnTo>
                  <a:pt x="3135770" y="55457"/>
                </a:lnTo>
                <a:lnTo>
                  <a:pt x="3137002" y="54008"/>
                </a:lnTo>
                <a:lnTo>
                  <a:pt x="3138364" y="52619"/>
                </a:lnTo>
                <a:lnTo>
                  <a:pt x="3139855" y="51289"/>
                </a:lnTo>
                <a:lnTo>
                  <a:pt x="3141492" y="50044"/>
                </a:lnTo>
                <a:lnTo>
                  <a:pt x="3143291" y="48907"/>
                </a:lnTo>
                <a:lnTo>
                  <a:pt x="3145250" y="47878"/>
                </a:lnTo>
                <a:lnTo>
                  <a:pt x="3147371" y="46957"/>
                </a:lnTo>
                <a:lnTo>
                  <a:pt x="3149654" y="46145"/>
                </a:lnTo>
                <a:lnTo>
                  <a:pt x="3152098" y="45441"/>
                </a:lnTo>
                <a:lnTo>
                  <a:pt x="3154703" y="44845"/>
                </a:lnTo>
                <a:lnTo>
                  <a:pt x="3157470" y="44358"/>
                </a:lnTo>
                <a:lnTo>
                  <a:pt x="3160398" y="43978"/>
                </a:lnTo>
                <a:lnTo>
                  <a:pt x="3163487" y="43708"/>
                </a:lnTo>
                <a:lnTo>
                  <a:pt x="3166738" y="43545"/>
                </a:lnTo>
                <a:lnTo>
                  <a:pt x="3170150" y="43491"/>
                </a:lnTo>
                <a:lnTo>
                  <a:pt x="3172754" y="43523"/>
                </a:lnTo>
                <a:lnTo>
                  <a:pt x="3175335" y="43618"/>
                </a:lnTo>
                <a:lnTo>
                  <a:pt x="3177893" y="43776"/>
                </a:lnTo>
                <a:lnTo>
                  <a:pt x="3180428" y="43998"/>
                </a:lnTo>
                <a:lnTo>
                  <a:pt x="3182940" y="44283"/>
                </a:lnTo>
                <a:lnTo>
                  <a:pt x="3185429" y="44631"/>
                </a:lnTo>
                <a:lnTo>
                  <a:pt x="3187894" y="45043"/>
                </a:lnTo>
                <a:lnTo>
                  <a:pt x="3190336" y="45517"/>
                </a:lnTo>
                <a:lnTo>
                  <a:pt x="3192756" y="46056"/>
                </a:lnTo>
                <a:lnTo>
                  <a:pt x="3195152" y="46657"/>
                </a:lnTo>
                <a:lnTo>
                  <a:pt x="3197525" y="47322"/>
                </a:lnTo>
                <a:lnTo>
                  <a:pt x="3199874" y="48051"/>
                </a:lnTo>
                <a:lnTo>
                  <a:pt x="3199874" y="62957"/>
                </a:lnTo>
                <a:lnTo>
                  <a:pt x="3197199" y="62032"/>
                </a:lnTo>
                <a:lnTo>
                  <a:pt x="3194550" y="61188"/>
                </a:lnTo>
                <a:lnTo>
                  <a:pt x="3191928" y="60425"/>
                </a:lnTo>
                <a:lnTo>
                  <a:pt x="3189333" y="59742"/>
                </a:lnTo>
                <a:lnTo>
                  <a:pt x="3186765" y="59139"/>
                </a:lnTo>
                <a:lnTo>
                  <a:pt x="3184223" y="58616"/>
                </a:lnTo>
                <a:lnTo>
                  <a:pt x="3181708" y="58174"/>
                </a:lnTo>
                <a:lnTo>
                  <a:pt x="3179220" y="57813"/>
                </a:lnTo>
                <a:lnTo>
                  <a:pt x="3176759" y="57531"/>
                </a:lnTo>
                <a:lnTo>
                  <a:pt x="3174324" y="57330"/>
                </a:lnTo>
                <a:lnTo>
                  <a:pt x="3171917" y="57210"/>
                </a:lnTo>
                <a:lnTo>
                  <a:pt x="3169536" y="57170"/>
                </a:lnTo>
                <a:lnTo>
                  <a:pt x="3167843" y="57195"/>
                </a:lnTo>
                <a:lnTo>
                  <a:pt x="3166212" y="57270"/>
                </a:lnTo>
                <a:lnTo>
                  <a:pt x="3164645" y="57396"/>
                </a:lnTo>
                <a:lnTo>
                  <a:pt x="3163140" y="57573"/>
                </a:lnTo>
                <a:lnTo>
                  <a:pt x="3161698" y="57799"/>
                </a:lnTo>
                <a:lnTo>
                  <a:pt x="3160318" y="58077"/>
                </a:lnTo>
                <a:lnTo>
                  <a:pt x="3159001" y="58404"/>
                </a:lnTo>
                <a:lnTo>
                  <a:pt x="3157747" y="58782"/>
                </a:lnTo>
                <a:lnTo>
                  <a:pt x="3156556" y="59210"/>
                </a:lnTo>
                <a:lnTo>
                  <a:pt x="3155427" y="59689"/>
                </a:lnTo>
                <a:lnTo>
                  <a:pt x="3154361" y="60218"/>
                </a:lnTo>
                <a:lnTo>
                  <a:pt x="3153358" y="60798"/>
                </a:lnTo>
                <a:lnTo>
                  <a:pt x="3152427" y="61414"/>
                </a:lnTo>
                <a:lnTo>
                  <a:pt x="3151577" y="62056"/>
                </a:lnTo>
                <a:lnTo>
                  <a:pt x="3150807" y="62722"/>
                </a:lnTo>
                <a:lnTo>
                  <a:pt x="3150119" y="63413"/>
                </a:lnTo>
                <a:lnTo>
                  <a:pt x="3149512" y="64130"/>
                </a:lnTo>
                <a:lnTo>
                  <a:pt x="3148985" y="64871"/>
                </a:lnTo>
                <a:lnTo>
                  <a:pt x="3148540" y="65637"/>
                </a:lnTo>
                <a:lnTo>
                  <a:pt x="3148175" y="66428"/>
                </a:lnTo>
                <a:lnTo>
                  <a:pt x="3147892" y="67243"/>
                </a:lnTo>
                <a:lnTo>
                  <a:pt x="3147689" y="68084"/>
                </a:lnTo>
                <a:lnTo>
                  <a:pt x="3147568" y="68949"/>
                </a:lnTo>
                <a:lnTo>
                  <a:pt x="3147527" y="69840"/>
                </a:lnTo>
                <a:lnTo>
                  <a:pt x="3147563" y="70699"/>
                </a:lnTo>
                <a:lnTo>
                  <a:pt x="3147669" y="71529"/>
                </a:lnTo>
                <a:lnTo>
                  <a:pt x="3147845" y="72330"/>
                </a:lnTo>
                <a:lnTo>
                  <a:pt x="3148092" y="73102"/>
                </a:lnTo>
                <a:lnTo>
                  <a:pt x="3148410" y="73844"/>
                </a:lnTo>
                <a:lnTo>
                  <a:pt x="3148799" y="74558"/>
                </a:lnTo>
                <a:lnTo>
                  <a:pt x="3149258" y="75242"/>
                </a:lnTo>
                <a:lnTo>
                  <a:pt x="3149788" y="75897"/>
                </a:lnTo>
                <a:lnTo>
                  <a:pt x="3150388" y="76524"/>
                </a:lnTo>
                <a:lnTo>
                  <a:pt x="3151059" y="77121"/>
                </a:lnTo>
                <a:lnTo>
                  <a:pt x="3151801" y="77689"/>
                </a:lnTo>
                <a:lnTo>
                  <a:pt x="3152613" y="78227"/>
                </a:lnTo>
                <a:lnTo>
                  <a:pt x="3153490" y="78758"/>
                </a:lnTo>
                <a:lnTo>
                  <a:pt x="3154454" y="79303"/>
                </a:lnTo>
                <a:lnTo>
                  <a:pt x="3155507" y="79860"/>
                </a:lnTo>
                <a:lnTo>
                  <a:pt x="3156646" y="80431"/>
                </a:lnTo>
                <a:lnTo>
                  <a:pt x="3157874" y="81016"/>
                </a:lnTo>
                <a:lnTo>
                  <a:pt x="3159189" y="81613"/>
                </a:lnTo>
                <a:lnTo>
                  <a:pt x="3160592" y="82225"/>
                </a:lnTo>
                <a:lnTo>
                  <a:pt x="3162083" y="82849"/>
                </a:lnTo>
                <a:lnTo>
                  <a:pt x="3163661" y="83487"/>
                </a:lnTo>
                <a:lnTo>
                  <a:pt x="3165327" y="84138"/>
                </a:lnTo>
                <a:lnTo>
                  <a:pt x="3167081" y="84803"/>
                </a:lnTo>
                <a:lnTo>
                  <a:pt x="3168922" y="85480"/>
                </a:lnTo>
                <a:lnTo>
                  <a:pt x="3179970" y="89500"/>
                </a:lnTo>
                <a:lnTo>
                  <a:pt x="3182436" y="90424"/>
                </a:lnTo>
                <a:lnTo>
                  <a:pt x="3184776" y="91362"/>
                </a:lnTo>
                <a:lnTo>
                  <a:pt x="3186990" y="92314"/>
                </a:lnTo>
                <a:lnTo>
                  <a:pt x="3189080" y="93279"/>
                </a:lnTo>
                <a:lnTo>
                  <a:pt x="3191043" y="94257"/>
                </a:lnTo>
                <a:lnTo>
                  <a:pt x="3192882" y="95250"/>
                </a:lnTo>
                <a:lnTo>
                  <a:pt x="3194595" y="96255"/>
                </a:lnTo>
                <a:lnTo>
                  <a:pt x="3196182" y="97275"/>
                </a:lnTo>
                <a:lnTo>
                  <a:pt x="3197644" y="98308"/>
                </a:lnTo>
                <a:lnTo>
                  <a:pt x="3198981" y="99354"/>
                </a:lnTo>
                <a:lnTo>
                  <a:pt x="3200192" y="100414"/>
                </a:lnTo>
                <a:lnTo>
                  <a:pt x="3201277" y="101488"/>
                </a:lnTo>
                <a:lnTo>
                  <a:pt x="3202258" y="102591"/>
                </a:lnTo>
                <a:lnTo>
                  <a:pt x="3203153" y="103739"/>
                </a:lnTo>
                <a:lnTo>
                  <a:pt x="3203963" y="104932"/>
                </a:lnTo>
                <a:lnTo>
                  <a:pt x="3204687" y="106170"/>
                </a:lnTo>
                <a:lnTo>
                  <a:pt x="3205327" y="107454"/>
                </a:lnTo>
                <a:lnTo>
                  <a:pt x="3205881" y="108782"/>
                </a:lnTo>
                <a:lnTo>
                  <a:pt x="3206350" y="110155"/>
                </a:lnTo>
                <a:lnTo>
                  <a:pt x="3206733" y="111573"/>
                </a:lnTo>
                <a:lnTo>
                  <a:pt x="3207032" y="113036"/>
                </a:lnTo>
                <a:lnTo>
                  <a:pt x="3207245" y="114544"/>
                </a:lnTo>
                <a:lnTo>
                  <a:pt x="3207373" y="116098"/>
                </a:lnTo>
                <a:lnTo>
                  <a:pt x="3207415" y="117696"/>
                </a:lnTo>
                <a:lnTo>
                  <a:pt x="3207347" y="119782"/>
                </a:lnTo>
                <a:lnTo>
                  <a:pt x="3207144" y="121805"/>
                </a:lnTo>
                <a:lnTo>
                  <a:pt x="3206804" y="123766"/>
                </a:lnTo>
                <a:lnTo>
                  <a:pt x="3206329" y="125664"/>
                </a:lnTo>
                <a:lnTo>
                  <a:pt x="3205718" y="127499"/>
                </a:lnTo>
                <a:lnTo>
                  <a:pt x="3204971" y="129272"/>
                </a:lnTo>
                <a:lnTo>
                  <a:pt x="3204088" y="130982"/>
                </a:lnTo>
                <a:lnTo>
                  <a:pt x="3203070" y="132629"/>
                </a:lnTo>
                <a:lnTo>
                  <a:pt x="3201916" y="134214"/>
                </a:lnTo>
                <a:lnTo>
                  <a:pt x="3200626" y="135736"/>
                </a:lnTo>
                <a:lnTo>
                  <a:pt x="3199200" y="137195"/>
                </a:lnTo>
                <a:lnTo>
                  <a:pt x="3197638" y="138592"/>
                </a:lnTo>
                <a:lnTo>
                  <a:pt x="3195928" y="139900"/>
                </a:lnTo>
                <a:lnTo>
                  <a:pt x="3194054" y="141095"/>
                </a:lnTo>
                <a:lnTo>
                  <a:pt x="3192019" y="142175"/>
                </a:lnTo>
                <a:lnTo>
                  <a:pt x="3189820" y="143142"/>
                </a:lnTo>
                <a:lnTo>
                  <a:pt x="3187459" y="143995"/>
                </a:lnTo>
                <a:lnTo>
                  <a:pt x="3184935" y="144735"/>
                </a:lnTo>
                <a:lnTo>
                  <a:pt x="3182249" y="145360"/>
                </a:lnTo>
                <a:lnTo>
                  <a:pt x="3179400" y="145872"/>
                </a:lnTo>
                <a:lnTo>
                  <a:pt x="3176389" y="146270"/>
                </a:lnTo>
                <a:lnTo>
                  <a:pt x="3173215" y="146555"/>
                </a:lnTo>
                <a:lnTo>
                  <a:pt x="3169878" y="146725"/>
                </a:lnTo>
                <a:lnTo>
                  <a:pt x="3166379" y="146782"/>
                </a:lnTo>
                <a:lnTo>
                  <a:pt x="3163245" y="146727"/>
                </a:lnTo>
                <a:lnTo>
                  <a:pt x="3160095" y="146562"/>
                </a:lnTo>
                <a:lnTo>
                  <a:pt x="3156931" y="146286"/>
                </a:lnTo>
                <a:lnTo>
                  <a:pt x="3153753" y="145900"/>
                </a:lnTo>
                <a:lnTo>
                  <a:pt x="3150560" y="145403"/>
                </a:lnTo>
                <a:lnTo>
                  <a:pt x="3147352" y="144796"/>
                </a:lnTo>
                <a:lnTo>
                  <a:pt x="3144130" y="144079"/>
                </a:lnTo>
                <a:lnTo>
                  <a:pt x="3140893" y="143252"/>
                </a:lnTo>
                <a:lnTo>
                  <a:pt x="3137641" y="142314"/>
                </a:lnTo>
                <a:lnTo>
                  <a:pt x="3134375" y="141266"/>
                </a:lnTo>
                <a:lnTo>
                  <a:pt x="3131094" y="140107"/>
                </a:lnTo>
                <a:lnTo>
                  <a:pt x="3127799" y="138839"/>
                </a:lnTo>
                <a:close/>
                <a:moveTo>
                  <a:pt x="3274343" y="146782"/>
                </a:moveTo>
                <a:lnTo>
                  <a:pt x="3270894" y="146680"/>
                </a:lnTo>
                <a:lnTo>
                  <a:pt x="3267563" y="146375"/>
                </a:lnTo>
                <a:lnTo>
                  <a:pt x="3264347" y="145865"/>
                </a:lnTo>
                <a:lnTo>
                  <a:pt x="3261249" y="145152"/>
                </a:lnTo>
                <a:lnTo>
                  <a:pt x="3258268" y="144235"/>
                </a:lnTo>
                <a:lnTo>
                  <a:pt x="3255404" y="143114"/>
                </a:lnTo>
                <a:lnTo>
                  <a:pt x="3252656" y="141789"/>
                </a:lnTo>
                <a:lnTo>
                  <a:pt x="3250026" y="140261"/>
                </a:lnTo>
                <a:lnTo>
                  <a:pt x="3247512" y="138528"/>
                </a:lnTo>
                <a:lnTo>
                  <a:pt x="3245116" y="136592"/>
                </a:lnTo>
                <a:lnTo>
                  <a:pt x="3242836" y="134453"/>
                </a:lnTo>
                <a:lnTo>
                  <a:pt x="3240673" y="132109"/>
                </a:lnTo>
                <a:lnTo>
                  <a:pt x="3238656" y="129610"/>
                </a:lnTo>
                <a:lnTo>
                  <a:pt x="3236815" y="127004"/>
                </a:lnTo>
                <a:lnTo>
                  <a:pt x="3235149" y="124292"/>
                </a:lnTo>
                <a:lnTo>
                  <a:pt x="3233658" y="121473"/>
                </a:lnTo>
                <a:lnTo>
                  <a:pt x="3232343" y="118548"/>
                </a:lnTo>
                <a:lnTo>
                  <a:pt x="3231203" y="115517"/>
                </a:lnTo>
                <a:lnTo>
                  <a:pt x="3230239" y="112379"/>
                </a:lnTo>
                <a:lnTo>
                  <a:pt x="3229449" y="109135"/>
                </a:lnTo>
                <a:lnTo>
                  <a:pt x="3228836" y="105784"/>
                </a:lnTo>
                <a:lnTo>
                  <a:pt x="3228397" y="102327"/>
                </a:lnTo>
                <a:lnTo>
                  <a:pt x="3228134" y="98763"/>
                </a:lnTo>
                <a:lnTo>
                  <a:pt x="3228046" y="95093"/>
                </a:lnTo>
                <a:lnTo>
                  <a:pt x="3228134" y="91423"/>
                </a:lnTo>
                <a:lnTo>
                  <a:pt x="3228397" y="87860"/>
                </a:lnTo>
                <a:lnTo>
                  <a:pt x="3228836" y="84405"/>
                </a:lnTo>
                <a:lnTo>
                  <a:pt x="3229449" y="81056"/>
                </a:lnTo>
                <a:lnTo>
                  <a:pt x="3230239" y="77815"/>
                </a:lnTo>
                <a:lnTo>
                  <a:pt x="3231203" y="74680"/>
                </a:lnTo>
                <a:lnTo>
                  <a:pt x="3232343" y="71653"/>
                </a:lnTo>
                <a:lnTo>
                  <a:pt x="3233658" y="68733"/>
                </a:lnTo>
                <a:lnTo>
                  <a:pt x="3235149" y="65920"/>
                </a:lnTo>
                <a:lnTo>
                  <a:pt x="3236815" y="63214"/>
                </a:lnTo>
                <a:lnTo>
                  <a:pt x="3238656" y="60615"/>
                </a:lnTo>
                <a:lnTo>
                  <a:pt x="3240673" y="58123"/>
                </a:lnTo>
                <a:lnTo>
                  <a:pt x="3242836" y="55786"/>
                </a:lnTo>
                <a:lnTo>
                  <a:pt x="3245116" y="53652"/>
                </a:lnTo>
                <a:lnTo>
                  <a:pt x="3247512" y="51722"/>
                </a:lnTo>
                <a:lnTo>
                  <a:pt x="3250026" y="49994"/>
                </a:lnTo>
                <a:lnTo>
                  <a:pt x="3252656" y="48470"/>
                </a:lnTo>
                <a:lnTo>
                  <a:pt x="3255404" y="47149"/>
                </a:lnTo>
                <a:lnTo>
                  <a:pt x="3258268" y="46031"/>
                </a:lnTo>
                <a:lnTo>
                  <a:pt x="3261249" y="45117"/>
                </a:lnTo>
                <a:lnTo>
                  <a:pt x="3264347" y="44406"/>
                </a:lnTo>
                <a:lnTo>
                  <a:pt x="3267563" y="43897"/>
                </a:lnTo>
                <a:lnTo>
                  <a:pt x="3270894" y="43593"/>
                </a:lnTo>
                <a:lnTo>
                  <a:pt x="3274343" y="43491"/>
                </a:lnTo>
                <a:lnTo>
                  <a:pt x="3277778" y="43593"/>
                </a:lnTo>
                <a:lnTo>
                  <a:pt x="3281097" y="43897"/>
                </a:lnTo>
                <a:lnTo>
                  <a:pt x="3284301" y="44406"/>
                </a:lnTo>
                <a:lnTo>
                  <a:pt x="3287389" y="45117"/>
                </a:lnTo>
                <a:lnTo>
                  <a:pt x="3290361" y="46031"/>
                </a:lnTo>
                <a:lnTo>
                  <a:pt x="3293217" y="47149"/>
                </a:lnTo>
                <a:lnTo>
                  <a:pt x="3295958" y="48470"/>
                </a:lnTo>
                <a:lnTo>
                  <a:pt x="3298583" y="49994"/>
                </a:lnTo>
                <a:lnTo>
                  <a:pt x="3301092" y="51722"/>
                </a:lnTo>
                <a:lnTo>
                  <a:pt x="3303486" y="53652"/>
                </a:lnTo>
                <a:lnTo>
                  <a:pt x="3305764" y="55786"/>
                </a:lnTo>
                <a:lnTo>
                  <a:pt x="3307926" y="58123"/>
                </a:lnTo>
                <a:lnTo>
                  <a:pt x="3309943" y="60615"/>
                </a:lnTo>
                <a:lnTo>
                  <a:pt x="3311784" y="63214"/>
                </a:lnTo>
                <a:lnTo>
                  <a:pt x="3313450" y="65920"/>
                </a:lnTo>
                <a:lnTo>
                  <a:pt x="3314941" y="68733"/>
                </a:lnTo>
                <a:lnTo>
                  <a:pt x="3316256" y="71653"/>
                </a:lnTo>
                <a:lnTo>
                  <a:pt x="3317396" y="74680"/>
                </a:lnTo>
                <a:lnTo>
                  <a:pt x="3318361" y="77815"/>
                </a:lnTo>
                <a:lnTo>
                  <a:pt x="3319150" y="81056"/>
                </a:lnTo>
                <a:lnTo>
                  <a:pt x="3319763" y="84405"/>
                </a:lnTo>
                <a:lnTo>
                  <a:pt x="3320202" y="87860"/>
                </a:lnTo>
                <a:lnTo>
                  <a:pt x="3320465" y="91423"/>
                </a:lnTo>
                <a:lnTo>
                  <a:pt x="3320553" y="95093"/>
                </a:lnTo>
                <a:lnTo>
                  <a:pt x="3320465" y="98763"/>
                </a:lnTo>
                <a:lnTo>
                  <a:pt x="3320202" y="102327"/>
                </a:lnTo>
                <a:lnTo>
                  <a:pt x="3319763" y="105784"/>
                </a:lnTo>
                <a:lnTo>
                  <a:pt x="3319150" y="109135"/>
                </a:lnTo>
                <a:lnTo>
                  <a:pt x="3318361" y="112379"/>
                </a:lnTo>
                <a:lnTo>
                  <a:pt x="3317396" y="115517"/>
                </a:lnTo>
                <a:lnTo>
                  <a:pt x="3316256" y="118548"/>
                </a:lnTo>
                <a:lnTo>
                  <a:pt x="3314941" y="121473"/>
                </a:lnTo>
                <a:lnTo>
                  <a:pt x="3313450" y="124292"/>
                </a:lnTo>
                <a:lnTo>
                  <a:pt x="3311784" y="127004"/>
                </a:lnTo>
                <a:lnTo>
                  <a:pt x="3309943" y="129610"/>
                </a:lnTo>
                <a:lnTo>
                  <a:pt x="3307926" y="132109"/>
                </a:lnTo>
                <a:lnTo>
                  <a:pt x="3305764" y="134453"/>
                </a:lnTo>
                <a:lnTo>
                  <a:pt x="3303486" y="136592"/>
                </a:lnTo>
                <a:lnTo>
                  <a:pt x="3301092" y="138528"/>
                </a:lnTo>
                <a:lnTo>
                  <a:pt x="3298583" y="140261"/>
                </a:lnTo>
                <a:lnTo>
                  <a:pt x="3295958" y="141789"/>
                </a:lnTo>
                <a:lnTo>
                  <a:pt x="3293217" y="143114"/>
                </a:lnTo>
                <a:lnTo>
                  <a:pt x="3290361" y="144235"/>
                </a:lnTo>
                <a:lnTo>
                  <a:pt x="3287389" y="145152"/>
                </a:lnTo>
                <a:lnTo>
                  <a:pt x="3284301" y="145865"/>
                </a:lnTo>
                <a:lnTo>
                  <a:pt x="3281097" y="146375"/>
                </a:lnTo>
                <a:lnTo>
                  <a:pt x="3277778" y="146680"/>
                </a:lnTo>
                <a:lnTo>
                  <a:pt x="3274343" y="146782"/>
                </a:lnTo>
                <a:moveTo>
                  <a:pt x="3274343" y="133104"/>
                </a:moveTo>
                <a:lnTo>
                  <a:pt x="3276484" y="133033"/>
                </a:lnTo>
                <a:lnTo>
                  <a:pt x="3278550" y="132822"/>
                </a:lnTo>
                <a:lnTo>
                  <a:pt x="3280542" y="132470"/>
                </a:lnTo>
                <a:lnTo>
                  <a:pt x="3282459" y="131977"/>
                </a:lnTo>
                <a:lnTo>
                  <a:pt x="3284302" y="131344"/>
                </a:lnTo>
                <a:lnTo>
                  <a:pt x="3286071" y="130570"/>
                </a:lnTo>
                <a:lnTo>
                  <a:pt x="3287766" y="129655"/>
                </a:lnTo>
                <a:lnTo>
                  <a:pt x="3289386" y="128599"/>
                </a:lnTo>
                <a:lnTo>
                  <a:pt x="3290932" y="127402"/>
                </a:lnTo>
                <a:lnTo>
                  <a:pt x="3292404" y="126065"/>
                </a:lnTo>
                <a:lnTo>
                  <a:pt x="3293801" y="124587"/>
                </a:lnTo>
                <a:lnTo>
                  <a:pt x="3295124" y="122968"/>
                </a:lnTo>
                <a:lnTo>
                  <a:pt x="3296357" y="121226"/>
                </a:lnTo>
                <a:lnTo>
                  <a:pt x="3297482" y="119378"/>
                </a:lnTo>
                <a:lnTo>
                  <a:pt x="3298500" y="117425"/>
                </a:lnTo>
                <a:lnTo>
                  <a:pt x="3299411" y="115366"/>
                </a:lnTo>
                <a:lnTo>
                  <a:pt x="3300215" y="113201"/>
                </a:lnTo>
                <a:lnTo>
                  <a:pt x="3300911" y="110931"/>
                </a:lnTo>
                <a:lnTo>
                  <a:pt x="3301501" y="108556"/>
                </a:lnTo>
                <a:lnTo>
                  <a:pt x="3301983" y="106074"/>
                </a:lnTo>
                <a:lnTo>
                  <a:pt x="3302358" y="103487"/>
                </a:lnTo>
                <a:lnTo>
                  <a:pt x="3302626" y="100795"/>
                </a:lnTo>
                <a:lnTo>
                  <a:pt x="3302787" y="97997"/>
                </a:lnTo>
                <a:lnTo>
                  <a:pt x="3302841" y="95093"/>
                </a:lnTo>
                <a:lnTo>
                  <a:pt x="3302787" y="92203"/>
                </a:lnTo>
                <a:lnTo>
                  <a:pt x="3302626" y="89418"/>
                </a:lnTo>
                <a:lnTo>
                  <a:pt x="3302358" y="86737"/>
                </a:lnTo>
                <a:lnTo>
                  <a:pt x="3301983" y="84160"/>
                </a:lnTo>
                <a:lnTo>
                  <a:pt x="3301501" y="81688"/>
                </a:lnTo>
                <a:lnTo>
                  <a:pt x="3300911" y="79320"/>
                </a:lnTo>
                <a:lnTo>
                  <a:pt x="3300215" y="77057"/>
                </a:lnTo>
                <a:lnTo>
                  <a:pt x="3299411" y="74898"/>
                </a:lnTo>
                <a:lnTo>
                  <a:pt x="3298500" y="72843"/>
                </a:lnTo>
                <a:lnTo>
                  <a:pt x="3297482" y="70893"/>
                </a:lnTo>
                <a:lnTo>
                  <a:pt x="3296357" y="69047"/>
                </a:lnTo>
                <a:lnTo>
                  <a:pt x="3295124" y="67305"/>
                </a:lnTo>
                <a:lnTo>
                  <a:pt x="3293801" y="65686"/>
                </a:lnTo>
                <a:lnTo>
                  <a:pt x="3292404" y="64208"/>
                </a:lnTo>
                <a:lnTo>
                  <a:pt x="3290932" y="62871"/>
                </a:lnTo>
                <a:lnTo>
                  <a:pt x="3289386" y="61674"/>
                </a:lnTo>
                <a:lnTo>
                  <a:pt x="3287766" y="60619"/>
                </a:lnTo>
                <a:lnTo>
                  <a:pt x="3286071" y="59704"/>
                </a:lnTo>
                <a:lnTo>
                  <a:pt x="3284302" y="58929"/>
                </a:lnTo>
                <a:lnTo>
                  <a:pt x="3282459" y="58296"/>
                </a:lnTo>
                <a:lnTo>
                  <a:pt x="3280542" y="57803"/>
                </a:lnTo>
                <a:lnTo>
                  <a:pt x="3278550" y="57451"/>
                </a:lnTo>
                <a:lnTo>
                  <a:pt x="3276484" y="57240"/>
                </a:lnTo>
                <a:lnTo>
                  <a:pt x="3274343" y="57170"/>
                </a:lnTo>
                <a:lnTo>
                  <a:pt x="3272189" y="57240"/>
                </a:lnTo>
                <a:lnTo>
                  <a:pt x="3270110" y="57451"/>
                </a:lnTo>
                <a:lnTo>
                  <a:pt x="3268107" y="57803"/>
                </a:lnTo>
                <a:lnTo>
                  <a:pt x="3266179" y="58296"/>
                </a:lnTo>
                <a:lnTo>
                  <a:pt x="3264327" y="58929"/>
                </a:lnTo>
                <a:lnTo>
                  <a:pt x="3262550" y="59704"/>
                </a:lnTo>
                <a:lnTo>
                  <a:pt x="3260849" y="60619"/>
                </a:lnTo>
                <a:lnTo>
                  <a:pt x="3259223" y="61674"/>
                </a:lnTo>
                <a:lnTo>
                  <a:pt x="3257673" y="62871"/>
                </a:lnTo>
                <a:lnTo>
                  <a:pt x="3256198" y="64208"/>
                </a:lnTo>
                <a:lnTo>
                  <a:pt x="3254798" y="65686"/>
                </a:lnTo>
                <a:lnTo>
                  <a:pt x="3253475" y="67305"/>
                </a:lnTo>
                <a:lnTo>
                  <a:pt x="3252242" y="69047"/>
                </a:lnTo>
                <a:lnTo>
                  <a:pt x="3251117" y="70893"/>
                </a:lnTo>
                <a:lnTo>
                  <a:pt x="3250099" y="72843"/>
                </a:lnTo>
                <a:lnTo>
                  <a:pt x="3249188" y="74898"/>
                </a:lnTo>
                <a:lnTo>
                  <a:pt x="3248384" y="77057"/>
                </a:lnTo>
                <a:lnTo>
                  <a:pt x="3247688" y="79320"/>
                </a:lnTo>
                <a:lnTo>
                  <a:pt x="3247098" y="81688"/>
                </a:lnTo>
                <a:lnTo>
                  <a:pt x="3246616" y="84160"/>
                </a:lnTo>
                <a:lnTo>
                  <a:pt x="3246241" y="86737"/>
                </a:lnTo>
                <a:lnTo>
                  <a:pt x="3245973" y="89418"/>
                </a:lnTo>
                <a:lnTo>
                  <a:pt x="3245812" y="92203"/>
                </a:lnTo>
                <a:lnTo>
                  <a:pt x="3245759" y="95093"/>
                </a:lnTo>
                <a:lnTo>
                  <a:pt x="3245812" y="97997"/>
                </a:lnTo>
                <a:lnTo>
                  <a:pt x="3245973" y="100795"/>
                </a:lnTo>
                <a:lnTo>
                  <a:pt x="3246241" y="103487"/>
                </a:lnTo>
                <a:lnTo>
                  <a:pt x="3246616" y="106074"/>
                </a:lnTo>
                <a:lnTo>
                  <a:pt x="3247098" y="108556"/>
                </a:lnTo>
                <a:lnTo>
                  <a:pt x="3247688" y="110931"/>
                </a:lnTo>
                <a:lnTo>
                  <a:pt x="3248384" y="113201"/>
                </a:lnTo>
                <a:lnTo>
                  <a:pt x="3249188" y="115366"/>
                </a:lnTo>
                <a:lnTo>
                  <a:pt x="3250099" y="117425"/>
                </a:lnTo>
                <a:lnTo>
                  <a:pt x="3251117" y="119378"/>
                </a:lnTo>
                <a:lnTo>
                  <a:pt x="3252242" y="121226"/>
                </a:lnTo>
                <a:lnTo>
                  <a:pt x="3253475" y="122968"/>
                </a:lnTo>
                <a:lnTo>
                  <a:pt x="3254798" y="124587"/>
                </a:lnTo>
                <a:lnTo>
                  <a:pt x="3256198" y="126065"/>
                </a:lnTo>
                <a:lnTo>
                  <a:pt x="3257673" y="127402"/>
                </a:lnTo>
                <a:lnTo>
                  <a:pt x="3259223" y="128599"/>
                </a:lnTo>
                <a:lnTo>
                  <a:pt x="3260849" y="129655"/>
                </a:lnTo>
                <a:lnTo>
                  <a:pt x="3262550" y="130570"/>
                </a:lnTo>
                <a:lnTo>
                  <a:pt x="3264327" y="131344"/>
                </a:lnTo>
                <a:lnTo>
                  <a:pt x="3266179" y="131977"/>
                </a:lnTo>
                <a:lnTo>
                  <a:pt x="3268107" y="132470"/>
                </a:lnTo>
                <a:lnTo>
                  <a:pt x="3270110" y="132822"/>
                </a:lnTo>
                <a:lnTo>
                  <a:pt x="3272189" y="133033"/>
                </a:lnTo>
                <a:lnTo>
                  <a:pt x="3274343" y="133104"/>
                </a:lnTo>
                <a:close/>
                <a:moveTo>
                  <a:pt x="3349689" y="144152"/>
                </a:moveTo>
                <a:lnTo>
                  <a:pt x="3349689" y="46122"/>
                </a:lnTo>
                <a:lnTo>
                  <a:pt x="3365998" y="46122"/>
                </a:lnTo>
                <a:lnTo>
                  <a:pt x="3365998" y="67656"/>
                </a:lnTo>
                <a:lnTo>
                  <a:pt x="3367285" y="65677"/>
                </a:lnTo>
                <a:lnTo>
                  <a:pt x="3368603" y="63783"/>
                </a:lnTo>
                <a:lnTo>
                  <a:pt x="3369952" y="61974"/>
                </a:lnTo>
                <a:lnTo>
                  <a:pt x="3371332" y="60250"/>
                </a:lnTo>
                <a:lnTo>
                  <a:pt x="3372744" y="58610"/>
                </a:lnTo>
                <a:lnTo>
                  <a:pt x="3374186" y="57056"/>
                </a:lnTo>
                <a:lnTo>
                  <a:pt x="3375659" y="55586"/>
                </a:lnTo>
                <a:lnTo>
                  <a:pt x="3377163" y="54202"/>
                </a:lnTo>
                <a:lnTo>
                  <a:pt x="3378699" y="52902"/>
                </a:lnTo>
                <a:lnTo>
                  <a:pt x="3380265" y="51687"/>
                </a:lnTo>
                <a:lnTo>
                  <a:pt x="3381863" y="50556"/>
                </a:lnTo>
                <a:lnTo>
                  <a:pt x="3383491" y="49511"/>
                </a:lnTo>
                <a:lnTo>
                  <a:pt x="3385151" y="48550"/>
                </a:lnTo>
                <a:lnTo>
                  <a:pt x="3386841" y="47672"/>
                </a:lnTo>
                <a:lnTo>
                  <a:pt x="3388563" y="46877"/>
                </a:lnTo>
                <a:lnTo>
                  <a:pt x="3390316" y="46167"/>
                </a:lnTo>
                <a:lnTo>
                  <a:pt x="3392100" y="45540"/>
                </a:lnTo>
                <a:lnTo>
                  <a:pt x="3393915" y="44996"/>
                </a:lnTo>
                <a:lnTo>
                  <a:pt x="3395760" y="44536"/>
                </a:lnTo>
                <a:lnTo>
                  <a:pt x="3397637" y="44160"/>
                </a:lnTo>
                <a:lnTo>
                  <a:pt x="3399545" y="43867"/>
                </a:lnTo>
                <a:lnTo>
                  <a:pt x="3401485" y="43658"/>
                </a:lnTo>
                <a:lnTo>
                  <a:pt x="3403455" y="43533"/>
                </a:lnTo>
                <a:lnTo>
                  <a:pt x="3405456" y="43491"/>
                </a:lnTo>
                <a:lnTo>
                  <a:pt x="3406932" y="43509"/>
                </a:lnTo>
                <a:lnTo>
                  <a:pt x="3408408" y="43564"/>
                </a:lnTo>
                <a:lnTo>
                  <a:pt x="3409884" y="43655"/>
                </a:lnTo>
                <a:lnTo>
                  <a:pt x="3411360" y="43783"/>
                </a:lnTo>
                <a:lnTo>
                  <a:pt x="3412836" y="43948"/>
                </a:lnTo>
                <a:lnTo>
                  <a:pt x="3414312" y="44149"/>
                </a:lnTo>
                <a:lnTo>
                  <a:pt x="3415788" y="44386"/>
                </a:lnTo>
                <a:lnTo>
                  <a:pt x="3417264" y="44660"/>
                </a:lnTo>
                <a:lnTo>
                  <a:pt x="3418740" y="44971"/>
                </a:lnTo>
                <a:lnTo>
                  <a:pt x="3420216" y="45318"/>
                </a:lnTo>
                <a:lnTo>
                  <a:pt x="3421692" y="45701"/>
                </a:lnTo>
                <a:lnTo>
                  <a:pt x="3423168" y="46122"/>
                </a:lnTo>
                <a:lnTo>
                  <a:pt x="3423168" y="81546"/>
                </a:lnTo>
                <a:lnTo>
                  <a:pt x="3407473" y="81546"/>
                </a:lnTo>
                <a:lnTo>
                  <a:pt x="3407473" y="59271"/>
                </a:lnTo>
                <a:lnTo>
                  <a:pt x="3406798" y="59160"/>
                </a:lnTo>
                <a:lnTo>
                  <a:pt x="3406148" y="59058"/>
                </a:lnTo>
                <a:lnTo>
                  <a:pt x="3405522" y="58966"/>
                </a:lnTo>
                <a:lnTo>
                  <a:pt x="3404920" y="58883"/>
                </a:lnTo>
                <a:lnTo>
                  <a:pt x="3404343" y="58810"/>
                </a:lnTo>
                <a:lnTo>
                  <a:pt x="3403790" y="58747"/>
                </a:lnTo>
                <a:lnTo>
                  <a:pt x="3403261" y="58694"/>
                </a:lnTo>
                <a:lnTo>
                  <a:pt x="3402757" y="58650"/>
                </a:lnTo>
                <a:lnTo>
                  <a:pt x="3402277" y="58616"/>
                </a:lnTo>
                <a:lnTo>
                  <a:pt x="3401822" y="58592"/>
                </a:lnTo>
                <a:lnTo>
                  <a:pt x="3401391" y="58577"/>
                </a:lnTo>
                <a:lnTo>
                  <a:pt x="3400984" y="58573"/>
                </a:lnTo>
                <a:lnTo>
                  <a:pt x="3399467" y="58622"/>
                </a:lnTo>
                <a:lnTo>
                  <a:pt x="3397954" y="58772"/>
                </a:lnTo>
                <a:lnTo>
                  <a:pt x="3396446" y="59021"/>
                </a:lnTo>
                <a:lnTo>
                  <a:pt x="3394944" y="59369"/>
                </a:lnTo>
                <a:lnTo>
                  <a:pt x="3393446" y="59817"/>
                </a:lnTo>
                <a:lnTo>
                  <a:pt x="3391953" y="60365"/>
                </a:lnTo>
                <a:lnTo>
                  <a:pt x="3390464" y="61012"/>
                </a:lnTo>
                <a:lnTo>
                  <a:pt x="3388981" y="61758"/>
                </a:lnTo>
                <a:lnTo>
                  <a:pt x="3387503" y="62605"/>
                </a:lnTo>
                <a:lnTo>
                  <a:pt x="3386029" y="63550"/>
                </a:lnTo>
                <a:lnTo>
                  <a:pt x="3384560" y="64596"/>
                </a:lnTo>
                <a:lnTo>
                  <a:pt x="3383097" y="65741"/>
                </a:lnTo>
                <a:lnTo>
                  <a:pt x="3381638" y="66985"/>
                </a:lnTo>
                <a:lnTo>
                  <a:pt x="3380186" y="68329"/>
                </a:lnTo>
                <a:lnTo>
                  <a:pt x="3378740" y="69773"/>
                </a:lnTo>
                <a:lnTo>
                  <a:pt x="3377300" y="71316"/>
                </a:lnTo>
                <a:lnTo>
                  <a:pt x="3375866" y="72959"/>
                </a:lnTo>
                <a:lnTo>
                  <a:pt x="3374438" y="74701"/>
                </a:lnTo>
                <a:lnTo>
                  <a:pt x="3373016" y="76543"/>
                </a:lnTo>
                <a:lnTo>
                  <a:pt x="3371600" y="78484"/>
                </a:lnTo>
                <a:lnTo>
                  <a:pt x="3370191" y="80525"/>
                </a:lnTo>
                <a:lnTo>
                  <a:pt x="3368787" y="82665"/>
                </a:lnTo>
                <a:lnTo>
                  <a:pt x="3367390" y="84906"/>
                </a:lnTo>
                <a:lnTo>
                  <a:pt x="3365998" y="87245"/>
                </a:lnTo>
                <a:lnTo>
                  <a:pt x="3365998" y="144152"/>
                </a:lnTo>
                <a:lnTo>
                  <a:pt x="3349689" y="144152"/>
                </a:lnTo>
                <a:close/>
                <a:moveTo>
                  <a:pt x="3441345" y="96540"/>
                </a:moveTo>
                <a:lnTo>
                  <a:pt x="3536569" y="48927"/>
                </a:lnTo>
                <a:lnTo>
                  <a:pt x="3536569" y="64094"/>
                </a:lnTo>
                <a:lnTo>
                  <a:pt x="3471508" y="96427"/>
                </a:lnTo>
                <a:lnTo>
                  <a:pt x="3536569" y="129128"/>
                </a:lnTo>
                <a:lnTo>
                  <a:pt x="3536569" y="144152"/>
                </a:lnTo>
                <a:lnTo>
                  <a:pt x="3441345" y="96540"/>
                </a:lnTo>
                <a:close/>
                <a:moveTo>
                  <a:pt x="3587977" y="86456"/>
                </a:moveTo>
                <a:lnTo>
                  <a:pt x="3589819" y="55964"/>
                </a:lnTo>
                <a:lnTo>
                  <a:pt x="3565004" y="72555"/>
                </a:lnTo>
                <a:lnTo>
                  <a:pt x="3556850" y="58425"/>
                </a:lnTo>
                <a:lnTo>
                  <a:pt x="3583768" y="45245"/>
                </a:lnTo>
                <a:lnTo>
                  <a:pt x="3556850" y="31917"/>
                </a:lnTo>
                <a:lnTo>
                  <a:pt x="3565004" y="17860"/>
                </a:lnTo>
                <a:lnTo>
                  <a:pt x="3589819" y="34547"/>
                </a:lnTo>
                <a:lnTo>
                  <a:pt x="3587977" y="4033"/>
                </a:lnTo>
                <a:lnTo>
                  <a:pt x="3604462" y="4033"/>
                </a:lnTo>
                <a:lnTo>
                  <a:pt x="3602182" y="34547"/>
                </a:lnTo>
                <a:lnTo>
                  <a:pt x="3627522" y="18022"/>
                </a:lnTo>
                <a:lnTo>
                  <a:pt x="3635765" y="31917"/>
                </a:lnTo>
                <a:lnTo>
                  <a:pt x="3608758" y="45245"/>
                </a:lnTo>
                <a:lnTo>
                  <a:pt x="3635765" y="58425"/>
                </a:lnTo>
                <a:lnTo>
                  <a:pt x="3627522" y="72638"/>
                </a:lnTo>
                <a:lnTo>
                  <a:pt x="3602182" y="55964"/>
                </a:lnTo>
                <a:lnTo>
                  <a:pt x="3604462" y="86456"/>
                </a:lnTo>
                <a:lnTo>
                  <a:pt x="3587977" y="86456"/>
                </a:lnTo>
                <a:close/>
                <a:moveTo>
                  <a:pt x="3673582" y="144152"/>
                </a:moveTo>
                <a:lnTo>
                  <a:pt x="3654730" y="144152"/>
                </a:lnTo>
                <a:lnTo>
                  <a:pt x="3693207" y="92999"/>
                </a:lnTo>
                <a:lnTo>
                  <a:pt x="3657273" y="46122"/>
                </a:lnTo>
                <a:lnTo>
                  <a:pt x="3678142" y="46122"/>
                </a:lnTo>
                <a:lnTo>
                  <a:pt x="3703559" y="79241"/>
                </a:lnTo>
                <a:lnTo>
                  <a:pt x="3728472" y="46122"/>
                </a:lnTo>
                <a:lnTo>
                  <a:pt x="3746973" y="46122"/>
                </a:lnTo>
                <a:lnTo>
                  <a:pt x="3712985" y="91522"/>
                </a:lnTo>
                <a:lnTo>
                  <a:pt x="3753374" y="144152"/>
                </a:lnTo>
                <a:lnTo>
                  <a:pt x="3732418" y="144152"/>
                </a:lnTo>
                <a:lnTo>
                  <a:pt x="3702652" y="105322"/>
                </a:lnTo>
                <a:lnTo>
                  <a:pt x="3673582" y="144152"/>
                </a:lnTo>
                <a:close/>
                <a:moveTo>
                  <a:pt x="3793559" y="144152"/>
                </a:moveTo>
                <a:lnTo>
                  <a:pt x="3793559" y="68042"/>
                </a:lnTo>
                <a:lnTo>
                  <a:pt x="3771813" y="68042"/>
                </a:lnTo>
                <a:lnTo>
                  <a:pt x="3771813" y="54364"/>
                </a:lnTo>
                <a:lnTo>
                  <a:pt x="3793559" y="54364"/>
                </a:lnTo>
                <a:lnTo>
                  <a:pt x="3793559" y="49812"/>
                </a:lnTo>
                <a:lnTo>
                  <a:pt x="3793589" y="46658"/>
                </a:lnTo>
                <a:lnTo>
                  <a:pt x="3793681" y="43643"/>
                </a:lnTo>
                <a:lnTo>
                  <a:pt x="3793833" y="40768"/>
                </a:lnTo>
                <a:lnTo>
                  <a:pt x="3794046" y="38033"/>
                </a:lnTo>
                <a:lnTo>
                  <a:pt x="3794320" y="35437"/>
                </a:lnTo>
                <a:lnTo>
                  <a:pt x="3794655" y="32982"/>
                </a:lnTo>
                <a:lnTo>
                  <a:pt x="3795051" y="30666"/>
                </a:lnTo>
                <a:lnTo>
                  <a:pt x="3795507" y="28491"/>
                </a:lnTo>
                <a:lnTo>
                  <a:pt x="3796025" y="26455"/>
                </a:lnTo>
                <a:lnTo>
                  <a:pt x="3796603" y="24559"/>
                </a:lnTo>
                <a:lnTo>
                  <a:pt x="3797243" y="22803"/>
                </a:lnTo>
                <a:lnTo>
                  <a:pt x="3797943" y="21187"/>
                </a:lnTo>
                <a:lnTo>
                  <a:pt x="3798707" y="19663"/>
                </a:lnTo>
                <a:lnTo>
                  <a:pt x="3799537" y="18185"/>
                </a:lnTo>
                <a:lnTo>
                  <a:pt x="3800434" y="16754"/>
                </a:lnTo>
                <a:lnTo>
                  <a:pt x="3801397" y="15369"/>
                </a:lnTo>
                <a:lnTo>
                  <a:pt x="3802426" y="14031"/>
                </a:lnTo>
                <a:lnTo>
                  <a:pt x="3803522" y="12738"/>
                </a:lnTo>
                <a:lnTo>
                  <a:pt x="3804684" y="11492"/>
                </a:lnTo>
                <a:lnTo>
                  <a:pt x="3805913" y="10292"/>
                </a:lnTo>
                <a:lnTo>
                  <a:pt x="3807207" y="9138"/>
                </a:lnTo>
                <a:lnTo>
                  <a:pt x="3808569" y="8031"/>
                </a:lnTo>
                <a:lnTo>
                  <a:pt x="3809996" y="6969"/>
                </a:lnTo>
                <a:lnTo>
                  <a:pt x="3811490" y="5954"/>
                </a:lnTo>
                <a:lnTo>
                  <a:pt x="3813058" y="5003"/>
                </a:lnTo>
                <a:lnTo>
                  <a:pt x="3814709" y="4135"/>
                </a:lnTo>
                <a:lnTo>
                  <a:pt x="3816442" y="3349"/>
                </a:lnTo>
                <a:lnTo>
                  <a:pt x="3818256" y="2646"/>
                </a:lnTo>
                <a:lnTo>
                  <a:pt x="3820153" y="2026"/>
                </a:lnTo>
                <a:lnTo>
                  <a:pt x="3822133" y="1489"/>
                </a:lnTo>
                <a:lnTo>
                  <a:pt x="3824194" y="1034"/>
                </a:lnTo>
                <a:lnTo>
                  <a:pt x="3826338" y="662"/>
                </a:lnTo>
                <a:lnTo>
                  <a:pt x="3828564" y="372"/>
                </a:lnTo>
                <a:lnTo>
                  <a:pt x="3830872" y="165"/>
                </a:lnTo>
                <a:lnTo>
                  <a:pt x="3833262" y="41"/>
                </a:lnTo>
                <a:lnTo>
                  <a:pt x="3835735" y="0"/>
                </a:lnTo>
                <a:lnTo>
                  <a:pt x="3837637" y="16"/>
                </a:lnTo>
                <a:lnTo>
                  <a:pt x="3839544" y="66"/>
                </a:lnTo>
                <a:lnTo>
                  <a:pt x="3841456" y="148"/>
                </a:lnTo>
                <a:lnTo>
                  <a:pt x="3843373" y="263"/>
                </a:lnTo>
                <a:lnTo>
                  <a:pt x="3845295" y="411"/>
                </a:lnTo>
                <a:lnTo>
                  <a:pt x="3847221" y="592"/>
                </a:lnTo>
                <a:lnTo>
                  <a:pt x="3849153" y="806"/>
                </a:lnTo>
                <a:lnTo>
                  <a:pt x="3851089" y="1052"/>
                </a:lnTo>
                <a:lnTo>
                  <a:pt x="3853030" y="1332"/>
                </a:lnTo>
                <a:lnTo>
                  <a:pt x="3854976" y="1644"/>
                </a:lnTo>
                <a:lnTo>
                  <a:pt x="3856927" y="1989"/>
                </a:lnTo>
                <a:lnTo>
                  <a:pt x="3858883" y="2367"/>
                </a:lnTo>
                <a:lnTo>
                  <a:pt x="3858883" y="17887"/>
                </a:lnTo>
                <a:lnTo>
                  <a:pt x="3856784" y="17215"/>
                </a:lnTo>
                <a:lnTo>
                  <a:pt x="3854725" y="16601"/>
                </a:lnTo>
                <a:lnTo>
                  <a:pt x="3852707" y="16046"/>
                </a:lnTo>
                <a:lnTo>
                  <a:pt x="3850729" y="15549"/>
                </a:lnTo>
                <a:lnTo>
                  <a:pt x="3848790" y="15111"/>
                </a:lnTo>
                <a:lnTo>
                  <a:pt x="3846892" y="14731"/>
                </a:lnTo>
                <a:lnTo>
                  <a:pt x="3845035" y="14409"/>
                </a:lnTo>
                <a:lnTo>
                  <a:pt x="3843217" y="14146"/>
                </a:lnTo>
                <a:lnTo>
                  <a:pt x="3841440" y="13942"/>
                </a:lnTo>
                <a:lnTo>
                  <a:pt x="3839702" y="13796"/>
                </a:lnTo>
                <a:lnTo>
                  <a:pt x="3838005" y="13708"/>
                </a:lnTo>
                <a:lnTo>
                  <a:pt x="3836348" y="13679"/>
                </a:lnTo>
                <a:lnTo>
                  <a:pt x="3835061" y="13699"/>
                </a:lnTo>
                <a:lnTo>
                  <a:pt x="3833798" y="13759"/>
                </a:lnTo>
                <a:lnTo>
                  <a:pt x="3832562" y="13859"/>
                </a:lnTo>
                <a:lnTo>
                  <a:pt x="3831350" y="14000"/>
                </a:lnTo>
                <a:lnTo>
                  <a:pt x="3830165" y="14180"/>
                </a:lnTo>
                <a:lnTo>
                  <a:pt x="3829005" y="14401"/>
                </a:lnTo>
                <a:lnTo>
                  <a:pt x="3827871" y="14661"/>
                </a:lnTo>
                <a:lnTo>
                  <a:pt x="3826762" y="14962"/>
                </a:lnTo>
                <a:lnTo>
                  <a:pt x="3825678" y="15303"/>
                </a:lnTo>
                <a:lnTo>
                  <a:pt x="3824621" y="15684"/>
                </a:lnTo>
                <a:lnTo>
                  <a:pt x="3823589" y="16105"/>
                </a:lnTo>
                <a:lnTo>
                  <a:pt x="3822582" y="16567"/>
                </a:lnTo>
                <a:lnTo>
                  <a:pt x="3821606" y="17073"/>
                </a:lnTo>
                <a:lnTo>
                  <a:pt x="3820667" y="17629"/>
                </a:lnTo>
                <a:lnTo>
                  <a:pt x="3819763" y="18236"/>
                </a:lnTo>
                <a:lnTo>
                  <a:pt x="3818895" y="18894"/>
                </a:lnTo>
                <a:lnTo>
                  <a:pt x="3818062" y="19602"/>
                </a:lnTo>
                <a:lnTo>
                  <a:pt x="3817266" y="20360"/>
                </a:lnTo>
                <a:lnTo>
                  <a:pt x="3816506" y="21169"/>
                </a:lnTo>
                <a:lnTo>
                  <a:pt x="3815782" y="22029"/>
                </a:lnTo>
                <a:lnTo>
                  <a:pt x="3815093" y="22938"/>
                </a:lnTo>
                <a:lnTo>
                  <a:pt x="3814441" y="23899"/>
                </a:lnTo>
                <a:lnTo>
                  <a:pt x="3813824" y="24910"/>
                </a:lnTo>
                <a:lnTo>
                  <a:pt x="3813244" y="25971"/>
                </a:lnTo>
                <a:lnTo>
                  <a:pt x="3812705" y="27120"/>
                </a:lnTo>
                <a:lnTo>
                  <a:pt x="3812212" y="28395"/>
                </a:lnTo>
                <a:lnTo>
                  <a:pt x="3811767" y="29796"/>
                </a:lnTo>
                <a:lnTo>
                  <a:pt x="3811368" y="31323"/>
                </a:lnTo>
                <a:lnTo>
                  <a:pt x="3811017" y="32975"/>
                </a:lnTo>
                <a:lnTo>
                  <a:pt x="3810712" y="34753"/>
                </a:lnTo>
                <a:lnTo>
                  <a:pt x="3810454" y="36658"/>
                </a:lnTo>
                <a:lnTo>
                  <a:pt x="3810243" y="38687"/>
                </a:lnTo>
                <a:lnTo>
                  <a:pt x="3810079" y="40843"/>
                </a:lnTo>
                <a:lnTo>
                  <a:pt x="3809962" y="43124"/>
                </a:lnTo>
                <a:lnTo>
                  <a:pt x="3809891" y="45531"/>
                </a:lnTo>
                <a:lnTo>
                  <a:pt x="3809868" y="48064"/>
                </a:lnTo>
                <a:lnTo>
                  <a:pt x="3809868" y="54364"/>
                </a:lnTo>
                <a:lnTo>
                  <a:pt x="3848712" y="54364"/>
                </a:lnTo>
                <a:lnTo>
                  <a:pt x="3848712" y="68042"/>
                </a:lnTo>
                <a:lnTo>
                  <a:pt x="3809868" y="68042"/>
                </a:lnTo>
                <a:lnTo>
                  <a:pt x="3809868" y="144152"/>
                </a:lnTo>
                <a:lnTo>
                  <a:pt x="3793559" y="144152"/>
                </a:lnTo>
                <a:close/>
                <a:moveTo>
                  <a:pt x="3877235" y="141617"/>
                </a:moveTo>
                <a:lnTo>
                  <a:pt x="3877235" y="124453"/>
                </a:lnTo>
                <a:lnTo>
                  <a:pt x="3880545" y="126059"/>
                </a:lnTo>
                <a:lnTo>
                  <a:pt x="3883780" y="127525"/>
                </a:lnTo>
                <a:lnTo>
                  <a:pt x="3886941" y="128851"/>
                </a:lnTo>
                <a:lnTo>
                  <a:pt x="3890027" y="130038"/>
                </a:lnTo>
                <a:lnTo>
                  <a:pt x="3893040" y="131086"/>
                </a:lnTo>
                <a:lnTo>
                  <a:pt x="3895978" y="131993"/>
                </a:lnTo>
                <a:lnTo>
                  <a:pt x="3898841" y="132761"/>
                </a:lnTo>
                <a:lnTo>
                  <a:pt x="3901631" y="133389"/>
                </a:lnTo>
                <a:lnTo>
                  <a:pt x="3904346" y="133878"/>
                </a:lnTo>
                <a:lnTo>
                  <a:pt x="3906987" y="134227"/>
                </a:lnTo>
                <a:lnTo>
                  <a:pt x="3909553" y="134437"/>
                </a:lnTo>
                <a:lnTo>
                  <a:pt x="3912046" y="134507"/>
                </a:lnTo>
                <a:lnTo>
                  <a:pt x="3914264" y="134450"/>
                </a:lnTo>
                <a:lnTo>
                  <a:pt x="3916416" y="134279"/>
                </a:lnTo>
                <a:lnTo>
                  <a:pt x="3918504" y="133996"/>
                </a:lnTo>
                <a:lnTo>
                  <a:pt x="3920526" y="133598"/>
                </a:lnTo>
                <a:lnTo>
                  <a:pt x="3922484" y="133087"/>
                </a:lnTo>
                <a:lnTo>
                  <a:pt x="3924376" y="132463"/>
                </a:lnTo>
                <a:lnTo>
                  <a:pt x="3926203" y="131725"/>
                </a:lnTo>
                <a:lnTo>
                  <a:pt x="3927965" y="130874"/>
                </a:lnTo>
                <a:lnTo>
                  <a:pt x="3929662" y="129909"/>
                </a:lnTo>
                <a:lnTo>
                  <a:pt x="3931293" y="128830"/>
                </a:lnTo>
                <a:lnTo>
                  <a:pt x="3932860" y="127638"/>
                </a:lnTo>
                <a:lnTo>
                  <a:pt x="3934361" y="126333"/>
                </a:lnTo>
                <a:lnTo>
                  <a:pt x="3935769" y="124938"/>
                </a:lnTo>
                <a:lnTo>
                  <a:pt x="3937054" y="123478"/>
                </a:lnTo>
                <a:lnTo>
                  <a:pt x="3938216" y="121954"/>
                </a:lnTo>
                <a:lnTo>
                  <a:pt x="3939257" y="120364"/>
                </a:lnTo>
                <a:lnTo>
                  <a:pt x="3940175" y="118709"/>
                </a:lnTo>
                <a:lnTo>
                  <a:pt x="3940970" y="116990"/>
                </a:lnTo>
                <a:lnTo>
                  <a:pt x="3941643" y="115205"/>
                </a:lnTo>
                <a:lnTo>
                  <a:pt x="3942194" y="113356"/>
                </a:lnTo>
                <a:lnTo>
                  <a:pt x="3942622" y="111441"/>
                </a:lnTo>
                <a:lnTo>
                  <a:pt x="3942928" y="109462"/>
                </a:lnTo>
                <a:lnTo>
                  <a:pt x="3943112" y="107417"/>
                </a:lnTo>
                <a:lnTo>
                  <a:pt x="3943173" y="105308"/>
                </a:lnTo>
                <a:lnTo>
                  <a:pt x="3943106" y="103185"/>
                </a:lnTo>
                <a:lnTo>
                  <a:pt x="3942904" y="101129"/>
                </a:lnTo>
                <a:lnTo>
                  <a:pt x="3942568" y="99139"/>
                </a:lnTo>
                <a:lnTo>
                  <a:pt x="3942097" y="97216"/>
                </a:lnTo>
                <a:lnTo>
                  <a:pt x="3941491" y="95360"/>
                </a:lnTo>
                <a:lnTo>
                  <a:pt x="3940751" y="93571"/>
                </a:lnTo>
                <a:lnTo>
                  <a:pt x="3939876" y="91849"/>
                </a:lnTo>
                <a:lnTo>
                  <a:pt x="3938867" y="90193"/>
                </a:lnTo>
                <a:lnTo>
                  <a:pt x="3937723" y="88605"/>
                </a:lnTo>
                <a:lnTo>
                  <a:pt x="3936445" y="87083"/>
                </a:lnTo>
                <a:lnTo>
                  <a:pt x="3935032" y="85628"/>
                </a:lnTo>
                <a:lnTo>
                  <a:pt x="3933484" y="84239"/>
                </a:lnTo>
                <a:lnTo>
                  <a:pt x="3931775" y="82941"/>
                </a:lnTo>
                <a:lnTo>
                  <a:pt x="3929878" y="81755"/>
                </a:lnTo>
                <a:lnTo>
                  <a:pt x="3927793" y="80682"/>
                </a:lnTo>
                <a:lnTo>
                  <a:pt x="3925520" y="79723"/>
                </a:lnTo>
                <a:lnTo>
                  <a:pt x="3923058" y="78876"/>
                </a:lnTo>
                <a:lnTo>
                  <a:pt x="3920408" y="78142"/>
                </a:lnTo>
                <a:lnTo>
                  <a:pt x="3917571" y="77521"/>
                </a:lnTo>
                <a:lnTo>
                  <a:pt x="3914545" y="77013"/>
                </a:lnTo>
                <a:lnTo>
                  <a:pt x="3911330" y="76617"/>
                </a:lnTo>
                <a:lnTo>
                  <a:pt x="3907928" y="76335"/>
                </a:lnTo>
                <a:lnTo>
                  <a:pt x="3904338" y="76166"/>
                </a:lnTo>
                <a:lnTo>
                  <a:pt x="3900559" y="76109"/>
                </a:lnTo>
                <a:lnTo>
                  <a:pt x="3891528" y="76109"/>
                </a:lnTo>
                <a:lnTo>
                  <a:pt x="3891528" y="62431"/>
                </a:lnTo>
                <a:lnTo>
                  <a:pt x="3904066" y="62431"/>
                </a:lnTo>
                <a:lnTo>
                  <a:pt x="3906850" y="62378"/>
                </a:lnTo>
                <a:lnTo>
                  <a:pt x="3909503" y="62218"/>
                </a:lnTo>
                <a:lnTo>
                  <a:pt x="3912024" y="61953"/>
                </a:lnTo>
                <a:lnTo>
                  <a:pt x="3914413" y="61582"/>
                </a:lnTo>
                <a:lnTo>
                  <a:pt x="3916671" y="61104"/>
                </a:lnTo>
                <a:lnTo>
                  <a:pt x="3918797" y="60520"/>
                </a:lnTo>
                <a:lnTo>
                  <a:pt x="3920792" y="59830"/>
                </a:lnTo>
                <a:lnTo>
                  <a:pt x="3922655" y="59034"/>
                </a:lnTo>
                <a:lnTo>
                  <a:pt x="3924387" y="58132"/>
                </a:lnTo>
                <a:lnTo>
                  <a:pt x="3925987" y="57124"/>
                </a:lnTo>
                <a:lnTo>
                  <a:pt x="3927456" y="56009"/>
                </a:lnTo>
                <a:lnTo>
                  <a:pt x="3928793" y="54788"/>
                </a:lnTo>
                <a:lnTo>
                  <a:pt x="3930012" y="53503"/>
                </a:lnTo>
                <a:lnTo>
                  <a:pt x="3931124" y="52194"/>
                </a:lnTo>
                <a:lnTo>
                  <a:pt x="3932131" y="50861"/>
                </a:lnTo>
                <a:lnTo>
                  <a:pt x="3933031" y="49504"/>
                </a:lnTo>
                <a:lnTo>
                  <a:pt x="3933826" y="48124"/>
                </a:lnTo>
                <a:lnTo>
                  <a:pt x="3934514" y="46720"/>
                </a:lnTo>
                <a:lnTo>
                  <a:pt x="3935097" y="45293"/>
                </a:lnTo>
                <a:lnTo>
                  <a:pt x="3935574" y="43841"/>
                </a:lnTo>
                <a:lnTo>
                  <a:pt x="3935945" y="42367"/>
                </a:lnTo>
                <a:lnTo>
                  <a:pt x="3936210" y="40868"/>
                </a:lnTo>
                <a:lnTo>
                  <a:pt x="3936369" y="39346"/>
                </a:lnTo>
                <a:lnTo>
                  <a:pt x="3936422" y="37800"/>
                </a:lnTo>
                <a:lnTo>
                  <a:pt x="3936378" y="36406"/>
                </a:lnTo>
                <a:lnTo>
                  <a:pt x="3936249" y="35050"/>
                </a:lnTo>
                <a:lnTo>
                  <a:pt x="3936032" y="33730"/>
                </a:lnTo>
                <a:lnTo>
                  <a:pt x="3935730" y="32448"/>
                </a:lnTo>
                <a:lnTo>
                  <a:pt x="3935341" y="31202"/>
                </a:lnTo>
                <a:lnTo>
                  <a:pt x="3934865" y="29994"/>
                </a:lnTo>
                <a:lnTo>
                  <a:pt x="3934303" y="28823"/>
                </a:lnTo>
                <a:lnTo>
                  <a:pt x="3933655" y="27688"/>
                </a:lnTo>
                <a:lnTo>
                  <a:pt x="3932920" y="26591"/>
                </a:lnTo>
                <a:lnTo>
                  <a:pt x="3932098" y="25531"/>
                </a:lnTo>
                <a:lnTo>
                  <a:pt x="3931190" y="24507"/>
                </a:lnTo>
                <a:lnTo>
                  <a:pt x="3930196" y="23521"/>
                </a:lnTo>
                <a:lnTo>
                  <a:pt x="3929112" y="22593"/>
                </a:lnTo>
                <a:lnTo>
                  <a:pt x="3927936" y="21746"/>
                </a:lnTo>
                <a:lnTo>
                  <a:pt x="3926667" y="20980"/>
                </a:lnTo>
                <a:lnTo>
                  <a:pt x="3925305" y="20294"/>
                </a:lnTo>
                <a:lnTo>
                  <a:pt x="3923851" y="19689"/>
                </a:lnTo>
                <a:lnTo>
                  <a:pt x="3922305" y="19164"/>
                </a:lnTo>
                <a:lnTo>
                  <a:pt x="3920665" y="18721"/>
                </a:lnTo>
                <a:lnTo>
                  <a:pt x="3918934" y="18358"/>
                </a:lnTo>
                <a:lnTo>
                  <a:pt x="3917109" y="18075"/>
                </a:lnTo>
                <a:lnTo>
                  <a:pt x="3915192" y="17873"/>
                </a:lnTo>
                <a:lnTo>
                  <a:pt x="3913183" y="17752"/>
                </a:lnTo>
                <a:lnTo>
                  <a:pt x="3911081" y="17712"/>
                </a:lnTo>
                <a:lnTo>
                  <a:pt x="3908655" y="17768"/>
                </a:lnTo>
                <a:lnTo>
                  <a:pt x="3906198" y="17935"/>
                </a:lnTo>
                <a:lnTo>
                  <a:pt x="3903710" y="18214"/>
                </a:lnTo>
                <a:lnTo>
                  <a:pt x="3901192" y="18605"/>
                </a:lnTo>
                <a:lnTo>
                  <a:pt x="3898644" y="19107"/>
                </a:lnTo>
                <a:lnTo>
                  <a:pt x="3896065" y="19721"/>
                </a:lnTo>
                <a:lnTo>
                  <a:pt x="3893456" y="20446"/>
                </a:lnTo>
                <a:lnTo>
                  <a:pt x="3890816" y="21283"/>
                </a:lnTo>
                <a:lnTo>
                  <a:pt x="3888146" y="22231"/>
                </a:lnTo>
                <a:lnTo>
                  <a:pt x="3885446" y="23291"/>
                </a:lnTo>
                <a:lnTo>
                  <a:pt x="3882715" y="24463"/>
                </a:lnTo>
                <a:lnTo>
                  <a:pt x="3879953" y="25746"/>
                </a:lnTo>
                <a:lnTo>
                  <a:pt x="3879953" y="10251"/>
                </a:lnTo>
                <a:lnTo>
                  <a:pt x="3882711" y="9258"/>
                </a:lnTo>
                <a:lnTo>
                  <a:pt x="3885429" y="8351"/>
                </a:lnTo>
                <a:lnTo>
                  <a:pt x="3888108" y="7531"/>
                </a:lnTo>
                <a:lnTo>
                  <a:pt x="3890748" y="6797"/>
                </a:lnTo>
                <a:lnTo>
                  <a:pt x="3893349" y="6149"/>
                </a:lnTo>
                <a:lnTo>
                  <a:pt x="3895912" y="5588"/>
                </a:lnTo>
                <a:lnTo>
                  <a:pt x="3898435" y="5113"/>
                </a:lnTo>
                <a:lnTo>
                  <a:pt x="3900919" y="4724"/>
                </a:lnTo>
                <a:lnTo>
                  <a:pt x="3903365" y="4422"/>
                </a:lnTo>
                <a:lnTo>
                  <a:pt x="3905771" y="4206"/>
                </a:lnTo>
                <a:lnTo>
                  <a:pt x="3908139" y="4077"/>
                </a:lnTo>
                <a:lnTo>
                  <a:pt x="3910467" y="4033"/>
                </a:lnTo>
                <a:lnTo>
                  <a:pt x="3914496" y="4101"/>
                </a:lnTo>
                <a:lnTo>
                  <a:pt x="3918311" y="4305"/>
                </a:lnTo>
                <a:lnTo>
                  <a:pt x="3921913" y="4644"/>
                </a:lnTo>
                <a:lnTo>
                  <a:pt x="3925300" y="5119"/>
                </a:lnTo>
                <a:lnTo>
                  <a:pt x="3928474" y="5729"/>
                </a:lnTo>
                <a:lnTo>
                  <a:pt x="3931435" y="6476"/>
                </a:lnTo>
                <a:lnTo>
                  <a:pt x="3934181" y="7357"/>
                </a:lnTo>
                <a:lnTo>
                  <a:pt x="3936714" y="8375"/>
                </a:lnTo>
                <a:lnTo>
                  <a:pt x="3939033" y="9528"/>
                </a:lnTo>
                <a:lnTo>
                  <a:pt x="3941138" y="10817"/>
                </a:lnTo>
                <a:lnTo>
                  <a:pt x="3943030" y="12242"/>
                </a:lnTo>
                <a:lnTo>
                  <a:pt x="3944708" y="13802"/>
                </a:lnTo>
                <a:lnTo>
                  <a:pt x="3946213" y="15449"/>
                </a:lnTo>
                <a:lnTo>
                  <a:pt x="3947588" y="17135"/>
                </a:lnTo>
                <a:lnTo>
                  <a:pt x="3948832" y="18859"/>
                </a:lnTo>
                <a:lnTo>
                  <a:pt x="3949944" y="20621"/>
                </a:lnTo>
                <a:lnTo>
                  <a:pt x="3950926" y="22421"/>
                </a:lnTo>
                <a:lnTo>
                  <a:pt x="3951777" y="24260"/>
                </a:lnTo>
                <a:lnTo>
                  <a:pt x="3952497" y="26137"/>
                </a:lnTo>
                <a:lnTo>
                  <a:pt x="3953086" y="28053"/>
                </a:lnTo>
                <a:lnTo>
                  <a:pt x="3953545" y="30007"/>
                </a:lnTo>
                <a:lnTo>
                  <a:pt x="3953872" y="31999"/>
                </a:lnTo>
                <a:lnTo>
                  <a:pt x="3954068" y="34029"/>
                </a:lnTo>
                <a:lnTo>
                  <a:pt x="3954134" y="36098"/>
                </a:lnTo>
                <a:lnTo>
                  <a:pt x="3954099" y="37638"/>
                </a:lnTo>
                <a:lnTo>
                  <a:pt x="3953995" y="39163"/>
                </a:lnTo>
                <a:lnTo>
                  <a:pt x="3953821" y="40671"/>
                </a:lnTo>
                <a:lnTo>
                  <a:pt x="3953578" y="42164"/>
                </a:lnTo>
                <a:lnTo>
                  <a:pt x="3953266" y="43641"/>
                </a:lnTo>
                <a:lnTo>
                  <a:pt x="3952884" y="45102"/>
                </a:lnTo>
                <a:lnTo>
                  <a:pt x="3952433" y="46547"/>
                </a:lnTo>
                <a:lnTo>
                  <a:pt x="3951912" y="47977"/>
                </a:lnTo>
                <a:lnTo>
                  <a:pt x="3951322" y="49390"/>
                </a:lnTo>
                <a:lnTo>
                  <a:pt x="3950663" y="50788"/>
                </a:lnTo>
                <a:lnTo>
                  <a:pt x="3949934" y="52170"/>
                </a:lnTo>
                <a:lnTo>
                  <a:pt x="3949136" y="53536"/>
                </a:lnTo>
                <a:lnTo>
                  <a:pt x="3948244" y="54882"/>
                </a:lnTo>
                <a:lnTo>
                  <a:pt x="3947236" y="56203"/>
                </a:lnTo>
                <a:lnTo>
                  <a:pt x="3946111" y="57500"/>
                </a:lnTo>
                <a:lnTo>
                  <a:pt x="3944868" y="58773"/>
                </a:lnTo>
                <a:lnTo>
                  <a:pt x="3943509" y="60021"/>
                </a:lnTo>
                <a:lnTo>
                  <a:pt x="3942033" y="61245"/>
                </a:lnTo>
                <a:lnTo>
                  <a:pt x="3940440" y="62445"/>
                </a:lnTo>
                <a:lnTo>
                  <a:pt x="3938731" y="63620"/>
                </a:lnTo>
                <a:lnTo>
                  <a:pt x="3936904" y="64771"/>
                </a:lnTo>
                <a:lnTo>
                  <a:pt x="3934960" y="65898"/>
                </a:lnTo>
                <a:lnTo>
                  <a:pt x="3932900" y="67000"/>
                </a:lnTo>
                <a:lnTo>
                  <a:pt x="3930722" y="68078"/>
                </a:lnTo>
                <a:lnTo>
                  <a:pt x="3932655" y="68673"/>
                </a:lnTo>
                <a:lnTo>
                  <a:pt x="3934507" y="69290"/>
                </a:lnTo>
                <a:lnTo>
                  <a:pt x="3936279" y="69929"/>
                </a:lnTo>
                <a:lnTo>
                  <a:pt x="3937971" y="70590"/>
                </a:lnTo>
                <a:lnTo>
                  <a:pt x="3939582" y="71273"/>
                </a:lnTo>
                <a:lnTo>
                  <a:pt x="3941113" y="71978"/>
                </a:lnTo>
                <a:lnTo>
                  <a:pt x="3942563" y="72705"/>
                </a:lnTo>
                <a:lnTo>
                  <a:pt x="3943933" y="73454"/>
                </a:lnTo>
                <a:lnTo>
                  <a:pt x="3945223" y="74224"/>
                </a:lnTo>
                <a:lnTo>
                  <a:pt x="3946432" y="75017"/>
                </a:lnTo>
                <a:lnTo>
                  <a:pt x="3947561" y="75832"/>
                </a:lnTo>
                <a:lnTo>
                  <a:pt x="3948610" y="76668"/>
                </a:lnTo>
                <a:lnTo>
                  <a:pt x="3949598" y="77528"/>
                </a:lnTo>
                <a:lnTo>
                  <a:pt x="3950545" y="78414"/>
                </a:lnTo>
                <a:lnTo>
                  <a:pt x="3951451" y="79325"/>
                </a:lnTo>
                <a:lnTo>
                  <a:pt x="3952317" y="80261"/>
                </a:lnTo>
                <a:lnTo>
                  <a:pt x="3953141" y="81224"/>
                </a:lnTo>
                <a:lnTo>
                  <a:pt x="3953925" y="82212"/>
                </a:lnTo>
                <a:lnTo>
                  <a:pt x="3954669" y="83225"/>
                </a:lnTo>
                <a:lnTo>
                  <a:pt x="3955371" y="84264"/>
                </a:lnTo>
                <a:lnTo>
                  <a:pt x="3956033" y="85328"/>
                </a:lnTo>
                <a:lnTo>
                  <a:pt x="3956653" y="86419"/>
                </a:lnTo>
                <a:lnTo>
                  <a:pt x="3957233" y="87534"/>
                </a:lnTo>
                <a:lnTo>
                  <a:pt x="3957773" y="88675"/>
                </a:lnTo>
                <a:lnTo>
                  <a:pt x="3958270" y="89841"/>
                </a:lnTo>
                <a:lnTo>
                  <a:pt x="3958724" y="91030"/>
                </a:lnTo>
                <a:lnTo>
                  <a:pt x="3959134" y="92242"/>
                </a:lnTo>
                <a:lnTo>
                  <a:pt x="3959502" y="93476"/>
                </a:lnTo>
                <a:lnTo>
                  <a:pt x="3959826" y="94734"/>
                </a:lnTo>
                <a:lnTo>
                  <a:pt x="3960107" y="96016"/>
                </a:lnTo>
                <a:lnTo>
                  <a:pt x="3960345" y="97320"/>
                </a:lnTo>
                <a:lnTo>
                  <a:pt x="3960539" y="98647"/>
                </a:lnTo>
                <a:lnTo>
                  <a:pt x="3960691" y="99997"/>
                </a:lnTo>
                <a:lnTo>
                  <a:pt x="3960799" y="101371"/>
                </a:lnTo>
                <a:lnTo>
                  <a:pt x="3960864" y="102767"/>
                </a:lnTo>
                <a:lnTo>
                  <a:pt x="3960885" y="104187"/>
                </a:lnTo>
                <a:lnTo>
                  <a:pt x="3960787" y="107325"/>
                </a:lnTo>
                <a:lnTo>
                  <a:pt x="3960492" y="110371"/>
                </a:lnTo>
                <a:lnTo>
                  <a:pt x="3960000" y="113324"/>
                </a:lnTo>
                <a:lnTo>
                  <a:pt x="3959312" y="116185"/>
                </a:lnTo>
                <a:lnTo>
                  <a:pt x="3958427" y="118953"/>
                </a:lnTo>
                <a:lnTo>
                  <a:pt x="3957345" y="121629"/>
                </a:lnTo>
                <a:lnTo>
                  <a:pt x="3956067" y="124212"/>
                </a:lnTo>
                <a:lnTo>
                  <a:pt x="3954592" y="126702"/>
                </a:lnTo>
                <a:lnTo>
                  <a:pt x="3952920" y="129100"/>
                </a:lnTo>
                <a:lnTo>
                  <a:pt x="3951051" y="131406"/>
                </a:lnTo>
                <a:lnTo>
                  <a:pt x="3948986" y="133619"/>
                </a:lnTo>
                <a:lnTo>
                  <a:pt x="3946724" y="135740"/>
                </a:lnTo>
                <a:lnTo>
                  <a:pt x="3944307" y="137727"/>
                </a:lnTo>
                <a:lnTo>
                  <a:pt x="3941774" y="139542"/>
                </a:lnTo>
                <a:lnTo>
                  <a:pt x="3939126" y="141185"/>
                </a:lnTo>
                <a:lnTo>
                  <a:pt x="3936363" y="142654"/>
                </a:lnTo>
                <a:lnTo>
                  <a:pt x="3933485" y="143950"/>
                </a:lnTo>
                <a:lnTo>
                  <a:pt x="3930492" y="145074"/>
                </a:lnTo>
                <a:lnTo>
                  <a:pt x="3927384" y="146024"/>
                </a:lnTo>
                <a:lnTo>
                  <a:pt x="3924160" y="146802"/>
                </a:lnTo>
                <a:lnTo>
                  <a:pt x="3920822" y="147407"/>
                </a:lnTo>
                <a:lnTo>
                  <a:pt x="3917369" y="147839"/>
                </a:lnTo>
                <a:lnTo>
                  <a:pt x="3913800" y="148099"/>
                </a:lnTo>
                <a:lnTo>
                  <a:pt x="3910117" y="148185"/>
                </a:lnTo>
                <a:lnTo>
                  <a:pt x="3909027" y="148178"/>
                </a:lnTo>
                <a:lnTo>
                  <a:pt x="3907921" y="148158"/>
                </a:lnTo>
                <a:lnTo>
                  <a:pt x="3906798" y="148125"/>
                </a:lnTo>
                <a:lnTo>
                  <a:pt x="3905659" y="148078"/>
                </a:lnTo>
                <a:lnTo>
                  <a:pt x="3904504" y="148018"/>
                </a:lnTo>
                <a:lnTo>
                  <a:pt x="3903332" y="147944"/>
                </a:lnTo>
                <a:lnTo>
                  <a:pt x="3902144" y="147857"/>
                </a:lnTo>
                <a:lnTo>
                  <a:pt x="3900939" y="147756"/>
                </a:lnTo>
                <a:lnTo>
                  <a:pt x="3899718" y="147643"/>
                </a:lnTo>
                <a:lnTo>
                  <a:pt x="3898480" y="147515"/>
                </a:lnTo>
                <a:lnTo>
                  <a:pt x="3897226" y="147375"/>
                </a:lnTo>
                <a:lnTo>
                  <a:pt x="3895956" y="147221"/>
                </a:lnTo>
                <a:lnTo>
                  <a:pt x="3894653" y="147035"/>
                </a:lnTo>
                <a:lnTo>
                  <a:pt x="3893304" y="146798"/>
                </a:lnTo>
                <a:lnTo>
                  <a:pt x="3891908" y="146510"/>
                </a:lnTo>
                <a:lnTo>
                  <a:pt x="3890466" y="146171"/>
                </a:lnTo>
                <a:lnTo>
                  <a:pt x="3888976" y="145780"/>
                </a:lnTo>
                <a:lnTo>
                  <a:pt x="3887439" y="145339"/>
                </a:lnTo>
                <a:lnTo>
                  <a:pt x="3885856" y="144846"/>
                </a:lnTo>
                <a:lnTo>
                  <a:pt x="3884226" y="144303"/>
                </a:lnTo>
                <a:lnTo>
                  <a:pt x="3882548" y="143708"/>
                </a:lnTo>
                <a:lnTo>
                  <a:pt x="3880824" y="143062"/>
                </a:lnTo>
                <a:lnTo>
                  <a:pt x="3879053" y="142365"/>
                </a:lnTo>
                <a:lnTo>
                  <a:pt x="3877235" y="141617"/>
                </a:lnTo>
                <a:close/>
                <a:moveTo>
                  <a:pt x="4067270" y="144152"/>
                </a:moveTo>
                <a:lnTo>
                  <a:pt x="3984936" y="144152"/>
                </a:lnTo>
                <a:lnTo>
                  <a:pt x="3984936" y="129147"/>
                </a:lnTo>
                <a:lnTo>
                  <a:pt x="3984952" y="128176"/>
                </a:lnTo>
                <a:lnTo>
                  <a:pt x="3985001" y="127194"/>
                </a:lnTo>
                <a:lnTo>
                  <a:pt x="3985084" y="126200"/>
                </a:lnTo>
                <a:lnTo>
                  <a:pt x="3985199" y="125194"/>
                </a:lnTo>
                <a:lnTo>
                  <a:pt x="3985347" y="124177"/>
                </a:lnTo>
                <a:lnTo>
                  <a:pt x="3985527" y="123149"/>
                </a:lnTo>
                <a:lnTo>
                  <a:pt x="3985741" y="122109"/>
                </a:lnTo>
                <a:lnTo>
                  <a:pt x="3985988" y="121057"/>
                </a:lnTo>
                <a:lnTo>
                  <a:pt x="3986267" y="119994"/>
                </a:lnTo>
                <a:lnTo>
                  <a:pt x="3986580" y="118919"/>
                </a:lnTo>
                <a:lnTo>
                  <a:pt x="3986925" y="117832"/>
                </a:lnTo>
                <a:lnTo>
                  <a:pt x="3987303" y="116734"/>
                </a:lnTo>
                <a:lnTo>
                  <a:pt x="3987728" y="115619"/>
                </a:lnTo>
                <a:lnTo>
                  <a:pt x="3988212" y="114481"/>
                </a:lnTo>
                <a:lnTo>
                  <a:pt x="3988755" y="113320"/>
                </a:lnTo>
                <a:lnTo>
                  <a:pt x="3989359" y="112137"/>
                </a:lnTo>
                <a:lnTo>
                  <a:pt x="3990022" y="110931"/>
                </a:lnTo>
                <a:lnTo>
                  <a:pt x="3990745" y="109703"/>
                </a:lnTo>
                <a:lnTo>
                  <a:pt x="3991527" y="108452"/>
                </a:lnTo>
                <a:lnTo>
                  <a:pt x="3992369" y="107179"/>
                </a:lnTo>
                <a:lnTo>
                  <a:pt x="3993271" y="105883"/>
                </a:lnTo>
                <a:lnTo>
                  <a:pt x="3994233" y="104565"/>
                </a:lnTo>
                <a:lnTo>
                  <a:pt x="3995254" y="103224"/>
                </a:lnTo>
                <a:lnTo>
                  <a:pt x="3996334" y="101861"/>
                </a:lnTo>
                <a:lnTo>
                  <a:pt x="3997451" y="100491"/>
                </a:lnTo>
                <a:lnTo>
                  <a:pt x="3998578" y="99129"/>
                </a:lnTo>
                <a:lnTo>
                  <a:pt x="3999716" y="97776"/>
                </a:lnTo>
                <a:lnTo>
                  <a:pt x="4000865" y="96432"/>
                </a:lnTo>
                <a:lnTo>
                  <a:pt x="4002025" y="95097"/>
                </a:lnTo>
                <a:lnTo>
                  <a:pt x="4003196" y="93771"/>
                </a:lnTo>
                <a:lnTo>
                  <a:pt x="4004378" y="92453"/>
                </a:lnTo>
                <a:lnTo>
                  <a:pt x="4005570" y="91144"/>
                </a:lnTo>
                <a:lnTo>
                  <a:pt x="4006774" y="89844"/>
                </a:lnTo>
                <a:lnTo>
                  <a:pt x="4007989" y="88552"/>
                </a:lnTo>
                <a:lnTo>
                  <a:pt x="4009215" y="87270"/>
                </a:lnTo>
                <a:lnTo>
                  <a:pt x="4010452" y="85996"/>
                </a:lnTo>
                <a:lnTo>
                  <a:pt x="4019746" y="76542"/>
                </a:lnTo>
                <a:lnTo>
                  <a:pt x="4020260" y="76008"/>
                </a:lnTo>
                <a:lnTo>
                  <a:pt x="4020866" y="75368"/>
                </a:lnTo>
                <a:lnTo>
                  <a:pt x="4021565" y="74622"/>
                </a:lnTo>
                <a:lnTo>
                  <a:pt x="4022357" y="73770"/>
                </a:lnTo>
                <a:lnTo>
                  <a:pt x="4023241" y="72813"/>
                </a:lnTo>
                <a:lnTo>
                  <a:pt x="4024218" y="71750"/>
                </a:lnTo>
                <a:lnTo>
                  <a:pt x="4025287" y="70581"/>
                </a:lnTo>
                <a:lnTo>
                  <a:pt x="4026449" y="69306"/>
                </a:lnTo>
                <a:lnTo>
                  <a:pt x="4027703" y="67925"/>
                </a:lnTo>
                <a:lnTo>
                  <a:pt x="4029050" y="66439"/>
                </a:lnTo>
                <a:lnTo>
                  <a:pt x="4030490" y="64847"/>
                </a:lnTo>
                <a:lnTo>
                  <a:pt x="4032022" y="63149"/>
                </a:lnTo>
                <a:lnTo>
                  <a:pt x="4033555" y="61432"/>
                </a:lnTo>
                <a:lnTo>
                  <a:pt x="4034999" y="59783"/>
                </a:lnTo>
                <a:lnTo>
                  <a:pt x="4036354" y="58202"/>
                </a:lnTo>
                <a:lnTo>
                  <a:pt x="4037619" y="56690"/>
                </a:lnTo>
                <a:lnTo>
                  <a:pt x="4038794" y="55245"/>
                </a:lnTo>
                <a:lnTo>
                  <a:pt x="4039880" y="53869"/>
                </a:lnTo>
                <a:lnTo>
                  <a:pt x="4040877" y="52560"/>
                </a:lnTo>
                <a:lnTo>
                  <a:pt x="4041784" y="51320"/>
                </a:lnTo>
                <a:lnTo>
                  <a:pt x="4042601" y="50148"/>
                </a:lnTo>
                <a:lnTo>
                  <a:pt x="4043329" y="49043"/>
                </a:lnTo>
                <a:lnTo>
                  <a:pt x="4043968" y="48007"/>
                </a:lnTo>
                <a:lnTo>
                  <a:pt x="4044517" y="47039"/>
                </a:lnTo>
                <a:lnTo>
                  <a:pt x="4045000" y="46107"/>
                </a:lnTo>
                <a:lnTo>
                  <a:pt x="4045441" y="45177"/>
                </a:lnTo>
                <a:lnTo>
                  <a:pt x="4045840" y="44249"/>
                </a:lnTo>
                <a:lnTo>
                  <a:pt x="4046197" y="43324"/>
                </a:lnTo>
                <a:lnTo>
                  <a:pt x="4046512" y="42401"/>
                </a:lnTo>
                <a:lnTo>
                  <a:pt x="4046785" y="41480"/>
                </a:lnTo>
                <a:lnTo>
                  <a:pt x="4047016" y="40563"/>
                </a:lnTo>
                <a:lnTo>
                  <a:pt x="4047206" y="39647"/>
                </a:lnTo>
                <a:lnTo>
                  <a:pt x="4047353" y="38734"/>
                </a:lnTo>
                <a:lnTo>
                  <a:pt x="4047458" y="37824"/>
                </a:lnTo>
                <a:lnTo>
                  <a:pt x="4047521" y="36916"/>
                </a:lnTo>
                <a:lnTo>
                  <a:pt x="4047542" y="36011"/>
                </a:lnTo>
                <a:lnTo>
                  <a:pt x="4047493" y="34579"/>
                </a:lnTo>
                <a:lnTo>
                  <a:pt x="4047347" y="33203"/>
                </a:lnTo>
                <a:lnTo>
                  <a:pt x="4047103" y="31882"/>
                </a:lnTo>
                <a:lnTo>
                  <a:pt x="4046762" y="30617"/>
                </a:lnTo>
                <a:lnTo>
                  <a:pt x="4046324" y="29407"/>
                </a:lnTo>
                <a:lnTo>
                  <a:pt x="4045788" y="28252"/>
                </a:lnTo>
                <a:lnTo>
                  <a:pt x="4045155" y="27152"/>
                </a:lnTo>
                <a:lnTo>
                  <a:pt x="4044424" y="26108"/>
                </a:lnTo>
                <a:lnTo>
                  <a:pt x="4043596" y="25120"/>
                </a:lnTo>
                <a:lnTo>
                  <a:pt x="4042670" y="24186"/>
                </a:lnTo>
                <a:lnTo>
                  <a:pt x="4041647" y="23308"/>
                </a:lnTo>
                <a:lnTo>
                  <a:pt x="4040527" y="22485"/>
                </a:lnTo>
                <a:lnTo>
                  <a:pt x="4039346" y="21723"/>
                </a:lnTo>
                <a:lnTo>
                  <a:pt x="4038140" y="21027"/>
                </a:lnTo>
                <a:lnTo>
                  <a:pt x="4036910" y="20397"/>
                </a:lnTo>
                <a:lnTo>
                  <a:pt x="4035656" y="19834"/>
                </a:lnTo>
                <a:lnTo>
                  <a:pt x="4034377" y="19336"/>
                </a:lnTo>
                <a:lnTo>
                  <a:pt x="4033074" y="18905"/>
                </a:lnTo>
                <a:lnTo>
                  <a:pt x="4031746" y="18541"/>
                </a:lnTo>
                <a:lnTo>
                  <a:pt x="4030395" y="18242"/>
                </a:lnTo>
                <a:lnTo>
                  <a:pt x="4029019" y="18010"/>
                </a:lnTo>
                <a:lnTo>
                  <a:pt x="4027618" y="17845"/>
                </a:lnTo>
                <a:lnTo>
                  <a:pt x="4026193" y="17745"/>
                </a:lnTo>
                <a:lnTo>
                  <a:pt x="4024744" y="17712"/>
                </a:lnTo>
                <a:lnTo>
                  <a:pt x="4023903" y="17720"/>
                </a:lnTo>
                <a:lnTo>
                  <a:pt x="4023045" y="17744"/>
                </a:lnTo>
                <a:lnTo>
                  <a:pt x="4022171" y="17783"/>
                </a:lnTo>
                <a:lnTo>
                  <a:pt x="4021280" y="17839"/>
                </a:lnTo>
                <a:lnTo>
                  <a:pt x="4020373" y="17910"/>
                </a:lnTo>
                <a:lnTo>
                  <a:pt x="4019450" y="17997"/>
                </a:lnTo>
                <a:lnTo>
                  <a:pt x="4018510" y="18100"/>
                </a:lnTo>
                <a:lnTo>
                  <a:pt x="4017554" y="18219"/>
                </a:lnTo>
                <a:lnTo>
                  <a:pt x="4016581" y="18353"/>
                </a:lnTo>
                <a:lnTo>
                  <a:pt x="4015592" y="18504"/>
                </a:lnTo>
                <a:lnTo>
                  <a:pt x="4014586" y="18670"/>
                </a:lnTo>
                <a:lnTo>
                  <a:pt x="4013564" y="18852"/>
                </a:lnTo>
                <a:lnTo>
                  <a:pt x="4012545" y="19044"/>
                </a:lnTo>
                <a:lnTo>
                  <a:pt x="4011546" y="19242"/>
                </a:lnTo>
                <a:lnTo>
                  <a:pt x="4010569" y="19445"/>
                </a:lnTo>
                <a:lnTo>
                  <a:pt x="4009614" y="19654"/>
                </a:lnTo>
                <a:lnTo>
                  <a:pt x="4008679" y="19868"/>
                </a:lnTo>
                <a:lnTo>
                  <a:pt x="4007766" y="20088"/>
                </a:lnTo>
                <a:lnTo>
                  <a:pt x="4006874" y="20313"/>
                </a:lnTo>
                <a:lnTo>
                  <a:pt x="4006004" y="20544"/>
                </a:lnTo>
                <a:lnTo>
                  <a:pt x="4005155" y="20780"/>
                </a:lnTo>
                <a:lnTo>
                  <a:pt x="4004327" y="21021"/>
                </a:lnTo>
                <a:lnTo>
                  <a:pt x="4003521" y="21268"/>
                </a:lnTo>
                <a:lnTo>
                  <a:pt x="4002735" y="21521"/>
                </a:lnTo>
                <a:lnTo>
                  <a:pt x="4001921" y="21798"/>
                </a:lnTo>
                <a:lnTo>
                  <a:pt x="4001026" y="22120"/>
                </a:lnTo>
                <a:lnTo>
                  <a:pt x="4000050" y="22486"/>
                </a:lnTo>
                <a:lnTo>
                  <a:pt x="3998994" y="22897"/>
                </a:lnTo>
                <a:lnTo>
                  <a:pt x="3997858" y="23352"/>
                </a:lnTo>
                <a:lnTo>
                  <a:pt x="3996641" y="23851"/>
                </a:lnTo>
                <a:lnTo>
                  <a:pt x="3995344" y="24395"/>
                </a:lnTo>
                <a:lnTo>
                  <a:pt x="3993967" y="24983"/>
                </a:lnTo>
                <a:lnTo>
                  <a:pt x="3992509" y="25616"/>
                </a:lnTo>
                <a:lnTo>
                  <a:pt x="3990971" y="26292"/>
                </a:lnTo>
                <a:lnTo>
                  <a:pt x="3989353" y="27014"/>
                </a:lnTo>
                <a:lnTo>
                  <a:pt x="3987654" y="27779"/>
                </a:lnTo>
                <a:lnTo>
                  <a:pt x="3987654" y="13300"/>
                </a:lnTo>
                <a:lnTo>
                  <a:pt x="3989495" y="12441"/>
                </a:lnTo>
                <a:lnTo>
                  <a:pt x="3991338" y="11627"/>
                </a:lnTo>
                <a:lnTo>
                  <a:pt x="3993181" y="10859"/>
                </a:lnTo>
                <a:lnTo>
                  <a:pt x="3995024" y="10137"/>
                </a:lnTo>
                <a:lnTo>
                  <a:pt x="3996868" y="9462"/>
                </a:lnTo>
                <a:lnTo>
                  <a:pt x="3998713" y="8832"/>
                </a:lnTo>
                <a:lnTo>
                  <a:pt x="4000558" y="8248"/>
                </a:lnTo>
                <a:lnTo>
                  <a:pt x="4002404" y="7711"/>
                </a:lnTo>
                <a:lnTo>
                  <a:pt x="4004251" y="7219"/>
                </a:lnTo>
                <a:lnTo>
                  <a:pt x="4006098" y="6773"/>
                </a:lnTo>
                <a:lnTo>
                  <a:pt x="4007946" y="6374"/>
                </a:lnTo>
                <a:lnTo>
                  <a:pt x="4009794" y="6020"/>
                </a:lnTo>
                <a:lnTo>
                  <a:pt x="4011615" y="5703"/>
                </a:lnTo>
                <a:lnTo>
                  <a:pt x="4013383" y="5413"/>
                </a:lnTo>
                <a:lnTo>
                  <a:pt x="4015096" y="5151"/>
                </a:lnTo>
                <a:lnTo>
                  <a:pt x="4016755" y="4916"/>
                </a:lnTo>
                <a:lnTo>
                  <a:pt x="4018360" y="4709"/>
                </a:lnTo>
                <a:lnTo>
                  <a:pt x="4019910" y="4530"/>
                </a:lnTo>
                <a:lnTo>
                  <a:pt x="4021407" y="4378"/>
                </a:lnTo>
                <a:lnTo>
                  <a:pt x="4022849" y="4254"/>
                </a:lnTo>
                <a:lnTo>
                  <a:pt x="4024237" y="4158"/>
                </a:lnTo>
                <a:lnTo>
                  <a:pt x="4025571" y="4089"/>
                </a:lnTo>
                <a:lnTo>
                  <a:pt x="4026850" y="4047"/>
                </a:lnTo>
                <a:lnTo>
                  <a:pt x="4028076" y="4033"/>
                </a:lnTo>
                <a:lnTo>
                  <a:pt x="4029832" y="4058"/>
                </a:lnTo>
                <a:lnTo>
                  <a:pt x="4031565" y="4130"/>
                </a:lnTo>
                <a:lnTo>
                  <a:pt x="4033274" y="4250"/>
                </a:lnTo>
                <a:lnTo>
                  <a:pt x="4034959" y="4419"/>
                </a:lnTo>
                <a:lnTo>
                  <a:pt x="4036620" y="4635"/>
                </a:lnTo>
                <a:lnTo>
                  <a:pt x="4038258" y="4900"/>
                </a:lnTo>
                <a:lnTo>
                  <a:pt x="4039872" y="5213"/>
                </a:lnTo>
                <a:lnTo>
                  <a:pt x="4041462" y="5574"/>
                </a:lnTo>
                <a:lnTo>
                  <a:pt x="4043029" y="5983"/>
                </a:lnTo>
                <a:lnTo>
                  <a:pt x="4044571" y="6441"/>
                </a:lnTo>
                <a:lnTo>
                  <a:pt x="4046090" y="6946"/>
                </a:lnTo>
                <a:lnTo>
                  <a:pt x="4047586" y="7500"/>
                </a:lnTo>
                <a:lnTo>
                  <a:pt x="4049037" y="8103"/>
                </a:lnTo>
                <a:lnTo>
                  <a:pt x="4050425" y="8760"/>
                </a:lnTo>
                <a:lnTo>
                  <a:pt x="4051750" y="9470"/>
                </a:lnTo>
                <a:lnTo>
                  <a:pt x="4053012" y="10233"/>
                </a:lnTo>
                <a:lnTo>
                  <a:pt x="4054210" y="11049"/>
                </a:lnTo>
                <a:lnTo>
                  <a:pt x="4055345" y="11917"/>
                </a:lnTo>
                <a:lnTo>
                  <a:pt x="4056417" y="12839"/>
                </a:lnTo>
                <a:lnTo>
                  <a:pt x="4057426" y="13814"/>
                </a:lnTo>
                <a:lnTo>
                  <a:pt x="4058371" y="14842"/>
                </a:lnTo>
                <a:lnTo>
                  <a:pt x="4059252" y="15923"/>
                </a:lnTo>
                <a:lnTo>
                  <a:pt x="4060071" y="17057"/>
                </a:lnTo>
                <a:lnTo>
                  <a:pt x="4060826" y="18244"/>
                </a:lnTo>
                <a:lnTo>
                  <a:pt x="4061519" y="19463"/>
                </a:lnTo>
                <a:lnTo>
                  <a:pt x="4062152" y="20696"/>
                </a:lnTo>
                <a:lnTo>
                  <a:pt x="4062725" y="21943"/>
                </a:lnTo>
                <a:lnTo>
                  <a:pt x="4063237" y="23203"/>
                </a:lnTo>
                <a:lnTo>
                  <a:pt x="4063689" y="24476"/>
                </a:lnTo>
                <a:lnTo>
                  <a:pt x="4064081" y="25763"/>
                </a:lnTo>
                <a:lnTo>
                  <a:pt x="4064413" y="27063"/>
                </a:lnTo>
                <a:lnTo>
                  <a:pt x="4064684" y="28377"/>
                </a:lnTo>
                <a:lnTo>
                  <a:pt x="4064895" y="29704"/>
                </a:lnTo>
                <a:lnTo>
                  <a:pt x="4065045" y="31045"/>
                </a:lnTo>
                <a:lnTo>
                  <a:pt x="4065136" y="32399"/>
                </a:lnTo>
                <a:lnTo>
                  <a:pt x="4065166" y="33766"/>
                </a:lnTo>
                <a:lnTo>
                  <a:pt x="4065127" y="35304"/>
                </a:lnTo>
                <a:lnTo>
                  <a:pt x="4065011" y="36848"/>
                </a:lnTo>
                <a:lnTo>
                  <a:pt x="4064818" y="38399"/>
                </a:lnTo>
                <a:lnTo>
                  <a:pt x="4064547" y="39955"/>
                </a:lnTo>
                <a:lnTo>
                  <a:pt x="4064199" y="41517"/>
                </a:lnTo>
                <a:lnTo>
                  <a:pt x="4063774" y="43085"/>
                </a:lnTo>
                <a:lnTo>
                  <a:pt x="4063271" y="44660"/>
                </a:lnTo>
                <a:lnTo>
                  <a:pt x="4062691" y="46241"/>
                </a:lnTo>
                <a:lnTo>
                  <a:pt x="4062034" y="47827"/>
                </a:lnTo>
                <a:lnTo>
                  <a:pt x="4061299" y="49420"/>
                </a:lnTo>
                <a:lnTo>
                  <a:pt x="4060487" y="51019"/>
                </a:lnTo>
                <a:lnTo>
                  <a:pt x="4059598" y="52624"/>
                </a:lnTo>
                <a:lnTo>
                  <a:pt x="4058602" y="54270"/>
                </a:lnTo>
                <a:lnTo>
                  <a:pt x="4057468" y="55993"/>
                </a:lnTo>
                <a:lnTo>
                  <a:pt x="4056198" y="57791"/>
                </a:lnTo>
                <a:lnTo>
                  <a:pt x="4054790" y="59667"/>
                </a:lnTo>
                <a:lnTo>
                  <a:pt x="4053246" y="61619"/>
                </a:lnTo>
                <a:lnTo>
                  <a:pt x="4051564" y="63647"/>
                </a:lnTo>
                <a:lnTo>
                  <a:pt x="4049746" y="65751"/>
                </a:lnTo>
                <a:lnTo>
                  <a:pt x="4047790" y="67932"/>
                </a:lnTo>
                <a:lnTo>
                  <a:pt x="4045698" y="70189"/>
                </a:lnTo>
                <a:lnTo>
                  <a:pt x="4043468" y="72523"/>
                </a:lnTo>
                <a:lnTo>
                  <a:pt x="4041101" y="74933"/>
                </a:lnTo>
                <a:lnTo>
                  <a:pt x="4038598" y="77419"/>
                </a:lnTo>
                <a:lnTo>
                  <a:pt x="4028602" y="87311"/>
                </a:lnTo>
                <a:lnTo>
                  <a:pt x="4020184" y="95539"/>
                </a:lnTo>
                <a:lnTo>
                  <a:pt x="4018876" y="96878"/>
                </a:lnTo>
                <a:lnTo>
                  <a:pt x="4017610" y="98210"/>
                </a:lnTo>
                <a:lnTo>
                  <a:pt x="4016387" y="99534"/>
                </a:lnTo>
                <a:lnTo>
                  <a:pt x="4015206" y="100852"/>
                </a:lnTo>
                <a:lnTo>
                  <a:pt x="4014068" y="102161"/>
                </a:lnTo>
                <a:lnTo>
                  <a:pt x="4012972" y="103464"/>
                </a:lnTo>
                <a:lnTo>
                  <a:pt x="4011920" y="104759"/>
                </a:lnTo>
                <a:lnTo>
                  <a:pt x="4010909" y="106047"/>
                </a:lnTo>
                <a:lnTo>
                  <a:pt x="4009942" y="107327"/>
                </a:lnTo>
                <a:lnTo>
                  <a:pt x="4009017" y="108601"/>
                </a:lnTo>
                <a:lnTo>
                  <a:pt x="4008135" y="109867"/>
                </a:lnTo>
                <a:lnTo>
                  <a:pt x="4007295" y="111125"/>
                </a:lnTo>
                <a:lnTo>
                  <a:pt x="4006507" y="112400"/>
                </a:lnTo>
                <a:lnTo>
                  <a:pt x="4005780" y="113714"/>
                </a:lnTo>
                <a:lnTo>
                  <a:pt x="4005114" y="115069"/>
                </a:lnTo>
                <a:lnTo>
                  <a:pt x="4004509" y="116464"/>
                </a:lnTo>
                <a:lnTo>
                  <a:pt x="4003964" y="117900"/>
                </a:lnTo>
                <a:lnTo>
                  <a:pt x="4003481" y="119375"/>
                </a:lnTo>
                <a:lnTo>
                  <a:pt x="4003058" y="120890"/>
                </a:lnTo>
                <a:lnTo>
                  <a:pt x="4002696" y="122446"/>
                </a:lnTo>
                <a:lnTo>
                  <a:pt x="4002396" y="124042"/>
                </a:lnTo>
                <a:lnTo>
                  <a:pt x="4002156" y="125678"/>
                </a:lnTo>
                <a:lnTo>
                  <a:pt x="4001977" y="127354"/>
                </a:lnTo>
                <a:lnTo>
                  <a:pt x="4001859" y="129070"/>
                </a:lnTo>
                <a:lnTo>
                  <a:pt x="4067270" y="129070"/>
                </a:lnTo>
                <a:lnTo>
                  <a:pt x="4067270" y="144152"/>
                </a:lnTo>
                <a:close/>
                <a:moveTo>
                  <a:pt x="4180671" y="96540"/>
                </a:moveTo>
                <a:lnTo>
                  <a:pt x="4085447" y="144152"/>
                </a:lnTo>
                <a:lnTo>
                  <a:pt x="4085447" y="129007"/>
                </a:lnTo>
                <a:lnTo>
                  <a:pt x="4150596" y="96701"/>
                </a:lnTo>
                <a:lnTo>
                  <a:pt x="4085447" y="64127"/>
                </a:lnTo>
                <a:lnTo>
                  <a:pt x="4085447" y="48927"/>
                </a:lnTo>
                <a:lnTo>
                  <a:pt x="4180671" y="965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" name="Original vector context 18">
            <a:extLst xmlns:a="http://schemas.openxmlformats.org/drawingml/2006/main">
              <a:ext uri="{FF2B5EF4-FFF2-40B4-BE49-F238E27FC236}">
                <a16:creationId xmlns:a16="http://schemas.microsoft.com/office/drawing/2014/main" id="{D3DD9D30-1782-47A2-B0CD-6BCACDB2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44" y="2109275"/>
            <a:ext cx="5772143" cy="182382"/>
          </a:xfrm>
          <a:custGeom xmlns:a="http://schemas.openxmlformats.org/drawingml/2006/main">
            <a:pathLst>
              <a:path w="5772143" h="182382">
                <a:moveTo>
                  <a:pt x="16660" y="80395"/>
                </a:moveTo>
                <a:lnTo>
                  <a:pt x="17733" y="78850"/>
                </a:lnTo>
                <a:lnTo>
                  <a:pt x="18848" y="77353"/>
                </a:lnTo>
                <a:lnTo>
                  <a:pt x="20006" y="75904"/>
                </a:lnTo>
                <a:lnTo>
                  <a:pt x="21205" y="74504"/>
                </a:lnTo>
                <a:lnTo>
                  <a:pt x="22446" y="73152"/>
                </a:lnTo>
                <a:lnTo>
                  <a:pt x="23729" y="71848"/>
                </a:lnTo>
                <a:lnTo>
                  <a:pt x="25055" y="70593"/>
                </a:lnTo>
                <a:lnTo>
                  <a:pt x="26422" y="69386"/>
                </a:lnTo>
                <a:lnTo>
                  <a:pt x="27831" y="68227"/>
                </a:lnTo>
                <a:lnTo>
                  <a:pt x="29283" y="67116"/>
                </a:lnTo>
                <a:lnTo>
                  <a:pt x="30776" y="66053"/>
                </a:lnTo>
                <a:lnTo>
                  <a:pt x="32311" y="65039"/>
                </a:lnTo>
                <a:lnTo>
                  <a:pt x="33881" y="64090"/>
                </a:lnTo>
                <a:lnTo>
                  <a:pt x="35477" y="63224"/>
                </a:lnTo>
                <a:lnTo>
                  <a:pt x="37098" y="62440"/>
                </a:lnTo>
                <a:lnTo>
                  <a:pt x="38746" y="61739"/>
                </a:lnTo>
                <a:lnTo>
                  <a:pt x="40421" y="61120"/>
                </a:lnTo>
                <a:lnTo>
                  <a:pt x="42121" y="60584"/>
                </a:lnTo>
                <a:lnTo>
                  <a:pt x="43848" y="60130"/>
                </a:lnTo>
                <a:lnTo>
                  <a:pt x="45600" y="59759"/>
                </a:lnTo>
                <a:lnTo>
                  <a:pt x="47379" y="59470"/>
                </a:lnTo>
                <a:lnTo>
                  <a:pt x="49184" y="59264"/>
                </a:lnTo>
                <a:lnTo>
                  <a:pt x="51016" y="59140"/>
                </a:lnTo>
                <a:lnTo>
                  <a:pt x="52873" y="59099"/>
                </a:lnTo>
                <a:lnTo>
                  <a:pt x="54634" y="59135"/>
                </a:lnTo>
                <a:lnTo>
                  <a:pt x="56379" y="59243"/>
                </a:lnTo>
                <a:lnTo>
                  <a:pt x="58110" y="59422"/>
                </a:lnTo>
                <a:lnTo>
                  <a:pt x="59825" y="59674"/>
                </a:lnTo>
                <a:lnTo>
                  <a:pt x="61524" y="59998"/>
                </a:lnTo>
                <a:lnTo>
                  <a:pt x="63209" y="60393"/>
                </a:lnTo>
                <a:lnTo>
                  <a:pt x="64878" y="60861"/>
                </a:lnTo>
                <a:lnTo>
                  <a:pt x="66532" y="61400"/>
                </a:lnTo>
                <a:lnTo>
                  <a:pt x="68171" y="62012"/>
                </a:lnTo>
                <a:lnTo>
                  <a:pt x="69795" y="62695"/>
                </a:lnTo>
                <a:lnTo>
                  <a:pt x="71403" y="63450"/>
                </a:lnTo>
                <a:lnTo>
                  <a:pt x="72997" y="64277"/>
                </a:lnTo>
                <a:lnTo>
                  <a:pt x="74551" y="65169"/>
                </a:lnTo>
                <a:lnTo>
                  <a:pt x="76042" y="66117"/>
                </a:lnTo>
                <a:lnTo>
                  <a:pt x="77471" y="67122"/>
                </a:lnTo>
                <a:lnTo>
                  <a:pt x="78837" y="68183"/>
                </a:lnTo>
                <a:lnTo>
                  <a:pt x="80141" y="69302"/>
                </a:lnTo>
                <a:lnTo>
                  <a:pt x="81381" y="70476"/>
                </a:lnTo>
                <a:lnTo>
                  <a:pt x="82559" y="71708"/>
                </a:lnTo>
                <a:lnTo>
                  <a:pt x="83674" y="72996"/>
                </a:lnTo>
                <a:lnTo>
                  <a:pt x="84727" y="74341"/>
                </a:lnTo>
                <a:lnTo>
                  <a:pt x="85717" y="75742"/>
                </a:lnTo>
                <a:lnTo>
                  <a:pt x="86644" y="77200"/>
                </a:lnTo>
                <a:lnTo>
                  <a:pt x="87508" y="78715"/>
                </a:lnTo>
                <a:lnTo>
                  <a:pt x="88306" y="80279"/>
                </a:lnTo>
                <a:lnTo>
                  <a:pt x="89035" y="81886"/>
                </a:lnTo>
                <a:lnTo>
                  <a:pt x="89695" y="83534"/>
                </a:lnTo>
                <a:lnTo>
                  <a:pt x="90285" y="85224"/>
                </a:lnTo>
                <a:lnTo>
                  <a:pt x="90805" y="86957"/>
                </a:lnTo>
                <a:lnTo>
                  <a:pt x="91257" y="88732"/>
                </a:lnTo>
                <a:lnTo>
                  <a:pt x="91638" y="90548"/>
                </a:lnTo>
                <a:lnTo>
                  <a:pt x="91951" y="92407"/>
                </a:lnTo>
                <a:lnTo>
                  <a:pt x="92194" y="94308"/>
                </a:lnTo>
                <a:lnTo>
                  <a:pt x="92367" y="96251"/>
                </a:lnTo>
                <a:lnTo>
                  <a:pt x="92471" y="98236"/>
                </a:lnTo>
                <a:lnTo>
                  <a:pt x="92506" y="100263"/>
                </a:lnTo>
                <a:lnTo>
                  <a:pt x="92420" y="103461"/>
                </a:lnTo>
                <a:lnTo>
                  <a:pt x="92161" y="106589"/>
                </a:lnTo>
                <a:lnTo>
                  <a:pt x="91731" y="109647"/>
                </a:lnTo>
                <a:lnTo>
                  <a:pt x="91128" y="112634"/>
                </a:lnTo>
                <a:lnTo>
                  <a:pt x="90352" y="115551"/>
                </a:lnTo>
                <a:lnTo>
                  <a:pt x="89404" y="118399"/>
                </a:lnTo>
                <a:lnTo>
                  <a:pt x="88284" y="121176"/>
                </a:lnTo>
                <a:lnTo>
                  <a:pt x="86992" y="123883"/>
                </a:lnTo>
                <a:lnTo>
                  <a:pt x="85527" y="126520"/>
                </a:lnTo>
                <a:lnTo>
                  <a:pt x="83890" y="129087"/>
                </a:lnTo>
                <a:lnTo>
                  <a:pt x="82081" y="131584"/>
                </a:lnTo>
                <a:lnTo>
                  <a:pt x="80099" y="134011"/>
                </a:lnTo>
                <a:lnTo>
                  <a:pt x="77977" y="136303"/>
                </a:lnTo>
                <a:lnTo>
                  <a:pt x="75745" y="138395"/>
                </a:lnTo>
                <a:lnTo>
                  <a:pt x="73405" y="140289"/>
                </a:lnTo>
                <a:lnTo>
                  <a:pt x="70955" y="141983"/>
                </a:lnTo>
                <a:lnTo>
                  <a:pt x="68397" y="143478"/>
                </a:lnTo>
                <a:lnTo>
                  <a:pt x="65730" y="144773"/>
                </a:lnTo>
                <a:lnTo>
                  <a:pt x="62953" y="145869"/>
                </a:lnTo>
                <a:lnTo>
                  <a:pt x="60068" y="146766"/>
                </a:lnTo>
                <a:lnTo>
                  <a:pt x="57074" y="147464"/>
                </a:lnTo>
                <a:lnTo>
                  <a:pt x="53970" y="147962"/>
                </a:lnTo>
                <a:lnTo>
                  <a:pt x="50758" y="148261"/>
                </a:lnTo>
                <a:lnTo>
                  <a:pt x="47437" y="148361"/>
                </a:lnTo>
                <a:lnTo>
                  <a:pt x="43546" y="148222"/>
                </a:lnTo>
                <a:lnTo>
                  <a:pt x="39822" y="147807"/>
                </a:lnTo>
                <a:lnTo>
                  <a:pt x="36265" y="147115"/>
                </a:lnTo>
                <a:lnTo>
                  <a:pt x="32876" y="146146"/>
                </a:lnTo>
                <a:lnTo>
                  <a:pt x="29655" y="144900"/>
                </a:lnTo>
                <a:lnTo>
                  <a:pt x="26601" y="143377"/>
                </a:lnTo>
                <a:lnTo>
                  <a:pt x="23714" y="141577"/>
                </a:lnTo>
                <a:lnTo>
                  <a:pt x="20995" y="139501"/>
                </a:lnTo>
                <a:lnTo>
                  <a:pt x="18444" y="137147"/>
                </a:lnTo>
                <a:lnTo>
                  <a:pt x="16059" y="134517"/>
                </a:lnTo>
                <a:lnTo>
                  <a:pt x="13843" y="131610"/>
                </a:lnTo>
                <a:lnTo>
                  <a:pt x="11793" y="128426"/>
                </a:lnTo>
                <a:lnTo>
                  <a:pt x="9910" y="125028"/>
                </a:lnTo>
                <a:lnTo>
                  <a:pt x="8190" y="121480"/>
                </a:lnTo>
                <a:lnTo>
                  <a:pt x="6634" y="117781"/>
                </a:lnTo>
                <a:lnTo>
                  <a:pt x="5242" y="113933"/>
                </a:lnTo>
                <a:lnTo>
                  <a:pt x="4013" y="109933"/>
                </a:lnTo>
                <a:lnTo>
                  <a:pt x="2948" y="105784"/>
                </a:lnTo>
                <a:lnTo>
                  <a:pt x="2047" y="101484"/>
                </a:lnTo>
                <a:lnTo>
                  <a:pt x="1310" y="97034"/>
                </a:lnTo>
                <a:lnTo>
                  <a:pt x="737" y="92434"/>
                </a:lnTo>
                <a:lnTo>
                  <a:pt x="328" y="87683"/>
                </a:lnTo>
                <a:lnTo>
                  <a:pt x="82" y="82783"/>
                </a:lnTo>
                <a:lnTo>
                  <a:pt x="0" y="77731"/>
                </a:lnTo>
                <a:lnTo>
                  <a:pt x="104" y="72163"/>
                </a:lnTo>
                <a:lnTo>
                  <a:pt x="416" y="66793"/>
                </a:lnTo>
                <a:lnTo>
                  <a:pt x="937" y="61621"/>
                </a:lnTo>
                <a:lnTo>
                  <a:pt x="1666" y="56646"/>
                </a:lnTo>
                <a:lnTo>
                  <a:pt x="2603" y="51869"/>
                </a:lnTo>
                <a:lnTo>
                  <a:pt x="3748" y="47290"/>
                </a:lnTo>
                <a:lnTo>
                  <a:pt x="5102" y="42909"/>
                </a:lnTo>
                <a:lnTo>
                  <a:pt x="6664" y="38726"/>
                </a:lnTo>
                <a:lnTo>
                  <a:pt x="8434" y="34740"/>
                </a:lnTo>
                <a:lnTo>
                  <a:pt x="10412" y="30952"/>
                </a:lnTo>
                <a:lnTo>
                  <a:pt x="12599" y="27363"/>
                </a:lnTo>
                <a:lnTo>
                  <a:pt x="14994" y="23970"/>
                </a:lnTo>
                <a:lnTo>
                  <a:pt x="17567" y="20814"/>
                </a:lnTo>
                <a:lnTo>
                  <a:pt x="20287" y="17932"/>
                </a:lnTo>
                <a:lnTo>
                  <a:pt x="23154" y="15325"/>
                </a:lnTo>
                <a:lnTo>
                  <a:pt x="26169" y="12992"/>
                </a:lnTo>
                <a:lnTo>
                  <a:pt x="29331" y="10933"/>
                </a:lnTo>
                <a:lnTo>
                  <a:pt x="32640" y="9149"/>
                </a:lnTo>
                <a:lnTo>
                  <a:pt x="36097" y="7640"/>
                </a:lnTo>
                <a:lnTo>
                  <a:pt x="39701" y="6405"/>
                </a:lnTo>
                <a:lnTo>
                  <a:pt x="43453" y="5444"/>
                </a:lnTo>
                <a:lnTo>
                  <a:pt x="47352" y="4758"/>
                </a:lnTo>
                <a:lnTo>
                  <a:pt x="51398" y="4346"/>
                </a:lnTo>
                <a:lnTo>
                  <a:pt x="55591" y="4209"/>
                </a:lnTo>
                <a:lnTo>
                  <a:pt x="57880" y="4237"/>
                </a:lnTo>
                <a:lnTo>
                  <a:pt x="60158" y="4321"/>
                </a:lnTo>
                <a:lnTo>
                  <a:pt x="62425" y="4461"/>
                </a:lnTo>
                <a:lnTo>
                  <a:pt x="64681" y="4658"/>
                </a:lnTo>
                <a:lnTo>
                  <a:pt x="66926" y="4910"/>
                </a:lnTo>
                <a:lnTo>
                  <a:pt x="69160" y="5219"/>
                </a:lnTo>
                <a:lnTo>
                  <a:pt x="71384" y="5584"/>
                </a:lnTo>
                <a:lnTo>
                  <a:pt x="73596" y="6005"/>
                </a:lnTo>
                <a:lnTo>
                  <a:pt x="75797" y="6482"/>
                </a:lnTo>
                <a:lnTo>
                  <a:pt x="77987" y="7016"/>
                </a:lnTo>
                <a:lnTo>
                  <a:pt x="80166" y="7605"/>
                </a:lnTo>
                <a:lnTo>
                  <a:pt x="82335" y="8250"/>
                </a:lnTo>
                <a:lnTo>
                  <a:pt x="82335" y="24771"/>
                </a:lnTo>
                <a:lnTo>
                  <a:pt x="79920" y="23671"/>
                </a:lnTo>
                <a:lnTo>
                  <a:pt x="77529" y="22667"/>
                </a:lnTo>
                <a:lnTo>
                  <a:pt x="75161" y="21759"/>
                </a:lnTo>
                <a:lnTo>
                  <a:pt x="72816" y="20947"/>
                </a:lnTo>
                <a:lnTo>
                  <a:pt x="70494" y="20230"/>
                </a:lnTo>
                <a:lnTo>
                  <a:pt x="68196" y="19608"/>
                </a:lnTo>
                <a:lnTo>
                  <a:pt x="65920" y="19082"/>
                </a:lnTo>
                <a:lnTo>
                  <a:pt x="63668" y="18652"/>
                </a:lnTo>
                <a:lnTo>
                  <a:pt x="61439" y="18318"/>
                </a:lnTo>
                <a:lnTo>
                  <a:pt x="59233" y="18079"/>
                </a:lnTo>
                <a:lnTo>
                  <a:pt x="57050" y="17935"/>
                </a:lnTo>
                <a:lnTo>
                  <a:pt x="54890" y="17887"/>
                </a:lnTo>
                <a:lnTo>
                  <a:pt x="51907" y="18003"/>
                </a:lnTo>
                <a:lnTo>
                  <a:pt x="49039" y="18351"/>
                </a:lnTo>
                <a:lnTo>
                  <a:pt x="46286" y="18931"/>
                </a:lnTo>
                <a:lnTo>
                  <a:pt x="43647" y="19743"/>
                </a:lnTo>
                <a:lnTo>
                  <a:pt x="41122" y="20786"/>
                </a:lnTo>
                <a:lnTo>
                  <a:pt x="38712" y="22062"/>
                </a:lnTo>
                <a:lnTo>
                  <a:pt x="36417" y="23569"/>
                </a:lnTo>
                <a:lnTo>
                  <a:pt x="34236" y="25309"/>
                </a:lnTo>
                <a:lnTo>
                  <a:pt x="32169" y="27280"/>
                </a:lnTo>
                <a:lnTo>
                  <a:pt x="30217" y="29483"/>
                </a:lnTo>
                <a:lnTo>
                  <a:pt x="28379" y="31919"/>
                </a:lnTo>
                <a:lnTo>
                  <a:pt x="26656" y="34586"/>
                </a:lnTo>
                <a:lnTo>
                  <a:pt x="25059" y="37431"/>
                </a:lnTo>
                <a:lnTo>
                  <a:pt x="23601" y="40399"/>
                </a:lnTo>
                <a:lnTo>
                  <a:pt x="22283" y="43492"/>
                </a:lnTo>
                <a:lnTo>
                  <a:pt x="21102" y="46709"/>
                </a:lnTo>
                <a:lnTo>
                  <a:pt x="20061" y="50049"/>
                </a:lnTo>
                <a:lnTo>
                  <a:pt x="19159" y="53513"/>
                </a:lnTo>
                <a:lnTo>
                  <a:pt x="18395" y="57101"/>
                </a:lnTo>
                <a:lnTo>
                  <a:pt x="17771" y="60813"/>
                </a:lnTo>
                <a:lnTo>
                  <a:pt x="17285" y="64648"/>
                </a:lnTo>
                <a:lnTo>
                  <a:pt x="16938" y="68608"/>
                </a:lnTo>
                <a:lnTo>
                  <a:pt x="16729" y="72691"/>
                </a:lnTo>
                <a:lnTo>
                  <a:pt x="16660" y="76898"/>
                </a:lnTo>
                <a:lnTo>
                  <a:pt x="16660" y="80395"/>
                </a:lnTo>
                <a:moveTo>
                  <a:pt x="48664" y="134682"/>
                </a:moveTo>
                <a:lnTo>
                  <a:pt x="49761" y="134655"/>
                </a:lnTo>
                <a:lnTo>
                  <a:pt x="50859" y="134574"/>
                </a:lnTo>
                <a:lnTo>
                  <a:pt x="51958" y="134438"/>
                </a:lnTo>
                <a:lnTo>
                  <a:pt x="53058" y="134249"/>
                </a:lnTo>
                <a:lnTo>
                  <a:pt x="54160" y="134005"/>
                </a:lnTo>
                <a:lnTo>
                  <a:pt x="55263" y="133708"/>
                </a:lnTo>
                <a:lnTo>
                  <a:pt x="56366" y="133356"/>
                </a:lnTo>
                <a:lnTo>
                  <a:pt x="57472" y="132950"/>
                </a:lnTo>
                <a:lnTo>
                  <a:pt x="58578" y="132490"/>
                </a:lnTo>
                <a:lnTo>
                  <a:pt x="59686" y="131976"/>
                </a:lnTo>
                <a:lnTo>
                  <a:pt x="60795" y="131408"/>
                </a:lnTo>
                <a:lnTo>
                  <a:pt x="61905" y="130785"/>
                </a:lnTo>
                <a:lnTo>
                  <a:pt x="62995" y="130107"/>
                </a:lnTo>
                <a:lnTo>
                  <a:pt x="64047" y="129370"/>
                </a:lnTo>
                <a:lnTo>
                  <a:pt x="65058" y="128575"/>
                </a:lnTo>
                <a:lnTo>
                  <a:pt x="66031" y="127721"/>
                </a:lnTo>
                <a:lnTo>
                  <a:pt x="66963" y="126809"/>
                </a:lnTo>
                <a:lnTo>
                  <a:pt x="67856" y="125838"/>
                </a:lnTo>
                <a:lnTo>
                  <a:pt x="68709" y="124809"/>
                </a:lnTo>
                <a:lnTo>
                  <a:pt x="69523" y="123722"/>
                </a:lnTo>
                <a:lnTo>
                  <a:pt x="70298" y="122576"/>
                </a:lnTo>
                <a:lnTo>
                  <a:pt x="71032" y="121372"/>
                </a:lnTo>
                <a:lnTo>
                  <a:pt x="71727" y="120110"/>
                </a:lnTo>
                <a:lnTo>
                  <a:pt x="72383" y="118789"/>
                </a:lnTo>
                <a:lnTo>
                  <a:pt x="72992" y="117429"/>
                </a:lnTo>
                <a:lnTo>
                  <a:pt x="73548" y="116049"/>
                </a:lnTo>
                <a:lnTo>
                  <a:pt x="74051" y="114649"/>
                </a:lnTo>
                <a:lnTo>
                  <a:pt x="74502" y="113229"/>
                </a:lnTo>
                <a:lnTo>
                  <a:pt x="74899" y="111789"/>
                </a:lnTo>
                <a:lnTo>
                  <a:pt x="75243" y="110328"/>
                </a:lnTo>
                <a:lnTo>
                  <a:pt x="75535" y="108848"/>
                </a:lnTo>
                <a:lnTo>
                  <a:pt x="75773" y="107348"/>
                </a:lnTo>
                <a:lnTo>
                  <a:pt x="75959" y="105827"/>
                </a:lnTo>
                <a:lnTo>
                  <a:pt x="76091" y="104287"/>
                </a:lnTo>
                <a:lnTo>
                  <a:pt x="76170" y="102726"/>
                </a:lnTo>
                <a:lnTo>
                  <a:pt x="76197" y="101146"/>
                </a:lnTo>
                <a:lnTo>
                  <a:pt x="76152" y="99105"/>
                </a:lnTo>
                <a:lnTo>
                  <a:pt x="76018" y="97126"/>
                </a:lnTo>
                <a:lnTo>
                  <a:pt x="75794" y="95209"/>
                </a:lnTo>
                <a:lnTo>
                  <a:pt x="75481" y="93354"/>
                </a:lnTo>
                <a:lnTo>
                  <a:pt x="75078" y="91561"/>
                </a:lnTo>
                <a:lnTo>
                  <a:pt x="74586" y="89830"/>
                </a:lnTo>
                <a:lnTo>
                  <a:pt x="74004" y="88161"/>
                </a:lnTo>
                <a:lnTo>
                  <a:pt x="73333" y="86554"/>
                </a:lnTo>
                <a:lnTo>
                  <a:pt x="72572" y="85009"/>
                </a:lnTo>
                <a:lnTo>
                  <a:pt x="71721" y="83526"/>
                </a:lnTo>
                <a:lnTo>
                  <a:pt x="70782" y="82105"/>
                </a:lnTo>
                <a:lnTo>
                  <a:pt x="69752" y="80746"/>
                </a:lnTo>
                <a:lnTo>
                  <a:pt x="68640" y="79473"/>
                </a:lnTo>
                <a:lnTo>
                  <a:pt x="67452" y="78311"/>
                </a:lnTo>
                <a:lnTo>
                  <a:pt x="66187" y="77259"/>
                </a:lnTo>
                <a:lnTo>
                  <a:pt x="64847" y="76319"/>
                </a:lnTo>
                <a:lnTo>
                  <a:pt x="63430" y="75489"/>
                </a:lnTo>
                <a:lnTo>
                  <a:pt x="61937" y="74769"/>
                </a:lnTo>
                <a:lnTo>
                  <a:pt x="60369" y="74161"/>
                </a:lnTo>
                <a:lnTo>
                  <a:pt x="58724" y="73663"/>
                </a:lnTo>
                <a:lnTo>
                  <a:pt x="57003" y="73275"/>
                </a:lnTo>
                <a:lnTo>
                  <a:pt x="55205" y="72999"/>
                </a:lnTo>
                <a:lnTo>
                  <a:pt x="53332" y="72833"/>
                </a:lnTo>
                <a:lnTo>
                  <a:pt x="51383" y="72777"/>
                </a:lnTo>
                <a:lnTo>
                  <a:pt x="49353" y="72841"/>
                </a:lnTo>
                <a:lnTo>
                  <a:pt x="47384" y="73034"/>
                </a:lnTo>
                <a:lnTo>
                  <a:pt x="45478" y="73355"/>
                </a:lnTo>
                <a:lnTo>
                  <a:pt x="43632" y="73804"/>
                </a:lnTo>
                <a:lnTo>
                  <a:pt x="41848" y="74381"/>
                </a:lnTo>
                <a:lnTo>
                  <a:pt x="40126" y="75087"/>
                </a:lnTo>
                <a:lnTo>
                  <a:pt x="38465" y="75920"/>
                </a:lnTo>
                <a:lnTo>
                  <a:pt x="36866" y="76883"/>
                </a:lnTo>
                <a:lnTo>
                  <a:pt x="35328" y="77973"/>
                </a:lnTo>
                <a:lnTo>
                  <a:pt x="33852" y="79192"/>
                </a:lnTo>
                <a:lnTo>
                  <a:pt x="32437" y="80539"/>
                </a:lnTo>
                <a:lnTo>
                  <a:pt x="31084" y="82014"/>
                </a:lnTo>
                <a:lnTo>
                  <a:pt x="29816" y="83581"/>
                </a:lnTo>
                <a:lnTo>
                  <a:pt x="28659" y="85204"/>
                </a:lnTo>
                <a:lnTo>
                  <a:pt x="27612" y="86882"/>
                </a:lnTo>
                <a:lnTo>
                  <a:pt x="26675" y="88615"/>
                </a:lnTo>
                <a:lnTo>
                  <a:pt x="25849" y="90404"/>
                </a:lnTo>
                <a:lnTo>
                  <a:pt x="25132" y="92248"/>
                </a:lnTo>
                <a:lnTo>
                  <a:pt x="24526" y="94147"/>
                </a:lnTo>
                <a:lnTo>
                  <a:pt x="24030" y="96102"/>
                </a:lnTo>
                <a:lnTo>
                  <a:pt x="23644" y="98112"/>
                </a:lnTo>
                <a:lnTo>
                  <a:pt x="23369" y="100178"/>
                </a:lnTo>
                <a:lnTo>
                  <a:pt x="23204" y="102299"/>
                </a:lnTo>
                <a:lnTo>
                  <a:pt x="23148" y="104475"/>
                </a:lnTo>
                <a:lnTo>
                  <a:pt x="23202" y="106659"/>
                </a:lnTo>
                <a:lnTo>
                  <a:pt x="23364" y="108776"/>
                </a:lnTo>
                <a:lnTo>
                  <a:pt x="23633" y="110826"/>
                </a:lnTo>
                <a:lnTo>
                  <a:pt x="24011" y="112808"/>
                </a:lnTo>
                <a:lnTo>
                  <a:pt x="24496" y="114722"/>
                </a:lnTo>
                <a:lnTo>
                  <a:pt x="25088" y="116569"/>
                </a:lnTo>
                <a:lnTo>
                  <a:pt x="25789" y="118349"/>
                </a:lnTo>
                <a:lnTo>
                  <a:pt x="26597" y="120061"/>
                </a:lnTo>
                <a:lnTo>
                  <a:pt x="27513" y="121705"/>
                </a:lnTo>
                <a:lnTo>
                  <a:pt x="28537" y="123282"/>
                </a:lnTo>
                <a:lnTo>
                  <a:pt x="29669" y="124792"/>
                </a:lnTo>
                <a:lnTo>
                  <a:pt x="30908" y="126234"/>
                </a:lnTo>
                <a:lnTo>
                  <a:pt x="32217" y="127583"/>
                </a:lnTo>
                <a:lnTo>
                  <a:pt x="33557" y="128815"/>
                </a:lnTo>
                <a:lnTo>
                  <a:pt x="34928" y="129930"/>
                </a:lnTo>
                <a:lnTo>
                  <a:pt x="36330" y="130927"/>
                </a:lnTo>
                <a:lnTo>
                  <a:pt x="37763" y="131807"/>
                </a:lnTo>
                <a:lnTo>
                  <a:pt x="39227" y="132570"/>
                </a:lnTo>
                <a:lnTo>
                  <a:pt x="40723" y="133215"/>
                </a:lnTo>
                <a:lnTo>
                  <a:pt x="42249" y="133743"/>
                </a:lnTo>
                <a:lnTo>
                  <a:pt x="43806" y="134154"/>
                </a:lnTo>
                <a:lnTo>
                  <a:pt x="45394" y="134447"/>
                </a:lnTo>
                <a:lnTo>
                  <a:pt x="47014" y="134623"/>
                </a:lnTo>
                <a:lnTo>
                  <a:pt x="48664" y="134682"/>
                </a:lnTo>
                <a:close/>
                <a:moveTo>
                  <a:pt x="409135" y="141401"/>
                </a:moveTo>
                <a:lnTo>
                  <a:pt x="406413" y="142288"/>
                </a:lnTo>
                <a:lnTo>
                  <a:pt x="403713" y="143099"/>
                </a:lnTo>
                <a:lnTo>
                  <a:pt x="401035" y="143832"/>
                </a:lnTo>
                <a:lnTo>
                  <a:pt x="398379" y="144488"/>
                </a:lnTo>
                <a:lnTo>
                  <a:pt x="395745" y="145067"/>
                </a:lnTo>
                <a:lnTo>
                  <a:pt x="393133" y="145568"/>
                </a:lnTo>
                <a:lnTo>
                  <a:pt x="390543" y="145993"/>
                </a:lnTo>
                <a:lnTo>
                  <a:pt x="387974" y="146340"/>
                </a:lnTo>
                <a:lnTo>
                  <a:pt x="385428" y="146610"/>
                </a:lnTo>
                <a:lnTo>
                  <a:pt x="382903" y="146803"/>
                </a:lnTo>
                <a:lnTo>
                  <a:pt x="380401" y="146919"/>
                </a:lnTo>
                <a:lnTo>
                  <a:pt x="377920" y="146958"/>
                </a:lnTo>
                <a:lnTo>
                  <a:pt x="375488" y="146910"/>
                </a:lnTo>
                <a:lnTo>
                  <a:pt x="373101" y="146769"/>
                </a:lnTo>
                <a:lnTo>
                  <a:pt x="370760" y="146533"/>
                </a:lnTo>
                <a:lnTo>
                  <a:pt x="368465" y="146203"/>
                </a:lnTo>
                <a:lnTo>
                  <a:pt x="366215" y="145779"/>
                </a:lnTo>
                <a:lnTo>
                  <a:pt x="364011" y="145260"/>
                </a:lnTo>
                <a:lnTo>
                  <a:pt x="361853" y="144647"/>
                </a:lnTo>
                <a:lnTo>
                  <a:pt x="359740" y="143940"/>
                </a:lnTo>
                <a:lnTo>
                  <a:pt x="357673" y="143138"/>
                </a:lnTo>
                <a:lnTo>
                  <a:pt x="355652" y="142242"/>
                </a:lnTo>
                <a:lnTo>
                  <a:pt x="353676" y="141252"/>
                </a:lnTo>
                <a:lnTo>
                  <a:pt x="351746" y="140168"/>
                </a:lnTo>
                <a:lnTo>
                  <a:pt x="349874" y="139002"/>
                </a:lnTo>
                <a:lnTo>
                  <a:pt x="348072" y="137770"/>
                </a:lnTo>
                <a:lnTo>
                  <a:pt x="346340" y="136472"/>
                </a:lnTo>
                <a:lnTo>
                  <a:pt x="344678" y="135106"/>
                </a:lnTo>
                <a:lnTo>
                  <a:pt x="343086" y="133673"/>
                </a:lnTo>
                <a:lnTo>
                  <a:pt x="341564" y="132173"/>
                </a:lnTo>
                <a:lnTo>
                  <a:pt x="340112" y="130607"/>
                </a:lnTo>
                <a:lnTo>
                  <a:pt x="338730" y="128973"/>
                </a:lnTo>
                <a:lnTo>
                  <a:pt x="337418" y="127273"/>
                </a:lnTo>
                <a:lnTo>
                  <a:pt x="336176" y="125506"/>
                </a:lnTo>
                <a:lnTo>
                  <a:pt x="335005" y="123672"/>
                </a:lnTo>
                <a:lnTo>
                  <a:pt x="333903" y="121770"/>
                </a:lnTo>
                <a:lnTo>
                  <a:pt x="332880" y="119813"/>
                </a:lnTo>
                <a:lnTo>
                  <a:pt x="331947" y="117812"/>
                </a:lnTo>
                <a:lnTo>
                  <a:pt x="331102" y="115766"/>
                </a:lnTo>
                <a:lnTo>
                  <a:pt x="330347" y="113676"/>
                </a:lnTo>
                <a:lnTo>
                  <a:pt x="329680" y="111541"/>
                </a:lnTo>
                <a:lnTo>
                  <a:pt x="329102" y="109362"/>
                </a:lnTo>
                <a:lnTo>
                  <a:pt x="328613" y="107138"/>
                </a:lnTo>
                <a:lnTo>
                  <a:pt x="328213" y="104871"/>
                </a:lnTo>
                <a:lnTo>
                  <a:pt x="327902" y="102559"/>
                </a:lnTo>
                <a:lnTo>
                  <a:pt x="327680" y="100202"/>
                </a:lnTo>
                <a:lnTo>
                  <a:pt x="327546" y="97801"/>
                </a:lnTo>
                <a:lnTo>
                  <a:pt x="327502" y="95356"/>
                </a:lnTo>
                <a:lnTo>
                  <a:pt x="327603" y="91699"/>
                </a:lnTo>
                <a:lnTo>
                  <a:pt x="327905" y="88148"/>
                </a:lnTo>
                <a:lnTo>
                  <a:pt x="328409" y="84701"/>
                </a:lnTo>
                <a:lnTo>
                  <a:pt x="329114" y="81358"/>
                </a:lnTo>
                <a:lnTo>
                  <a:pt x="330021" y="78120"/>
                </a:lnTo>
                <a:lnTo>
                  <a:pt x="331130" y="74987"/>
                </a:lnTo>
                <a:lnTo>
                  <a:pt x="332440" y="71959"/>
                </a:lnTo>
                <a:lnTo>
                  <a:pt x="333951" y="69035"/>
                </a:lnTo>
                <a:lnTo>
                  <a:pt x="335665" y="66216"/>
                </a:lnTo>
                <a:lnTo>
                  <a:pt x="337579" y="63501"/>
                </a:lnTo>
                <a:lnTo>
                  <a:pt x="339696" y="60891"/>
                </a:lnTo>
                <a:lnTo>
                  <a:pt x="342013" y="58386"/>
                </a:lnTo>
                <a:lnTo>
                  <a:pt x="344474" y="56035"/>
                </a:lnTo>
                <a:lnTo>
                  <a:pt x="347018" y="53889"/>
                </a:lnTo>
                <a:lnTo>
                  <a:pt x="349645" y="51946"/>
                </a:lnTo>
                <a:lnTo>
                  <a:pt x="352355" y="50209"/>
                </a:lnTo>
                <a:lnTo>
                  <a:pt x="355149" y="48675"/>
                </a:lnTo>
                <a:lnTo>
                  <a:pt x="358027" y="47346"/>
                </a:lnTo>
                <a:lnTo>
                  <a:pt x="360987" y="46222"/>
                </a:lnTo>
                <a:lnTo>
                  <a:pt x="364032" y="45302"/>
                </a:lnTo>
                <a:lnTo>
                  <a:pt x="367159" y="44586"/>
                </a:lnTo>
                <a:lnTo>
                  <a:pt x="370371" y="44075"/>
                </a:lnTo>
                <a:lnTo>
                  <a:pt x="373665" y="43769"/>
                </a:lnTo>
                <a:lnTo>
                  <a:pt x="377043" y="43666"/>
                </a:lnTo>
                <a:lnTo>
                  <a:pt x="379583" y="43706"/>
                </a:lnTo>
                <a:lnTo>
                  <a:pt x="382148" y="43826"/>
                </a:lnTo>
                <a:lnTo>
                  <a:pt x="384737" y="44025"/>
                </a:lnTo>
                <a:lnTo>
                  <a:pt x="387351" y="44304"/>
                </a:lnTo>
                <a:lnTo>
                  <a:pt x="389989" y="44662"/>
                </a:lnTo>
                <a:lnTo>
                  <a:pt x="392651" y="45100"/>
                </a:lnTo>
                <a:lnTo>
                  <a:pt x="395337" y="45618"/>
                </a:lnTo>
                <a:lnTo>
                  <a:pt x="398048" y="46215"/>
                </a:lnTo>
                <a:lnTo>
                  <a:pt x="400783" y="46892"/>
                </a:lnTo>
                <a:lnTo>
                  <a:pt x="403543" y="47649"/>
                </a:lnTo>
                <a:lnTo>
                  <a:pt x="406327" y="48485"/>
                </a:lnTo>
                <a:lnTo>
                  <a:pt x="409135" y="49401"/>
                </a:lnTo>
                <a:lnTo>
                  <a:pt x="409135" y="65121"/>
                </a:lnTo>
                <a:lnTo>
                  <a:pt x="406310" y="63879"/>
                </a:lnTo>
                <a:lnTo>
                  <a:pt x="403536" y="62745"/>
                </a:lnTo>
                <a:lnTo>
                  <a:pt x="400811" y="61719"/>
                </a:lnTo>
                <a:lnTo>
                  <a:pt x="398136" y="60801"/>
                </a:lnTo>
                <a:lnTo>
                  <a:pt x="395511" y="59991"/>
                </a:lnTo>
                <a:lnTo>
                  <a:pt x="392936" y="59289"/>
                </a:lnTo>
                <a:lnTo>
                  <a:pt x="390410" y="58695"/>
                </a:lnTo>
                <a:lnTo>
                  <a:pt x="387935" y="58209"/>
                </a:lnTo>
                <a:lnTo>
                  <a:pt x="385510" y="57831"/>
                </a:lnTo>
                <a:lnTo>
                  <a:pt x="383135" y="57561"/>
                </a:lnTo>
                <a:lnTo>
                  <a:pt x="380809" y="57399"/>
                </a:lnTo>
                <a:lnTo>
                  <a:pt x="378534" y="57345"/>
                </a:lnTo>
                <a:lnTo>
                  <a:pt x="377050" y="57376"/>
                </a:lnTo>
                <a:lnTo>
                  <a:pt x="375582" y="57468"/>
                </a:lnTo>
                <a:lnTo>
                  <a:pt x="374128" y="57621"/>
                </a:lnTo>
                <a:lnTo>
                  <a:pt x="372688" y="57836"/>
                </a:lnTo>
                <a:lnTo>
                  <a:pt x="371263" y="58111"/>
                </a:lnTo>
                <a:lnTo>
                  <a:pt x="369853" y="58449"/>
                </a:lnTo>
                <a:lnTo>
                  <a:pt x="368457" y="58847"/>
                </a:lnTo>
                <a:lnTo>
                  <a:pt x="367076" y="59307"/>
                </a:lnTo>
                <a:lnTo>
                  <a:pt x="365710" y="59828"/>
                </a:lnTo>
                <a:lnTo>
                  <a:pt x="364358" y="60411"/>
                </a:lnTo>
                <a:lnTo>
                  <a:pt x="363021" y="61054"/>
                </a:lnTo>
                <a:lnTo>
                  <a:pt x="361698" y="61759"/>
                </a:lnTo>
                <a:lnTo>
                  <a:pt x="360408" y="62529"/>
                </a:lnTo>
                <a:lnTo>
                  <a:pt x="359168" y="63367"/>
                </a:lnTo>
                <a:lnTo>
                  <a:pt x="357977" y="64274"/>
                </a:lnTo>
                <a:lnTo>
                  <a:pt x="356837" y="65249"/>
                </a:lnTo>
                <a:lnTo>
                  <a:pt x="355746" y="66293"/>
                </a:lnTo>
                <a:lnTo>
                  <a:pt x="354706" y="67405"/>
                </a:lnTo>
                <a:lnTo>
                  <a:pt x="353715" y="68586"/>
                </a:lnTo>
                <a:lnTo>
                  <a:pt x="352774" y="69836"/>
                </a:lnTo>
                <a:lnTo>
                  <a:pt x="351883" y="71154"/>
                </a:lnTo>
                <a:lnTo>
                  <a:pt x="351042" y="72541"/>
                </a:lnTo>
                <a:lnTo>
                  <a:pt x="350251" y="73996"/>
                </a:lnTo>
                <a:lnTo>
                  <a:pt x="349510" y="75520"/>
                </a:lnTo>
                <a:lnTo>
                  <a:pt x="348824" y="77082"/>
                </a:lnTo>
                <a:lnTo>
                  <a:pt x="348198" y="78651"/>
                </a:lnTo>
                <a:lnTo>
                  <a:pt x="347631" y="80228"/>
                </a:lnTo>
                <a:lnTo>
                  <a:pt x="347123" y="81811"/>
                </a:lnTo>
                <a:lnTo>
                  <a:pt x="346676" y="83402"/>
                </a:lnTo>
                <a:lnTo>
                  <a:pt x="346288" y="85000"/>
                </a:lnTo>
                <a:lnTo>
                  <a:pt x="345960" y="86606"/>
                </a:lnTo>
                <a:lnTo>
                  <a:pt x="345691" y="88218"/>
                </a:lnTo>
                <a:lnTo>
                  <a:pt x="345482" y="89838"/>
                </a:lnTo>
                <a:lnTo>
                  <a:pt x="345333" y="91466"/>
                </a:lnTo>
                <a:lnTo>
                  <a:pt x="345244" y="93100"/>
                </a:lnTo>
                <a:lnTo>
                  <a:pt x="345214" y="94742"/>
                </a:lnTo>
                <a:lnTo>
                  <a:pt x="345271" y="96932"/>
                </a:lnTo>
                <a:lnTo>
                  <a:pt x="345444" y="99106"/>
                </a:lnTo>
                <a:lnTo>
                  <a:pt x="345732" y="101262"/>
                </a:lnTo>
                <a:lnTo>
                  <a:pt x="346135" y="103402"/>
                </a:lnTo>
                <a:lnTo>
                  <a:pt x="346652" y="105525"/>
                </a:lnTo>
                <a:lnTo>
                  <a:pt x="347285" y="107630"/>
                </a:lnTo>
                <a:lnTo>
                  <a:pt x="348033" y="109719"/>
                </a:lnTo>
                <a:lnTo>
                  <a:pt x="348897" y="111790"/>
                </a:lnTo>
                <a:lnTo>
                  <a:pt x="349875" y="113845"/>
                </a:lnTo>
                <a:lnTo>
                  <a:pt x="350968" y="115883"/>
                </a:lnTo>
                <a:lnTo>
                  <a:pt x="352177" y="117903"/>
                </a:lnTo>
                <a:lnTo>
                  <a:pt x="353500" y="119907"/>
                </a:lnTo>
                <a:lnTo>
                  <a:pt x="354946" y="121819"/>
                </a:lnTo>
                <a:lnTo>
                  <a:pt x="356524" y="123564"/>
                </a:lnTo>
                <a:lnTo>
                  <a:pt x="358232" y="125144"/>
                </a:lnTo>
                <a:lnTo>
                  <a:pt x="360071" y="126557"/>
                </a:lnTo>
                <a:lnTo>
                  <a:pt x="362042" y="127803"/>
                </a:lnTo>
                <a:lnTo>
                  <a:pt x="364143" y="128884"/>
                </a:lnTo>
                <a:lnTo>
                  <a:pt x="366375" y="129798"/>
                </a:lnTo>
                <a:lnTo>
                  <a:pt x="368737" y="130546"/>
                </a:lnTo>
                <a:lnTo>
                  <a:pt x="371231" y="131128"/>
                </a:lnTo>
                <a:lnTo>
                  <a:pt x="373856" y="131544"/>
                </a:lnTo>
                <a:lnTo>
                  <a:pt x="376612" y="131793"/>
                </a:lnTo>
                <a:lnTo>
                  <a:pt x="379498" y="131876"/>
                </a:lnTo>
                <a:lnTo>
                  <a:pt x="380388" y="131871"/>
                </a:lnTo>
                <a:lnTo>
                  <a:pt x="381276" y="131855"/>
                </a:lnTo>
                <a:lnTo>
                  <a:pt x="382162" y="131830"/>
                </a:lnTo>
                <a:lnTo>
                  <a:pt x="383044" y="131794"/>
                </a:lnTo>
                <a:lnTo>
                  <a:pt x="383925" y="131747"/>
                </a:lnTo>
                <a:lnTo>
                  <a:pt x="384803" y="131690"/>
                </a:lnTo>
                <a:lnTo>
                  <a:pt x="385679" y="131623"/>
                </a:lnTo>
                <a:lnTo>
                  <a:pt x="386552" y="131546"/>
                </a:lnTo>
                <a:lnTo>
                  <a:pt x="387423" y="131458"/>
                </a:lnTo>
                <a:lnTo>
                  <a:pt x="388291" y="131360"/>
                </a:lnTo>
                <a:lnTo>
                  <a:pt x="389157" y="131252"/>
                </a:lnTo>
                <a:lnTo>
                  <a:pt x="390020" y="131133"/>
                </a:lnTo>
                <a:lnTo>
                  <a:pt x="390943" y="130982"/>
                </a:lnTo>
                <a:lnTo>
                  <a:pt x="391988" y="130775"/>
                </a:lnTo>
                <a:lnTo>
                  <a:pt x="393155" y="130514"/>
                </a:lnTo>
                <a:lnTo>
                  <a:pt x="394443" y="130197"/>
                </a:lnTo>
                <a:lnTo>
                  <a:pt x="395854" y="129824"/>
                </a:lnTo>
                <a:lnTo>
                  <a:pt x="397386" y="129397"/>
                </a:lnTo>
                <a:lnTo>
                  <a:pt x="399039" y="128914"/>
                </a:lnTo>
                <a:lnTo>
                  <a:pt x="400815" y="128376"/>
                </a:lnTo>
                <a:lnTo>
                  <a:pt x="402712" y="127783"/>
                </a:lnTo>
                <a:lnTo>
                  <a:pt x="404732" y="127135"/>
                </a:lnTo>
                <a:lnTo>
                  <a:pt x="406872" y="126431"/>
                </a:lnTo>
                <a:lnTo>
                  <a:pt x="409135" y="125672"/>
                </a:lnTo>
                <a:lnTo>
                  <a:pt x="409135" y="141401"/>
                </a:lnTo>
                <a:close/>
                <a:moveTo>
                  <a:pt x="498423" y="122132"/>
                </a:moveTo>
                <a:lnTo>
                  <a:pt x="497160" y="124144"/>
                </a:lnTo>
                <a:lnTo>
                  <a:pt x="495854" y="126072"/>
                </a:lnTo>
                <a:lnTo>
                  <a:pt x="494507" y="127915"/>
                </a:lnTo>
                <a:lnTo>
                  <a:pt x="493118" y="129674"/>
                </a:lnTo>
                <a:lnTo>
                  <a:pt x="491687" y="131348"/>
                </a:lnTo>
                <a:lnTo>
                  <a:pt x="490213" y="132938"/>
                </a:lnTo>
                <a:lnTo>
                  <a:pt x="488698" y="134444"/>
                </a:lnTo>
                <a:lnTo>
                  <a:pt x="487141" y="135866"/>
                </a:lnTo>
                <a:lnTo>
                  <a:pt x="485542" y="137203"/>
                </a:lnTo>
                <a:lnTo>
                  <a:pt x="483900" y="138455"/>
                </a:lnTo>
                <a:lnTo>
                  <a:pt x="482217" y="139623"/>
                </a:lnTo>
                <a:lnTo>
                  <a:pt x="480492" y="140707"/>
                </a:lnTo>
                <a:lnTo>
                  <a:pt x="478757" y="141706"/>
                </a:lnTo>
                <a:lnTo>
                  <a:pt x="477046" y="142617"/>
                </a:lnTo>
                <a:lnTo>
                  <a:pt x="475359" y="143442"/>
                </a:lnTo>
                <a:lnTo>
                  <a:pt x="473696" y="144180"/>
                </a:lnTo>
                <a:lnTo>
                  <a:pt x="472057" y="144831"/>
                </a:lnTo>
                <a:lnTo>
                  <a:pt x="470441" y="145395"/>
                </a:lnTo>
                <a:lnTo>
                  <a:pt x="468849" y="145872"/>
                </a:lnTo>
                <a:lnTo>
                  <a:pt x="467281" y="146263"/>
                </a:lnTo>
                <a:lnTo>
                  <a:pt x="465736" y="146567"/>
                </a:lnTo>
                <a:lnTo>
                  <a:pt x="464215" y="146784"/>
                </a:lnTo>
                <a:lnTo>
                  <a:pt x="462718" y="146914"/>
                </a:lnTo>
                <a:lnTo>
                  <a:pt x="461245" y="146958"/>
                </a:lnTo>
                <a:lnTo>
                  <a:pt x="459216" y="146884"/>
                </a:lnTo>
                <a:lnTo>
                  <a:pt x="457223" y="146663"/>
                </a:lnTo>
                <a:lnTo>
                  <a:pt x="455263" y="146294"/>
                </a:lnTo>
                <a:lnTo>
                  <a:pt x="453339" y="145779"/>
                </a:lnTo>
                <a:lnTo>
                  <a:pt x="451449" y="145116"/>
                </a:lnTo>
                <a:lnTo>
                  <a:pt x="449594" y="144305"/>
                </a:lnTo>
                <a:lnTo>
                  <a:pt x="447774" y="143347"/>
                </a:lnTo>
                <a:lnTo>
                  <a:pt x="445988" y="142242"/>
                </a:lnTo>
                <a:lnTo>
                  <a:pt x="444237" y="140990"/>
                </a:lnTo>
                <a:lnTo>
                  <a:pt x="442521" y="139590"/>
                </a:lnTo>
                <a:lnTo>
                  <a:pt x="440839" y="138042"/>
                </a:lnTo>
                <a:lnTo>
                  <a:pt x="439193" y="136348"/>
                </a:lnTo>
                <a:lnTo>
                  <a:pt x="437631" y="134503"/>
                </a:lnTo>
                <a:lnTo>
                  <a:pt x="436205" y="132507"/>
                </a:lnTo>
                <a:lnTo>
                  <a:pt x="434915" y="130358"/>
                </a:lnTo>
                <a:lnTo>
                  <a:pt x="433761" y="128057"/>
                </a:lnTo>
                <a:lnTo>
                  <a:pt x="432743" y="125604"/>
                </a:lnTo>
                <a:lnTo>
                  <a:pt x="431860" y="122998"/>
                </a:lnTo>
                <a:lnTo>
                  <a:pt x="431113" y="120240"/>
                </a:lnTo>
                <a:lnTo>
                  <a:pt x="430502" y="117330"/>
                </a:lnTo>
                <a:lnTo>
                  <a:pt x="430027" y="114268"/>
                </a:lnTo>
                <a:lnTo>
                  <a:pt x="429687" y="111054"/>
                </a:lnTo>
                <a:lnTo>
                  <a:pt x="429484" y="107687"/>
                </a:lnTo>
                <a:lnTo>
                  <a:pt x="429416" y="104168"/>
                </a:lnTo>
                <a:lnTo>
                  <a:pt x="429461" y="101358"/>
                </a:lnTo>
                <a:lnTo>
                  <a:pt x="429596" y="98599"/>
                </a:lnTo>
                <a:lnTo>
                  <a:pt x="429821" y="95890"/>
                </a:lnTo>
                <a:lnTo>
                  <a:pt x="430137" y="93232"/>
                </a:lnTo>
                <a:lnTo>
                  <a:pt x="430542" y="90624"/>
                </a:lnTo>
                <a:lnTo>
                  <a:pt x="431038" y="88067"/>
                </a:lnTo>
                <a:lnTo>
                  <a:pt x="431624" y="85561"/>
                </a:lnTo>
                <a:lnTo>
                  <a:pt x="432300" y="83104"/>
                </a:lnTo>
                <a:lnTo>
                  <a:pt x="433066" y="80699"/>
                </a:lnTo>
                <a:lnTo>
                  <a:pt x="433922" y="78344"/>
                </a:lnTo>
                <a:lnTo>
                  <a:pt x="434868" y="76040"/>
                </a:lnTo>
                <a:lnTo>
                  <a:pt x="435904" y="73786"/>
                </a:lnTo>
                <a:lnTo>
                  <a:pt x="437016" y="71596"/>
                </a:lnTo>
                <a:lnTo>
                  <a:pt x="438189" y="69484"/>
                </a:lnTo>
                <a:lnTo>
                  <a:pt x="439423" y="67451"/>
                </a:lnTo>
                <a:lnTo>
                  <a:pt x="440717" y="65495"/>
                </a:lnTo>
                <a:lnTo>
                  <a:pt x="442073" y="63617"/>
                </a:lnTo>
                <a:lnTo>
                  <a:pt x="443489" y="61817"/>
                </a:lnTo>
                <a:lnTo>
                  <a:pt x="444966" y="60095"/>
                </a:lnTo>
                <a:lnTo>
                  <a:pt x="446504" y="58451"/>
                </a:lnTo>
                <a:lnTo>
                  <a:pt x="448103" y="56885"/>
                </a:lnTo>
                <a:lnTo>
                  <a:pt x="449763" y="55396"/>
                </a:lnTo>
                <a:lnTo>
                  <a:pt x="451484" y="53986"/>
                </a:lnTo>
                <a:lnTo>
                  <a:pt x="453266" y="52654"/>
                </a:lnTo>
                <a:lnTo>
                  <a:pt x="455114" y="51415"/>
                </a:lnTo>
                <a:lnTo>
                  <a:pt x="457034" y="50283"/>
                </a:lnTo>
                <a:lnTo>
                  <a:pt x="459026" y="49259"/>
                </a:lnTo>
                <a:lnTo>
                  <a:pt x="461089" y="48343"/>
                </a:lnTo>
                <a:lnTo>
                  <a:pt x="463225" y="47535"/>
                </a:lnTo>
                <a:lnTo>
                  <a:pt x="465432" y="46834"/>
                </a:lnTo>
                <a:lnTo>
                  <a:pt x="467711" y="46241"/>
                </a:lnTo>
                <a:lnTo>
                  <a:pt x="470062" y="45756"/>
                </a:lnTo>
                <a:lnTo>
                  <a:pt x="472485" y="45379"/>
                </a:lnTo>
                <a:lnTo>
                  <a:pt x="474980" y="45110"/>
                </a:lnTo>
                <a:lnTo>
                  <a:pt x="477546" y="44948"/>
                </a:lnTo>
                <a:lnTo>
                  <a:pt x="480185" y="44894"/>
                </a:lnTo>
                <a:lnTo>
                  <a:pt x="480992" y="44901"/>
                </a:lnTo>
                <a:lnTo>
                  <a:pt x="481865" y="44921"/>
                </a:lnTo>
                <a:lnTo>
                  <a:pt x="482804" y="44954"/>
                </a:lnTo>
                <a:lnTo>
                  <a:pt x="483809" y="45001"/>
                </a:lnTo>
                <a:lnTo>
                  <a:pt x="484879" y="45061"/>
                </a:lnTo>
                <a:lnTo>
                  <a:pt x="486016" y="45135"/>
                </a:lnTo>
                <a:lnTo>
                  <a:pt x="487218" y="45222"/>
                </a:lnTo>
                <a:lnTo>
                  <a:pt x="488485" y="45323"/>
                </a:lnTo>
                <a:lnTo>
                  <a:pt x="489819" y="45437"/>
                </a:lnTo>
                <a:lnTo>
                  <a:pt x="491218" y="45564"/>
                </a:lnTo>
                <a:lnTo>
                  <a:pt x="492683" y="45704"/>
                </a:lnTo>
                <a:lnTo>
                  <a:pt x="494214" y="45858"/>
                </a:lnTo>
                <a:lnTo>
                  <a:pt x="494458" y="45888"/>
                </a:lnTo>
                <a:lnTo>
                  <a:pt x="494721" y="45919"/>
                </a:lnTo>
                <a:lnTo>
                  <a:pt x="495003" y="45952"/>
                </a:lnTo>
                <a:lnTo>
                  <a:pt x="495305" y="45985"/>
                </a:lnTo>
                <a:lnTo>
                  <a:pt x="495627" y="46020"/>
                </a:lnTo>
                <a:lnTo>
                  <a:pt x="495968" y="46056"/>
                </a:lnTo>
                <a:lnTo>
                  <a:pt x="496328" y="46093"/>
                </a:lnTo>
                <a:lnTo>
                  <a:pt x="496708" y="46131"/>
                </a:lnTo>
                <a:lnTo>
                  <a:pt x="497108" y="46171"/>
                </a:lnTo>
                <a:lnTo>
                  <a:pt x="497527" y="46212"/>
                </a:lnTo>
                <a:lnTo>
                  <a:pt x="497965" y="46254"/>
                </a:lnTo>
                <a:lnTo>
                  <a:pt x="498423" y="46297"/>
                </a:lnTo>
                <a:lnTo>
                  <a:pt x="514820" y="46297"/>
                </a:lnTo>
                <a:lnTo>
                  <a:pt x="514820" y="115479"/>
                </a:lnTo>
                <a:lnTo>
                  <a:pt x="514845" y="118394"/>
                </a:lnTo>
                <a:lnTo>
                  <a:pt x="514922" y="121216"/>
                </a:lnTo>
                <a:lnTo>
                  <a:pt x="515050" y="123945"/>
                </a:lnTo>
                <a:lnTo>
                  <a:pt x="515229" y="126581"/>
                </a:lnTo>
                <a:lnTo>
                  <a:pt x="515459" y="129124"/>
                </a:lnTo>
                <a:lnTo>
                  <a:pt x="515740" y="131575"/>
                </a:lnTo>
                <a:lnTo>
                  <a:pt x="516073" y="133932"/>
                </a:lnTo>
                <a:lnTo>
                  <a:pt x="516456" y="136197"/>
                </a:lnTo>
                <a:lnTo>
                  <a:pt x="516891" y="138369"/>
                </a:lnTo>
                <a:lnTo>
                  <a:pt x="517377" y="140448"/>
                </a:lnTo>
                <a:lnTo>
                  <a:pt x="517914" y="142434"/>
                </a:lnTo>
                <a:lnTo>
                  <a:pt x="518502" y="144327"/>
                </a:lnTo>
                <a:lnTo>
                  <a:pt x="501492" y="144327"/>
                </a:lnTo>
                <a:lnTo>
                  <a:pt x="501176" y="142930"/>
                </a:lnTo>
                <a:lnTo>
                  <a:pt x="500871" y="141451"/>
                </a:lnTo>
                <a:lnTo>
                  <a:pt x="500577" y="139889"/>
                </a:lnTo>
                <a:lnTo>
                  <a:pt x="500293" y="138245"/>
                </a:lnTo>
                <a:lnTo>
                  <a:pt x="500021" y="136519"/>
                </a:lnTo>
                <a:lnTo>
                  <a:pt x="499760" y="134711"/>
                </a:lnTo>
                <a:lnTo>
                  <a:pt x="499510" y="132820"/>
                </a:lnTo>
                <a:lnTo>
                  <a:pt x="499270" y="130847"/>
                </a:lnTo>
                <a:lnTo>
                  <a:pt x="499042" y="128792"/>
                </a:lnTo>
                <a:lnTo>
                  <a:pt x="498825" y="126654"/>
                </a:lnTo>
                <a:lnTo>
                  <a:pt x="498618" y="124434"/>
                </a:lnTo>
                <a:lnTo>
                  <a:pt x="498423" y="122132"/>
                </a:lnTo>
                <a:moveTo>
                  <a:pt x="498423" y="102853"/>
                </a:moveTo>
                <a:lnTo>
                  <a:pt x="498423" y="60852"/>
                </a:lnTo>
                <a:lnTo>
                  <a:pt x="496985" y="60488"/>
                </a:lnTo>
                <a:lnTo>
                  <a:pt x="495563" y="60156"/>
                </a:lnTo>
                <a:lnTo>
                  <a:pt x="494159" y="59855"/>
                </a:lnTo>
                <a:lnTo>
                  <a:pt x="492772" y="59586"/>
                </a:lnTo>
                <a:lnTo>
                  <a:pt x="491402" y="59348"/>
                </a:lnTo>
                <a:lnTo>
                  <a:pt x="490049" y="59143"/>
                </a:lnTo>
                <a:lnTo>
                  <a:pt x="488713" y="58968"/>
                </a:lnTo>
                <a:lnTo>
                  <a:pt x="487394" y="58826"/>
                </a:lnTo>
                <a:lnTo>
                  <a:pt x="486092" y="58715"/>
                </a:lnTo>
                <a:lnTo>
                  <a:pt x="484808" y="58636"/>
                </a:lnTo>
                <a:lnTo>
                  <a:pt x="483540" y="58588"/>
                </a:lnTo>
                <a:lnTo>
                  <a:pt x="482289" y="58573"/>
                </a:lnTo>
                <a:lnTo>
                  <a:pt x="479810" y="58654"/>
                </a:lnTo>
                <a:lnTo>
                  <a:pt x="477402" y="58897"/>
                </a:lnTo>
                <a:lnTo>
                  <a:pt x="475063" y="59301"/>
                </a:lnTo>
                <a:lnTo>
                  <a:pt x="472795" y="59868"/>
                </a:lnTo>
                <a:lnTo>
                  <a:pt x="470596" y="60597"/>
                </a:lnTo>
                <a:lnTo>
                  <a:pt x="468468" y="61488"/>
                </a:lnTo>
                <a:lnTo>
                  <a:pt x="466410" y="62541"/>
                </a:lnTo>
                <a:lnTo>
                  <a:pt x="464421" y="63756"/>
                </a:lnTo>
                <a:lnTo>
                  <a:pt x="462503" y="65132"/>
                </a:lnTo>
                <a:lnTo>
                  <a:pt x="460654" y="66671"/>
                </a:lnTo>
                <a:lnTo>
                  <a:pt x="458876" y="68372"/>
                </a:lnTo>
                <a:lnTo>
                  <a:pt x="457168" y="70234"/>
                </a:lnTo>
                <a:lnTo>
                  <a:pt x="455564" y="72237"/>
                </a:lnTo>
                <a:lnTo>
                  <a:pt x="454100" y="74356"/>
                </a:lnTo>
                <a:lnTo>
                  <a:pt x="452775" y="76592"/>
                </a:lnTo>
                <a:lnTo>
                  <a:pt x="451590" y="78944"/>
                </a:lnTo>
                <a:lnTo>
                  <a:pt x="450544" y="81414"/>
                </a:lnTo>
                <a:lnTo>
                  <a:pt x="449638" y="84001"/>
                </a:lnTo>
                <a:lnTo>
                  <a:pt x="448871" y="86704"/>
                </a:lnTo>
                <a:lnTo>
                  <a:pt x="448243" y="89525"/>
                </a:lnTo>
                <a:lnTo>
                  <a:pt x="447755" y="92462"/>
                </a:lnTo>
                <a:lnTo>
                  <a:pt x="447407" y="95517"/>
                </a:lnTo>
                <a:lnTo>
                  <a:pt x="447198" y="98688"/>
                </a:lnTo>
                <a:lnTo>
                  <a:pt x="447128" y="101976"/>
                </a:lnTo>
                <a:lnTo>
                  <a:pt x="447166" y="104352"/>
                </a:lnTo>
                <a:lnTo>
                  <a:pt x="447280" y="106629"/>
                </a:lnTo>
                <a:lnTo>
                  <a:pt x="447470" y="108807"/>
                </a:lnTo>
                <a:lnTo>
                  <a:pt x="447737" y="110886"/>
                </a:lnTo>
                <a:lnTo>
                  <a:pt x="448079" y="112865"/>
                </a:lnTo>
                <a:lnTo>
                  <a:pt x="448498" y="114745"/>
                </a:lnTo>
                <a:lnTo>
                  <a:pt x="448993" y="116526"/>
                </a:lnTo>
                <a:lnTo>
                  <a:pt x="449564" y="118207"/>
                </a:lnTo>
                <a:lnTo>
                  <a:pt x="450211" y="119789"/>
                </a:lnTo>
                <a:lnTo>
                  <a:pt x="450934" y="121272"/>
                </a:lnTo>
                <a:lnTo>
                  <a:pt x="451733" y="122656"/>
                </a:lnTo>
                <a:lnTo>
                  <a:pt x="452608" y="123941"/>
                </a:lnTo>
                <a:lnTo>
                  <a:pt x="453532" y="125124"/>
                </a:lnTo>
                <a:lnTo>
                  <a:pt x="454478" y="126205"/>
                </a:lnTo>
                <a:lnTo>
                  <a:pt x="455444" y="127182"/>
                </a:lnTo>
                <a:lnTo>
                  <a:pt x="456432" y="128057"/>
                </a:lnTo>
                <a:lnTo>
                  <a:pt x="457441" y="128829"/>
                </a:lnTo>
                <a:lnTo>
                  <a:pt x="458472" y="129498"/>
                </a:lnTo>
                <a:lnTo>
                  <a:pt x="459524" y="130064"/>
                </a:lnTo>
                <a:lnTo>
                  <a:pt x="460597" y="130527"/>
                </a:lnTo>
                <a:lnTo>
                  <a:pt x="461692" y="130887"/>
                </a:lnTo>
                <a:lnTo>
                  <a:pt x="462807" y="131144"/>
                </a:lnTo>
                <a:lnTo>
                  <a:pt x="463945" y="131298"/>
                </a:lnTo>
                <a:lnTo>
                  <a:pt x="465103" y="131350"/>
                </a:lnTo>
                <a:lnTo>
                  <a:pt x="466385" y="131296"/>
                </a:lnTo>
                <a:lnTo>
                  <a:pt x="467690" y="131136"/>
                </a:lnTo>
                <a:lnTo>
                  <a:pt x="469016" y="130868"/>
                </a:lnTo>
                <a:lnTo>
                  <a:pt x="470364" y="130493"/>
                </a:lnTo>
                <a:lnTo>
                  <a:pt x="471734" y="130010"/>
                </a:lnTo>
                <a:lnTo>
                  <a:pt x="473126" y="129421"/>
                </a:lnTo>
                <a:lnTo>
                  <a:pt x="474540" y="128724"/>
                </a:lnTo>
                <a:lnTo>
                  <a:pt x="475976" y="127921"/>
                </a:lnTo>
                <a:lnTo>
                  <a:pt x="477434" y="127010"/>
                </a:lnTo>
                <a:lnTo>
                  <a:pt x="478913" y="125991"/>
                </a:lnTo>
                <a:lnTo>
                  <a:pt x="480415" y="124866"/>
                </a:lnTo>
                <a:lnTo>
                  <a:pt x="481938" y="123634"/>
                </a:lnTo>
                <a:lnTo>
                  <a:pt x="483459" y="122311"/>
                </a:lnTo>
                <a:lnTo>
                  <a:pt x="484954" y="120913"/>
                </a:lnTo>
                <a:lnTo>
                  <a:pt x="486421" y="119441"/>
                </a:lnTo>
                <a:lnTo>
                  <a:pt x="487862" y="117895"/>
                </a:lnTo>
                <a:lnTo>
                  <a:pt x="489276" y="116275"/>
                </a:lnTo>
                <a:lnTo>
                  <a:pt x="490663" y="114580"/>
                </a:lnTo>
                <a:lnTo>
                  <a:pt x="492023" y="112812"/>
                </a:lnTo>
                <a:lnTo>
                  <a:pt x="493357" y="110968"/>
                </a:lnTo>
                <a:lnTo>
                  <a:pt x="494663" y="109051"/>
                </a:lnTo>
                <a:lnTo>
                  <a:pt x="495943" y="107059"/>
                </a:lnTo>
                <a:lnTo>
                  <a:pt x="497196" y="104993"/>
                </a:lnTo>
                <a:lnTo>
                  <a:pt x="498423" y="102853"/>
                </a:lnTo>
                <a:close/>
                <a:moveTo>
                  <a:pt x="567719" y="144327"/>
                </a:moveTo>
                <a:lnTo>
                  <a:pt x="567719" y="16484"/>
                </a:lnTo>
                <a:lnTo>
                  <a:pt x="538432" y="16484"/>
                </a:lnTo>
                <a:lnTo>
                  <a:pt x="538432" y="2806"/>
                </a:lnTo>
                <a:lnTo>
                  <a:pt x="584028" y="2806"/>
                </a:lnTo>
                <a:lnTo>
                  <a:pt x="584028" y="130648"/>
                </a:lnTo>
                <a:lnTo>
                  <a:pt x="614629" y="130648"/>
                </a:lnTo>
                <a:lnTo>
                  <a:pt x="614629" y="144327"/>
                </a:lnTo>
                <a:lnTo>
                  <a:pt x="567719" y="144327"/>
                </a:lnTo>
                <a:close/>
                <a:moveTo>
                  <a:pt x="675069" y="144327"/>
                </a:moveTo>
                <a:lnTo>
                  <a:pt x="675069" y="16484"/>
                </a:lnTo>
                <a:lnTo>
                  <a:pt x="645783" y="16484"/>
                </a:lnTo>
                <a:lnTo>
                  <a:pt x="645783" y="2806"/>
                </a:lnTo>
                <a:lnTo>
                  <a:pt x="691378" y="2806"/>
                </a:lnTo>
                <a:lnTo>
                  <a:pt x="691378" y="130648"/>
                </a:lnTo>
                <a:lnTo>
                  <a:pt x="721980" y="130648"/>
                </a:lnTo>
                <a:lnTo>
                  <a:pt x="721980" y="144327"/>
                </a:lnTo>
                <a:lnTo>
                  <a:pt x="675069" y="144327"/>
                </a:lnTo>
                <a:close/>
                <a:moveTo>
                  <a:pt x="930630" y="126790"/>
                </a:moveTo>
                <a:lnTo>
                  <a:pt x="930630" y="140576"/>
                </a:lnTo>
                <a:lnTo>
                  <a:pt x="929414" y="141363"/>
                </a:lnTo>
                <a:lnTo>
                  <a:pt x="928222" y="142105"/>
                </a:lnTo>
                <a:lnTo>
                  <a:pt x="927052" y="142800"/>
                </a:lnTo>
                <a:lnTo>
                  <a:pt x="925905" y="143450"/>
                </a:lnTo>
                <a:lnTo>
                  <a:pt x="924782" y="144053"/>
                </a:lnTo>
                <a:lnTo>
                  <a:pt x="923682" y="144611"/>
                </a:lnTo>
                <a:lnTo>
                  <a:pt x="922604" y="145122"/>
                </a:lnTo>
                <a:lnTo>
                  <a:pt x="921550" y="145587"/>
                </a:lnTo>
                <a:lnTo>
                  <a:pt x="920519" y="146006"/>
                </a:lnTo>
                <a:lnTo>
                  <a:pt x="919512" y="146380"/>
                </a:lnTo>
                <a:lnTo>
                  <a:pt x="918527" y="146707"/>
                </a:lnTo>
                <a:lnTo>
                  <a:pt x="917566" y="146988"/>
                </a:lnTo>
                <a:lnTo>
                  <a:pt x="916610" y="147235"/>
                </a:lnTo>
                <a:lnTo>
                  <a:pt x="915641" y="147461"/>
                </a:lnTo>
                <a:lnTo>
                  <a:pt x="914661" y="147665"/>
                </a:lnTo>
                <a:lnTo>
                  <a:pt x="913669" y="147848"/>
                </a:lnTo>
                <a:lnTo>
                  <a:pt x="912664" y="148009"/>
                </a:lnTo>
                <a:lnTo>
                  <a:pt x="911647" y="148149"/>
                </a:lnTo>
                <a:lnTo>
                  <a:pt x="910618" y="148267"/>
                </a:lnTo>
                <a:lnTo>
                  <a:pt x="909577" y="148364"/>
                </a:lnTo>
                <a:lnTo>
                  <a:pt x="908523" y="148439"/>
                </a:lnTo>
                <a:lnTo>
                  <a:pt x="907458" y="148493"/>
                </a:lnTo>
                <a:lnTo>
                  <a:pt x="906380" y="148525"/>
                </a:lnTo>
                <a:lnTo>
                  <a:pt x="905290" y="148536"/>
                </a:lnTo>
                <a:lnTo>
                  <a:pt x="902296" y="148474"/>
                </a:lnTo>
                <a:lnTo>
                  <a:pt x="899394" y="148289"/>
                </a:lnTo>
                <a:lnTo>
                  <a:pt x="896585" y="147979"/>
                </a:lnTo>
                <a:lnTo>
                  <a:pt x="893867" y="147546"/>
                </a:lnTo>
                <a:lnTo>
                  <a:pt x="891241" y="146990"/>
                </a:lnTo>
                <a:lnTo>
                  <a:pt x="888707" y="146310"/>
                </a:lnTo>
                <a:lnTo>
                  <a:pt x="886265" y="145506"/>
                </a:lnTo>
                <a:lnTo>
                  <a:pt x="883915" y="144578"/>
                </a:lnTo>
                <a:lnTo>
                  <a:pt x="881656" y="143527"/>
                </a:lnTo>
                <a:lnTo>
                  <a:pt x="879490" y="142352"/>
                </a:lnTo>
                <a:lnTo>
                  <a:pt x="877416" y="141053"/>
                </a:lnTo>
                <a:lnTo>
                  <a:pt x="875434" y="139631"/>
                </a:lnTo>
                <a:lnTo>
                  <a:pt x="873530" y="138098"/>
                </a:lnTo>
                <a:lnTo>
                  <a:pt x="871692" y="136467"/>
                </a:lnTo>
                <a:lnTo>
                  <a:pt x="869921" y="134739"/>
                </a:lnTo>
                <a:lnTo>
                  <a:pt x="868214" y="132914"/>
                </a:lnTo>
                <a:lnTo>
                  <a:pt x="866574" y="130991"/>
                </a:lnTo>
                <a:lnTo>
                  <a:pt x="864999" y="128971"/>
                </a:lnTo>
                <a:lnTo>
                  <a:pt x="863490" y="126853"/>
                </a:lnTo>
                <a:lnTo>
                  <a:pt x="862047" y="124638"/>
                </a:lnTo>
                <a:lnTo>
                  <a:pt x="860670" y="122325"/>
                </a:lnTo>
                <a:lnTo>
                  <a:pt x="859358" y="119915"/>
                </a:lnTo>
                <a:lnTo>
                  <a:pt x="858113" y="117407"/>
                </a:lnTo>
                <a:lnTo>
                  <a:pt x="856932" y="114802"/>
                </a:lnTo>
                <a:lnTo>
                  <a:pt x="855833" y="112099"/>
                </a:lnTo>
                <a:lnTo>
                  <a:pt x="854829" y="109298"/>
                </a:lnTo>
                <a:lnTo>
                  <a:pt x="853921" y="106398"/>
                </a:lnTo>
                <a:lnTo>
                  <a:pt x="853108" y="103401"/>
                </a:lnTo>
                <a:lnTo>
                  <a:pt x="852391" y="100305"/>
                </a:lnTo>
                <a:lnTo>
                  <a:pt x="851770" y="97112"/>
                </a:lnTo>
                <a:lnTo>
                  <a:pt x="851244" y="93820"/>
                </a:lnTo>
                <a:lnTo>
                  <a:pt x="850814" y="90430"/>
                </a:lnTo>
                <a:lnTo>
                  <a:pt x="850479" y="86942"/>
                </a:lnTo>
                <a:lnTo>
                  <a:pt x="850240" y="83356"/>
                </a:lnTo>
                <a:lnTo>
                  <a:pt x="850097" y="79672"/>
                </a:lnTo>
                <a:lnTo>
                  <a:pt x="850049" y="75890"/>
                </a:lnTo>
                <a:lnTo>
                  <a:pt x="850151" y="70651"/>
                </a:lnTo>
                <a:lnTo>
                  <a:pt x="850456" y="65580"/>
                </a:lnTo>
                <a:lnTo>
                  <a:pt x="850964" y="60676"/>
                </a:lnTo>
                <a:lnTo>
                  <a:pt x="851676" y="55940"/>
                </a:lnTo>
                <a:lnTo>
                  <a:pt x="852591" y="51371"/>
                </a:lnTo>
                <a:lnTo>
                  <a:pt x="853710" y="46970"/>
                </a:lnTo>
                <a:lnTo>
                  <a:pt x="855032" y="42737"/>
                </a:lnTo>
                <a:lnTo>
                  <a:pt x="856557" y="38671"/>
                </a:lnTo>
                <a:lnTo>
                  <a:pt x="858286" y="34773"/>
                </a:lnTo>
                <a:lnTo>
                  <a:pt x="860218" y="31042"/>
                </a:lnTo>
                <a:lnTo>
                  <a:pt x="862354" y="27478"/>
                </a:lnTo>
                <a:lnTo>
                  <a:pt x="864692" y="24083"/>
                </a:lnTo>
                <a:lnTo>
                  <a:pt x="867204" y="20909"/>
                </a:lnTo>
                <a:lnTo>
                  <a:pt x="869858" y="18010"/>
                </a:lnTo>
                <a:lnTo>
                  <a:pt x="872655" y="15388"/>
                </a:lnTo>
                <a:lnTo>
                  <a:pt x="875594" y="13042"/>
                </a:lnTo>
                <a:lnTo>
                  <a:pt x="878676" y="10971"/>
                </a:lnTo>
                <a:lnTo>
                  <a:pt x="881900" y="9177"/>
                </a:lnTo>
                <a:lnTo>
                  <a:pt x="885267" y="7659"/>
                </a:lnTo>
                <a:lnTo>
                  <a:pt x="888776" y="6417"/>
                </a:lnTo>
                <a:lnTo>
                  <a:pt x="892428" y="5451"/>
                </a:lnTo>
                <a:lnTo>
                  <a:pt x="896222" y="4761"/>
                </a:lnTo>
                <a:lnTo>
                  <a:pt x="900159" y="4347"/>
                </a:lnTo>
                <a:lnTo>
                  <a:pt x="904238" y="4209"/>
                </a:lnTo>
                <a:lnTo>
                  <a:pt x="908273" y="4331"/>
                </a:lnTo>
                <a:lnTo>
                  <a:pt x="912165" y="4696"/>
                </a:lnTo>
                <a:lnTo>
                  <a:pt x="915913" y="5305"/>
                </a:lnTo>
                <a:lnTo>
                  <a:pt x="919519" y="6157"/>
                </a:lnTo>
                <a:lnTo>
                  <a:pt x="922982" y="7253"/>
                </a:lnTo>
                <a:lnTo>
                  <a:pt x="926301" y="8593"/>
                </a:lnTo>
                <a:lnTo>
                  <a:pt x="929477" y="10176"/>
                </a:lnTo>
                <a:lnTo>
                  <a:pt x="932511" y="12003"/>
                </a:lnTo>
                <a:lnTo>
                  <a:pt x="935401" y="14073"/>
                </a:lnTo>
                <a:lnTo>
                  <a:pt x="938148" y="16387"/>
                </a:lnTo>
                <a:lnTo>
                  <a:pt x="940752" y="18945"/>
                </a:lnTo>
                <a:lnTo>
                  <a:pt x="943213" y="21746"/>
                </a:lnTo>
                <a:lnTo>
                  <a:pt x="945503" y="24745"/>
                </a:lnTo>
                <a:lnTo>
                  <a:pt x="947594" y="27898"/>
                </a:lnTo>
                <a:lnTo>
                  <a:pt x="949485" y="31204"/>
                </a:lnTo>
                <a:lnTo>
                  <a:pt x="951178" y="34664"/>
                </a:lnTo>
                <a:lnTo>
                  <a:pt x="952671" y="38278"/>
                </a:lnTo>
                <a:lnTo>
                  <a:pt x="953965" y="42044"/>
                </a:lnTo>
                <a:lnTo>
                  <a:pt x="955060" y="45964"/>
                </a:lnTo>
                <a:lnTo>
                  <a:pt x="955956" y="50038"/>
                </a:lnTo>
                <a:lnTo>
                  <a:pt x="956653" y="54265"/>
                </a:lnTo>
                <a:lnTo>
                  <a:pt x="957151" y="58646"/>
                </a:lnTo>
                <a:lnTo>
                  <a:pt x="957450" y="63180"/>
                </a:lnTo>
                <a:lnTo>
                  <a:pt x="957549" y="67867"/>
                </a:lnTo>
                <a:lnTo>
                  <a:pt x="957524" y="69940"/>
                </a:lnTo>
                <a:lnTo>
                  <a:pt x="957447" y="71950"/>
                </a:lnTo>
                <a:lnTo>
                  <a:pt x="957319" y="73898"/>
                </a:lnTo>
                <a:lnTo>
                  <a:pt x="957140" y="75783"/>
                </a:lnTo>
                <a:lnTo>
                  <a:pt x="956910" y="77605"/>
                </a:lnTo>
                <a:lnTo>
                  <a:pt x="956629" y="79365"/>
                </a:lnTo>
                <a:lnTo>
                  <a:pt x="956296" y="81061"/>
                </a:lnTo>
                <a:lnTo>
                  <a:pt x="955913" y="82695"/>
                </a:lnTo>
                <a:lnTo>
                  <a:pt x="955478" y="84267"/>
                </a:lnTo>
                <a:lnTo>
                  <a:pt x="954992" y="85775"/>
                </a:lnTo>
                <a:lnTo>
                  <a:pt x="954455" y="87221"/>
                </a:lnTo>
                <a:lnTo>
                  <a:pt x="953867" y="88604"/>
                </a:lnTo>
                <a:lnTo>
                  <a:pt x="953236" y="89933"/>
                </a:lnTo>
                <a:lnTo>
                  <a:pt x="952573" y="91215"/>
                </a:lnTo>
                <a:lnTo>
                  <a:pt x="951877" y="92451"/>
                </a:lnTo>
                <a:lnTo>
                  <a:pt x="951148" y="93641"/>
                </a:lnTo>
                <a:lnTo>
                  <a:pt x="950387" y="94785"/>
                </a:lnTo>
                <a:lnTo>
                  <a:pt x="949592" y="95882"/>
                </a:lnTo>
                <a:lnTo>
                  <a:pt x="948764" y="96933"/>
                </a:lnTo>
                <a:lnTo>
                  <a:pt x="947904" y="97938"/>
                </a:lnTo>
                <a:lnTo>
                  <a:pt x="947011" y="98896"/>
                </a:lnTo>
                <a:lnTo>
                  <a:pt x="946085" y="99808"/>
                </a:lnTo>
                <a:lnTo>
                  <a:pt x="945126" y="100674"/>
                </a:lnTo>
                <a:lnTo>
                  <a:pt x="944134" y="101494"/>
                </a:lnTo>
                <a:lnTo>
                  <a:pt x="943108" y="102257"/>
                </a:lnTo>
                <a:lnTo>
                  <a:pt x="942046" y="102954"/>
                </a:lnTo>
                <a:lnTo>
                  <a:pt x="940950" y="103584"/>
                </a:lnTo>
                <a:lnTo>
                  <a:pt x="939818" y="104149"/>
                </a:lnTo>
                <a:lnTo>
                  <a:pt x="938650" y="104646"/>
                </a:lnTo>
                <a:lnTo>
                  <a:pt x="937448" y="105078"/>
                </a:lnTo>
                <a:lnTo>
                  <a:pt x="936210" y="105443"/>
                </a:lnTo>
                <a:lnTo>
                  <a:pt x="934937" y="105741"/>
                </a:lnTo>
                <a:lnTo>
                  <a:pt x="933628" y="105974"/>
                </a:lnTo>
                <a:lnTo>
                  <a:pt x="932284" y="106140"/>
                </a:lnTo>
                <a:lnTo>
                  <a:pt x="930905" y="106239"/>
                </a:lnTo>
                <a:lnTo>
                  <a:pt x="929491" y="106272"/>
                </a:lnTo>
                <a:lnTo>
                  <a:pt x="928397" y="106252"/>
                </a:lnTo>
                <a:lnTo>
                  <a:pt x="927337" y="106191"/>
                </a:lnTo>
                <a:lnTo>
                  <a:pt x="926312" y="106089"/>
                </a:lnTo>
                <a:lnTo>
                  <a:pt x="925321" y="105946"/>
                </a:lnTo>
                <a:lnTo>
                  <a:pt x="924363" y="105762"/>
                </a:lnTo>
                <a:lnTo>
                  <a:pt x="923440" y="105538"/>
                </a:lnTo>
                <a:lnTo>
                  <a:pt x="922551" y="105273"/>
                </a:lnTo>
                <a:lnTo>
                  <a:pt x="921696" y="104967"/>
                </a:lnTo>
                <a:lnTo>
                  <a:pt x="920876" y="104620"/>
                </a:lnTo>
                <a:lnTo>
                  <a:pt x="920089" y="104233"/>
                </a:lnTo>
                <a:lnTo>
                  <a:pt x="919336" y="103804"/>
                </a:lnTo>
                <a:lnTo>
                  <a:pt x="918618" y="103335"/>
                </a:lnTo>
                <a:lnTo>
                  <a:pt x="917931" y="102792"/>
                </a:lnTo>
                <a:lnTo>
                  <a:pt x="917273" y="102143"/>
                </a:lnTo>
                <a:lnTo>
                  <a:pt x="916645" y="101387"/>
                </a:lnTo>
                <a:lnTo>
                  <a:pt x="916046" y="100524"/>
                </a:lnTo>
                <a:lnTo>
                  <a:pt x="915476" y="99555"/>
                </a:lnTo>
                <a:lnTo>
                  <a:pt x="914935" y="98480"/>
                </a:lnTo>
                <a:lnTo>
                  <a:pt x="914424" y="97297"/>
                </a:lnTo>
                <a:lnTo>
                  <a:pt x="913941" y="96009"/>
                </a:lnTo>
                <a:lnTo>
                  <a:pt x="913488" y="94613"/>
                </a:lnTo>
                <a:lnTo>
                  <a:pt x="913064" y="93111"/>
                </a:lnTo>
                <a:lnTo>
                  <a:pt x="912670" y="91503"/>
                </a:lnTo>
                <a:lnTo>
                  <a:pt x="912305" y="89788"/>
                </a:lnTo>
                <a:lnTo>
                  <a:pt x="911877" y="90736"/>
                </a:lnTo>
                <a:lnTo>
                  <a:pt x="911413" y="91679"/>
                </a:lnTo>
                <a:lnTo>
                  <a:pt x="910913" y="92618"/>
                </a:lnTo>
                <a:lnTo>
                  <a:pt x="910376" y="93553"/>
                </a:lnTo>
                <a:lnTo>
                  <a:pt x="909802" y="94484"/>
                </a:lnTo>
                <a:lnTo>
                  <a:pt x="909192" y="95411"/>
                </a:lnTo>
                <a:lnTo>
                  <a:pt x="908545" y="96333"/>
                </a:lnTo>
                <a:lnTo>
                  <a:pt x="907862" y="97251"/>
                </a:lnTo>
                <a:lnTo>
                  <a:pt x="907142" y="98164"/>
                </a:lnTo>
                <a:lnTo>
                  <a:pt x="906386" y="99074"/>
                </a:lnTo>
                <a:lnTo>
                  <a:pt x="905593" y="99979"/>
                </a:lnTo>
                <a:lnTo>
                  <a:pt x="904764" y="100880"/>
                </a:lnTo>
                <a:lnTo>
                  <a:pt x="903891" y="101741"/>
                </a:lnTo>
                <a:lnTo>
                  <a:pt x="902969" y="102528"/>
                </a:lnTo>
                <a:lnTo>
                  <a:pt x="901996" y="103239"/>
                </a:lnTo>
                <a:lnTo>
                  <a:pt x="900974" y="103876"/>
                </a:lnTo>
                <a:lnTo>
                  <a:pt x="899902" y="104437"/>
                </a:lnTo>
                <a:lnTo>
                  <a:pt x="898779" y="104924"/>
                </a:lnTo>
                <a:lnTo>
                  <a:pt x="897607" y="105336"/>
                </a:lnTo>
                <a:lnTo>
                  <a:pt x="896385" y="105673"/>
                </a:lnTo>
                <a:lnTo>
                  <a:pt x="895113" y="105935"/>
                </a:lnTo>
                <a:lnTo>
                  <a:pt x="893791" y="106123"/>
                </a:lnTo>
                <a:lnTo>
                  <a:pt x="892419" y="106235"/>
                </a:lnTo>
                <a:lnTo>
                  <a:pt x="890997" y="106272"/>
                </a:lnTo>
                <a:lnTo>
                  <a:pt x="889514" y="106215"/>
                </a:lnTo>
                <a:lnTo>
                  <a:pt x="888073" y="106045"/>
                </a:lnTo>
                <a:lnTo>
                  <a:pt x="886676" y="105760"/>
                </a:lnTo>
                <a:lnTo>
                  <a:pt x="885322" y="105361"/>
                </a:lnTo>
                <a:lnTo>
                  <a:pt x="884012" y="104849"/>
                </a:lnTo>
                <a:lnTo>
                  <a:pt x="882744" y="104223"/>
                </a:lnTo>
                <a:lnTo>
                  <a:pt x="881520" y="103483"/>
                </a:lnTo>
                <a:lnTo>
                  <a:pt x="880339" y="102629"/>
                </a:lnTo>
                <a:lnTo>
                  <a:pt x="879201" y="101661"/>
                </a:lnTo>
                <a:lnTo>
                  <a:pt x="878107" y="100579"/>
                </a:lnTo>
                <a:lnTo>
                  <a:pt x="877055" y="99383"/>
                </a:lnTo>
                <a:lnTo>
                  <a:pt x="876047" y="98074"/>
                </a:lnTo>
                <a:lnTo>
                  <a:pt x="875102" y="96682"/>
                </a:lnTo>
                <a:lnTo>
                  <a:pt x="874239" y="95238"/>
                </a:lnTo>
                <a:lnTo>
                  <a:pt x="873458" y="93742"/>
                </a:lnTo>
                <a:lnTo>
                  <a:pt x="872759" y="92194"/>
                </a:lnTo>
                <a:lnTo>
                  <a:pt x="872143" y="90595"/>
                </a:lnTo>
                <a:lnTo>
                  <a:pt x="871608" y="88944"/>
                </a:lnTo>
                <a:lnTo>
                  <a:pt x="871156" y="87241"/>
                </a:lnTo>
                <a:lnTo>
                  <a:pt x="870786" y="85487"/>
                </a:lnTo>
                <a:lnTo>
                  <a:pt x="870499" y="83680"/>
                </a:lnTo>
                <a:lnTo>
                  <a:pt x="870293" y="81822"/>
                </a:lnTo>
                <a:lnTo>
                  <a:pt x="870170" y="79912"/>
                </a:lnTo>
                <a:lnTo>
                  <a:pt x="870129" y="77951"/>
                </a:lnTo>
                <a:lnTo>
                  <a:pt x="870188" y="75525"/>
                </a:lnTo>
                <a:lnTo>
                  <a:pt x="870364" y="73128"/>
                </a:lnTo>
                <a:lnTo>
                  <a:pt x="870658" y="70761"/>
                </a:lnTo>
                <a:lnTo>
                  <a:pt x="871069" y="68422"/>
                </a:lnTo>
                <a:lnTo>
                  <a:pt x="871598" y="66113"/>
                </a:lnTo>
                <a:lnTo>
                  <a:pt x="872244" y="63834"/>
                </a:lnTo>
                <a:lnTo>
                  <a:pt x="873008" y="61583"/>
                </a:lnTo>
                <a:lnTo>
                  <a:pt x="873889" y="59362"/>
                </a:lnTo>
                <a:lnTo>
                  <a:pt x="874888" y="57170"/>
                </a:lnTo>
                <a:lnTo>
                  <a:pt x="876005" y="55007"/>
                </a:lnTo>
                <a:lnTo>
                  <a:pt x="877239" y="52873"/>
                </a:lnTo>
                <a:lnTo>
                  <a:pt x="878590" y="50769"/>
                </a:lnTo>
                <a:lnTo>
                  <a:pt x="880095" y="48766"/>
                </a:lnTo>
                <a:lnTo>
                  <a:pt x="881789" y="46937"/>
                </a:lnTo>
                <a:lnTo>
                  <a:pt x="883673" y="45283"/>
                </a:lnTo>
                <a:lnTo>
                  <a:pt x="885746" y="43803"/>
                </a:lnTo>
                <a:lnTo>
                  <a:pt x="888009" y="42497"/>
                </a:lnTo>
                <a:lnTo>
                  <a:pt x="890460" y="41365"/>
                </a:lnTo>
                <a:lnTo>
                  <a:pt x="893102" y="40407"/>
                </a:lnTo>
                <a:lnTo>
                  <a:pt x="895932" y="39623"/>
                </a:lnTo>
                <a:lnTo>
                  <a:pt x="898952" y="39014"/>
                </a:lnTo>
                <a:lnTo>
                  <a:pt x="902161" y="38578"/>
                </a:lnTo>
                <a:lnTo>
                  <a:pt x="905560" y="38317"/>
                </a:lnTo>
                <a:lnTo>
                  <a:pt x="909148" y="38230"/>
                </a:lnTo>
                <a:lnTo>
                  <a:pt x="925896" y="38230"/>
                </a:lnTo>
                <a:lnTo>
                  <a:pt x="925896" y="76635"/>
                </a:lnTo>
                <a:lnTo>
                  <a:pt x="925899" y="77876"/>
                </a:lnTo>
                <a:lnTo>
                  <a:pt x="925911" y="79055"/>
                </a:lnTo>
                <a:lnTo>
                  <a:pt x="925931" y="80173"/>
                </a:lnTo>
                <a:lnTo>
                  <a:pt x="925959" y="81229"/>
                </a:lnTo>
                <a:lnTo>
                  <a:pt x="925994" y="82224"/>
                </a:lnTo>
                <a:lnTo>
                  <a:pt x="926038" y="83157"/>
                </a:lnTo>
                <a:lnTo>
                  <a:pt x="926089" y="84029"/>
                </a:lnTo>
                <a:lnTo>
                  <a:pt x="926149" y="84839"/>
                </a:lnTo>
                <a:lnTo>
                  <a:pt x="926216" y="85587"/>
                </a:lnTo>
                <a:lnTo>
                  <a:pt x="926291" y="86274"/>
                </a:lnTo>
                <a:lnTo>
                  <a:pt x="926374" y="86900"/>
                </a:lnTo>
                <a:lnTo>
                  <a:pt x="926465" y="87464"/>
                </a:lnTo>
                <a:lnTo>
                  <a:pt x="926569" y="87987"/>
                </a:lnTo>
                <a:lnTo>
                  <a:pt x="926690" y="88488"/>
                </a:lnTo>
                <a:lnTo>
                  <a:pt x="926827" y="88969"/>
                </a:lnTo>
                <a:lnTo>
                  <a:pt x="926982" y="89427"/>
                </a:lnTo>
                <a:lnTo>
                  <a:pt x="927154" y="89865"/>
                </a:lnTo>
                <a:lnTo>
                  <a:pt x="927342" y="90281"/>
                </a:lnTo>
                <a:lnTo>
                  <a:pt x="927548" y="90676"/>
                </a:lnTo>
                <a:lnTo>
                  <a:pt x="927771" y="91050"/>
                </a:lnTo>
                <a:lnTo>
                  <a:pt x="928011" y="91402"/>
                </a:lnTo>
                <a:lnTo>
                  <a:pt x="928268" y="91733"/>
                </a:lnTo>
                <a:lnTo>
                  <a:pt x="928542" y="92042"/>
                </a:lnTo>
                <a:lnTo>
                  <a:pt x="928833" y="92331"/>
                </a:lnTo>
                <a:lnTo>
                  <a:pt x="929135" y="92597"/>
                </a:lnTo>
                <a:lnTo>
                  <a:pt x="929441" y="92840"/>
                </a:lnTo>
                <a:lnTo>
                  <a:pt x="929751" y="93060"/>
                </a:lnTo>
                <a:lnTo>
                  <a:pt x="930065" y="93256"/>
                </a:lnTo>
                <a:lnTo>
                  <a:pt x="930384" y="93430"/>
                </a:lnTo>
                <a:lnTo>
                  <a:pt x="930707" y="93580"/>
                </a:lnTo>
                <a:lnTo>
                  <a:pt x="931034" y="93707"/>
                </a:lnTo>
                <a:lnTo>
                  <a:pt x="931366" y="93812"/>
                </a:lnTo>
                <a:lnTo>
                  <a:pt x="931702" y="93893"/>
                </a:lnTo>
                <a:lnTo>
                  <a:pt x="932042" y="93950"/>
                </a:lnTo>
                <a:lnTo>
                  <a:pt x="932386" y="93985"/>
                </a:lnTo>
                <a:lnTo>
                  <a:pt x="932735" y="93997"/>
                </a:lnTo>
                <a:lnTo>
                  <a:pt x="933305" y="93974"/>
                </a:lnTo>
                <a:lnTo>
                  <a:pt x="933876" y="93905"/>
                </a:lnTo>
                <a:lnTo>
                  <a:pt x="934447" y="93791"/>
                </a:lnTo>
                <a:lnTo>
                  <a:pt x="935019" y="93631"/>
                </a:lnTo>
                <a:lnTo>
                  <a:pt x="935592" y="93426"/>
                </a:lnTo>
                <a:lnTo>
                  <a:pt x="936165" y="93175"/>
                </a:lnTo>
                <a:lnTo>
                  <a:pt x="936739" y="92878"/>
                </a:lnTo>
                <a:lnTo>
                  <a:pt x="937314" y="92535"/>
                </a:lnTo>
                <a:lnTo>
                  <a:pt x="937889" y="92147"/>
                </a:lnTo>
                <a:lnTo>
                  <a:pt x="938465" y="91713"/>
                </a:lnTo>
                <a:lnTo>
                  <a:pt x="939041" y="91234"/>
                </a:lnTo>
                <a:lnTo>
                  <a:pt x="939618" y="90709"/>
                </a:lnTo>
                <a:lnTo>
                  <a:pt x="940184" y="90142"/>
                </a:lnTo>
                <a:lnTo>
                  <a:pt x="940726" y="89537"/>
                </a:lnTo>
                <a:lnTo>
                  <a:pt x="941246" y="88895"/>
                </a:lnTo>
                <a:lnTo>
                  <a:pt x="941742" y="88214"/>
                </a:lnTo>
                <a:lnTo>
                  <a:pt x="942215" y="87497"/>
                </a:lnTo>
                <a:lnTo>
                  <a:pt x="942665" y="86741"/>
                </a:lnTo>
                <a:lnTo>
                  <a:pt x="943092" y="85948"/>
                </a:lnTo>
                <a:lnTo>
                  <a:pt x="943496" y="85116"/>
                </a:lnTo>
                <a:lnTo>
                  <a:pt x="943876" y="84247"/>
                </a:lnTo>
                <a:lnTo>
                  <a:pt x="944234" y="83341"/>
                </a:lnTo>
                <a:lnTo>
                  <a:pt x="944568" y="82396"/>
                </a:lnTo>
                <a:lnTo>
                  <a:pt x="944879" y="81414"/>
                </a:lnTo>
                <a:lnTo>
                  <a:pt x="945166" y="80406"/>
                </a:lnTo>
                <a:lnTo>
                  <a:pt x="945428" y="79384"/>
                </a:lnTo>
                <a:lnTo>
                  <a:pt x="945665" y="78348"/>
                </a:lnTo>
                <a:lnTo>
                  <a:pt x="945878" y="77298"/>
                </a:lnTo>
                <a:lnTo>
                  <a:pt x="946065" y="76234"/>
                </a:lnTo>
                <a:lnTo>
                  <a:pt x="946227" y="75156"/>
                </a:lnTo>
                <a:lnTo>
                  <a:pt x="946364" y="74064"/>
                </a:lnTo>
                <a:lnTo>
                  <a:pt x="946477" y="72958"/>
                </a:lnTo>
                <a:lnTo>
                  <a:pt x="946564" y="71837"/>
                </a:lnTo>
                <a:lnTo>
                  <a:pt x="946627" y="70703"/>
                </a:lnTo>
                <a:lnTo>
                  <a:pt x="946664" y="69555"/>
                </a:lnTo>
                <a:lnTo>
                  <a:pt x="946677" y="68393"/>
                </a:lnTo>
                <a:lnTo>
                  <a:pt x="946639" y="65958"/>
                </a:lnTo>
                <a:lnTo>
                  <a:pt x="946528" y="63535"/>
                </a:lnTo>
                <a:lnTo>
                  <a:pt x="946342" y="61124"/>
                </a:lnTo>
                <a:lnTo>
                  <a:pt x="946082" y="58724"/>
                </a:lnTo>
                <a:lnTo>
                  <a:pt x="945748" y="56335"/>
                </a:lnTo>
                <a:lnTo>
                  <a:pt x="945339" y="53958"/>
                </a:lnTo>
                <a:lnTo>
                  <a:pt x="944856" y="51593"/>
                </a:lnTo>
                <a:lnTo>
                  <a:pt x="944299" y="49239"/>
                </a:lnTo>
                <a:lnTo>
                  <a:pt x="943668" y="46897"/>
                </a:lnTo>
                <a:lnTo>
                  <a:pt x="942962" y="44566"/>
                </a:lnTo>
                <a:lnTo>
                  <a:pt x="942182" y="42247"/>
                </a:lnTo>
                <a:lnTo>
                  <a:pt x="941328" y="39940"/>
                </a:lnTo>
                <a:lnTo>
                  <a:pt x="940400" y="37693"/>
                </a:lnTo>
                <a:lnTo>
                  <a:pt x="939401" y="35557"/>
                </a:lnTo>
                <a:lnTo>
                  <a:pt x="938330" y="33531"/>
                </a:lnTo>
                <a:lnTo>
                  <a:pt x="937187" y="31615"/>
                </a:lnTo>
                <a:lnTo>
                  <a:pt x="935972" y="29809"/>
                </a:lnTo>
                <a:lnTo>
                  <a:pt x="934686" y="28114"/>
                </a:lnTo>
                <a:lnTo>
                  <a:pt x="933327" y="26528"/>
                </a:lnTo>
                <a:lnTo>
                  <a:pt x="931897" y="25053"/>
                </a:lnTo>
                <a:lnTo>
                  <a:pt x="930395" y="23688"/>
                </a:lnTo>
                <a:lnTo>
                  <a:pt x="928821" y="22434"/>
                </a:lnTo>
                <a:lnTo>
                  <a:pt x="927175" y="21289"/>
                </a:lnTo>
                <a:lnTo>
                  <a:pt x="925457" y="20255"/>
                </a:lnTo>
                <a:lnTo>
                  <a:pt x="923697" y="19317"/>
                </a:lnTo>
                <a:lnTo>
                  <a:pt x="921923" y="18460"/>
                </a:lnTo>
                <a:lnTo>
                  <a:pt x="920136" y="17685"/>
                </a:lnTo>
                <a:lnTo>
                  <a:pt x="918335" y="16991"/>
                </a:lnTo>
                <a:lnTo>
                  <a:pt x="916521" y="16379"/>
                </a:lnTo>
                <a:lnTo>
                  <a:pt x="914694" y="15849"/>
                </a:lnTo>
                <a:lnTo>
                  <a:pt x="912853" y="15400"/>
                </a:lnTo>
                <a:lnTo>
                  <a:pt x="910999" y="15033"/>
                </a:lnTo>
                <a:lnTo>
                  <a:pt x="909132" y="14747"/>
                </a:lnTo>
                <a:lnTo>
                  <a:pt x="907251" y="14543"/>
                </a:lnTo>
                <a:lnTo>
                  <a:pt x="905356" y="14421"/>
                </a:lnTo>
                <a:lnTo>
                  <a:pt x="903449" y="14380"/>
                </a:lnTo>
                <a:lnTo>
                  <a:pt x="901438" y="14431"/>
                </a:lnTo>
                <a:lnTo>
                  <a:pt x="899467" y="14583"/>
                </a:lnTo>
                <a:lnTo>
                  <a:pt x="897538" y="14838"/>
                </a:lnTo>
                <a:lnTo>
                  <a:pt x="895650" y="15194"/>
                </a:lnTo>
                <a:lnTo>
                  <a:pt x="893802" y="15651"/>
                </a:lnTo>
                <a:lnTo>
                  <a:pt x="891995" y="16210"/>
                </a:lnTo>
                <a:lnTo>
                  <a:pt x="890229" y="16871"/>
                </a:lnTo>
                <a:lnTo>
                  <a:pt x="888503" y="17634"/>
                </a:lnTo>
                <a:lnTo>
                  <a:pt x="886819" y="18498"/>
                </a:lnTo>
                <a:lnTo>
                  <a:pt x="885175" y="19465"/>
                </a:lnTo>
                <a:lnTo>
                  <a:pt x="883572" y="20532"/>
                </a:lnTo>
                <a:lnTo>
                  <a:pt x="882010" y="21702"/>
                </a:lnTo>
                <a:lnTo>
                  <a:pt x="880491" y="22973"/>
                </a:lnTo>
                <a:lnTo>
                  <a:pt x="879019" y="24346"/>
                </a:lnTo>
                <a:lnTo>
                  <a:pt x="877593" y="25820"/>
                </a:lnTo>
                <a:lnTo>
                  <a:pt x="876213" y="27396"/>
                </a:lnTo>
                <a:lnTo>
                  <a:pt x="874880" y="29074"/>
                </a:lnTo>
                <a:lnTo>
                  <a:pt x="873592" y="30854"/>
                </a:lnTo>
                <a:lnTo>
                  <a:pt x="872351" y="32735"/>
                </a:lnTo>
                <a:lnTo>
                  <a:pt x="871157" y="34718"/>
                </a:lnTo>
                <a:lnTo>
                  <a:pt x="870008" y="36802"/>
                </a:lnTo>
                <a:lnTo>
                  <a:pt x="868906" y="38989"/>
                </a:lnTo>
                <a:lnTo>
                  <a:pt x="867850" y="41277"/>
                </a:lnTo>
                <a:lnTo>
                  <a:pt x="866841" y="43666"/>
                </a:lnTo>
                <a:lnTo>
                  <a:pt x="865895" y="46128"/>
                </a:lnTo>
                <a:lnTo>
                  <a:pt x="865032" y="48633"/>
                </a:lnTo>
                <a:lnTo>
                  <a:pt x="864251" y="51180"/>
                </a:lnTo>
                <a:lnTo>
                  <a:pt x="863553" y="53769"/>
                </a:lnTo>
                <a:lnTo>
                  <a:pt x="862936" y="56402"/>
                </a:lnTo>
                <a:lnTo>
                  <a:pt x="862402" y="59077"/>
                </a:lnTo>
                <a:lnTo>
                  <a:pt x="861950" y="61794"/>
                </a:lnTo>
                <a:lnTo>
                  <a:pt x="861580" y="64555"/>
                </a:lnTo>
                <a:lnTo>
                  <a:pt x="861292" y="67357"/>
                </a:lnTo>
                <a:lnTo>
                  <a:pt x="861086" y="70203"/>
                </a:lnTo>
                <a:lnTo>
                  <a:pt x="860963" y="73091"/>
                </a:lnTo>
                <a:lnTo>
                  <a:pt x="860922" y="76022"/>
                </a:lnTo>
                <a:lnTo>
                  <a:pt x="860963" y="78970"/>
                </a:lnTo>
                <a:lnTo>
                  <a:pt x="861085" y="81882"/>
                </a:lnTo>
                <a:lnTo>
                  <a:pt x="861289" y="84757"/>
                </a:lnTo>
                <a:lnTo>
                  <a:pt x="861575" y="87596"/>
                </a:lnTo>
                <a:lnTo>
                  <a:pt x="861942" y="90398"/>
                </a:lnTo>
                <a:lnTo>
                  <a:pt x="862391" y="93164"/>
                </a:lnTo>
                <a:lnTo>
                  <a:pt x="862921" y="95893"/>
                </a:lnTo>
                <a:lnTo>
                  <a:pt x="863533" y="98585"/>
                </a:lnTo>
                <a:lnTo>
                  <a:pt x="864227" y="101242"/>
                </a:lnTo>
                <a:lnTo>
                  <a:pt x="865002" y="103861"/>
                </a:lnTo>
                <a:lnTo>
                  <a:pt x="865858" y="106444"/>
                </a:lnTo>
                <a:lnTo>
                  <a:pt x="866797" y="108991"/>
                </a:lnTo>
                <a:lnTo>
                  <a:pt x="867805" y="111462"/>
                </a:lnTo>
                <a:lnTo>
                  <a:pt x="868870" y="113821"/>
                </a:lnTo>
                <a:lnTo>
                  <a:pt x="869992" y="116066"/>
                </a:lnTo>
                <a:lnTo>
                  <a:pt x="871171" y="118197"/>
                </a:lnTo>
                <a:lnTo>
                  <a:pt x="872408" y="120216"/>
                </a:lnTo>
                <a:lnTo>
                  <a:pt x="873702" y="122121"/>
                </a:lnTo>
                <a:lnTo>
                  <a:pt x="875053" y="123913"/>
                </a:lnTo>
                <a:lnTo>
                  <a:pt x="876461" y="125592"/>
                </a:lnTo>
                <a:lnTo>
                  <a:pt x="877927" y="127158"/>
                </a:lnTo>
                <a:lnTo>
                  <a:pt x="879450" y="128610"/>
                </a:lnTo>
                <a:lnTo>
                  <a:pt x="881030" y="129949"/>
                </a:lnTo>
                <a:lnTo>
                  <a:pt x="882668" y="131175"/>
                </a:lnTo>
                <a:lnTo>
                  <a:pt x="884349" y="132295"/>
                </a:lnTo>
                <a:lnTo>
                  <a:pt x="886063" y="133318"/>
                </a:lnTo>
                <a:lnTo>
                  <a:pt x="887808" y="134243"/>
                </a:lnTo>
                <a:lnTo>
                  <a:pt x="889585" y="135072"/>
                </a:lnTo>
                <a:lnTo>
                  <a:pt x="891393" y="135802"/>
                </a:lnTo>
                <a:lnTo>
                  <a:pt x="893233" y="136436"/>
                </a:lnTo>
                <a:lnTo>
                  <a:pt x="895105" y="136971"/>
                </a:lnTo>
                <a:lnTo>
                  <a:pt x="897009" y="137410"/>
                </a:lnTo>
                <a:lnTo>
                  <a:pt x="898944" y="137751"/>
                </a:lnTo>
                <a:lnTo>
                  <a:pt x="900911" y="137994"/>
                </a:lnTo>
                <a:lnTo>
                  <a:pt x="902909" y="138141"/>
                </a:lnTo>
                <a:lnTo>
                  <a:pt x="904939" y="138189"/>
                </a:lnTo>
                <a:lnTo>
                  <a:pt x="907248" y="138110"/>
                </a:lnTo>
                <a:lnTo>
                  <a:pt x="909525" y="137873"/>
                </a:lnTo>
                <a:lnTo>
                  <a:pt x="911773" y="137477"/>
                </a:lnTo>
                <a:lnTo>
                  <a:pt x="913990" y="136923"/>
                </a:lnTo>
                <a:lnTo>
                  <a:pt x="916177" y="136210"/>
                </a:lnTo>
                <a:lnTo>
                  <a:pt x="918333" y="135340"/>
                </a:lnTo>
                <a:lnTo>
                  <a:pt x="920459" y="134310"/>
                </a:lnTo>
                <a:lnTo>
                  <a:pt x="922554" y="133123"/>
                </a:lnTo>
                <a:lnTo>
                  <a:pt x="924619" y="131777"/>
                </a:lnTo>
                <a:lnTo>
                  <a:pt x="926653" y="130273"/>
                </a:lnTo>
                <a:lnTo>
                  <a:pt x="928657" y="128611"/>
                </a:lnTo>
                <a:lnTo>
                  <a:pt x="930630" y="126790"/>
                </a:lnTo>
                <a:moveTo>
                  <a:pt x="912305" y="73391"/>
                </a:moveTo>
                <a:lnTo>
                  <a:pt x="912305" y="49804"/>
                </a:lnTo>
                <a:lnTo>
                  <a:pt x="909148" y="49804"/>
                </a:lnTo>
                <a:lnTo>
                  <a:pt x="907464" y="49827"/>
                </a:lnTo>
                <a:lnTo>
                  <a:pt x="905860" y="49894"/>
                </a:lnTo>
                <a:lnTo>
                  <a:pt x="904336" y="50007"/>
                </a:lnTo>
                <a:lnTo>
                  <a:pt x="902893" y="50165"/>
                </a:lnTo>
                <a:lnTo>
                  <a:pt x="901530" y="50367"/>
                </a:lnTo>
                <a:lnTo>
                  <a:pt x="900248" y="50615"/>
                </a:lnTo>
                <a:lnTo>
                  <a:pt x="899046" y="50908"/>
                </a:lnTo>
                <a:lnTo>
                  <a:pt x="897924" y="51246"/>
                </a:lnTo>
                <a:lnTo>
                  <a:pt x="896883" y="51629"/>
                </a:lnTo>
                <a:lnTo>
                  <a:pt x="895922" y="52057"/>
                </a:lnTo>
                <a:lnTo>
                  <a:pt x="895042" y="52530"/>
                </a:lnTo>
                <a:lnTo>
                  <a:pt x="894242" y="53049"/>
                </a:lnTo>
                <a:lnTo>
                  <a:pt x="893495" y="53615"/>
                </a:lnTo>
                <a:lnTo>
                  <a:pt x="892776" y="54232"/>
                </a:lnTo>
                <a:lnTo>
                  <a:pt x="892083" y="54901"/>
                </a:lnTo>
                <a:lnTo>
                  <a:pt x="891416" y="55621"/>
                </a:lnTo>
                <a:lnTo>
                  <a:pt x="890777" y="56391"/>
                </a:lnTo>
                <a:lnTo>
                  <a:pt x="890164" y="57213"/>
                </a:lnTo>
                <a:lnTo>
                  <a:pt x="889579" y="58087"/>
                </a:lnTo>
                <a:lnTo>
                  <a:pt x="889020" y="59011"/>
                </a:lnTo>
                <a:lnTo>
                  <a:pt x="888488" y="59986"/>
                </a:lnTo>
                <a:lnTo>
                  <a:pt x="887982" y="61013"/>
                </a:lnTo>
                <a:lnTo>
                  <a:pt x="887504" y="62091"/>
                </a:lnTo>
                <a:lnTo>
                  <a:pt x="887052" y="63220"/>
                </a:lnTo>
                <a:lnTo>
                  <a:pt x="886632" y="64384"/>
                </a:lnTo>
                <a:lnTo>
                  <a:pt x="886248" y="65568"/>
                </a:lnTo>
                <a:lnTo>
                  <a:pt x="885901" y="66771"/>
                </a:lnTo>
                <a:lnTo>
                  <a:pt x="885590" y="67994"/>
                </a:lnTo>
                <a:lnTo>
                  <a:pt x="885316" y="69236"/>
                </a:lnTo>
                <a:lnTo>
                  <a:pt x="885079" y="70498"/>
                </a:lnTo>
                <a:lnTo>
                  <a:pt x="884878" y="71779"/>
                </a:lnTo>
                <a:lnTo>
                  <a:pt x="884713" y="73079"/>
                </a:lnTo>
                <a:lnTo>
                  <a:pt x="884586" y="74399"/>
                </a:lnTo>
                <a:lnTo>
                  <a:pt x="884494" y="75739"/>
                </a:lnTo>
                <a:lnTo>
                  <a:pt x="884439" y="77098"/>
                </a:lnTo>
                <a:lnTo>
                  <a:pt x="884421" y="78477"/>
                </a:lnTo>
                <a:lnTo>
                  <a:pt x="884436" y="79581"/>
                </a:lnTo>
                <a:lnTo>
                  <a:pt x="884480" y="80642"/>
                </a:lnTo>
                <a:lnTo>
                  <a:pt x="884553" y="81661"/>
                </a:lnTo>
                <a:lnTo>
                  <a:pt x="884655" y="82637"/>
                </a:lnTo>
                <a:lnTo>
                  <a:pt x="884787" y="83570"/>
                </a:lnTo>
                <a:lnTo>
                  <a:pt x="884947" y="84461"/>
                </a:lnTo>
                <a:lnTo>
                  <a:pt x="885137" y="85309"/>
                </a:lnTo>
                <a:lnTo>
                  <a:pt x="885357" y="86115"/>
                </a:lnTo>
                <a:lnTo>
                  <a:pt x="885605" y="86878"/>
                </a:lnTo>
                <a:lnTo>
                  <a:pt x="885883" y="87598"/>
                </a:lnTo>
                <a:lnTo>
                  <a:pt x="886189" y="88276"/>
                </a:lnTo>
                <a:lnTo>
                  <a:pt x="886526" y="88911"/>
                </a:lnTo>
                <a:lnTo>
                  <a:pt x="886887" y="89499"/>
                </a:lnTo>
                <a:lnTo>
                  <a:pt x="887271" y="90036"/>
                </a:lnTo>
                <a:lnTo>
                  <a:pt x="887676" y="90522"/>
                </a:lnTo>
                <a:lnTo>
                  <a:pt x="888104" y="90957"/>
                </a:lnTo>
                <a:lnTo>
                  <a:pt x="888553" y="91341"/>
                </a:lnTo>
                <a:lnTo>
                  <a:pt x="889025" y="91673"/>
                </a:lnTo>
                <a:lnTo>
                  <a:pt x="889518" y="91954"/>
                </a:lnTo>
                <a:lnTo>
                  <a:pt x="890033" y="92185"/>
                </a:lnTo>
                <a:lnTo>
                  <a:pt x="890570" y="92364"/>
                </a:lnTo>
                <a:lnTo>
                  <a:pt x="891129" y="92491"/>
                </a:lnTo>
                <a:lnTo>
                  <a:pt x="891710" y="92568"/>
                </a:lnTo>
                <a:lnTo>
                  <a:pt x="892313" y="92594"/>
                </a:lnTo>
                <a:lnTo>
                  <a:pt x="893176" y="92552"/>
                </a:lnTo>
                <a:lnTo>
                  <a:pt x="894043" y="92427"/>
                </a:lnTo>
                <a:lnTo>
                  <a:pt x="894913" y="92218"/>
                </a:lnTo>
                <a:lnTo>
                  <a:pt x="895786" y="91926"/>
                </a:lnTo>
                <a:lnTo>
                  <a:pt x="896662" y="91551"/>
                </a:lnTo>
                <a:lnTo>
                  <a:pt x="897541" y="91092"/>
                </a:lnTo>
                <a:lnTo>
                  <a:pt x="898423" y="90550"/>
                </a:lnTo>
                <a:lnTo>
                  <a:pt x="899308" y="89924"/>
                </a:lnTo>
                <a:lnTo>
                  <a:pt x="900196" y="89215"/>
                </a:lnTo>
                <a:lnTo>
                  <a:pt x="901087" y="88423"/>
                </a:lnTo>
                <a:lnTo>
                  <a:pt x="901981" y="87547"/>
                </a:lnTo>
                <a:lnTo>
                  <a:pt x="902879" y="86587"/>
                </a:lnTo>
                <a:lnTo>
                  <a:pt x="903768" y="85578"/>
                </a:lnTo>
                <a:lnTo>
                  <a:pt x="904638" y="84552"/>
                </a:lnTo>
                <a:lnTo>
                  <a:pt x="905490" y="83510"/>
                </a:lnTo>
                <a:lnTo>
                  <a:pt x="906323" y="82452"/>
                </a:lnTo>
                <a:lnTo>
                  <a:pt x="907136" y="81377"/>
                </a:lnTo>
                <a:lnTo>
                  <a:pt x="907931" y="80285"/>
                </a:lnTo>
                <a:lnTo>
                  <a:pt x="908707" y="79177"/>
                </a:lnTo>
                <a:lnTo>
                  <a:pt x="909465" y="78053"/>
                </a:lnTo>
                <a:lnTo>
                  <a:pt x="910203" y="76912"/>
                </a:lnTo>
                <a:lnTo>
                  <a:pt x="910922" y="75755"/>
                </a:lnTo>
                <a:lnTo>
                  <a:pt x="911623" y="74581"/>
                </a:lnTo>
                <a:lnTo>
                  <a:pt x="912305" y="73391"/>
                </a:lnTo>
                <a:close/>
                <a:moveTo>
                  <a:pt x="985897" y="68393"/>
                </a:moveTo>
                <a:lnTo>
                  <a:pt x="987174" y="66389"/>
                </a:lnTo>
                <a:lnTo>
                  <a:pt x="988491" y="64469"/>
                </a:lnTo>
                <a:lnTo>
                  <a:pt x="989848" y="62633"/>
                </a:lnTo>
                <a:lnTo>
                  <a:pt x="991245" y="60882"/>
                </a:lnTo>
                <a:lnTo>
                  <a:pt x="992683" y="59214"/>
                </a:lnTo>
                <a:lnTo>
                  <a:pt x="994161" y="57630"/>
                </a:lnTo>
                <a:lnTo>
                  <a:pt x="995679" y="56130"/>
                </a:lnTo>
                <a:lnTo>
                  <a:pt x="997237" y="54715"/>
                </a:lnTo>
                <a:lnTo>
                  <a:pt x="998836" y="53383"/>
                </a:lnTo>
                <a:lnTo>
                  <a:pt x="1000474" y="52135"/>
                </a:lnTo>
                <a:lnTo>
                  <a:pt x="1002153" y="50972"/>
                </a:lnTo>
                <a:lnTo>
                  <a:pt x="1003872" y="49892"/>
                </a:lnTo>
                <a:lnTo>
                  <a:pt x="1005599" y="48898"/>
                </a:lnTo>
                <a:lnTo>
                  <a:pt x="1007304" y="47990"/>
                </a:lnTo>
                <a:lnTo>
                  <a:pt x="1008985" y="47168"/>
                </a:lnTo>
                <a:lnTo>
                  <a:pt x="1010643" y="46433"/>
                </a:lnTo>
                <a:lnTo>
                  <a:pt x="1012278" y="45785"/>
                </a:lnTo>
                <a:lnTo>
                  <a:pt x="1013890" y="45223"/>
                </a:lnTo>
                <a:lnTo>
                  <a:pt x="1015478" y="44747"/>
                </a:lnTo>
                <a:lnTo>
                  <a:pt x="1017044" y="44358"/>
                </a:lnTo>
                <a:lnTo>
                  <a:pt x="1018586" y="44055"/>
                </a:lnTo>
                <a:lnTo>
                  <a:pt x="1020106" y="43839"/>
                </a:lnTo>
                <a:lnTo>
                  <a:pt x="1021602" y="43710"/>
                </a:lnTo>
                <a:lnTo>
                  <a:pt x="1023075" y="43666"/>
                </a:lnTo>
                <a:lnTo>
                  <a:pt x="1025103" y="43740"/>
                </a:lnTo>
                <a:lnTo>
                  <a:pt x="1027098" y="43961"/>
                </a:lnTo>
                <a:lnTo>
                  <a:pt x="1029059" y="44329"/>
                </a:lnTo>
                <a:lnTo>
                  <a:pt x="1030986" y="44845"/>
                </a:lnTo>
                <a:lnTo>
                  <a:pt x="1032878" y="45508"/>
                </a:lnTo>
                <a:lnTo>
                  <a:pt x="1034736" y="46319"/>
                </a:lnTo>
                <a:lnTo>
                  <a:pt x="1036561" y="47277"/>
                </a:lnTo>
                <a:lnTo>
                  <a:pt x="1038351" y="48382"/>
                </a:lnTo>
                <a:lnTo>
                  <a:pt x="1040107" y="49634"/>
                </a:lnTo>
                <a:lnTo>
                  <a:pt x="1041829" y="51034"/>
                </a:lnTo>
                <a:lnTo>
                  <a:pt x="1043517" y="52581"/>
                </a:lnTo>
                <a:lnTo>
                  <a:pt x="1045171" y="54276"/>
                </a:lnTo>
                <a:lnTo>
                  <a:pt x="1046739" y="56120"/>
                </a:lnTo>
                <a:lnTo>
                  <a:pt x="1048172" y="58117"/>
                </a:lnTo>
                <a:lnTo>
                  <a:pt x="1049467" y="60266"/>
                </a:lnTo>
                <a:lnTo>
                  <a:pt x="1050627" y="62567"/>
                </a:lnTo>
                <a:lnTo>
                  <a:pt x="1051650" y="65020"/>
                </a:lnTo>
                <a:lnTo>
                  <a:pt x="1052536" y="67626"/>
                </a:lnTo>
                <a:lnTo>
                  <a:pt x="1053286" y="70384"/>
                </a:lnTo>
                <a:lnTo>
                  <a:pt x="1053900" y="73294"/>
                </a:lnTo>
                <a:lnTo>
                  <a:pt x="1054378" y="76356"/>
                </a:lnTo>
                <a:lnTo>
                  <a:pt x="1054719" y="79570"/>
                </a:lnTo>
                <a:lnTo>
                  <a:pt x="1054923" y="82937"/>
                </a:lnTo>
                <a:lnTo>
                  <a:pt x="1054991" y="86456"/>
                </a:lnTo>
                <a:lnTo>
                  <a:pt x="1054946" y="89266"/>
                </a:lnTo>
                <a:lnTo>
                  <a:pt x="1054810" y="92025"/>
                </a:lnTo>
                <a:lnTo>
                  <a:pt x="1054583" y="94734"/>
                </a:lnTo>
                <a:lnTo>
                  <a:pt x="1054266" y="97392"/>
                </a:lnTo>
                <a:lnTo>
                  <a:pt x="1053857" y="100000"/>
                </a:lnTo>
                <a:lnTo>
                  <a:pt x="1053358" y="102557"/>
                </a:lnTo>
                <a:lnTo>
                  <a:pt x="1052769" y="105063"/>
                </a:lnTo>
                <a:lnTo>
                  <a:pt x="1052088" y="107519"/>
                </a:lnTo>
                <a:lnTo>
                  <a:pt x="1051317" y="109925"/>
                </a:lnTo>
                <a:lnTo>
                  <a:pt x="1050455" y="112280"/>
                </a:lnTo>
                <a:lnTo>
                  <a:pt x="1049502" y="114584"/>
                </a:lnTo>
                <a:lnTo>
                  <a:pt x="1048459" y="116838"/>
                </a:lnTo>
                <a:lnTo>
                  <a:pt x="1047340" y="119028"/>
                </a:lnTo>
                <a:lnTo>
                  <a:pt x="1046161" y="121140"/>
                </a:lnTo>
                <a:lnTo>
                  <a:pt x="1044921" y="123173"/>
                </a:lnTo>
                <a:lnTo>
                  <a:pt x="1043622" y="125129"/>
                </a:lnTo>
                <a:lnTo>
                  <a:pt x="1042262" y="127007"/>
                </a:lnTo>
                <a:lnTo>
                  <a:pt x="1040841" y="128807"/>
                </a:lnTo>
                <a:lnTo>
                  <a:pt x="1039361" y="130529"/>
                </a:lnTo>
                <a:lnTo>
                  <a:pt x="1037820" y="132173"/>
                </a:lnTo>
                <a:lnTo>
                  <a:pt x="1036219" y="133739"/>
                </a:lnTo>
                <a:lnTo>
                  <a:pt x="1034557" y="135227"/>
                </a:lnTo>
                <a:lnTo>
                  <a:pt x="1032836" y="136638"/>
                </a:lnTo>
                <a:lnTo>
                  <a:pt x="1031054" y="137970"/>
                </a:lnTo>
                <a:lnTo>
                  <a:pt x="1029206" y="139209"/>
                </a:lnTo>
                <a:lnTo>
                  <a:pt x="1027286" y="140341"/>
                </a:lnTo>
                <a:lnTo>
                  <a:pt x="1025294" y="141365"/>
                </a:lnTo>
                <a:lnTo>
                  <a:pt x="1023230" y="142281"/>
                </a:lnTo>
                <a:lnTo>
                  <a:pt x="1021095" y="143089"/>
                </a:lnTo>
                <a:lnTo>
                  <a:pt x="1018888" y="143790"/>
                </a:lnTo>
                <a:lnTo>
                  <a:pt x="1016609" y="144383"/>
                </a:lnTo>
                <a:lnTo>
                  <a:pt x="1014258" y="144868"/>
                </a:lnTo>
                <a:lnTo>
                  <a:pt x="1011835" y="145245"/>
                </a:lnTo>
                <a:lnTo>
                  <a:pt x="1009340" y="145514"/>
                </a:lnTo>
                <a:lnTo>
                  <a:pt x="1006773" y="145676"/>
                </a:lnTo>
                <a:lnTo>
                  <a:pt x="1004135" y="145730"/>
                </a:lnTo>
                <a:lnTo>
                  <a:pt x="1003341" y="145723"/>
                </a:lnTo>
                <a:lnTo>
                  <a:pt x="1002479" y="145703"/>
                </a:lnTo>
                <a:lnTo>
                  <a:pt x="1001548" y="145670"/>
                </a:lnTo>
                <a:lnTo>
                  <a:pt x="1000550" y="145623"/>
                </a:lnTo>
                <a:lnTo>
                  <a:pt x="999483" y="145563"/>
                </a:lnTo>
                <a:lnTo>
                  <a:pt x="998348" y="145489"/>
                </a:lnTo>
                <a:lnTo>
                  <a:pt x="997145" y="145402"/>
                </a:lnTo>
                <a:lnTo>
                  <a:pt x="995873" y="145301"/>
                </a:lnTo>
                <a:lnTo>
                  <a:pt x="994534" y="145187"/>
                </a:lnTo>
                <a:lnTo>
                  <a:pt x="993126" y="145060"/>
                </a:lnTo>
                <a:lnTo>
                  <a:pt x="991650" y="144920"/>
                </a:lnTo>
                <a:lnTo>
                  <a:pt x="990106" y="144765"/>
                </a:lnTo>
                <a:lnTo>
                  <a:pt x="989862" y="144736"/>
                </a:lnTo>
                <a:lnTo>
                  <a:pt x="989599" y="144705"/>
                </a:lnTo>
                <a:lnTo>
                  <a:pt x="989316" y="144672"/>
                </a:lnTo>
                <a:lnTo>
                  <a:pt x="989014" y="144639"/>
                </a:lnTo>
                <a:lnTo>
                  <a:pt x="988693" y="144604"/>
                </a:lnTo>
                <a:lnTo>
                  <a:pt x="988352" y="144568"/>
                </a:lnTo>
                <a:lnTo>
                  <a:pt x="987991" y="144531"/>
                </a:lnTo>
                <a:lnTo>
                  <a:pt x="987611" y="144493"/>
                </a:lnTo>
                <a:lnTo>
                  <a:pt x="987212" y="144453"/>
                </a:lnTo>
                <a:lnTo>
                  <a:pt x="986793" y="144412"/>
                </a:lnTo>
                <a:lnTo>
                  <a:pt x="986355" y="144370"/>
                </a:lnTo>
                <a:lnTo>
                  <a:pt x="985897" y="144327"/>
                </a:lnTo>
                <a:lnTo>
                  <a:pt x="985897" y="182382"/>
                </a:lnTo>
                <a:lnTo>
                  <a:pt x="969588" y="182382"/>
                </a:lnTo>
                <a:lnTo>
                  <a:pt x="969588" y="46297"/>
                </a:lnTo>
                <a:lnTo>
                  <a:pt x="985897" y="46297"/>
                </a:lnTo>
                <a:lnTo>
                  <a:pt x="985897" y="68393"/>
                </a:lnTo>
                <a:moveTo>
                  <a:pt x="985897" y="87771"/>
                </a:moveTo>
                <a:lnTo>
                  <a:pt x="985897" y="129772"/>
                </a:lnTo>
                <a:lnTo>
                  <a:pt x="987363" y="130136"/>
                </a:lnTo>
                <a:lnTo>
                  <a:pt x="988810" y="130468"/>
                </a:lnTo>
                <a:lnTo>
                  <a:pt x="990237" y="130769"/>
                </a:lnTo>
                <a:lnTo>
                  <a:pt x="991645" y="131038"/>
                </a:lnTo>
                <a:lnTo>
                  <a:pt x="993033" y="131276"/>
                </a:lnTo>
                <a:lnTo>
                  <a:pt x="994402" y="131481"/>
                </a:lnTo>
                <a:lnTo>
                  <a:pt x="995751" y="131656"/>
                </a:lnTo>
                <a:lnTo>
                  <a:pt x="997081" y="131798"/>
                </a:lnTo>
                <a:lnTo>
                  <a:pt x="998392" y="131909"/>
                </a:lnTo>
                <a:lnTo>
                  <a:pt x="999683" y="131988"/>
                </a:lnTo>
                <a:lnTo>
                  <a:pt x="1000954" y="132036"/>
                </a:lnTo>
                <a:lnTo>
                  <a:pt x="1002206" y="132051"/>
                </a:lnTo>
                <a:lnTo>
                  <a:pt x="1004643" y="131971"/>
                </a:lnTo>
                <a:lnTo>
                  <a:pt x="1007015" y="131729"/>
                </a:lnTo>
                <a:lnTo>
                  <a:pt x="1009322" y="131325"/>
                </a:lnTo>
                <a:lnTo>
                  <a:pt x="1011564" y="130760"/>
                </a:lnTo>
                <a:lnTo>
                  <a:pt x="1013740" y="130034"/>
                </a:lnTo>
                <a:lnTo>
                  <a:pt x="1015852" y="129147"/>
                </a:lnTo>
                <a:lnTo>
                  <a:pt x="1017898" y="128098"/>
                </a:lnTo>
                <a:lnTo>
                  <a:pt x="1019879" y="126888"/>
                </a:lnTo>
                <a:lnTo>
                  <a:pt x="1021795" y="125516"/>
                </a:lnTo>
                <a:lnTo>
                  <a:pt x="1023646" y="123983"/>
                </a:lnTo>
                <a:lnTo>
                  <a:pt x="1025431" y="122289"/>
                </a:lnTo>
                <a:lnTo>
                  <a:pt x="1027152" y="120433"/>
                </a:lnTo>
                <a:lnTo>
                  <a:pt x="1028769" y="118438"/>
                </a:lnTo>
                <a:lnTo>
                  <a:pt x="1030246" y="116323"/>
                </a:lnTo>
                <a:lnTo>
                  <a:pt x="1031583" y="114090"/>
                </a:lnTo>
                <a:lnTo>
                  <a:pt x="1032778" y="111738"/>
                </a:lnTo>
                <a:lnTo>
                  <a:pt x="1033833" y="109267"/>
                </a:lnTo>
                <a:lnTo>
                  <a:pt x="1034747" y="106678"/>
                </a:lnTo>
                <a:lnTo>
                  <a:pt x="1035521" y="103970"/>
                </a:lnTo>
                <a:lnTo>
                  <a:pt x="1036154" y="101143"/>
                </a:lnTo>
                <a:lnTo>
                  <a:pt x="1036646" y="98197"/>
                </a:lnTo>
                <a:lnTo>
                  <a:pt x="1036998" y="95133"/>
                </a:lnTo>
                <a:lnTo>
                  <a:pt x="1037209" y="91950"/>
                </a:lnTo>
                <a:lnTo>
                  <a:pt x="1037279" y="88648"/>
                </a:lnTo>
                <a:lnTo>
                  <a:pt x="1037241" y="86258"/>
                </a:lnTo>
                <a:lnTo>
                  <a:pt x="1037126" y="83969"/>
                </a:lnTo>
                <a:lnTo>
                  <a:pt x="1036934" y="81781"/>
                </a:lnTo>
                <a:lnTo>
                  <a:pt x="1036666" y="79695"/>
                </a:lnTo>
                <a:lnTo>
                  <a:pt x="1036320" y="77709"/>
                </a:lnTo>
                <a:lnTo>
                  <a:pt x="1035898" y="75824"/>
                </a:lnTo>
                <a:lnTo>
                  <a:pt x="1035400" y="74041"/>
                </a:lnTo>
                <a:lnTo>
                  <a:pt x="1034824" y="72358"/>
                </a:lnTo>
                <a:lnTo>
                  <a:pt x="1034172" y="70777"/>
                </a:lnTo>
                <a:lnTo>
                  <a:pt x="1033443" y="69297"/>
                </a:lnTo>
                <a:lnTo>
                  <a:pt x="1032638" y="67918"/>
                </a:lnTo>
                <a:lnTo>
                  <a:pt x="1031755" y="66639"/>
                </a:lnTo>
                <a:lnTo>
                  <a:pt x="1030824" y="65463"/>
                </a:lnTo>
                <a:lnTo>
                  <a:pt x="1029872" y="64389"/>
                </a:lnTo>
                <a:lnTo>
                  <a:pt x="1028900" y="63417"/>
                </a:lnTo>
                <a:lnTo>
                  <a:pt x="1027907" y="62548"/>
                </a:lnTo>
                <a:lnTo>
                  <a:pt x="1026893" y="61780"/>
                </a:lnTo>
                <a:lnTo>
                  <a:pt x="1025859" y="61115"/>
                </a:lnTo>
                <a:lnTo>
                  <a:pt x="1024803" y="60553"/>
                </a:lnTo>
                <a:lnTo>
                  <a:pt x="1023727" y="60092"/>
                </a:lnTo>
                <a:lnTo>
                  <a:pt x="1022631" y="59734"/>
                </a:lnTo>
                <a:lnTo>
                  <a:pt x="1021513" y="59479"/>
                </a:lnTo>
                <a:lnTo>
                  <a:pt x="1020375" y="59325"/>
                </a:lnTo>
                <a:lnTo>
                  <a:pt x="1019217" y="59274"/>
                </a:lnTo>
                <a:lnTo>
                  <a:pt x="1017934" y="59328"/>
                </a:lnTo>
                <a:lnTo>
                  <a:pt x="1016631" y="59488"/>
                </a:lnTo>
                <a:lnTo>
                  <a:pt x="1015306" y="59756"/>
                </a:lnTo>
                <a:lnTo>
                  <a:pt x="1013960" y="60131"/>
                </a:lnTo>
                <a:lnTo>
                  <a:pt x="1012593" y="60614"/>
                </a:lnTo>
                <a:lnTo>
                  <a:pt x="1011204" y="61203"/>
                </a:lnTo>
                <a:lnTo>
                  <a:pt x="1009794" y="61900"/>
                </a:lnTo>
                <a:lnTo>
                  <a:pt x="1008363" y="62703"/>
                </a:lnTo>
                <a:lnTo>
                  <a:pt x="1006911" y="63614"/>
                </a:lnTo>
                <a:lnTo>
                  <a:pt x="1005437" y="64632"/>
                </a:lnTo>
                <a:lnTo>
                  <a:pt x="1003942" y="65758"/>
                </a:lnTo>
                <a:lnTo>
                  <a:pt x="1002425" y="66990"/>
                </a:lnTo>
                <a:lnTo>
                  <a:pt x="1000910" y="68313"/>
                </a:lnTo>
                <a:lnTo>
                  <a:pt x="999421" y="69711"/>
                </a:lnTo>
                <a:lnTo>
                  <a:pt x="997956" y="71183"/>
                </a:lnTo>
                <a:lnTo>
                  <a:pt x="996516" y="72729"/>
                </a:lnTo>
                <a:lnTo>
                  <a:pt x="995101" y="74349"/>
                </a:lnTo>
                <a:lnTo>
                  <a:pt x="993712" y="76044"/>
                </a:lnTo>
                <a:lnTo>
                  <a:pt x="992347" y="77812"/>
                </a:lnTo>
                <a:lnTo>
                  <a:pt x="991007" y="79656"/>
                </a:lnTo>
                <a:lnTo>
                  <a:pt x="989692" y="81573"/>
                </a:lnTo>
                <a:lnTo>
                  <a:pt x="988402" y="83565"/>
                </a:lnTo>
                <a:lnTo>
                  <a:pt x="987137" y="85631"/>
                </a:lnTo>
                <a:lnTo>
                  <a:pt x="985897" y="87771"/>
                </a:lnTo>
                <a:close/>
                <a:moveTo>
                  <a:pt x="1086496" y="144327"/>
                </a:moveTo>
                <a:lnTo>
                  <a:pt x="1086496" y="46297"/>
                </a:lnTo>
                <a:lnTo>
                  <a:pt x="1102805" y="46297"/>
                </a:lnTo>
                <a:lnTo>
                  <a:pt x="1102805" y="67831"/>
                </a:lnTo>
                <a:lnTo>
                  <a:pt x="1104092" y="65853"/>
                </a:lnTo>
                <a:lnTo>
                  <a:pt x="1105410" y="63959"/>
                </a:lnTo>
                <a:lnTo>
                  <a:pt x="1106759" y="62149"/>
                </a:lnTo>
                <a:lnTo>
                  <a:pt x="1108139" y="60425"/>
                </a:lnTo>
                <a:lnTo>
                  <a:pt x="1109550" y="58786"/>
                </a:lnTo>
                <a:lnTo>
                  <a:pt x="1110992" y="57231"/>
                </a:lnTo>
                <a:lnTo>
                  <a:pt x="1112466" y="55762"/>
                </a:lnTo>
                <a:lnTo>
                  <a:pt x="1113970" y="54377"/>
                </a:lnTo>
                <a:lnTo>
                  <a:pt x="1115505" y="53077"/>
                </a:lnTo>
                <a:lnTo>
                  <a:pt x="1117072" y="51862"/>
                </a:lnTo>
                <a:lnTo>
                  <a:pt x="1118669" y="50732"/>
                </a:lnTo>
                <a:lnTo>
                  <a:pt x="1120298" y="49686"/>
                </a:lnTo>
                <a:lnTo>
                  <a:pt x="1121957" y="48725"/>
                </a:lnTo>
                <a:lnTo>
                  <a:pt x="1123648" y="47847"/>
                </a:lnTo>
                <a:lnTo>
                  <a:pt x="1125370" y="47053"/>
                </a:lnTo>
                <a:lnTo>
                  <a:pt x="1127122" y="46342"/>
                </a:lnTo>
                <a:lnTo>
                  <a:pt x="1128906" y="45715"/>
                </a:lnTo>
                <a:lnTo>
                  <a:pt x="1130721" y="45171"/>
                </a:lnTo>
                <a:lnTo>
                  <a:pt x="1132567" y="44712"/>
                </a:lnTo>
                <a:lnTo>
                  <a:pt x="1134444" y="44335"/>
                </a:lnTo>
                <a:lnTo>
                  <a:pt x="1136352" y="44043"/>
                </a:lnTo>
                <a:lnTo>
                  <a:pt x="1138291" y="43834"/>
                </a:lnTo>
                <a:lnTo>
                  <a:pt x="1140261" y="43708"/>
                </a:lnTo>
                <a:lnTo>
                  <a:pt x="1142262" y="43666"/>
                </a:lnTo>
                <a:lnTo>
                  <a:pt x="1143738" y="43685"/>
                </a:lnTo>
                <a:lnTo>
                  <a:pt x="1145214" y="43739"/>
                </a:lnTo>
                <a:lnTo>
                  <a:pt x="1146690" y="43831"/>
                </a:lnTo>
                <a:lnTo>
                  <a:pt x="1148166" y="43959"/>
                </a:lnTo>
                <a:lnTo>
                  <a:pt x="1149642" y="44123"/>
                </a:lnTo>
                <a:lnTo>
                  <a:pt x="1151118" y="44324"/>
                </a:lnTo>
                <a:lnTo>
                  <a:pt x="1152594" y="44561"/>
                </a:lnTo>
                <a:lnTo>
                  <a:pt x="1154070" y="44836"/>
                </a:lnTo>
                <a:lnTo>
                  <a:pt x="1155546" y="45146"/>
                </a:lnTo>
                <a:lnTo>
                  <a:pt x="1157022" y="45493"/>
                </a:lnTo>
                <a:lnTo>
                  <a:pt x="1158498" y="45877"/>
                </a:lnTo>
                <a:lnTo>
                  <a:pt x="1159974" y="46297"/>
                </a:lnTo>
                <a:lnTo>
                  <a:pt x="1159974" y="81721"/>
                </a:lnTo>
                <a:lnTo>
                  <a:pt x="1144279" y="81721"/>
                </a:lnTo>
                <a:lnTo>
                  <a:pt x="1144279" y="59447"/>
                </a:lnTo>
                <a:lnTo>
                  <a:pt x="1143604" y="59335"/>
                </a:lnTo>
                <a:lnTo>
                  <a:pt x="1142954" y="59233"/>
                </a:lnTo>
                <a:lnTo>
                  <a:pt x="1142328" y="59141"/>
                </a:lnTo>
                <a:lnTo>
                  <a:pt x="1141727" y="59059"/>
                </a:lnTo>
                <a:lnTo>
                  <a:pt x="1141149" y="58986"/>
                </a:lnTo>
                <a:lnTo>
                  <a:pt x="1140596" y="58923"/>
                </a:lnTo>
                <a:lnTo>
                  <a:pt x="1140068" y="58869"/>
                </a:lnTo>
                <a:lnTo>
                  <a:pt x="1139564" y="58826"/>
                </a:lnTo>
                <a:lnTo>
                  <a:pt x="1139084" y="58792"/>
                </a:lnTo>
                <a:lnTo>
                  <a:pt x="1138628" y="58767"/>
                </a:lnTo>
                <a:lnTo>
                  <a:pt x="1138197" y="58753"/>
                </a:lnTo>
                <a:lnTo>
                  <a:pt x="1137791" y="58748"/>
                </a:lnTo>
                <a:lnTo>
                  <a:pt x="1136273" y="58798"/>
                </a:lnTo>
                <a:lnTo>
                  <a:pt x="1134761" y="58947"/>
                </a:lnTo>
                <a:lnTo>
                  <a:pt x="1133253" y="59196"/>
                </a:lnTo>
                <a:lnTo>
                  <a:pt x="1131750" y="59544"/>
                </a:lnTo>
                <a:lnTo>
                  <a:pt x="1130252" y="59992"/>
                </a:lnTo>
                <a:lnTo>
                  <a:pt x="1128759" y="60540"/>
                </a:lnTo>
                <a:lnTo>
                  <a:pt x="1127271" y="61187"/>
                </a:lnTo>
                <a:lnTo>
                  <a:pt x="1125788" y="61934"/>
                </a:lnTo>
                <a:lnTo>
                  <a:pt x="1124309" y="62780"/>
                </a:lnTo>
                <a:lnTo>
                  <a:pt x="1122836" y="63726"/>
                </a:lnTo>
                <a:lnTo>
                  <a:pt x="1121367" y="64771"/>
                </a:lnTo>
                <a:lnTo>
                  <a:pt x="1119903" y="65916"/>
                </a:lnTo>
                <a:lnTo>
                  <a:pt x="1118445" y="67161"/>
                </a:lnTo>
                <a:lnTo>
                  <a:pt x="1116992" y="68505"/>
                </a:lnTo>
                <a:lnTo>
                  <a:pt x="1115546" y="69948"/>
                </a:lnTo>
                <a:lnTo>
                  <a:pt x="1114106" y="71491"/>
                </a:lnTo>
                <a:lnTo>
                  <a:pt x="1112672" y="73134"/>
                </a:lnTo>
                <a:lnTo>
                  <a:pt x="1111244" y="74876"/>
                </a:lnTo>
                <a:lnTo>
                  <a:pt x="1109823" y="76718"/>
                </a:lnTo>
                <a:lnTo>
                  <a:pt x="1108407" y="78659"/>
                </a:lnTo>
                <a:lnTo>
                  <a:pt x="1106997" y="80700"/>
                </a:lnTo>
                <a:lnTo>
                  <a:pt x="1105594" y="82841"/>
                </a:lnTo>
                <a:lnTo>
                  <a:pt x="1104196" y="85081"/>
                </a:lnTo>
                <a:lnTo>
                  <a:pt x="1102805" y="87420"/>
                </a:lnTo>
                <a:lnTo>
                  <a:pt x="1102805" y="144327"/>
                </a:lnTo>
                <a:lnTo>
                  <a:pt x="1086496" y="144327"/>
                </a:lnTo>
                <a:close/>
                <a:moveTo>
                  <a:pt x="1212961" y="144327"/>
                </a:moveTo>
                <a:lnTo>
                  <a:pt x="1212961" y="59976"/>
                </a:lnTo>
                <a:lnTo>
                  <a:pt x="1185779" y="59976"/>
                </a:lnTo>
                <a:lnTo>
                  <a:pt x="1185779" y="46297"/>
                </a:lnTo>
                <a:lnTo>
                  <a:pt x="1229270" y="46297"/>
                </a:lnTo>
                <a:lnTo>
                  <a:pt x="1229270" y="130648"/>
                </a:lnTo>
                <a:lnTo>
                  <a:pt x="1256540" y="130648"/>
                </a:lnTo>
                <a:lnTo>
                  <a:pt x="1256540" y="144327"/>
                </a:lnTo>
                <a:lnTo>
                  <a:pt x="1212961" y="144327"/>
                </a:lnTo>
                <a:moveTo>
                  <a:pt x="1210243" y="11092"/>
                </a:moveTo>
                <a:lnTo>
                  <a:pt x="1210269" y="10194"/>
                </a:lnTo>
                <a:lnTo>
                  <a:pt x="1210348" y="9336"/>
                </a:lnTo>
                <a:lnTo>
                  <a:pt x="1210478" y="8516"/>
                </a:lnTo>
                <a:lnTo>
                  <a:pt x="1210662" y="7734"/>
                </a:lnTo>
                <a:lnTo>
                  <a:pt x="1210897" y="6992"/>
                </a:lnTo>
                <a:lnTo>
                  <a:pt x="1211185" y="6289"/>
                </a:lnTo>
                <a:lnTo>
                  <a:pt x="1211526" y="5624"/>
                </a:lnTo>
                <a:lnTo>
                  <a:pt x="1211919" y="4998"/>
                </a:lnTo>
                <a:lnTo>
                  <a:pt x="1212364" y="4411"/>
                </a:lnTo>
                <a:lnTo>
                  <a:pt x="1212861" y="3863"/>
                </a:lnTo>
                <a:lnTo>
                  <a:pt x="1213411" y="3353"/>
                </a:lnTo>
                <a:lnTo>
                  <a:pt x="1214013" y="2883"/>
                </a:lnTo>
                <a:lnTo>
                  <a:pt x="1214639" y="2450"/>
                </a:lnTo>
                <a:lnTo>
                  <a:pt x="1215258" y="2055"/>
                </a:lnTo>
                <a:lnTo>
                  <a:pt x="1215871" y="1698"/>
                </a:lnTo>
                <a:lnTo>
                  <a:pt x="1216478" y="1379"/>
                </a:lnTo>
                <a:lnTo>
                  <a:pt x="1217079" y="1097"/>
                </a:lnTo>
                <a:lnTo>
                  <a:pt x="1217674" y="852"/>
                </a:lnTo>
                <a:lnTo>
                  <a:pt x="1218263" y="645"/>
                </a:lnTo>
                <a:lnTo>
                  <a:pt x="1218846" y="476"/>
                </a:lnTo>
                <a:lnTo>
                  <a:pt x="1219422" y="345"/>
                </a:lnTo>
                <a:lnTo>
                  <a:pt x="1219993" y="251"/>
                </a:lnTo>
                <a:lnTo>
                  <a:pt x="1220557" y="194"/>
                </a:lnTo>
                <a:lnTo>
                  <a:pt x="1221116" y="175"/>
                </a:lnTo>
                <a:lnTo>
                  <a:pt x="1221688" y="194"/>
                </a:lnTo>
                <a:lnTo>
                  <a:pt x="1222265" y="251"/>
                </a:lnTo>
                <a:lnTo>
                  <a:pt x="1222847" y="345"/>
                </a:lnTo>
                <a:lnTo>
                  <a:pt x="1223434" y="476"/>
                </a:lnTo>
                <a:lnTo>
                  <a:pt x="1224026" y="645"/>
                </a:lnTo>
                <a:lnTo>
                  <a:pt x="1224623" y="852"/>
                </a:lnTo>
                <a:lnTo>
                  <a:pt x="1225224" y="1097"/>
                </a:lnTo>
                <a:lnTo>
                  <a:pt x="1225831" y="1379"/>
                </a:lnTo>
                <a:lnTo>
                  <a:pt x="1226442" y="1698"/>
                </a:lnTo>
                <a:lnTo>
                  <a:pt x="1227059" y="2055"/>
                </a:lnTo>
                <a:lnTo>
                  <a:pt x="1227680" y="2450"/>
                </a:lnTo>
                <a:lnTo>
                  <a:pt x="1228306" y="2883"/>
                </a:lnTo>
                <a:lnTo>
                  <a:pt x="1228908" y="3353"/>
                </a:lnTo>
                <a:lnTo>
                  <a:pt x="1229458" y="3863"/>
                </a:lnTo>
                <a:lnTo>
                  <a:pt x="1229955" y="4411"/>
                </a:lnTo>
                <a:lnTo>
                  <a:pt x="1230400" y="4998"/>
                </a:lnTo>
                <a:lnTo>
                  <a:pt x="1230793" y="5624"/>
                </a:lnTo>
                <a:lnTo>
                  <a:pt x="1231133" y="6289"/>
                </a:lnTo>
                <a:lnTo>
                  <a:pt x="1231421" y="6992"/>
                </a:lnTo>
                <a:lnTo>
                  <a:pt x="1231657" y="7734"/>
                </a:lnTo>
                <a:lnTo>
                  <a:pt x="1231840" y="8516"/>
                </a:lnTo>
                <a:lnTo>
                  <a:pt x="1231971" y="9336"/>
                </a:lnTo>
                <a:lnTo>
                  <a:pt x="1232050" y="10194"/>
                </a:lnTo>
                <a:lnTo>
                  <a:pt x="1232076" y="11092"/>
                </a:lnTo>
                <a:lnTo>
                  <a:pt x="1232050" y="11976"/>
                </a:lnTo>
                <a:lnTo>
                  <a:pt x="1231971" y="12822"/>
                </a:lnTo>
                <a:lnTo>
                  <a:pt x="1231840" y="13630"/>
                </a:lnTo>
                <a:lnTo>
                  <a:pt x="1231657" y="14401"/>
                </a:lnTo>
                <a:lnTo>
                  <a:pt x="1231421" y="15134"/>
                </a:lnTo>
                <a:lnTo>
                  <a:pt x="1231133" y="15830"/>
                </a:lnTo>
                <a:lnTo>
                  <a:pt x="1230793" y="16488"/>
                </a:lnTo>
                <a:lnTo>
                  <a:pt x="1230400" y="17108"/>
                </a:lnTo>
                <a:lnTo>
                  <a:pt x="1229955" y="17691"/>
                </a:lnTo>
                <a:lnTo>
                  <a:pt x="1229458" y="18236"/>
                </a:lnTo>
                <a:lnTo>
                  <a:pt x="1228908" y="18744"/>
                </a:lnTo>
                <a:lnTo>
                  <a:pt x="1228306" y="19214"/>
                </a:lnTo>
                <a:lnTo>
                  <a:pt x="1227680" y="19646"/>
                </a:lnTo>
                <a:lnTo>
                  <a:pt x="1227059" y="20041"/>
                </a:lnTo>
                <a:lnTo>
                  <a:pt x="1226442" y="20398"/>
                </a:lnTo>
                <a:lnTo>
                  <a:pt x="1225831" y="20718"/>
                </a:lnTo>
                <a:lnTo>
                  <a:pt x="1225224" y="21000"/>
                </a:lnTo>
                <a:lnTo>
                  <a:pt x="1224623" y="21244"/>
                </a:lnTo>
                <a:lnTo>
                  <a:pt x="1224026" y="21451"/>
                </a:lnTo>
                <a:lnTo>
                  <a:pt x="1223434" y="21620"/>
                </a:lnTo>
                <a:lnTo>
                  <a:pt x="1222847" y="21752"/>
                </a:lnTo>
                <a:lnTo>
                  <a:pt x="1222265" y="21846"/>
                </a:lnTo>
                <a:lnTo>
                  <a:pt x="1221688" y="21902"/>
                </a:lnTo>
                <a:lnTo>
                  <a:pt x="1221116" y="21921"/>
                </a:lnTo>
                <a:lnTo>
                  <a:pt x="1220557" y="21902"/>
                </a:lnTo>
                <a:lnTo>
                  <a:pt x="1219993" y="21846"/>
                </a:lnTo>
                <a:lnTo>
                  <a:pt x="1219422" y="21752"/>
                </a:lnTo>
                <a:lnTo>
                  <a:pt x="1218846" y="21620"/>
                </a:lnTo>
                <a:lnTo>
                  <a:pt x="1218263" y="21451"/>
                </a:lnTo>
                <a:lnTo>
                  <a:pt x="1217674" y="21244"/>
                </a:lnTo>
                <a:lnTo>
                  <a:pt x="1217079" y="21000"/>
                </a:lnTo>
                <a:lnTo>
                  <a:pt x="1216478" y="20718"/>
                </a:lnTo>
                <a:lnTo>
                  <a:pt x="1215871" y="20398"/>
                </a:lnTo>
                <a:lnTo>
                  <a:pt x="1215258" y="20041"/>
                </a:lnTo>
                <a:lnTo>
                  <a:pt x="1214639" y="19646"/>
                </a:lnTo>
                <a:lnTo>
                  <a:pt x="1214013" y="19214"/>
                </a:lnTo>
                <a:lnTo>
                  <a:pt x="1213411" y="18744"/>
                </a:lnTo>
                <a:lnTo>
                  <a:pt x="1212861" y="18236"/>
                </a:lnTo>
                <a:lnTo>
                  <a:pt x="1212364" y="17691"/>
                </a:lnTo>
                <a:lnTo>
                  <a:pt x="1211919" y="17108"/>
                </a:lnTo>
                <a:lnTo>
                  <a:pt x="1211526" y="16488"/>
                </a:lnTo>
                <a:lnTo>
                  <a:pt x="1211185" y="15830"/>
                </a:lnTo>
                <a:lnTo>
                  <a:pt x="1210897" y="15134"/>
                </a:lnTo>
                <a:lnTo>
                  <a:pt x="1210662" y="14401"/>
                </a:lnTo>
                <a:lnTo>
                  <a:pt x="1210478" y="13630"/>
                </a:lnTo>
                <a:lnTo>
                  <a:pt x="1210348" y="12822"/>
                </a:lnTo>
                <a:lnTo>
                  <a:pt x="1210269" y="11976"/>
                </a:lnTo>
                <a:lnTo>
                  <a:pt x="1210243" y="11092"/>
                </a:lnTo>
                <a:close/>
                <a:moveTo>
                  <a:pt x="1292867" y="144327"/>
                </a:moveTo>
                <a:lnTo>
                  <a:pt x="1292867" y="46297"/>
                </a:lnTo>
                <a:lnTo>
                  <a:pt x="1309176" y="46297"/>
                </a:lnTo>
                <a:lnTo>
                  <a:pt x="1309176" y="67859"/>
                </a:lnTo>
                <a:lnTo>
                  <a:pt x="1310365" y="66001"/>
                </a:lnTo>
                <a:lnTo>
                  <a:pt x="1311594" y="64213"/>
                </a:lnTo>
                <a:lnTo>
                  <a:pt x="1312864" y="62492"/>
                </a:lnTo>
                <a:lnTo>
                  <a:pt x="1314174" y="60840"/>
                </a:lnTo>
                <a:lnTo>
                  <a:pt x="1315524" y="59257"/>
                </a:lnTo>
                <a:lnTo>
                  <a:pt x="1316914" y="57742"/>
                </a:lnTo>
                <a:lnTo>
                  <a:pt x="1318344" y="56295"/>
                </a:lnTo>
                <a:lnTo>
                  <a:pt x="1319815" y="54917"/>
                </a:lnTo>
                <a:lnTo>
                  <a:pt x="1321325" y="53607"/>
                </a:lnTo>
                <a:lnTo>
                  <a:pt x="1322876" y="52366"/>
                </a:lnTo>
                <a:lnTo>
                  <a:pt x="1324467" y="51193"/>
                </a:lnTo>
                <a:lnTo>
                  <a:pt x="1326099" y="50089"/>
                </a:lnTo>
                <a:lnTo>
                  <a:pt x="1327750" y="49063"/>
                </a:lnTo>
                <a:lnTo>
                  <a:pt x="1329401" y="48127"/>
                </a:lnTo>
                <a:lnTo>
                  <a:pt x="1331053" y="47279"/>
                </a:lnTo>
                <a:lnTo>
                  <a:pt x="1332704" y="46521"/>
                </a:lnTo>
                <a:lnTo>
                  <a:pt x="1334355" y="45852"/>
                </a:lnTo>
                <a:lnTo>
                  <a:pt x="1336007" y="45272"/>
                </a:lnTo>
                <a:lnTo>
                  <a:pt x="1337658" y="44781"/>
                </a:lnTo>
                <a:lnTo>
                  <a:pt x="1339310" y="44380"/>
                </a:lnTo>
                <a:lnTo>
                  <a:pt x="1340961" y="44068"/>
                </a:lnTo>
                <a:lnTo>
                  <a:pt x="1342612" y="43845"/>
                </a:lnTo>
                <a:lnTo>
                  <a:pt x="1344264" y="43711"/>
                </a:lnTo>
                <a:lnTo>
                  <a:pt x="1345915" y="43666"/>
                </a:lnTo>
                <a:lnTo>
                  <a:pt x="1347351" y="43698"/>
                </a:lnTo>
                <a:lnTo>
                  <a:pt x="1348765" y="43794"/>
                </a:lnTo>
                <a:lnTo>
                  <a:pt x="1350157" y="43954"/>
                </a:lnTo>
                <a:lnTo>
                  <a:pt x="1351527" y="44178"/>
                </a:lnTo>
                <a:lnTo>
                  <a:pt x="1352875" y="44466"/>
                </a:lnTo>
                <a:lnTo>
                  <a:pt x="1354201" y="44817"/>
                </a:lnTo>
                <a:lnTo>
                  <a:pt x="1355505" y="45233"/>
                </a:lnTo>
                <a:lnTo>
                  <a:pt x="1356788" y="45712"/>
                </a:lnTo>
                <a:lnTo>
                  <a:pt x="1358048" y="46256"/>
                </a:lnTo>
                <a:lnTo>
                  <a:pt x="1359287" y="46863"/>
                </a:lnTo>
                <a:lnTo>
                  <a:pt x="1360503" y="47535"/>
                </a:lnTo>
                <a:lnTo>
                  <a:pt x="1361698" y="48270"/>
                </a:lnTo>
                <a:lnTo>
                  <a:pt x="1362852" y="49057"/>
                </a:lnTo>
                <a:lnTo>
                  <a:pt x="1363947" y="49883"/>
                </a:lnTo>
                <a:lnTo>
                  <a:pt x="1364983" y="50750"/>
                </a:lnTo>
                <a:lnTo>
                  <a:pt x="1365960" y="51655"/>
                </a:lnTo>
                <a:lnTo>
                  <a:pt x="1366878" y="52601"/>
                </a:lnTo>
                <a:lnTo>
                  <a:pt x="1367737" y="53586"/>
                </a:lnTo>
                <a:lnTo>
                  <a:pt x="1368537" y="54610"/>
                </a:lnTo>
                <a:lnTo>
                  <a:pt x="1369278" y="55674"/>
                </a:lnTo>
                <a:lnTo>
                  <a:pt x="1369960" y="56778"/>
                </a:lnTo>
                <a:lnTo>
                  <a:pt x="1370582" y="57921"/>
                </a:lnTo>
                <a:lnTo>
                  <a:pt x="1371146" y="59104"/>
                </a:lnTo>
                <a:lnTo>
                  <a:pt x="1371650" y="60326"/>
                </a:lnTo>
                <a:lnTo>
                  <a:pt x="1372105" y="61668"/>
                </a:lnTo>
                <a:lnTo>
                  <a:pt x="1372521" y="63210"/>
                </a:lnTo>
                <a:lnTo>
                  <a:pt x="1372897" y="64952"/>
                </a:lnTo>
                <a:lnTo>
                  <a:pt x="1373233" y="66893"/>
                </a:lnTo>
                <a:lnTo>
                  <a:pt x="1373530" y="69034"/>
                </a:lnTo>
                <a:lnTo>
                  <a:pt x="1373787" y="71374"/>
                </a:lnTo>
                <a:lnTo>
                  <a:pt x="1374005" y="73915"/>
                </a:lnTo>
                <a:lnTo>
                  <a:pt x="1374183" y="76655"/>
                </a:lnTo>
                <a:lnTo>
                  <a:pt x="1374322" y="79595"/>
                </a:lnTo>
                <a:lnTo>
                  <a:pt x="1374421" y="82734"/>
                </a:lnTo>
                <a:lnTo>
                  <a:pt x="1374480" y="86074"/>
                </a:lnTo>
                <a:lnTo>
                  <a:pt x="1374500" y="89613"/>
                </a:lnTo>
                <a:lnTo>
                  <a:pt x="1374500" y="144327"/>
                </a:lnTo>
                <a:lnTo>
                  <a:pt x="1358191" y="144327"/>
                </a:lnTo>
                <a:lnTo>
                  <a:pt x="1358191" y="87653"/>
                </a:lnTo>
                <a:lnTo>
                  <a:pt x="1358181" y="85369"/>
                </a:lnTo>
                <a:lnTo>
                  <a:pt x="1358153" y="83219"/>
                </a:lnTo>
                <a:lnTo>
                  <a:pt x="1358106" y="81201"/>
                </a:lnTo>
                <a:lnTo>
                  <a:pt x="1358040" y="79317"/>
                </a:lnTo>
                <a:lnTo>
                  <a:pt x="1357955" y="77566"/>
                </a:lnTo>
                <a:lnTo>
                  <a:pt x="1357851" y="75948"/>
                </a:lnTo>
                <a:lnTo>
                  <a:pt x="1357728" y="74464"/>
                </a:lnTo>
                <a:lnTo>
                  <a:pt x="1357587" y="73113"/>
                </a:lnTo>
                <a:lnTo>
                  <a:pt x="1357426" y="71894"/>
                </a:lnTo>
                <a:lnTo>
                  <a:pt x="1357247" y="70810"/>
                </a:lnTo>
                <a:lnTo>
                  <a:pt x="1357049" y="69858"/>
                </a:lnTo>
                <a:lnTo>
                  <a:pt x="1356832" y="69040"/>
                </a:lnTo>
                <a:lnTo>
                  <a:pt x="1356589" y="68299"/>
                </a:lnTo>
                <a:lnTo>
                  <a:pt x="1356315" y="67581"/>
                </a:lnTo>
                <a:lnTo>
                  <a:pt x="1356010" y="66886"/>
                </a:lnTo>
                <a:lnTo>
                  <a:pt x="1355672" y="66213"/>
                </a:lnTo>
                <a:lnTo>
                  <a:pt x="1355303" y="65562"/>
                </a:lnTo>
                <a:lnTo>
                  <a:pt x="1354903" y="64934"/>
                </a:lnTo>
                <a:lnTo>
                  <a:pt x="1354470" y="64329"/>
                </a:lnTo>
                <a:lnTo>
                  <a:pt x="1354006" y="63746"/>
                </a:lnTo>
                <a:lnTo>
                  <a:pt x="1353511" y="63185"/>
                </a:lnTo>
                <a:lnTo>
                  <a:pt x="1352983" y="62647"/>
                </a:lnTo>
                <a:lnTo>
                  <a:pt x="1352424" y="62132"/>
                </a:lnTo>
                <a:lnTo>
                  <a:pt x="1351834" y="61639"/>
                </a:lnTo>
                <a:lnTo>
                  <a:pt x="1351223" y="61177"/>
                </a:lnTo>
                <a:lnTo>
                  <a:pt x="1350602" y="60755"/>
                </a:lnTo>
                <a:lnTo>
                  <a:pt x="1349973" y="60374"/>
                </a:lnTo>
                <a:lnTo>
                  <a:pt x="1349335" y="60033"/>
                </a:lnTo>
                <a:lnTo>
                  <a:pt x="1348687" y="59732"/>
                </a:lnTo>
                <a:lnTo>
                  <a:pt x="1348030" y="59471"/>
                </a:lnTo>
                <a:lnTo>
                  <a:pt x="1347365" y="59250"/>
                </a:lnTo>
                <a:lnTo>
                  <a:pt x="1346690" y="59069"/>
                </a:lnTo>
                <a:lnTo>
                  <a:pt x="1346005" y="58929"/>
                </a:lnTo>
                <a:lnTo>
                  <a:pt x="1345312" y="58828"/>
                </a:lnTo>
                <a:lnTo>
                  <a:pt x="1344610" y="58768"/>
                </a:lnTo>
                <a:lnTo>
                  <a:pt x="1343898" y="58748"/>
                </a:lnTo>
                <a:lnTo>
                  <a:pt x="1342457" y="58805"/>
                </a:lnTo>
                <a:lnTo>
                  <a:pt x="1340999" y="58974"/>
                </a:lnTo>
                <a:lnTo>
                  <a:pt x="1339522" y="59257"/>
                </a:lnTo>
                <a:lnTo>
                  <a:pt x="1338028" y="59653"/>
                </a:lnTo>
                <a:lnTo>
                  <a:pt x="1336517" y="60162"/>
                </a:lnTo>
                <a:lnTo>
                  <a:pt x="1334987" y="60785"/>
                </a:lnTo>
                <a:lnTo>
                  <a:pt x="1333441" y="61520"/>
                </a:lnTo>
                <a:lnTo>
                  <a:pt x="1331876" y="62369"/>
                </a:lnTo>
                <a:lnTo>
                  <a:pt x="1330294" y="63330"/>
                </a:lnTo>
                <a:lnTo>
                  <a:pt x="1328694" y="64405"/>
                </a:lnTo>
                <a:lnTo>
                  <a:pt x="1327076" y="65593"/>
                </a:lnTo>
                <a:lnTo>
                  <a:pt x="1325441" y="66894"/>
                </a:lnTo>
                <a:lnTo>
                  <a:pt x="1323821" y="68281"/>
                </a:lnTo>
                <a:lnTo>
                  <a:pt x="1322249" y="69724"/>
                </a:lnTo>
                <a:lnTo>
                  <a:pt x="1320725" y="71225"/>
                </a:lnTo>
                <a:lnTo>
                  <a:pt x="1319250" y="72782"/>
                </a:lnTo>
                <a:lnTo>
                  <a:pt x="1317822" y="74397"/>
                </a:lnTo>
                <a:lnTo>
                  <a:pt x="1316442" y="76070"/>
                </a:lnTo>
                <a:lnTo>
                  <a:pt x="1315111" y="77799"/>
                </a:lnTo>
                <a:lnTo>
                  <a:pt x="1313828" y="79585"/>
                </a:lnTo>
                <a:lnTo>
                  <a:pt x="1312593" y="81429"/>
                </a:lnTo>
                <a:lnTo>
                  <a:pt x="1311405" y="83330"/>
                </a:lnTo>
                <a:lnTo>
                  <a:pt x="1310267" y="85288"/>
                </a:lnTo>
                <a:lnTo>
                  <a:pt x="1309176" y="87303"/>
                </a:lnTo>
                <a:lnTo>
                  <a:pt x="1309176" y="144327"/>
                </a:lnTo>
                <a:lnTo>
                  <a:pt x="1292867" y="144327"/>
                </a:lnTo>
                <a:close/>
                <a:moveTo>
                  <a:pt x="1482113" y="140250"/>
                </a:moveTo>
                <a:lnTo>
                  <a:pt x="1480243" y="141032"/>
                </a:lnTo>
                <a:lnTo>
                  <a:pt x="1478460" y="141759"/>
                </a:lnTo>
                <a:lnTo>
                  <a:pt x="1476765" y="142432"/>
                </a:lnTo>
                <a:lnTo>
                  <a:pt x="1475157" y="143050"/>
                </a:lnTo>
                <a:lnTo>
                  <a:pt x="1473637" y="143614"/>
                </a:lnTo>
                <a:lnTo>
                  <a:pt x="1472205" y="144123"/>
                </a:lnTo>
                <a:lnTo>
                  <a:pt x="1470861" y="144577"/>
                </a:lnTo>
                <a:lnTo>
                  <a:pt x="1469604" y="144977"/>
                </a:lnTo>
                <a:lnTo>
                  <a:pt x="1468435" y="145323"/>
                </a:lnTo>
                <a:lnTo>
                  <a:pt x="1467353" y="145614"/>
                </a:lnTo>
                <a:lnTo>
                  <a:pt x="1466360" y="145850"/>
                </a:lnTo>
                <a:lnTo>
                  <a:pt x="1465454" y="146031"/>
                </a:lnTo>
                <a:lnTo>
                  <a:pt x="1464594" y="146179"/>
                </a:lnTo>
                <a:lnTo>
                  <a:pt x="1463739" y="146314"/>
                </a:lnTo>
                <a:lnTo>
                  <a:pt x="1462889" y="146437"/>
                </a:lnTo>
                <a:lnTo>
                  <a:pt x="1462044" y="146546"/>
                </a:lnTo>
                <a:lnTo>
                  <a:pt x="1461203" y="146642"/>
                </a:lnTo>
                <a:lnTo>
                  <a:pt x="1460368" y="146726"/>
                </a:lnTo>
                <a:lnTo>
                  <a:pt x="1459537" y="146797"/>
                </a:lnTo>
                <a:lnTo>
                  <a:pt x="1458712" y="146855"/>
                </a:lnTo>
                <a:lnTo>
                  <a:pt x="1457891" y="146900"/>
                </a:lnTo>
                <a:lnTo>
                  <a:pt x="1457075" y="146932"/>
                </a:lnTo>
                <a:lnTo>
                  <a:pt x="1456264" y="146951"/>
                </a:lnTo>
                <a:lnTo>
                  <a:pt x="1455458" y="146958"/>
                </a:lnTo>
                <a:lnTo>
                  <a:pt x="1453760" y="146930"/>
                </a:lnTo>
                <a:lnTo>
                  <a:pt x="1452087" y="146848"/>
                </a:lnTo>
                <a:lnTo>
                  <a:pt x="1450438" y="146711"/>
                </a:lnTo>
                <a:lnTo>
                  <a:pt x="1448813" y="146519"/>
                </a:lnTo>
                <a:lnTo>
                  <a:pt x="1447213" y="146273"/>
                </a:lnTo>
                <a:lnTo>
                  <a:pt x="1445637" y="145971"/>
                </a:lnTo>
                <a:lnTo>
                  <a:pt x="1444086" y="145615"/>
                </a:lnTo>
                <a:lnTo>
                  <a:pt x="1442558" y="145204"/>
                </a:lnTo>
                <a:lnTo>
                  <a:pt x="1441056" y="144738"/>
                </a:lnTo>
                <a:lnTo>
                  <a:pt x="1439577" y="144217"/>
                </a:lnTo>
                <a:lnTo>
                  <a:pt x="1438123" y="143642"/>
                </a:lnTo>
                <a:lnTo>
                  <a:pt x="1436693" y="143012"/>
                </a:lnTo>
                <a:lnTo>
                  <a:pt x="1435305" y="142328"/>
                </a:lnTo>
                <a:lnTo>
                  <a:pt x="1433974" y="141592"/>
                </a:lnTo>
                <a:lnTo>
                  <a:pt x="1432701" y="140803"/>
                </a:lnTo>
                <a:lnTo>
                  <a:pt x="1431486" y="139962"/>
                </a:lnTo>
                <a:lnTo>
                  <a:pt x="1430329" y="139069"/>
                </a:lnTo>
                <a:lnTo>
                  <a:pt x="1429229" y="138123"/>
                </a:lnTo>
                <a:lnTo>
                  <a:pt x="1428188" y="137125"/>
                </a:lnTo>
                <a:lnTo>
                  <a:pt x="1427204" y="136075"/>
                </a:lnTo>
                <a:lnTo>
                  <a:pt x="1426278" y="134972"/>
                </a:lnTo>
                <a:lnTo>
                  <a:pt x="1425410" y="133817"/>
                </a:lnTo>
                <a:lnTo>
                  <a:pt x="1424600" y="132610"/>
                </a:lnTo>
                <a:lnTo>
                  <a:pt x="1423848" y="131350"/>
                </a:lnTo>
                <a:lnTo>
                  <a:pt x="1423154" y="130005"/>
                </a:lnTo>
                <a:lnTo>
                  <a:pt x="1422522" y="128544"/>
                </a:lnTo>
                <a:lnTo>
                  <a:pt x="1421949" y="126966"/>
                </a:lnTo>
                <a:lnTo>
                  <a:pt x="1421436" y="125271"/>
                </a:lnTo>
                <a:lnTo>
                  <a:pt x="1420984" y="123458"/>
                </a:lnTo>
                <a:lnTo>
                  <a:pt x="1420592" y="121529"/>
                </a:lnTo>
                <a:lnTo>
                  <a:pt x="1420261" y="119483"/>
                </a:lnTo>
                <a:lnTo>
                  <a:pt x="1419990" y="117321"/>
                </a:lnTo>
                <a:lnTo>
                  <a:pt x="1419779" y="115041"/>
                </a:lnTo>
                <a:lnTo>
                  <a:pt x="1419628" y="112644"/>
                </a:lnTo>
                <a:lnTo>
                  <a:pt x="1419538" y="110130"/>
                </a:lnTo>
                <a:lnTo>
                  <a:pt x="1419507" y="107500"/>
                </a:lnTo>
                <a:lnTo>
                  <a:pt x="1419507" y="68042"/>
                </a:lnTo>
                <a:lnTo>
                  <a:pt x="1395044" y="68042"/>
                </a:lnTo>
                <a:lnTo>
                  <a:pt x="1395044" y="54364"/>
                </a:lnTo>
                <a:lnTo>
                  <a:pt x="1419507" y="54364"/>
                </a:lnTo>
                <a:lnTo>
                  <a:pt x="1419507" y="14906"/>
                </a:lnTo>
                <a:lnTo>
                  <a:pt x="1435817" y="14906"/>
                </a:lnTo>
                <a:lnTo>
                  <a:pt x="1435817" y="54364"/>
                </a:lnTo>
                <a:lnTo>
                  <a:pt x="1479395" y="54364"/>
                </a:lnTo>
                <a:lnTo>
                  <a:pt x="1479395" y="68042"/>
                </a:lnTo>
                <a:lnTo>
                  <a:pt x="1435817" y="68042"/>
                </a:lnTo>
                <a:lnTo>
                  <a:pt x="1435817" y="107185"/>
                </a:lnTo>
                <a:lnTo>
                  <a:pt x="1435836" y="109107"/>
                </a:lnTo>
                <a:lnTo>
                  <a:pt x="1435894" y="110932"/>
                </a:lnTo>
                <a:lnTo>
                  <a:pt x="1435992" y="112660"/>
                </a:lnTo>
                <a:lnTo>
                  <a:pt x="1436128" y="114292"/>
                </a:lnTo>
                <a:lnTo>
                  <a:pt x="1436304" y="115827"/>
                </a:lnTo>
                <a:lnTo>
                  <a:pt x="1436518" y="117266"/>
                </a:lnTo>
                <a:lnTo>
                  <a:pt x="1436771" y="118608"/>
                </a:lnTo>
                <a:lnTo>
                  <a:pt x="1437064" y="119853"/>
                </a:lnTo>
                <a:lnTo>
                  <a:pt x="1437395" y="121001"/>
                </a:lnTo>
                <a:lnTo>
                  <a:pt x="1437765" y="122053"/>
                </a:lnTo>
                <a:lnTo>
                  <a:pt x="1438174" y="123008"/>
                </a:lnTo>
                <a:lnTo>
                  <a:pt x="1438622" y="123867"/>
                </a:lnTo>
                <a:lnTo>
                  <a:pt x="1439103" y="124658"/>
                </a:lnTo>
                <a:lnTo>
                  <a:pt x="1439610" y="125414"/>
                </a:lnTo>
                <a:lnTo>
                  <a:pt x="1440143" y="126134"/>
                </a:lnTo>
                <a:lnTo>
                  <a:pt x="1440702" y="126819"/>
                </a:lnTo>
                <a:lnTo>
                  <a:pt x="1441288" y="127467"/>
                </a:lnTo>
                <a:lnTo>
                  <a:pt x="1441900" y="128080"/>
                </a:lnTo>
                <a:lnTo>
                  <a:pt x="1442537" y="128656"/>
                </a:lnTo>
                <a:lnTo>
                  <a:pt x="1443201" y="129197"/>
                </a:lnTo>
                <a:lnTo>
                  <a:pt x="1443892" y="129702"/>
                </a:lnTo>
                <a:lnTo>
                  <a:pt x="1444608" y="130171"/>
                </a:lnTo>
                <a:lnTo>
                  <a:pt x="1445351" y="130604"/>
                </a:lnTo>
                <a:lnTo>
                  <a:pt x="1446119" y="131002"/>
                </a:lnTo>
                <a:lnTo>
                  <a:pt x="1446913" y="131366"/>
                </a:lnTo>
                <a:lnTo>
                  <a:pt x="1447731" y="131698"/>
                </a:lnTo>
                <a:lnTo>
                  <a:pt x="1448572" y="131998"/>
                </a:lnTo>
                <a:lnTo>
                  <a:pt x="1449437" y="132267"/>
                </a:lnTo>
                <a:lnTo>
                  <a:pt x="1450325" y="132504"/>
                </a:lnTo>
                <a:lnTo>
                  <a:pt x="1451238" y="132710"/>
                </a:lnTo>
                <a:lnTo>
                  <a:pt x="1452174" y="132884"/>
                </a:lnTo>
                <a:lnTo>
                  <a:pt x="1453134" y="133026"/>
                </a:lnTo>
                <a:lnTo>
                  <a:pt x="1454118" y="133137"/>
                </a:lnTo>
                <a:lnTo>
                  <a:pt x="1455125" y="133216"/>
                </a:lnTo>
                <a:lnTo>
                  <a:pt x="1456156" y="133263"/>
                </a:lnTo>
                <a:lnTo>
                  <a:pt x="1457211" y="133279"/>
                </a:lnTo>
                <a:lnTo>
                  <a:pt x="1459193" y="133227"/>
                </a:lnTo>
                <a:lnTo>
                  <a:pt x="1461191" y="133072"/>
                </a:lnTo>
                <a:lnTo>
                  <a:pt x="1463207" y="132814"/>
                </a:lnTo>
                <a:lnTo>
                  <a:pt x="1465239" y="132452"/>
                </a:lnTo>
                <a:lnTo>
                  <a:pt x="1467289" y="131987"/>
                </a:lnTo>
                <a:lnTo>
                  <a:pt x="1469355" y="131418"/>
                </a:lnTo>
                <a:lnTo>
                  <a:pt x="1471439" y="130747"/>
                </a:lnTo>
                <a:lnTo>
                  <a:pt x="1473540" y="129971"/>
                </a:lnTo>
                <a:lnTo>
                  <a:pt x="1475658" y="129093"/>
                </a:lnTo>
                <a:lnTo>
                  <a:pt x="1477793" y="128111"/>
                </a:lnTo>
                <a:lnTo>
                  <a:pt x="1479944" y="127025"/>
                </a:lnTo>
                <a:lnTo>
                  <a:pt x="1482113" y="125837"/>
                </a:lnTo>
                <a:lnTo>
                  <a:pt x="1482113" y="140250"/>
                </a:lnTo>
                <a:close/>
                <a:moveTo>
                  <a:pt x="1513179" y="144327"/>
                </a:moveTo>
                <a:lnTo>
                  <a:pt x="1498887" y="144327"/>
                </a:lnTo>
                <a:lnTo>
                  <a:pt x="1498887" y="8242"/>
                </a:lnTo>
                <a:lnTo>
                  <a:pt x="1516687" y="8242"/>
                </a:lnTo>
                <a:lnTo>
                  <a:pt x="1548077" y="97879"/>
                </a:lnTo>
                <a:lnTo>
                  <a:pt x="1579468" y="8242"/>
                </a:lnTo>
                <a:lnTo>
                  <a:pt x="1596829" y="8242"/>
                </a:lnTo>
                <a:lnTo>
                  <a:pt x="1596829" y="144327"/>
                </a:lnTo>
                <a:lnTo>
                  <a:pt x="1580520" y="144327"/>
                </a:lnTo>
                <a:lnTo>
                  <a:pt x="1580520" y="57685"/>
                </a:lnTo>
                <a:lnTo>
                  <a:pt x="1580959" y="45771"/>
                </a:lnTo>
                <a:lnTo>
                  <a:pt x="1580520" y="45771"/>
                </a:lnTo>
                <a:lnTo>
                  <a:pt x="1576662" y="57682"/>
                </a:lnTo>
                <a:lnTo>
                  <a:pt x="1555618" y="117145"/>
                </a:lnTo>
                <a:lnTo>
                  <a:pt x="1537906" y="117145"/>
                </a:lnTo>
                <a:lnTo>
                  <a:pt x="1516599" y="57682"/>
                </a:lnTo>
                <a:lnTo>
                  <a:pt x="1513179" y="45771"/>
                </a:lnTo>
                <a:lnTo>
                  <a:pt x="1512741" y="45771"/>
                </a:lnTo>
                <a:lnTo>
                  <a:pt x="1513179" y="57685"/>
                </a:lnTo>
                <a:lnTo>
                  <a:pt x="1513179" y="144327"/>
                </a:lnTo>
                <a:close/>
                <a:moveTo>
                  <a:pt x="1696376" y="137663"/>
                </a:moveTo>
                <a:lnTo>
                  <a:pt x="1693132" y="139148"/>
                </a:lnTo>
                <a:lnTo>
                  <a:pt x="1689917" y="140503"/>
                </a:lnTo>
                <a:lnTo>
                  <a:pt x="1686731" y="141729"/>
                </a:lnTo>
                <a:lnTo>
                  <a:pt x="1683574" y="142827"/>
                </a:lnTo>
                <a:lnTo>
                  <a:pt x="1680447" y="143795"/>
                </a:lnTo>
                <a:lnTo>
                  <a:pt x="1677349" y="144634"/>
                </a:lnTo>
                <a:lnTo>
                  <a:pt x="1674280" y="145344"/>
                </a:lnTo>
                <a:lnTo>
                  <a:pt x="1671240" y="145925"/>
                </a:lnTo>
                <a:lnTo>
                  <a:pt x="1668230" y="146377"/>
                </a:lnTo>
                <a:lnTo>
                  <a:pt x="1665248" y="146699"/>
                </a:lnTo>
                <a:lnTo>
                  <a:pt x="1662296" y="146893"/>
                </a:lnTo>
                <a:lnTo>
                  <a:pt x="1659374" y="146958"/>
                </a:lnTo>
                <a:lnTo>
                  <a:pt x="1657186" y="146912"/>
                </a:lnTo>
                <a:lnTo>
                  <a:pt x="1655038" y="146775"/>
                </a:lnTo>
                <a:lnTo>
                  <a:pt x="1652929" y="146547"/>
                </a:lnTo>
                <a:lnTo>
                  <a:pt x="1650858" y="146228"/>
                </a:lnTo>
                <a:lnTo>
                  <a:pt x="1648827" y="145818"/>
                </a:lnTo>
                <a:lnTo>
                  <a:pt x="1646835" y="145316"/>
                </a:lnTo>
                <a:lnTo>
                  <a:pt x="1644881" y="144724"/>
                </a:lnTo>
                <a:lnTo>
                  <a:pt x="1642967" y="144040"/>
                </a:lnTo>
                <a:lnTo>
                  <a:pt x="1641092" y="143265"/>
                </a:lnTo>
                <a:lnTo>
                  <a:pt x="1639255" y="142398"/>
                </a:lnTo>
                <a:lnTo>
                  <a:pt x="1637458" y="141441"/>
                </a:lnTo>
                <a:lnTo>
                  <a:pt x="1635699" y="140392"/>
                </a:lnTo>
                <a:lnTo>
                  <a:pt x="1633989" y="139259"/>
                </a:lnTo>
                <a:lnTo>
                  <a:pt x="1632337" y="138047"/>
                </a:lnTo>
                <a:lnTo>
                  <a:pt x="1630742" y="136757"/>
                </a:lnTo>
                <a:lnTo>
                  <a:pt x="1629206" y="135388"/>
                </a:lnTo>
                <a:lnTo>
                  <a:pt x="1627727" y="133941"/>
                </a:lnTo>
                <a:lnTo>
                  <a:pt x="1626306" y="132416"/>
                </a:lnTo>
                <a:lnTo>
                  <a:pt x="1624943" y="130812"/>
                </a:lnTo>
                <a:lnTo>
                  <a:pt x="1623638" y="129130"/>
                </a:lnTo>
                <a:lnTo>
                  <a:pt x="1622390" y="127369"/>
                </a:lnTo>
                <a:lnTo>
                  <a:pt x="1621201" y="125530"/>
                </a:lnTo>
                <a:lnTo>
                  <a:pt x="1620069" y="123613"/>
                </a:lnTo>
                <a:lnTo>
                  <a:pt x="1618995" y="121617"/>
                </a:lnTo>
                <a:lnTo>
                  <a:pt x="1617994" y="119570"/>
                </a:lnTo>
                <a:lnTo>
                  <a:pt x="1617080" y="117499"/>
                </a:lnTo>
                <a:lnTo>
                  <a:pt x="1616252" y="115404"/>
                </a:lnTo>
                <a:lnTo>
                  <a:pt x="1615512" y="113286"/>
                </a:lnTo>
                <a:lnTo>
                  <a:pt x="1614859" y="111144"/>
                </a:lnTo>
                <a:lnTo>
                  <a:pt x="1614293" y="108978"/>
                </a:lnTo>
                <a:lnTo>
                  <a:pt x="1613814" y="106789"/>
                </a:lnTo>
                <a:lnTo>
                  <a:pt x="1613423" y="104576"/>
                </a:lnTo>
                <a:lnTo>
                  <a:pt x="1613118" y="102339"/>
                </a:lnTo>
                <a:lnTo>
                  <a:pt x="1612900" y="100079"/>
                </a:lnTo>
                <a:lnTo>
                  <a:pt x="1612769" y="97795"/>
                </a:lnTo>
                <a:lnTo>
                  <a:pt x="1612726" y="95487"/>
                </a:lnTo>
                <a:lnTo>
                  <a:pt x="1612767" y="93262"/>
                </a:lnTo>
                <a:lnTo>
                  <a:pt x="1612892" y="91052"/>
                </a:lnTo>
                <a:lnTo>
                  <a:pt x="1613099" y="88856"/>
                </a:lnTo>
                <a:lnTo>
                  <a:pt x="1613388" y="86675"/>
                </a:lnTo>
                <a:lnTo>
                  <a:pt x="1613761" y="84509"/>
                </a:lnTo>
                <a:lnTo>
                  <a:pt x="1614217" y="82357"/>
                </a:lnTo>
                <a:lnTo>
                  <a:pt x="1614755" y="80219"/>
                </a:lnTo>
                <a:lnTo>
                  <a:pt x="1615376" y="78097"/>
                </a:lnTo>
                <a:lnTo>
                  <a:pt x="1616080" y="75989"/>
                </a:lnTo>
                <a:lnTo>
                  <a:pt x="1616867" y="73895"/>
                </a:lnTo>
                <a:lnTo>
                  <a:pt x="1617736" y="71816"/>
                </a:lnTo>
                <a:lnTo>
                  <a:pt x="1618688" y="69752"/>
                </a:lnTo>
                <a:lnTo>
                  <a:pt x="1619715" y="67733"/>
                </a:lnTo>
                <a:lnTo>
                  <a:pt x="1620807" y="65790"/>
                </a:lnTo>
                <a:lnTo>
                  <a:pt x="1621966" y="63922"/>
                </a:lnTo>
                <a:lnTo>
                  <a:pt x="1623189" y="62131"/>
                </a:lnTo>
                <a:lnTo>
                  <a:pt x="1624479" y="60416"/>
                </a:lnTo>
                <a:lnTo>
                  <a:pt x="1625835" y="58777"/>
                </a:lnTo>
                <a:lnTo>
                  <a:pt x="1627256" y="57214"/>
                </a:lnTo>
                <a:lnTo>
                  <a:pt x="1628743" y="55727"/>
                </a:lnTo>
                <a:lnTo>
                  <a:pt x="1630295" y="54315"/>
                </a:lnTo>
                <a:lnTo>
                  <a:pt x="1631914" y="52980"/>
                </a:lnTo>
                <a:lnTo>
                  <a:pt x="1633598" y="51722"/>
                </a:lnTo>
                <a:lnTo>
                  <a:pt x="1635348" y="50539"/>
                </a:lnTo>
                <a:lnTo>
                  <a:pt x="1637148" y="49441"/>
                </a:lnTo>
                <a:lnTo>
                  <a:pt x="1638982" y="48439"/>
                </a:lnTo>
                <a:lnTo>
                  <a:pt x="1640850" y="47532"/>
                </a:lnTo>
                <a:lnTo>
                  <a:pt x="1642753" y="46721"/>
                </a:lnTo>
                <a:lnTo>
                  <a:pt x="1644689" y="46005"/>
                </a:lnTo>
                <a:lnTo>
                  <a:pt x="1646659" y="45384"/>
                </a:lnTo>
                <a:lnTo>
                  <a:pt x="1648664" y="44859"/>
                </a:lnTo>
                <a:lnTo>
                  <a:pt x="1650703" y="44430"/>
                </a:lnTo>
                <a:lnTo>
                  <a:pt x="1652775" y="44096"/>
                </a:lnTo>
                <a:lnTo>
                  <a:pt x="1654882" y="43857"/>
                </a:lnTo>
                <a:lnTo>
                  <a:pt x="1657023" y="43714"/>
                </a:lnTo>
                <a:lnTo>
                  <a:pt x="1659198" y="43666"/>
                </a:lnTo>
                <a:lnTo>
                  <a:pt x="1662059" y="43753"/>
                </a:lnTo>
                <a:lnTo>
                  <a:pt x="1664823" y="44011"/>
                </a:lnTo>
                <a:lnTo>
                  <a:pt x="1667492" y="44442"/>
                </a:lnTo>
                <a:lnTo>
                  <a:pt x="1670066" y="45046"/>
                </a:lnTo>
                <a:lnTo>
                  <a:pt x="1672544" y="45821"/>
                </a:lnTo>
                <a:lnTo>
                  <a:pt x="1674926" y="46770"/>
                </a:lnTo>
                <a:lnTo>
                  <a:pt x="1677213" y="47890"/>
                </a:lnTo>
                <a:lnTo>
                  <a:pt x="1679404" y="49183"/>
                </a:lnTo>
                <a:lnTo>
                  <a:pt x="1681500" y="50649"/>
                </a:lnTo>
                <a:lnTo>
                  <a:pt x="1683500" y="52286"/>
                </a:lnTo>
                <a:lnTo>
                  <a:pt x="1685404" y="54097"/>
                </a:lnTo>
                <a:lnTo>
                  <a:pt x="1687213" y="56079"/>
                </a:lnTo>
                <a:lnTo>
                  <a:pt x="1688901" y="58241"/>
                </a:lnTo>
                <a:lnTo>
                  <a:pt x="1690442" y="60590"/>
                </a:lnTo>
                <a:lnTo>
                  <a:pt x="1691836" y="63125"/>
                </a:lnTo>
                <a:lnTo>
                  <a:pt x="1693083" y="65848"/>
                </a:lnTo>
                <a:lnTo>
                  <a:pt x="1694184" y="68757"/>
                </a:lnTo>
                <a:lnTo>
                  <a:pt x="1695137" y="71854"/>
                </a:lnTo>
                <a:lnTo>
                  <a:pt x="1695945" y="75137"/>
                </a:lnTo>
                <a:lnTo>
                  <a:pt x="1696605" y="78608"/>
                </a:lnTo>
                <a:lnTo>
                  <a:pt x="1697119" y="82265"/>
                </a:lnTo>
                <a:lnTo>
                  <a:pt x="1697485" y="86109"/>
                </a:lnTo>
                <a:lnTo>
                  <a:pt x="1697706" y="90140"/>
                </a:lnTo>
                <a:lnTo>
                  <a:pt x="1697779" y="94358"/>
                </a:lnTo>
                <a:lnTo>
                  <a:pt x="1697779" y="97855"/>
                </a:lnTo>
                <a:lnTo>
                  <a:pt x="1630263" y="97855"/>
                </a:lnTo>
                <a:lnTo>
                  <a:pt x="1630292" y="99538"/>
                </a:lnTo>
                <a:lnTo>
                  <a:pt x="1630381" y="101197"/>
                </a:lnTo>
                <a:lnTo>
                  <a:pt x="1630528" y="102831"/>
                </a:lnTo>
                <a:lnTo>
                  <a:pt x="1630735" y="104441"/>
                </a:lnTo>
                <a:lnTo>
                  <a:pt x="1631001" y="106026"/>
                </a:lnTo>
                <a:lnTo>
                  <a:pt x="1631326" y="107588"/>
                </a:lnTo>
                <a:lnTo>
                  <a:pt x="1631710" y="109125"/>
                </a:lnTo>
                <a:lnTo>
                  <a:pt x="1632153" y="110637"/>
                </a:lnTo>
                <a:lnTo>
                  <a:pt x="1632655" y="112125"/>
                </a:lnTo>
                <a:lnTo>
                  <a:pt x="1633216" y="113589"/>
                </a:lnTo>
                <a:lnTo>
                  <a:pt x="1633836" y="115029"/>
                </a:lnTo>
                <a:lnTo>
                  <a:pt x="1634515" y="116444"/>
                </a:lnTo>
                <a:lnTo>
                  <a:pt x="1635243" y="117817"/>
                </a:lnTo>
                <a:lnTo>
                  <a:pt x="1636007" y="119133"/>
                </a:lnTo>
                <a:lnTo>
                  <a:pt x="1636809" y="120389"/>
                </a:lnTo>
                <a:lnTo>
                  <a:pt x="1637648" y="121588"/>
                </a:lnTo>
                <a:lnTo>
                  <a:pt x="1638523" y="122728"/>
                </a:lnTo>
                <a:lnTo>
                  <a:pt x="1639437" y="123809"/>
                </a:lnTo>
                <a:lnTo>
                  <a:pt x="1640387" y="124832"/>
                </a:lnTo>
                <a:lnTo>
                  <a:pt x="1641374" y="125797"/>
                </a:lnTo>
                <a:lnTo>
                  <a:pt x="1642399" y="126703"/>
                </a:lnTo>
                <a:lnTo>
                  <a:pt x="1643460" y="127550"/>
                </a:lnTo>
                <a:lnTo>
                  <a:pt x="1644559" y="128339"/>
                </a:lnTo>
                <a:lnTo>
                  <a:pt x="1645695" y="129070"/>
                </a:lnTo>
                <a:lnTo>
                  <a:pt x="1646863" y="129742"/>
                </a:lnTo>
                <a:lnTo>
                  <a:pt x="1648057" y="130356"/>
                </a:lnTo>
                <a:lnTo>
                  <a:pt x="1649279" y="130911"/>
                </a:lnTo>
                <a:lnTo>
                  <a:pt x="1650527" y="131408"/>
                </a:lnTo>
                <a:lnTo>
                  <a:pt x="1651802" y="131847"/>
                </a:lnTo>
                <a:lnTo>
                  <a:pt x="1653104" y="132227"/>
                </a:lnTo>
                <a:lnTo>
                  <a:pt x="1654433" y="132548"/>
                </a:lnTo>
                <a:lnTo>
                  <a:pt x="1655788" y="132811"/>
                </a:lnTo>
                <a:lnTo>
                  <a:pt x="1657170" y="133016"/>
                </a:lnTo>
                <a:lnTo>
                  <a:pt x="1658580" y="133162"/>
                </a:lnTo>
                <a:lnTo>
                  <a:pt x="1660015" y="133250"/>
                </a:lnTo>
                <a:lnTo>
                  <a:pt x="1661478" y="133279"/>
                </a:lnTo>
                <a:lnTo>
                  <a:pt x="1664132" y="133206"/>
                </a:lnTo>
                <a:lnTo>
                  <a:pt x="1666832" y="132987"/>
                </a:lnTo>
                <a:lnTo>
                  <a:pt x="1669578" y="132621"/>
                </a:lnTo>
                <a:lnTo>
                  <a:pt x="1672370" y="132110"/>
                </a:lnTo>
                <a:lnTo>
                  <a:pt x="1675209" y="131452"/>
                </a:lnTo>
                <a:lnTo>
                  <a:pt x="1678094" y="130648"/>
                </a:lnTo>
                <a:lnTo>
                  <a:pt x="1681025" y="129699"/>
                </a:lnTo>
                <a:lnTo>
                  <a:pt x="1684003" y="128602"/>
                </a:lnTo>
                <a:lnTo>
                  <a:pt x="1687027" y="127360"/>
                </a:lnTo>
                <a:lnTo>
                  <a:pt x="1690097" y="125972"/>
                </a:lnTo>
                <a:lnTo>
                  <a:pt x="1693213" y="124438"/>
                </a:lnTo>
                <a:lnTo>
                  <a:pt x="1696376" y="122757"/>
                </a:lnTo>
                <a:lnTo>
                  <a:pt x="1696376" y="137663"/>
                </a:lnTo>
                <a:moveTo>
                  <a:pt x="1631227" y="85579"/>
                </a:moveTo>
                <a:lnTo>
                  <a:pt x="1680067" y="85579"/>
                </a:lnTo>
                <a:lnTo>
                  <a:pt x="1680067" y="83242"/>
                </a:lnTo>
                <a:lnTo>
                  <a:pt x="1680026" y="81298"/>
                </a:lnTo>
                <a:lnTo>
                  <a:pt x="1679904" y="79421"/>
                </a:lnTo>
                <a:lnTo>
                  <a:pt x="1679700" y="77611"/>
                </a:lnTo>
                <a:lnTo>
                  <a:pt x="1679414" y="75869"/>
                </a:lnTo>
                <a:lnTo>
                  <a:pt x="1679047" y="74195"/>
                </a:lnTo>
                <a:lnTo>
                  <a:pt x="1678598" y="72588"/>
                </a:lnTo>
                <a:lnTo>
                  <a:pt x="1678068" y="71048"/>
                </a:lnTo>
                <a:lnTo>
                  <a:pt x="1677456" y="69575"/>
                </a:lnTo>
                <a:lnTo>
                  <a:pt x="1676762" y="68170"/>
                </a:lnTo>
                <a:lnTo>
                  <a:pt x="1675987" y="66833"/>
                </a:lnTo>
                <a:lnTo>
                  <a:pt x="1675130" y="65563"/>
                </a:lnTo>
                <a:lnTo>
                  <a:pt x="1674192" y="64360"/>
                </a:lnTo>
                <a:lnTo>
                  <a:pt x="1673186" y="63239"/>
                </a:lnTo>
                <a:lnTo>
                  <a:pt x="1672124" y="62216"/>
                </a:lnTo>
                <a:lnTo>
                  <a:pt x="1671008" y="61291"/>
                </a:lnTo>
                <a:lnTo>
                  <a:pt x="1669837" y="60463"/>
                </a:lnTo>
                <a:lnTo>
                  <a:pt x="1668611" y="59732"/>
                </a:lnTo>
                <a:lnTo>
                  <a:pt x="1667331" y="59099"/>
                </a:lnTo>
                <a:lnTo>
                  <a:pt x="1665995" y="58563"/>
                </a:lnTo>
                <a:lnTo>
                  <a:pt x="1664605" y="58124"/>
                </a:lnTo>
                <a:lnTo>
                  <a:pt x="1663160" y="57783"/>
                </a:lnTo>
                <a:lnTo>
                  <a:pt x="1661661" y="57540"/>
                </a:lnTo>
                <a:lnTo>
                  <a:pt x="1660106" y="57394"/>
                </a:lnTo>
                <a:lnTo>
                  <a:pt x="1658497" y="57345"/>
                </a:lnTo>
                <a:lnTo>
                  <a:pt x="1656864" y="57395"/>
                </a:lnTo>
                <a:lnTo>
                  <a:pt x="1655268" y="57544"/>
                </a:lnTo>
                <a:lnTo>
                  <a:pt x="1653710" y="57792"/>
                </a:lnTo>
                <a:lnTo>
                  <a:pt x="1652188" y="58139"/>
                </a:lnTo>
                <a:lnTo>
                  <a:pt x="1650704" y="58586"/>
                </a:lnTo>
                <a:lnTo>
                  <a:pt x="1649257" y="59132"/>
                </a:lnTo>
                <a:lnTo>
                  <a:pt x="1647847" y="59777"/>
                </a:lnTo>
                <a:lnTo>
                  <a:pt x="1646474" y="60521"/>
                </a:lnTo>
                <a:lnTo>
                  <a:pt x="1645139" y="61365"/>
                </a:lnTo>
                <a:lnTo>
                  <a:pt x="1643840" y="62308"/>
                </a:lnTo>
                <a:lnTo>
                  <a:pt x="1642579" y="63350"/>
                </a:lnTo>
                <a:lnTo>
                  <a:pt x="1641355" y="64491"/>
                </a:lnTo>
                <a:lnTo>
                  <a:pt x="1640179" y="65729"/>
                </a:lnTo>
                <a:lnTo>
                  <a:pt x="1639064" y="67061"/>
                </a:lnTo>
                <a:lnTo>
                  <a:pt x="1638009" y="68488"/>
                </a:lnTo>
                <a:lnTo>
                  <a:pt x="1637014" y="70009"/>
                </a:lnTo>
                <a:lnTo>
                  <a:pt x="1636080" y="71625"/>
                </a:lnTo>
                <a:lnTo>
                  <a:pt x="1635206" y="73335"/>
                </a:lnTo>
                <a:lnTo>
                  <a:pt x="1634392" y="75139"/>
                </a:lnTo>
                <a:lnTo>
                  <a:pt x="1633638" y="77038"/>
                </a:lnTo>
                <a:lnTo>
                  <a:pt x="1632945" y="79032"/>
                </a:lnTo>
                <a:lnTo>
                  <a:pt x="1632312" y="81120"/>
                </a:lnTo>
                <a:lnTo>
                  <a:pt x="1631740" y="83302"/>
                </a:lnTo>
                <a:lnTo>
                  <a:pt x="1631227" y="85579"/>
                </a:lnTo>
                <a:close/>
                <a:moveTo>
                  <a:pt x="1714903" y="144327"/>
                </a:moveTo>
                <a:lnTo>
                  <a:pt x="1714903" y="46297"/>
                </a:lnTo>
                <a:lnTo>
                  <a:pt x="1729196" y="46297"/>
                </a:lnTo>
                <a:lnTo>
                  <a:pt x="1729196" y="68832"/>
                </a:lnTo>
                <a:lnTo>
                  <a:pt x="1730314" y="66511"/>
                </a:lnTo>
                <a:lnTo>
                  <a:pt x="1731421" y="64313"/>
                </a:lnTo>
                <a:lnTo>
                  <a:pt x="1732514" y="62239"/>
                </a:lnTo>
                <a:lnTo>
                  <a:pt x="1733594" y="60287"/>
                </a:lnTo>
                <a:lnTo>
                  <a:pt x="1734662" y="58459"/>
                </a:lnTo>
                <a:lnTo>
                  <a:pt x="1735717" y="56753"/>
                </a:lnTo>
                <a:lnTo>
                  <a:pt x="1736759" y="55171"/>
                </a:lnTo>
                <a:lnTo>
                  <a:pt x="1737789" y="53711"/>
                </a:lnTo>
                <a:lnTo>
                  <a:pt x="1738805" y="52374"/>
                </a:lnTo>
                <a:lnTo>
                  <a:pt x="1739809" y="51161"/>
                </a:lnTo>
                <a:lnTo>
                  <a:pt x="1740800" y="50070"/>
                </a:lnTo>
                <a:lnTo>
                  <a:pt x="1741778" y="49103"/>
                </a:lnTo>
                <a:lnTo>
                  <a:pt x="1742751" y="48234"/>
                </a:lnTo>
                <a:lnTo>
                  <a:pt x="1743725" y="47442"/>
                </a:lnTo>
                <a:lnTo>
                  <a:pt x="1744702" y="46724"/>
                </a:lnTo>
                <a:lnTo>
                  <a:pt x="1745680" y="46083"/>
                </a:lnTo>
                <a:lnTo>
                  <a:pt x="1746660" y="45516"/>
                </a:lnTo>
                <a:lnTo>
                  <a:pt x="1747642" y="45025"/>
                </a:lnTo>
                <a:lnTo>
                  <a:pt x="1748626" y="44610"/>
                </a:lnTo>
                <a:lnTo>
                  <a:pt x="1749611" y="44270"/>
                </a:lnTo>
                <a:lnTo>
                  <a:pt x="1750599" y="44006"/>
                </a:lnTo>
                <a:lnTo>
                  <a:pt x="1751588" y="43817"/>
                </a:lnTo>
                <a:lnTo>
                  <a:pt x="1752579" y="43704"/>
                </a:lnTo>
                <a:lnTo>
                  <a:pt x="1753572" y="43666"/>
                </a:lnTo>
                <a:lnTo>
                  <a:pt x="1754736" y="43705"/>
                </a:lnTo>
                <a:lnTo>
                  <a:pt x="1755862" y="43821"/>
                </a:lnTo>
                <a:lnTo>
                  <a:pt x="1756950" y="44014"/>
                </a:lnTo>
                <a:lnTo>
                  <a:pt x="1758000" y="44285"/>
                </a:lnTo>
                <a:lnTo>
                  <a:pt x="1759011" y="44633"/>
                </a:lnTo>
                <a:lnTo>
                  <a:pt x="1759983" y="45058"/>
                </a:lnTo>
                <a:lnTo>
                  <a:pt x="1760918" y="45561"/>
                </a:lnTo>
                <a:lnTo>
                  <a:pt x="1761814" y="46141"/>
                </a:lnTo>
                <a:lnTo>
                  <a:pt x="1762671" y="46798"/>
                </a:lnTo>
                <a:lnTo>
                  <a:pt x="1763491" y="47533"/>
                </a:lnTo>
                <a:lnTo>
                  <a:pt x="1764272" y="48345"/>
                </a:lnTo>
                <a:lnTo>
                  <a:pt x="1765014" y="49234"/>
                </a:lnTo>
                <a:lnTo>
                  <a:pt x="1765708" y="50195"/>
                </a:lnTo>
                <a:lnTo>
                  <a:pt x="1766340" y="51221"/>
                </a:lnTo>
                <a:lnTo>
                  <a:pt x="1766913" y="52311"/>
                </a:lnTo>
                <a:lnTo>
                  <a:pt x="1767426" y="53467"/>
                </a:lnTo>
                <a:lnTo>
                  <a:pt x="1767878" y="54689"/>
                </a:lnTo>
                <a:lnTo>
                  <a:pt x="1768270" y="55975"/>
                </a:lnTo>
                <a:lnTo>
                  <a:pt x="1768601" y="57326"/>
                </a:lnTo>
                <a:lnTo>
                  <a:pt x="1768872" y="58743"/>
                </a:lnTo>
                <a:lnTo>
                  <a:pt x="1769083" y="60225"/>
                </a:lnTo>
                <a:lnTo>
                  <a:pt x="1769234" y="61772"/>
                </a:lnTo>
                <a:lnTo>
                  <a:pt x="1769324" y="63384"/>
                </a:lnTo>
                <a:lnTo>
                  <a:pt x="1769355" y="65061"/>
                </a:lnTo>
                <a:lnTo>
                  <a:pt x="1769355" y="70322"/>
                </a:lnTo>
                <a:lnTo>
                  <a:pt x="1769845" y="68855"/>
                </a:lnTo>
                <a:lnTo>
                  <a:pt x="1770352" y="67435"/>
                </a:lnTo>
                <a:lnTo>
                  <a:pt x="1770875" y="66061"/>
                </a:lnTo>
                <a:lnTo>
                  <a:pt x="1771415" y="64735"/>
                </a:lnTo>
                <a:lnTo>
                  <a:pt x="1771971" y="63455"/>
                </a:lnTo>
                <a:lnTo>
                  <a:pt x="1772544" y="62222"/>
                </a:lnTo>
                <a:lnTo>
                  <a:pt x="1773133" y="61037"/>
                </a:lnTo>
                <a:lnTo>
                  <a:pt x="1773739" y="59898"/>
                </a:lnTo>
                <a:lnTo>
                  <a:pt x="1774361" y="58805"/>
                </a:lnTo>
                <a:lnTo>
                  <a:pt x="1774999" y="57760"/>
                </a:lnTo>
                <a:lnTo>
                  <a:pt x="1775654" y="56762"/>
                </a:lnTo>
                <a:lnTo>
                  <a:pt x="1776325" y="55811"/>
                </a:lnTo>
                <a:lnTo>
                  <a:pt x="1777007" y="54898"/>
                </a:lnTo>
                <a:lnTo>
                  <a:pt x="1777693" y="54018"/>
                </a:lnTo>
                <a:lnTo>
                  <a:pt x="1778383" y="53169"/>
                </a:lnTo>
                <a:lnTo>
                  <a:pt x="1779078" y="52352"/>
                </a:lnTo>
                <a:lnTo>
                  <a:pt x="1779776" y="51566"/>
                </a:lnTo>
                <a:lnTo>
                  <a:pt x="1780479" y="50813"/>
                </a:lnTo>
                <a:lnTo>
                  <a:pt x="1781187" y="50090"/>
                </a:lnTo>
                <a:lnTo>
                  <a:pt x="1781898" y="49400"/>
                </a:lnTo>
                <a:lnTo>
                  <a:pt x="1782614" y="48741"/>
                </a:lnTo>
                <a:lnTo>
                  <a:pt x="1783334" y="48114"/>
                </a:lnTo>
                <a:lnTo>
                  <a:pt x="1784058" y="47518"/>
                </a:lnTo>
                <a:lnTo>
                  <a:pt x="1784787" y="46955"/>
                </a:lnTo>
                <a:lnTo>
                  <a:pt x="1785527" y="46429"/>
                </a:lnTo>
                <a:lnTo>
                  <a:pt x="1786285" y="45950"/>
                </a:lnTo>
                <a:lnTo>
                  <a:pt x="1787061" y="45516"/>
                </a:lnTo>
                <a:lnTo>
                  <a:pt x="1787856" y="45128"/>
                </a:lnTo>
                <a:lnTo>
                  <a:pt x="1788669" y="44785"/>
                </a:lnTo>
                <a:lnTo>
                  <a:pt x="1789500" y="44488"/>
                </a:lnTo>
                <a:lnTo>
                  <a:pt x="1790349" y="44237"/>
                </a:lnTo>
                <a:lnTo>
                  <a:pt x="1791217" y="44032"/>
                </a:lnTo>
                <a:lnTo>
                  <a:pt x="1792103" y="43872"/>
                </a:lnTo>
                <a:lnTo>
                  <a:pt x="1793007" y="43758"/>
                </a:lnTo>
                <a:lnTo>
                  <a:pt x="1793930" y="43689"/>
                </a:lnTo>
                <a:lnTo>
                  <a:pt x="1794871" y="43666"/>
                </a:lnTo>
                <a:lnTo>
                  <a:pt x="1795910" y="43704"/>
                </a:lnTo>
                <a:lnTo>
                  <a:pt x="1796924" y="43815"/>
                </a:lnTo>
                <a:lnTo>
                  <a:pt x="1797912" y="44001"/>
                </a:lnTo>
                <a:lnTo>
                  <a:pt x="1798875" y="44261"/>
                </a:lnTo>
                <a:lnTo>
                  <a:pt x="1799812" y="44595"/>
                </a:lnTo>
                <a:lnTo>
                  <a:pt x="1800723" y="45004"/>
                </a:lnTo>
                <a:lnTo>
                  <a:pt x="1801609" y="45486"/>
                </a:lnTo>
                <a:lnTo>
                  <a:pt x="1802470" y="46044"/>
                </a:lnTo>
                <a:lnTo>
                  <a:pt x="1803305" y="46675"/>
                </a:lnTo>
                <a:lnTo>
                  <a:pt x="1804114" y="47381"/>
                </a:lnTo>
                <a:lnTo>
                  <a:pt x="1804897" y="48161"/>
                </a:lnTo>
                <a:lnTo>
                  <a:pt x="1805656" y="49015"/>
                </a:lnTo>
                <a:lnTo>
                  <a:pt x="1806370" y="49980"/>
                </a:lnTo>
                <a:lnTo>
                  <a:pt x="1807022" y="51093"/>
                </a:lnTo>
                <a:lnTo>
                  <a:pt x="1807612" y="52353"/>
                </a:lnTo>
                <a:lnTo>
                  <a:pt x="1808140" y="53760"/>
                </a:lnTo>
                <a:lnTo>
                  <a:pt x="1808606" y="55314"/>
                </a:lnTo>
                <a:lnTo>
                  <a:pt x="1809009" y="57016"/>
                </a:lnTo>
                <a:lnTo>
                  <a:pt x="1809351" y="58865"/>
                </a:lnTo>
                <a:lnTo>
                  <a:pt x="1809631" y="60862"/>
                </a:lnTo>
                <a:lnTo>
                  <a:pt x="1809848" y="63006"/>
                </a:lnTo>
                <a:lnTo>
                  <a:pt x="1810003" y="65297"/>
                </a:lnTo>
                <a:lnTo>
                  <a:pt x="1810096" y="67736"/>
                </a:lnTo>
                <a:lnTo>
                  <a:pt x="1810127" y="70322"/>
                </a:lnTo>
                <a:lnTo>
                  <a:pt x="1810127" y="144327"/>
                </a:lnTo>
                <a:lnTo>
                  <a:pt x="1795835" y="144327"/>
                </a:lnTo>
                <a:lnTo>
                  <a:pt x="1795835" y="77425"/>
                </a:lnTo>
                <a:lnTo>
                  <a:pt x="1795831" y="76087"/>
                </a:lnTo>
                <a:lnTo>
                  <a:pt x="1795820" y="74822"/>
                </a:lnTo>
                <a:lnTo>
                  <a:pt x="1795802" y="73629"/>
                </a:lnTo>
                <a:lnTo>
                  <a:pt x="1795777" y="72509"/>
                </a:lnTo>
                <a:lnTo>
                  <a:pt x="1795744" y="71462"/>
                </a:lnTo>
                <a:lnTo>
                  <a:pt x="1795704" y="70487"/>
                </a:lnTo>
                <a:lnTo>
                  <a:pt x="1795656" y="69584"/>
                </a:lnTo>
                <a:lnTo>
                  <a:pt x="1795601" y="68754"/>
                </a:lnTo>
                <a:lnTo>
                  <a:pt x="1795539" y="67996"/>
                </a:lnTo>
                <a:lnTo>
                  <a:pt x="1795470" y="67310"/>
                </a:lnTo>
                <a:lnTo>
                  <a:pt x="1795393" y="66698"/>
                </a:lnTo>
                <a:lnTo>
                  <a:pt x="1795309" y="66157"/>
                </a:lnTo>
                <a:lnTo>
                  <a:pt x="1795214" y="65663"/>
                </a:lnTo>
                <a:lnTo>
                  <a:pt x="1795104" y="65189"/>
                </a:lnTo>
                <a:lnTo>
                  <a:pt x="1794980" y="64735"/>
                </a:lnTo>
                <a:lnTo>
                  <a:pt x="1794841" y="64301"/>
                </a:lnTo>
                <a:lnTo>
                  <a:pt x="1794688" y="63887"/>
                </a:lnTo>
                <a:lnTo>
                  <a:pt x="1794520" y="63494"/>
                </a:lnTo>
                <a:lnTo>
                  <a:pt x="1794337" y="63120"/>
                </a:lnTo>
                <a:lnTo>
                  <a:pt x="1794140" y="62767"/>
                </a:lnTo>
                <a:lnTo>
                  <a:pt x="1793928" y="62433"/>
                </a:lnTo>
                <a:lnTo>
                  <a:pt x="1793701" y="62120"/>
                </a:lnTo>
                <a:lnTo>
                  <a:pt x="1793460" y="61827"/>
                </a:lnTo>
                <a:lnTo>
                  <a:pt x="1793205" y="61554"/>
                </a:lnTo>
                <a:lnTo>
                  <a:pt x="1792940" y="61302"/>
                </a:lnTo>
                <a:lnTo>
                  <a:pt x="1792671" y="61072"/>
                </a:lnTo>
                <a:lnTo>
                  <a:pt x="1792399" y="60863"/>
                </a:lnTo>
                <a:lnTo>
                  <a:pt x="1792123" y="60677"/>
                </a:lnTo>
                <a:lnTo>
                  <a:pt x="1791844" y="60513"/>
                </a:lnTo>
                <a:lnTo>
                  <a:pt x="1791560" y="60370"/>
                </a:lnTo>
                <a:lnTo>
                  <a:pt x="1791274" y="60250"/>
                </a:lnTo>
                <a:lnTo>
                  <a:pt x="1790983" y="60151"/>
                </a:lnTo>
                <a:lnTo>
                  <a:pt x="1790689" y="60074"/>
                </a:lnTo>
                <a:lnTo>
                  <a:pt x="1790391" y="60019"/>
                </a:lnTo>
                <a:lnTo>
                  <a:pt x="1790090" y="59986"/>
                </a:lnTo>
                <a:lnTo>
                  <a:pt x="1789785" y="59976"/>
                </a:lnTo>
                <a:lnTo>
                  <a:pt x="1789020" y="60024"/>
                </a:lnTo>
                <a:lnTo>
                  <a:pt x="1788247" y="60169"/>
                </a:lnTo>
                <a:lnTo>
                  <a:pt x="1787464" y="60411"/>
                </a:lnTo>
                <a:lnTo>
                  <a:pt x="1786672" y="60750"/>
                </a:lnTo>
                <a:lnTo>
                  <a:pt x="1785871" y="61186"/>
                </a:lnTo>
                <a:lnTo>
                  <a:pt x="1785061" y="61718"/>
                </a:lnTo>
                <a:lnTo>
                  <a:pt x="1784242" y="62348"/>
                </a:lnTo>
                <a:lnTo>
                  <a:pt x="1783413" y="63074"/>
                </a:lnTo>
                <a:lnTo>
                  <a:pt x="1782576" y="63897"/>
                </a:lnTo>
                <a:lnTo>
                  <a:pt x="1781729" y="64816"/>
                </a:lnTo>
                <a:lnTo>
                  <a:pt x="1780873" y="65833"/>
                </a:lnTo>
                <a:lnTo>
                  <a:pt x="1780008" y="66946"/>
                </a:lnTo>
                <a:lnTo>
                  <a:pt x="1779137" y="68172"/>
                </a:lnTo>
                <a:lnTo>
                  <a:pt x="1778263" y="69525"/>
                </a:lnTo>
                <a:lnTo>
                  <a:pt x="1777386" y="71004"/>
                </a:lnTo>
                <a:lnTo>
                  <a:pt x="1776506" y="72612"/>
                </a:lnTo>
                <a:lnTo>
                  <a:pt x="1775622" y="74346"/>
                </a:lnTo>
                <a:lnTo>
                  <a:pt x="1774736" y="76208"/>
                </a:lnTo>
                <a:lnTo>
                  <a:pt x="1773847" y="78197"/>
                </a:lnTo>
                <a:lnTo>
                  <a:pt x="1772954" y="80313"/>
                </a:lnTo>
                <a:lnTo>
                  <a:pt x="1772059" y="82557"/>
                </a:lnTo>
                <a:lnTo>
                  <a:pt x="1771161" y="84928"/>
                </a:lnTo>
                <a:lnTo>
                  <a:pt x="1770259" y="87426"/>
                </a:lnTo>
                <a:lnTo>
                  <a:pt x="1769355" y="90051"/>
                </a:lnTo>
                <a:lnTo>
                  <a:pt x="1769355" y="144327"/>
                </a:lnTo>
                <a:lnTo>
                  <a:pt x="1755676" y="144327"/>
                </a:lnTo>
                <a:lnTo>
                  <a:pt x="1755676" y="77512"/>
                </a:lnTo>
                <a:lnTo>
                  <a:pt x="1755658" y="75424"/>
                </a:lnTo>
                <a:lnTo>
                  <a:pt x="1755605" y="73484"/>
                </a:lnTo>
                <a:lnTo>
                  <a:pt x="1755517" y="71692"/>
                </a:lnTo>
                <a:lnTo>
                  <a:pt x="1755393" y="70049"/>
                </a:lnTo>
                <a:lnTo>
                  <a:pt x="1755235" y="68555"/>
                </a:lnTo>
                <a:lnTo>
                  <a:pt x="1755040" y="67209"/>
                </a:lnTo>
                <a:lnTo>
                  <a:pt x="1754811" y="66012"/>
                </a:lnTo>
                <a:lnTo>
                  <a:pt x="1754546" y="64964"/>
                </a:lnTo>
                <a:lnTo>
                  <a:pt x="1754246" y="64064"/>
                </a:lnTo>
                <a:lnTo>
                  <a:pt x="1753910" y="63312"/>
                </a:lnTo>
                <a:lnTo>
                  <a:pt x="1753539" y="62710"/>
                </a:lnTo>
                <a:lnTo>
                  <a:pt x="1753133" y="62255"/>
                </a:lnTo>
                <a:lnTo>
                  <a:pt x="1752713" y="61891"/>
                </a:lnTo>
                <a:lnTo>
                  <a:pt x="1752300" y="61559"/>
                </a:lnTo>
                <a:lnTo>
                  <a:pt x="1751895" y="61258"/>
                </a:lnTo>
                <a:lnTo>
                  <a:pt x="1751496" y="60989"/>
                </a:lnTo>
                <a:lnTo>
                  <a:pt x="1751105" y="60751"/>
                </a:lnTo>
                <a:lnTo>
                  <a:pt x="1750722" y="60545"/>
                </a:lnTo>
                <a:lnTo>
                  <a:pt x="1750346" y="60371"/>
                </a:lnTo>
                <a:lnTo>
                  <a:pt x="1749977" y="60229"/>
                </a:lnTo>
                <a:lnTo>
                  <a:pt x="1749615" y="60118"/>
                </a:lnTo>
                <a:lnTo>
                  <a:pt x="1749260" y="60039"/>
                </a:lnTo>
                <a:lnTo>
                  <a:pt x="1748913" y="59991"/>
                </a:lnTo>
                <a:lnTo>
                  <a:pt x="1748574" y="59976"/>
                </a:lnTo>
                <a:lnTo>
                  <a:pt x="1747824" y="60030"/>
                </a:lnTo>
                <a:lnTo>
                  <a:pt x="1747065" y="60192"/>
                </a:lnTo>
                <a:lnTo>
                  <a:pt x="1746297" y="60463"/>
                </a:lnTo>
                <a:lnTo>
                  <a:pt x="1745519" y="60843"/>
                </a:lnTo>
                <a:lnTo>
                  <a:pt x="1744733" y="61330"/>
                </a:lnTo>
                <a:lnTo>
                  <a:pt x="1743937" y="61926"/>
                </a:lnTo>
                <a:lnTo>
                  <a:pt x="1743133" y="62631"/>
                </a:lnTo>
                <a:lnTo>
                  <a:pt x="1742319" y="63444"/>
                </a:lnTo>
                <a:lnTo>
                  <a:pt x="1741496" y="64365"/>
                </a:lnTo>
                <a:lnTo>
                  <a:pt x="1740664" y="65395"/>
                </a:lnTo>
                <a:lnTo>
                  <a:pt x="1739823" y="66533"/>
                </a:lnTo>
                <a:lnTo>
                  <a:pt x="1738972" y="67779"/>
                </a:lnTo>
                <a:lnTo>
                  <a:pt x="1738121" y="69110"/>
                </a:lnTo>
                <a:lnTo>
                  <a:pt x="1737276" y="70502"/>
                </a:lnTo>
                <a:lnTo>
                  <a:pt x="1736438" y="71955"/>
                </a:lnTo>
                <a:lnTo>
                  <a:pt x="1735606" y="73469"/>
                </a:lnTo>
                <a:lnTo>
                  <a:pt x="1734781" y="75044"/>
                </a:lnTo>
                <a:lnTo>
                  <a:pt x="1733963" y="76679"/>
                </a:lnTo>
                <a:lnTo>
                  <a:pt x="1733152" y="78376"/>
                </a:lnTo>
                <a:lnTo>
                  <a:pt x="1732347" y="80133"/>
                </a:lnTo>
                <a:lnTo>
                  <a:pt x="1731549" y="81951"/>
                </a:lnTo>
                <a:lnTo>
                  <a:pt x="1730758" y="83830"/>
                </a:lnTo>
                <a:lnTo>
                  <a:pt x="1729973" y="85770"/>
                </a:lnTo>
                <a:lnTo>
                  <a:pt x="1729196" y="87771"/>
                </a:lnTo>
                <a:lnTo>
                  <a:pt x="1729196" y="144327"/>
                </a:lnTo>
                <a:lnTo>
                  <a:pt x="1714903" y="144327"/>
                </a:lnTo>
                <a:close/>
                <a:moveTo>
                  <a:pt x="1837949" y="144327"/>
                </a:moveTo>
                <a:lnTo>
                  <a:pt x="1837949" y="46297"/>
                </a:lnTo>
                <a:lnTo>
                  <a:pt x="1854258" y="46297"/>
                </a:lnTo>
                <a:lnTo>
                  <a:pt x="1854258" y="67831"/>
                </a:lnTo>
                <a:lnTo>
                  <a:pt x="1855545" y="65853"/>
                </a:lnTo>
                <a:lnTo>
                  <a:pt x="1856863" y="63959"/>
                </a:lnTo>
                <a:lnTo>
                  <a:pt x="1858212" y="62149"/>
                </a:lnTo>
                <a:lnTo>
                  <a:pt x="1859592" y="60425"/>
                </a:lnTo>
                <a:lnTo>
                  <a:pt x="1861003" y="58786"/>
                </a:lnTo>
                <a:lnTo>
                  <a:pt x="1862446" y="57231"/>
                </a:lnTo>
                <a:lnTo>
                  <a:pt x="1863919" y="55762"/>
                </a:lnTo>
                <a:lnTo>
                  <a:pt x="1865423" y="54377"/>
                </a:lnTo>
                <a:lnTo>
                  <a:pt x="1866959" y="53077"/>
                </a:lnTo>
                <a:lnTo>
                  <a:pt x="1868525" y="51862"/>
                </a:lnTo>
                <a:lnTo>
                  <a:pt x="1870122" y="50732"/>
                </a:lnTo>
                <a:lnTo>
                  <a:pt x="1871751" y="49686"/>
                </a:lnTo>
                <a:lnTo>
                  <a:pt x="1873411" y="48725"/>
                </a:lnTo>
                <a:lnTo>
                  <a:pt x="1875101" y="47847"/>
                </a:lnTo>
                <a:lnTo>
                  <a:pt x="1876823" y="47053"/>
                </a:lnTo>
                <a:lnTo>
                  <a:pt x="1878576" y="46342"/>
                </a:lnTo>
                <a:lnTo>
                  <a:pt x="1880360" y="45715"/>
                </a:lnTo>
                <a:lnTo>
                  <a:pt x="1882174" y="45171"/>
                </a:lnTo>
                <a:lnTo>
                  <a:pt x="1884020" y="44712"/>
                </a:lnTo>
                <a:lnTo>
                  <a:pt x="1885897" y="44335"/>
                </a:lnTo>
                <a:lnTo>
                  <a:pt x="1887805" y="44043"/>
                </a:lnTo>
                <a:lnTo>
                  <a:pt x="1889744" y="43834"/>
                </a:lnTo>
                <a:lnTo>
                  <a:pt x="1891715" y="43708"/>
                </a:lnTo>
                <a:lnTo>
                  <a:pt x="1893716" y="43666"/>
                </a:lnTo>
                <a:lnTo>
                  <a:pt x="1895192" y="43685"/>
                </a:lnTo>
                <a:lnTo>
                  <a:pt x="1896668" y="43739"/>
                </a:lnTo>
                <a:lnTo>
                  <a:pt x="1898144" y="43831"/>
                </a:lnTo>
                <a:lnTo>
                  <a:pt x="1899620" y="43959"/>
                </a:lnTo>
                <a:lnTo>
                  <a:pt x="1901096" y="44123"/>
                </a:lnTo>
                <a:lnTo>
                  <a:pt x="1902572" y="44324"/>
                </a:lnTo>
                <a:lnTo>
                  <a:pt x="1904048" y="44561"/>
                </a:lnTo>
                <a:lnTo>
                  <a:pt x="1905524" y="44836"/>
                </a:lnTo>
                <a:lnTo>
                  <a:pt x="1907000" y="45146"/>
                </a:lnTo>
                <a:lnTo>
                  <a:pt x="1908476" y="45493"/>
                </a:lnTo>
                <a:lnTo>
                  <a:pt x="1909952" y="45877"/>
                </a:lnTo>
                <a:lnTo>
                  <a:pt x="1911428" y="46297"/>
                </a:lnTo>
                <a:lnTo>
                  <a:pt x="1911428" y="81721"/>
                </a:lnTo>
                <a:lnTo>
                  <a:pt x="1895732" y="81721"/>
                </a:lnTo>
                <a:lnTo>
                  <a:pt x="1895732" y="59447"/>
                </a:lnTo>
                <a:lnTo>
                  <a:pt x="1895058" y="59335"/>
                </a:lnTo>
                <a:lnTo>
                  <a:pt x="1894407" y="59233"/>
                </a:lnTo>
                <a:lnTo>
                  <a:pt x="1893781" y="59141"/>
                </a:lnTo>
                <a:lnTo>
                  <a:pt x="1893180" y="59059"/>
                </a:lnTo>
                <a:lnTo>
                  <a:pt x="1892603" y="58986"/>
                </a:lnTo>
                <a:lnTo>
                  <a:pt x="1892050" y="58923"/>
                </a:lnTo>
                <a:lnTo>
                  <a:pt x="1891521" y="58869"/>
                </a:lnTo>
                <a:lnTo>
                  <a:pt x="1891017" y="58826"/>
                </a:lnTo>
                <a:lnTo>
                  <a:pt x="1890537" y="58792"/>
                </a:lnTo>
                <a:lnTo>
                  <a:pt x="1890082" y="58767"/>
                </a:lnTo>
                <a:lnTo>
                  <a:pt x="1889651" y="58753"/>
                </a:lnTo>
                <a:lnTo>
                  <a:pt x="1889244" y="58748"/>
                </a:lnTo>
                <a:lnTo>
                  <a:pt x="1887726" y="58798"/>
                </a:lnTo>
                <a:lnTo>
                  <a:pt x="1886214" y="58947"/>
                </a:lnTo>
                <a:lnTo>
                  <a:pt x="1884706" y="59196"/>
                </a:lnTo>
                <a:lnTo>
                  <a:pt x="1883203" y="59544"/>
                </a:lnTo>
                <a:lnTo>
                  <a:pt x="1881706" y="59992"/>
                </a:lnTo>
                <a:lnTo>
                  <a:pt x="1880212" y="60540"/>
                </a:lnTo>
                <a:lnTo>
                  <a:pt x="1878724" y="61187"/>
                </a:lnTo>
                <a:lnTo>
                  <a:pt x="1877241" y="61934"/>
                </a:lnTo>
                <a:lnTo>
                  <a:pt x="1875763" y="62780"/>
                </a:lnTo>
                <a:lnTo>
                  <a:pt x="1874289" y="63726"/>
                </a:lnTo>
                <a:lnTo>
                  <a:pt x="1872820" y="64771"/>
                </a:lnTo>
                <a:lnTo>
                  <a:pt x="1871356" y="65916"/>
                </a:lnTo>
                <a:lnTo>
                  <a:pt x="1869898" y="67161"/>
                </a:lnTo>
                <a:lnTo>
                  <a:pt x="1868446" y="68505"/>
                </a:lnTo>
                <a:lnTo>
                  <a:pt x="1867000" y="69948"/>
                </a:lnTo>
                <a:lnTo>
                  <a:pt x="1865560" y="71491"/>
                </a:lnTo>
                <a:lnTo>
                  <a:pt x="1864126" y="73134"/>
                </a:lnTo>
                <a:lnTo>
                  <a:pt x="1862698" y="74876"/>
                </a:lnTo>
                <a:lnTo>
                  <a:pt x="1861276" y="76718"/>
                </a:lnTo>
                <a:lnTo>
                  <a:pt x="1859860" y="78659"/>
                </a:lnTo>
                <a:lnTo>
                  <a:pt x="1858450" y="80700"/>
                </a:lnTo>
                <a:lnTo>
                  <a:pt x="1857047" y="82841"/>
                </a:lnTo>
                <a:lnTo>
                  <a:pt x="1855649" y="85081"/>
                </a:lnTo>
                <a:lnTo>
                  <a:pt x="1854258" y="87420"/>
                </a:lnTo>
                <a:lnTo>
                  <a:pt x="1854258" y="144327"/>
                </a:lnTo>
                <a:lnTo>
                  <a:pt x="1837949" y="144327"/>
                </a:lnTo>
                <a:close/>
                <a:moveTo>
                  <a:pt x="2018427" y="137663"/>
                </a:moveTo>
                <a:lnTo>
                  <a:pt x="2015183" y="139148"/>
                </a:lnTo>
                <a:lnTo>
                  <a:pt x="2011968" y="140503"/>
                </a:lnTo>
                <a:lnTo>
                  <a:pt x="2008782" y="141729"/>
                </a:lnTo>
                <a:lnTo>
                  <a:pt x="2005626" y="142827"/>
                </a:lnTo>
                <a:lnTo>
                  <a:pt x="2002498" y="143795"/>
                </a:lnTo>
                <a:lnTo>
                  <a:pt x="1999400" y="144634"/>
                </a:lnTo>
                <a:lnTo>
                  <a:pt x="1996331" y="145344"/>
                </a:lnTo>
                <a:lnTo>
                  <a:pt x="1993291" y="145925"/>
                </a:lnTo>
                <a:lnTo>
                  <a:pt x="1990281" y="146377"/>
                </a:lnTo>
                <a:lnTo>
                  <a:pt x="1987300" y="146699"/>
                </a:lnTo>
                <a:lnTo>
                  <a:pt x="1984348" y="146893"/>
                </a:lnTo>
                <a:lnTo>
                  <a:pt x="1981425" y="146958"/>
                </a:lnTo>
                <a:lnTo>
                  <a:pt x="1979238" y="146912"/>
                </a:lnTo>
                <a:lnTo>
                  <a:pt x="1977089" y="146775"/>
                </a:lnTo>
                <a:lnTo>
                  <a:pt x="1974980" y="146547"/>
                </a:lnTo>
                <a:lnTo>
                  <a:pt x="1972910" y="146228"/>
                </a:lnTo>
                <a:lnTo>
                  <a:pt x="1970879" y="145818"/>
                </a:lnTo>
                <a:lnTo>
                  <a:pt x="1968886" y="145316"/>
                </a:lnTo>
                <a:lnTo>
                  <a:pt x="1966933" y="144724"/>
                </a:lnTo>
                <a:lnTo>
                  <a:pt x="1965018" y="144040"/>
                </a:lnTo>
                <a:lnTo>
                  <a:pt x="1963143" y="143265"/>
                </a:lnTo>
                <a:lnTo>
                  <a:pt x="1961306" y="142398"/>
                </a:lnTo>
                <a:lnTo>
                  <a:pt x="1959509" y="141441"/>
                </a:lnTo>
                <a:lnTo>
                  <a:pt x="1957750" y="140392"/>
                </a:lnTo>
                <a:lnTo>
                  <a:pt x="1956040" y="139259"/>
                </a:lnTo>
                <a:lnTo>
                  <a:pt x="1954388" y="138047"/>
                </a:lnTo>
                <a:lnTo>
                  <a:pt x="1952793" y="136757"/>
                </a:lnTo>
                <a:lnTo>
                  <a:pt x="1951257" y="135388"/>
                </a:lnTo>
                <a:lnTo>
                  <a:pt x="1949778" y="133941"/>
                </a:lnTo>
                <a:lnTo>
                  <a:pt x="1948357" y="132416"/>
                </a:lnTo>
                <a:lnTo>
                  <a:pt x="1946994" y="130812"/>
                </a:lnTo>
                <a:lnTo>
                  <a:pt x="1945689" y="129130"/>
                </a:lnTo>
                <a:lnTo>
                  <a:pt x="1944442" y="127369"/>
                </a:lnTo>
                <a:lnTo>
                  <a:pt x="1943252" y="125530"/>
                </a:lnTo>
                <a:lnTo>
                  <a:pt x="1942120" y="123613"/>
                </a:lnTo>
                <a:lnTo>
                  <a:pt x="1941047" y="121617"/>
                </a:lnTo>
                <a:lnTo>
                  <a:pt x="1940045" y="119570"/>
                </a:lnTo>
                <a:lnTo>
                  <a:pt x="1939131" y="117499"/>
                </a:lnTo>
                <a:lnTo>
                  <a:pt x="1938304" y="115404"/>
                </a:lnTo>
                <a:lnTo>
                  <a:pt x="1937564" y="113286"/>
                </a:lnTo>
                <a:lnTo>
                  <a:pt x="1936911" y="111144"/>
                </a:lnTo>
                <a:lnTo>
                  <a:pt x="1936345" y="108978"/>
                </a:lnTo>
                <a:lnTo>
                  <a:pt x="1935866" y="106789"/>
                </a:lnTo>
                <a:lnTo>
                  <a:pt x="1935474" y="104576"/>
                </a:lnTo>
                <a:lnTo>
                  <a:pt x="1935169" y="102339"/>
                </a:lnTo>
                <a:lnTo>
                  <a:pt x="1934951" y="100079"/>
                </a:lnTo>
                <a:lnTo>
                  <a:pt x="1934821" y="97795"/>
                </a:lnTo>
                <a:lnTo>
                  <a:pt x="1934777" y="95487"/>
                </a:lnTo>
                <a:lnTo>
                  <a:pt x="1934819" y="93262"/>
                </a:lnTo>
                <a:lnTo>
                  <a:pt x="1934943" y="91052"/>
                </a:lnTo>
                <a:lnTo>
                  <a:pt x="1935150" y="88856"/>
                </a:lnTo>
                <a:lnTo>
                  <a:pt x="1935440" y="86675"/>
                </a:lnTo>
                <a:lnTo>
                  <a:pt x="1935812" y="84509"/>
                </a:lnTo>
                <a:lnTo>
                  <a:pt x="1936268" y="82357"/>
                </a:lnTo>
                <a:lnTo>
                  <a:pt x="1936806" y="80219"/>
                </a:lnTo>
                <a:lnTo>
                  <a:pt x="1937427" y="78097"/>
                </a:lnTo>
                <a:lnTo>
                  <a:pt x="1938131" y="75989"/>
                </a:lnTo>
                <a:lnTo>
                  <a:pt x="1938918" y="73895"/>
                </a:lnTo>
                <a:lnTo>
                  <a:pt x="1939787" y="71816"/>
                </a:lnTo>
                <a:lnTo>
                  <a:pt x="1940740" y="69752"/>
                </a:lnTo>
                <a:lnTo>
                  <a:pt x="1941766" y="67733"/>
                </a:lnTo>
                <a:lnTo>
                  <a:pt x="1942859" y="65790"/>
                </a:lnTo>
                <a:lnTo>
                  <a:pt x="1944017" y="63922"/>
                </a:lnTo>
                <a:lnTo>
                  <a:pt x="1945241" y="62131"/>
                </a:lnTo>
                <a:lnTo>
                  <a:pt x="1946530" y="60416"/>
                </a:lnTo>
                <a:lnTo>
                  <a:pt x="1947886" y="58777"/>
                </a:lnTo>
                <a:lnTo>
                  <a:pt x="1949307" y="57214"/>
                </a:lnTo>
                <a:lnTo>
                  <a:pt x="1950794" y="55727"/>
                </a:lnTo>
                <a:lnTo>
                  <a:pt x="1952347" y="54315"/>
                </a:lnTo>
                <a:lnTo>
                  <a:pt x="1953965" y="52980"/>
                </a:lnTo>
                <a:lnTo>
                  <a:pt x="1955650" y="51722"/>
                </a:lnTo>
                <a:lnTo>
                  <a:pt x="1957400" y="50539"/>
                </a:lnTo>
                <a:lnTo>
                  <a:pt x="1959200" y="49441"/>
                </a:lnTo>
                <a:lnTo>
                  <a:pt x="1961034" y="48439"/>
                </a:lnTo>
                <a:lnTo>
                  <a:pt x="1962902" y="47532"/>
                </a:lnTo>
                <a:lnTo>
                  <a:pt x="1964804" y="46721"/>
                </a:lnTo>
                <a:lnTo>
                  <a:pt x="1966740" y="46005"/>
                </a:lnTo>
                <a:lnTo>
                  <a:pt x="1968711" y="45384"/>
                </a:lnTo>
                <a:lnTo>
                  <a:pt x="1970715" y="44859"/>
                </a:lnTo>
                <a:lnTo>
                  <a:pt x="1972754" y="44430"/>
                </a:lnTo>
                <a:lnTo>
                  <a:pt x="1974827" y="44096"/>
                </a:lnTo>
                <a:lnTo>
                  <a:pt x="1976934" y="43857"/>
                </a:lnTo>
                <a:lnTo>
                  <a:pt x="1979074" y="43714"/>
                </a:lnTo>
                <a:lnTo>
                  <a:pt x="1981250" y="43666"/>
                </a:lnTo>
                <a:lnTo>
                  <a:pt x="1984110" y="43753"/>
                </a:lnTo>
                <a:lnTo>
                  <a:pt x="1986875" y="44011"/>
                </a:lnTo>
                <a:lnTo>
                  <a:pt x="1989544" y="44442"/>
                </a:lnTo>
                <a:lnTo>
                  <a:pt x="1992117" y="45046"/>
                </a:lnTo>
                <a:lnTo>
                  <a:pt x="1994595" y="45821"/>
                </a:lnTo>
                <a:lnTo>
                  <a:pt x="1996978" y="46770"/>
                </a:lnTo>
                <a:lnTo>
                  <a:pt x="1999265" y="47890"/>
                </a:lnTo>
                <a:lnTo>
                  <a:pt x="2001456" y="49183"/>
                </a:lnTo>
                <a:lnTo>
                  <a:pt x="2003551" y="50649"/>
                </a:lnTo>
                <a:lnTo>
                  <a:pt x="2005551" y="52286"/>
                </a:lnTo>
                <a:lnTo>
                  <a:pt x="2007456" y="54097"/>
                </a:lnTo>
                <a:lnTo>
                  <a:pt x="2009264" y="56079"/>
                </a:lnTo>
                <a:lnTo>
                  <a:pt x="2010952" y="58241"/>
                </a:lnTo>
                <a:lnTo>
                  <a:pt x="2012493" y="60590"/>
                </a:lnTo>
                <a:lnTo>
                  <a:pt x="2013887" y="63125"/>
                </a:lnTo>
                <a:lnTo>
                  <a:pt x="2015134" y="65848"/>
                </a:lnTo>
                <a:lnTo>
                  <a:pt x="2016235" y="68757"/>
                </a:lnTo>
                <a:lnTo>
                  <a:pt x="2017189" y="71854"/>
                </a:lnTo>
                <a:lnTo>
                  <a:pt x="2017996" y="75137"/>
                </a:lnTo>
                <a:lnTo>
                  <a:pt x="2018656" y="78608"/>
                </a:lnTo>
                <a:lnTo>
                  <a:pt x="2019170" y="82265"/>
                </a:lnTo>
                <a:lnTo>
                  <a:pt x="2019537" y="86109"/>
                </a:lnTo>
                <a:lnTo>
                  <a:pt x="2019757" y="90140"/>
                </a:lnTo>
                <a:lnTo>
                  <a:pt x="2019830" y="94358"/>
                </a:lnTo>
                <a:lnTo>
                  <a:pt x="2019830" y="97855"/>
                </a:lnTo>
                <a:lnTo>
                  <a:pt x="1952314" y="97855"/>
                </a:lnTo>
                <a:lnTo>
                  <a:pt x="1952343" y="99538"/>
                </a:lnTo>
                <a:lnTo>
                  <a:pt x="1952432" y="101197"/>
                </a:lnTo>
                <a:lnTo>
                  <a:pt x="1952580" y="102831"/>
                </a:lnTo>
                <a:lnTo>
                  <a:pt x="1952786" y="104441"/>
                </a:lnTo>
                <a:lnTo>
                  <a:pt x="1953052" y="106026"/>
                </a:lnTo>
                <a:lnTo>
                  <a:pt x="1953377" y="107588"/>
                </a:lnTo>
                <a:lnTo>
                  <a:pt x="1953761" y="109125"/>
                </a:lnTo>
                <a:lnTo>
                  <a:pt x="1954204" y="110637"/>
                </a:lnTo>
                <a:lnTo>
                  <a:pt x="1954706" y="112125"/>
                </a:lnTo>
                <a:lnTo>
                  <a:pt x="1955267" y="113589"/>
                </a:lnTo>
                <a:lnTo>
                  <a:pt x="1955887" y="115029"/>
                </a:lnTo>
                <a:lnTo>
                  <a:pt x="1956567" y="116444"/>
                </a:lnTo>
                <a:lnTo>
                  <a:pt x="1957294" y="117817"/>
                </a:lnTo>
                <a:lnTo>
                  <a:pt x="1958058" y="119133"/>
                </a:lnTo>
                <a:lnTo>
                  <a:pt x="1958860" y="120389"/>
                </a:lnTo>
                <a:lnTo>
                  <a:pt x="1959699" y="121588"/>
                </a:lnTo>
                <a:lnTo>
                  <a:pt x="1960575" y="122728"/>
                </a:lnTo>
                <a:lnTo>
                  <a:pt x="1961488" y="123809"/>
                </a:lnTo>
                <a:lnTo>
                  <a:pt x="1962438" y="124832"/>
                </a:lnTo>
                <a:lnTo>
                  <a:pt x="1963425" y="125797"/>
                </a:lnTo>
                <a:lnTo>
                  <a:pt x="1964450" y="126703"/>
                </a:lnTo>
                <a:lnTo>
                  <a:pt x="1965512" y="127550"/>
                </a:lnTo>
                <a:lnTo>
                  <a:pt x="1966610" y="128339"/>
                </a:lnTo>
                <a:lnTo>
                  <a:pt x="1967746" y="129070"/>
                </a:lnTo>
                <a:lnTo>
                  <a:pt x="1968914" y="129742"/>
                </a:lnTo>
                <a:lnTo>
                  <a:pt x="1970109" y="130356"/>
                </a:lnTo>
                <a:lnTo>
                  <a:pt x="1971330" y="130911"/>
                </a:lnTo>
                <a:lnTo>
                  <a:pt x="1972579" y="131408"/>
                </a:lnTo>
                <a:lnTo>
                  <a:pt x="1973854" y="131847"/>
                </a:lnTo>
                <a:lnTo>
                  <a:pt x="1975156" y="132227"/>
                </a:lnTo>
                <a:lnTo>
                  <a:pt x="1976484" y="132548"/>
                </a:lnTo>
                <a:lnTo>
                  <a:pt x="1977840" y="132811"/>
                </a:lnTo>
                <a:lnTo>
                  <a:pt x="1979222" y="133016"/>
                </a:lnTo>
                <a:lnTo>
                  <a:pt x="1980631" y="133162"/>
                </a:lnTo>
                <a:lnTo>
                  <a:pt x="1982067" y="133250"/>
                </a:lnTo>
                <a:lnTo>
                  <a:pt x="1983529" y="133279"/>
                </a:lnTo>
                <a:lnTo>
                  <a:pt x="1986183" y="133206"/>
                </a:lnTo>
                <a:lnTo>
                  <a:pt x="1988883" y="132987"/>
                </a:lnTo>
                <a:lnTo>
                  <a:pt x="1991629" y="132621"/>
                </a:lnTo>
                <a:lnTo>
                  <a:pt x="1994422" y="132110"/>
                </a:lnTo>
                <a:lnTo>
                  <a:pt x="1997260" y="131452"/>
                </a:lnTo>
                <a:lnTo>
                  <a:pt x="2000145" y="130648"/>
                </a:lnTo>
                <a:lnTo>
                  <a:pt x="2003077" y="129699"/>
                </a:lnTo>
                <a:lnTo>
                  <a:pt x="2006054" y="128602"/>
                </a:lnTo>
                <a:lnTo>
                  <a:pt x="2009078" y="127360"/>
                </a:lnTo>
                <a:lnTo>
                  <a:pt x="2012148" y="125972"/>
                </a:lnTo>
                <a:lnTo>
                  <a:pt x="2015265" y="124438"/>
                </a:lnTo>
                <a:lnTo>
                  <a:pt x="2018427" y="122757"/>
                </a:lnTo>
                <a:lnTo>
                  <a:pt x="2018427" y="137663"/>
                </a:lnTo>
                <a:moveTo>
                  <a:pt x="1953278" y="85579"/>
                </a:moveTo>
                <a:lnTo>
                  <a:pt x="2002118" y="85579"/>
                </a:lnTo>
                <a:lnTo>
                  <a:pt x="2002118" y="83242"/>
                </a:lnTo>
                <a:lnTo>
                  <a:pt x="2002077" y="81298"/>
                </a:lnTo>
                <a:lnTo>
                  <a:pt x="2001955" y="79421"/>
                </a:lnTo>
                <a:lnTo>
                  <a:pt x="2001751" y="77611"/>
                </a:lnTo>
                <a:lnTo>
                  <a:pt x="2001465" y="75869"/>
                </a:lnTo>
                <a:lnTo>
                  <a:pt x="2001098" y="74195"/>
                </a:lnTo>
                <a:lnTo>
                  <a:pt x="2000649" y="72588"/>
                </a:lnTo>
                <a:lnTo>
                  <a:pt x="2000119" y="71048"/>
                </a:lnTo>
                <a:lnTo>
                  <a:pt x="1999507" y="69575"/>
                </a:lnTo>
                <a:lnTo>
                  <a:pt x="1998814" y="68170"/>
                </a:lnTo>
                <a:lnTo>
                  <a:pt x="1998038" y="66833"/>
                </a:lnTo>
                <a:lnTo>
                  <a:pt x="1997182" y="65563"/>
                </a:lnTo>
                <a:lnTo>
                  <a:pt x="1996243" y="64360"/>
                </a:lnTo>
                <a:lnTo>
                  <a:pt x="1995237" y="63239"/>
                </a:lnTo>
                <a:lnTo>
                  <a:pt x="1994176" y="62216"/>
                </a:lnTo>
                <a:lnTo>
                  <a:pt x="1993059" y="61291"/>
                </a:lnTo>
                <a:lnTo>
                  <a:pt x="1991888" y="60463"/>
                </a:lnTo>
                <a:lnTo>
                  <a:pt x="1990663" y="59732"/>
                </a:lnTo>
                <a:lnTo>
                  <a:pt x="1989382" y="59099"/>
                </a:lnTo>
                <a:lnTo>
                  <a:pt x="1988047" y="58563"/>
                </a:lnTo>
                <a:lnTo>
                  <a:pt x="1986657" y="58124"/>
                </a:lnTo>
                <a:lnTo>
                  <a:pt x="1985212" y="57783"/>
                </a:lnTo>
                <a:lnTo>
                  <a:pt x="1983712" y="57540"/>
                </a:lnTo>
                <a:lnTo>
                  <a:pt x="1982157" y="57394"/>
                </a:lnTo>
                <a:lnTo>
                  <a:pt x="1980548" y="57345"/>
                </a:lnTo>
                <a:lnTo>
                  <a:pt x="1978915" y="57395"/>
                </a:lnTo>
                <a:lnTo>
                  <a:pt x="1977320" y="57544"/>
                </a:lnTo>
                <a:lnTo>
                  <a:pt x="1975761" y="57792"/>
                </a:lnTo>
                <a:lnTo>
                  <a:pt x="1974240" y="58139"/>
                </a:lnTo>
                <a:lnTo>
                  <a:pt x="1972755" y="58586"/>
                </a:lnTo>
                <a:lnTo>
                  <a:pt x="1971308" y="59132"/>
                </a:lnTo>
                <a:lnTo>
                  <a:pt x="1969898" y="59777"/>
                </a:lnTo>
                <a:lnTo>
                  <a:pt x="1968526" y="60521"/>
                </a:lnTo>
                <a:lnTo>
                  <a:pt x="1967190" y="61365"/>
                </a:lnTo>
                <a:lnTo>
                  <a:pt x="1965891" y="62308"/>
                </a:lnTo>
                <a:lnTo>
                  <a:pt x="1964630" y="63350"/>
                </a:lnTo>
                <a:lnTo>
                  <a:pt x="1963406" y="64491"/>
                </a:lnTo>
                <a:lnTo>
                  <a:pt x="1962230" y="65729"/>
                </a:lnTo>
                <a:lnTo>
                  <a:pt x="1961115" y="67061"/>
                </a:lnTo>
                <a:lnTo>
                  <a:pt x="1960060" y="68488"/>
                </a:lnTo>
                <a:lnTo>
                  <a:pt x="1959066" y="70009"/>
                </a:lnTo>
                <a:lnTo>
                  <a:pt x="1958131" y="71625"/>
                </a:lnTo>
                <a:lnTo>
                  <a:pt x="1957257" y="73335"/>
                </a:lnTo>
                <a:lnTo>
                  <a:pt x="1956443" y="75139"/>
                </a:lnTo>
                <a:lnTo>
                  <a:pt x="1955690" y="77038"/>
                </a:lnTo>
                <a:lnTo>
                  <a:pt x="1954997" y="79032"/>
                </a:lnTo>
                <a:lnTo>
                  <a:pt x="1954364" y="81120"/>
                </a:lnTo>
                <a:lnTo>
                  <a:pt x="1953791" y="83302"/>
                </a:lnTo>
                <a:lnTo>
                  <a:pt x="1953278" y="85579"/>
                </a:lnTo>
                <a:close/>
                <a:moveTo>
                  <a:pt x="2067118" y="144327"/>
                </a:moveTo>
                <a:lnTo>
                  <a:pt x="2067118" y="68218"/>
                </a:lnTo>
                <a:lnTo>
                  <a:pt x="2045372" y="68218"/>
                </a:lnTo>
                <a:lnTo>
                  <a:pt x="2045372" y="54539"/>
                </a:lnTo>
                <a:lnTo>
                  <a:pt x="2067118" y="54539"/>
                </a:lnTo>
                <a:lnTo>
                  <a:pt x="2067118" y="49988"/>
                </a:lnTo>
                <a:lnTo>
                  <a:pt x="2067148" y="46833"/>
                </a:lnTo>
                <a:lnTo>
                  <a:pt x="2067239" y="43818"/>
                </a:lnTo>
                <a:lnTo>
                  <a:pt x="2067392" y="40943"/>
                </a:lnTo>
                <a:lnTo>
                  <a:pt x="2067605" y="38208"/>
                </a:lnTo>
                <a:lnTo>
                  <a:pt x="2067879" y="35613"/>
                </a:lnTo>
                <a:lnTo>
                  <a:pt x="2068214" y="33157"/>
                </a:lnTo>
                <a:lnTo>
                  <a:pt x="2068610" y="30842"/>
                </a:lnTo>
                <a:lnTo>
                  <a:pt x="2069066" y="28666"/>
                </a:lnTo>
                <a:lnTo>
                  <a:pt x="2069584" y="26630"/>
                </a:lnTo>
                <a:lnTo>
                  <a:pt x="2070162" y="24734"/>
                </a:lnTo>
                <a:lnTo>
                  <a:pt x="2070802" y="22978"/>
                </a:lnTo>
                <a:lnTo>
                  <a:pt x="2071502" y="21362"/>
                </a:lnTo>
                <a:lnTo>
                  <a:pt x="2072266" y="19838"/>
                </a:lnTo>
                <a:lnTo>
                  <a:pt x="2073096" y="18361"/>
                </a:lnTo>
                <a:lnTo>
                  <a:pt x="2073993" y="16930"/>
                </a:lnTo>
                <a:lnTo>
                  <a:pt x="2074956" y="15545"/>
                </a:lnTo>
                <a:lnTo>
                  <a:pt x="2075985" y="14206"/>
                </a:lnTo>
                <a:lnTo>
                  <a:pt x="2077081" y="12913"/>
                </a:lnTo>
                <a:lnTo>
                  <a:pt x="2078243" y="11667"/>
                </a:lnTo>
                <a:lnTo>
                  <a:pt x="2079471" y="10467"/>
                </a:lnTo>
                <a:lnTo>
                  <a:pt x="2080766" y="9313"/>
                </a:lnTo>
                <a:lnTo>
                  <a:pt x="2082127" y="8206"/>
                </a:lnTo>
                <a:lnTo>
                  <a:pt x="2083555" y="7145"/>
                </a:lnTo>
                <a:lnTo>
                  <a:pt x="2085049" y="6130"/>
                </a:lnTo>
                <a:lnTo>
                  <a:pt x="2086617" y="5179"/>
                </a:lnTo>
                <a:lnTo>
                  <a:pt x="2088268" y="4310"/>
                </a:lnTo>
                <a:lnTo>
                  <a:pt x="2090000" y="3525"/>
                </a:lnTo>
                <a:lnTo>
                  <a:pt x="2091815" y="2822"/>
                </a:lnTo>
                <a:lnTo>
                  <a:pt x="2093712" y="2201"/>
                </a:lnTo>
                <a:lnTo>
                  <a:pt x="2095692" y="1664"/>
                </a:lnTo>
                <a:lnTo>
                  <a:pt x="2097753" y="1209"/>
                </a:lnTo>
                <a:lnTo>
                  <a:pt x="2099897" y="837"/>
                </a:lnTo>
                <a:lnTo>
                  <a:pt x="2102123" y="548"/>
                </a:lnTo>
                <a:lnTo>
                  <a:pt x="2104431" y="341"/>
                </a:lnTo>
                <a:lnTo>
                  <a:pt x="2106821" y="217"/>
                </a:lnTo>
                <a:lnTo>
                  <a:pt x="2109293" y="175"/>
                </a:lnTo>
                <a:lnTo>
                  <a:pt x="2111196" y="192"/>
                </a:lnTo>
                <a:lnTo>
                  <a:pt x="2113103" y="241"/>
                </a:lnTo>
                <a:lnTo>
                  <a:pt x="2115015" y="323"/>
                </a:lnTo>
                <a:lnTo>
                  <a:pt x="2116932" y="438"/>
                </a:lnTo>
                <a:lnTo>
                  <a:pt x="2118853" y="586"/>
                </a:lnTo>
                <a:lnTo>
                  <a:pt x="2120780" y="767"/>
                </a:lnTo>
                <a:lnTo>
                  <a:pt x="2122711" y="981"/>
                </a:lnTo>
                <a:lnTo>
                  <a:pt x="2124648" y="1228"/>
                </a:lnTo>
                <a:lnTo>
                  <a:pt x="2126589" y="1507"/>
                </a:lnTo>
                <a:lnTo>
                  <a:pt x="2128535" y="1819"/>
                </a:lnTo>
                <a:lnTo>
                  <a:pt x="2130486" y="2165"/>
                </a:lnTo>
                <a:lnTo>
                  <a:pt x="2132442" y="2543"/>
                </a:lnTo>
                <a:lnTo>
                  <a:pt x="2132442" y="18063"/>
                </a:lnTo>
                <a:lnTo>
                  <a:pt x="2130343" y="17391"/>
                </a:lnTo>
                <a:lnTo>
                  <a:pt x="2128284" y="16777"/>
                </a:lnTo>
                <a:lnTo>
                  <a:pt x="2126266" y="16221"/>
                </a:lnTo>
                <a:lnTo>
                  <a:pt x="2124287" y="15725"/>
                </a:lnTo>
                <a:lnTo>
                  <a:pt x="2122349" y="15286"/>
                </a:lnTo>
                <a:lnTo>
                  <a:pt x="2120451" y="14906"/>
                </a:lnTo>
                <a:lnTo>
                  <a:pt x="2118593" y="14585"/>
                </a:lnTo>
                <a:lnTo>
                  <a:pt x="2116776" y="14322"/>
                </a:lnTo>
                <a:lnTo>
                  <a:pt x="2114998" y="14117"/>
                </a:lnTo>
                <a:lnTo>
                  <a:pt x="2113261" y="13971"/>
                </a:lnTo>
                <a:lnTo>
                  <a:pt x="2111564" y="13883"/>
                </a:lnTo>
                <a:lnTo>
                  <a:pt x="2109907" y="13854"/>
                </a:lnTo>
                <a:lnTo>
                  <a:pt x="2108619" y="13874"/>
                </a:lnTo>
                <a:lnTo>
                  <a:pt x="2107357" y="13934"/>
                </a:lnTo>
                <a:lnTo>
                  <a:pt x="2106120" y="14035"/>
                </a:lnTo>
                <a:lnTo>
                  <a:pt x="2104909" y="14175"/>
                </a:lnTo>
                <a:lnTo>
                  <a:pt x="2103724" y="14355"/>
                </a:lnTo>
                <a:lnTo>
                  <a:pt x="2102564" y="14576"/>
                </a:lnTo>
                <a:lnTo>
                  <a:pt x="2101429" y="14837"/>
                </a:lnTo>
                <a:lnTo>
                  <a:pt x="2100320" y="15138"/>
                </a:lnTo>
                <a:lnTo>
                  <a:pt x="2099237" y="15479"/>
                </a:lnTo>
                <a:lnTo>
                  <a:pt x="2098180" y="15860"/>
                </a:lnTo>
                <a:lnTo>
                  <a:pt x="2097147" y="16281"/>
                </a:lnTo>
                <a:lnTo>
                  <a:pt x="2096141" y="16742"/>
                </a:lnTo>
                <a:lnTo>
                  <a:pt x="2095165" y="17248"/>
                </a:lnTo>
                <a:lnTo>
                  <a:pt x="2094225" y="17805"/>
                </a:lnTo>
                <a:lnTo>
                  <a:pt x="2093321" y="18412"/>
                </a:lnTo>
                <a:lnTo>
                  <a:pt x="2092453" y="19069"/>
                </a:lnTo>
                <a:lnTo>
                  <a:pt x="2091621" y="19777"/>
                </a:lnTo>
                <a:lnTo>
                  <a:pt x="2090825" y="20536"/>
                </a:lnTo>
                <a:lnTo>
                  <a:pt x="2090065" y="21345"/>
                </a:lnTo>
                <a:lnTo>
                  <a:pt x="2089341" y="22204"/>
                </a:lnTo>
                <a:lnTo>
                  <a:pt x="2088652" y="23114"/>
                </a:lnTo>
                <a:lnTo>
                  <a:pt x="2088000" y="24074"/>
                </a:lnTo>
                <a:lnTo>
                  <a:pt x="2087383" y="25085"/>
                </a:lnTo>
                <a:lnTo>
                  <a:pt x="2086803" y="26146"/>
                </a:lnTo>
                <a:lnTo>
                  <a:pt x="2086263" y="27295"/>
                </a:lnTo>
                <a:lnTo>
                  <a:pt x="2085771" y="28571"/>
                </a:lnTo>
                <a:lnTo>
                  <a:pt x="2085326" y="29971"/>
                </a:lnTo>
                <a:lnTo>
                  <a:pt x="2084927" y="31498"/>
                </a:lnTo>
                <a:lnTo>
                  <a:pt x="2084576" y="33151"/>
                </a:lnTo>
                <a:lnTo>
                  <a:pt x="2084271" y="34929"/>
                </a:lnTo>
                <a:lnTo>
                  <a:pt x="2084013" y="36833"/>
                </a:lnTo>
                <a:lnTo>
                  <a:pt x="2083802" y="38863"/>
                </a:lnTo>
                <a:lnTo>
                  <a:pt x="2083638" y="41018"/>
                </a:lnTo>
                <a:lnTo>
                  <a:pt x="2083521" y="43300"/>
                </a:lnTo>
                <a:lnTo>
                  <a:pt x="2083450" y="45707"/>
                </a:lnTo>
                <a:lnTo>
                  <a:pt x="2083427" y="48240"/>
                </a:lnTo>
                <a:lnTo>
                  <a:pt x="2083427" y="54539"/>
                </a:lnTo>
                <a:lnTo>
                  <a:pt x="2122271" y="54539"/>
                </a:lnTo>
                <a:lnTo>
                  <a:pt x="2122271" y="68218"/>
                </a:lnTo>
                <a:lnTo>
                  <a:pt x="2083427" y="68218"/>
                </a:lnTo>
                <a:lnTo>
                  <a:pt x="2083427" y="144327"/>
                </a:lnTo>
                <a:lnTo>
                  <a:pt x="2067118" y="144327"/>
                </a:lnTo>
                <a:close/>
                <a:moveTo>
                  <a:pt x="2157983" y="144327"/>
                </a:moveTo>
                <a:lnTo>
                  <a:pt x="2157983" y="8242"/>
                </a:lnTo>
                <a:lnTo>
                  <a:pt x="2232777" y="8242"/>
                </a:lnTo>
                <a:lnTo>
                  <a:pt x="2232777" y="21921"/>
                </a:lnTo>
                <a:lnTo>
                  <a:pt x="2175696" y="21921"/>
                </a:lnTo>
                <a:lnTo>
                  <a:pt x="2175696" y="68042"/>
                </a:lnTo>
                <a:lnTo>
                  <a:pt x="2227341" y="68042"/>
                </a:lnTo>
                <a:lnTo>
                  <a:pt x="2227341" y="81721"/>
                </a:lnTo>
                <a:lnTo>
                  <a:pt x="2175696" y="81721"/>
                </a:lnTo>
                <a:lnTo>
                  <a:pt x="2175696" y="144327"/>
                </a:lnTo>
                <a:lnTo>
                  <a:pt x="2157983" y="144327"/>
                </a:lnTo>
                <a:close/>
                <a:moveTo>
                  <a:pt x="2258144" y="141792"/>
                </a:moveTo>
                <a:lnTo>
                  <a:pt x="2258144" y="124628"/>
                </a:lnTo>
                <a:lnTo>
                  <a:pt x="2261454" y="126234"/>
                </a:lnTo>
                <a:lnTo>
                  <a:pt x="2264689" y="127700"/>
                </a:lnTo>
                <a:lnTo>
                  <a:pt x="2267850" y="129027"/>
                </a:lnTo>
                <a:lnTo>
                  <a:pt x="2270936" y="130214"/>
                </a:lnTo>
                <a:lnTo>
                  <a:pt x="2273949" y="131261"/>
                </a:lnTo>
                <a:lnTo>
                  <a:pt x="2276887" y="132169"/>
                </a:lnTo>
                <a:lnTo>
                  <a:pt x="2279750" y="132936"/>
                </a:lnTo>
                <a:lnTo>
                  <a:pt x="2282540" y="133565"/>
                </a:lnTo>
                <a:lnTo>
                  <a:pt x="2285255" y="134054"/>
                </a:lnTo>
                <a:lnTo>
                  <a:pt x="2287896" y="134403"/>
                </a:lnTo>
                <a:lnTo>
                  <a:pt x="2290462" y="134612"/>
                </a:lnTo>
                <a:lnTo>
                  <a:pt x="2292955" y="134682"/>
                </a:lnTo>
                <a:lnTo>
                  <a:pt x="2295173" y="134625"/>
                </a:lnTo>
                <a:lnTo>
                  <a:pt x="2297325" y="134455"/>
                </a:lnTo>
                <a:lnTo>
                  <a:pt x="2299413" y="134171"/>
                </a:lnTo>
                <a:lnTo>
                  <a:pt x="2301436" y="133774"/>
                </a:lnTo>
                <a:lnTo>
                  <a:pt x="2303393" y="133263"/>
                </a:lnTo>
                <a:lnTo>
                  <a:pt x="2305285" y="132638"/>
                </a:lnTo>
                <a:lnTo>
                  <a:pt x="2307112" y="131901"/>
                </a:lnTo>
                <a:lnTo>
                  <a:pt x="2308874" y="131049"/>
                </a:lnTo>
                <a:lnTo>
                  <a:pt x="2310571" y="130084"/>
                </a:lnTo>
                <a:lnTo>
                  <a:pt x="2312202" y="129006"/>
                </a:lnTo>
                <a:lnTo>
                  <a:pt x="2313769" y="127814"/>
                </a:lnTo>
                <a:lnTo>
                  <a:pt x="2315270" y="126508"/>
                </a:lnTo>
                <a:lnTo>
                  <a:pt x="2316678" y="125113"/>
                </a:lnTo>
                <a:lnTo>
                  <a:pt x="2317963" y="123654"/>
                </a:lnTo>
                <a:lnTo>
                  <a:pt x="2319125" y="122129"/>
                </a:lnTo>
                <a:lnTo>
                  <a:pt x="2320166" y="120539"/>
                </a:lnTo>
                <a:lnTo>
                  <a:pt x="2321084" y="118885"/>
                </a:lnTo>
                <a:lnTo>
                  <a:pt x="2321879" y="117165"/>
                </a:lnTo>
                <a:lnTo>
                  <a:pt x="2322552" y="115380"/>
                </a:lnTo>
                <a:lnTo>
                  <a:pt x="2323103" y="113531"/>
                </a:lnTo>
                <a:lnTo>
                  <a:pt x="2323531" y="111616"/>
                </a:lnTo>
                <a:lnTo>
                  <a:pt x="2323837" y="109637"/>
                </a:lnTo>
                <a:lnTo>
                  <a:pt x="2324021" y="107593"/>
                </a:lnTo>
                <a:lnTo>
                  <a:pt x="2324082" y="105483"/>
                </a:lnTo>
                <a:lnTo>
                  <a:pt x="2324015" y="103360"/>
                </a:lnTo>
                <a:lnTo>
                  <a:pt x="2323813" y="101304"/>
                </a:lnTo>
                <a:lnTo>
                  <a:pt x="2323477" y="99314"/>
                </a:lnTo>
                <a:lnTo>
                  <a:pt x="2323006" y="97392"/>
                </a:lnTo>
                <a:lnTo>
                  <a:pt x="2322400" y="95536"/>
                </a:lnTo>
                <a:lnTo>
                  <a:pt x="2321660" y="93747"/>
                </a:lnTo>
                <a:lnTo>
                  <a:pt x="2320785" y="92024"/>
                </a:lnTo>
                <a:lnTo>
                  <a:pt x="2319776" y="90369"/>
                </a:lnTo>
                <a:lnTo>
                  <a:pt x="2318632" y="88780"/>
                </a:lnTo>
                <a:lnTo>
                  <a:pt x="2317354" y="87258"/>
                </a:lnTo>
                <a:lnTo>
                  <a:pt x="2315941" y="85803"/>
                </a:lnTo>
                <a:lnTo>
                  <a:pt x="2314393" y="84415"/>
                </a:lnTo>
                <a:lnTo>
                  <a:pt x="2312684" y="83116"/>
                </a:lnTo>
                <a:lnTo>
                  <a:pt x="2310787" y="81930"/>
                </a:lnTo>
                <a:lnTo>
                  <a:pt x="2308702" y="80858"/>
                </a:lnTo>
                <a:lnTo>
                  <a:pt x="2306429" y="79898"/>
                </a:lnTo>
                <a:lnTo>
                  <a:pt x="2303967" y="79051"/>
                </a:lnTo>
                <a:lnTo>
                  <a:pt x="2301317" y="78317"/>
                </a:lnTo>
                <a:lnTo>
                  <a:pt x="2298480" y="77696"/>
                </a:lnTo>
                <a:lnTo>
                  <a:pt x="2295454" y="77188"/>
                </a:lnTo>
                <a:lnTo>
                  <a:pt x="2292239" y="76793"/>
                </a:lnTo>
                <a:lnTo>
                  <a:pt x="2288837" y="76510"/>
                </a:lnTo>
                <a:lnTo>
                  <a:pt x="2285247" y="76341"/>
                </a:lnTo>
                <a:lnTo>
                  <a:pt x="2281468" y="76285"/>
                </a:lnTo>
                <a:lnTo>
                  <a:pt x="2272437" y="76285"/>
                </a:lnTo>
                <a:lnTo>
                  <a:pt x="2272437" y="62606"/>
                </a:lnTo>
                <a:lnTo>
                  <a:pt x="2284975" y="62606"/>
                </a:lnTo>
                <a:lnTo>
                  <a:pt x="2287759" y="62553"/>
                </a:lnTo>
                <a:lnTo>
                  <a:pt x="2290412" y="62394"/>
                </a:lnTo>
                <a:lnTo>
                  <a:pt x="2292933" y="62128"/>
                </a:lnTo>
                <a:lnTo>
                  <a:pt x="2295322" y="61757"/>
                </a:lnTo>
                <a:lnTo>
                  <a:pt x="2297580" y="61279"/>
                </a:lnTo>
                <a:lnTo>
                  <a:pt x="2299706" y="60695"/>
                </a:lnTo>
                <a:lnTo>
                  <a:pt x="2301701" y="60006"/>
                </a:lnTo>
                <a:lnTo>
                  <a:pt x="2303564" y="59210"/>
                </a:lnTo>
                <a:lnTo>
                  <a:pt x="2305296" y="58307"/>
                </a:lnTo>
                <a:lnTo>
                  <a:pt x="2306896" y="57299"/>
                </a:lnTo>
                <a:lnTo>
                  <a:pt x="2308365" y="56184"/>
                </a:lnTo>
                <a:lnTo>
                  <a:pt x="2309702" y="54964"/>
                </a:lnTo>
                <a:lnTo>
                  <a:pt x="2310921" y="53678"/>
                </a:lnTo>
                <a:lnTo>
                  <a:pt x="2312033" y="52369"/>
                </a:lnTo>
                <a:lnTo>
                  <a:pt x="2313040" y="51036"/>
                </a:lnTo>
                <a:lnTo>
                  <a:pt x="2313940" y="49680"/>
                </a:lnTo>
                <a:lnTo>
                  <a:pt x="2314735" y="48299"/>
                </a:lnTo>
                <a:lnTo>
                  <a:pt x="2315423" y="46896"/>
                </a:lnTo>
                <a:lnTo>
                  <a:pt x="2316006" y="45468"/>
                </a:lnTo>
                <a:lnTo>
                  <a:pt x="2316483" y="44017"/>
                </a:lnTo>
                <a:lnTo>
                  <a:pt x="2316854" y="42542"/>
                </a:lnTo>
                <a:lnTo>
                  <a:pt x="2317119" y="41043"/>
                </a:lnTo>
                <a:lnTo>
                  <a:pt x="2317278" y="39521"/>
                </a:lnTo>
                <a:lnTo>
                  <a:pt x="2317331" y="37975"/>
                </a:lnTo>
                <a:lnTo>
                  <a:pt x="2317287" y="36582"/>
                </a:lnTo>
                <a:lnTo>
                  <a:pt x="2317158" y="35225"/>
                </a:lnTo>
                <a:lnTo>
                  <a:pt x="2316941" y="33906"/>
                </a:lnTo>
                <a:lnTo>
                  <a:pt x="2316639" y="32623"/>
                </a:lnTo>
                <a:lnTo>
                  <a:pt x="2316250" y="31378"/>
                </a:lnTo>
                <a:lnTo>
                  <a:pt x="2315774" y="30169"/>
                </a:lnTo>
                <a:lnTo>
                  <a:pt x="2315212" y="28998"/>
                </a:lnTo>
                <a:lnTo>
                  <a:pt x="2314564" y="27864"/>
                </a:lnTo>
                <a:lnTo>
                  <a:pt x="2313829" y="26766"/>
                </a:lnTo>
                <a:lnTo>
                  <a:pt x="2313007" y="25706"/>
                </a:lnTo>
                <a:lnTo>
                  <a:pt x="2312099" y="24683"/>
                </a:lnTo>
                <a:lnTo>
                  <a:pt x="2311105" y="23696"/>
                </a:lnTo>
                <a:lnTo>
                  <a:pt x="2310021" y="22769"/>
                </a:lnTo>
                <a:lnTo>
                  <a:pt x="2308845" y="21921"/>
                </a:lnTo>
                <a:lnTo>
                  <a:pt x="2307576" y="21155"/>
                </a:lnTo>
                <a:lnTo>
                  <a:pt x="2306214" y="20469"/>
                </a:lnTo>
                <a:lnTo>
                  <a:pt x="2304760" y="19864"/>
                </a:lnTo>
                <a:lnTo>
                  <a:pt x="2303214" y="19340"/>
                </a:lnTo>
                <a:lnTo>
                  <a:pt x="2301574" y="18896"/>
                </a:lnTo>
                <a:lnTo>
                  <a:pt x="2299843" y="18533"/>
                </a:lnTo>
                <a:lnTo>
                  <a:pt x="2298018" y="18251"/>
                </a:lnTo>
                <a:lnTo>
                  <a:pt x="2296101" y="18049"/>
                </a:lnTo>
                <a:lnTo>
                  <a:pt x="2294092" y="17928"/>
                </a:lnTo>
                <a:lnTo>
                  <a:pt x="2291990" y="17887"/>
                </a:lnTo>
                <a:lnTo>
                  <a:pt x="2289564" y="17943"/>
                </a:lnTo>
                <a:lnTo>
                  <a:pt x="2287107" y="18111"/>
                </a:lnTo>
                <a:lnTo>
                  <a:pt x="2284619" y="18390"/>
                </a:lnTo>
                <a:lnTo>
                  <a:pt x="2282101" y="18780"/>
                </a:lnTo>
                <a:lnTo>
                  <a:pt x="2279553" y="19282"/>
                </a:lnTo>
                <a:lnTo>
                  <a:pt x="2276974" y="19896"/>
                </a:lnTo>
                <a:lnTo>
                  <a:pt x="2274365" y="20621"/>
                </a:lnTo>
                <a:lnTo>
                  <a:pt x="2271725" y="21458"/>
                </a:lnTo>
                <a:lnTo>
                  <a:pt x="2269055" y="22407"/>
                </a:lnTo>
                <a:lnTo>
                  <a:pt x="2266355" y="23467"/>
                </a:lnTo>
                <a:lnTo>
                  <a:pt x="2263624" y="24638"/>
                </a:lnTo>
                <a:lnTo>
                  <a:pt x="2260862" y="25921"/>
                </a:lnTo>
                <a:lnTo>
                  <a:pt x="2260862" y="10426"/>
                </a:lnTo>
                <a:lnTo>
                  <a:pt x="2263620" y="9433"/>
                </a:lnTo>
                <a:lnTo>
                  <a:pt x="2266338" y="8526"/>
                </a:lnTo>
                <a:lnTo>
                  <a:pt x="2269017" y="7706"/>
                </a:lnTo>
                <a:lnTo>
                  <a:pt x="2271657" y="6972"/>
                </a:lnTo>
                <a:lnTo>
                  <a:pt x="2274258" y="6324"/>
                </a:lnTo>
                <a:lnTo>
                  <a:pt x="2276821" y="5763"/>
                </a:lnTo>
                <a:lnTo>
                  <a:pt x="2279344" y="5288"/>
                </a:lnTo>
                <a:lnTo>
                  <a:pt x="2281829" y="4900"/>
                </a:lnTo>
                <a:lnTo>
                  <a:pt x="2284274" y="4597"/>
                </a:lnTo>
                <a:lnTo>
                  <a:pt x="2286680" y="4382"/>
                </a:lnTo>
                <a:lnTo>
                  <a:pt x="2289048" y="4252"/>
                </a:lnTo>
                <a:lnTo>
                  <a:pt x="2291376" y="4209"/>
                </a:lnTo>
                <a:lnTo>
                  <a:pt x="2295405" y="4277"/>
                </a:lnTo>
                <a:lnTo>
                  <a:pt x="2299220" y="4480"/>
                </a:lnTo>
                <a:lnTo>
                  <a:pt x="2302822" y="4819"/>
                </a:lnTo>
                <a:lnTo>
                  <a:pt x="2306209" y="5294"/>
                </a:lnTo>
                <a:lnTo>
                  <a:pt x="2309383" y="5905"/>
                </a:lnTo>
                <a:lnTo>
                  <a:pt x="2312344" y="6651"/>
                </a:lnTo>
                <a:lnTo>
                  <a:pt x="2315090" y="7533"/>
                </a:lnTo>
                <a:lnTo>
                  <a:pt x="2317623" y="8550"/>
                </a:lnTo>
                <a:lnTo>
                  <a:pt x="2319942" y="9704"/>
                </a:lnTo>
                <a:lnTo>
                  <a:pt x="2322047" y="10992"/>
                </a:lnTo>
                <a:lnTo>
                  <a:pt x="2323939" y="12417"/>
                </a:lnTo>
                <a:lnTo>
                  <a:pt x="2325617" y="13977"/>
                </a:lnTo>
                <a:lnTo>
                  <a:pt x="2327122" y="15625"/>
                </a:lnTo>
                <a:lnTo>
                  <a:pt x="2328497" y="17310"/>
                </a:lnTo>
                <a:lnTo>
                  <a:pt x="2329741" y="19034"/>
                </a:lnTo>
                <a:lnTo>
                  <a:pt x="2330853" y="20796"/>
                </a:lnTo>
                <a:lnTo>
                  <a:pt x="2331835" y="22597"/>
                </a:lnTo>
                <a:lnTo>
                  <a:pt x="2332686" y="24436"/>
                </a:lnTo>
                <a:lnTo>
                  <a:pt x="2333406" y="26313"/>
                </a:lnTo>
                <a:lnTo>
                  <a:pt x="2333995" y="28228"/>
                </a:lnTo>
                <a:lnTo>
                  <a:pt x="2334454" y="30182"/>
                </a:lnTo>
                <a:lnTo>
                  <a:pt x="2334781" y="32174"/>
                </a:lnTo>
                <a:lnTo>
                  <a:pt x="2334977" y="34205"/>
                </a:lnTo>
                <a:lnTo>
                  <a:pt x="2335043" y="36274"/>
                </a:lnTo>
                <a:lnTo>
                  <a:pt x="2335008" y="37814"/>
                </a:lnTo>
                <a:lnTo>
                  <a:pt x="2334904" y="39338"/>
                </a:lnTo>
                <a:lnTo>
                  <a:pt x="2334730" y="40847"/>
                </a:lnTo>
                <a:lnTo>
                  <a:pt x="2334487" y="42340"/>
                </a:lnTo>
                <a:lnTo>
                  <a:pt x="2334175" y="43816"/>
                </a:lnTo>
                <a:lnTo>
                  <a:pt x="2333793" y="45278"/>
                </a:lnTo>
                <a:lnTo>
                  <a:pt x="2333342" y="46723"/>
                </a:lnTo>
                <a:lnTo>
                  <a:pt x="2332821" y="48152"/>
                </a:lnTo>
                <a:lnTo>
                  <a:pt x="2332231" y="49566"/>
                </a:lnTo>
                <a:lnTo>
                  <a:pt x="2331572" y="50964"/>
                </a:lnTo>
                <a:lnTo>
                  <a:pt x="2330843" y="52346"/>
                </a:lnTo>
                <a:lnTo>
                  <a:pt x="2330045" y="53712"/>
                </a:lnTo>
                <a:lnTo>
                  <a:pt x="2329153" y="55057"/>
                </a:lnTo>
                <a:lnTo>
                  <a:pt x="2328145" y="56378"/>
                </a:lnTo>
                <a:lnTo>
                  <a:pt x="2327020" y="57675"/>
                </a:lnTo>
                <a:lnTo>
                  <a:pt x="2325777" y="58948"/>
                </a:lnTo>
                <a:lnTo>
                  <a:pt x="2324418" y="60196"/>
                </a:lnTo>
                <a:lnTo>
                  <a:pt x="2322942" y="61420"/>
                </a:lnTo>
                <a:lnTo>
                  <a:pt x="2321349" y="62620"/>
                </a:lnTo>
                <a:lnTo>
                  <a:pt x="2319640" y="63795"/>
                </a:lnTo>
                <a:lnTo>
                  <a:pt x="2317813" y="64946"/>
                </a:lnTo>
                <a:lnTo>
                  <a:pt x="2315869" y="66073"/>
                </a:lnTo>
                <a:lnTo>
                  <a:pt x="2313809" y="67175"/>
                </a:lnTo>
                <a:lnTo>
                  <a:pt x="2311631" y="68253"/>
                </a:lnTo>
                <a:lnTo>
                  <a:pt x="2313564" y="68848"/>
                </a:lnTo>
                <a:lnTo>
                  <a:pt x="2315416" y="69466"/>
                </a:lnTo>
                <a:lnTo>
                  <a:pt x="2317188" y="70105"/>
                </a:lnTo>
                <a:lnTo>
                  <a:pt x="2318880" y="70765"/>
                </a:lnTo>
                <a:lnTo>
                  <a:pt x="2320491" y="71448"/>
                </a:lnTo>
                <a:lnTo>
                  <a:pt x="2322022" y="72153"/>
                </a:lnTo>
                <a:lnTo>
                  <a:pt x="2323472" y="72880"/>
                </a:lnTo>
                <a:lnTo>
                  <a:pt x="2324842" y="73629"/>
                </a:lnTo>
                <a:lnTo>
                  <a:pt x="2326132" y="74400"/>
                </a:lnTo>
                <a:lnTo>
                  <a:pt x="2327341" y="75192"/>
                </a:lnTo>
                <a:lnTo>
                  <a:pt x="2328470" y="76007"/>
                </a:lnTo>
                <a:lnTo>
                  <a:pt x="2329519" y="76844"/>
                </a:lnTo>
                <a:lnTo>
                  <a:pt x="2330507" y="77704"/>
                </a:lnTo>
                <a:lnTo>
                  <a:pt x="2331454" y="78589"/>
                </a:lnTo>
                <a:lnTo>
                  <a:pt x="2332360" y="79500"/>
                </a:lnTo>
                <a:lnTo>
                  <a:pt x="2333226" y="80437"/>
                </a:lnTo>
                <a:lnTo>
                  <a:pt x="2334050" y="81399"/>
                </a:lnTo>
                <a:lnTo>
                  <a:pt x="2334834" y="82387"/>
                </a:lnTo>
                <a:lnTo>
                  <a:pt x="2335578" y="83400"/>
                </a:lnTo>
                <a:lnTo>
                  <a:pt x="2336280" y="84439"/>
                </a:lnTo>
                <a:lnTo>
                  <a:pt x="2336942" y="85504"/>
                </a:lnTo>
                <a:lnTo>
                  <a:pt x="2337562" y="86594"/>
                </a:lnTo>
                <a:lnTo>
                  <a:pt x="2338142" y="87710"/>
                </a:lnTo>
                <a:lnTo>
                  <a:pt x="2338682" y="88851"/>
                </a:lnTo>
                <a:lnTo>
                  <a:pt x="2339179" y="90016"/>
                </a:lnTo>
                <a:lnTo>
                  <a:pt x="2339633" y="91205"/>
                </a:lnTo>
                <a:lnTo>
                  <a:pt x="2340043" y="92417"/>
                </a:lnTo>
                <a:lnTo>
                  <a:pt x="2340411" y="93652"/>
                </a:lnTo>
                <a:lnTo>
                  <a:pt x="2340735" y="94910"/>
                </a:lnTo>
                <a:lnTo>
                  <a:pt x="2341016" y="96191"/>
                </a:lnTo>
                <a:lnTo>
                  <a:pt x="2341254" y="97495"/>
                </a:lnTo>
                <a:lnTo>
                  <a:pt x="2341448" y="98822"/>
                </a:lnTo>
                <a:lnTo>
                  <a:pt x="2341600" y="100173"/>
                </a:lnTo>
                <a:lnTo>
                  <a:pt x="2341708" y="101546"/>
                </a:lnTo>
                <a:lnTo>
                  <a:pt x="2341773" y="102943"/>
                </a:lnTo>
                <a:lnTo>
                  <a:pt x="2341794" y="104363"/>
                </a:lnTo>
                <a:lnTo>
                  <a:pt x="2341696" y="107501"/>
                </a:lnTo>
                <a:lnTo>
                  <a:pt x="2341401" y="110546"/>
                </a:lnTo>
                <a:lnTo>
                  <a:pt x="2340909" y="113500"/>
                </a:lnTo>
                <a:lnTo>
                  <a:pt x="2340221" y="116360"/>
                </a:lnTo>
                <a:lnTo>
                  <a:pt x="2339336" y="119128"/>
                </a:lnTo>
                <a:lnTo>
                  <a:pt x="2338254" y="121804"/>
                </a:lnTo>
                <a:lnTo>
                  <a:pt x="2336976" y="124387"/>
                </a:lnTo>
                <a:lnTo>
                  <a:pt x="2335501" y="126878"/>
                </a:lnTo>
                <a:lnTo>
                  <a:pt x="2333829" y="129276"/>
                </a:lnTo>
                <a:lnTo>
                  <a:pt x="2331960" y="131581"/>
                </a:lnTo>
                <a:lnTo>
                  <a:pt x="2329895" y="133794"/>
                </a:lnTo>
                <a:lnTo>
                  <a:pt x="2327633" y="135915"/>
                </a:lnTo>
                <a:lnTo>
                  <a:pt x="2325216" y="137903"/>
                </a:lnTo>
                <a:lnTo>
                  <a:pt x="2322683" y="139718"/>
                </a:lnTo>
                <a:lnTo>
                  <a:pt x="2320035" y="141360"/>
                </a:lnTo>
                <a:lnTo>
                  <a:pt x="2317272" y="142829"/>
                </a:lnTo>
                <a:lnTo>
                  <a:pt x="2314394" y="144126"/>
                </a:lnTo>
                <a:lnTo>
                  <a:pt x="2311401" y="145249"/>
                </a:lnTo>
                <a:lnTo>
                  <a:pt x="2308293" y="146200"/>
                </a:lnTo>
                <a:lnTo>
                  <a:pt x="2305070" y="146978"/>
                </a:lnTo>
                <a:lnTo>
                  <a:pt x="2301731" y="147583"/>
                </a:lnTo>
                <a:lnTo>
                  <a:pt x="2298278" y="148015"/>
                </a:lnTo>
                <a:lnTo>
                  <a:pt x="2294709" y="148274"/>
                </a:lnTo>
                <a:lnTo>
                  <a:pt x="2291026" y="148361"/>
                </a:lnTo>
                <a:lnTo>
                  <a:pt x="2289936" y="148354"/>
                </a:lnTo>
                <a:lnTo>
                  <a:pt x="2288830" y="148334"/>
                </a:lnTo>
                <a:lnTo>
                  <a:pt x="2287707" y="148300"/>
                </a:lnTo>
                <a:lnTo>
                  <a:pt x="2286568" y="148253"/>
                </a:lnTo>
                <a:lnTo>
                  <a:pt x="2285413" y="148193"/>
                </a:lnTo>
                <a:lnTo>
                  <a:pt x="2284241" y="148119"/>
                </a:lnTo>
                <a:lnTo>
                  <a:pt x="2283053" y="148032"/>
                </a:lnTo>
                <a:lnTo>
                  <a:pt x="2281848" y="147932"/>
                </a:lnTo>
                <a:lnTo>
                  <a:pt x="2280627" y="147818"/>
                </a:lnTo>
                <a:lnTo>
                  <a:pt x="2279389" y="147691"/>
                </a:lnTo>
                <a:lnTo>
                  <a:pt x="2278135" y="147550"/>
                </a:lnTo>
                <a:lnTo>
                  <a:pt x="2276865" y="147396"/>
                </a:lnTo>
                <a:lnTo>
                  <a:pt x="2275562" y="147210"/>
                </a:lnTo>
                <a:lnTo>
                  <a:pt x="2274213" y="146973"/>
                </a:lnTo>
                <a:lnTo>
                  <a:pt x="2272817" y="146685"/>
                </a:lnTo>
                <a:lnTo>
                  <a:pt x="2271375" y="146346"/>
                </a:lnTo>
                <a:lnTo>
                  <a:pt x="2269885" y="145956"/>
                </a:lnTo>
                <a:lnTo>
                  <a:pt x="2268348" y="145514"/>
                </a:lnTo>
                <a:lnTo>
                  <a:pt x="2266765" y="145022"/>
                </a:lnTo>
                <a:lnTo>
                  <a:pt x="2265135" y="144478"/>
                </a:lnTo>
                <a:lnTo>
                  <a:pt x="2263457" y="143883"/>
                </a:lnTo>
                <a:lnTo>
                  <a:pt x="2261733" y="143237"/>
                </a:lnTo>
                <a:lnTo>
                  <a:pt x="2259962" y="142541"/>
                </a:lnTo>
                <a:lnTo>
                  <a:pt x="2258144" y="141792"/>
                </a:lnTo>
                <a:close/>
                <a:moveTo>
                  <a:pt x="2448180" y="144327"/>
                </a:moveTo>
                <a:lnTo>
                  <a:pt x="2365845" y="144327"/>
                </a:lnTo>
                <a:lnTo>
                  <a:pt x="2365845" y="129322"/>
                </a:lnTo>
                <a:lnTo>
                  <a:pt x="2365862" y="128351"/>
                </a:lnTo>
                <a:lnTo>
                  <a:pt x="2365911" y="127369"/>
                </a:lnTo>
                <a:lnTo>
                  <a:pt x="2365993" y="126375"/>
                </a:lnTo>
                <a:lnTo>
                  <a:pt x="2366108" y="125370"/>
                </a:lnTo>
                <a:lnTo>
                  <a:pt x="2366256" y="124353"/>
                </a:lnTo>
                <a:lnTo>
                  <a:pt x="2366437" y="123324"/>
                </a:lnTo>
                <a:lnTo>
                  <a:pt x="2366651" y="122284"/>
                </a:lnTo>
                <a:lnTo>
                  <a:pt x="2366897" y="121232"/>
                </a:lnTo>
                <a:lnTo>
                  <a:pt x="2367177" y="120169"/>
                </a:lnTo>
                <a:lnTo>
                  <a:pt x="2367489" y="119094"/>
                </a:lnTo>
                <a:lnTo>
                  <a:pt x="2367835" y="118008"/>
                </a:lnTo>
                <a:lnTo>
                  <a:pt x="2368213" y="116910"/>
                </a:lnTo>
                <a:lnTo>
                  <a:pt x="2368637" y="115794"/>
                </a:lnTo>
                <a:lnTo>
                  <a:pt x="2369121" y="114656"/>
                </a:lnTo>
                <a:lnTo>
                  <a:pt x="2369665" y="113495"/>
                </a:lnTo>
                <a:lnTo>
                  <a:pt x="2370268" y="112312"/>
                </a:lnTo>
                <a:lnTo>
                  <a:pt x="2370931" y="111107"/>
                </a:lnTo>
                <a:lnTo>
                  <a:pt x="2371654" y="109878"/>
                </a:lnTo>
                <a:lnTo>
                  <a:pt x="2372437" y="108628"/>
                </a:lnTo>
                <a:lnTo>
                  <a:pt x="2373279" y="107354"/>
                </a:lnTo>
                <a:lnTo>
                  <a:pt x="2374181" y="106059"/>
                </a:lnTo>
                <a:lnTo>
                  <a:pt x="2375142" y="104740"/>
                </a:lnTo>
                <a:lnTo>
                  <a:pt x="2376163" y="103400"/>
                </a:lnTo>
                <a:lnTo>
                  <a:pt x="2377244" y="102036"/>
                </a:lnTo>
                <a:lnTo>
                  <a:pt x="2378360" y="100666"/>
                </a:lnTo>
                <a:lnTo>
                  <a:pt x="2379487" y="99304"/>
                </a:lnTo>
                <a:lnTo>
                  <a:pt x="2380625" y="97952"/>
                </a:lnTo>
                <a:lnTo>
                  <a:pt x="2381774" y="96608"/>
                </a:lnTo>
                <a:lnTo>
                  <a:pt x="2382934" y="95273"/>
                </a:lnTo>
                <a:lnTo>
                  <a:pt x="2384105" y="93946"/>
                </a:lnTo>
                <a:lnTo>
                  <a:pt x="2385287" y="92628"/>
                </a:lnTo>
                <a:lnTo>
                  <a:pt x="2386480" y="91319"/>
                </a:lnTo>
                <a:lnTo>
                  <a:pt x="2387684" y="90019"/>
                </a:lnTo>
                <a:lnTo>
                  <a:pt x="2388899" y="88728"/>
                </a:lnTo>
                <a:lnTo>
                  <a:pt x="2390124" y="87445"/>
                </a:lnTo>
                <a:lnTo>
                  <a:pt x="2391361" y="86171"/>
                </a:lnTo>
                <a:lnTo>
                  <a:pt x="2400656" y="76718"/>
                </a:lnTo>
                <a:lnTo>
                  <a:pt x="2401169" y="76183"/>
                </a:lnTo>
                <a:lnTo>
                  <a:pt x="2401776" y="75543"/>
                </a:lnTo>
                <a:lnTo>
                  <a:pt x="2402475" y="74797"/>
                </a:lnTo>
                <a:lnTo>
                  <a:pt x="2403267" y="73946"/>
                </a:lnTo>
                <a:lnTo>
                  <a:pt x="2404151" y="72988"/>
                </a:lnTo>
                <a:lnTo>
                  <a:pt x="2405127" y="71925"/>
                </a:lnTo>
                <a:lnTo>
                  <a:pt x="2406197" y="70756"/>
                </a:lnTo>
                <a:lnTo>
                  <a:pt x="2407358" y="69481"/>
                </a:lnTo>
                <a:lnTo>
                  <a:pt x="2408613" y="68101"/>
                </a:lnTo>
                <a:lnTo>
                  <a:pt x="2409960" y="66614"/>
                </a:lnTo>
                <a:lnTo>
                  <a:pt x="2411399" y="65022"/>
                </a:lnTo>
                <a:lnTo>
                  <a:pt x="2412931" y="63324"/>
                </a:lnTo>
                <a:lnTo>
                  <a:pt x="2414465" y="61607"/>
                </a:lnTo>
                <a:lnTo>
                  <a:pt x="2415909" y="59958"/>
                </a:lnTo>
                <a:lnTo>
                  <a:pt x="2417263" y="58378"/>
                </a:lnTo>
                <a:lnTo>
                  <a:pt x="2418528" y="56865"/>
                </a:lnTo>
                <a:lnTo>
                  <a:pt x="2419704" y="55420"/>
                </a:lnTo>
                <a:lnTo>
                  <a:pt x="2420790" y="54044"/>
                </a:lnTo>
                <a:lnTo>
                  <a:pt x="2421786" y="52735"/>
                </a:lnTo>
                <a:lnTo>
                  <a:pt x="2422693" y="51495"/>
                </a:lnTo>
                <a:lnTo>
                  <a:pt x="2423511" y="50323"/>
                </a:lnTo>
                <a:lnTo>
                  <a:pt x="2424239" y="49219"/>
                </a:lnTo>
                <a:lnTo>
                  <a:pt x="2424877" y="48183"/>
                </a:lnTo>
                <a:lnTo>
                  <a:pt x="2425426" y="47215"/>
                </a:lnTo>
                <a:lnTo>
                  <a:pt x="2425909" y="46282"/>
                </a:lnTo>
                <a:lnTo>
                  <a:pt x="2426350" y="45352"/>
                </a:lnTo>
                <a:lnTo>
                  <a:pt x="2426750" y="44424"/>
                </a:lnTo>
                <a:lnTo>
                  <a:pt x="2427107" y="43499"/>
                </a:lnTo>
                <a:lnTo>
                  <a:pt x="2427422" y="42576"/>
                </a:lnTo>
                <a:lnTo>
                  <a:pt x="2427695" y="41656"/>
                </a:lnTo>
                <a:lnTo>
                  <a:pt x="2427926" y="40738"/>
                </a:lnTo>
                <a:lnTo>
                  <a:pt x="2428115" y="39823"/>
                </a:lnTo>
                <a:lnTo>
                  <a:pt x="2428262" y="38910"/>
                </a:lnTo>
                <a:lnTo>
                  <a:pt x="2428367" y="37999"/>
                </a:lnTo>
                <a:lnTo>
                  <a:pt x="2428430" y="37091"/>
                </a:lnTo>
                <a:lnTo>
                  <a:pt x="2428451" y="36186"/>
                </a:lnTo>
                <a:lnTo>
                  <a:pt x="2428403" y="34754"/>
                </a:lnTo>
                <a:lnTo>
                  <a:pt x="2428256" y="33378"/>
                </a:lnTo>
                <a:lnTo>
                  <a:pt x="2428013" y="32058"/>
                </a:lnTo>
                <a:lnTo>
                  <a:pt x="2427672" y="30792"/>
                </a:lnTo>
                <a:lnTo>
                  <a:pt x="2427233" y="29582"/>
                </a:lnTo>
                <a:lnTo>
                  <a:pt x="2426698" y="28427"/>
                </a:lnTo>
                <a:lnTo>
                  <a:pt x="2426064" y="27328"/>
                </a:lnTo>
                <a:lnTo>
                  <a:pt x="2425334" y="26284"/>
                </a:lnTo>
                <a:lnTo>
                  <a:pt x="2424505" y="25295"/>
                </a:lnTo>
                <a:lnTo>
                  <a:pt x="2423580" y="24362"/>
                </a:lnTo>
                <a:lnTo>
                  <a:pt x="2422557" y="23483"/>
                </a:lnTo>
                <a:lnTo>
                  <a:pt x="2421437" y="22661"/>
                </a:lnTo>
                <a:lnTo>
                  <a:pt x="2420255" y="21898"/>
                </a:lnTo>
                <a:lnTo>
                  <a:pt x="2419050" y="21202"/>
                </a:lnTo>
                <a:lnTo>
                  <a:pt x="2417820" y="20572"/>
                </a:lnTo>
                <a:lnTo>
                  <a:pt x="2416565" y="20009"/>
                </a:lnTo>
                <a:lnTo>
                  <a:pt x="2415287" y="19512"/>
                </a:lnTo>
                <a:lnTo>
                  <a:pt x="2413983" y="19081"/>
                </a:lnTo>
                <a:lnTo>
                  <a:pt x="2412656" y="18716"/>
                </a:lnTo>
                <a:lnTo>
                  <a:pt x="2411304" y="18418"/>
                </a:lnTo>
                <a:lnTo>
                  <a:pt x="2409928" y="18186"/>
                </a:lnTo>
                <a:lnTo>
                  <a:pt x="2408528" y="18020"/>
                </a:lnTo>
                <a:lnTo>
                  <a:pt x="2407103" y="17921"/>
                </a:lnTo>
                <a:lnTo>
                  <a:pt x="2405654" y="17887"/>
                </a:lnTo>
                <a:lnTo>
                  <a:pt x="2404812" y="17895"/>
                </a:lnTo>
                <a:lnTo>
                  <a:pt x="2403955" y="17919"/>
                </a:lnTo>
                <a:lnTo>
                  <a:pt x="2403081" y="17959"/>
                </a:lnTo>
                <a:lnTo>
                  <a:pt x="2402190" y="18014"/>
                </a:lnTo>
                <a:lnTo>
                  <a:pt x="2401283" y="18085"/>
                </a:lnTo>
                <a:lnTo>
                  <a:pt x="2400360" y="18172"/>
                </a:lnTo>
                <a:lnTo>
                  <a:pt x="2399420" y="18275"/>
                </a:lnTo>
                <a:lnTo>
                  <a:pt x="2398463" y="18394"/>
                </a:lnTo>
                <a:lnTo>
                  <a:pt x="2397491" y="18529"/>
                </a:lnTo>
                <a:lnTo>
                  <a:pt x="2396502" y="18679"/>
                </a:lnTo>
                <a:lnTo>
                  <a:pt x="2395496" y="18845"/>
                </a:lnTo>
                <a:lnTo>
                  <a:pt x="2394474" y="19027"/>
                </a:lnTo>
                <a:lnTo>
                  <a:pt x="2393454" y="19220"/>
                </a:lnTo>
                <a:lnTo>
                  <a:pt x="2392456" y="19417"/>
                </a:lnTo>
                <a:lnTo>
                  <a:pt x="2391479" y="19621"/>
                </a:lnTo>
                <a:lnTo>
                  <a:pt x="2390523" y="19829"/>
                </a:lnTo>
                <a:lnTo>
                  <a:pt x="2389589" y="20043"/>
                </a:lnTo>
                <a:lnTo>
                  <a:pt x="2388676" y="20263"/>
                </a:lnTo>
                <a:lnTo>
                  <a:pt x="2387784" y="20488"/>
                </a:lnTo>
                <a:lnTo>
                  <a:pt x="2386914" y="20719"/>
                </a:lnTo>
                <a:lnTo>
                  <a:pt x="2386064" y="20955"/>
                </a:lnTo>
                <a:lnTo>
                  <a:pt x="2385237" y="21197"/>
                </a:lnTo>
                <a:lnTo>
                  <a:pt x="2384430" y="21444"/>
                </a:lnTo>
                <a:lnTo>
                  <a:pt x="2383645" y="21696"/>
                </a:lnTo>
                <a:lnTo>
                  <a:pt x="2382830" y="21974"/>
                </a:lnTo>
                <a:lnTo>
                  <a:pt x="2381935" y="22296"/>
                </a:lnTo>
                <a:lnTo>
                  <a:pt x="2380960" y="22662"/>
                </a:lnTo>
                <a:lnTo>
                  <a:pt x="2379904" y="23072"/>
                </a:lnTo>
                <a:lnTo>
                  <a:pt x="2378768" y="23527"/>
                </a:lnTo>
                <a:lnTo>
                  <a:pt x="2377551" y="24027"/>
                </a:lnTo>
                <a:lnTo>
                  <a:pt x="2376254" y="24570"/>
                </a:lnTo>
                <a:lnTo>
                  <a:pt x="2374877" y="25158"/>
                </a:lnTo>
                <a:lnTo>
                  <a:pt x="2373419" y="25791"/>
                </a:lnTo>
                <a:lnTo>
                  <a:pt x="2371881" y="26468"/>
                </a:lnTo>
                <a:lnTo>
                  <a:pt x="2370262" y="27189"/>
                </a:lnTo>
                <a:lnTo>
                  <a:pt x="2368563" y="27955"/>
                </a:lnTo>
                <a:lnTo>
                  <a:pt x="2368563" y="13476"/>
                </a:lnTo>
                <a:lnTo>
                  <a:pt x="2370405" y="12616"/>
                </a:lnTo>
                <a:lnTo>
                  <a:pt x="2372247" y="11802"/>
                </a:lnTo>
                <a:lnTo>
                  <a:pt x="2374090" y="11035"/>
                </a:lnTo>
                <a:lnTo>
                  <a:pt x="2375934" y="10313"/>
                </a:lnTo>
                <a:lnTo>
                  <a:pt x="2377778" y="9637"/>
                </a:lnTo>
                <a:lnTo>
                  <a:pt x="2379622" y="9007"/>
                </a:lnTo>
                <a:lnTo>
                  <a:pt x="2381468" y="8424"/>
                </a:lnTo>
                <a:lnTo>
                  <a:pt x="2383314" y="7886"/>
                </a:lnTo>
                <a:lnTo>
                  <a:pt x="2385160" y="7394"/>
                </a:lnTo>
                <a:lnTo>
                  <a:pt x="2387007" y="6949"/>
                </a:lnTo>
                <a:lnTo>
                  <a:pt x="2388855" y="6549"/>
                </a:lnTo>
                <a:lnTo>
                  <a:pt x="2390703" y="6195"/>
                </a:lnTo>
                <a:lnTo>
                  <a:pt x="2392525" y="5878"/>
                </a:lnTo>
                <a:lnTo>
                  <a:pt x="2394292" y="5588"/>
                </a:lnTo>
                <a:lnTo>
                  <a:pt x="2396006" y="5326"/>
                </a:lnTo>
                <a:lnTo>
                  <a:pt x="2397665" y="5092"/>
                </a:lnTo>
                <a:lnTo>
                  <a:pt x="2399269" y="4885"/>
                </a:lnTo>
                <a:lnTo>
                  <a:pt x="2400820" y="4705"/>
                </a:lnTo>
                <a:lnTo>
                  <a:pt x="2402316" y="4554"/>
                </a:lnTo>
                <a:lnTo>
                  <a:pt x="2403759" y="4430"/>
                </a:lnTo>
                <a:lnTo>
                  <a:pt x="2405147" y="4333"/>
                </a:lnTo>
                <a:lnTo>
                  <a:pt x="2406480" y="4264"/>
                </a:lnTo>
                <a:lnTo>
                  <a:pt x="2407760" y="4223"/>
                </a:lnTo>
                <a:lnTo>
                  <a:pt x="2408986" y="4209"/>
                </a:lnTo>
                <a:lnTo>
                  <a:pt x="2410742" y="4233"/>
                </a:lnTo>
                <a:lnTo>
                  <a:pt x="2412475" y="4305"/>
                </a:lnTo>
                <a:lnTo>
                  <a:pt x="2414183" y="4425"/>
                </a:lnTo>
                <a:lnTo>
                  <a:pt x="2415869" y="4594"/>
                </a:lnTo>
                <a:lnTo>
                  <a:pt x="2417530" y="4811"/>
                </a:lnTo>
                <a:lnTo>
                  <a:pt x="2419168" y="5075"/>
                </a:lnTo>
                <a:lnTo>
                  <a:pt x="2420782" y="5388"/>
                </a:lnTo>
                <a:lnTo>
                  <a:pt x="2422372" y="5749"/>
                </a:lnTo>
                <a:lnTo>
                  <a:pt x="2423938" y="6159"/>
                </a:lnTo>
                <a:lnTo>
                  <a:pt x="2425481" y="6616"/>
                </a:lnTo>
                <a:lnTo>
                  <a:pt x="2427000" y="7121"/>
                </a:lnTo>
                <a:lnTo>
                  <a:pt x="2428495" y="7675"/>
                </a:lnTo>
                <a:lnTo>
                  <a:pt x="2429947" y="8279"/>
                </a:lnTo>
                <a:lnTo>
                  <a:pt x="2431335" y="8936"/>
                </a:lnTo>
                <a:lnTo>
                  <a:pt x="2432660" y="9645"/>
                </a:lnTo>
                <a:lnTo>
                  <a:pt x="2433922" y="10408"/>
                </a:lnTo>
                <a:lnTo>
                  <a:pt x="2435120" y="11224"/>
                </a:lnTo>
                <a:lnTo>
                  <a:pt x="2436255" y="12093"/>
                </a:lnTo>
                <a:lnTo>
                  <a:pt x="2437327" y="13015"/>
                </a:lnTo>
                <a:lnTo>
                  <a:pt x="2438335" y="13989"/>
                </a:lnTo>
                <a:lnTo>
                  <a:pt x="2439280" y="15017"/>
                </a:lnTo>
                <a:lnTo>
                  <a:pt x="2440162" y="16098"/>
                </a:lnTo>
                <a:lnTo>
                  <a:pt x="2440980" y="17232"/>
                </a:lnTo>
                <a:lnTo>
                  <a:pt x="2441735" y="18419"/>
                </a:lnTo>
                <a:lnTo>
                  <a:pt x="2442429" y="19639"/>
                </a:lnTo>
                <a:lnTo>
                  <a:pt x="2443062" y="20872"/>
                </a:lnTo>
                <a:lnTo>
                  <a:pt x="2443634" y="22118"/>
                </a:lnTo>
                <a:lnTo>
                  <a:pt x="2444147" y="23378"/>
                </a:lnTo>
                <a:lnTo>
                  <a:pt x="2444599" y="24652"/>
                </a:lnTo>
                <a:lnTo>
                  <a:pt x="2444991" y="25939"/>
                </a:lnTo>
                <a:lnTo>
                  <a:pt x="2445322" y="27239"/>
                </a:lnTo>
                <a:lnTo>
                  <a:pt x="2445593" y="28553"/>
                </a:lnTo>
                <a:lnTo>
                  <a:pt x="2445804" y="29880"/>
                </a:lnTo>
                <a:lnTo>
                  <a:pt x="2445955" y="31220"/>
                </a:lnTo>
                <a:lnTo>
                  <a:pt x="2446045" y="32574"/>
                </a:lnTo>
                <a:lnTo>
                  <a:pt x="2446076" y="33942"/>
                </a:lnTo>
                <a:lnTo>
                  <a:pt x="2446037" y="35480"/>
                </a:lnTo>
                <a:lnTo>
                  <a:pt x="2445921" y="37024"/>
                </a:lnTo>
                <a:lnTo>
                  <a:pt x="2445728" y="38574"/>
                </a:lnTo>
                <a:lnTo>
                  <a:pt x="2445457" y="40130"/>
                </a:lnTo>
                <a:lnTo>
                  <a:pt x="2445109" y="41692"/>
                </a:lnTo>
                <a:lnTo>
                  <a:pt x="2444684" y="43261"/>
                </a:lnTo>
                <a:lnTo>
                  <a:pt x="2444181" y="44835"/>
                </a:lnTo>
                <a:lnTo>
                  <a:pt x="2443601" y="46416"/>
                </a:lnTo>
                <a:lnTo>
                  <a:pt x="2442944" y="48003"/>
                </a:lnTo>
                <a:lnTo>
                  <a:pt x="2442209" y="49595"/>
                </a:lnTo>
                <a:lnTo>
                  <a:pt x="2441397" y="51194"/>
                </a:lnTo>
                <a:lnTo>
                  <a:pt x="2440508" y="52799"/>
                </a:lnTo>
                <a:lnTo>
                  <a:pt x="2439511" y="54445"/>
                </a:lnTo>
                <a:lnTo>
                  <a:pt x="2438378" y="56168"/>
                </a:lnTo>
                <a:lnTo>
                  <a:pt x="2437107" y="57967"/>
                </a:lnTo>
                <a:lnTo>
                  <a:pt x="2435700" y="59842"/>
                </a:lnTo>
                <a:lnTo>
                  <a:pt x="2434155" y="61794"/>
                </a:lnTo>
                <a:lnTo>
                  <a:pt x="2432474" y="63822"/>
                </a:lnTo>
                <a:lnTo>
                  <a:pt x="2430655" y="65926"/>
                </a:lnTo>
                <a:lnTo>
                  <a:pt x="2428700" y="68107"/>
                </a:lnTo>
                <a:lnTo>
                  <a:pt x="2426607" y="70364"/>
                </a:lnTo>
                <a:lnTo>
                  <a:pt x="2424378" y="72698"/>
                </a:lnTo>
                <a:lnTo>
                  <a:pt x="2422011" y="75108"/>
                </a:lnTo>
                <a:lnTo>
                  <a:pt x="2419508" y="77594"/>
                </a:lnTo>
                <a:lnTo>
                  <a:pt x="2409512" y="87486"/>
                </a:lnTo>
                <a:lnTo>
                  <a:pt x="2401094" y="95715"/>
                </a:lnTo>
                <a:lnTo>
                  <a:pt x="2399785" y="97054"/>
                </a:lnTo>
                <a:lnTo>
                  <a:pt x="2398520" y="98385"/>
                </a:lnTo>
                <a:lnTo>
                  <a:pt x="2397296" y="99710"/>
                </a:lnTo>
                <a:lnTo>
                  <a:pt x="2396116" y="101027"/>
                </a:lnTo>
                <a:lnTo>
                  <a:pt x="2394977" y="102337"/>
                </a:lnTo>
                <a:lnTo>
                  <a:pt x="2393882" y="103639"/>
                </a:lnTo>
                <a:lnTo>
                  <a:pt x="2392829" y="104934"/>
                </a:lnTo>
                <a:lnTo>
                  <a:pt x="2391819" y="106222"/>
                </a:lnTo>
                <a:lnTo>
                  <a:pt x="2390851" y="107503"/>
                </a:lnTo>
                <a:lnTo>
                  <a:pt x="2389927" y="108776"/>
                </a:lnTo>
                <a:lnTo>
                  <a:pt x="2389044" y="110042"/>
                </a:lnTo>
                <a:lnTo>
                  <a:pt x="2388205" y="111301"/>
                </a:lnTo>
                <a:lnTo>
                  <a:pt x="2387417" y="112575"/>
                </a:lnTo>
                <a:lnTo>
                  <a:pt x="2386690" y="113890"/>
                </a:lnTo>
                <a:lnTo>
                  <a:pt x="2386023" y="115245"/>
                </a:lnTo>
                <a:lnTo>
                  <a:pt x="2385418" y="116640"/>
                </a:lnTo>
                <a:lnTo>
                  <a:pt x="2384874" y="118075"/>
                </a:lnTo>
                <a:lnTo>
                  <a:pt x="2384390" y="119550"/>
                </a:lnTo>
                <a:lnTo>
                  <a:pt x="2383968" y="121066"/>
                </a:lnTo>
                <a:lnTo>
                  <a:pt x="2383606" y="122621"/>
                </a:lnTo>
                <a:lnTo>
                  <a:pt x="2383305" y="124217"/>
                </a:lnTo>
                <a:lnTo>
                  <a:pt x="2383065" y="125853"/>
                </a:lnTo>
                <a:lnTo>
                  <a:pt x="2382886" y="127529"/>
                </a:lnTo>
                <a:lnTo>
                  <a:pt x="2382768" y="129246"/>
                </a:lnTo>
                <a:lnTo>
                  <a:pt x="2448180" y="129246"/>
                </a:lnTo>
                <a:lnTo>
                  <a:pt x="2448180" y="144327"/>
                </a:lnTo>
                <a:close/>
                <a:moveTo>
                  <a:pt x="2554127" y="176945"/>
                </a:moveTo>
                <a:lnTo>
                  <a:pt x="2550132" y="176622"/>
                </a:lnTo>
                <a:lnTo>
                  <a:pt x="2546243" y="176150"/>
                </a:lnTo>
                <a:lnTo>
                  <a:pt x="2542460" y="175528"/>
                </a:lnTo>
                <a:lnTo>
                  <a:pt x="2538783" y="174757"/>
                </a:lnTo>
                <a:lnTo>
                  <a:pt x="2535211" y="173837"/>
                </a:lnTo>
                <a:lnTo>
                  <a:pt x="2531746" y="172767"/>
                </a:lnTo>
                <a:lnTo>
                  <a:pt x="2528387" y="171548"/>
                </a:lnTo>
                <a:lnTo>
                  <a:pt x="2525133" y="170180"/>
                </a:lnTo>
                <a:lnTo>
                  <a:pt x="2521986" y="168663"/>
                </a:lnTo>
                <a:lnTo>
                  <a:pt x="2518944" y="166996"/>
                </a:lnTo>
                <a:lnTo>
                  <a:pt x="2516009" y="165180"/>
                </a:lnTo>
                <a:lnTo>
                  <a:pt x="2513179" y="163215"/>
                </a:lnTo>
                <a:lnTo>
                  <a:pt x="2510449" y="161116"/>
                </a:lnTo>
                <a:lnTo>
                  <a:pt x="2507812" y="158898"/>
                </a:lnTo>
                <a:lnTo>
                  <a:pt x="2505268" y="156561"/>
                </a:lnTo>
                <a:lnTo>
                  <a:pt x="2502818" y="154106"/>
                </a:lnTo>
                <a:lnTo>
                  <a:pt x="2500460" y="151532"/>
                </a:lnTo>
                <a:lnTo>
                  <a:pt x="2498196" y="148839"/>
                </a:lnTo>
                <a:lnTo>
                  <a:pt x="2496025" y="146028"/>
                </a:lnTo>
                <a:lnTo>
                  <a:pt x="2493947" y="143097"/>
                </a:lnTo>
                <a:lnTo>
                  <a:pt x="2491963" y="140048"/>
                </a:lnTo>
                <a:lnTo>
                  <a:pt x="2490071" y="136880"/>
                </a:lnTo>
                <a:lnTo>
                  <a:pt x="2488272" y="133594"/>
                </a:lnTo>
                <a:lnTo>
                  <a:pt x="2486567" y="130188"/>
                </a:lnTo>
                <a:lnTo>
                  <a:pt x="2484978" y="126722"/>
                </a:lnTo>
                <a:lnTo>
                  <a:pt x="2483526" y="123255"/>
                </a:lnTo>
                <a:lnTo>
                  <a:pt x="2482213" y="119787"/>
                </a:lnTo>
                <a:lnTo>
                  <a:pt x="2481038" y="116317"/>
                </a:lnTo>
                <a:lnTo>
                  <a:pt x="2480002" y="112846"/>
                </a:lnTo>
                <a:lnTo>
                  <a:pt x="2479103" y="109374"/>
                </a:lnTo>
                <a:lnTo>
                  <a:pt x="2478343" y="105901"/>
                </a:lnTo>
                <a:lnTo>
                  <a:pt x="2477721" y="102427"/>
                </a:lnTo>
                <a:lnTo>
                  <a:pt x="2477237" y="98951"/>
                </a:lnTo>
                <a:lnTo>
                  <a:pt x="2476892" y="95474"/>
                </a:lnTo>
                <a:lnTo>
                  <a:pt x="2476684" y="91996"/>
                </a:lnTo>
                <a:lnTo>
                  <a:pt x="2476615" y="88517"/>
                </a:lnTo>
                <a:lnTo>
                  <a:pt x="2476684" y="85037"/>
                </a:lnTo>
                <a:lnTo>
                  <a:pt x="2476892" y="81559"/>
                </a:lnTo>
                <a:lnTo>
                  <a:pt x="2477237" y="78082"/>
                </a:lnTo>
                <a:lnTo>
                  <a:pt x="2477721" y="74607"/>
                </a:lnTo>
                <a:lnTo>
                  <a:pt x="2478343" y="71133"/>
                </a:lnTo>
                <a:lnTo>
                  <a:pt x="2479103" y="67659"/>
                </a:lnTo>
                <a:lnTo>
                  <a:pt x="2480002" y="64188"/>
                </a:lnTo>
                <a:lnTo>
                  <a:pt x="2481038" y="60717"/>
                </a:lnTo>
                <a:lnTo>
                  <a:pt x="2482213" y="57248"/>
                </a:lnTo>
                <a:lnTo>
                  <a:pt x="2483526" y="53780"/>
                </a:lnTo>
                <a:lnTo>
                  <a:pt x="2484978" y="50313"/>
                </a:lnTo>
                <a:lnTo>
                  <a:pt x="2486567" y="46848"/>
                </a:lnTo>
                <a:lnTo>
                  <a:pt x="2488272" y="43442"/>
                </a:lnTo>
                <a:lnTo>
                  <a:pt x="2490071" y="40155"/>
                </a:lnTo>
                <a:lnTo>
                  <a:pt x="2491963" y="36986"/>
                </a:lnTo>
                <a:lnTo>
                  <a:pt x="2493947" y="33937"/>
                </a:lnTo>
                <a:lnTo>
                  <a:pt x="2496025" y="31006"/>
                </a:lnTo>
                <a:lnTo>
                  <a:pt x="2498196" y="28194"/>
                </a:lnTo>
                <a:lnTo>
                  <a:pt x="2500460" y="25501"/>
                </a:lnTo>
                <a:lnTo>
                  <a:pt x="2502818" y="22927"/>
                </a:lnTo>
                <a:lnTo>
                  <a:pt x="2505268" y="20472"/>
                </a:lnTo>
                <a:lnTo>
                  <a:pt x="2507812" y="18135"/>
                </a:lnTo>
                <a:lnTo>
                  <a:pt x="2510449" y="15917"/>
                </a:lnTo>
                <a:lnTo>
                  <a:pt x="2513179" y="13818"/>
                </a:lnTo>
                <a:lnTo>
                  <a:pt x="2516009" y="11852"/>
                </a:lnTo>
                <a:lnTo>
                  <a:pt x="2518944" y="10035"/>
                </a:lnTo>
                <a:lnTo>
                  <a:pt x="2521986" y="8365"/>
                </a:lnTo>
                <a:lnTo>
                  <a:pt x="2525133" y="6843"/>
                </a:lnTo>
                <a:lnTo>
                  <a:pt x="2528387" y="5469"/>
                </a:lnTo>
                <a:lnTo>
                  <a:pt x="2531746" y="4244"/>
                </a:lnTo>
                <a:lnTo>
                  <a:pt x="2535211" y="3166"/>
                </a:lnTo>
                <a:lnTo>
                  <a:pt x="2538783" y="2237"/>
                </a:lnTo>
                <a:lnTo>
                  <a:pt x="2542460" y="1456"/>
                </a:lnTo>
                <a:lnTo>
                  <a:pt x="2546243" y="822"/>
                </a:lnTo>
                <a:lnTo>
                  <a:pt x="2550132" y="337"/>
                </a:lnTo>
                <a:lnTo>
                  <a:pt x="2554127" y="0"/>
                </a:lnTo>
                <a:lnTo>
                  <a:pt x="2554127" y="13679"/>
                </a:lnTo>
                <a:lnTo>
                  <a:pt x="2551109" y="14019"/>
                </a:lnTo>
                <a:lnTo>
                  <a:pt x="2548161" y="14484"/>
                </a:lnTo>
                <a:lnTo>
                  <a:pt x="2545285" y="15073"/>
                </a:lnTo>
                <a:lnTo>
                  <a:pt x="2542480" y="15788"/>
                </a:lnTo>
                <a:lnTo>
                  <a:pt x="2539746" y="16627"/>
                </a:lnTo>
                <a:lnTo>
                  <a:pt x="2537084" y="17592"/>
                </a:lnTo>
                <a:lnTo>
                  <a:pt x="2534493" y="18681"/>
                </a:lnTo>
                <a:lnTo>
                  <a:pt x="2531973" y="19894"/>
                </a:lnTo>
                <a:lnTo>
                  <a:pt x="2529524" y="21233"/>
                </a:lnTo>
                <a:lnTo>
                  <a:pt x="2527146" y="22697"/>
                </a:lnTo>
                <a:lnTo>
                  <a:pt x="2524840" y="24285"/>
                </a:lnTo>
                <a:lnTo>
                  <a:pt x="2522605" y="25998"/>
                </a:lnTo>
                <a:lnTo>
                  <a:pt x="2520445" y="27814"/>
                </a:lnTo>
                <a:lnTo>
                  <a:pt x="2518363" y="29711"/>
                </a:lnTo>
                <a:lnTo>
                  <a:pt x="2516360" y="31689"/>
                </a:lnTo>
                <a:lnTo>
                  <a:pt x="2514436" y="33748"/>
                </a:lnTo>
                <a:lnTo>
                  <a:pt x="2512590" y="35888"/>
                </a:lnTo>
                <a:lnTo>
                  <a:pt x="2510823" y="38109"/>
                </a:lnTo>
                <a:lnTo>
                  <a:pt x="2509134" y="40411"/>
                </a:lnTo>
                <a:lnTo>
                  <a:pt x="2507524" y="42794"/>
                </a:lnTo>
                <a:lnTo>
                  <a:pt x="2505992" y="45258"/>
                </a:lnTo>
                <a:lnTo>
                  <a:pt x="2504539" y="47803"/>
                </a:lnTo>
                <a:lnTo>
                  <a:pt x="2503164" y="50429"/>
                </a:lnTo>
                <a:lnTo>
                  <a:pt x="2501868" y="53136"/>
                </a:lnTo>
                <a:lnTo>
                  <a:pt x="2500664" y="55900"/>
                </a:lnTo>
                <a:lnTo>
                  <a:pt x="2499564" y="58697"/>
                </a:lnTo>
                <a:lnTo>
                  <a:pt x="2498569" y="61526"/>
                </a:lnTo>
                <a:lnTo>
                  <a:pt x="2497679" y="64389"/>
                </a:lnTo>
                <a:lnTo>
                  <a:pt x="2496893" y="67284"/>
                </a:lnTo>
                <a:lnTo>
                  <a:pt x="2496212" y="70213"/>
                </a:lnTo>
                <a:lnTo>
                  <a:pt x="2495636" y="73174"/>
                </a:lnTo>
                <a:lnTo>
                  <a:pt x="2495165" y="76168"/>
                </a:lnTo>
                <a:lnTo>
                  <a:pt x="2494799" y="79195"/>
                </a:lnTo>
                <a:lnTo>
                  <a:pt x="2494537" y="82254"/>
                </a:lnTo>
                <a:lnTo>
                  <a:pt x="2494380" y="85347"/>
                </a:lnTo>
                <a:lnTo>
                  <a:pt x="2494327" y="88473"/>
                </a:lnTo>
                <a:lnTo>
                  <a:pt x="2494380" y="91598"/>
                </a:lnTo>
                <a:lnTo>
                  <a:pt x="2494537" y="94691"/>
                </a:lnTo>
                <a:lnTo>
                  <a:pt x="2494799" y="97751"/>
                </a:lnTo>
                <a:lnTo>
                  <a:pt x="2495165" y="100778"/>
                </a:lnTo>
                <a:lnTo>
                  <a:pt x="2495636" y="103772"/>
                </a:lnTo>
                <a:lnTo>
                  <a:pt x="2496212" y="106733"/>
                </a:lnTo>
                <a:lnTo>
                  <a:pt x="2496893" y="109661"/>
                </a:lnTo>
                <a:lnTo>
                  <a:pt x="2497679" y="112556"/>
                </a:lnTo>
                <a:lnTo>
                  <a:pt x="2498569" y="115419"/>
                </a:lnTo>
                <a:lnTo>
                  <a:pt x="2499564" y="118249"/>
                </a:lnTo>
                <a:lnTo>
                  <a:pt x="2500664" y="121045"/>
                </a:lnTo>
                <a:lnTo>
                  <a:pt x="2501868" y="123809"/>
                </a:lnTo>
                <a:lnTo>
                  <a:pt x="2503164" y="126516"/>
                </a:lnTo>
                <a:lnTo>
                  <a:pt x="2504539" y="129141"/>
                </a:lnTo>
                <a:lnTo>
                  <a:pt x="2505992" y="131684"/>
                </a:lnTo>
                <a:lnTo>
                  <a:pt x="2507524" y="134146"/>
                </a:lnTo>
                <a:lnTo>
                  <a:pt x="2509134" y="136526"/>
                </a:lnTo>
                <a:lnTo>
                  <a:pt x="2510823" y="138825"/>
                </a:lnTo>
                <a:lnTo>
                  <a:pt x="2512590" y="141042"/>
                </a:lnTo>
                <a:lnTo>
                  <a:pt x="2514436" y="143177"/>
                </a:lnTo>
                <a:lnTo>
                  <a:pt x="2516360" y="145231"/>
                </a:lnTo>
                <a:lnTo>
                  <a:pt x="2518363" y="147204"/>
                </a:lnTo>
                <a:lnTo>
                  <a:pt x="2520445" y="149094"/>
                </a:lnTo>
                <a:lnTo>
                  <a:pt x="2522605" y="150903"/>
                </a:lnTo>
                <a:lnTo>
                  <a:pt x="2524840" y="152610"/>
                </a:lnTo>
                <a:lnTo>
                  <a:pt x="2527146" y="154194"/>
                </a:lnTo>
                <a:lnTo>
                  <a:pt x="2529524" y="155655"/>
                </a:lnTo>
                <a:lnTo>
                  <a:pt x="2531973" y="156992"/>
                </a:lnTo>
                <a:lnTo>
                  <a:pt x="2534493" y="158207"/>
                </a:lnTo>
                <a:lnTo>
                  <a:pt x="2537084" y="159299"/>
                </a:lnTo>
                <a:lnTo>
                  <a:pt x="2539746" y="160268"/>
                </a:lnTo>
                <a:lnTo>
                  <a:pt x="2542480" y="161114"/>
                </a:lnTo>
                <a:lnTo>
                  <a:pt x="2545285" y="161836"/>
                </a:lnTo>
                <a:lnTo>
                  <a:pt x="2548161" y="162436"/>
                </a:lnTo>
                <a:lnTo>
                  <a:pt x="2551109" y="162913"/>
                </a:lnTo>
                <a:lnTo>
                  <a:pt x="2554127" y="163267"/>
                </a:lnTo>
                <a:lnTo>
                  <a:pt x="2554127" y="176945"/>
                </a:lnTo>
                <a:close/>
                <a:moveTo>
                  <a:pt x="2595014" y="8242"/>
                </a:moveTo>
                <a:lnTo>
                  <a:pt x="2597095" y="8308"/>
                </a:lnTo>
                <a:lnTo>
                  <a:pt x="2599100" y="8505"/>
                </a:lnTo>
                <a:lnTo>
                  <a:pt x="2601028" y="8834"/>
                </a:lnTo>
                <a:lnTo>
                  <a:pt x="2602881" y="9294"/>
                </a:lnTo>
                <a:lnTo>
                  <a:pt x="2604657" y="9886"/>
                </a:lnTo>
                <a:lnTo>
                  <a:pt x="2606358" y="10610"/>
                </a:lnTo>
                <a:lnTo>
                  <a:pt x="2607982" y="11465"/>
                </a:lnTo>
                <a:lnTo>
                  <a:pt x="2609530" y="12451"/>
                </a:lnTo>
                <a:lnTo>
                  <a:pt x="2611002" y="13569"/>
                </a:lnTo>
                <a:lnTo>
                  <a:pt x="2612398" y="14819"/>
                </a:lnTo>
                <a:lnTo>
                  <a:pt x="2613718" y="16200"/>
                </a:lnTo>
                <a:lnTo>
                  <a:pt x="2614962" y="17712"/>
                </a:lnTo>
                <a:lnTo>
                  <a:pt x="2616117" y="19329"/>
                </a:lnTo>
                <a:lnTo>
                  <a:pt x="2617172" y="21025"/>
                </a:lnTo>
                <a:lnTo>
                  <a:pt x="2618127" y="22798"/>
                </a:lnTo>
                <a:lnTo>
                  <a:pt x="2618981" y="24649"/>
                </a:lnTo>
                <a:lnTo>
                  <a:pt x="2619734" y="26578"/>
                </a:lnTo>
                <a:lnTo>
                  <a:pt x="2620387" y="28585"/>
                </a:lnTo>
                <a:lnTo>
                  <a:pt x="2620940" y="30670"/>
                </a:lnTo>
                <a:lnTo>
                  <a:pt x="2621392" y="32833"/>
                </a:lnTo>
                <a:lnTo>
                  <a:pt x="2621744" y="35073"/>
                </a:lnTo>
                <a:lnTo>
                  <a:pt x="2621995" y="37392"/>
                </a:lnTo>
                <a:lnTo>
                  <a:pt x="2622145" y="39789"/>
                </a:lnTo>
                <a:lnTo>
                  <a:pt x="2622196" y="42263"/>
                </a:lnTo>
                <a:lnTo>
                  <a:pt x="2622145" y="44752"/>
                </a:lnTo>
                <a:lnTo>
                  <a:pt x="2621995" y="47160"/>
                </a:lnTo>
                <a:lnTo>
                  <a:pt x="2621744" y="49489"/>
                </a:lnTo>
                <a:lnTo>
                  <a:pt x="2621392" y="51738"/>
                </a:lnTo>
                <a:lnTo>
                  <a:pt x="2620940" y="53907"/>
                </a:lnTo>
                <a:lnTo>
                  <a:pt x="2620387" y="55997"/>
                </a:lnTo>
                <a:lnTo>
                  <a:pt x="2619734" y="58007"/>
                </a:lnTo>
                <a:lnTo>
                  <a:pt x="2618981" y="59937"/>
                </a:lnTo>
                <a:lnTo>
                  <a:pt x="2618127" y="61787"/>
                </a:lnTo>
                <a:lnTo>
                  <a:pt x="2617172" y="63557"/>
                </a:lnTo>
                <a:lnTo>
                  <a:pt x="2616117" y="65248"/>
                </a:lnTo>
                <a:lnTo>
                  <a:pt x="2614962" y="66859"/>
                </a:lnTo>
                <a:lnTo>
                  <a:pt x="2613718" y="68364"/>
                </a:lnTo>
                <a:lnTo>
                  <a:pt x="2612398" y="69739"/>
                </a:lnTo>
                <a:lnTo>
                  <a:pt x="2611002" y="70983"/>
                </a:lnTo>
                <a:lnTo>
                  <a:pt x="2609530" y="72095"/>
                </a:lnTo>
                <a:lnTo>
                  <a:pt x="2607982" y="73077"/>
                </a:lnTo>
                <a:lnTo>
                  <a:pt x="2606358" y="73928"/>
                </a:lnTo>
                <a:lnTo>
                  <a:pt x="2604657" y="74648"/>
                </a:lnTo>
                <a:lnTo>
                  <a:pt x="2602881" y="75237"/>
                </a:lnTo>
                <a:lnTo>
                  <a:pt x="2601028" y="75696"/>
                </a:lnTo>
                <a:lnTo>
                  <a:pt x="2599100" y="76023"/>
                </a:lnTo>
                <a:lnTo>
                  <a:pt x="2597095" y="76219"/>
                </a:lnTo>
                <a:lnTo>
                  <a:pt x="2595014" y="76285"/>
                </a:lnTo>
                <a:lnTo>
                  <a:pt x="2592933" y="76219"/>
                </a:lnTo>
                <a:lnTo>
                  <a:pt x="2590927" y="76023"/>
                </a:lnTo>
                <a:lnTo>
                  <a:pt x="2588996" y="75696"/>
                </a:lnTo>
                <a:lnTo>
                  <a:pt x="2587142" y="75237"/>
                </a:lnTo>
                <a:lnTo>
                  <a:pt x="2585362" y="74648"/>
                </a:lnTo>
                <a:lnTo>
                  <a:pt x="2583659" y="73928"/>
                </a:lnTo>
                <a:lnTo>
                  <a:pt x="2582031" y="73077"/>
                </a:lnTo>
                <a:lnTo>
                  <a:pt x="2580478" y="72095"/>
                </a:lnTo>
                <a:lnTo>
                  <a:pt x="2579001" y="70983"/>
                </a:lnTo>
                <a:lnTo>
                  <a:pt x="2577599" y="69739"/>
                </a:lnTo>
                <a:lnTo>
                  <a:pt x="2576273" y="68364"/>
                </a:lnTo>
                <a:lnTo>
                  <a:pt x="2575022" y="66859"/>
                </a:lnTo>
                <a:lnTo>
                  <a:pt x="2573860" y="65248"/>
                </a:lnTo>
                <a:lnTo>
                  <a:pt x="2572798" y="63557"/>
                </a:lnTo>
                <a:lnTo>
                  <a:pt x="2571838" y="61787"/>
                </a:lnTo>
                <a:lnTo>
                  <a:pt x="2570979" y="59937"/>
                </a:lnTo>
                <a:lnTo>
                  <a:pt x="2570221" y="58007"/>
                </a:lnTo>
                <a:lnTo>
                  <a:pt x="2569564" y="55997"/>
                </a:lnTo>
                <a:lnTo>
                  <a:pt x="2569008" y="53907"/>
                </a:lnTo>
                <a:lnTo>
                  <a:pt x="2568553" y="51738"/>
                </a:lnTo>
                <a:lnTo>
                  <a:pt x="2568199" y="49489"/>
                </a:lnTo>
                <a:lnTo>
                  <a:pt x="2567946" y="47160"/>
                </a:lnTo>
                <a:lnTo>
                  <a:pt x="2567795" y="44752"/>
                </a:lnTo>
                <a:lnTo>
                  <a:pt x="2567744" y="42263"/>
                </a:lnTo>
                <a:lnTo>
                  <a:pt x="2567795" y="39789"/>
                </a:lnTo>
                <a:lnTo>
                  <a:pt x="2567946" y="37392"/>
                </a:lnTo>
                <a:lnTo>
                  <a:pt x="2568199" y="35073"/>
                </a:lnTo>
                <a:lnTo>
                  <a:pt x="2568553" y="32833"/>
                </a:lnTo>
                <a:lnTo>
                  <a:pt x="2569008" y="30670"/>
                </a:lnTo>
                <a:lnTo>
                  <a:pt x="2569564" y="28585"/>
                </a:lnTo>
                <a:lnTo>
                  <a:pt x="2570221" y="26578"/>
                </a:lnTo>
                <a:lnTo>
                  <a:pt x="2570979" y="24649"/>
                </a:lnTo>
                <a:lnTo>
                  <a:pt x="2571838" y="22798"/>
                </a:lnTo>
                <a:lnTo>
                  <a:pt x="2572798" y="21025"/>
                </a:lnTo>
                <a:lnTo>
                  <a:pt x="2573860" y="19329"/>
                </a:lnTo>
                <a:lnTo>
                  <a:pt x="2575022" y="17712"/>
                </a:lnTo>
                <a:lnTo>
                  <a:pt x="2576273" y="16200"/>
                </a:lnTo>
                <a:lnTo>
                  <a:pt x="2577599" y="14819"/>
                </a:lnTo>
                <a:lnTo>
                  <a:pt x="2579001" y="13569"/>
                </a:lnTo>
                <a:lnTo>
                  <a:pt x="2580478" y="12451"/>
                </a:lnTo>
                <a:lnTo>
                  <a:pt x="2582031" y="11465"/>
                </a:lnTo>
                <a:lnTo>
                  <a:pt x="2583659" y="10610"/>
                </a:lnTo>
                <a:lnTo>
                  <a:pt x="2585362" y="9886"/>
                </a:lnTo>
                <a:lnTo>
                  <a:pt x="2587142" y="9294"/>
                </a:lnTo>
                <a:lnTo>
                  <a:pt x="2588996" y="8834"/>
                </a:lnTo>
                <a:lnTo>
                  <a:pt x="2590927" y="8505"/>
                </a:lnTo>
                <a:lnTo>
                  <a:pt x="2592933" y="8308"/>
                </a:lnTo>
                <a:lnTo>
                  <a:pt x="2595014" y="8242"/>
                </a:lnTo>
                <a:moveTo>
                  <a:pt x="2595014" y="19115"/>
                </a:moveTo>
                <a:lnTo>
                  <a:pt x="2593857" y="19162"/>
                </a:lnTo>
                <a:lnTo>
                  <a:pt x="2592753" y="19304"/>
                </a:lnTo>
                <a:lnTo>
                  <a:pt x="2591704" y="19541"/>
                </a:lnTo>
                <a:lnTo>
                  <a:pt x="2590708" y="19872"/>
                </a:lnTo>
                <a:lnTo>
                  <a:pt x="2589765" y="20297"/>
                </a:lnTo>
                <a:lnTo>
                  <a:pt x="2588876" y="20817"/>
                </a:lnTo>
                <a:lnTo>
                  <a:pt x="2588041" y="21432"/>
                </a:lnTo>
                <a:lnTo>
                  <a:pt x="2587259" y="22141"/>
                </a:lnTo>
                <a:lnTo>
                  <a:pt x="2586530" y="22945"/>
                </a:lnTo>
                <a:lnTo>
                  <a:pt x="2585856" y="23844"/>
                </a:lnTo>
                <a:lnTo>
                  <a:pt x="2585235" y="24837"/>
                </a:lnTo>
                <a:lnTo>
                  <a:pt x="2584667" y="25924"/>
                </a:lnTo>
                <a:lnTo>
                  <a:pt x="2584149" y="27077"/>
                </a:lnTo>
                <a:lnTo>
                  <a:pt x="2583676" y="28268"/>
                </a:lnTo>
                <a:lnTo>
                  <a:pt x="2583248" y="29495"/>
                </a:lnTo>
                <a:lnTo>
                  <a:pt x="2582865" y="30760"/>
                </a:lnTo>
                <a:lnTo>
                  <a:pt x="2582527" y="32062"/>
                </a:lnTo>
                <a:lnTo>
                  <a:pt x="2582234" y="33401"/>
                </a:lnTo>
                <a:lnTo>
                  <a:pt x="2581986" y="34778"/>
                </a:lnTo>
                <a:lnTo>
                  <a:pt x="2581783" y="36192"/>
                </a:lnTo>
                <a:lnTo>
                  <a:pt x="2581626" y="37643"/>
                </a:lnTo>
                <a:lnTo>
                  <a:pt x="2581513" y="39131"/>
                </a:lnTo>
                <a:lnTo>
                  <a:pt x="2581445" y="40657"/>
                </a:lnTo>
                <a:lnTo>
                  <a:pt x="2581423" y="42220"/>
                </a:lnTo>
                <a:lnTo>
                  <a:pt x="2581445" y="43797"/>
                </a:lnTo>
                <a:lnTo>
                  <a:pt x="2581513" y="45335"/>
                </a:lnTo>
                <a:lnTo>
                  <a:pt x="2581626" y="46835"/>
                </a:lnTo>
                <a:lnTo>
                  <a:pt x="2581783" y="48297"/>
                </a:lnTo>
                <a:lnTo>
                  <a:pt x="2581986" y="49720"/>
                </a:lnTo>
                <a:lnTo>
                  <a:pt x="2582234" y="51104"/>
                </a:lnTo>
                <a:lnTo>
                  <a:pt x="2582527" y="52451"/>
                </a:lnTo>
                <a:lnTo>
                  <a:pt x="2582865" y="53759"/>
                </a:lnTo>
                <a:lnTo>
                  <a:pt x="2583248" y="55028"/>
                </a:lnTo>
                <a:lnTo>
                  <a:pt x="2583676" y="56259"/>
                </a:lnTo>
                <a:lnTo>
                  <a:pt x="2584149" y="57451"/>
                </a:lnTo>
                <a:lnTo>
                  <a:pt x="2584667" y="58605"/>
                </a:lnTo>
                <a:lnTo>
                  <a:pt x="2585235" y="59693"/>
                </a:lnTo>
                <a:lnTo>
                  <a:pt x="2585856" y="60685"/>
                </a:lnTo>
                <a:lnTo>
                  <a:pt x="2586530" y="61583"/>
                </a:lnTo>
                <a:lnTo>
                  <a:pt x="2587259" y="62387"/>
                </a:lnTo>
                <a:lnTo>
                  <a:pt x="2588041" y="63096"/>
                </a:lnTo>
                <a:lnTo>
                  <a:pt x="2588876" y="63710"/>
                </a:lnTo>
                <a:lnTo>
                  <a:pt x="2589765" y="64230"/>
                </a:lnTo>
                <a:lnTo>
                  <a:pt x="2590708" y="64656"/>
                </a:lnTo>
                <a:lnTo>
                  <a:pt x="2591704" y="64987"/>
                </a:lnTo>
                <a:lnTo>
                  <a:pt x="2592753" y="65223"/>
                </a:lnTo>
                <a:lnTo>
                  <a:pt x="2593857" y="65365"/>
                </a:lnTo>
                <a:lnTo>
                  <a:pt x="2595014" y="65412"/>
                </a:lnTo>
                <a:lnTo>
                  <a:pt x="2596157" y="65365"/>
                </a:lnTo>
                <a:lnTo>
                  <a:pt x="2597248" y="65223"/>
                </a:lnTo>
                <a:lnTo>
                  <a:pt x="2598288" y="64987"/>
                </a:lnTo>
                <a:lnTo>
                  <a:pt x="2599276" y="64656"/>
                </a:lnTo>
                <a:lnTo>
                  <a:pt x="2600212" y="64230"/>
                </a:lnTo>
                <a:lnTo>
                  <a:pt x="2601097" y="63710"/>
                </a:lnTo>
                <a:lnTo>
                  <a:pt x="2601930" y="63096"/>
                </a:lnTo>
                <a:lnTo>
                  <a:pt x="2602710" y="62387"/>
                </a:lnTo>
                <a:lnTo>
                  <a:pt x="2603440" y="61583"/>
                </a:lnTo>
                <a:lnTo>
                  <a:pt x="2604117" y="60685"/>
                </a:lnTo>
                <a:lnTo>
                  <a:pt x="2604743" y="59693"/>
                </a:lnTo>
                <a:lnTo>
                  <a:pt x="2605317" y="58605"/>
                </a:lnTo>
                <a:lnTo>
                  <a:pt x="2605842" y="57451"/>
                </a:lnTo>
                <a:lnTo>
                  <a:pt x="2606321" y="56259"/>
                </a:lnTo>
                <a:lnTo>
                  <a:pt x="2606755" y="55028"/>
                </a:lnTo>
                <a:lnTo>
                  <a:pt x="2607143" y="53759"/>
                </a:lnTo>
                <a:lnTo>
                  <a:pt x="2607486" y="52451"/>
                </a:lnTo>
                <a:lnTo>
                  <a:pt x="2607783" y="51104"/>
                </a:lnTo>
                <a:lnTo>
                  <a:pt x="2608034" y="49720"/>
                </a:lnTo>
                <a:lnTo>
                  <a:pt x="2608239" y="48297"/>
                </a:lnTo>
                <a:lnTo>
                  <a:pt x="2608399" y="46835"/>
                </a:lnTo>
                <a:lnTo>
                  <a:pt x="2608513" y="45335"/>
                </a:lnTo>
                <a:lnTo>
                  <a:pt x="2608582" y="43797"/>
                </a:lnTo>
                <a:lnTo>
                  <a:pt x="2608605" y="42220"/>
                </a:lnTo>
                <a:lnTo>
                  <a:pt x="2608582" y="40657"/>
                </a:lnTo>
                <a:lnTo>
                  <a:pt x="2608513" y="39131"/>
                </a:lnTo>
                <a:lnTo>
                  <a:pt x="2608399" y="37643"/>
                </a:lnTo>
                <a:lnTo>
                  <a:pt x="2608239" y="36192"/>
                </a:lnTo>
                <a:lnTo>
                  <a:pt x="2608034" y="34778"/>
                </a:lnTo>
                <a:lnTo>
                  <a:pt x="2607783" y="33401"/>
                </a:lnTo>
                <a:lnTo>
                  <a:pt x="2607486" y="32062"/>
                </a:lnTo>
                <a:lnTo>
                  <a:pt x="2607143" y="30760"/>
                </a:lnTo>
                <a:lnTo>
                  <a:pt x="2606755" y="29495"/>
                </a:lnTo>
                <a:lnTo>
                  <a:pt x="2606321" y="28268"/>
                </a:lnTo>
                <a:lnTo>
                  <a:pt x="2605842" y="27077"/>
                </a:lnTo>
                <a:lnTo>
                  <a:pt x="2605317" y="25924"/>
                </a:lnTo>
                <a:lnTo>
                  <a:pt x="2604743" y="24837"/>
                </a:lnTo>
                <a:lnTo>
                  <a:pt x="2604117" y="23844"/>
                </a:lnTo>
                <a:lnTo>
                  <a:pt x="2603440" y="22945"/>
                </a:lnTo>
                <a:lnTo>
                  <a:pt x="2602710" y="22141"/>
                </a:lnTo>
                <a:lnTo>
                  <a:pt x="2601930" y="21432"/>
                </a:lnTo>
                <a:lnTo>
                  <a:pt x="2601097" y="20817"/>
                </a:lnTo>
                <a:lnTo>
                  <a:pt x="2600212" y="20297"/>
                </a:lnTo>
                <a:lnTo>
                  <a:pt x="2599276" y="19872"/>
                </a:lnTo>
                <a:lnTo>
                  <a:pt x="2598288" y="19541"/>
                </a:lnTo>
                <a:lnTo>
                  <a:pt x="2597248" y="19304"/>
                </a:lnTo>
                <a:lnTo>
                  <a:pt x="2596157" y="19162"/>
                </a:lnTo>
                <a:lnTo>
                  <a:pt x="2595014" y="19115"/>
                </a:lnTo>
                <a:moveTo>
                  <a:pt x="2582037" y="148361"/>
                </a:moveTo>
                <a:lnTo>
                  <a:pt x="2567657" y="148361"/>
                </a:lnTo>
                <a:lnTo>
                  <a:pt x="2660689" y="4209"/>
                </a:lnTo>
                <a:lnTo>
                  <a:pt x="2675157" y="4209"/>
                </a:lnTo>
                <a:lnTo>
                  <a:pt x="2582037" y="148361"/>
                </a:lnTo>
                <a:moveTo>
                  <a:pt x="2647449" y="76285"/>
                </a:moveTo>
                <a:lnTo>
                  <a:pt x="2649448" y="76348"/>
                </a:lnTo>
                <a:lnTo>
                  <a:pt x="2651385" y="76538"/>
                </a:lnTo>
                <a:lnTo>
                  <a:pt x="2653258" y="76855"/>
                </a:lnTo>
                <a:lnTo>
                  <a:pt x="2655067" y="77298"/>
                </a:lnTo>
                <a:lnTo>
                  <a:pt x="2656814" y="77868"/>
                </a:lnTo>
                <a:lnTo>
                  <a:pt x="2658497" y="78564"/>
                </a:lnTo>
                <a:lnTo>
                  <a:pt x="2660116" y="79388"/>
                </a:lnTo>
                <a:lnTo>
                  <a:pt x="2661673" y="80338"/>
                </a:lnTo>
                <a:lnTo>
                  <a:pt x="2663166" y="81414"/>
                </a:lnTo>
                <a:lnTo>
                  <a:pt x="2664596" y="82617"/>
                </a:lnTo>
                <a:lnTo>
                  <a:pt x="2665962" y="83947"/>
                </a:lnTo>
                <a:lnTo>
                  <a:pt x="2667265" y="85404"/>
                </a:lnTo>
                <a:lnTo>
                  <a:pt x="2668483" y="86960"/>
                </a:lnTo>
                <a:lnTo>
                  <a:pt x="2669596" y="88590"/>
                </a:lnTo>
                <a:lnTo>
                  <a:pt x="2670602" y="90292"/>
                </a:lnTo>
                <a:lnTo>
                  <a:pt x="2671503" y="92068"/>
                </a:lnTo>
                <a:lnTo>
                  <a:pt x="2672298" y="93916"/>
                </a:lnTo>
                <a:lnTo>
                  <a:pt x="2672986" y="95838"/>
                </a:lnTo>
                <a:lnTo>
                  <a:pt x="2673569" y="97833"/>
                </a:lnTo>
                <a:lnTo>
                  <a:pt x="2674046" y="99901"/>
                </a:lnTo>
                <a:lnTo>
                  <a:pt x="2674417" y="102042"/>
                </a:lnTo>
                <a:lnTo>
                  <a:pt x="2674682" y="104256"/>
                </a:lnTo>
                <a:lnTo>
                  <a:pt x="2674840" y="106543"/>
                </a:lnTo>
                <a:lnTo>
                  <a:pt x="2674893" y="108903"/>
                </a:lnTo>
                <a:lnTo>
                  <a:pt x="2674837" y="111615"/>
                </a:lnTo>
                <a:lnTo>
                  <a:pt x="2674669" y="114228"/>
                </a:lnTo>
                <a:lnTo>
                  <a:pt x="2674389" y="116742"/>
                </a:lnTo>
                <a:lnTo>
                  <a:pt x="2673997" y="119157"/>
                </a:lnTo>
                <a:lnTo>
                  <a:pt x="2673493" y="121472"/>
                </a:lnTo>
                <a:lnTo>
                  <a:pt x="2672877" y="123689"/>
                </a:lnTo>
                <a:lnTo>
                  <a:pt x="2672148" y="125805"/>
                </a:lnTo>
                <a:lnTo>
                  <a:pt x="2671308" y="127823"/>
                </a:lnTo>
                <a:lnTo>
                  <a:pt x="2670356" y="129741"/>
                </a:lnTo>
                <a:lnTo>
                  <a:pt x="2669291" y="131561"/>
                </a:lnTo>
                <a:lnTo>
                  <a:pt x="2668115" y="133280"/>
                </a:lnTo>
                <a:lnTo>
                  <a:pt x="2666827" y="134901"/>
                </a:lnTo>
                <a:lnTo>
                  <a:pt x="2665458" y="136407"/>
                </a:lnTo>
                <a:lnTo>
                  <a:pt x="2664043" y="137781"/>
                </a:lnTo>
                <a:lnTo>
                  <a:pt x="2662579" y="139025"/>
                </a:lnTo>
                <a:lnTo>
                  <a:pt x="2661069" y="140138"/>
                </a:lnTo>
                <a:lnTo>
                  <a:pt x="2659510" y="141120"/>
                </a:lnTo>
                <a:lnTo>
                  <a:pt x="2657905" y="141971"/>
                </a:lnTo>
                <a:lnTo>
                  <a:pt x="2656252" y="142691"/>
                </a:lnTo>
                <a:lnTo>
                  <a:pt x="2654551" y="143280"/>
                </a:lnTo>
                <a:lnTo>
                  <a:pt x="2652803" y="143738"/>
                </a:lnTo>
                <a:lnTo>
                  <a:pt x="2651007" y="144065"/>
                </a:lnTo>
                <a:lnTo>
                  <a:pt x="2649164" y="144262"/>
                </a:lnTo>
                <a:lnTo>
                  <a:pt x="2647273" y="144327"/>
                </a:lnTo>
                <a:lnTo>
                  <a:pt x="2645426" y="144265"/>
                </a:lnTo>
                <a:lnTo>
                  <a:pt x="2643627" y="144077"/>
                </a:lnTo>
                <a:lnTo>
                  <a:pt x="2641875" y="143765"/>
                </a:lnTo>
                <a:lnTo>
                  <a:pt x="2640171" y="143328"/>
                </a:lnTo>
                <a:lnTo>
                  <a:pt x="2638514" y="142767"/>
                </a:lnTo>
                <a:lnTo>
                  <a:pt x="2636905" y="142080"/>
                </a:lnTo>
                <a:lnTo>
                  <a:pt x="2635343" y="141269"/>
                </a:lnTo>
                <a:lnTo>
                  <a:pt x="2633828" y="140333"/>
                </a:lnTo>
                <a:lnTo>
                  <a:pt x="2632361" y="139272"/>
                </a:lnTo>
                <a:lnTo>
                  <a:pt x="2630942" y="138086"/>
                </a:lnTo>
                <a:lnTo>
                  <a:pt x="2629570" y="136775"/>
                </a:lnTo>
                <a:lnTo>
                  <a:pt x="2628246" y="135340"/>
                </a:lnTo>
                <a:lnTo>
                  <a:pt x="2626999" y="133793"/>
                </a:lnTo>
                <a:lnTo>
                  <a:pt x="2625861" y="132148"/>
                </a:lnTo>
                <a:lnTo>
                  <a:pt x="2624832" y="130405"/>
                </a:lnTo>
                <a:lnTo>
                  <a:pt x="2623910" y="128564"/>
                </a:lnTo>
                <a:lnTo>
                  <a:pt x="2623097" y="126624"/>
                </a:lnTo>
                <a:lnTo>
                  <a:pt x="2622393" y="124587"/>
                </a:lnTo>
                <a:lnTo>
                  <a:pt x="2621797" y="122452"/>
                </a:lnTo>
                <a:lnTo>
                  <a:pt x="2621309" y="120219"/>
                </a:lnTo>
                <a:lnTo>
                  <a:pt x="2620930" y="117888"/>
                </a:lnTo>
                <a:lnTo>
                  <a:pt x="2620659" y="115458"/>
                </a:lnTo>
                <a:lnTo>
                  <a:pt x="2620496" y="112931"/>
                </a:lnTo>
                <a:lnTo>
                  <a:pt x="2620442" y="110306"/>
                </a:lnTo>
                <a:lnTo>
                  <a:pt x="2620493" y="107804"/>
                </a:lnTo>
                <a:lnTo>
                  <a:pt x="2620647" y="105383"/>
                </a:lnTo>
                <a:lnTo>
                  <a:pt x="2620902" y="103045"/>
                </a:lnTo>
                <a:lnTo>
                  <a:pt x="2621260" y="100787"/>
                </a:lnTo>
                <a:lnTo>
                  <a:pt x="2621721" y="98612"/>
                </a:lnTo>
                <a:lnTo>
                  <a:pt x="2622283" y="96518"/>
                </a:lnTo>
                <a:lnTo>
                  <a:pt x="2622948" y="94505"/>
                </a:lnTo>
                <a:lnTo>
                  <a:pt x="2623716" y="92574"/>
                </a:lnTo>
                <a:lnTo>
                  <a:pt x="2624585" y="90725"/>
                </a:lnTo>
                <a:lnTo>
                  <a:pt x="2625557" y="88957"/>
                </a:lnTo>
                <a:lnTo>
                  <a:pt x="2626631" y="87271"/>
                </a:lnTo>
                <a:lnTo>
                  <a:pt x="2627807" y="85667"/>
                </a:lnTo>
                <a:lnTo>
                  <a:pt x="2629069" y="84168"/>
                </a:lnTo>
                <a:lnTo>
                  <a:pt x="2630399" y="82800"/>
                </a:lnTo>
                <a:lnTo>
                  <a:pt x="2631797" y="81562"/>
                </a:lnTo>
                <a:lnTo>
                  <a:pt x="2633263" y="80454"/>
                </a:lnTo>
                <a:lnTo>
                  <a:pt x="2634798" y="79477"/>
                </a:lnTo>
                <a:lnTo>
                  <a:pt x="2636400" y="78630"/>
                </a:lnTo>
                <a:lnTo>
                  <a:pt x="2638071" y="77914"/>
                </a:lnTo>
                <a:lnTo>
                  <a:pt x="2639810" y="77327"/>
                </a:lnTo>
                <a:lnTo>
                  <a:pt x="2641618" y="76871"/>
                </a:lnTo>
                <a:lnTo>
                  <a:pt x="2643493" y="76545"/>
                </a:lnTo>
                <a:lnTo>
                  <a:pt x="2645437" y="76350"/>
                </a:lnTo>
                <a:lnTo>
                  <a:pt x="2647449" y="76285"/>
                </a:lnTo>
                <a:moveTo>
                  <a:pt x="2647712" y="87157"/>
                </a:moveTo>
                <a:lnTo>
                  <a:pt x="2646582" y="87204"/>
                </a:lnTo>
                <a:lnTo>
                  <a:pt x="2645502" y="87343"/>
                </a:lnTo>
                <a:lnTo>
                  <a:pt x="2644473" y="87574"/>
                </a:lnTo>
                <a:lnTo>
                  <a:pt x="2643493" y="87898"/>
                </a:lnTo>
                <a:lnTo>
                  <a:pt x="2642563" y="88314"/>
                </a:lnTo>
                <a:lnTo>
                  <a:pt x="2641683" y="88823"/>
                </a:lnTo>
                <a:lnTo>
                  <a:pt x="2640853" y="89425"/>
                </a:lnTo>
                <a:lnTo>
                  <a:pt x="2640073" y="90119"/>
                </a:lnTo>
                <a:lnTo>
                  <a:pt x="2639343" y="90906"/>
                </a:lnTo>
                <a:lnTo>
                  <a:pt x="2638663" y="91785"/>
                </a:lnTo>
                <a:lnTo>
                  <a:pt x="2638033" y="92757"/>
                </a:lnTo>
                <a:lnTo>
                  <a:pt x="2637453" y="93821"/>
                </a:lnTo>
                <a:lnTo>
                  <a:pt x="2636920" y="94958"/>
                </a:lnTo>
                <a:lnTo>
                  <a:pt x="2636434" y="96145"/>
                </a:lnTo>
                <a:lnTo>
                  <a:pt x="2635995" y="97384"/>
                </a:lnTo>
                <a:lnTo>
                  <a:pt x="2635602" y="98673"/>
                </a:lnTo>
                <a:lnTo>
                  <a:pt x="2635254" y="100014"/>
                </a:lnTo>
                <a:lnTo>
                  <a:pt x="2634954" y="101406"/>
                </a:lnTo>
                <a:lnTo>
                  <a:pt x="2634699" y="102849"/>
                </a:lnTo>
                <a:lnTo>
                  <a:pt x="2634491" y="104343"/>
                </a:lnTo>
                <a:lnTo>
                  <a:pt x="2634329" y="105889"/>
                </a:lnTo>
                <a:lnTo>
                  <a:pt x="2634213" y="107485"/>
                </a:lnTo>
                <a:lnTo>
                  <a:pt x="2634144" y="109133"/>
                </a:lnTo>
                <a:lnTo>
                  <a:pt x="2634121" y="110832"/>
                </a:lnTo>
                <a:lnTo>
                  <a:pt x="2634149" y="112705"/>
                </a:lnTo>
                <a:lnTo>
                  <a:pt x="2634233" y="114496"/>
                </a:lnTo>
                <a:lnTo>
                  <a:pt x="2634373" y="116205"/>
                </a:lnTo>
                <a:lnTo>
                  <a:pt x="2634569" y="117832"/>
                </a:lnTo>
                <a:lnTo>
                  <a:pt x="2634821" y="119377"/>
                </a:lnTo>
                <a:lnTo>
                  <a:pt x="2635129" y="120839"/>
                </a:lnTo>
                <a:lnTo>
                  <a:pt x="2635493" y="122219"/>
                </a:lnTo>
                <a:lnTo>
                  <a:pt x="2635913" y="123517"/>
                </a:lnTo>
                <a:lnTo>
                  <a:pt x="2636389" y="124733"/>
                </a:lnTo>
                <a:lnTo>
                  <a:pt x="2636922" y="125866"/>
                </a:lnTo>
                <a:lnTo>
                  <a:pt x="2637510" y="126917"/>
                </a:lnTo>
                <a:lnTo>
                  <a:pt x="2638154" y="127886"/>
                </a:lnTo>
                <a:lnTo>
                  <a:pt x="2638836" y="128776"/>
                </a:lnTo>
                <a:lnTo>
                  <a:pt x="2639538" y="129588"/>
                </a:lnTo>
                <a:lnTo>
                  <a:pt x="2640258" y="130322"/>
                </a:lnTo>
                <a:lnTo>
                  <a:pt x="2640999" y="130980"/>
                </a:lnTo>
                <a:lnTo>
                  <a:pt x="2641759" y="131560"/>
                </a:lnTo>
                <a:lnTo>
                  <a:pt x="2642538" y="132062"/>
                </a:lnTo>
                <a:lnTo>
                  <a:pt x="2643337" y="132488"/>
                </a:lnTo>
                <a:lnTo>
                  <a:pt x="2644156" y="132836"/>
                </a:lnTo>
                <a:lnTo>
                  <a:pt x="2644993" y="133106"/>
                </a:lnTo>
                <a:lnTo>
                  <a:pt x="2645851" y="133300"/>
                </a:lnTo>
                <a:lnTo>
                  <a:pt x="2646728" y="133416"/>
                </a:lnTo>
                <a:lnTo>
                  <a:pt x="2647624" y="133454"/>
                </a:lnTo>
                <a:lnTo>
                  <a:pt x="2648576" y="133412"/>
                </a:lnTo>
                <a:lnTo>
                  <a:pt x="2649502" y="133286"/>
                </a:lnTo>
                <a:lnTo>
                  <a:pt x="2650402" y="133076"/>
                </a:lnTo>
                <a:lnTo>
                  <a:pt x="2651277" y="132782"/>
                </a:lnTo>
                <a:lnTo>
                  <a:pt x="2652127" y="132404"/>
                </a:lnTo>
                <a:lnTo>
                  <a:pt x="2652951" y="131942"/>
                </a:lnTo>
                <a:lnTo>
                  <a:pt x="2653749" y="131396"/>
                </a:lnTo>
                <a:lnTo>
                  <a:pt x="2654522" y="130765"/>
                </a:lnTo>
                <a:lnTo>
                  <a:pt x="2655269" y="130051"/>
                </a:lnTo>
                <a:lnTo>
                  <a:pt x="2655990" y="129253"/>
                </a:lnTo>
                <a:lnTo>
                  <a:pt x="2656686" y="128370"/>
                </a:lnTo>
                <a:lnTo>
                  <a:pt x="2657357" y="127404"/>
                </a:lnTo>
                <a:lnTo>
                  <a:pt x="2657987" y="126359"/>
                </a:lnTo>
                <a:lnTo>
                  <a:pt x="2658562" y="125239"/>
                </a:lnTo>
                <a:lnTo>
                  <a:pt x="2659083" y="124045"/>
                </a:lnTo>
                <a:lnTo>
                  <a:pt x="2659549" y="122776"/>
                </a:lnTo>
                <a:lnTo>
                  <a:pt x="2659960" y="121434"/>
                </a:lnTo>
                <a:lnTo>
                  <a:pt x="2660316" y="120017"/>
                </a:lnTo>
                <a:lnTo>
                  <a:pt x="2660617" y="118526"/>
                </a:lnTo>
                <a:lnTo>
                  <a:pt x="2660864" y="116960"/>
                </a:lnTo>
                <a:lnTo>
                  <a:pt x="2661056" y="115320"/>
                </a:lnTo>
                <a:lnTo>
                  <a:pt x="2661193" y="113606"/>
                </a:lnTo>
                <a:lnTo>
                  <a:pt x="2661275" y="111818"/>
                </a:lnTo>
                <a:lnTo>
                  <a:pt x="2661303" y="109955"/>
                </a:lnTo>
                <a:lnTo>
                  <a:pt x="2661280" y="108479"/>
                </a:lnTo>
                <a:lnTo>
                  <a:pt x="2661211" y="107030"/>
                </a:lnTo>
                <a:lnTo>
                  <a:pt x="2661097" y="105609"/>
                </a:lnTo>
                <a:lnTo>
                  <a:pt x="2660937" y="104217"/>
                </a:lnTo>
                <a:lnTo>
                  <a:pt x="2660732" y="102852"/>
                </a:lnTo>
                <a:lnTo>
                  <a:pt x="2660480" y="101516"/>
                </a:lnTo>
                <a:lnTo>
                  <a:pt x="2660184" y="100207"/>
                </a:lnTo>
                <a:lnTo>
                  <a:pt x="2659841" y="98926"/>
                </a:lnTo>
                <a:lnTo>
                  <a:pt x="2659453" y="97674"/>
                </a:lnTo>
                <a:lnTo>
                  <a:pt x="2659019" y="96449"/>
                </a:lnTo>
                <a:lnTo>
                  <a:pt x="2658540" y="95253"/>
                </a:lnTo>
                <a:lnTo>
                  <a:pt x="2658014" y="94084"/>
                </a:lnTo>
                <a:lnTo>
                  <a:pt x="2657440" y="92978"/>
                </a:lnTo>
                <a:lnTo>
                  <a:pt x="2656815" y="91968"/>
                </a:lnTo>
                <a:lnTo>
                  <a:pt x="2656137" y="91054"/>
                </a:lnTo>
                <a:lnTo>
                  <a:pt x="2655408" y="90236"/>
                </a:lnTo>
                <a:lnTo>
                  <a:pt x="2654627" y="89515"/>
                </a:lnTo>
                <a:lnTo>
                  <a:pt x="2653795" y="88889"/>
                </a:lnTo>
                <a:lnTo>
                  <a:pt x="2652910" y="88360"/>
                </a:lnTo>
                <a:lnTo>
                  <a:pt x="2651974" y="87927"/>
                </a:lnTo>
                <a:lnTo>
                  <a:pt x="2650986" y="87590"/>
                </a:lnTo>
                <a:lnTo>
                  <a:pt x="2649946" y="87350"/>
                </a:lnTo>
                <a:lnTo>
                  <a:pt x="2648855" y="87206"/>
                </a:lnTo>
                <a:lnTo>
                  <a:pt x="2647712" y="87157"/>
                </a:lnTo>
                <a:close/>
                <a:moveTo>
                  <a:pt x="2770845" y="141401"/>
                </a:moveTo>
                <a:lnTo>
                  <a:pt x="2768123" y="142288"/>
                </a:lnTo>
                <a:lnTo>
                  <a:pt x="2765423" y="143099"/>
                </a:lnTo>
                <a:lnTo>
                  <a:pt x="2762745" y="143832"/>
                </a:lnTo>
                <a:lnTo>
                  <a:pt x="2760089" y="144488"/>
                </a:lnTo>
                <a:lnTo>
                  <a:pt x="2757455" y="145067"/>
                </a:lnTo>
                <a:lnTo>
                  <a:pt x="2754843" y="145568"/>
                </a:lnTo>
                <a:lnTo>
                  <a:pt x="2752252" y="145993"/>
                </a:lnTo>
                <a:lnTo>
                  <a:pt x="2749684" y="146340"/>
                </a:lnTo>
                <a:lnTo>
                  <a:pt x="2747137" y="146610"/>
                </a:lnTo>
                <a:lnTo>
                  <a:pt x="2744613" y="146803"/>
                </a:lnTo>
                <a:lnTo>
                  <a:pt x="2742110" y="146919"/>
                </a:lnTo>
                <a:lnTo>
                  <a:pt x="2739630" y="146958"/>
                </a:lnTo>
                <a:lnTo>
                  <a:pt x="2737197" y="146910"/>
                </a:lnTo>
                <a:lnTo>
                  <a:pt x="2734811" y="146769"/>
                </a:lnTo>
                <a:lnTo>
                  <a:pt x="2732470" y="146533"/>
                </a:lnTo>
                <a:lnTo>
                  <a:pt x="2730174" y="146203"/>
                </a:lnTo>
                <a:lnTo>
                  <a:pt x="2727925" y="145779"/>
                </a:lnTo>
                <a:lnTo>
                  <a:pt x="2725721" y="145260"/>
                </a:lnTo>
                <a:lnTo>
                  <a:pt x="2723562" y="144647"/>
                </a:lnTo>
                <a:lnTo>
                  <a:pt x="2721450" y="143940"/>
                </a:lnTo>
                <a:lnTo>
                  <a:pt x="2719383" y="143138"/>
                </a:lnTo>
                <a:lnTo>
                  <a:pt x="2717362" y="142242"/>
                </a:lnTo>
                <a:lnTo>
                  <a:pt x="2715386" y="141252"/>
                </a:lnTo>
                <a:lnTo>
                  <a:pt x="2713456" y="140168"/>
                </a:lnTo>
                <a:lnTo>
                  <a:pt x="2711584" y="139002"/>
                </a:lnTo>
                <a:lnTo>
                  <a:pt x="2709782" y="137770"/>
                </a:lnTo>
                <a:lnTo>
                  <a:pt x="2708050" y="136472"/>
                </a:lnTo>
                <a:lnTo>
                  <a:pt x="2706388" y="135106"/>
                </a:lnTo>
                <a:lnTo>
                  <a:pt x="2704796" y="133673"/>
                </a:lnTo>
                <a:lnTo>
                  <a:pt x="2703274" y="132173"/>
                </a:lnTo>
                <a:lnTo>
                  <a:pt x="2701822" y="130607"/>
                </a:lnTo>
                <a:lnTo>
                  <a:pt x="2700440" y="128973"/>
                </a:lnTo>
                <a:lnTo>
                  <a:pt x="2699128" y="127273"/>
                </a:lnTo>
                <a:lnTo>
                  <a:pt x="2697886" y="125506"/>
                </a:lnTo>
                <a:lnTo>
                  <a:pt x="2696714" y="123672"/>
                </a:lnTo>
                <a:lnTo>
                  <a:pt x="2695612" y="121770"/>
                </a:lnTo>
                <a:lnTo>
                  <a:pt x="2694590" y="119813"/>
                </a:lnTo>
                <a:lnTo>
                  <a:pt x="2693657" y="117812"/>
                </a:lnTo>
                <a:lnTo>
                  <a:pt x="2692812" y="115766"/>
                </a:lnTo>
                <a:lnTo>
                  <a:pt x="2692056" y="113676"/>
                </a:lnTo>
                <a:lnTo>
                  <a:pt x="2691390" y="111541"/>
                </a:lnTo>
                <a:lnTo>
                  <a:pt x="2690812" y="109362"/>
                </a:lnTo>
                <a:lnTo>
                  <a:pt x="2690323" y="107138"/>
                </a:lnTo>
                <a:lnTo>
                  <a:pt x="2689923" y="104871"/>
                </a:lnTo>
                <a:lnTo>
                  <a:pt x="2689612" y="102559"/>
                </a:lnTo>
                <a:lnTo>
                  <a:pt x="2689389" y="100202"/>
                </a:lnTo>
                <a:lnTo>
                  <a:pt x="2689256" y="97801"/>
                </a:lnTo>
                <a:lnTo>
                  <a:pt x="2689212" y="95356"/>
                </a:lnTo>
                <a:lnTo>
                  <a:pt x="2689312" y="91699"/>
                </a:lnTo>
                <a:lnTo>
                  <a:pt x="2689615" y="88148"/>
                </a:lnTo>
                <a:lnTo>
                  <a:pt x="2690118" y="84701"/>
                </a:lnTo>
                <a:lnTo>
                  <a:pt x="2690824" y="81358"/>
                </a:lnTo>
                <a:lnTo>
                  <a:pt x="2691731" y="78120"/>
                </a:lnTo>
                <a:lnTo>
                  <a:pt x="2692839" y="74987"/>
                </a:lnTo>
                <a:lnTo>
                  <a:pt x="2694150" y="71959"/>
                </a:lnTo>
                <a:lnTo>
                  <a:pt x="2695661" y="69035"/>
                </a:lnTo>
                <a:lnTo>
                  <a:pt x="2697374" y="66216"/>
                </a:lnTo>
                <a:lnTo>
                  <a:pt x="2699289" y="63501"/>
                </a:lnTo>
                <a:lnTo>
                  <a:pt x="2701405" y="60891"/>
                </a:lnTo>
                <a:lnTo>
                  <a:pt x="2703723" y="58386"/>
                </a:lnTo>
                <a:lnTo>
                  <a:pt x="2706183" y="56035"/>
                </a:lnTo>
                <a:lnTo>
                  <a:pt x="2708727" y="53889"/>
                </a:lnTo>
                <a:lnTo>
                  <a:pt x="2711354" y="51946"/>
                </a:lnTo>
                <a:lnTo>
                  <a:pt x="2714065" y="50209"/>
                </a:lnTo>
                <a:lnTo>
                  <a:pt x="2716859" y="48675"/>
                </a:lnTo>
                <a:lnTo>
                  <a:pt x="2719736" y="47346"/>
                </a:lnTo>
                <a:lnTo>
                  <a:pt x="2722697" y="46222"/>
                </a:lnTo>
                <a:lnTo>
                  <a:pt x="2725741" y="45302"/>
                </a:lnTo>
                <a:lnTo>
                  <a:pt x="2728869" y="44586"/>
                </a:lnTo>
                <a:lnTo>
                  <a:pt x="2732080" y="44075"/>
                </a:lnTo>
                <a:lnTo>
                  <a:pt x="2735375" y="43769"/>
                </a:lnTo>
                <a:lnTo>
                  <a:pt x="2738753" y="43666"/>
                </a:lnTo>
                <a:lnTo>
                  <a:pt x="2741293" y="43706"/>
                </a:lnTo>
                <a:lnTo>
                  <a:pt x="2743858" y="43826"/>
                </a:lnTo>
                <a:lnTo>
                  <a:pt x="2746447" y="44025"/>
                </a:lnTo>
                <a:lnTo>
                  <a:pt x="2749060" y="44304"/>
                </a:lnTo>
                <a:lnTo>
                  <a:pt x="2751698" y="44662"/>
                </a:lnTo>
                <a:lnTo>
                  <a:pt x="2754360" y="45100"/>
                </a:lnTo>
                <a:lnTo>
                  <a:pt x="2757047" y="45618"/>
                </a:lnTo>
                <a:lnTo>
                  <a:pt x="2759758" y="46215"/>
                </a:lnTo>
                <a:lnTo>
                  <a:pt x="2762493" y="46892"/>
                </a:lnTo>
                <a:lnTo>
                  <a:pt x="2765253" y="47649"/>
                </a:lnTo>
                <a:lnTo>
                  <a:pt x="2768037" y="48485"/>
                </a:lnTo>
                <a:lnTo>
                  <a:pt x="2770845" y="49401"/>
                </a:lnTo>
                <a:lnTo>
                  <a:pt x="2770845" y="65121"/>
                </a:lnTo>
                <a:lnTo>
                  <a:pt x="2768020" y="63879"/>
                </a:lnTo>
                <a:lnTo>
                  <a:pt x="2765245" y="62745"/>
                </a:lnTo>
                <a:lnTo>
                  <a:pt x="2762520" y="61719"/>
                </a:lnTo>
                <a:lnTo>
                  <a:pt x="2759845" y="60801"/>
                </a:lnTo>
                <a:lnTo>
                  <a:pt x="2757220" y="59991"/>
                </a:lnTo>
                <a:lnTo>
                  <a:pt x="2754645" y="59289"/>
                </a:lnTo>
                <a:lnTo>
                  <a:pt x="2752120" y="58695"/>
                </a:lnTo>
                <a:lnTo>
                  <a:pt x="2749645" y="58209"/>
                </a:lnTo>
                <a:lnTo>
                  <a:pt x="2747220" y="57831"/>
                </a:lnTo>
                <a:lnTo>
                  <a:pt x="2744844" y="57561"/>
                </a:lnTo>
                <a:lnTo>
                  <a:pt x="2742519" y="57399"/>
                </a:lnTo>
                <a:lnTo>
                  <a:pt x="2740243" y="57345"/>
                </a:lnTo>
                <a:lnTo>
                  <a:pt x="2738760" y="57376"/>
                </a:lnTo>
                <a:lnTo>
                  <a:pt x="2737291" y="57468"/>
                </a:lnTo>
                <a:lnTo>
                  <a:pt x="2735837" y="57621"/>
                </a:lnTo>
                <a:lnTo>
                  <a:pt x="2734398" y="57836"/>
                </a:lnTo>
                <a:lnTo>
                  <a:pt x="2732973" y="58111"/>
                </a:lnTo>
                <a:lnTo>
                  <a:pt x="2731563" y="58449"/>
                </a:lnTo>
                <a:lnTo>
                  <a:pt x="2730167" y="58847"/>
                </a:lnTo>
                <a:lnTo>
                  <a:pt x="2728786" y="59307"/>
                </a:lnTo>
                <a:lnTo>
                  <a:pt x="2727420" y="59828"/>
                </a:lnTo>
                <a:lnTo>
                  <a:pt x="2726068" y="60411"/>
                </a:lnTo>
                <a:lnTo>
                  <a:pt x="2724731" y="61054"/>
                </a:lnTo>
                <a:lnTo>
                  <a:pt x="2723408" y="61759"/>
                </a:lnTo>
                <a:lnTo>
                  <a:pt x="2722118" y="62529"/>
                </a:lnTo>
                <a:lnTo>
                  <a:pt x="2720877" y="63367"/>
                </a:lnTo>
                <a:lnTo>
                  <a:pt x="2719687" y="64274"/>
                </a:lnTo>
                <a:lnTo>
                  <a:pt x="2718547" y="65249"/>
                </a:lnTo>
                <a:lnTo>
                  <a:pt x="2717456" y="66293"/>
                </a:lnTo>
                <a:lnTo>
                  <a:pt x="2716415" y="67405"/>
                </a:lnTo>
                <a:lnTo>
                  <a:pt x="2715425" y="68586"/>
                </a:lnTo>
                <a:lnTo>
                  <a:pt x="2714484" y="69836"/>
                </a:lnTo>
                <a:lnTo>
                  <a:pt x="2713593" y="71154"/>
                </a:lnTo>
                <a:lnTo>
                  <a:pt x="2712752" y="72541"/>
                </a:lnTo>
                <a:lnTo>
                  <a:pt x="2711961" y="73996"/>
                </a:lnTo>
                <a:lnTo>
                  <a:pt x="2711220" y="75520"/>
                </a:lnTo>
                <a:lnTo>
                  <a:pt x="2710534" y="77082"/>
                </a:lnTo>
                <a:lnTo>
                  <a:pt x="2709907" y="78651"/>
                </a:lnTo>
                <a:lnTo>
                  <a:pt x="2709340" y="80228"/>
                </a:lnTo>
                <a:lnTo>
                  <a:pt x="2708833" y="81811"/>
                </a:lnTo>
                <a:lnTo>
                  <a:pt x="2708386" y="83402"/>
                </a:lnTo>
                <a:lnTo>
                  <a:pt x="2707998" y="85000"/>
                </a:lnTo>
                <a:lnTo>
                  <a:pt x="2707670" y="86606"/>
                </a:lnTo>
                <a:lnTo>
                  <a:pt x="2707401" y="88218"/>
                </a:lnTo>
                <a:lnTo>
                  <a:pt x="2707192" y="89838"/>
                </a:lnTo>
                <a:lnTo>
                  <a:pt x="2707043" y="91466"/>
                </a:lnTo>
                <a:lnTo>
                  <a:pt x="2706953" y="93100"/>
                </a:lnTo>
                <a:lnTo>
                  <a:pt x="2706924" y="94742"/>
                </a:lnTo>
                <a:lnTo>
                  <a:pt x="2706981" y="96932"/>
                </a:lnTo>
                <a:lnTo>
                  <a:pt x="2707154" y="99106"/>
                </a:lnTo>
                <a:lnTo>
                  <a:pt x="2707441" y="101262"/>
                </a:lnTo>
                <a:lnTo>
                  <a:pt x="2707844" y="103402"/>
                </a:lnTo>
                <a:lnTo>
                  <a:pt x="2708362" y="105525"/>
                </a:lnTo>
                <a:lnTo>
                  <a:pt x="2708995" y="107630"/>
                </a:lnTo>
                <a:lnTo>
                  <a:pt x="2709743" y="109719"/>
                </a:lnTo>
                <a:lnTo>
                  <a:pt x="2710606" y="111790"/>
                </a:lnTo>
                <a:lnTo>
                  <a:pt x="2711585" y="113845"/>
                </a:lnTo>
                <a:lnTo>
                  <a:pt x="2712678" y="115883"/>
                </a:lnTo>
                <a:lnTo>
                  <a:pt x="2713886" y="117903"/>
                </a:lnTo>
                <a:lnTo>
                  <a:pt x="2715210" y="119907"/>
                </a:lnTo>
                <a:lnTo>
                  <a:pt x="2716656" y="121819"/>
                </a:lnTo>
                <a:lnTo>
                  <a:pt x="2718234" y="123564"/>
                </a:lnTo>
                <a:lnTo>
                  <a:pt x="2719942" y="125144"/>
                </a:lnTo>
                <a:lnTo>
                  <a:pt x="2721781" y="126557"/>
                </a:lnTo>
                <a:lnTo>
                  <a:pt x="2723751" y="127803"/>
                </a:lnTo>
                <a:lnTo>
                  <a:pt x="2725852" y="128884"/>
                </a:lnTo>
                <a:lnTo>
                  <a:pt x="2728084" y="129798"/>
                </a:lnTo>
                <a:lnTo>
                  <a:pt x="2730447" y="130546"/>
                </a:lnTo>
                <a:lnTo>
                  <a:pt x="2732941" y="131128"/>
                </a:lnTo>
                <a:lnTo>
                  <a:pt x="2735566" y="131544"/>
                </a:lnTo>
                <a:lnTo>
                  <a:pt x="2738321" y="131793"/>
                </a:lnTo>
                <a:lnTo>
                  <a:pt x="2741208" y="131876"/>
                </a:lnTo>
                <a:lnTo>
                  <a:pt x="2742098" y="131871"/>
                </a:lnTo>
                <a:lnTo>
                  <a:pt x="2742986" y="131855"/>
                </a:lnTo>
                <a:lnTo>
                  <a:pt x="2743871" y="131830"/>
                </a:lnTo>
                <a:lnTo>
                  <a:pt x="2744754" y="131794"/>
                </a:lnTo>
                <a:lnTo>
                  <a:pt x="2745635" y="131747"/>
                </a:lnTo>
                <a:lnTo>
                  <a:pt x="2746513" y="131690"/>
                </a:lnTo>
                <a:lnTo>
                  <a:pt x="2747388" y="131623"/>
                </a:lnTo>
                <a:lnTo>
                  <a:pt x="2748262" y="131546"/>
                </a:lnTo>
                <a:lnTo>
                  <a:pt x="2749132" y="131458"/>
                </a:lnTo>
                <a:lnTo>
                  <a:pt x="2750001" y="131360"/>
                </a:lnTo>
                <a:lnTo>
                  <a:pt x="2750866" y="131252"/>
                </a:lnTo>
                <a:lnTo>
                  <a:pt x="2751730" y="131133"/>
                </a:lnTo>
                <a:lnTo>
                  <a:pt x="2752653" y="130982"/>
                </a:lnTo>
                <a:lnTo>
                  <a:pt x="2753698" y="130775"/>
                </a:lnTo>
                <a:lnTo>
                  <a:pt x="2754865" y="130514"/>
                </a:lnTo>
                <a:lnTo>
                  <a:pt x="2756153" y="130197"/>
                </a:lnTo>
                <a:lnTo>
                  <a:pt x="2757563" y="129824"/>
                </a:lnTo>
                <a:lnTo>
                  <a:pt x="2759095" y="129397"/>
                </a:lnTo>
                <a:lnTo>
                  <a:pt x="2760749" y="128914"/>
                </a:lnTo>
                <a:lnTo>
                  <a:pt x="2762525" y="128376"/>
                </a:lnTo>
                <a:lnTo>
                  <a:pt x="2764422" y="127783"/>
                </a:lnTo>
                <a:lnTo>
                  <a:pt x="2766441" y="127135"/>
                </a:lnTo>
                <a:lnTo>
                  <a:pt x="2768582" y="126431"/>
                </a:lnTo>
                <a:lnTo>
                  <a:pt x="2770845" y="125672"/>
                </a:lnTo>
                <a:lnTo>
                  <a:pt x="2770845" y="141401"/>
                </a:lnTo>
                <a:close/>
                <a:moveTo>
                  <a:pt x="2860132" y="122132"/>
                </a:moveTo>
                <a:lnTo>
                  <a:pt x="2858869" y="124144"/>
                </a:lnTo>
                <a:lnTo>
                  <a:pt x="2857564" y="126072"/>
                </a:lnTo>
                <a:lnTo>
                  <a:pt x="2856217" y="127915"/>
                </a:lnTo>
                <a:lnTo>
                  <a:pt x="2854828" y="129674"/>
                </a:lnTo>
                <a:lnTo>
                  <a:pt x="2853396" y="131348"/>
                </a:lnTo>
                <a:lnTo>
                  <a:pt x="2851923" y="132938"/>
                </a:lnTo>
                <a:lnTo>
                  <a:pt x="2850408" y="134444"/>
                </a:lnTo>
                <a:lnTo>
                  <a:pt x="2848850" y="135866"/>
                </a:lnTo>
                <a:lnTo>
                  <a:pt x="2847251" y="137203"/>
                </a:lnTo>
                <a:lnTo>
                  <a:pt x="2845610" y="138455"/>
                </a:lnTo>
                <a:lnTo>
                  <a:pt x="2843926" y="139623"/>
                </a:lnTo>
                <a:lnTo>
                  <a:pt x="2842201" y="140707"/>
                </a:lnTo>
                <a:lnTo>
                  <a:pt x="2840467" y="141706"/>
                </a:lnTo>
                <a:lnTo>
                  <a:pt x="2838756" y="142617"/>
                </a:lnTo>
                <a:lnTo>
                  <a:pt x="2837069" y="143442"/>
                </a:lnTo>
                <a:lnTo>
                  <a:pt x="2835406" y="144180"/>
                </a:lnTo>
                <a:lnTo>
                  <a:pt x="2833766" y="144831"/>
                </a:lnTo>
                <a:lnTo>
                  <a:pt x="2832150" y="145395"/>
                </a:lnTo>
                <a:lnTo>
                  <a:pt x="2830558" y="145872"/>
                </a:lnTo>
                <a:lnTo>
                  <a:pt x="2828990" y="146263"/>
                </a:lnTo>
                <a:lnTo>
                  <a:pt x="2827446" y="146567"/>
                </a:lnTo>
                <a:lnTo>
                  <a:pt x="2825925" y="146784"/>
                </a:lnTo>
                <a:lnTo>
                  <a:pt x="2824428" y="146914"/>
                </a:lnTo>
                <a:lnTo>
                  <a:pt x="2822955" y="146958"/>
                </a:lnTo>
                <a:lnTo>
                  <a:pt x="2820926" y="146884"/>
                </a:lnTo>
                <a:lnTo>
                  <a:pt x="2818932" y="146663"/>
                </a:lnTo>
                <a:lnTo>
                  <a:pt x="2816973" y="146294"/>
                </a:lnTo>
                <a:lnTo>
                  <a:pt x="2815048" y="145779"/>
                </a:lnTo>
                <a:lnTo>
                  <a:pt x="2813159" y="145116"/>
                </a:lnTo>
                <a:lnTo>
                  <a:pt x="2811304" y="144305"/>
                </a:lnTo>
                <a:lnTo>
                  <a:pt x="2809483" y="143347"/>
                </a:lnTo>
                <a:lnTo>
                  <a:pt x="2807698" y="142242"/>
                </a:lnTo>
                <a:lnTo>
                  <a:pt x="2805947" y="140990"/>
                </a:lnTo>
                <a:lnTo>
                  <a:pt x="2804230" y="139590"/>
                </a:lnTo>
                <a:lnTo>
                  <a:pt x="2802549" y="138042"/>
                </a:lnTo>
                <a:lnTo>
                  <a:pt x="2800902" y="136348"/>
                </a:lnTo>
                <a:lnTo>
                  <a:pt x="2799341" y="134503"/>
                </a:lnTo>
                <a:lnTo>
                  <a:pt x="2797915" y="132507"/>
                </a:lnTo>
                <a:lnTo>
                  <a:pt x="2796625" y="130358"/>
                </a:lnTo>
                <a:lnTo>
                  <a:pt x="2795471" y="128057"/>
                </a:lnTo>
                <a:lnTo>
                  <a:pt x="2794452" y="125604"/>
                </a:lnTo>
                <a:lnTo>
                  <a:pt x="2793570" y="122998"/>
                </a:lnTo>
                <a:lnTo>
                  <a:pt x="2792823" y="120240"/>
                </a:lnTo>
                <a:lnTo>
                  <a:pt x="2792212" y="117330"/>
                </a:lnTo>
                <a:lnTo>
                  <a:pt x="2791736" y="114268"/>
                </a:lnTo>
                <a:lnTo>
                  <a:pt x="2791397" y="111054"/>
                </a:lnTo>
                <a:lnTo>
                  <a:pt x="2791193" y="107687"/>
                </a:lnTo>
                <a:lnTo>
                  <a:pt x="2791125" y="104168"/>
                </a:lnTo>
                <a:lnTo>
                  <a:pt x="2791171" y="101358"/>
                </a:lnTo>
                <a:lnTo>
                  <a:pt x="2791306" y="98599"/>
                </a:lnTo>
                <a:lnTo>
                  <a:pt x="2791531" y="95890"/>
                </a:lnTo>
                <a:lnTo>
                  <a:pt x="2791846" y="93232"/>
                </a:lnTo>
                <a:lnTo>
                  <a:pt x="2792252" y="90624"/>
                </a:lnTo>
                <a:lnTo>
                  <a:pt x="2792748" y="88067"/>
                </a:lnTo>
                <a:lnTo>
                  <a:pt x="2793333" y="85561"/>
                </a:lnTo>
                <a:lnTo>
                  <a:pt x="2794009" y="83104"/>
                </a:lnTo>
                <a:lnTo>
                  <a:pt x="2794775" y="80699"/>
                </a:lnTo>
                <a:lnTo>
                  <a:pt x="2795631" y="78344"/>
                </a:lnTo>
                <a:lnTo>
                  <a:pt x="2796578" y="76040"/>
                </a:lnTo>
                <a:lnTo>
                  <a:pt x="2797614" y="73786"/>
                </a:lnTo>
                <a:lnTo>
                  <a:pt x="2798726" y="71596"/>
                </a:lnTo>
                <a:lnTo>
                  <a:pt x="2799899" y="69484"/>
                </a:lnTo>
                <a:lnTo>
                  <a:pt x="2801132" y="67451"/>
                </a:lnTo>
                <a:lnTo>
                  <a:pt x="2802427" y="65495"/>
                </a:lnTo>
                <a:lnTo>
                  <a:pt x="2803782" y="63617"/>
                </a:lnTo>
                <a:lnTo>
                  <a:pt x="2805199" y="61817"/>
                </a:lnTo>
                <a:lnTo>
                  <a:pt x="2806676" y="60095"/>
                </a:lnTo>
                <a:lnTo>
                  <a:pt x="2808214" y="58451"/>
                </a:lnTo>
                <a:lnTo>
                  <a:pt x="2809813" y="56885"/>
                </a:lnTo>
                <a:lnTo>
                  <a:pt x="2811473" y="55396"/>
                </a:lnTo>
                <a:lnTo>
                  <a:pt x="2813194" y="53986"/>
                </a:lnTo>
                <a:lnTo>
                  <a:pt x="2814975" y="52654"/>
                </a:lnTo>
                <a:lnTo>
                  <a:pt x="2816823" y="51415"/>
                </a:lnTo>
                <a:lnTo>
                  <a:pt x="2818743" y="50283"/>
                </a:lnTo>
                <a:lnTo>
                  <a:pt x="2820735" y="49259"/>
                </a:lnTo>
                <a:lnTo>
                  <a:pt x="2822799" y="48343"/>
                </a:lnTo>
                <a:lnTo>
                  <a:pt x="2824934" y="47535"/>
                </a:lnTo>
                <a:lnTo>
                  <a:pt x="2827141" y="46834"/>
                </a:lnTo>
                <a:lnTo>
                  <a:pt x="2829421" y="46241"/>
                </a:lnTo>
                <a:lnTo>
                  <a:pt x="2831772" y="45756"/>
                </a:lnTo>
                <a:lnTo>
                  <a:pt x="2834194" y="45379"/>
                </a:lnTo>
                <a:lnTo>
                  <a:pt x="2836689" y="45110"/>
                </a:lnTo>
                <a:lnTo>
                  <a:pt x="2839256" y="44948"/>
                </a:lnTo>
                <a:lnTo>
                  <a:pt x="2841894" y="44894"/>
                </a:lnTo>
                <a:lnTo>
                  <a:pt x="2842702" y="44901"/>
                </a:lnTo>
                <a:lnTo>
                  <a:pt x="2843575" y="44921"/>
                </a:lnTo>
                <a:lnTo>
                  <a:pt x="2844514" y="44954"/>
                </a:lnTo>
                <a:lnTo>
                  <a:pt x="2845518" y="45001"/>
                </a:lnTo>
                <a:lnTo>
                  <a:pt x="2846589" y="45061"/>
                </a:lnTo>
                <a:lnTo>
                  <a:pt x="2847725" y="45135"/>
                </a:lnTo>
                <a:lnTo>
                  <a:pt x="2848927" y="45222"/>
                </a:lnTo>
                <a:lnTo>
                  <a:pt x="2850195" y="45323"/>
                </a:lnTo>
                <a:lnTo>
                  <a:pt x="2851528" y="45437"/>
                </a:lnTo>
                <a:lnTo>
                  <a:pt x="2852928" y="45564"/>
                </a:lnTo>
                <a:lnTo>
                  <a:pt x="2854393" y="45704"/>
                </a:lnTo>
                <a:lnTo>
                  <a:pt x="2855924" y="45858"/>
                </a:lnTo>
                <a:lnTo>
                  <a:pt x="2856167" y="45888"/>
                </a:lnTo>
                <a:lnTo>
                  <a:pt x="2856430" y="45919"/>
                </a:lnTo>
                <a:lnTo>
                  <a:pt x="2856713" y="45952"/>
                </a:lnTo>
                <a:lnTo>
                  <a:pt x="2857015" y="45985"/>
                </a:lnTo>
                <a:lnTo>
                  <a:pt x="2857336" y="46020"/>
                </a:lnTo>
                <a:lnTo>
                  <a:pt x="2857677" y="46056"/>
                </a:lnTo>
                <a:lnTo>
                  <a:pt x="2858038" y="46093"/>
                </a:lnTo>
                <a:lnTo>
                  <a:pt x="2858418" y="46131"/>
                </a:lnTo>
                <a:lnTo>
                  <a:pt x="2858817" y="46171"/>
                </a:lnTo>
                <a:lnTo>
                  <a:pt x="2859236" y="46212"/>
                </a:lnTo>
                <a:lnTo>
                  <a:pt x="2859674" y="46254"/>
                </a:lnTo>
                <a:lnTo>
                  <a:pt x="2860132" y="46297"/>
                </a:lnTo>
                <a:lnTo>
                  <a:pt x="2876529" y="46297"/>
                </a:lnTo>
                <a:lnTo>
                  <a:pt x="2876529" y="115479"/>
                </a:lnTo>
                <a:lnTo>
                  <a:pt x="2876555" y="118394"/>
                </a:lnTo>
                <a:lnTo>
                  <a:pt x="2876631" y="121216"/>
                </a:lnTo>
                <a:lnTo>
                  <a:pt x="2876759" y="123945"/>
                </a:lnTo>
                <a:lnTo>
                  <a:pt x="2876938" y="126581"/>
                </a:lnTo>
                <a:lnTo>
                  <a:pt x="2877169" y="129124"/>
                </a:lnTo>
                <a:lnTo>
                  <a:pt x="2877450" y="131575"/>
                </a:lnTo>
                <a:lnTo>
                  <a:pt x="2877782" y="133932"/>
                </a:lnTo>
                <a:lnTo>
                  <a:pt x="2878166" y="136197"/>
                </a:lnTo>
                <a:lnTo>
                  <a:pt x="2878601" y="138369"/>
                </a:lnTo>
                <a:lnTo>
                  <a:pt x="2879087" y="140448"/>
                </a:lnTo>
                <a:lnTo>
                  <a:pt x="2879624" y="142434"/>
                </a:lnTo>
                <a:lnTo>
                  <a:pt x="2880212" y="144327"/>
                </a:lnTo>
                <a:lnTo>
                  <a:pt x="2863201" y="144327"/>
                </a:lnTo>
                <a:lnTo>
                  <a:pt x="2862885" y="142930"/>
                </a:lnTo>
                <a:lnTo>
                  <a:pt x="2862580" y="141451"/>
                </a:lnTo>
                <a:lnTo>
                  <a:pt x="2862286" y="139889"/>
                </a:lnTo>
                <a:lnTo>
                  <a:pt x="2862003" y="138245"/>
                </a:lnTo>
                <a:lnTo>
                  <a:pt x="2861731" y="136519"/>
                </a:lnTo>
                <a:lnTo>
                  <a:pt x="2861470" y="134711"/>
                </a:lnTo>
                <a:lnTo>
                  <a:pt x="2861219" y="132820"/>
                </a:lnTo>
                <a:lnTo>
                  <a:pt x="2860980" y="130847"/>
                </a:lnTo>
                <a:lnTo>
                  <a:pt x="2860752" y="128792"/>
                </a:lnTo>
                <a:lnTo>
                  <a:pt x="2860534" y="126654"/>
                </a:lnTo>
                <a:lnTo>
                  <a:pt x="2860328" y="124434"/>
                </a:lnTo>
                <a:lnTo>
                  <a:pt x="2860132" y="122132"/>
                </a:lnTo>
                <a:moveTo>
                  <a:pt x="2860132" y="102853"/>
                </a:moveTo>
                <a:lnTo>
                  <a:pt x="2860132" y="60852"/>
                </a:lnTo>
                <a:lnTo>
                  <a:pt x="2858694" y="60488"/>
                </a:lnTo>
                <a:lnTo>
                  <a:pt x="2857273" y="60156"/>
                </a:lnTo>
                <a:lnTo>
                  <a:pt x="2855869" y="59855"/>
                </a:lnTo>
                <a:lnTo>
                  <a:pt x="2854482" y="59586"/>
                </a:lnTo>
                <a:lnTo>
                  <a:pt x="2853112" y="59348"/>
                </a:lnTo>
                <a:lnTo>
                  <a:pt x="2851759" y="59143"/>
                </a:lnTo>
                <a:lnTo>
                  <a:pt x="2850423" y="58968"/>
                </a:lnTo>
                <a:lnTo>
                  <a:pt x="2849104" y="58826"/>
                </a:lnTo>
                <a:lnTo>
                  <a:pt x="2847802" y="58715"/>
                </a:lnTo>
                <a:lnTo>
                  <a:pt x="2846517" y="58636"/>
                </a:lnTo>
                <a:lnTo>
                  <a:pt x="2845249" y="58588"/>
                </a:lnTo>
                <a:lnTo>
                  <a:pt x="2843999" y="58573"/>
                </a:lnTo>
                <a:lnTo>
                  <a:pt x="2841520" y="58654"/>
                </a:lnTo>
                <a:lnTo>
                  <a:pt x="2839111" y="58897"/>
                </a:lnTo>
                <a:lnTo>
                  <a:pt x="2836773" y="59301"/>
                </a:lnTo>
                <a:lnTo>
                  <a:pt x="2834504" y="59868"/>
                </a:lnTo>
                <a:lnTo>
                  <a:pt x="2832306" y="60597"/>
                </a:lnTo>
                <a:lnTo>
                  <a:pt x="2830177" y="61488"/>
                </a:lnTo>
                <a:lnTo>
                  <a:pt x="2828119" y="62541"/>
                </a:lnTo>
                <a:lnTo>
                  <a:pt x="2826131" y="63756"/>
                </a:lnTo>
                <a:lnTo>
                  <a:pt x="2824212" y="65132"/>
                </a:lnTo>
                <a:lnTo>
                  <a:pt x="2822364" y="66671"/>
                </a:lnTo>
                <a:lnTo>
                  <a:pt x="2820586" y="68372"/>
                </a:lnTo>
                <a:lnTo>
                  <a:pt x="2818877" y="70234"/>
                </a:lnTo>
                <a:lnTo>
                  <a:pt x="2817274" y="72237"/>
                </a:lnTo>
                <a:lnTo>
                  <a:pt x="2815810" y="74356"/>
                </a:lnTo>
                <a:lnTo>
                  <a:pt x="2814485" y="76592"/>
                </a:lnTo>
                <a:lnTo>
                  <a:pt x="2813300" y="78944"/>
                </a:lnTo>
                <a:lnTo>
                  <a:pt x="2812254" y="81414"/>
                </a:lnTo>
                <a:lnTo>
                  <a:pt x="2811347" y="84001"/>
                </a:lnTo>
                <a:lnTo>
                  <a:pt x="2810581" y="86704"/>
                </a:lnTo>
                <a:lnTo>
                  <a:pt x="2809953" y="89525"/>
                </a:lnTo>
                <a:lnTo>
                  <a:pt x="2809465" y="92462"/>
                </a:lnTo>
                <a:lnTo>
                  <a:pt x="2809116" y="95517"/>
                </a:lnTo>
                <a:lnTo>
                  <a:pt x="2808907" y="98688"/>
                </a:lnTo>
                <a:lnTo>
                  <a:pt x="2808838" y="101976"/>
                </a:lnTo>
                <a:lnTo>
                  <a:pt x="2808876" y="104352"/>
                </a:lnTo>
                <a:lnTo>
                  <a:pt x="2808990" y="106629"/>
                </a:lnTo>
                <a:lnTo>
                  <a:pt x="2809180" y="108807"/>
                </a:lnTo>
                <a:lnTo>
                  <a:pt x="2809446" y="110886"/>
                </a:lnTo>
                <a:lnTo>
                  <a:pt x="2809789" y="112865"/>
                </a:lnTo>
                <a:lnTo>
                  <a:pt x="2810208" y="114745"/>
                </a:lnTo>
                <a:lnTo>
                  <a:pt x="2810702" y="116526"/>
                </a:lnTo>
                <a:lnTo>
                  <a:pt x="2811273" y="118207"/>
                </a:lnTo>
                <a:lnTo>
                  <a:pt x="2811920" y="119789"/>
                </a:lnTo>
                <a:lnTo>
                  <a:pt x="2812643" y="121272"/>
                </a:lnTo>
                <a:lnTo>
                  <a:pt x="2813442" y="122656"/>
                </a:lnTo>
                <a:lnTo>
                  <a:pt x="2814318" y="123941"/>
                </a:lnTo>
                <a:lnTo>
                  <a:pt x="2815242" y="125124"/>
                </a:lnTo>
                <a:lnTo>
                  <a:pt x="2816187" y="126205"/>
                </a:lnTo>
                <a:lnTo>
                  <a:pt x="2817154" y="127182"/>
                </a:lnTo>
                <a:lnTo>
                  <a:pt x="2818142" y="128057"/>
                </a:lnTo>
                <a:lnTo>
                  <a:pt x="2819151" y="128829"/>
                </a:lnTo>
                <a:lnTo>
                  <a:pt x="2820182" y="129498"/>
                </a:lnTo>
                <a:lnTo>
                  <a:pt x="2821233" y="130064"/>
                </a:lnTo>
                <a:lnTo>
                  <a:pt x="2822307" y="130527"/>
                </a:lnTo>
                <a:lnTo>
                  <a:pt x="2823401" y="130887"/>
                </a:lnTo>
                <a:lnTo>
                  <a:pt x="2824517" y="131144"/>
                </a:lnTo>
                <a:lnTo>
                  <a:pt x="2825654" y="131298"/>
                </a:lnTo>
                <a:lnTo>
                  <a:pt x="2826813" y="131350"/>
                </a:lnTo>
                <a:lnTo>
                  <a:pt x="2828095" y="131296"/>
                </a:lnTo>
                <a:lnTo>
                  <a:pt x="2829399" y="131136"/>
                </a:lnTo>
                <a:lnTo>
                  <a:pt x="2830726" y="130868"/>
                </a:lnTo>
                <a:lnTo>
                  <a:pt x="2832074" y="130493"/>
                </a:lnTo>
                <a:lnTo>
                  <a:pt x="2833444" y="130010"/>
                </a:lnTo>
                <a:lnTo>
                  <a:pt x="2834836" y="129421"/>
                </a:lnTo>
                <a:lnTo>
                  <a:pt x="2836250" y="128724"/>
                </a:lnTo>
                <a:lnTo>
                  <a:pt x="2837685" y="127921"/>
                </a:lnTo>
                <a:lnTo>
                  <a:pt x="2839143" y="127010"/>
                </a:lnTo>
                <a:lnTo>
                  <a:pt x="2840623" y="125991"/>
                </a:lnTo>
                <a:lnTo>
                  <a:pt x="2842124" y="124866"/>
                </a:lnTo>
                <a:lnTo>
                  <a:pt x="2843648" y="123634"/>
                </a:lnTo>
                <a:lnTo>
                  <a:pt x="2845169" y="122311"/>
                </a:lnTo>
                <a:lnTo>
                  <a:pt x="2846663" y="120913"/>
                </a:lnTo>
                <a:lnTo>
                  <a:pt x="2848131" y="119441"/>
                </a:lnTo>
                <a:lnTo>
                  <a:pt x="2849571" y="117895"/>
                </a:lnTo>
                <a:lnTo>
                  <a:pt x="2850985" y="116275"/>
                </a:lnTo>
                <a:lnTo>
                  <a:pt x="2852372" y="114580"/>
                </a:lnTo>
                <a:lnTo>
                  <a:pt x="2853733" y="112812"/>
                </a:lnTo>
                <a:lnTo>
                  <a:pt x="2855066" y="110968"/>
                </a:lnTo>
                <a:lnTo>
                  <a:pt x="2856373" y="109051"/>
                </a:lnTo>
                <a:lnTo>
                  <a:pt x="2857653" y="107059"/>
                </a:lnTo>
                <a:lnTo>
                  <a:pt x="2858906" y="104993"/>
                </a:lnTo>
                <a:lnTo>
                  <a:pt x="2860132" y="102853"/>
                </a:lnTo>
                <a:close/>
                <a:moveTo>
                  <a:pt x="2904263" y="139014"/>
                </a:moveTo>
                <a:lnTo>
                  <a:pt x="2904263" y="121705"/>
                </a:lnTo>
                <a:lnTo>
                  <a:pt x="2905908" y="122745"/>
                </a:lnTo>
                <a:lnTo>
                  <a:pt x="2907568" y="123732"/>
                </a:lnTo>
                <a:lnTo>
                  <a:pt x="2909244" y="124667"/>
                </a:lnTo>
                <a:lnTo>
                  <a:pt x="2910937" y="125548"/>
                </a:lnTo>
                <a:lnTo>
                  <a:pt x="2912645" y="126377"/>
                </a:lnTo>
                <a:lnTo>
                  <a:pt x="2914368" y="127152"/>
                </a:lnTo>
                <a:lnTo>
                  <a:pt x="2916108" y="127875"/>
                </a:lnTo>
                <a:lnTo>
                  <a:pt x="2917864" y="128544"/>
                </a:lnTo>
                <a:lnTo>
                  <a:pt x="2919635" y="129161"/>
                </a:lnTo>
                <a:lnTo>
                  <a:pt x="2921422" y="129724"/>
                </a:lnTo>
                <a:lnTo>
                  <a:pt x="2923225" y="130235"/>
                </a:lnTo>
                <a:lnTo>
                  <a:pt x="2925044" y="130692"/>
                </a:lnTo>
                <a:lnTo>
                  <a:pt x="2926847" y="131105"/>
                </a:lnTo>
                <a:lnTo>
                  <a:pt x="2928605" y="131483"/>
                </a:lnTo>
                <a:lnTo>
                  <a:pt x="2930316" y="131824"/>
                </a:lnTo>
                <a:lnTo>
                  <a:pt x="2931981" y="132129"/>
                </a:lnTo>
                <a:lnTo>
                  <a:pt x="2933599" y="132399"/>
                </a:lnTo>
                <a:lnTo>
                  <a:pt x="2935171" y="132632"/>
                </a:lnTo>
                <a:lnTo>
                  <a:pt x="2936697" y="132830"/>
                </a:lnTo>
                <a:lnTo>
                  <a:pt x="2938177" y="132992"/>
                </a:lnTo>
                <a:lnTo>
                  <a:pt x="2939610" y="133117"/>
                </a:lnTo>
                <a:lnTo>
                  <a:pt x="2940997" y="133207"/>
                </a:lnTo>
                <a:lnTo>
                  <a:pt x="2942338" y="133261"/>
                </a:lnTo>
                <a:lnTo>
                  <a:pt x="2943633" y="133279"/>
                </a:lnTo>
                <a:lnTo>
                  <a:pt x="2945645" y="133251"/>
                </a:lnTo>
                <a:lnTo>
                  <a:pt x="2947561" y="133169"/>
                </a:lnTo>
                <a:lnTo>
                  <a:pt x="2949382" y="133030"/>
                </a:lnTo>
                <a:lnTo>
                  <a:pt x="2951105" y="132837"/>
                </a:lnTo>
                <a:lnTo>
                  <a:pt x="2952733" y="132589"/>
                </a:lnTo>
                <a:lnTo>
                  <a:pt x="2954264" y="132285"/>
                </a:lnTo>
                <a:lnTo>
                  <a:pt x="2955700" y="131926"/>
                </a:lnTo>
                <a:lnTo>
                  <a:pt x="2957039" y="131512"/>
                </a:lnTo>
                <a:lnTo>
                  <a:pt x="2958281" y="131043"/>
                </a:lnTo>
                <a:lnTo>
                  <a:pt x="2959428" y="130518"/>
                </a:lnTo>
                <a:lnTo>
                  <a:pt x="2960478" y="129938"/>
                </a:lnTo>
                <a:lnTo>
                  <a:pt x="2961433" y="129303"/>
                </a:lnTo>
                <a:lnTo>
                  <a:pt x="2962301" y="128627"/>
                </a:lnTo>
                <a:lnTo>
                  <a:pt x="2963094" y="127923"/>
                </a:lnTo>
                <a:lnTo>
                  <a:pt x="2963811" y="127192"/>
                </a:lnTo>
                <a:lnTo>
                  <a:pt x="2964453" y="126434"/>
                </a:lnTo>
                <a:lnTo>
                  <a:pt x="2965019" y="125649"/>
                </a:lnTo>
                <a:lnTo>
                  <a:pt x="2965510" y="124836"/>
                </a:lnTo>
                <a:lnTo>
                  <a:pt x="2965925" y="123996"/>
                </a:lnTo>
                <a:lnTo>
                  <a:pt x="2966265" y="123129"/>
                </a:lnTo>
                <a:lnTo>
                  <a:pt x="2966529" y="122234"/>
                </a:lnTo>
                <a:lnTo>
                  <a:pt x="2966718" y="121312"/>
                </a:lnTo>
                <a:lnTo>
                  <a:pt x="2966831" y="120363"/>
                </a:lnTo>
                <a:lnTo>
                  <a:pt x="2966869" y="119387"/>
                </a:lnTo>
                <a:lnTo>
                  <a:pt x="2966851" y="118739"/>
                </a:lnTo>
                <a:lnTo>
                  <a:pt x="2966798" y="118107"/>
                </a:lnTo>
                <a:lnTo>
                  <a:pt x="2966710" y="117491"/>
                </a:lnTo>
                <a:lnTo>
                  <a:pt x="2966586" y="116891"/>
                </a:lnTo>
                <a:lnTo>
                  <a:pt x="2966427" y="116307"/>
                </a:lnTo>
                <a:lnTo>
                  <a:pt x="2966233" y="115738"/>
                </a:lnTo>
                <a:lnTo>
                  <a:pt x="2966004" y="115185"/>
                </a:lnTo>
                <a:lnTo>
                  <a:pt x="2965739" y="114648"/>
                </a:lnTo>
                <a:lnTo>
                  <a:pt x="2965439" y="114127"/>
                </a:lnTo>
                <a:lnTo>
                  <a:pt x="2965103" y="113621"/>
                </a:lnTo>
                <a:lnTo>
                  <a:pt x="2964732" y="113131"/>
                </a:lnTo>
                <a:lnTo>
                  <a:pt x="2964326" y="112657"/>
                </a:lnTo>
                <a:lnTo>
                  <a:pt x="2963850" y="112182"/>
                </a:lnTo>
                <a:lnTo>
                  <a:pt x="2963269" y="111689"/>
                </a:lnTo>
                <a:lnTo>
                  <a:pt x="2962583" y="111177"/>
                </a:lnTo>
                <a:lnTo>
                  <a:pt x="2961793" y="110648"/>
                </a:lnTo>
                <a:lnTo>
                  <a:pt x="2960898" y="110100"/>
                </a:lnTo>
                <a:lnTo>
                  <a:pt x="2959898" y="109534"/>
                </a:lnTo>
                <a:lnTo>
                  <a:pt x="2958794" y="108950"/>
                </a:lnTo>
                <a:lnTo>
                  <a:pt x="2957584" y="108347"/>
                </a:lnTo>
                <a:lnTo>
                  <a:pt x="2956270" y="107726"/>
                </a:lnTo>
                <a:lnTo>
                  <a:pt x="2954851" y="107087"/>
                </a:lnTo>
                <a:lnTo>
                  <a:pt x="2953328" y="106430"/>
                </a:lnTo>
                <a:lnTo>
                  <a:pt x="2951700" y="105755"/>
                </a:lnTo>
                <a:lnTo>
                  <a:pt x="2946088" y="103483"/>
                </a:lnTo>
                <a:lnTo>
                  <a:pt x="2934777" y="99025"/>
                </a:lnTo>
                <a:lnTo>
                  <a:pt x="2931831" y="97852"/>
                </a:lnTo>
                <a:lnTo>
                  <a:pt x="2929072" y="96694"/>
                </a:lnTo>
                <a:lnTo>
                  <a:pt x="2926502" y="95551"/>
                </a:lnTo>
                <a:lnTo>
                  <a:pt x="2924118" y="94421"/>
                </a:lnTo>
                <a:lnTo>
                  <a:pt x="2921923" y="93306"/>
                </a:lnTo>
                <a:lnTo>
                  <a:pt x="2919914" y="92205"/>
                </a:lnTo>
                <a:lnTo>
                  <a:pt x="2918094" y="91119"/>
                </a:lnTo>
                <a:lnTo>
                  <a:pt x="2916461" y="90047"/>
                </a:lnTo>
                <a:lnTo>
                  <a:pt x="2915015" y="88989"/>
                </a:lnTo>
                <a:lnTo>
                  <a:pt x="2913757" y="87946"/>
                </a:lnTo>
                <a:lnTo>
                  <a:pt x="2912687" y="86917"/>
                </a:lnTo>
                <a:lnTo>
                  <a:pt x="2911804" y="85902"/>
                </a:lnTo>
                <a:lnTo>
                  <a:pt x="2911033" y="84891"/>
                </a:lnTo>
                <a:lnTo>
                  <a:pt x="2910330" y="83843"/>
                </a:lnTo>
                <a:lnTo>
                  <a:pt x="2909694" y="82758"/>
                </a:lnTo>
                <a:lnTo>
                  <a:pt x="2909124" y="81637"/>
                </a:lnTo>
                <a:lnTo>
                  <a:pt x="2908622" y="80480"/>
                </a:lnTo>
                <a:lnTo>
                  <a:pt x="2908187" y="79286"/>
                </a:lnTo>
                <a:lnTo>
                  <a:pt x="2907818" y="78055"/>
                </a:lnTo>
                <a:lnTo>
                  <a:pt x="2907517" y="76788"/>
                </a:lnTo>
                <a:lnTo>
                  <a:pt x="2907282" y="75485"/>
                </a:lnTo>
                <a:lnTo>
                  <a:pt x="2907115" y="74145"/>
                </a:lnTo>
                <a:lnTo>
                  <a:pt x="2907015" y="72768"/>
                </a:lnTo>
                <a:lnTo>
                  <a:pt x="2906981" y="71355"/>
                </a:lnTo>
                <a:lnTo>
                  <a:pt x="2907046" y="69370"/>
                </a:lnTo>
                <a:lnTo>
                  <a:pt x="2907240" y="67444"/>
                </a:lnTo>
                <a:lnTo>
                  <a:pt x="2907565" y="65578"/>
                </a:lnTo>
                <a:lnTo>
                  <a:pt x="2908019" y="63771"/>
                </a:lnTo>
                <a:lnTo>
                  <a:pt x="2908602" y="62024"/>
                </a:lnTo>
                <a:lnTo>
                  <a:pt x="2909316" y="60337"/>
                </a:lnTo>
                <a:lnTo>
                  <a:pt x="2910159" y="58709"/>
                </a:lnTo>
                <a:lnTo>
                  <a:pt x="2911131" y="57141"/>
                </a:lnTo>
                <a:lnTo>
                  <a:pt x="2912234" y="55632"/>
                </a:lnTo>
                <a:lnTo>
                  <a:pt x="2913466" y="54183"/>
                </a:lnTo>
                <a:lnTo>
                  <a:pt x="2914828" y="52794"/>
                </a:lnTo>
                <a:lnTo>
                  <a:pt x="2916319" y="51465"/>
                </a:lnTo>
                <a:lnTo>
                  <a:pt x="2917956" y="50219"/>
                </a:lnTo>
                <a:lnTo>
                  <a:pt x="2919755" y="49082"/>
                </a:lnTo>
                <a:lnTo>
                  <a:pt x="2921715" y="48053"/>
                </a:lnTo>
                <a:lnTo>
                  <a:pt x="2923836" y="47132"/>
                </a:lnTo>
                <a:lnTo>
                  <a:pt x="2926118" y="46320"/>
                </a:lnTo>
                <a:lnTo>
                  <a:pt x="2928562" y="45616"/>
                </a:lnTo>
                <a:lnTo>
                  <a:pt x="2931167" y="45020"/>
                </a:lnTo>
                <a:lnTo>
                  <a:pt x="2933934" y="44533"/>
                </a:lnTo>
                <a:lnTo>
                  <a:pt x="2936862" y="44154"/>
                </a:lnTo>
                <a:lnTo>
                  <a:pt x="2939951" y="43883"/>
                </a:lnTo>
                <a:lnTo>
                  <a:pt x="2943202" y="43721"/>
                </a:lnTo>
                <a:lnTo>
                  <a:pt x="2946614" y="43666"/>
                </a:lnTo>
                <a:lnTo>
                  <a:pt x="2949218" y="43698"/>
                </a:lnTo>
                <a:lnTo>
                  <a:pt x="2951800" y="43793"/>
                </a:lnTo>
                <a:lnTo>
                  <a:pt x="2954358" y="43951"/>
                </a:lnTo>
                <a:lnTo>
                  <a:pt x="2956892" y="44173"/>
                </a:lnTo>
                <a:lnTo>
                  <a:pt x="2959404" y="44458"/>
                </a:lnTo>
                <a:lnTo>
                  <a:pt x="2961893" y="44806"/>
                </a:lnTo>
                <a:lnTo>
                  <a:pt x="2964358" y="45218"/>
                </a:lnTo>
                <a:lnTo>
                  <a:pt x="2966801" y="45693"/>
                </a:lnTo>
                <a:lnTo>
                  <a:pt x="2969220" y="46231"/>
                </a:lnTo>
                <a:lnTo>
                  <a:pt x="2971616" y="46833"/>
                </a:lnTo>
                <a:lnTo>
                  <a:pt x="2973989" y="47498"/>
                </a:lnTo>
                <a:lnTo>
                  <a:pt x="2976339" y="48226"/>
                </a:lnTo>
                <a:lnTo>
                  <a:pt x="2976339" y="63132"/>
                </a:lnTo>
                <a:lnTo>
                  <a:pt x="2973663" y="62208"/>
                </a:lnTo>
                <a:lnTo>
                  <a:pt x="2971014" y="61364"/>
                </a:lnTo>
                <a:lnTo>
                  <a:pt x="2968392" y="60600"/>
                </a:lnTo>
                <a:lnTo>
                  <a:pt x="2965797" y="59917"/>
                </a:lnTo>
                <a:lnTo>
                  <a:pt x="2963229" y="59314"/>
                </a:lnTo>
                <a:lnTo>
                  <a:pt x="2960687" y="58792"/>
                </a:lnTo>
                <a:lnTo>
                  <a:pt x="2958172" y="58350"/>
                </a:lnTo>
                <a:lnTo>
                  <a:pt x="2955684" y="57988"/>
                </a:lnTo>
                <a:lnTo>
                  <a:pt x="2953223" y="57707"/>
                </a:lnTo>
                <a:lnTo>
                  <a:pt x="2950789" y="57506"/>
                </a:lnTo>
                <a:lnTo>
                  <a:pt x="2948381" y="57385"/>
                </a:lnTo>
                <a:lnTo>
                  <a:pt x="2946000" y="57345"/>
                </a:lnTo>
                <a:lnTo>
                  <a:pt x="2944307" y="57370"/>
                </a:lnTo>
                <a:lnTo>
                  <a:pt x="2942677" y="57446"/>
                </a:lnTo>
                <a:lnTo>
                  <a:pt x="2941109" y="57572"/>
                </a:lnTo>
                <a:lnTo>
                  <a:pt x="2939604" y="57748"/>
                </a:lnTo>
                <a:lnTo>
                  <a:pt x="2938162" y="57975"/>
                </a:lnTo>
                <a:lnTo>
                  <a:pt x="2936783" y="58252"/>
                </a:lnTo>
                <a:lnTo>
                  <a:pt x="2935466" y="58580"/>
                </a:lnTo>
                <a:lnTo>
                  <a:pt x="2934212" y="58957"/>
                </a:lnTo>
                <a:lnTo>
                  <a:pt x="2933020" y="59386"/>
                </a:lnTo>
                <a:lnTo>
                  <a:pt x="2931892" y="59864"/>
                </a:lnTo>
                <a:lnTo>
                  <a:pt x="2930826" y="60393"/>
                </a:lnTo>
                <a:lnTo>
                  <a:pt x="2929823" y="60973"/>
                </a:lnTo>
                <a:lnTo>
                  <a:pt x="2928891" y="61590"/>
                </a:lnTo>
                <a:lnTo>
                  <a:pt x="2928041" y="62231"/>
                </a:lnTo>
                <a:lnTo>
                  <a:pt x="2927272" y="62898"/>
                </a:lnTo>
                <a:lnTo>
                  <a:pt x="2926583" y="63589"/>
                </a:lnTo>
                <a:lnTo>
                  <a:pt x="2925976" y="64305"/>
                </a:lnTo>
                <a:lnTo>
                  <a:pt x="2925449" y="65046"/>
                </a:lnTo>
                <a:lnTo>
                  <a:pt x="2925004" y="65812"/>
                </a:lnTo>
                <a:lnTo>
                  <a:pt x="2924640" y="66603"/>
                </a:lnTo>
                <a:lnTo>
                  <a:pt x="2924356" y="67419"/>
                </a:lnTo>
                <a:lnTo>
                  <a:pt x="2924154" y="68259"/>
                </a:lnTo>
                <a:lnTo>
                  <a:pt x="2924032" y="69125"/>
                </a:lnTo>
                <a:lnTo>
                  <a:pt x="2923992" y="70015"/>
                </a:lnTo>
                <a:lnTo>
                  <a:pt x="2924027" y="70874"/>
                </a:lnTo>
                <a:lnTo>
                  <a:pt x="2924133" y="71704"/>
                </a:lnTo>
                <a:lnTo>
                  <a:pt x="2924310" y="72505"/>
                </a:lnTo>
                <a:lnTo>
                  <a:pt x="2924557" y="73277"/>
                </a:lnTo>
                <a:lnTo>
                  <a:pt x="2924875" y="74020"/>
                </a:lnTo>
                <a:lnTo>
                  <a:pt x="2925263" y="74733"/>
                </a:lnTo>
                <a:lnTo>
                  <a:pt x="2925722" y="75417"/>
                </a:lnTo>
                <a:lnTo>
                  <a:pt x="2926252" y="76073"/>
                </a:lnTo>
                <a:lnTo>
                  <a:pt x="2926852" y="76699"/>
                </a:lnTo>
                <a:lnTo>
                  <a:pt x="2927523" y="77296"/>
                </a:lnTo>
                <a:lnTo>
                  <a:pt x="2928265" y="77864"/>
                </a:lnTo>
                <a:lnTo>
                  <a:pt x="2929077" y="78403"/>
                </a:lnTo>
                <a:lnTo>
                  <a:pt x="2929954" y="78934"/>
                </a:lnTo>
                <a:lnTo>
                  <a:pt x="2930919" y="79478"/>
                </a:lnTo>
                <a:lnTo>
                  <a:pt x="2931971" y="80036"/>
                </a:lnTo>
                <a:lnTo>
                  <a:pt x="2933111" y="80607"/>
                </a:lnTo>
                <a:lnTo>
                  <a:pt x="2934338" y="81191"/>
                </a:lnTo>
                <a:lnTo>
                  <a:pt x="2935654" y="81789"/>
                </a:lnTo>
                <a:lnTo>
                  <a:pt x="2937057" y="82400"/>
                </a:lnTo>
                <a:lnTo>
                  <a:pt x="2938547" y="83024"/>
                </a:lnTo>
                <a:lnTo>
                  <a:pt x="2940125" y="83662"/>
                </a:lnTo>
                <a:lnTo>
                  <a:pt x="2941791" y="84313"/>
                </a:lnTo>
                <a:lnTo>
                  <a:pt x="2943545" y="84978"/>
                </a:lnTo>
                <a:lnTo>
                  <a:pt x="2945386" y="85656"/>
                </a:lnTo>
                <a:lnTo>
                  <a:pt x="2956435" y="89676"/>
                </a:lnTo>
                <a:lnTo>
                  <a:pt x="2958900" y="90600"/>
                </a:lnTo>
                <a:lnTo>
                  <a:pt x="2961240" y="91538"/>
                </a:lnTo>
                <a:lnTo>
                  <a:pt x="2963455" y="92489"/>
                </a:lnTo>
                <a:lnTo>
                  <a:pt x="2965544" y="93454"/>
                </a:lnTo>
                <a:lnTo>
                  <a:pt x="2967508" y="94433"/>
                </a:lnTo>
                <a:lnTo>
                  <a:pt x="2969346" y="95425"/>
                </a:lnTo>
                <a:lnTo>
                  <a:pt x="2971059" y="96431"/>
                </a:lnTo>
                <a:lnTo>
                  <a:pt x="2972646" y="97450"/>
                </a:lnTo>
                <a:lnTo>
                  <a:pt x="2974108" y="98483"/>
                </a:lnTo>
                <a:lnTo>
                  <a:pt x="2975445" y="99530"/>
                </a:lnTo>
                <a:lnTo>
                  <a:pt x="2976656" y="100590"/>
                </a:lnTo>
                <a:lnTo>
                  <a:pt x="2977742" y="101664"/>
                </a:lnTo>
                <a:lnTo>
                  <a:pt x="2978722" y="102767"/>
                </a:lnTo>
                <a:lnTo>
                  <a:pt x="2979617" y="103915"/>
                </a:lnTo>
                <a:lnTo>
                  <a:pt x="2980427" y="105108"/>
                </a:lnTo>
                <a:lnTo>
                  <a:pt x="2981152" y="106346"/>
                </a:lnTo>
                <a:lnTo>
                  <a:pt x="2981791" y="107629"/>
                </a:lnTo>
                <a:lnTo>
                  <a:pt x="2982345" y="108957"/>
                </a:lnTo>
                <a:lnTo>
                  <a:pt x="2982814" y="110330"/>
                </a:lnTo>
                <a:lnTo>
                  <a:pt x="2983198" y="111748"/>
                </a:lnTo>
                <a:lnTo>
                  <a:pt x="2983496" y="113212"/>
                </a:lnTo>
                <a:lnTo>
                  <a:pt x="2983709" y="114720"/>
                </a:lnTo>
                <a:lnTo>
                  <a:pt x="2983837" y="116273"/>
                </a:lnTo>
                <a:lnTo>
                  <a:pt x="2983880" y="117871"/>
                </a:lnTo>
                <a:lnTo>
                  <a:pt x="2983812" y="119957"/>
                </a:lnTo>
                <a:lnTo>
                  <a:pt x="2983608" y="121980"/>
                </a:lnTo>
                <a:lnTo>
                  <a:pt x="2983268" y="123941"/>
                </a:lnTo>
                <a:lnTo>
                  <a:pt x="2982793" y="125839"/>
                </a:lnTo>
                <a:lnTo>
                  <a:pt x="2982182" y="127674"/>
                </a:lnTo>
                <a:lnTo>
                  <a:pt x="2981435" y="129447"/>
                </a:lnTo>
                <a:lnTo>
                  <a:pt x="2980553" y="131157"/>
                </a:lnTo>
                <a:lnTo>
                  <a:pt x="2979534" y="132804"/>
                </a:lnTo>
                <a:lnTo>
                  <a:pt x="2978380" y="134389"/>
                </a:lnTo>
                <a:lnTo>
                  <a:pt x="2977090" y="135911"/>
                </a:lnTo>
                <a:lnTo>
                  <a:pt x="2975664" y="137371"/>
                </a:lnTo>
                <a:lnTo>
                  <a:pt x="2974103" y="138767"/>
                </a:lnTo>
                <a:lnTo>
                  <a:pt x="2972392" y="140076"/>
                </a:lnTo>
                <a:lnTo>
                  <a:pt x="2970519" y="141270"/>
                </a:lnTo>
                <a:lnTo>
                  <a:pt x="2968483" y="142351"/>
                </a:lnTo>
                <a:lnTo>
                  <a:pt x="2966284" y="143317"/>
                </a:lnTo>
                <a:lnTo>
                  <a:pt x="2963923" y="144171"/>
                </a:lnTo>
                <a:lnTo>
                  <a:pt x="2961400" y="144910"/>
                </a:lnTo>
                <a:lnTo>
                  <a:pt x="2958713" y="145536"/>
                </a:lnTo>
                <a:lnTo>
                  <a:pt x="2955865" y="146048"/>
                </a:lnTo>
                <a:lnTo>
                  <a:pt x="2952853" y="146446"/>
                </a:lnTo>
                <a:lnTo>
                  <a:pt x="2949679" y="146730"/>
                </a:lnTo>
                <a:lnTo>
                  <a:pt x="2946343" y="146901"/>
                </a:lnTo>
                <a:lnTo>
                  <a:pt x="2942844" y="146958"/>
                </a:lnTo>
                <a:lnTo>
                  <a:pt x="2939709" y="146902"/>
                </a:lnTo>
                <a:lnTo>
                  <a:pt x="2936560" y="146737"/>
                </a:lnTo>
                <a:lnTo>
                  <a:pt x="2933396" y="146461"/>
                </a:lnTo>
                <a:lnTo>
                  <a:pt x="2930217" y="146075"/>
                </a:lnTo>
                <a:lnTo>
                  <a:pt x="2927024" y="145578"/>
                </a:lnTo>
                <a:lnTo>
                  <a:pt x="2923816" y="144972"/>
                </a:lnTo>
                <a:lnTo>
                  <a:pt x="2920594" y="144255"/>
                </a:lnTo>
                <a:lnTo>
                  <a:pt x="2917357" y="143427"/>
                </a:lnTo>
                <a:lnTo>
                  <a:pt x="2914105" y="142489"/>
                </a:lnTo>
                <a:lnTo>
                  <a:pt x="2910839" y="141441"/>
                </a:lnTo>
                <a:lnTo>
                  <a:pt x="2907558" y="140283"/>
                </a:lnTo>
                <a:lnTo>
                  <a:pt x="2904263" y="139014"/>
                </a:lnTo>
                <a:close/>
                <a:moveTo>
                  <a:pt x="3092370" y="140250"/>
                </a:moveTo>
                <a:lnTo>
                  <a:pt x="3090499" y="141032"/>
                </a:lnTo>
                <a:lnTo>
                  <a:pt x="3088716" y="141759"/>
                </a:lnTo>
                <a:lnTo>
                  <a:pt x="3087021" y="142432"/>
                </a:lnTo>
                <a:lnTo>
                  <a:pt x="3085413" y="143050"/>
                </a:lnTo>
                <a:lnTo>
                  <a:pt x="3083894" y="143614"/>
                </a:lnTo>
                <a:lnTo>
                  <a:pt x="3082461" y="144123"/>
                </a:lnTo>
                <a:lnTo>
                  <a:pt x="3081117" y="144577"/>
                </a:lnTo>
                <a:lnTo>
                  <a:pt x="3079860" y="144977"/>
                </a:lnTo>
                <a:lnTo>
                  <a:pt x="3078691" y="145323"/>
                </a:lnTo>
                <a:lnTo>
                  <a:pt x="3077610" y="145614"/>
                </a:lnTo>
                <a:lnTo>
                  <a:pt x="3076616" y="145850"/>
                </a:lnTo>
                <a:lnTo>
                  <a:pt x="3075710" y="146031"/>
                </a:lnTo>
                <a:lnTo>
                  <a:pt x="3074850" y="146179"/>
                </a:lnTo>
                <a:lnTo>
                  <a:pt x="3073995" y="146314"/>
                </a:lnTo>
                <a:lnTo>
                  <a:pt x="3073145" y="146437"/>
                </a:lnTo>
                <a:lnTo>
                  <a:pt x="3072300" y="146546"/>
                </a:lnTo>
                <a:lnTo>
                  <a:pt x="3071460" y="146642"/>
                </a:lnTo>
                <a:lnTo>
                  <a:pt x="3070624" y="146726"/>
                </a:lnTo>
                <a:lnTo>
                  <a:pt x="3069794" y="146797"/>
                </a:lnTo>
                <a:lnTo>
                  <a:pt x="3068968" y="146855"/>
                </a:lnTo>
                <a:lnTo>
                  <a:pt x="3068147" y="146900"/>
                </a:lnTo>
                <a:lnTo>
                  <a:pt x="3067331" y="146932"/>
                </a:lnTo>
                <a:lnTo>
                  <a:pt x="3066520" y="146951"/>
                </a:lnTo>
                <a:lnTo>
                  <a:pt x="3065714" y="146958"/>
                </a:lnTo>
                <a:lnTo>
                  <a:pt x="3064016" y="146930"/>
                </a:lnTo>
                <a:lnTo>
                  <a:pt x="3062343" y="146848"/>
                </a:lnTo>
                <a:lnTo>
                  <a:pt x="3060694" y="146711"/>
                </a:lnTo>
                <a:lnTo>
                  <a:pt x="3059069" y="146519"/>
                </a:lnTo>
                <a:lnTo>
                  <a:pt x="3057469" y="146273"/>
                </a:lnTo>
                <a:lnTo>
                  <a:pt x="3055893" y="145971"/>
                </a:lnTo>
                <a:lnTo>
                  <a:pt x="3054342" y="145615"/>
                </a:lnTo>
                <a:lnTo>
                  <a:pt x="3052815" y="145204"/>
                </a:lnTo>
                <a:lnTo>
                  <a:pt x="3051312" y="144738"/>
                </a:lnTo>
                <a:lnTo>
                  <a:pt x="3049833" y="144217"/>
                </a:lnTo>
                <a:lnTo>
                  <a:pt x="3048379" y="143642"/>
                </a:lnTo>
                <a:lnTo>
                  <a:pt x="3046950" y="143012"/>
                </a:lnTo>
                <a:lnTo>
                  <a:pt x="3045561" y="142328"/>
                </a:lnTo>
                <a:lnTo>
                  <a:pt x="3044230" y="141592"/>
                </a:lnTo>
                <a:lnTo>
                  <a:pt x="3042957" y="140803"/>
                </a:lnTo>
                <a:lnTo>
                  <a:pt x="3041742" y="139962"/>
                </a:lnTo>
                <a:lnTo>
                  <a:pt x="3040585" y="139069"/>
                </a:lnTo>
                <a:lnTo>
                  <a:pt x="3039486" y="138123"/>
                </a:lnTo>
                <a:lnTo>
                  <a:pt x="3038444" y="137125"/>
                </a:lnTo>
                <a:lnTo>
                  <a:pt x="3037460" y="136075"/>
                </a:lnTo>
                <a:lnTo>
                  <a:pt x="3036534" y="134972"/>
                </a:lnTo>
                <a:lnTo>
                  <a:pt x="3035666" y="133817"/>
                </a:lnTo>
                <a:lnTo>
                  <a:pt x="3034856" y="132610"/>
                </a:lnTo>
                <a:lnTo>
                  <a:pt x="3034104" y="131350"/>
                </a:lnTo>
                <a:lnTo>
                  <a:pt x="3033411" y="130005"/>
                </a:lnTo>
                <a:lnTo>
                  <a:pt x="3032778" y="128544"/>
                </a:lnTo>
                <a:lnTo>
                  <a:pt x="3032205" y="126966"/>
                </a:lnTo>
                <a:lnTo>
                  <a:pt x="3031693" y="125271"/>
                </a:lnTo>
                <a:lnTo>
                  <a:pt x="3031241" y="123458"/>
                </a:lnTo>
                <a:lnTo>
                  <a:pt x="3030849" y="121529"/>
                </a:lnTo>
                <a:lnTo>
                  <a:pt x="3030517" y="119483"/>
                </a:lnTo>
                <a:lnTo>
                  <a:pt x="3030246" y="117321"/>
                </a:lnTo>
                <a:lnTo>
                  <a:pt x="3030035" y="115041"/>
                </a:lnTo>
                <a:lnTo>
                  <a:pt x="3029884" y="112644"/>
                </a:lnTo>
                <a:lnTo>
                  <a:pt x="3029794" y="110130"/>
                </a:lnTo>
                <a:lnTo>
                  <a:pt x="3029764" y="107500"/>
                </a:lnTo>
                <a:lnTo>
                  <a:pt x="3029764" y="68042"/>
                </a:lnTo>
                <a:lnTo>
                  <a:pt x="3005300" y="68042"/>
                </a:lnTo>
                <a:lnTo>
                  <a:pt x="3005300" y="54364"/>
                </a:lnTo>
                <a:lnTo>
                  <a:pt x="3029764" y="54364"/>
                </a:lnTo>
                <a:lnTo>
                  <a:pt x="3029764" y="14906"/>
                </a:lnTo>
                <a:lnTo>
                  <a:pt x="3046073" y="14906"/>
                </a:lnTo>
                <a:lnTo>
                  <a:pt x="3046073" y="54364"/>
                </a:lnTo>
                <a:lnTo>
                  <a:pt x="3089651" y="54364"/>
                </a:lnTo>
                <a:lnTo>
                  <a:pt x="3089651" y="68042"/>
                </a:lnTo>
                <a:lnTo>
                  <a:pt x="3046073" y="68042"/>
                </a:lnTo>
                <a:lnTo>
                  <a:pt x="3046073" y="107185"/>
                </a:lnTo>
                <a:lnTo>
                  <a:pt x="3046092" y="109107"/>
                </a:lnTo>
                <a:lnTo>
                  <a:pt x="3046151" y="110932"/>
                </a:lnTo>
                <a:lnTo>
                  <a:pt x="3046248" y="112660"/>
                </a:lnTo>
                <a:lnTo>
                  <a:pt x="3046385" y="114292"/>
                </a:lnTo>
                <a:lnTo>
                  <a:pt x="3046560" y="115827"/>
                </a:lnTo>
                <a:lnTo>
                  <a:pt x="3046774" y="117266"/>
                </a:lnTo>
                <a:lnTo>
                  <a:pt x="3047028" y="118608"/>
                </a:lnTo>
                <a:lnTo>
                  <a:pt x="3047320" y="119853"/>
                </a:lnTo>
                <a:lnTo>
                  <a:pt x="3047651" y="121001"/>
                </a:lnTo>
                <a:lnTo>
                  <a:pt x="3048021" y="122053"/>
                </a:lnTo>
                <a:lnTo>
                  <a:pt x="3048430" y="123008"/>
                </a:lnTo>
                <a:lnTo>
                  <a:pt x="3048879" y="123867"/>
                </a:lnTo>
                <a:lnTo>
                  <a:pt x="3049359" y="124658"/>
                </a:lnTo>
                <a:lnTo>
                  <a:pt x="3049866" y="125414"/>
                </a:lnTo>
                <a:lnTo>
                  <a:pt x="3050399" y="126134"/>
                </a:lnTo>
                <a:lnTo>
                  <a:pt x="3050959" y="126819"/>
                </a:lnTo>
                <a:lnTo>
                  <a:pt x="3051544" y="127467"/>
                </a:lnTo>
                <a:lnTo>
                  <a:pt x="3052156" y="128080"/>
                </a:lnTo>
                <a:lnTo>
                  <a:pt x="3052794" y="128656"/>
                </a:lnTo>
                <a:lnTo>
                  <a:pt x="3053458" y="129197"/>
                </a:lnTo>
                <a:lnTo>
                  <a:pt x="3054148" y="129702"/>
                </a:lnTo>
                <a:lnTo>
                  <a:pt x="3054864" y="130171"/>
                </a:lnTo>
                <a:lnTo>
                  <a:pt x="3055607" y="130604"/>
                </a:lnTo>
                <a:lnTo>
                  <a:pt x="3056376" y="131002"/>
                </a:lnTo>
                <a:lnTo>
                  <a:pt x="3057169" y="131366"/>
                </a:lnTo>
                <a:lnTo>
                  <a:pt x="3057987" y="131698"/>
                </a:lnTo>
                <a:lnTo>
                  <a:pt x="3058828" y="131998"/>
                </a:lnTo>
                <a:lnTo>
                  <a:pt x="3059693" y="132267"/>
                </a:lnTo>
                <a:lnTo>
                  <a:pt x="3060582" y="132504"/>
                </a:lnTo>
                <a:lnTo>
                  <a:pt x="3061494" y="132710"/>
                </a:lnTo>
                <a:lnTo>
                  <a:pt x="3062430" y="132884"/>
                </a:lnTo>
                <a:lnTo>
                  <a:pt x="3063390" y="133026"/>
                </a:lnTo>
                <a:lnTo>
                  <a:pt x="3064374" y="133137"/>
                </a:lnTo>
                <a:lnTo>
                  <a:pt x="3065381" y="133216"/>
                </a:lnTo>
                <a:lnTo>
                  <a:pt x="3066413" y="133263"/>
                </a:lnTo>
                <a:lnTo>
                  <a:pt x="3067468" y="133279"/>
                </a:lnTo>
                <a:lnTo>
                  <a:pt x="3069449" y="133227"/>
                </a:lnTo>
                <a:lnTo>
                  <a:pt x="3071447" y="133072"/>
                </a:lnTo>
                <a:lnTo>
                  <a:pt x="3073463" y="132814"/>
                </a:lnTo>
                <a:lnTo>
                  <a:pt x="3075495" y="132452"/>
                </a:lnTo>
                <a:lnTo>
                  <a:pt x="3077545" y="131987"/>
                </a:lnTo>
                <a:lnTo>
                  <a:pt x="3079612" y="131418"/>
                </a:lnTo>
                <a:lnTo>
                  <a:pt x="3081695" y="130747"/>
                </a:lnTo>
                <a:lnTo>
                  <a:pt x="3083796" y="129971"/>
                </a:lnTo>
                <a:lnTo>
                  <a:pt x="3085914" y="129093"/>
                </a:lnTo>
                <a:lnTo>
                  <a:pt x="3088049" y="128111"/>
                </a:lnTo>
                <a:lnTo>
                  <a:pt x="3090201" y="127025"/>
                </a:lnTo>
                <a:lnTo>
                  <a:pt x="3092370" y="125837"/>
                </a:lnTo>
                <a:lnTo>
                  <a:pt x="3092370" y="140250"/>
                </a:lnTo>
                <a:close/>
                <a:moveTo>
                  <a:pt x="3117999" y="0"/>
                </a:moveTo>
                <a:lnTo>
                  <a:pt x="3121994" y="337"/>
                </a:lnTo>
                <a:lnTo>
                  <a:pt x="3125883" y="822"/>
                </a:lnTo>
                <a:lnTo>
                  <a:pt x="3129667" y="1456"/>
                </a:lnTo>
                <a:lnTo>
                  <a:pt x="3133344" y="2237"/>
                </a:lnTo>
                <a:lnTo>
                  <a:pt x="3136915" y="3166"/>
                </a:lnTo>
                <a:lnTo>
                  <a:pt x="3140380" y="4244"/>
                </a:lnTo>
                <a:lnTo>
                  <a:pt x="3143740" y="5469"/>
                </a:lnTo>
                <a:lnTo>
                  <a:pt x="3146993" y="6843"/>
                </a:lnTo>
                <a:lnTo>
                  <a:pt x="3150141" y="8365"/>
                </a:lnTo>
                <a:lnTo>
                  <a:pt x="3153182" y="10035"/>
                </a:lnTo>
                <a:lnTo>
                  <a:pt x="3156118" y="11852"/>
                </a:lnTo>
                <a:lnTo>
                  <a:pt x="3158947" y="13818"/>
                </a:lnTo>
                <a:lnTo>
                  <a:pt x="3161677" y="15917"/>
                </a:lnTo>
                <a:lnTo>
                  <a:pt x="3164314" y="18135"/>
                </a:lnTo>
                <a:lnTo>
                  <a:pt x="3166858" y="20472"/>
                </a:lnTo>
                <a:lnTo>
                  <a:pt x="3169309" y="22927"/>
                </a:lnTo>
                <a:lnTo>
                  <a:pt x="3171666" y="25501"/>
                </a:lnTo>
                <a:lnTo>
                  <a:pt x="3173930" y="28194"/>
                </a:lnTo>
                <a:lnTo>
                  <a:pt x="3176101" y="31006"/>
                </a:lnTo>
                <a:lnTo>
                  <a:pt x="3178179" y="33937"/>
                </a:lnTo>
                <a:lnTo>
                  <a:pt x="3180164" y="36986"/>
                </a:lnTo>
                <a:lnTo>
                  <a:pt x="3182056" y="40155"/>
                </a:lnTo>
                <a:lnTo>
                  <a:pt x="3183854" y="43442"/>
                </a:lnTo>
                <a:lnTo>
                  <a:pt x="3185559" y="46848"/>
                </a:lnTo>
                <a:lnTo>
                  <a:pt x="3187149" y="50313"/>
                </a:lnTo>
                <a:lnTo>
                  <a:pt x="3188600" y="53780"/>
                </a:lnTo>
                <a:lnTo>
                  <a:pt x="3189913" y="57248"/>
                </a:lnTo>
                <a:lnTo>
                  <a:pt x="3191088" y="60717"/>
                </a:lnTo>
                <a:lnTo>
                  <a:pt x="3192125" y="64188"/>
                </a:lnTo>
                <a:lnTo>
                  <a:pt x="3193023" y="67659"/>
                </a:lnTo>
                <a:lnTo>
                  <a:pt x="3193784" y="71133"/>
                </a:lnTo>
                <a:lnTo>
                  <a:pt x="3194406" y="74607"/>
                </a:lnTo>
                <a:lnTo>
                  <a:pt x="3194889" y="78082"/>
                </a:lnTo>
                <a:lnTo>
                  <a:pt x="3195235" y="81559"/>
                </a:lnTo>
                <a:lnTo>
                  <a:pt x="3195442" y="85037"/>
                </a:lnTo>
                <a:lnTo>
                  <a:pt x="3195511" y="88517"/>
                </a:lnTo>
                <a:lnTo>
                  <a:pt x="3195442" y="91996"/>
                </a:lnTo>
                <a:lnTo>
                  <a:pt x="3195235" y="95474"/>
                </a:lnTo>
                <a:lnTo>
                  <a:pt x="3194889" y="98951"/>
                </a:lnTo>
                <a:lnTo>
                  <a:pt x="3194406" y="102427"/>
                </a:lnTo>
                <a:lnTo>
                  <a:pt x="3193784" y="105901"/>
                </a:lnTo>
                <a:lnTo>
                  <a:pt x="3193023" y="109374"/>
                </a:lnTo>
                <a:lnTo>
                  <a:pt x="3192125" y="112846"/>
                </a:lnTo>
                <a:lnTo>
                  <a:pt x="3191088" y="116317"/>
                </a:lnTo>
                <a:lnTo>
                  <a:pt x="3189913" y="119787"/>
                </a:lnTo>
                <a:lnTo>
                  <a:pt x="3188600" y="123255"/>
                </a:lnTo>
                <a:lnTo>
                  <a:pt x="3187149" y="126722"/>
                </a:lnTo>
                <a:lnTo>
                  <a:pt x="3185559" y="130188"/>
                </a:lnTo>
                <a:lnTo>
                  <a:pt x="3183854" y="133594"/>
                </a:lnTo>
                <a:lnTo>
                  <a:pt x="3182056" y="136880"/>
                </a:lnTo>
                <a:lnTo>
                  <a:pt x="3180164" y="140048"/>
                </a:lnTo>
                <a:lnTo>
                  <a:pt x="3178179" y="143097"/>
                </a:lnTo>
                <a:lnTo>
                  <a:pt x="3176101" y="146028"/>
                </a:lnTo>
                <a:lnTo>
                  <a:pt x="3173930" y="148839"/>
                </a:lnTo>
                <a:lnTo>
                  <a:pt x="3171666" y="151532"/>
                </a:lnTo>
                <a:lnTo>
                  <a:pt x="3169309" y="154106"/>
                </a:lnTo>
                <a:lnTo>
                  <a:pt x="3166858" y="156561"/>
                </a:lnTo>
                <a:lnTo>
                  <a:pt x="3164314" y="158898"/>
                </a:lnTo>
                <a:lnTo>
                  <a:pt x="3161677" y="161116"/>
                </a:lnTo>
                <a:lnTo>
                  <a:pt x="3158947" y="163215"/>
                </a:lnTo>
                <a:lnTo>
                  <a:pt x="3156118" y="165180"/>
                </a:lnTo>
                <a:lnTo>
                  <a:pt x="3153182" y="166996"/>
                </a:lnTo>
                <a:lnTo>
                  <a:pt x="3150141" y="168663"/>
                </a:lnTo>
                <a:lnTo>
                  <a:pt x="3146993" y="170180"/>
                </a:lnTo>
                <a:lnTo>
                  <a:pt x="3143740" y="171548"/>
                </a:lnTo>
                <a:lnTo>
                  <a:pt x="3140380" y="172767"/>
                </a:lnTo>
                <a:lnTo>
                  <a:pt x="3136915" y="173837"/>
                </a:lnTo>
                <a:lnTo>
                  <a:pt x="3133344" y="174757"/>
                </a:lnTo>
                <a:lnTo>
                  <a:pt x="3129667" y="175528"/>
                </a:lnTo>
                <a:lnTo>
                  <a:pt x="3125883" y="176150"/>
                </a:lnTo>
                <a:lnTo>
                  <a:pt x="3121994" y="176622"/>
                </a:lnTo>
                <a:lnTo>
                  <a:pt x="3117999" y="176945"/>
                </a:lnTo>
                <a:lnTo>
                  <a:pt x="3117999" y="163267"/>
                </a:lnTo>
                <a:lnTo>
                  <a:pt x="3121018" y="162913"/>
                </a:lnTo>
                <a:lnTo>
                  <a:pt x="3123965" y="162436"/>
                </a:lnTo>
                <a:lnTo>
                  <a:pt x="3126842" y="161836"/>
                </a:lnTo>
                <a:lnTo>
                  <a:pt x="3129647" y="161114"/>
                </a:lnTo>
                <a:lnTo>
                  <a:pt x="3132380" y="160268"/>
                </a:lnTo>
                <a:lnTo>
                  <a:pt x="3135043" y="159299"/>
                </a:lnTo>
                <a:lnTo>
                  <a:pt x="3137634" y="158207"/>
                </a:lnTo>
                <a:lnTo>
                  <a:pt x="3140154" y="156992"/>
                </a:lnTo>
                <a:lnTo>
                  <a:pt x="3142603" y="155655"/>
                </a:lnTo>
                <a:lnTo>
                  <a:pt x="3144980" y="154194"/>
                </a:lnTo>
                <a:lnTo>
                  <a:pt x="3147286" y="152610"/>
                </a:lnTo>
                <a:lnTo>
                  <a:pt x="3149521" y="150903"/>
                </a:lnTo>
                <a:lnTo>
                  <a:pt x="3151682" y="149094"/>
                </a:lnTo>
                <a:lnTo>
                  <a:pt x="3153764" y="147204"/>
                </a:lnTo>
                <a:lnTo>
                  <a:pt x="3155769" y="145231"/>
                </a:lnTo>
                <a:lnTo>
                  <a:pt x="3157695" y="143177"/>
                </a:lnTo>
                <a:lnTo>
                  <a:pt x="3159544" y="141042"/>
                </a:lnTo>
                <a:lnTo>
                  <a:pt x="3161315" y="138825"/>
                </a:lnTo>
                <a:lnTo>
                  <a:pt x="3163008" y="136526"/>
                </a:lnTo>
                <a:lnTo>
                  <a:pt x="3164622" y="134146"/>
                </a:lnTo>
                <a:lnTo>
                  <a:pt x="3166159" y="131684"/>
                </a:lnTo>
                <a:lnTo>
                  <a:pt x="3167618" y="129141"/>
                </a:lnTo>
                <a:lnTo>
                  <a:pt x="3168999" y="126516"/>
                </a:lnTo>
                <a:lnTo>
                  <a:pt x="3170302" y="123809"/>
                </a:lnTo>
                <a:lnTo>
                  <a:pt x="3171514" y="121045"/>
                </a:lnTo>
                <a:lnTo>
                  <a:pt x="3172620" y="118249"/>
                </a:lnTo>
                <a:lnTo>
                  <a:pt x="3173621" y="115419"/>
                </a:lnTo>
                <a:lnTo>
                  <a:pt x="3174516" y="112556"/>
                </a:lnTo>
                <a:lnTo>
                  <a:pt x="3175306" y="109661"/>
                </a:lnTo>
                <a:lnTo>
                  <a:pt x="3175991" y="106733"/>
                </a:lnTo>
                <a:lnTo>
                  <a:pt x="3176570" y="103772"/>
                </a:lnTo>
                <a:lnTo>
                  <a:pt x="3177044" y="100778"/>
                </a:lnTo>
                <a:lnTo>
                  <a:pt x="3177413" y="97751"/>
                </a:lnTo>
                <a:lnTo>
                  <a:pt x="3177676" y="94691"/>
                </a:lnTo>
                <a:lnTo>
                  <a:pt x="3177834" y="91598"/>
                </a:lnTo>
                <a:lnTo>
                  <a:pt x="3177887" y="88473"/>
                </a:lnTo>
                <a:lnTo>
                  <a:pt x="3177834" y="85347"/>
                </a:lnTo>
                <a:lnTo>
                  <a:pt x="3177676" y="82254"/>
                </a:lnTo>
                <a:lnTo>
                  <a:pt x="3177413" y="79195"/>
                </a:lnTo>
                <a:lnTo>
                  <a:pt x="3177044" y="76168"/>
                </a:lnTo>
                <a:lnTo>
                  <a:pt x="3176570" y="73174"/>
                </a:lnTo>
                <a:lnTo>
                  <a:pt x="3175991" y="70213"/>
                </a:lnTo>
                <a:lnTo>
                  <a:pt x="3175306" y="67284"/>
                </a:lnTo>
                <a:lnTo>
                  <a:pt x="3174516" y="64389"/>
                </a:lnTo>
                <a:lnTo>
                  <a:pt x="3173621" y="61526"/>
                </a:lnTo>
                <a:lnTo>
                  <a:pt x="3172620" y="58697"/>
                </a:lnTo>
                <a:lnTo>
                  <a:pt x="3171514" y="55900"/>
                </a:lnTo>
                <a:lnTo>
                  <a:pt x="3170302" y="53136"/>
                </a:lnTo>
                <a:lnTo>
                  <a:pt x="3168999" y="50429"/>
                </a:lnTo>
                <a:lnTo>
                  <a:pt x="3167618" y="47803"/>
                </a:lnTo>
                <a:lnTo>
                  <a:pt x="3166159" y="45258"/>
                </a:lnTo>
                <a:lnTo>
                  <a:pt x="3164622" y="42794"/>
                </a:lnTo>
                <a:lnTo>
                  <a:pt x="3163008" y="40411"/>
                </a:lnTo>
                <a:lnTo>
                  <a:pt x="3161315" y="38109"/>
                </a:lnTo>
                <a:lnTo>
                  <a:pt x="3159544" y="35888"/>
                </a:lnTo>
                <a:lnTo>
                  <a:pt x="3157695" y="33748"/>
                </a:lnTo>
                <a:lnTo>
                  <a:pt x="3155769" y="31689"/>
                </a:lnTo>
                <a:lnTo>
                  <a:pt x="3153764" y="29711"/>
                </a:lnTo>
                <a:lnTo>
                  <a:pt x="3151682" y="27814"/>
                </a:lnTo>
                <a:lnTo>
                  <a:pt x="3149521" y="25998"/>
                </a:lnTo>
                <a:lnTo>
                  <a:pt x="3147286" y="24285"/>
                </a:lnTo>
                <a:lnTo>
                  <a:pt x="3144980" y="22697"/>
                </a:lnTo>
                <a:lnTo>
                  <a:pt x="3142603" y="21233"/>
                </a:lnTo>
                <a:lnTo>
                  <a:pt x="3140154" y="19894"/>
                </a:lnTo>
                <a:lnTo>
                  <a:pt x="3137634" y="18681"/>
                </a:lnTo>
                <a:lnTo>
                  <a:pt x="3135043" y="17592"/>
                </a:lnTo>
                <a:lnTo>
                  <a:pt x="3132380" y="16627"/>
                </a:lnTo>
                <a:lnTo>
                  <a:pt x="3129647" y="15788"/>
                </a:lnTo>
                <a:lnTo>
                  <a:pt x="3126842" y="15073"/>
                </a:lnTo>
                <a:lnTo>
                  <a:pt x="3123965" y="14484"/>
                </a:lnTo>
                <a:lnTo>
                  <a:pt x="3121018" y="14019"/>
                </a:lnTo>
                <a:lnTo>
                  <a:pt x="3117999" y="13679"/>
                </a:lnTo>
                <a:lnTo>
                  <a:pt x="3117999" y="0"/>
                </a:lnTo>
                <a:close/>
                <a:moveTo>
                  <a:pt x="3372771" y="148536"/>
                </a:moveTo>
                <a:lnTo>
                  <a:pt x="3371804" y="148507"/>
                </a:lnTo>
                <a:lnTo>
                  <a:pt x="3370859" y="148419"/>
                </a:lnTo>
                <a:lnTo>
                  <a:pt x="3369938" y="148273"/>
                </a:lnTo>
                <a:lnTo>
                  <a:pt x="3369040" y="148068"/>
                </a:lnTo>
                <a:lnTo>
                  <a:pt x="3368165" y="147805"/>
                </a:lnTo>
                <a:lnTo>
                  <a:pt x="3367313" y="147484"/>
                </a:lnTo>
                <a:lnTo>
                  <a:pt x="3366484" y="147104"/>
                </a:lnTo>
                <a:lnTo>
                  <a:pt x="3365678" y="146665"/>
                </a:lnTo>
                <a:lnTo>
                  <a:pt x="3364896" y="146168"/>
                </a:lnTo>
                <a:lnTo>
                  <a:pt x="3364137" y="145613"/>
                </a:lnTo>
                <a:lnTo>
                  <a:pt x="3363401" y="144999"/>
                </a:lnTo>
                <a:lnTo>
                  <a:pt x="3362688" y="144327"/>
                </a:lnTo>
                <a:lnTo>
                  <a:pt x="3362015" y="143614"/>
                </a:lnTo>
                <a:lnTo>
                  <a:pt x="3361401" y="142878"/>
                </a:lnTo>
                <a:lnTo>
                  <a:pt x="3360846" y="142119"/>
                </a:lnTo>
                <a:lnTo>
                  <a:pt x="3360349" y="141336"/>
                </a:lnTo>
                <a:lnTo>
                  <a:pt x="3359911" y="140530"/>
                </a:lnTo>
                <a:lnTo>
                  <a:pt x="3359531" y="139702"/>
                </a:lnTo>
                <a:lnTo>
                  <a:pt x="3359209" y="138850"/>
                </a:lnTo>
                <a:lnTo>
                  <a:pt x="3358946" y="137975"/>
                </a:lnTo>
                <a:lnTo>
                  <a:pt x="3358742" y="137077"/>
                </a:lnTo>
                <a:lnTo>
                  <a:pt x="3358596" y="136155"/>
                </a:lnTo>
                <a:lnTo>
                  <a:pt x="3358508" y="135211"/>
                </a:lnTo>
                <a:lnTo>
                  <a:pt x="3358479" y="134243"/>
                </a:lnTo>
                <a:lnTo>
                  <a:pt x="3358508" y="133262"/>
                </a:lnTo>
                <a:lnTo>
                  <a:pt x="3358597" y="132306"/>
                </a:lnTo>
                <a:lnTo>
                  <a:pt x="3358744" y="131375"/>
                </a:lnTo>
                <a:lnTo>
                  <a:pt x="3358951" y="130468"/>
                </a:lnTo>
                <a:lnTo>
                  <a:pt x="3359217" y="129587"/>
                </a:lnTo>
                <a:lnTo>
                  <a:pt x="3359542" y="128730"/>
                </a:lnTo>
                <a:lnTo>
                  <a:pt x="3359926" y="127899"/>
                </a:lnTo>
                <a:lnTo>
                  <a:pt x="3360369" y="127092"/>
                </a:lnTo>
                <a:lnTo>
                  <a:pt x="3360871" y="126311"/>
                </a:lnTo>
                <a:lnTo>
                  <a:pt x="3361432" y="125554"/>
                </a:lnTo>
                <a:lnTo>
                  <a:pt x="3362052" y="124823"/>
                </a:lnTo>
                <a:lnTo>
                  <a:pt x="3362731" y="124116"/>
                </a:lnTo>
                <a:lnTo>
                  <a:pt x="3363451" y="123451"/>
                </a:lnTo>
                <a:lnTo>
                  <a:pt x="3364192" y="122843"/>
                </a:lnTo>
                <a:lnTo>
                  <a:pt x="3364954" y="122294"/>
                </a:lnTo>
                <a:lnTo>
                  <a:pt x="3365737" y="121802"/>
                </a:lnTo>
                <a:lnTo>
                  <a:pt x="3366542" y="121368"/>
                </a:lnTo>
                <a:lnTo>
                  <a:pt x="3367368" y="120992"/>
                </a:lnTo>
                <a:lnTo>
                  <a:pt x="3368215" y="120674"/>
                </a:lnTo>
                <a:lnTo>
                  <a:pt x="3369084" y="120414"/>
                </a:lnTo>
                <a:lnTo>
                  <a:pt x="3369973" y="120211"/>
                </a:lnTo>
                <a:lnTo>
                  <a:pt x="3370885" y="120067"/>
                </a:lnTo>
                <a:lnTo>
                  <a:pt x="3371817" y="119980"/>
                </a:lnTo>
                <a:lnTo>
                  <a:pt x="3372771" y="119951"/>
                </a:lnTo>
                <a:lnTo>
                  <a:pt x="3373725" y="119980"/>
                </a:lnTo>
                <a:lnTo>
                  <a:pt x="3374658" y="120067"/>
                </a:lnTo>
                <a:lnTo>
                  <a:pt x="3375569" y="120211"/>
                </a:lnTo>
                <a:lnTo>
                  <a:pt x="3376459" y="120414"/>
                </a:lnTo>
                <a:lnTo>
                  <a:pt x="3377327" y="120674"/>
                </a:lnTo>
                <a:lnTo>
                  <a:pt x="3378175" y="120992"/>
                </a:lnTo>
                <a:lnTo>
                  <a:pt x="3379001" y="121368"/>
                </a:lnTo>
                <a:lnTo>
                  <a:pt x="3379805" y="121802"/>
                </a:lnTo>
                <a:lnTo>
                  <a:pt x="3380589" y="122294"/>
                </a:lnTo>
                <a:lnTo>
                  <a:pt x="3381351" y="122843"/>
                </a:lnTo>
                <a:lnTo>
                  <a:pt x="3382091" y="123451"/>
                </a:lnTo>
                <a:lnTo>
                  <a:pt x="3382811" y="124116"/>
                </a:lnTo>
                <a:lnTo>
                  <a:pt x="3383490" y="124823"/>
                </a:lnTo>
                <a:lnTo>
                  <a:pt x="3384110" y="125554"/>
                </a:lnTo>
                <a:lnTo>
                  <a:pt x="3384671" y="126311"/>
                </a:lnTo>
                <a:lnTo>
                  <a:pt x="3385173" y="127092"/>
                </a:lnTo>
                <a:lnTo>
                  <a:pt x="3385616" y="127899"/>
                </a:lnTo>
                <a:lnTo>
                  <a:pt x="3386000" y="128730"/>
                </a:lnTo>
                <a:lnTo>
                  <a:pt x="3386325" y="129587"/>
                </a:lnTo>
                <a:lnTo>
                  <a:pt x="3386591" y="130468"/>
                </a:lnTo>
                <a:lnTo>
                  <a:pt x="3386798" y="131375"/>
                </a:lnTo>
                <a:lnTo>
                  <a:pt x="3386945" y="132306"/>
                </a:lnTo>
                <a:lnTo>
                  <a:pt x="3387034" y="133262"/>
                </a:lnTo>
                <a:lnTo>
                  <a:pt x="3387064" y="134243"/>
                </a:lnTo>
                <a:lnTo>
                  <a:pt x="3387034" y="135211"/>
                </a:lnTo>
                <a:lnTo>
                  <a:pt x="3386947" y="136155"/>
                </a:lnTo>
                <a:lnTo>
                  <a:pt x="3386800" y="137077"/>
                </a:lnTo>
                <a:lnTo>
                  <a:pt x="3386596" y="137975"/>
                </a:lnTo>
                <a:lnTo>
                  <a:pt x="3386333" y="138850"/>
                </a:lnTo>
                <a:lnTo>
                  <a:pt x="3386011" y="139702"/>
                </a:lnTo>
                <a:lnTo>
                  <a:pt x="3385631" y="140530"/>
                </a:lnTo>
                <a:lnTo>
                  <a:pt x="3385193" y="141336"/>
                </a:lnTo>
                <a:lnTo>
                  <a:pt x="3384696" y="142119"/>
                </a:lnTo>
                <a:lnTo>
                  <a:pt x="3384141" y="142878"/>
                </a:lnTo>
                <a:lnTo>
                  <a:pt x="3383527" y="143614"/>
                </a:lnTo>
                <a:lnTo>
                  <a:pt x="3382855" y="144327"/>
                </a:lnTo>
                <a:lnTo>
                  <a:pt x="3382142" y="144999"/>
                </a:lnTo>
                <a:lnTo>
                  <a:pt x="3381406" y="145613"/>
                </a:lnTo>
                <a:lnTo>
                  <a:pt x="3380646" y="146168"/>
                </a:lnTo>
                <a:lnTo>
                  <a:pt x="3379864" y="146665"/>
                </a:lnTo>
                <a:lnTo>
                  <a:pt x="3379058" y="147104"/>
                </a:lnTo>
                <a:lnTo>
                  <a:pt x="3378229" y="147484"/>
                </a:lnTo>
                <a:lnTo>
                  <a:pt x="3377378" y="147805"/>
                </a:lnTo>
                <a:lnTo>
                  <a:pt x="3376503" y="148068"/>
                </a:lnTo>
                <a:lnTo>
                  <a:pt x="3375604" y="148273"/>
                </a:lnTo>
                <a:lnTo>
                  <a:pt x="3374683" y="148419"/>
                </a:lnTo>
                <a:lnTo>
                  <a:pt x="3373739" y="148507"/>
                </a:lnTo>
                <a:lnTo>
                  <a:pt x="3372771" y="148536"/>
                </a:lnTo>
                <a:moveTo>
                  <a:pt x="3372771" y="72251"/>
                </a:moveTo>
                <a:lnTo>
                  <a:pt x="3371804" y="72222"/>
                </a:lnTo>
                <a:lnTo>
                  <a:pt x="3370859" y="72134"/>
                </a:lnTo>
                <a:lnTo>
                  <a:pt x="3369938" y="71988"/>
                </a:lnTo>
                <a:lnTo>
                  <a:pt x="3369040" y="71784"/>
                </a:lnTo>
                <a:lnTo>
                  <a:pt x="3368165" y="71521"/>
                </a:lnTo>
                <a:lnTo>
                  <a:pt x="3367313" y="71199"/>
                </a:lnTo>
                <a:lnTo>
                  <a:pt x="3366484" y="70819"/>
                </a:lnTo>
                <a:lnTo>
                  <a:pt x="3365678" y="70381"/>
                </a:lnTo>
                <a:lnTo>
                  <a:pt x="3364896" y="69884"/>
                </a:lnTo>
                <a:lnTo>
                  <a:pt x="3364137" y="69328"/>
                </a:lnTo>
                <a:lnTo>
                  <a:pt x="3363401" y="68715"/>
                </a:lnTo>
                <a:lnTo>
                  <a:pt x="3362688" y="68042"/>
                </a:lnTo>
                <a:lnTo>
                  <a:pt x="3362015" y="67329"/>
                </a:lnTo>
                <a:lnTo>
                  <a:pt x="3361401" y="66593"/>
                </a:lnTo>
                <a:lnTo>
                  <a:pt x="3360846" y="65834"/>
                </a:lnTo>
                <a:lnTo>
                  <a:pt x="3360349" y="65051"/>
                </a:lnTo>
                <a:lnTo>
                  <a:pt x="3359911" y="64246"/>
                </a:lnTo>
                <a:lnTo>
                  <a:pt x="3359531" y="63417"/>
                </a:lnTo>
                <a:lnTo>
                  <a:pt x="3359209" y="62565"/>
                </a:lnTo>
                <a:lnTo>
                  <a:pt x="3358946" y="61690"/>
                </a:lnTo>
                <a:lnTo>
                  <a:pt x="3358742" y="60792"/>
                </a:lnTo>
                <a:lnTo>
                  <a:pt x="3358596" y="59871"/>
                </a:lnTo>
                <a:lnTo>
                  <a:pt x="3358508" y="58926"/>
                </a:lnTo>
                <a:lnTo>
                  <a:pt x="3358479" y="57959"/>
                </a:lnTo>
                <a:lnTo>
                  <a:pt x="3358508" y="56978"/>
                </a:lnTo>
                <a:lnTo>
                  <a:pt x="3358597" y="56021"/>
                </a:lnTo>
                <a:lnTo>
                  <a:pt x="3358744" y="55090"/>
                </a:lnTo>
                <a:lnTo>
                  <a:pt x="3358951" y="54184"/>
                </a:lnTo>
                <a:lnTo>
                  <a:pt x="3359217" y="53302"/>
                </a:lnTo>
                <a:lnTo>
                  <a:pt x="3359542" y="52446"/>
                </a:lnTo>
                <a:lnTo>
                  <a:pt x="3359926" y="51614"/>
                </a:lnTo>
                <a:lnTo>
                  <a:pt x="3360369" y="50808"/>
                </a:lnTo>
                <a:lnTo>
                  <a:pt x="3360871" y="50026"/>
                </a:lnTo>
                <a:lnTo>
                  <a:pt x="3361432" y="49270"/>
                </a:lnTo>
                <a:lnTo>
                  <a:pt x="3362052" y="48538"/>
                </a:lnTo>
                <a:lnTo>
                  <a:pt x="3362731" y="47831"/>
                </a:lnTo>
                <a:lnTo>
                  <a:pt x="3363451" y="47166"/>
                </a:lnTo>
                <a:lnTo>
                  <a:pt x="3364192" y="46559"/>
                </a:lnTo>
                <a:lnTo>
                  <a:pt x="3364954" y="46009"/>
                </a:lnTo>
                <a:lnTo>
                  <a:pt x="3365737" y="45517"/>
                </a:lnTo>
                <a:lnTo>
                  <a:pt x="3366542" y="45084"/>
                </a:lnTo>
                <a:lnTo>
                  <a:pt x="3367368" y="44708"/>
                </a:lnTo>
                <a:lnTo>
                  <a:pt x="3368215" y="44389"/>
                </a:lnTo>
                <a:lnTo>
                  <a:pt x="3369084" y="44129"/>
                </a:lnTo>
                <a:lnTo>
                  <a:pt x="3369973" y="43927"/>
                </a:lnTo>
                <a:lnTo>
                  <a:pt x="3370885" y="43782"/>
                </a:lnTo>
                <a:lnTo>
                  <a:pt x="3371817" y="43695"/>
                </a:lnTo>
                <a:lnTo>
                  <a:pt x="3372771" y="43666"/>
                </a:lnTo>
                <a:lnTo>
                  <a:pt x="3373725" y="43695"/>
                </a:lnTo>
                <a:lnTo>
                  <a:pt x="3374658" y="43782"/>
                </a:lnTo>
                <a:lnTo>
                  <a:pt x="3375569" y="43927"/>
                </a:lnTo>
                <a:lnTo>
                  <a:pt x="3376459" y="44129"/>
                </a:lnTo>
                <a:lnTo>
                  <a:pt x="3377327" y="44389"/>
                </a:lnTo>
                <a:lnTo>
                  <a:pt x="3378175" y="44708"/>
                </a:lnTo>
                <a:lnTo>
                  <a:pt x="3379001" y="45084"/>
                </a:lnTo>
                <a:lnTo>
                  <a:pt x="3379805" y="45517"/>
                </a:lnTo>
                <a:lnTo>
                  <a:pt x="3380589" y="46009"/>
                </a:lnTo>
                <a:lnTo>
                  <a:pt x="3381351" y="46559"/>
                </a:lnTo>
                <a:lnTo>
                  <a:pt x="3382091" y="47166"/>
                </a:lnTo>
                <a:lnTo>
                  <a:pt x="3382811" y="47831"/>
                </a:lnTo>
                <a:lnTo>
                  <a:pt x="3383490" y="48538"/>
                </a:lnTo>
                <a:lnTo>
                  <a:pt x="3384110" y="49270"/>
                </a:lnTo>
                <a:lnTo>
                  <a:pt x="3384671" y="50026"/>
                </a:lnTo>
                <a:lnTo>
                  <a:pt x="3385173" y="50808"/>
                </a:lnTo>
                <a:lnTo>
                  <a:pt x="3385616" y="51614"/>
                </a:lnTo>
                <a:lnTo>
                  <a:pt x="3386000" y="52446"/>
                </a:lnTo>
                <a:lnTo>
                  <a:pt x="3386325" y="53302"/>
                </a:lnTo>
                <a:lnTo>
                  <a:pt x="3386591" y="54184"/>
                </a:lnTo>
                <a:lnTo>
                  <a:pt x="3386798" y="55090"/>
                </a:lnTo>
                <a:lnTo>
                  <a:pt x="3386945" y="56021"/>
                </a:lnTo>
                <a:lnTo>
                  <a:pt x="3387034" y="56978"/>
                </a:lnTo>
                <a:lnTo>
                  <a:pt x="3387064" y="57959"/>
                </a:lnTo>
                <a:lnTo>
                  <a:pt x="3387034" y="58926"/>
                </a:lnTo>
                <a:lnTo>
                  <a:pt x="3386947" y="59871"/>
                </a:lnTo>
                <a:lnTo>
                  <a:pt x="3386800" y="60792"/>
                </a:lnTo>
                <a:lnTo>
                  <a:pt x="3386596" y="61690"/>
                </a:lnTo>
                <a:lnTo>
                  <a:pt x="3386333" y="62565"/>
                </a:lnTo>
                <a:lnTo>
                  <a:pt x="3386011" y="63417"/>
                </a:lnTo>
                <a:lnTo>
                  <a:pt x="3385631" y="64246"/>
                </a:lnTo>
                <a:lnTo>
                  <a:pt x="3385193" y="65051"/>
                </a:lnTo>
                <a:lnTo>
                  <a:pt x="3384696" y="65834"/>
                </a:lnTo>
                <a:lnTo>
                  <a:pt x="3384141" y="66593"/>
                </a:lnTo>
                <a:lnTo>
                  <a:pt x="3383527" y="67329"/>
                </a:lnTo>
                <a:lnTo>
                  <a:pt x="3382855" y="68042"/>
                </a:lnTo>
                <a:lnTo>
                  <a:pt x="3382142" y="68715"/>
                </a:lnTo>
                <a:lnTo>
                  <a:pt x="3381406" y="69328"/>
                </a:lnTo>
                <a:lnTo>
                  <a:pt x="3380646" y="69884"/>
                </a:lnTo>
                <a:lnTo>
                  <a:pt x="3379864" y="70381"/>
                </a:lnTo>
                <a:lnTo>
                  <a:pt x="3379058" y="70819"/>
                </a:lnTo>
                <a:lnTo>
                  <a:pt x="3378229" y="71199"/>
                </a:lnTo>
                <a:lnTo>
                  <a:pt x="3377378" y="71521"/>
                </a:lnTo>
                <a:lnTo>
                  <a:pt x="3376503" y="71784"/>
                </a:lnTo>
                <a:lnTo>
                  <a:pt x="3375604" y="71988"/>
                </a:lnTo>
                <a:lnTo>
                  <a:pt x="3374683" y="72134"/>
                </a:lnTo>
                <a:lnTo>
                  <a:pt x="3373739" y="72222"/>
                </a:lnTo>
                <a:lnTo>
                  <a:pt x="3372771" y="72251"/>
                </a:lnTo>
                <a:close/>
                <a:moveTo>
                  <a:pt x="3627631" y="176945"/>
                </a:moveTo>
                <a:lnTo>
                  <a:pt x="3623636" y="176622"/>
                </a:lnTo>
                <a:lnTo>
                  <a:pt x="3619747" y="176150"/>
                </a:lnTo>
                <a:lnTo>
                  <a:pt x="3615964" y="175528"/>
                </a:lnTo>
                <a:lnTo>
                  <a:pt x="3612286" y="174757"/>
                </a:lnTo>
                <a:lnTo>
                  <a:pt x="3608715" y="173837"/>
                </a:lnTo>
                <a:lnTo>
                  <a:pt x="3605250" y="172767"/>
                </a:lnTo>
                <a:lnTo>
                  <a:pt x="3601890" y="171548"/>
                </a:lnTo>
                <a:lnTo>
                  <a:pt x="3598637" y="170180"/>
                </a:lnTo>
                <a:lnTo>
                  <a:pt x="3595490" y="168663"/>
                </a:lnTo>
                <a:lnTo>
                  <a:pt x="3592448" y="166996"/>
                </a:lnTo>
                <a:lnTo>
                  <a:pt x="3589512" y="165180"/>
                </a:lnTo>
                <a:lnTo>
                  <a:pt x="3586683" y="163215"/>
                </a:lnTo>
                <a:lnTo>
                  <a:pt x="3583953" y="161116"/>
                </a:lnTo>
                <a:lnTo>
                  <a:pt x="3581316" y="158898"/>
                </a:lnTo>
                <a:lnTo>
                  <a:pt x="3578772" y="156561"/>
                </a:lnTo>
                <a:lnTo>
                  <a:pt x="3576322" y="154106"/>
                </a:lnTo>
                <a:lnTo>
                  <a:pt x="3573964" y="151532"/>
                </a:lnTo>
                <a:lnTo>
                  <a:pt x="3571700" y="148839"/>
                </a:lnTo>
                <a:lnTo>
                  <a:pt x="3569529" y="146028"/>
                </a:lnTo>
                <a:lnTo>
                  <a:pt x="3567451" y="143097"/>
                </a:lnTo>
                <a:lnTo>
                  <a:pt x="3565466" y="140048"/>
                </a:lnTo>
                <a:lnTo>
                  <a:pt x="3563575" y="136880"/>
                </a:lnTo>
                <a:lnTo>
                  <a:pt x="3561776" y="133594"/>
                </a:lnTo>
                <a:lnTo>
                  <a:pt x="3560071" y="130188"/>
                </a:lnTo>
                <a:lnTo>
                  <a:pt x="3558481" y="126722"/>
                </a:lnTo>
                <a:lnTo>
                  <a:pt x="3557030" y="123255"/>
                </a:lnTo>
                <a:lnTo>
                  <a:pt x="3555717" y="119787"/>
                </a:lnTo>
                <a:lnTo>
                  <a:pt x="3554542" y="116317"/>
                </a:lnTo>
                <a:lnTo>
                  <a:pt x="3553505" y="112846"/>
                </a:lnTo>
                <a:lnTo>
                  <a:pt x="3552607" y="109374"/>
                </a:lnTo>
                <a:lnTo>
                  <a:pt x="3551847" y="105901"/>
                </a:lnTo>
                <a:lnTo>
                  <a:pt x="3551225" y="102427"/>
                </a:lnTo>
                <a:lnTo>
                  <a:pt x="3550741" y="98951"/>
                </a:lnTo>
                <a:lnTo>
                  <a:pt x="3550395" y="95474"/>
                </a:lnTo>
                <a:lnTo>
                  <a:pt x="3550188" y="91996"/>
                </a:lnTo>
                <a:lnTo>
                  <a:pt x="3550119" y="88517"/>
                </a:lnTo>
                <a:lnTo>
                  <a:pt x="3550188" y="85037"/>
                </a:lnTo>
                <a:lnTo>
                  <a:pt x="3550395" y="81559"/>
                </a:lnTo>
                <a:lnTo>
                  <a:pt x="3550741" y="78082"/>
                </a:lnTo>
                <a:lnTo>
                  <a:pt x="3551225" y="74607"/>
                </a:lnTo>
                <a:lnTo>
                  <a:pt x="3551847" y="71133"/>
                </a:lnTo>
                <a:lnTo>
                  <a:pt x="3552607" y="67659"/>
                </a:lnTo>
                <a:lnTo>
                  <a:pt x="3553505" y="64188"/>
                </a:lnTo>
                <a:lnTo>
                  <a:pt x="3554542" y="60717"/>
                </a:lnTo>
                <a:lnTo>
                  <a:pt x="3555717" y="57248"/>
                </a:lnTo>
                <a:lnTo>
                  <a:pt x="3557030" y="53780"/>
                </a:lnTo>
                <a:lnTo>
                  <a:pt x="3558481" y="50313"/>
                </a:lnTo>
                <a:lnTo>
                  <a:pt x="3560071" y="46848"/>
                </a:lnTo>
                <a:lnTo>
                  <a:pt x="3561776" y="43442"/>
                </a:lnTo>
                <a:lnTo>
                  <a:pt x="3563575" y="40155"/>
                </a:lnTo>
                <a:lnTo>
                  <a:pt x="3565466" y="36986"/>
                </a:lnTo>
                <a:lnTo>
                  <a:pt x="3567451" y="33937"/>
                </a:lnTo>
                <a:lnTo>
                  <a:pt x="3569529" y="31006"/>
                </a:lnTo>
                <a:lnTo>
                  <a:pt x="3571700" y="28194"/>
                </a:lnTo>
                <a:lnTo>
                  <a:pt x="3573964" y="25501"/>
                </a:lnTo>
                <a:lnTo>
                  <a:pt x="3576322" y="22927"/>
                </a:lnTo>
                <a:lnTo>
                  <a:pt x="3578772" y="20472"/>
                </a:lnTo>
                <a:lnTo>
                  <a:pt x="3581316" y="18135"/>
                </a:lnTo>
                <a:lnTo>
                  <a:pt x="3583953" y="15917"/>
                </a:lnTo>
                <a:lnTo>
                  <a:pt x="3586683" y="13818"/>
                </a:lnTo>
                <a:lnTo>
                  <a:pt x="3589512" y="11852"/>
                </a:lnTo>
                <a:lnTo>
                  <a:pt x="3592448" y="10035"/>
                </a:lnTo>
                <a:lnTo>
                  <a:pt x="3595490" y="8365"/>
                </a:lnTo>
                <a:lnTo>
                  <a:pt x="3598637" y="6843"/>
                </a:lnTo>
                <a:lnTo>
                  <a:pt x="3601890" y="5469"/>
                </a:lnTo>
                <a:lnTo>
                  <a:pt x="3605250" y="4244"/>
                </a:lnTo>
                <a:lnTo>
                  <a:pt x="3608715" y="3166"/>
                </a:lnTo>
                <a:lnTo>
                  <a:pt x="3612286" y="2237"/>
                </a:lnTo>
                <a:lnTo>
                  <a:pt x="3615964" y="1456"/>
                </a:lnTo>
                <a:lnTo>
                  <a:pt x="3619747" y="822"/>
                </a:lnTo>
                <a:lnTo>
                  <a:pt x="3623636" y="337"/>
                </a:lnTo>
                <a:lnTo>
                  <a:pt x="3627631" y="0"/>
                </a:lnTo>
                <a:lnTo>
                  <a:pt x="3627631" y="13679"/>
                </a:lnTo>
                <a:lnTo>
                  <a:pt x="3624612" y="14019"/>
                </a:lnTo>
                <a:lnTo>
                  <a:pt x="3621665" y="14484"/>
                </a:lnTo>
                <a:lnTo>
                  <a:pt x="3618789" y="15073"/>
                </a:lnTo>
                <a:lnTo>
                  <a:pt x="3615984" y="15788"/>
                </a:lnTo>
                <a:lnTo>
                  <a:pt x="3613250" y="16627"/>
                </a:lnTo>
                <a:lnTo>
                  <a:pt x="3610588" y="17592"/>
                </a:lnTo>
                <a:lnTo>
                  <a:pt x="3607996" y="18681"/>
                </a:lnTo>
                <a:lnTo>
                  <a:pt x="3605476" y="19894"/>
                </a:lnTo>
                <a:lnTo>
                  <a:pt x="3603028" y="21233"/>
                </a:lnTo>
                <a:lnTo>
                  <a:pt x="3600650" y="22697"/>
                </a:lnTo>
                <a:lnTo>
                  <a:pt x="3598344" y="24285"/>
                </a:lnTo>
                <a:lnTo>
                  <a:pt x="3596109" y="25998"/>
                </a:lnTo>
                <a:lnTo>
                  <a:pt x="3593949" y="27814"/>
                </a:lnTo>
                <a:lnTo>
                  <a:pt x="3591867" y="29711"/>
                </a:lnTo>
                <a:lnTo>
                  <a:pt x="3589864" y="31689"/>
                </a:lnTo>
                <a:lnTo>
                  <a:pt x="3587940" y="33748"/>
                </a:lnTo>
                <a:lnTo>
                  <a:pt x="3586094" y="35888"/>
                </a:lnTo>
                <a:lnTo>
                  <a:pt x="3584326" y="38109"/>
                </a:lnTo>
                <a:lnTo>
                  <a:pt x="3582637" y="40411"/>
                </a:lnTo>
                <a:lnTo>
                  <a:pt x="3581027" y="42794"/>
                </a:lnTo>
                <a:lnTo>
                  <a:pt x="3579495" y="45258"/>
                </a:lnTo>
                <a:lnTo>
                  <a:pt x="3578042" y="47803"/>
                </a:lnTo>
                <a:lnTo>
                  <a:pt x="3576668" y="50429"/>
                </a:lnTo>
                <a:lnTo>
                  <a:pt x="3575372" y="53136"/>
                </a:lnTo>
                <a:lnTo>
                  <a:pt x="3574167" y="55900"/>
                </a:lnTo>
                <a:lnTo>
                  <a:pt x="3573068" y="58697"/>
                </a:lnTo>
                <a:lnTo>
                  <a:pt x="3572073" y="61526"/>
                </a:lnTo>
                <a:lnTo>
                  <a:pt x="3571182" y="64389"/>
                </a:lnTo>
                <a:lnTo>
                  <a:pt x="3570397" y="67284"/>
                </a:lnTo>
                <a:lnTo>
                  <a:pt x="3569716" y="70213"/>
                </a:lnTo>
                <a:lnTo>
                  <a:pt x="3569140" y="73174"/>
                </a:lnTo>
                <a:lnTo>
                  <a:pt x="3568669" y="76168"/>
                </a:lnTo>
                <a:lnTo>
                  <a:pt x="3568302" y="79195"/>
                </a:lnTo>
                <a:lnTo>
                  <a:pt x="3568040" y="82254"/>
                </a:lnTo>
                <a:lnTo>
                  <a:pt x="3567883" y="85347"/>
                </a:lnTo>
                <a:lnTo>
                  <a:pt x="3567831" y="88473"/>
                </a:lnTo>
                <a:lnTo>
                  <a:pt x="3567883" y="91598"/>
                </a:lnTo>
                <a:lnTo>
                  <a:pt x="3568040" y="94691"/>
                </a:lnTo>
                <a:lnTo>
                  <a:pt x="3568302" y="97751"/>
                </a:lnTo>
                <a:lnTo>
                  <a:pt x="3568669" y="100778"/>
                </a:lnTo>
                <a:lnTo>
                  <a:pt x="3569140" y="103772"/>
                </a:lnTo>
                <a:lnTo>
                  <a:pt x="3569716" y="106733"/>
                </a:lnTo>
                <a:lnTo>
                  <a:pt x="3570397" y="109661"/>
                </a:lnTo>
                <a:lnTo>
                  <a:pt x="3571182" y="112556"/>
                </a:lnTo>
                <a:lnTo>
                  <a:pt x="3572073" y="115419"/>
                </a:lnTo>
                <a:lnTo>
                  <a:pt x="3573068" y="118249"/>
                </a:lnTo>
                <a:lnTo>
                  <a:pt x="3574167" y="121045"/>
                </a:lnTo>
                <a:lnTo>
                  <a:pt x="3575372" y="123809"/>
                </a:lnTo>
                <a:lnTo>
                  <a:pt x="3576668" y="126516"/>
                </a:lnTo>
                <a:lnTo>
                  <a:pt x="3578042" y="129141"/>
                </a:lnTo>
                <a:lnTo>
                  <a:pt x="3579495" y="131684"/>
                </a:lnTo>
                <a:lnTo>
                  <a:pt x="3581027" y="134146"/>
                </a:lnTo>
                <a:lnTo>
                  <a:pt x="3582637" y="136526"/>
                </a:lnTo>
                <a:lnTo>
                  <a:pt x="3584326" y="138825"/>
                </a:lnTo>
                <a:lnTo>
                  <a:pt x="3586094" y="141042"/>
                </a:lnTo>
                <a:lnTo>
                  <a:pt x="3587940" y="143177"/>
                </a:lnTo>
                <a:lnTo>
                  <a:pt x="3589864" y="145231"/>
                </a:lnTo>
                <a:lnTo>
                  <a:pt x="3591867" y="147204"/>
                </a:lnTo>
                <a:lnTo>
                  <a:pt x="3593949" y="149094"/>
                </a:lnTo>
                <a:lnTo>
                  <a:pt x="3596109" y="150903"/>
                </a:lnTo>
                <a:lnTo>
                  <a:pt x="3598344" y="152610"/>
                </a:lnTo>
                <a:lnTo>
                  <a:pt x="3600650" y="154194"/>
                </a:lnTo>
                <a:lnTo>
                  <a:pt x="3603028" y="155655"/>
                </a:lnTo>
                <a:lnTo>
                  <a:pt x="3605476" y="156992"/>
                </a:lnTo>
                <a:lnTo>
                  <a:pt x="3607996" y="158207"/>
                </a:lnTo>
                <a:lnTo>
                  <a:pt x="3610588" y="159299"/>
                </a:lnTo>
                <a:lnTo>
                  <a:pt x="3613250" y="160268"/>
                </a:lnTo>
                <a:lnTo>
                  <a:pt x="3615984" y="161114"/>
                </a:lnTo>
                <a:lnTo>
                  <a:pt x="3618789" y="161836"/>
                </a:lnTo>
                <a:lnTo>
                  <a:pt x="3621665" y="162436"/>
                </a:lnTo>
                <a:lnTo>
                  <a:pt x="3624612" y="162913"/>
                </a:lnTo>
                <a:lnTo>
                  <a:pt x="3627631" y="163267"/>
                </a:lnTo>
                <a:lnTo>
                  <a:pt x="3627631" y="176945"/>
                </a:lnTo>
                <a:close/>
                <a:moveTo>
                  <a:pt x="3736472" y="140250"/>
                </a:moveTo>
                <a:lnTo>
                  <a:pt x="3734601" y="141032"/>
                </a:lnTo>
                <a:lnTo>
                  <a:pt x="3732818" y="141759"/>
                </a:lnTo>
                <a:lnTo>
                  <a:pt x="3731123" y="142432"/>
                </a:lnTo>
                <a:lnTo>
                  <a:pt x="3729516" y="143050"/>
                </a:lnTo>
                <a:lnTo>
                  <a:pt x="3727996" y="143614"/>
                </a:lnTo>
                <a:lnTo>
                  <a:pt x="3726564" y="144123"/>
                </a:lnTo>
                <a:lnTo>
                  <a:pt x="3725219" y="144577"/>
                </a:lnTo>
                <a:lnTo>
                  <a:pt x="3723962" y="144977"/>
                </a:lnTo>
                <a:lnTo>
                  <a:pt x="3722793" y="145323"/>
                </a:lnTo>
                <a:lnTo>
                  <a:pt x="3721712" y="145614"/>
                </a:lnTo>
                <a:lnTo>
                  <a:pt x="3720718" y="145850"/>
                </a:lnTo>
                <a:lnTo>
                  <a:pt x="3719812" y="146031"/>
                </a:lnTo>
                <a:lnTo>
                  <a:pt x="3718952" y="146179"/>
                </a:lnTo>
                <a:lnTo>
                  <a:pt x="3718097" y="146314"/>
                </a:lnTo>
                <a:lnTo>
                  <a:pt x="3717247" y="146437"/>
                </a:lnTo>
                <a:lnTo>
                  <a:pt x="3716402" y="146546"/>
                </a:lnTo>
                <a:lnTo>
                  <a:pt x="3715562" y="146642"/>
                </a:lnTo>
                <a:lnTo>
                  <a:pt x="3714726" y="146726"/>
                </a:lnTo>
                <a:lnTo>
                  <a:pt x="3713896" y="146797"/>
                </a:lnTo>
                <a:lnTo>
                  <a:pt x="3713070" y="146855"/>
                </a:lnTo>
                <a:lnTo>
                  <a:pt x="3712249" y="146900"/>
                </a:lnTo>
                <a:lnTo>
                  <a:pt x="3711433" y="146932"/>
                </a:lnTo>
                <a:lnTo>
                  <a:pt x="3710622" y="146951"/>
                </a:lnTo>
                <a:lnTo>
                  <a:pt x="3709816" y="146958"/>
                </a:lnTo>
                <a:lnTo>
                  <a:pt x="3708118" y="146930"/>
                </a:lnTo>
                <a:lnTo>
                  <a:pt x="3706445" y="146848"/>
                </a:lnTo>
                <a:lnTo>
                  <a:pt x="3704796" y="146711"/>
                </a:lnTo>
                <a:lnTo>
                  <a:pt x="3703172" y="146519"/>
                </a:lnTo>
                <a:lnTo>
                  <a:pt x="3701571" y="146273"/>
                </a:lnTo>
                <a:lnTo>
                  <a:pt x="3699996" y="145971"/>
                </a:lnTo>
                <a:lnTo>
                  <a:pt x="3698444" y="145615"/>
                </a:lnTo>
                <a:lnTo>
                  <a:pt x="3696917" y="145204"/>
                </a:lnTo>
                <a:lnTo>
                  <a:pt x="3695414" y="144738"/>
                </a:lnTo>
                <a:lnTo>
                  <a:pt x="3693936" y="144217"/>
                </a:lnTo>
                <a:lnTo>
                  <a:pt x="3692482" y="143642"/>
                </a:lnTo>
                <a:lnTo>
                  <a:pt x="3691052" y="143012"/>
                </a:lnTo>
                <a:lnTo>
                  <a:pt x="3689663" y="142328"/>
                </a:lnTo>
                <a:lnTo>
                  <a:pt x="3688332" y="141592"/>
                </a:lnTo>
                <a:lnTo>
                  <a:pt x="3687059" y="140803"/>
                </a:lnTo>
                <a:lnTo>
                  <a:pt x="3685844" y="139962"/>
                </a:lnTo>
                <a:lnTo>
                  <a:pt x="3684687" y="139069"/>
                </a:lnTo>
                <a:lnTo>
                  <a:pt x="3683588" y="138123"/>
                </a:lnTo>
                <a:lnTo>
                  <a:pt x="3682546" y="137125"/>
                </a:lnTo>
                <a:lnTo>
                  <a:pt x="3681563" y="136075"/>
                </a:lnTo>
                <a:lnTo>
                  <a:pt x="3680637" y="134972"/>
                </a:lnTo>
                <a:lnTo>
                  <a:pt x="3679769" y="133817"/>
                </a:lnTo>
                <a:lnTo>
                  <a:pt x="3678959" y="132610"/>
                </a:lnTo>
                <a:lnTo>
                  <a:pt x="3678206" y="131350"/>
                </a:lnTo>
                <a:lnTo>
                  <a:pt x="3677513" y="130005"/>
                </a:lnTo>
                <a:lnTo>
                  <a:pt x="3676880" y="128544"/>
                </a:lnTo>
                <a:lnTo>
                  <a:pt x="3676307" y="126966"/>
                </a:lnTo>
                <a:lnTo>
                  <a:pt x="3675795" y="125271"/>
                </a:lnTo>
                <a:lnTo>
                  <a:pt x="3675343" y="123458"/>
                </a:lnTo>
                <a:lnTo>
                  <a:pt x="3674951" y="121529"/>
                </a:lnTo>
                <a:lnTo>
                  <a:pt x="3674619" y="119483"/>
                </a:lnTo>
                <a:lnTo>
                  <a:pt x="3674348" y="117321"/>
                </a:lnTo>
                <a:lnTo>
                  <a:pt x="3674137" y="115041"/>
                </a:lnTo>
                <a:lnTo>
                  <a:pt x="3673986" y="112644"/>
                </a:lnTo>
                <a:lnTo>
                  <a:pt x="3673896" y="110130"/>
                </a:lnTo>
                <a:lnTo>
                  <a:pt x="3673866" y="107500"/>
                </a:lnTo>
                <a:lnTo>
                  <a:pt x="3673866" y="68042"/>
                </a:lnTo>
                <a:lnTo>
                  <a:pt x="3649402" y="68042"/>
                </a:lnTo>
                <a:lnTo>
                  <a:pt x="3649402" y="54364"/>
                </a:lnTo>
                <a:lnTo>
                  <a:pt x="3673866" y="54364"/>
                </a:lnTo>
                <a:lnTo>
                  <a:pt x="3673866" y="14906"/>
                </a:lnTo>
                <a:lnTo>
                  <a:pt x="3690175" y="14906"/>
                </a:lnTo>
                <a:lnTo>
                  <a:pt x="3690175" y="54364"/>
                </a:lnTo>
                <a:lnTo>
                  <a:pt x="3733754" y="54364"/>
                </a:lnTo>
                <a:lnTo>
                  <a:pt x="3733754" y="68042"/>
                </a:lnTo>
                <a:lnTo>
                  <a:pt x="3690175" y="68042"/>
                </a:lnTo>
                <a:lnTo>
                  <a:pt x="3690175" y="107185"/>
                </a:lnTo>
                <a:lnTo>
                  <a:pt x="3690194" y="109107"/>
                </a:lnTo>
                <a:lnTo>
                  <a:pt x="3690253" y="110932"/>
                </a:lnTo>
                <a:lnTo>
                  <a:pt x="3690350" y="112660"/>
                </a:lnTo>
                <a:lnTo>
                  <a:pt x="3690487" y="114292"/>
                </a:lnTo>
                <a:lnTo>
                  <a:pt x="3690662" y="115827"/>
                </a:lnTo>
                <a:lnTo>
                  <a:pt x="3690876" y="117266"/>
                </a:lnTo>
                <a:lnTo>
                  <a:pt x="3691130" y="118608"/>
                </a:lnTo>
                <a:lnTo>
                  <a:pt x="3691422" y="119853"/>
                </a:lnTo>
                <a:lnTo>
                  <a:pt x="3691753" y="121001"/>
                </a:lnTo>
                <a:lnTo>
                  <a:pt x="3692124" y="122053"/>
                </a:lnTo>
                <a:lnTo>
                  <a:pt x="3692533" y="123008"/>
                </a:lnTo>
                <a:lnTo>
                  <a:pt x="3692981" y="123867"/>
                </a:lnTo>
                <a:lnTo>
                  <a:pt x="3693462" y="124658"/>
                </a:lnTo>
                <a:lnTo>
                  <a:pt x="3693969" y="125414"/>
                </a:lnTo>
                <a:lnTo>
                  <a:pt x="3694502" y="126134"/>
                </a:lnTo>
                <a:lnTo>
                  <a:pt x="3695061" y="126819"/>
                </a:lnTo>
                <a:lnTo>
                  <a:pt x="3695646" y="127467"/>
                </a:lnTo>
                <a:lnTo>
                  <a:pt x="3696258" y="128080"/>
                </a:lnTo>
                <a:lnTo>
                  <a:pt x="3696896" y="128656"/>
                </a:lnTo>
                <a:lnTo>
                  <a:pt x="3697560" y="129197"/>
                </a:lnTo>
                <a:lnTo>
                  <a:pt x="3698250" y="129702"/>
                </a:lnTo>
                <a:lnTo>
                  <a:pt x="3698966" y="130171"/>
                </a:lnTo>
                <a:lnTo>
                  <a:pt x="3699709" y="130604"/>
                </a:lnTo>
                <a:lnTo>
                  <a:pt x="3700478" y="131002"/>
                </a:lnTo>
                <a:lnTo>
                  <a:pt x="3701272" y="131366"/>
                </a:lnTo>
                <a:lnTo>
                  <a:pt x="3702089" y="131698"/>
                </a:lnTo>
                <a:lnTo>
                  <a:pt x="3702930" y="131998"/>
                </a:lnTo>
                <a:lnTo>
                  <a:pt x="3703795" y="132267"/>
                </a:lnTo>
                <a:lnTo>
                  <a:pt x="3704684" y="132504"/>
                </a:lnTo>
                <a:lnTo>
                  <a:pt x="3705596" y="132710"/>
                </a:lnTo>
                <a:lnTo>
                  <a:pt x="3706533" y="132884"/>
                </a:lnTo>
                <a:lnTo>
                  <a:pt x="3707492" y="133026"/>
                </a:lnTo>
                <a:lnTo>
                  <a:pt x="3708476" y="133137"/>
                </a:lnTo>
                <a:lnTo>
                  <a:pt x="3709484" y="133216"/>
                </a:lnTo>
                <a:lnTo>
                  <a:pt x="3710515" y="133263"/>
                </a:lnTo>
                <a:lnTo>
                  <a:pt x="3711570" y="133279"/>
                </a:lnTo>
                <a:lnTo>
                  <a:pt x="3713551" y="133227"/>
                </a:lnTo>
                <a:lnTo>
                  <a:pt x="3715550" y="133072"/>
                </a:lnTo>
                <a:lnTo>
                  <a:pt x="3717565" y="132814"/>
                </a:lnTo>
                <a:lnTo>
                  <a:pt x="3719598" y="132452"/>
                </a:lnTo>
                <a:lnTo>
                  <a:pt x="3721647" y="131987"/>
                </a:lnTo>
                <a:lnTo>
                  <a:pt x="3723714" y="131418"/>
                </a:lnTo>
                <a:lnTo>
                  <a:pt x="3725798" y="130747"/>
                </a:lnTo>
                <a:lnTo>
                  <a:pt x="3727898" y="129971"/>
                </a:lnTo>
                <a:lnTo>
                  <a:pt x="3730016" y="129093"/>
                </a:lnTo>
                <a:lnTo>
                  <a:pt x="3732151" y="128111"/>
                </a:lnTo>
                <a:lnTo>
                  <a:pt x="3734303" y="127025"/>
                </a:lnTo>
                <a:lnTo>
                  <a:pt x="3736472" y="125837"/>
                </a:lnTo>
                <a:lnTo>
                  <a:pt x="3736472" y="140250"/>
                </a:lnTo>
                <a:close/>
                <a:moveTo>
                  <a:pt x="3843384" y="137663"/>
                </a:moveTo>
                <a:lnTo>
                  <a:pt x="3840140" y="139148"/>
                </a:lnTo>
                <a:lnTo>
                  <a:pt x="3836925" y="140503"/>
                </a:lnTo>
                <a:lnTo>
                  <a:pt x="3833739" y="141729"/>
                </a:lnTo>
                <a:lnTo>
                  <a:pt x="3830583" y="142827"/>
                </a:lnTo>
                <a:lnTo>
                  <a:pt x="3827455" y="143795"/>
                </a:lnTo>
                <a:lnTo>
                  <a:pt x="3824357" y="144634"/>
                </a:lnTo>
                <a:lnTo>
                  <a:pt x="3821288" y="145344"/>
                </a:lnTo>
                <a:lnTo>
                  <a:pt x="3818248" y="145925"/>
                </a:lnTo>
                <a:lnTo>
                  <a:pt x="3815238" y="146377"/>
                </a:lnTo>
                <a:lnTo>
                  <a:pt x="3812257" y="146699"/>
                </a:lnTo>
                <a:lnTo>
                  <a:pt x="3809305" y="146893"/>
                </a:lnTo>
                <a:lnTo>
                  <a:pt x="3806382" y="146958"/>
                </a:lnTo>
                <a:lnTo>
                  <a:pt x="3804195" y="146912"/>
                </a:lnTo>
                <a:lnTo>
                  <a:pt x="3802046" y="146775"/>
                </a:lnTo>
                <a:lnTo>
                  <a:pt x="3799937" y="146547"/>
                </a:lnTo>
                <a:lnTo>
                  <a:pt x="3797867" y="146228"/>
                </a:lnTo>
                <a:lnTo>
                  <a:pt x="3795836" y="145818"/>
                </a:lnTo>
                <a:lnTo>
                  <a:pt x="3793843" y="145316"/>
                </a:lnTo>
                <a:lnTo>
                  <a:pt x="3791890" y="144724"/>
                </a:lnTo>
                <a:lnTo>
                  <a:pt x="3789975" y="144040"/>
                </a:lnTo>
                <a:lnTo>
                  <a:pt x="3788100" y="143265"/>
                </a:lnTo>
                <a:lnTo>
                  <a:pt x="3786263" y="142398"/>
                </a:lnTo>
                <a:lnTo>
                  <a:pt x="3784466" y="141441"/>
                </a:lnTo>
                <a:lnTo>
                  <a:pt x="3782707" y="140392"/>
                </a:lnTo>
                <a:lnTo>
                  <a:pt x="3780997" y="139259"/>
                </a:lnTo>
                <a:lnTo>
                  <a:pt x="3779345" y="138047"/>
                </a:lnTo>
                <a:lnTo>
                  <a:pt x="3777750" y="136757"/>
                </a:lnTo>
                <a:lnTo>
                  <a:pt x="3776214" y="135388"/>
                </a:lnTo>
                <a:lnTo>
                  <a:pt x="3774735" y="133941"/>
                </a:lnTo>
                <a:lnTo>
                  <a:pt x="3773314" y="132416"/>
                </a:lnTo>
                <a:lnTo>
                  <a:pt x="3771951" y="130812"/>
                </a:lnTo>
                <a:lnTo>
                  <a:pt x="3770646" y="129130"/>
                </a:lnTo>
                <a:lnTo>
                  <a:pt x="3769399" y="127369"/>
                </a:lnTo>
                <a:lnTo>
                  <a:pt x="3768209" y="125530"/>
                </a:lnTo>
                <a:lnTo>
                  <a:pt x="3767077" y="123613"/>
                </a:lnTo>
                <a:lnTo>
                  <a:pt x="3766004" y="121617"/>
                </a:lnTo>
                <a:lnTo>
                  <a:pt x="3765002" y="119570"/>
                </a:lnTo>
                <a:lnTo>
                  <a:pt x="3764088" y="117499"/>
                </a:lnTo>
                <a:lnTo>
                  <a:pt x="3763261" y="115404"/>
                </a:lnTo>
                <a:lnTo>
                  <a:pt x="3762521" y="113286"/>
                </a:lnTo>
                <a:lnTo>
                  <a:pt x="3761868" y="111144"/>
                </a:lnTo>
                <a:lnTo>
                  <a:pt x="3761302" y="108978"/>
                </a:lnTo>
                <a:lnTo>
                  <a:pt x="3760823" y="106789"/>
                </a:lnTo>
                <a:lnTo>
                  <a:pt x="3760431" y="104576"/>
                </a:lnTo>
                <a:lnTo>
                  <a:pt x="3760126" y="102339"/>
                </a:lnTo>
                <a:lnTo>
                  <a:pt x="3759908" y="100079"/>
                </a:lnTo>
                <a:lnTo>
                  <a:pt x="3759778" y="97795"/>
                </a:lnTo>
                <a:lnTo>
                  <a:pt x="3759734" y="95487"/>
                </a:lnTo>
                <a:lnTo>
                  <a:pt x="3759776" y="93262"/>
                </a:lnTo>
                <a:lnTo>
                  <a:pt x="3759900" y="91052"/>
                </a:lnTo>
                <a:lnTo>
                  <a:pt x="3760107" y="88856"/>
                </a:lnTo>
                <a:lnTo>
                  <a:pt x="3760397" y="86675"/>
                </a:lnTo>
                <a:lnTo>
                  <a:pt x="3760769" y="84509"/>
                </a:lnTo>
                <a:lnTo>
                  <a:pt x="3761225" y="82357"/>
                </a:lnTo>
                <a:lnTo>
                  <a:pt x="3761763" y="80219"/>
                </a:lnTo>
                <a:lnTo>
                  <a:pt x="3762384" y="78097"/>
                </a:lnTo>
                <a:lnTo>
                  <a:pt x="3763088" y="75989"/>
                </a:lnTo>
                <a:lnTo>
                  <a:pt x="3763875" y="73895"/>
                </a:lnTo>
                <a:lnTo>
                  <a:pt x="3764744" y="71816"/>
                </a:lnTo>
                <a:lnTo>
                  <a:pt x="3765697" y="69752"/>
                </a:lnTo>
                <a:lnTo>
                  <a:pt x="3766723" y="67733"/>
                </a:lnTo>
                <a:lnTo>
                  <a:pt x="3767816" y="65790"/>
                </a:lnTo>
                <a:lnTo>
                  <a:pt x="3768974" y="63922"/>
                </a:lnTo>
                <a:lnTo>
                  <a:pt x="3770198" y="62131"/>
                </a:lnTo>
                <a:lnTo>
                  <a:pt x="3771487" y="60416"/>
                </a:lnTo>
                <a:lnTo>
                  <a:pt x="3772843" y="58777"/>
                </a:lnTo>
                <a:lnTo>
                  <a:pt x="3774264" y="57214"/>
                </a:lnTo>
                <a:lnTo>
                  <a:pt x="3775751" y="55727"/>
                </a:lnTo>
                <a:lnTo>
                  <a:pt x="3777304" y="54315"/>
                </a:lnTo>
                <a:lnTo>
                  <a:pt x="3778922" y="52980"/>
                </a:lnTo>
                <a:lnTo>
                  <a:pt x="3780607" y="51722"/>
                </a:lnTo>
                <a:lnTo>
                  <a:pt x="3782357" y="50539"/>
                </a:lnTo>
                <a:lnTo>
                  <a:pt x="3784157" y="49441"/>
                </a:lnTo>
                <a:lnTo>
                  <a:pt x="3785991" y="48439"/>
                </a:lnTo>
                <a:lnTo>
                  <a:pt x="3787859" y="47532"/>
                </a:lnTo>
                <a:lnTo>
                  <a:pt x="3789761" y="46721"/>
                </a:lnTo>
                <a:lnTo>
                  <a:pt x="3791697" y="46005"/>
                </a:lnTo>
                <a:lnTo>
                  <a:pt x="3793668" y="45384"/>
                </a:lnTo>
                <a:lnTo>
                  <a:pt x="3795672" y="44859"/>
                </a:lnTo>
                <a:lnTo>
                  <a:pt x="3797711" y="44430"/>
                </a:lnTo>
                <a:lnTo>
                  <a:pt x="3799784" y="44096"/>
                </a:lnTo>
                <a:lnTo>
                  <a:pt x="3801891" y="43857"/>
                </a:lnTo>
                <a:lnTo>
                  <a:pt x="3804031" y="43714"/>
                </a:lnTo>
                <a:lnTo>
                  <a:pt x="3806207" y="43666"/>
                </a:lnTo>
                <a:lnTo>
                  <a:pt x="3809067" y="43753"/>
                </a:lnTo>
                <a:lnTo>
                  <a:pt x="3811832" y="44011"/>
                </a:lnTo>
                <a:lnTo>
                  <a:pt x="3814501" y="44442"/>
                </a:lnTo>
                <a:lnTo>
                  <a:pt x="3817074" y="45046"/>
                </a:lnTo>
                <a:lnTo>
                  <a:pt x="3819552" y="45821"/>
                </a:lnTo>
                <a:lnTo>
                  <a:pt x="3821935" y="46770"/>
                </a:lnTo>
                <a:lnTo>
                  <a:pt x="3824222" y="47890"/>
                </a:lnTo>
                <a:lnTo>
                  <a:pt x="3826413" y="49183"/>
                </a:lnTo>
                <a:lnTo>
                  <a:pt x="3828508" y="50649"/>
                </a:lnTo>
                <a:lnTo>
                  <a:pt x="3830508" y="52286"/>
                </a:lnTo>
                <a:lnTo>
                  <a:pt x="3832413" y="54097"/>
                </a:lnTo>
                <a:lnTo>
                  <a:pt x="3834221" y="56079"/>
                </a:lnTo>
                <a:lnTo>
                  <a:pt x="3835909" y="58241"/>
                </a:lnTo>
                <a:lnTo>
                  <a:pt x="3837450" y="60590"/>
                </a:lnTo>
                <a:lnTo>
                  <a:pt x="3838844" y="63125"/>
                </a:lnTo>
                <a:lnTo>
                  <a:pt x="3840091" y="65848"/>
                </a:lnTo>
                <a:lnTo>
                  <a:pt x="3841192" y="68757"/>
                </a:lnTo>
                <a:lnTo>
                  <a:pt x="3842146" y="71854"/>
                </a:lnTo>
                <a:lnTo>
                  <a:pt x="3842953" y="75137"/>
                </a:lnTo>
                <a:lnTo>
                  <a:pt x="3843613" y="78608"/>
                </a:lnTo>
                <a:lnTo>
                  <a:pt x="3844127" y="82265"/>
                </a:lnTo>
                <a:lnTo>
                  <a:pt x="3844494" y="86109"/>
                </a:lnTo>
                <a:lnTo>
                  <a:pt x="3844714" y="90140"/>
                </a:lnTo>
                <a:lnTo>
                  <a:pt x="3844787" y="94358"/>
                </a:lnTo>
                <a:lnTo>
                  <a:pt x="3844787" y="97855"/>
                </a:lnTo>
                <a:lnTo>
                  <a:pt x="3777271" y="97855"/>
                </a:lnTo>
                <a:lnTo>
                  <a:pt x="3777300" y="99538"/>
                </a:lnTo>
                <a:lnTo>
                  <a:pt x="3777389" y="101197"/>
                </a:lnTo>
                <a:lnTo>
                  <a:pt x="3777537" y="102831"/>
                </a:lnTo>
                <a:lnTo>
                  <a:pt x="3777743" y="104441"/>
                </a:lnTo>
                <a:lnTo>
                  <a:pt x="3778009" y="106026"/>
                </a:lnTo>
                <a:lnTo>
                  <a:pt x="3778334" y="107588"/>
                </a:lnTo>
                <a:lnTo>
                  <a:pt x="3778718" y="109125"/>
                </a:lnTo>
                <a:lnTo>
                  <a:pt x="3779161" y="110637"/>
                </a:lnTo>
                <a:lnTo>
                  <a:pt x="3779663" y="112125"/>
                </a:lnTo>
                <a:lnTo>
                  <a:pt x="3780224" y="113589"/>
                </a:lnTo>
                <a:lnTo>
                  <a:pt x="3780844" y="115029"/>
                </a:lnTo>
                <a:lnTo>
                  <a:pt x="3781524" y="116444"/>
                </a:lnTo>
                <a:lnTo>
                  <a:pt x="3782251" y="117817"/>
                </a:lnTo>
                <a:lnTo>
                  <a:pt x="3783015" y="119133"/>
                </a:lnTo>
                <a:lnTo>
                  <a:pt x="3783817" y="120389"/>
                </a:lnTo>
                <a:lnTo>
                  <a:pt x="3784656" y="121588"/>
                </a:lnTo>
                <a:lnTo>
                  <a:pt x="3785532" y="122728"/>
                </a:lnTo>
                <a:lnTo>
                  <a:pt x="3786445" y="123809"/>
                </a:lnTo>
                <a:lnTo>
                  <a:pt x="3787395" y="124832"/>
                </a:lnTo>
                <a:lnTo>
                  <a:pt x="3788382" y="125797"/>
                </a:lnTo>
                <a:lnTo>
                  <a:pt x="3789407" y="126703"/>
                </a:lnTo>
                <a:lnTo>
                  <a:pt x="3790469" y="127550"/>
                </a:lnTo>
                <a:lnTo>
                  <a:pt x="3791567" y="128339"/>
                </a:lnTo>
                <a:lnTo>
                  <a:pt x="3792703" y="129070"/>
                </a:lnTo>
                <a:lnTo>
                  <a:pt x="3793871" y="129742"/>
                </a:lnTo>
                <a:lnTo>
                  <a:pt x="3795066" y="130356"/>
                </a:lnTo>
                <a:lnTo>
                  <a:pt x="3796287" y="130911"/>
                </a:lnTo>
                <a:lnTo>
                  <a:pt x="3797536" y="131408"/>
                </a:lnTo>
                <a:lnTo>
                  <a:pt x="3798811" y="131847"/>
                </a:lnTo>
                <a:lnTo>
                  <a:pt x="3800113" y="132227"/>
                </a:lnTo>
                <a:lnTo>
                  <a:pt x="3801441" y="132548"/>
                </a:lnTo>
                <a:lnTo>
                  <a:pt x="3802797" y="132811"/>
                </a:lnTo>
                <a:lnTo>
                  <a:pt x="3804179" y="133016"/>
                </a:lnTo>
                <a:lnTo>
                  <a:pt x="3805588" y="133162"/>
                </a:lnTo>
                <a:lnTo>
                  <a:pt x="3807024" y="133250"/>
                </a:lnTo>
                <a:lnTo>
                  <a:pt x="3808486" y="133279"/>
                </a:lnTo>
                <a:lnTo>
                  <a:pt x="3811140" y="133206"/>
                </a:lnTo>
                <a:lnTo>
                  <a:pt x="3813840" y="132987"/>
                </a:lnTo>
                <a:lnTo>
                  <a:pt x="3816586" y="132621"/>
                </a:lnTo>
                <a:lnTo>
                  <a:pt x="3819379" y="132110"/>
                </a:lnTo>
                <a:lnTo>
                  <a:pt x="3822217" y="131452"/>
                </a:lnTo>
                <a:lnTo>
                  <a:pt x="3825102" y="130648"/>
                </a:lnTo>
                <a:lnTo>
                  <a:pt x="3828034" y="129699"/>
                </a:lnTo>
                <a:lnTo>
                  <a:pt x="3831011" y="128602"/>
                </a:lnTo>
                <a:lnTo>
                  <a:pt x="3834035" y="127360"/>
                </a:lnTo>
                <a:lnTo>
                  <a:pt x="3837105" y="125972"/>
                </a:lnTo>
                <a:lnTo>
                  <a:pt x="3840222" y="124438"/>
                </a:lnTo>
                <a:lnTo>
                  <a:pt x="3843384" y="122757"/>
                </a:lnTo>
                <a:lnTo>
                  <a:pt x="3843384" y="137663"/>
                </a:lnTo>
                <a:moveTo>
                  <a:pt x="3778235" y="85579"/>
                </a:moveTo>
                <a:lnTo>
                  <a:pt x="3827075" y="85579"/>
                </a:lnTo>
                <a:lnTo>
                  <a:pt x="3827075" y="83242"/>
                </a:lnTo>
                <a:lnTo>
                  <a:pt x="3827034" y="81298"/>
                </a:lnTo>
                <a:lnTo>
                  <a:pt x="3826912" y="79421"/>
                </a:lnTo>
                <a:lnTo>
                  <a:pt x="3826708" y="77611"/>
                </a:lnTo>
                <a:lnTo>
                  <a:pt x="3826422" y="75869"/>
                </a:lnTo>
                <a:lnTo>
                  <a:pt x="3826055" y="74195"/>
                </a:lnTo>
                <a:lnTo>
                  <a:pt x="3825606" y="72588"/>
                </a:lnTo>
                <a:lnTo>
                  <a:pt x="3825076" y="71048"/>
                </a:lnTo>
                <a:lnTo>
                  <a:pt x="3824464" y="69575"/>
                </a:lnTo>
                <a:lnTo>
                  <a:pt x="3823771" y="68170"/>
                </a:lnTo>
                <a:lnTo>
                  <a:pt x="3822995" y="66833"/>
                </a:lnTo>
                <a:lnTo>
                  <a:pt x="3822139" y="65563"/>
                </a:lnTo>
                <a:lnTo>
                  <a:pt x="3821200" y="64360"/>
                </a:lnTo>
                <a:lnTo>
                  <a:pt x="3820194" y="63239"/>
                </a:lnTo>
                <a:lnTo>
                  <a:pt x="3819133" y="62216"/>
                </a:lnTo>
                <a:lnTo>
                  <a:pt x="3818016" y="61291"/>
                </a:lnTo>
                <a:lnTo>
                  <a:pt x="3816845" y="60463"/>
                </a:lnTo>
                <a:lnTo>
                  <a:pt x="3815620" y="59732"/>
                </a:lnTo>
                <a:lnTo>
                  <a:pt x="3814339" y="59099"/>
                </a:lnTo>
                <a:lnTo>
                  <a:pt x="3813004" y="58563"/>
                </a:lnTo>
                <a:lnTo>
                  <a:pt x="3811614" y="58124"/>
                </a:lnTo>
                <a:lnTo>
                  <a:pt x="3810169" y="57783"/>
                </a:lnTo>
                <a:lnTo>
                  <a:pt x="3808669" y="57540"/>
                </a:lnTo>
                <a:lnTo>
                  <a:pt x="3807114" y="57394"/>
                </a:lnTo>
                <a:lnTo>
                  <a:pt x="3805505" y="57345"/>
                </a:lnTo>
                <a:lnTo>
                  <a:pt x="3803872" y="57395"/>
                </a:lnTo>
                <a:lnTo>
                  <a:pt x="3802277" y="57544"/>
                </a:lnTo>
                <a:lnTo>
                  <a:pt x="3800718" y="57792"/>
                </a:lnTo>
                <a:lnTo>
                  <a:pt x="3799197" y="58139"/>
                </a:lnTo>
                <a:lnTo>
                  <a:pt x="3797712" y="58586"/>
                </a:lnTo>
                <a:lnTo>
                  <a:pt x="3796265" y="59132"/>
                </a:lnTo>
                <a:lnTo>
                  <a:pt x="3794855" y="59777"/>
                </a:lnTo>
                <a:lnTo>
                  <a:pt x="3793483" y="60521"/>
                </a:lnTo>
                <a:lnTo>
                  <a:pt x="3792147" y="61365"/>
                </a:lnTo>
                <a:lnTo>
                  <a:pt x="3790849" y="62308"/>
                </a:lnTo>
                <a:lnTo>
                  <a:pt x="3789587" y="63350"/>
                </a:lnTo>
                <a:lnTo>
                  <a:pt x="3788363" y="64491"/>
                </a:lnTo>
                <a:lnTo>
                  <a:pt x="3787187" y="65729"/>
                </a:lnTo>
                <a:lnTo>
                  <a:pt x="3786072" y="67061"/>
                </a:lnTo>
                <a:lnTo>
                  <a:pt x="3785017" y="68488"/>
                </a:lnTo>
                <a:lnTo>
                  <a:pt x="3784023" y="70009"/>
                </a:lnTo>
                <a:lnTo>
                  <a:pt x="3783088" y="71625"/>
                </a:lnTo>
                <a:lnTo>
                  <a:pt x="3782214" y="73335"/>
                </a:lnTo>
                <a:lnTo>
                  <a:pt x="3781400" y="75139"/>
                </a:lnTo>
                <a:lnTo>
                  <a:pt x="3780647" y="77038"/>
                </a:lnTo>
                <a:lnTo>
                  <a:pt x="3779954" y="79032"/>
                </a:lnTo>
                <a:lnTo>
                  <a:pt x="3779321" y="81120"/>
                </a:lnTo>
                <a:lnTo>
                  <a:pt x="3778748" y="83302"/>
                </a:lnTo>
                <a:lnTo>
                  <a:pt x="3778235" y="85579"/>
                </a:lnTo>
                <a:close/>
                <a:moveTo>
                  <a:pt x="3869276" y="144327"/>
                </a:moveTo>
                <a:lnTo>
                  <a:pt x="3869276" y="46297"/>
                </a:lnTo>
                <a:lnTo>
                  <a:pt x="3885585" y="46297"/>
                </a:lnTo>
                <a:lnTo>
                  <a:pt x="3885585" y="67859"/>
                </a:lnTo>
                <a:lnTo>
                  <a:pt x="3886774" y="66001"/>
                </a:lnTo>
                <a:lnTo>
                  <a:pt x="3888004" y="64213"/>
                </a:lnTo>
                <a:lnTo>
                  <a:pt x="3889273" y="62492"/>
                </a:lnTo>
                <a:lnTo>
                  <a:pt x="3890583" y="60840"/>
                </a:lnTo>
                <a:lnTo>
                  <a:pt x="3891933" y="59257"/>
                </a:lnTo>
                <a:lnTo>
                  <a:pt x="3893323" y="57742"/>
                </a:lnTo>
                <a:lnTo>
                  <a:pt x="3894754" y="56295"/>
                </a:lnTo>
                <a:lnTo>
                  <a:pt x="3896224" y="54917"/>
                </a:lnTo>
                <a:lnTo>
                  <a:pt x="3897735" y="53607"/>
                </a:lnTo>
                <a:lnTo>
                  <a:pt x="3899286" y="52366"/>
                </a:lnTo>
                <a:lnTo>
                  <a:pt x="3900877" y="51193"/>
                </a:lnTo>
                <a:lnTo>
                  <a:pt x="3902508" y="50089"/>
                </a:lnTo>
                <a:lnTo>
                  <a:pt x="3904159" y="49063"/>
                </a:lnTo>
                <a:lnTo>
                  <a:pt x="3905811" y="48127"/>
                </a:lnTo>
                <a:lnTo>
                  <a:pt x="3907462" y="47279"/>
                </a:lnTo>
                <a:lnTo>
                  <a:pt x="3909114" y="46521"/>
                </a:lnTo>
                <a:lnTo>
                  <a:pt x="3910765" y="45852"/>
                </a:lnTo>
                <a:lnTo>
                  <a:pt x="3912416" y="45272"/>
                </a:lnTo>
                <a:lnTo>
                  <a:pt x="3914068" y="44781"/>
                </a:lnTo>
                <a:lnTo>
                  <a:pt x="3915719" y="44380"/>
                </a:lnTo>
                <a:lnTo>
                  <a:pt x="3917370" y="44068"/>
                </a:lnTo>
                <a:lnTo>
                  <a:pt x="3919022" y="43845"/>
                </a:lnTo>
                <a:lnTo>
                  <a:pt x="3920673" y="43711"/>
                </a:lnTo>
                <a:lnTo>
                  <a:pt x="3922325" y="43666"/>
                </a:lnTo>
                <a:lnTo>
                  <a:pt x="3923760" y="43698"/>
                </a:lnTo>
                <a:lnTo>
                  <a:pt x="3925174" y="43794"/>
                </a:lnTo>
                <a:lnTo>
                  <a:pt x="3926566" y="43954"/>
                </a:lnTo>
                <a:lnTo>
                  <a:pt x="3927936" y="44178"/>
                </a:lnTo>
                <a:lnTo>
                  <a:pt x="3929284" y="44466"/>
                </a:lnTo>
                <a:lnTo>
                  <a:pt x="3930611" y="44817"/>
                </a:lnTo>
                <a:lnTo>
                  <a:pt x="3931915" y="45233"/>
                </a:lnTo>
                <a:lnTo>
                  <a:pt x="3933197" y="45712"/>
                </a:lnTo>
                <a:lnTo>
                  <a:pt x="3934458" y="46256"/>
                </a:lnTo>
                <a:lnTo>
                  <a:pt x="3935696" y="46863"/>
                </a:lnTo>
                <a:lnTo>
                  <a:pt x="3936913" y="47535"/>
                </a:lnTo>
                <a:lnTo>
                  <a:pt x="3938108" y="48270"/>
                </a:lnTo>
                <a:lnTo>
                  <a:pt x="3939262" y="49057"/>
                </a:lnTo>
                <a:lnTo>
                  <a:pt x="3940357" y="49883"/>
                </a:lnTo>
                <a:lnTo>
                  <a:pt x="3941393" y="50750"/>
                </a:lnTo>
                <a:lnTo>
                  <a:pt x="3942370" y="51655"/>
                </a:lnTo>
                <a:lnTo>
                  <a:pt x="3943288" y="52601"/>
                </a:lnTo>
                <a:lnTo>
                  <a:pt x="3944147" y="53586"/>
                </a:lnTo>
                <a:lnTo>
                  <a:pt x="3944947" y="54610"/>
                </a:lnTo>
                <a:lnTo>
                  <a:pt x="3945687" y="55674"/>
                </a:lnTo>
                <a:lnTo>
                  <a:pt x="3946369" y="56778"/>
                </a:lnTo>
                <a:lnTo>
                  <a:pt x="3946992" y="57921"/>
                </a:lnTo>
                <a:lnTo>
                  <a:pt x="3947555" y="59104"/>
                </a:lnTo>
                <a:lnTo>
                  <a:pt x="3948060" y="60326"/>
                </a:lnTo>
                <a:lnTo>
                  <a:pt x="3948515" y="61668"/>
                </a:lnTo>
                <a:lnTo>
                  <a:pt x="3948930" y="63210"/>
                </a:lnTo>
                <a:lnTo>
                  <a:pt x="3949306" y="64952"/>
                </a:lnTo>
                <a:lnTo>
                  <a:pt x="3949643" y="66893"/>
                </a:lnTo>
                <a:lnTo>
                  <a:pt x="3949940" y="69034"/>
                </a:lnTo>
                <a:lnTo>
                  <a:pt x="3950197" y="71374"/>
                </a:lnTo>
                <a:lnTo>
                  <a:pt x="3950415" y="73915"/>
                </a:lnTo>
                <a:lnTo>
                  <a:pt x="3950593" y="76655"/>
                </a:lnTo>
                <a:lnTo>
                  <a:pt x="3950731" y="79595"/>
                </a:lnTo>
                <a:lnTo>
                  <a:pt x="3950830" y="82734"/>
                </a:lnTo>
                <a:lnTo>
                  <a:pt x="3950890" y="86074"/>
                </a:lnTo>
                <a:lnTo>
                  <a:pt x="3950909" y="89613"/>
                </a:lnTo>
                <a:lnTo>
                  <a:pt x="3950909" y="144327"/>
                </a:lnTo>
                <a:lnTo>
                  <a:pt x="3934600" y="144327"/>
                </a:lnTo>
                <a:lnTo>
                  <a:pt x="3934600" y="87653"/>
                </a:lnTo>
                <a:lnTo>
                  <a:pt x="3934591" y="85369"/>
                </a:lnTo>
                <a:lnTo>
                  <a:pt x="3934563" y="83219"/>
                </a:lnTo>
                <a:lnTo>
                  <a:pt x="3934515" y="81201"/>
                </a:lnTo>
                <a:lnTo>
                  <a:pt x="3934449" y="79317"/>
                </a:lnTo>
                <a:lnTo>
                  <a:pt x="3934364" y="77566"/>
                </a:lnTo>
                <a:lnTo>
                  <a:pt x="3934260" y="75948"/>
                </a:lnTo>
                <a:lnTo>
                  <a:pt x="3934138" y="74464"/>
                </a:lnTo>
                <a:lnTo>
                  <a:pt x="3933996" y="73113"/>
                </a:lnTo>
                <a:lnTo>
                  <a:pt x="3933836" y="71894"/>
                </a:lnTo>
                <a:lnTo>
                  <a:pt x="3933656" y="70810"/>
                </a:lnTo>
                <a:lnTo>
                  <a:pt x="3933458" y="69858"/>
                </a:lnTo>
                <a:lnTo>
                  <a:pt x="3933241" y="69040"/>
                </a:lnTo>
                <a:lnTo>
                  <a:pt x="3932999" y="68299"/>
                </a:lnTo>
                <a:lnTo>
                  <a:pt x="3932725" y="67581"/>
                </a:lnTo>
                <a:lnTo>
                  <a:pt x="3932419" y="66886"/>
                </a:lnTo>
                <a:lnTo>
                  <a:pt x="3932082" y="66213"/>
                </a:lnTo>
                <a:lnTo>
                  <a:pt x="3931713" y="65562"/>
                </a:lnTo>
                <a:lnTo>
                  <a:pt x="3931312" y="64934"/>
                </a:lnTo>
                <a:lnTo>
                  <a:pt x="3930880" y="64329"/>
                </a:lnTo>
                <a:lnTo>
                  <a:pt x="3930416" y="63746"/>
                </a:lnTo>
                <a:lnTo>
                  <a:pt x="3929920" y="63185"/>
                </a:lnTo>
                <a:lnTo>
                  <a:pt x="3929393" y="62647"/>
                </a:lnTo>
                <a:lnTo>
                  <a:pt x="3928834" y="62132"/>
                </a:lnTo>
                <a:lnTo>
                  <a:pt x="3928243" y="61639"/>
                </a:lnTo>
                <a:lnTo>
                  <a:pt x="3927632" y="61177"/>
                </a:lnTo>
                <a:lnTo>
                  <a:pt x="3927012" y="60755"/>
                </a:lnTo>
                <a:lnTo>
                  <a:pt x="3926383" y="60374"/>
                </a:lnTo>
                <a:lnTo>
                  <a:pt x="3925744" y="60033"/>
                </a:lnTo>
                <a:lnTo>
                  <a:pt x="3925097" y="59732"/>
                </a:lnTo>
                <a:lnTo>
                  <a:pt x="3924440" y="59471"/>
                </a:lnTo>
                <a:lnTo>
                  <a:pt x="3923774" y="59250"/>
                </a:lnTo>
                <a:lnTo>
                  <a:pt x="3923099" y="59069"/>
                </a:lnTo>
                <a:lnTo>
                  <a:pt x="3922415" y="58929"/>
                </a:lnTo>
                <a:lnTo>
                  <a:pt x="3921722" y="58828"/>
                </a:lnTo>
                <a:lnTo>
                  <a:pt x="3921019" y="58768"/>
                </a:lnTo>
                <a:lnTo>
                  <a:pt x="3920308" y="58748"/>
                </a:lnTo>
                <a:lnTo>
                  <a:pt x="3918867" y="58805"/>
                </a:lnTo>
                <a:lnTo>
                  <a:pt x="3917408" y="58974"/>
                </a:lnTo>
                <a:lnTo>
                  <a:pt x="3915932" y="59257"/>
                </a:lnTo>
                <a:lnTo>
                  <a:pt x="3914438" y="59653"/>
                </a:lnTo>
                <a:lnTo>
                  <a:pt x="3912926" y="60162"/>
                </a:lnTo>
                <a:lnTo>
                  <a:pt x="3911397" y="60785"/>
                </a:lnTo>
                <a:lnTo>
                  <a:pt x="3909850" y="61520"/>
                </a:lnTo>
                <a:lnTo>
                  <a:pt x="3908285" y="62369"/>
                </a:lnTo>
                <a:lnTo>
                  <a:pt x="3906703" y="63330"/>
                </a:lnTo>
                <a:lnTo>
                  <a:pt x="3905103" y="64405"/>
                </a:lnTo>
                <a:lnTo>
                  <a:pt x="3903486" y="65593"/>
                </a:lnTo>
                <a:lnTo>
                  <a:pt x="3901850" y="66894"/>
                </a:lnTo>
                <a:lnTo>
                  <a:pt x="3900230" y="68281"/>
                </a:lnTo>
                <a:lnTo>
                  <a:pt x="3898659" y="69724"/>
                </a:lnTo>
                <a:lnTo>
                  <a:pt x="3897135" y="71225"/>
                </a:lnTo>
                <a:lnTo>
                  <a:pt x="3895659" y="72782"/>
                </a:lnTo>
                <a:lnTo>
                  <a:pt x="3894231" y="74397"/>
                </a:lnTo>
                <a:lnTo>
                  <a:pt x="3892852" y="76070"/>
                </a:lnTo>
                <a:lnTo>
                  <a:pt x="3891521" y="77799"/>
                </a:lnTo>
                <a:lnTo>
                  <a:pt x="3890237" y="79585"/>
                </a:lnTo>
                <a:lnTo>
                  <a:pt x="3889002" y="81429"/>
                </a:lnTo>
                <a:lnTo>
                  <a:pt x="3887815" y="83330"/>
                </a:lnTo>
                <a:lnTo>
                  <a:pt x="3886676" y="85288"/>
                </a:lnTo>
                <a:lnTo>
                  <a:pt x="3885585" y="87303"/>
                </a:lnTo>
                <a:lnTo>
                  <a:pt x="3885585" y="144327"/>
                </a:lnTo>
                <a:lnTo>
                  <a:pt x="3869276" y="144327"/>
                </a:lnTo>
                <a:close/>
                <a:moveTo>
                  <a:pt x="3977767" y="139014"/>
                </a:moveTo>
                <a:lnTo>
                  <a:pt x="3977767" y="121705"/>
                </a:lnTo>
                <a:lnTo>
                  <a:pt x="3979411" y="122745"/>
                </a:lnTo>
                <a:lnTo>
                  <a:pt x="3981072" y="123732"/>
                </a:lnTo>
                <a:lnTo>
                  <a:pt x="3982748" y="124667"/>
                </a:lnTo>
                <a:lnTo>
                  <a:pt x="3984440" y="125548"/>
                </a:lnTo>
                <a:lnTo>
                  <a:pt x="3986148" y="126377"/>
                </a:lnTo>
                <a:lnTo>
                  <a:pt x="3987872" y="127152"/>
                </a:lnTo>
                <a:lnTo>
                  <a:pt x="3989612" y="127875"/>
                </a:lnTo>
                <a:lnTo>
                  <a:pt x="3991367" y="128544"/>
                </a:lnTo>
                <a:lnTo>
                  <a:pt x="3993139" y="129161"/>
                </a:lnTo>
                <a:lnTo>
                  <a:pt x="3994926" y="129724"/>
                </a:lnTo>
                <a:lnTo>
                  <a:pt x="3996729" y="130235"/>
                </a:lnTo>
                <a:lnTo>
                  <a:pt x="3998548" y="130692"/>
                </a:lnTo>
                <a:lnTo>
                  <a:pt x="4000351" y="131105"/>
                </a:lnTo>
                <a:lnTo>
                  <a:pt x="4002109" y="131483"/>
                </a:lnTo>
                <a:lnTo>
                  <a:pt x="4003820" y="131824"/>
                </a:lnTo>
                <a:lnTo>
                  <a:pt x="4005485" y="132129"/>
                </a:lnTo>
                <a:lnTo>
                  <a:pt x="4007103" y="132399"/>
                </a:lnTo>
                <a:lnTo>
                  <a:pt x="4008675" y="132632"/>
                </a:lnTo>
                <a:lnTo>
                  <a:pt x="4010201" y="132830"/>
                </a:lnTo>
                <a:lnTo>
                  <a:pt x="4011681" y="132992"/>
                </a:lnTo>
                <a:lnTo>
                  <a:pt x="4013114" y="133117"/>
                </a:lnTo>
                <a:lnTo>
                  <a:pt x="4014501" y="133207"/>
                </a:lnTo>
                <a:lnTo>
                  <a:pt x="4015842" y="133261"/>
                </a:lnTo>
                <a:lnTo>
                  <a:pt x="4017137" y="133279"/>
                </a:lnTo>
                <a:lnTo>
                  <a:pt x="4019149" y="133251"/>
                </a:lnTo>
                <a:lnTo>
                  <a:pt x="4021065" y="133169"/>
                </a:lnTo>
                <a:lnTo>
                  <a:pt x="4022885" y="133030"/>
                </a:lnTo>
                <a:lnTo>
                  <a:pt x="4024609" y="132837"/>
                </a:lnTo>
                <a:lnTo>
                  <a:pt x="4026237" y="132589"/>
                </a:lnTo>
                <a:lnTo>
                  <a:pt x="4027768" y="132285"/>
                </a:lnTo>
                <a:lnTo>
                  <a:pt x="4029204" y="131926"/>
                </a:lnTo>
                <a:lnTo>
                  <a:pt x="4030543" y="131512"/>
                </a:lnTo>
                <a:lnTo>
                  <a:pt x="4031785" y="131043"/>
                </a:lnTo>
                <a:lnTo>
                  <a:pt x="4032932" y="130518"/>
                </a:lnTo>
                <a:lnTo>
                  <a:pt x="4033982" y="129938"/>
                </a:lnTo>
                <a:lnTo>
                  <a:pt x="4034936" y="129303"/>
                </a:lnTo>
                <a:lnTo>
                  <a:pt x="4035805" y="128627"/>
                </a:lnTo>
                <a:lnTo>
                  <a:pt x="4036598" y="127923"/>
                </a:lnTo>
                <a:lnTo>
                  <a:pt x="4037315" y="127192"/>
                </a:lnTo>
                <a:lnTo>
                  <a:pt x="4037957" y="126434"/>
                </a:lnTo>
                <a:lnTo>
                  <a:pt x="4038523" y="125649"/>
                </a:lnTo>
                <a:lnTo>
                  <a:pt x="4039014" y="124836"/>
                </a:lnTo>
                <a:lnTo>
                  <a:pt x="4039429" y="123996"/>
                </a:lnTo>
                <a:lnTo>
                  <a:pt x="4039769" y="123129"/>
                </a:lnTo>
                <a:lnTo>
                  <a:pt x="4040033" y="122234"/>
                </a:lnTo>
                <a:lnTo>
                  <a:pt x="4040222" y="121312"/>
                </a:lnTo>
                <a:lnTo>
                  <a:pt x="4040335" y="120363"/>
                </a:lnTo>
                <a:lnTo>
                  <a:pt x="4040373" y="119387"/>
                </a:lnTo>
                <a:lnTo>
                  <a:pt x="4040355" y="118739"/>
                </a:lnTo>
                <a:lnTo>
                  <a:pt x="4040302" y="118107"/>
                </a:lnTo>
                <a:lnTo>
                  <a:pt x="4040214" y="117491"/>
                </a:lnTo>
                <a:lnTo>
                  <a:pt x="4040090" y="116891"/>
                </a:lnTo>
                <a:lnTo>
                  <a:pt x="4039931" y="116307"/>
                </a:lnTo>
                <a:lnTo>
                  <a:pt x="4039737" y="115738"/>
                </a:lnTo>
                <a:lnTo>
                  <a:pt x="4039508" y="115185"/>
                </a:lnTo>
                <a:lnTo>
                  <a:pt x="4039243" y="114648"/>
                </a:lnTo>
                <a:lnTo>
                  <a:pt x="4038942" y="114127"/>
                </a:lnTo>
                <a:lnTo>
                  <a:pt x="4038607" y="113621"/>
                </a:lnTo>
                <a:lnTo>
                  <a:pt x="4038236" y="113131"/>
                </a:lnTo>
                <a:lnTo>
                  <a:pt x="4037830" y="112657"/>
                </a:lnTo>
                <a:lnTo>
                  <a:pt x="4037354" y="112182"/>
                </a:lnTo>
                <a:lnTo>
                  <a:pt x="4036773" y="111689"/>
                </a:lnTo>
                <a:lnTo>
                  <a:pt x="4036087" y="111177"/>
                </a:lnTo>
                <a:lnTo>
                  <a:pt x="4035297" y="110648"/>
                </a:lnTo>
                <a:lnTo>
                  <a:pt x="4034402" y="110100"/>
                </a:lnTo>
                <a:lnTo>
                  <a:pt x="4033402" y="109534"/>
                </a:lnTo>
                <a:lnTo>
                  <a:pt x="4032297" y="108950"/>
                </a:lnTo>
                <a:lnTo>
                  <a:pt x="4031088" y="108347"/>
                </a:lnTo>
                <a:lnTo>
                  <a:pt x="4029774" y="107726"/>
                </a:lnTo>
                <a:lnTo>
                  <a:pt x="4028355" y="107087"/>
                </a:lnTo>
                <a:lnTo>
                  <a:pt x="4026832" y="106430"/>
                </a:lnTo>
                <a:lnTo>
                  <a:pt x="4025204" y="105755"/>
                </a:lnTo>
                <a:lnTo>
                  <a:pt x="4019592" y="103483"/>
                </a:lnTo>
                <a:lnTo>
                  <a:pt x="4008281" y="99025"/>
                </a:lnTo>
                <a:lnTo>
                  <a:pt x="4005335" y="97852"/>
                </a:lnTo>
                <a:lnTo>
                  <a:pt x="4002576" y="96694"/>
                </a:lnTo>
                <a:lnTo>
                  <a:pt x="4000006" y="95551"/>
                </a:lnTo>
                <a:lnTo>
                  <a:pt x="3997622" y="94421"/>
                </a:lnTo>
                <a:lnTo>
                  <a:pt x="3995426" y="93306"/>
                </a:lnTo>
                <a:lnTo>
                  <a:pt x="3993418" y="92205"/>
                </a:lnTo>
                <a:lnTo>
                  <a:pt x="3991598" y="91119"/>
                </a:lnTo>
                <a:lnTo>
                  <a:pt x="3989965" y="90047"/>
                </a:lnTo>
                <a:lnTo>
                  <a:pt x="3988519" y="88989"/>
                </a:lnTo>
                <a:lnTo>
                  <a:pt x="3987261" y="87946"/>
                </a:lnTo>
                <a:lnTo>
                  <a:pt x="3986190" y="86917"/>
                </a:lnTo>
                <a:lnTo>
                  <a:pt x="3985308" y="85902"/>
                </a:lnTo>
                <a:lnTo>
                  <a:pt x="3984537" y="84891"/>
                </a:lnTo>
                <a:lnTo>
                  <a:pt x="3983834" y="83843"/>
                </a:lnTo>
                <a:lnTo>
                  <a:pt x="3983198" y="82758"/>
                </a:lnTo>
                <a:lnTo>
                  <a:pt x="3982628" y="81637"/>
                </a:lnTo>
                <a:lnTo>
                  <a:pt x="3982126" y="80480"/>
                </a:lnTo>
                <a:lnTo>
                  <a:pt x="3981691" y="79286"/>
                </a:lnTo>
                <a:lnTo>
                  <a:pt x="3981322" y="78055"/>
                </a:lnTo>
                <a:lnTo>
                  <a:pt x="3981021" y="76788"/>
                </a:lnTo>
                <a:lnTo>
                  <a:pt x="3980786" y="75485"/>
                </a:lnTo>
                <a:lnTo>
                  <a:pt x="3980619" y="74145"/>
                </a:lnTo>
                <a:lnTo>
                  <a:pt x="3980518" y="72768"/>
                </a:lnTo>
                <a:lnTo>
                  <a:pt x="3980485" y="71355"/>
                </a:lnTo>
                <a:lnTo>
                  <a:pt x="3980550" y="69370"/>
                </a:lnTo>
                <a:lnTo>
                  <a:pt x="3980744" y="67444"/>
                </a:lnTo>
                <a:lnTo>
                  <a:pt x="3981069" y="65578"/>
                </a:lnTo>
                <a:lnTo>
                  <a:pt x="3981523" y="63771"/>
                </a:lnTo>
                <a:lnTo>
                  <a:pt x="3982106" y="62024"/>
                </a:lnTo>
                <a:lnTo>
                  <a:pt x="3982820" y="60337"/>
                </a:lnTo>
                <a:lnTo>
                  <a:pt x="3983663" y="58709"/>
                </a:lnTo>
                <a:lnTo>
                  <a:pt x="3984635" y="57141"/>
                </a:lnTo>
                <a:lnTo>
                  <a:pt x="3985738" y="55632"/>
                </a:lnTo>
                <a:lnTo>
                  <a:pt x="3986970" y="54183"/>
                </a:lnTo>
                <a:lnTo>
                  <a:pt x="3988332" y="52794"/>
                </a:lnTo>
                <a:lnTo>
                  <a:pt x="3989823" y="51465"/>
                </a:lnTo>
                <a:lnTo>
                  <a:pt x="3991460" y="50219"/>
                </a:lnTo>
                <a:lnTo>
                  <a:pt x="3993259" y="49082"/>
                </a:lnTo>
                <a:lnTo>
                  <a:pt x="3995219" y="48053"/>
                </a:lnTo>
                <a:lnTo>
                  <a:pt x="3997340" y="47132"/>
                </a:lnTo>
                <a:lnTo>
                  <a:pt x="3999622" y="46320"/>
                </a:lnTo>
                <a:lnTo>
                  <a:pt x="4002066" y="45616"/>
                </a:lnTo>
                <a:lnTo>
                  <a:pt x="4004671" y="45020"/>
                </a:lnTo>
                <a:lnTo>
                  <a:pt x="4007438" y="44533"/>
                </a:lnTo>
                <a:lnTo>
                  <a:pt x="4010366" y="44154"/>
                </a:lnTo>
                <a:lnTo>
                  <a:pt x="4013455" y="43883"/>
                </a:lnTo>
                <a:lnTo>
                  <a:pt x="4016706" y="43721"/>
                </a:lnTo>
                <a:lnTo>
                  <a:pt x="4020118" y="43666"/>
                </a:lnTo>
                <a:lnTo>
                  <a:pt x="4022722" y="43698"/>
                </a:lnTo>
                <a:lnTo>
                  <a:pt x="4025303" y="43793"/>
                </a:lnTo>
                <a:lnTo>
                  <a:pt x="4027861" y="43951"/>
                </a:lnTo>
                <a:lnTo>
                  <a:pt x="4030396" y="44173"/>
                </a:lnTo>
                <a:lnTo>
                  <a:pt x="4032908" y="44458"/>
                </a:lnTo>
                <a:lnTo>
                  <a:pt x="4035397" y="44806"/>
                </a:lnTo>
                <a:lnTo>
                  <a:pt x="4037862" y="45218"/>
                </a:lnTo>
                <a:lnTo>
                  <a:pt x="4040305" y="45693"/>
                </a:lnTo>
                <a:lnTo>
                  <a:pt x="4042724" y="46231"/>
                </a:lnTo>
                <a:lnTo>
                  <a:pt x="4045120" y="46833"/>
                </a:lnTo>
                <a:lnTo>
                  <a:pt x="4047493" y="47498"/>
                </a:lnTo>
                <a:lnTo>
                  <a:pt x="4049843" y="48226"/>
                </a:lnTo>
                <a:lnTo>
                  <a:pt x="4049843" y="63132"/>
                </a:lnTo>
                <a:lnTo>
                  <a:pt x="4047167" y="62208"/>
                </a:lnTo>
                <a:lnTo>
                  <a:pt x="4044518" y="61364"/>
                </a:lnTo>
                <a:lnTo>
                  <a:pt x="4041896" y="60600"/>
                </a:lnTo>
                <a:lnTo>
                  <a:pt x="4039301" y="59917"/>
                </a:lnTo>
                <a:lnTo>
                  <a:pt x="4036733" y="59314"/>
                </a:lnTo>
                <a:lnTo>
                  <a:pt x="4034191" y="58792"/>
                </a:lnTo>
                <a:lnTo>
                  <a:pt x="4031676" y="58350"/>
                </a:lnTo>
                <a:lnTo>
                  <a:pt x="4029188" y="57988"/>
                </a:lnTo>
                <a:lnTo>
                  <a:pt x="4026727" y="57707"/>
                </a:lnTo>
                <a:lnTo>
                  <a:pt x="4024293" y="57506"/>
                </a:lnTo>
                <a:lnTo>
                  <a:pt x="4021885" y="57385"/>
                </a:lnTo>
                <a:lnTo>
                  <a:pt x="4019504" y="57345"/>
                </a:lnTo>
                <a:lnTo>
                  <a:pt x="4017811" y="57370"/>
                </a:lnTo>
                <a:lnTo>
                  <a:pt x="4016181" y="57446"/>
                </a:lnTo>
                <a:lnTo>
                  <a:pt x="4014613" y="57572"/>
                </a:lnTo>
                <a:lnTo>
                  <a:pt x="4013108" y="57748"/>
                </a:lnTo>
                <a:lnTo>
                  <a:pt x="4011666" y="57975"/>
                </a:lnTo>
                <a:lnTo>
                  <a:pt x="4010286" y="58252"/>
                </a:lnTo>
                <a:lnTo>
                  <a:pt x="4008970" y="58580"/>
                </a:lnTo>
                <a:lnTo>
                  <a:pt x="4007716" y="58957"/>
                </a:lnTo>
                <a:lnTo>
                  <a:pt x="4006524" y="59386"/>
                </a:lnTo>
                <a:lnTo>
                  <a:pt x="4005396" y="59864"/>
                </a:lnTo>
                <a:lnTo>
                  <a:pt x="4004330" y="60393"/>
                </a:lnTo>
                <a:lnTo>
                  <a:pt x="4003327" y="60973"/>
                </a:lnTo>
                <a:lnTo>
                  <a:pt x="4002395" y="61590"/>
                </a:lnTo>
                <a:lnTo>
                  <a:pt x="4001545" y="62231"/>
                </a:lnTo>
                <a:lnTo>
                  <a:pt x="4000775" y="62898"/>
                </a:lnTo>
                <a:lnTo>
                  <a:pt x="4000087" y="63589"/>
                </a:lnTo>
                <a:lnTo>
                  <a:pt x="3999480" y="64305"/>
                </a:lnTo>
                <a:lnTo>
                  <a:pt x="3998953" y="65046"/>
                </a:lnTo>
                <a:lnTo>
                  <a:pt x="3998508" y="65812"/>
                </a:lnTo>
                <a:lnTo>
                  <a:pt x="3998143" y="66603"/>
                </a:lnTo>
                <a:lnTo>
                  <a:pt x="3997860" y="67419"/>
                </a:lnTo>
                <a:lnTo>
                  <a:pt x="3997658" y="68259"/>
                </a:lnTo>
                <a:lnTo>
                  <a:pt x="3997536" y="69125"/>
                </a:lnTo>
                <a:lnTo>
                  <a:pt x="3997496" y="70015"/>
                </a:lnTo>
                <a:lnTo>
                  <a:pt x="3997531" y="70874"/>
                </a:lnTo>
                <a:lnTo>
                  <a:pt x="3997637" y="71704"/>
                </a:lnTo>
                <a:lnTo>
                  <a:pt x="3997813" y="72505"/>
                </a:lnTo>
                <a:lnTo>
                  <a:pt x="3998061" y="73277"/>
                </a:lnTo>
                <a:lnTo>
                  <a:pt x="3998378" y="74020"/>
                </a:lnTo>
                <a:lnTo>
                  <a:pt x="3998767" y="74733"/>
                </a:lnTo>
                <a:lnTo>
                  <a:pt x="3999226" y="75417"/>
                </a:lnTo>
                <a:lnTo>
                  <a:pt x="3999756" y="76073"/>
                </a:lnTo>
                <a:lnTo>
                  <a:pt x="4000356" y="76699"/>
                </a:lnTo>
                <a:lnTo>
                  <a:pt x="4001027" y="77296"/>
                </a:lnTo>
                <a:lnTo>
                  <a:pt x="4001769" y="77864"/>
                </a:lnTo>
                <a:lnTo>
                  <a:pt x="4002581" y="78403"/>
                </a:lnTo>
                <a:lnTo>
                  <a:pt x="4003458" y="78934"/>
                </a:lnTo>
                <a:lnTo>
                  <a:pt x="4004423" y="79478"/>
                </a:lnTo>
                <a:lnTo>
                  <a:pt x="4005475" y="80036"/>
                </a:lnTo>
                <a:lnTo>
                  <a:pt x="4006615" y="80607"/>
                </a:lnTo>
                <a:lnTo>
                  <a:pt x="4007842" y="81191"/>
                </a:lnTo>
                <a:lnTo>
                  <a:pt x="4009157" y="81789"/>
                </a:lnTo>
                <a:lnTo>
                  <a:pt x="4010560" y="82400"/>
                </a:lnTo>
                <a:lnTo>
                  <a:pt x="4012051" y="83024"/>
                </a:lnTo>
                <a:lnTo>
                  <a:pt x="4013629" y="83662"/>
                </a:lnTo>
                <a:lnTo>
                  <a:pt x="4015295" y="84313"/>
                </a:lnTo>
                <a:lnTo>
                  <a:pt x="4017049" y="84978"/>
                </a:lnTo>
                <a:lnTo>
                  <a:pt x="4018890" y="85656"/>
                </a:lnTo>
                <a:lnTo>
                  <a:pt x="4029938" y="89676"/>
                </a:lnTo>
                <a:lnTo>
                  <a:pt x="4032404" y="90600"/>
                </a:lnTo>
                <a:lnTo>
                  <a:pt x="4034744" y="91538"/>
                </a:lnTo>
                <a:lnTo>
                  <a:pt x="4036959" y="92489"/>
                </a:lnTo>
                <a:lnTo>
                  <a:pt x="4039048" y="93454"/>
                </a:lnTo>
                <a:lnTo>
                  <a:pt x="4041012" y="94433"/>
                </a:lnTo>
                <a:lnTo>
                  <a:pt x="4042850" y="95425"/>
                </a:lnTo>
                <a:lnTo>
                  <a:pt x="4044563" y="96431"/>
                </a:lnTo>
                <a:lnTo>
                  <a:pt x="4046150" y="97450"/>
                </a:lnTo>
                <a:lnTo>
                  <a:pt x="4047612" y="98483"/>
                </a:lnTo>
                <a:lnTo>
                  <a:pt x="4048949" y="99530"/>
                </a:lnTo>
                <a:lnTo>
                  <a:pt x="4050160" y="100590"/>
                </a:lnTo>
                <a:lnTo>
                  <a:pt x="4051246" y="101664"/>
                </a:lnTo>
                <a:lnTo>
                  <a:pt x="4052226" y="102767"/>
                </a:lnTo>
                <a:lnTo>
                  <a:pt x="4053121" y="103915"/>
                </a:lnTo>
                <a:lnTo>
                  <a:pt x="4053931" y="105108"/>
                </a:lnTo>
                <a:lnTo>
                  <a:pt x="4054655" y="106346"/>
                </a:lnTo>
                <a:lnTo>
                  <a:pt x="4055295" y="107629"/>
                </a:lnTo>
                <a:lnTo>
                  <a:pt x="4055849" y="108957"/>
                </a:lnTo>
                <a:lnTo>
                  <a:pt x="4056318" y="110330"/>
                </a:lnTo>
                <a:lnTo>
                  <a:pt x="4056701" y="111748"/>
                </a:lnTo>
                <a:lnTo>
                  <a:pt x="4057000" y="113212"/>
                </a:lnTo>
                <a:lnTo>
                  <a:pt x="4057213" y="114720"/>
                </a:lnTo>
                <a:lnTo>
                  <a:pt x="4057341" y="116273"/>
                </a:lnTo>
                <a:lnTo>
                  <a:pt x="4057383" y="117871"/>
                </a:lnTo>
                <a:lnTo>
                  <a:pt x="4057316" y="119957"/>
                </a:lnTo>
                <a:lnTo>
                  <a:pt x="4057112" y="121980"/>
                </a:lnTo>
                <a:lnTo>
                  <a:pt x="4056772" y="123941"/>
                </a:lnTo>
                <a:lnTo>
                  <a:pt x="4056297" y="125839"/>
                </a:lnTo>
                <a:lnTo>
                  <a:pt x="4055686" y="127674"/>
                </a:lnTo>
                <a:lnTo>
                  <a:pt x="4054939" y="129447"/>
                </a:lnTo>
                <a:lnTo>
                  <a:pt x="4054057" y="131157"/>
                </a:lnTo>
                <a:lnTo>
                  <a:pt x="4053038" y="132804"/>
                </a:lnTo>
                <a:lnTo>
                  <a:pt x="4051884" y="134389"/>
                </a:lnTo>
                <a:lnTo>
                  <a:pt x="4050594" y="135911"/>
                </a:lnTo>
                <a:lnTo>
                  <a:pt x="4049168" y="137371"/>
                </a:lnTo>
                <a:lnTo>
                  <a:pt x="4047607" y="138767"/>
                </a:lnTo>
                <a:lnTo>
                  <a:pt x="4045896" y="140076"/>
                </a:lnTo>
                <a:lnTo>
                  <a:pt x="4044023" y="141270"/>
                </a:lnTo>
                <a:lnTo>
                  <a:pt x="4041987" y="142351"/>
                </a:lnTo>
                <a:lnTo>
                  <a:pt x="4039788" y="143317"/>
                </a:lnTo>
                <a:lnTo>
                  <a:pt x="4037427" y="144171"/>
                </a:lnTo>
                <a:lnTo>
                  <a:pt x="4034904" y="144910"/>
                </a:lnTo>
                <a:lnTo>
                  <a:pt x="4032217" y="145536"/>
                </a:lnTo>
                <a:lnTo>
                  <a:pt x="4029369" y="146048"/>
                </a:lnTo>
                <a:lnTo>
                  <a:pt x="4026357" y="146446"/>
                </a:lnTo>
                <a:lnTo>
                  <a:pt x="4023183" y="146730"/>
                </a:lnTo>
                <a:lnTo>
                  <a:pt x="4019847" y="146901"/>
                </a:lnTo>
                <a:lnTo>
                  <a:pt x="4016348" y="146958"/>
                </a:lnTo>
                <a:lnTo>
                  <a:pt x="4013213" y="146902"/>
                </a:lnTo>
                <a:lnTo>
                  <a:pt x="4010064" y="146737"/>
                </a:lnTo>
                <a:lnTo>
                  <a:pt x="4006900" y="146461"/>
                </a:lnTo>
                <a:lnTo>
                  <a:pt x="4003721" y="146075"/>
                </a:lnTo>
                <a:lnTo>
                  <a:pt x="4000528" y="145578"/>
                </a:lnTo>
                <a:lnTo>
                  <a:pt x="3997320" y="144972"/>
                </a:lnTo>
                <a:lnTo>
                  <a:pt x="3994098" y="144255"/>
                </a:lnTo>
                <a:lnTo>
                  <a:pt x="3990861" y="143427"/>
                </a:lnTo>
                <a:lnTo>
                  <a:pt x="3987609" y="142489"/>
                </a:lnTo>
                <a:lnTo>
                  <a:pt x="3984343" y="141441"/>
                </a:lnTo>
                <a:lnTo>
                  <a:pt x="3981062" y="140283"/>
                </a:lnTo>
                <a:lnTo>
                  <a:pt x="3977767" y="139014"/>
                </a:lnTo>
                <a:close/>
                <a:moveTo>
                  <a:pt x="4124312" y="146958"/>
                </a:moveTo>
                <a:lnTo>
                  <a:pt x="4120863" y="146856"/>
                </a:lnTo>
                <a:lnTo>
                  <a:pt x="4117531" y="146550"/>
                </a:lnTo>
                <a:lnTo>
                  <a:pt x="4114316" y="146040"/>
                </a:lnTo>
                <a:lnTo>
                  <a:pt x="4111218" y="145327"/>
                </a:lnTo>
                <a:lnTo>
                  <a:pt x="4108237" y="144410"/>
                </a:lnTo>
                <a:lnTo>
                  <a:pt x="4105372" y="143289"/>
                </a:lnTo>
                <a:lnTo>
                  <a:pt x="4102625" y="141965"/>
                </a:lnTo>
                <a:lnTo>
                  <a:pt x="4099994" y="140436"/>
                </a:lnTo>
                <a:lnTo>
                  <a:pt x="4097481" y="138704"/>
                </a:lnTo>
                <a:lnTo>
                  <a:pt x="4095084" y="136768"/>
                </a:lnTo>
                <a:lnTo>
                  <a:pt x="4092804" y="134628"/>
                </a:lnTo>
                <a:lnTo>
                  <a:pt x="4090641" y="132284"/>
                </a:lnTo>
                <a:lnTo>
                  <a:pt x="4088625" y="129785"/>
                </a:lnTo>
                <a:lnTo>
                  <a:pt x="4086783" y="127179"/>
                </a:lnTo>
                <a:lnTo>
                  <a:pt x="4085117" y="124467"/>
                </a:lnTo>
                <a:lnTo>
                  <a:pt x="4083627" y="121649"/>
                </a:lnTo>
                <a:lnTo>
                  <a:pt x="4082311" y="118724"/>
                </a:lnTo>
                <a:lnTo>
                  <a:pt x="4081172" y="115692"/>
                </a:lnTo>
                <a:lnTo>
                  <a:pt x="4080207" y="112554"/>
                </a:lnTo>
                <a:lnTo>
                  <a:pt x="4079418" y="109310"/>
                </a:lnTo>
                <a:lnTo>
                  <a:pt x="4078804" y="105959"/>
                </a:lnTo>
                <a:lnTo>
                  <a:pt x="4078366" y="102502"/>
                </a:lnTo>
                <a:lnTo>
                  <a:pt x="4078103" y="98938"/>
                </a:lnTo>
                <a:lnTo>
                  <a:pt x="4078015" y="95268"/>
                </a:lnTo>
                <a:lnTo>
                  <a:pt x="4078103" y="91598"/>
                </a:lnTo>
                <a:lnTo>
                  <a:pt x="4078366" y="88036"/>
                </a:lnTo>
                <a:lnTo>
                  <a:pt x="4078804" y="84580"/>
                </a:lnTo>
                <a:lnTo>
                  <a:pt x="4079418" y="81231"/>
                </a:lnTo>
                <a:lnTo>
                  <a:pt x="4080207" y="77990"/>
                </a:lnTo>
                <a:lnTo>
                  <a:pt x="4081172" y="74856"/>
                </a:lnTo>
                <a:lnTo>
                  <a:pt x="4082311" y="71828"/>
                </a:lnTo>
                <a:lnTo>
                  <a:pt x="4083627" y="68908"/>
                </a:lnTo>
                <a:lnTo>
                  <a:pt x="4085117" y="66095"/>
                </a:lnTo>
                <a:lnTo>
                  <a:pt x="4086783" y="63389"/>
                </a:lnTo>
                <a:lnTo>
                  <a:pt x="4088625" y="60790"/>
                </a:lnTo>
                <a:lnTo>
                  <a:pt x="4090641" y="58299"/>
                </a:lnTo>
                <a:lnTo>
                  <a:pt x="4092804" y="55961"/>
                </a:lnTo>
                <a:lnTo>
                  <a:pt x="4095084" y="53828"/>
                </a:lnTo>
                <a:lnTo>
                  <a:pt x="4097481" y="51897"/>
                </a:lnTo>
                <a:lnTo>
                  <a:pt x="4099994" y="50170"/>
                </a:lnTo>
                <a:lnTo>
                  <a:pt x="4102625" y="48645"/>
                </a:lnTo>
                <a:lnTo>
                  <a:pt x="4105372" y="47324"/>
                </a:lnTo>
                <a:lnTo>
                  <a:pt x="4108237" y="46207"/>
                </a:lnTo>
                <a:lnTo>
                  <a:pt x="4111218" y="45292"/>
                </a:lnTo>
                <a:lnTo>
                  <a:pt x="4114316" y="44581"/>
                </a:lnTo>
                <a:lnTo>
                  <a:pt x="4117531" y="44073"/>
                </a:lnTo>
                <a:lnTo>
                  <a:pt x="4120863" y="43768"/>
                </a:lnTo>
                <a:lnTo>
                  <a:pt x="4124312" y="43666"/>
                </a:lnTo>
                <a:lnTo>
                  <a:pt x="4127747" y="43768"/>
                </a:lnTo>
                <a:lnTo>
                  <a:pt x="4131066" y="44073"/>
                </a:lnTo>
                <a:lnTo>
                  <a:pt x="4134269" y="44581"/>
                </a:lnTo>
                <a:lnTo>
                  <a:pt x="4137357" y="45292"/>
                </a:lnTo>
                <a:lnTo>
                  <a:pt x="4140329" y="46207"/>
                </a:lnTo>
                <a:lnTo>
                  <a:pt x="4143186" y="47324"/>
                </a:lnTo>
                <a:lnTo>
                  <a:pt x="4145926" y="48645"/>
                </a:lnTo>
                <a:lnTo>
                  <a:pt x="4148551" y="50170"/>
                </a:lnTo>
                <a:lnTo>
                  <a:pt x="4151061" y="51897"/>
                </a:lnTo>
                <a:lnTo>
                  <a:pt x="4153454" y="53828"/>
                </a:lnTo>
                <a:lnTo>
                  <a:pt x="4155732" y="55961"/>
                </a:lnTo>
                <a:lnTo>
                  <a:pt x="4157895" y="58299"/>
                </a:lnTo>
                <a:lnTo>
                  <a:pt x="4159911" y="60790"/>
                </a:lnTo>
                <a:lnTo>
                  <a:pt x="4161753" y="63389"/>
                </a:lnTo>
                <a:lnTo>
                  <a:pt x="4163419" y="66095"/>
                </a:lnTo>
                <a:lnTo>
                  <a:pt x="4164909" y="68908"/>
                </a:lnTo>
                <a:lnTo>
                  <a:pt x="4166225" y="71828"/>
                </a:lnTo>
                <a:lnTo>
                  <a:pt x="4167364" y="74856"/>
                </a:lnTo>
                <a:lnTo>
                  <a:pt x="4168329" y="77990"/>
                </a:lnTo>
                <a:lnTo>
                  <a:pt x="4169118" y="81231"/>
                </a:lnTo>
                <a:lnTo>
                  <a:pt x="4169732" y="84580"/>
                </a:lnTo>
                <a:lnTo>
                  <a:pt x="4170170" y="88036"/>
                </a:lnTo>
                <a:lnTo>
                  <a:pt x="4170433" y="91598"/>
                </a:lnTo>
                <a:lnTo>
                  <a:pt x="4170521" y="95268"/>
                </a:lnTo>
                <a:lnTo>
                  <a:pt x="4170433" y="98938"/>
                </a:lnTo>
                <a:lnTo>
                  <a:pt x="4170170" y="102502"/>
                </a:lnTo>
                <a:lnTo>
                  <a:pt x="4169732" y="105959"/>
                </a:lnTo>
                <a:lnTo>
                  <a:pt x="4169118" y="109310"/>
                </a:lnTo>
                <a:lnTo>
                  <a:pt x="4168329" y="112554"/>
                </a:lnTo>
                <a:lnTo>
                  <a:pt x="4167364" y="115692"/>
                </a:lnTo>
                <a:lnTo>
                  <a:pt x="4166225" y="118724"/>
                </a:lnTo>
                <a:lnTo>
                  <a:pt x="4164909" y="121649"/>
                </a:lnTo>
                <a:lnTo>
                  <a:pt x="4163419" y="124467"/>
                </a:lnTo>
                <a:lnTo>
                  <a:pt x="4161753" y="127179"/>
                </a:lnTo>
                <a:lnTo>
                  <a:pt x="4159911" y="129785"/>
                </a:lnTo>
                <a:lnTo>
                  <a:pt x="4157895" y="132284"/>
                </a:lnTo>
                <a:lnTo>
                  <a:pt x="4155732" y="134628"/>
                </a:lnTo>
                <a:lnTo>
                  <a:pt x="4153454" y="136768"/>
                </a:lnTo>
                <a:lnTo>
                  <a:pt x="4151061" y="138704"/>
                </a:lnTo>
                <a:lnTo>
                  <a:pt x="4148551" y="140436"/>
                </a:lnTo>
                <a:lnTo>
                  <a:pt x="4145926" y="141965"/>
                </a:lnTo>
                <a:lnTo>
                  <a:pt x="4143186" y="143289"/>
                </a:lnTo>
                <a:lnTo>
                  <a:pt x="4140329" y="144410"/>
                </a:lnTo>
                <a:lnTo>
                  <a:pt x="4137357" y="145327"/>
                </a:lnTo>
                <a:lnTo>
                  <a:pt x="4134269" y="146040"/>
                </a:lnTo>
                <a:lnTo>
                  <a:pt x="4131066" y="146550"/>
                </a:lnTo>
                <a:lnTo>
                  <a:pt x="4127747" y="146856"/>
                </a:lnTo>
                <a:lnTo>
                  <a:pt x="4124312" y="146958"/>
                </a:lnTo>
                <a:moveTo>
                  <a:pt x="4124312" y="133279"/>
                </a:moveTo>
                <a:lnTo>
                  <a:pt x="4126452" y="133209"/>
                </a:lnTo>
                <a:lnTo>
                  <a:pt x="4128518" y="132997"/>
                </a:lnTo>
                <a:lnTo>
                  <a:pt x="4130510" y="132645"/>
                </a:lnTo>
                <a:lnTo>
                  <a:pt x="4132427" y="132153"/>
                </a:lnTo>
                <a:lnTo>
                  <a:pt x="4134271" y="131519"/>
                </a:lnTo>
                <a:lnTo>
                  <a:pt x="4136040" y="130745"/>
                </a:lnTo>
                <a:lnTo>
                  <a:pt x="4137734" y="129830"/>
                </a:lnTo>
                <a:lnTo>
                  <a:pt x="4139354" y="128774"/>
                </a:lnTo>
                <a:lnTo>
                  <a:pt x="4140900" y="127578"/>
                </a:lnTo>
                <a:lnTo>
                  <a:pt x="4142372" y="126240"/>
                </a:lnTo>
                <a:lnTo>
                  <a:pt x="4143770" y="124762"/>
                </a:lnTo>
                <a:lnTo>
                  <a:pt x="4145093" y="123143"/>
                </a:lnTo>
                <a:lnTo>
                  <a:pt x="4146325" y="121401"/>
                </a:lnTo>
                <a:lnTo>
                  <a:pt x="4147451" y="119554"/>
                </a:lnTo>
                <a:lnTo>
                  <a:pt x="4148469" y="117600"/>
                </a:lnTo>
                <a:lnTo>
                  <a:pt x="4149380" y="115541"/>
                </a:lnTo>
                <a:lnTo>
                  <a:pt x="4150183" y="113377"/>
                </a:lnTo>
                <a:lnTo>
                  <a:pt x="4150880" y="111107"/>
                </a:lnTo>
                <a:lnTo>
                  <a:pt x="4151469" y="108731"/>
                </a:lnTo>
                <a:lnTo>
                  <a:pt x="4151952" y="106250"/>
                </a:lnTo>
                <a:lnTo>
                  <a:pt x="4152327" y="103663"/>
                </a:lnTo>
                <a:lnTo>
                  <a:pt x="4152595" y="100970"/>
                </a:lnTo>
                <a:lnTo>
                  <a:pt x="4152755" y="98172"/>
                </a:lnTo>
                <a:lnTo>
                  <a:pt x="4152809" y="95268"/>
                </a:lnTo>
                <a:lnTo>
                  <a:pt x="4152755" y="92378"/>
                </a:lnTo>
                <a:lnTo>
                  <a:pt x="4152595" y="89593"/>
                </a:lnTo>
                <a:lnTo>
                  <a:pt x="4152327" y="86912"/>
                </a:lnTo>
                <a:lnTo>
                  <a:pt x="4151952" y="84335"/>
                </a:lnTo>
                <a:lnTo>
                  <a:pt x="4151469" y="81863"/>
                </a:lnTo>
                <a:lnTo>
                  <a:pt x="4150880" y="79495"/>
                </a:lnTo>
                <a:lnTo>
                  <a:pt x="4150183" y="77232"/>
                </a:lnTo>
                <a:lnTo>
                  <a:pt x="4149380" y="75073"/>
                </a:lnTo>
                <a:lnTo>
                  <a:pt x="4148469" y="73018"/>
                </a:lnTo>
                <a:lnTo>
                  <a:pt x="4147451" y="71068"/>
                </a:lnTo>
                <a:lnTo>
                  <a:pt x="4146325" y="69222"/>
                </a:lnTo>
                <a:lnTo>
                  <a:pt x="4145093" y="67481"/>
                </a:lnTo>
                <a:lnTo>
                  <a:pt x="4143770" y="65862"/>
                </a:lnTo>
                <a:lnTo>
                  <a:pt x="4142372" y="64384"/>
                </a:lnTo>
                <a:lnTo>
                  <a:pt x="4140900" y="63046"/>
                </a:lnTo>
                <a:lnTo>
                  <a:pt x="4139354" y="61850"/>
                </a:lnTo>
                <a:lnTo>
                  <a:pt x="4137734" y="60794"/>
                </a:lnTo>
                <a:lnTo>
                  <a:pt x="4136040" y="59879"/>
                </a:lnTo>
                <a:lnTo>
                  <a:pt x="4134271" y="59105"/>
                </a:lnTo>
                <a:lnTo>
                  <a:pt x="4132427" y="58471"/>
                </a:lnTo>
                <a:lnTo>
                  <a:pt x="4130510" y="57979"/>
                </a:lnTo>
                <a:lnTo>
                  <a:pt x="4128518" y="57627"/>
                </a:lnTo>
                <a:lnTo>
                  <a:pt x="4126452" y="57415"/>
                </a:lnTo>
                <a:lnTo>
                  <a:pt x="4124312" y="57345"/>
                </a:lnTo>
                <a:lnTo>
                  <a:pt x="4122158" y="57415"/>
                </a:lnTo>
                <a:lnTo>
                  <a:pt x="4120079" y="57627"/>
                </a:lnTo>
                <a:lnTo>
                  <a:pt x="4118075" y="57979"/>
                </a:lnTo>
                <a:lnTo>
                  <a:pt x="4116148" y="58471"/>
                </a:lnTo>
                <a:lnTo>
                  <a:pt x="4114295" y="59105"/>
                </a:lnTo>
                <a:lnTo>
                  <a:pt x="4112518" y="59879"/>
                </a:lnTo>
                <a:lnTo>
                  <a:pt x="4110817" y="60794"/>
                </a:lnTo>
                <a:lnTo>
                  <a:pt x="4109191" y="61850"/>
                </a:lnTo>
                <a:lnTo>
                  <a:pt x="4107641" y="63046"/>
                </a:lnTo>
                <a:lnTo>
                  <a:pt x="4106166" y="64384"/>
                </a:lnTo>
                <a:lnTo>
                  <a:pt x="4104767" y="65862"/>
                </a:lnTo>
                <a:lnTo>
                  <a:pt x="4103443" y="67481"/>
                </a:lnTo>
                <a:lnTo>
                  <a:pt x="4102211" y="69222"/>
                </a:lnTo>
                <a:lnTo>
                  <a:pt x="4101085" y="71068"/>
                </a:lnTo>
                <a:lnTo>
                  <a:pt x="4100067" y="73018"/>
                </a:lnTo>
                <a:lnTo>
                  <a:pt x="4099156" y="75073"/>
                </a:lnTo>
                <a:lnTo>
                  <a:pt x="4098353" y="77232"/>
                </a:lnTo>
                <a:lnTo>
                  <a:pt x="4097656" y="79495"/>
                </a:lnTo>
                <a:lnTo>
                  <a:pt x="4097067" y="81863"/>
                </a:lnTo>
                <a:lnTo>
                  <a:pt x="4096584" y="84335"/>
                </a:lnTo>
                <a:lnTo>
                  <a:pt x="4096209" y="86912"/>
                </a:lnTo>
                <a:lnTo>
                  <a:pt x="4095941" y="89593"/>
                </a:lnTo>
                <a:lnTo>
                  <a:pt x="4095781" y="92378"/>
                </a:lnTo>
                <a:lnTo>
                  <a:pt x="4095727" y="95268"/>
                </a:lnTo>
                <a:lnTo>
                  <a:pt x="4095781" y="98172"/>
                </a:lnTo>
                <a:lnTo>
                  <a:pt x="4095941" y="100970"/>
                </a:lnTo>
                <a:lnTo>
                  <a:pt x="4096209" y="103663"/>
                </a:lnTo>
                <a:lnTo>
                  <a:pt x="4096584" y="106250"/>
                </a:lnTo>
                <a:lnTo>
                  <a:pt x="4097067" y="108731"/>
                </a:lnTo>
                <a:lnTo>
                  <a:pt x="4097656" y="111107"/>
                </a:lnTo>
                <a:lnTo>
                  <a:pt x="4098353" y="113377"/>
                </a:lnTo>
                <a:lnTo>
                  <a:pt x="4099156" y="115541"/>
                </a:lnTo>
                <a:lnTo>
                  <a:pt x="4100067" y="117600"/>
                </a:lnTo>
                <a:lnTo>
                  <a:pt x="4101085" y="119554"/>
                </a:lnTo>
                <a:lnTo>
                  <a:pt x="4102211" y="121401"/>
                </a:lnTo>
                <a:lnTo>
                  <a:pt x="4103443" y="123143"/>
                </a:lnTo>
                <a:lnTo>
                  <a:pt x="4104767" y="124762"/>
                </a:lnTo>
                <a:lnTo>
                  <a:pt x="4106166" y="126240"/>
                </a:lnTo>
                <a:lnTo>
                  <a:pt x="4107641" y="127578"/>
                </a:lnTo>
                <a:lnTo>
                  <a:pt x="4109191" y="128774"/>
                </a:lnTo>
                <a:lnTo>
                  <a:pt x="4110817" y="129830"/>
                </a:lnTo>
                <a:lnTo>
                  <a:pt x="4112518" y="130745"/>
                </a:lnTo>
                <a:lnTo>
                  <a:pt x="4114295" y="131519"/>
                </a:lnTo>
                <a:lnTo>
                  <a:pt x="4116148" y="132153"/>
                </a:lnTo>
                <a:lnTo>
                  <a:pt x="4118075" y="132645"/>
                </a:lnTo>
                <a:lnTo>
                  <a:pt x="4120079" y="132997"/>
                </a:lnTo>
                <a:lnTo>
                  <a:pt x="4122158" y="133209"/>
                </a:lnTo>
                <a:lnTo>
                  <a:pt x="4124312" y="133279"/>
                </a:lnTo>
                <a:close/>
                <a:moveTo>
                  <a:pt x="4199657" y="144327"/>
                </a:moveTo>
                <a:lnTo>
                  <a:pt x="4199657" y="46297"/>
                </a:lnTo>
                <a:lnTo>
                  <a:pt x="4215967" y="46297"/>
                </a:lnTo>
                <a:lnTo>
                  <a:pt x="4215967" y="67831"/>
                </a:lnTo>
                <a:lnTo>
                  <a:pt x="4217253" y="65853"/>
                </a:lnTo>
                <a:lnTo>
                  <a:pt x="4218571" y="63959"/>
                </a:lnTo>
                <a:lnTo>
                  <a:pt x="4219920" y="62149"/>
                </a:lnTo>
                <a:lnTo>
                  <a:pt x="4221301" y="60425"/>
                </a:lnTo>
                <a:lnTo>
                  <a:pt x="4222712" y="58786"/>
                </a:lnTo>
                <a:lnTo>
                  <a:pt x="4224154" y="57231"/>
                </a:lnTo>
                <a:lnTo>
                  <a:pt x="4225627" y="55762"/>
                </a:lnTo>
                <a:lnTo>
                  <a:pt x="4227132" y="54377"/>
                </a:lnTo>
                <a:lnTo>
                  <a:pt x="4228667" y="53077"/>
                </a:lnTo>
                <a:lnTo>
                  <a:pt x="4230233" y="51862"/>
                </a:lnTo>
                <a:lnTo>
                  <a:pt x="4231831" y="50732"/>
                </a:lnTo>
                <a:lnTo>
                  <a:pt x="4233459" y="49686"/>
                </a:lnTo>
                <a:lnTo>
                  <a:pt x="4235119" y="48725"/>
                </a:lnTo>
                <a:lnTo>
                  <a:pt x="4236810" y="47847"/>
                </a:lnTo>
                <a:lnTo>
                  <a:pt x="4238531" y="47053"/>
                </a:lnTo>
                <a:lnTo>
                  <a:pt x="4240284" y="46342"/>
                </a:lnTo>
                <a:lnTo>
                  <a:pt x="4242068" y="45715"/>
                </a:lnTo>
                <a:lnTo>
                  <a:pt x="4243883" y="45171"/>
                </a:lnTo>
                <a:lnTo>
                  <a:pt x="4245729" y="44712"/>
                </a:lnTo>
                <a:lnTo>
                  <a:pt x="4247606" y="44335"/>
                </a:lnTo>
                <a:lnTo>
                  <a:pt x="4249514" y="44043"/>
                </a:lnTo>
                <a:lnTo>
                  <a:pt x="4251453" y="43834"/>
                </a:lnTo>
                <a:lnTo>
                  <a:pt x="4253423" y="43708"/>
                </a:lnTo>
                <a:lnTo>
                  <a:pt x="4255424" y="43666"/>
                </a:lnTo>
                <a:lnTo>
                  <a:pt x="4256900" y="43685"/>
                </a:lnTo>
                <a:lnTo>
                  <a:pt x="4258376" y="43739"/>
                </a:lnTo>
                <a:lnTo>
                  <a:pt x="4259852" y="43831"/>
                </a:lnTo>
                <a:lnTo>
                  <a:pt x="4261328" y="43959"/>
                </a:lnTo>
                <a:lnTo>
                  <a:pt x="4262804" y="44123"/>
                </a:lnTo>
                <a:lnTo>
                  <a:pt x="4264280" y="44324"/>
                </a:lnTo>
                <a:lnTo>
                  <a:pt x="4265756" y="44561"/>
                </a:lnTo>
                <a:lnTo>
                  <a:pt x="4267232" y="44836"/>
                </a:lnTo>
                <a:lnTo>
                  <a:pt x="4268708" y="45146"/>
                </a:lnTo>
                <a:lnTo>
                  <a:pt x="4270184" y="45493"/>
                </a:lnTo>
                <a:lnTo>
                  <a:pt x="4271660" y="45877"/>
                </a:lnTo>
                <a:lnTo>
                  <a:pt x="4273136" y="46297"/>
                </a:lnTo>
                <a:lnTo>
                  <a:pt x="4273136" y="81721"/>
                </a:lnTo>
                <a:lnTo>
                  <a:pt x="4257441" y="81721"/>
                </a:lnTo>
                <a:lnTo>
                  <a:pt x="4257441" y="59447"/>
                </a:lnTo>
                <a:lnTo>
                  <a:pt x="4256766" y="59335"/>
                </a:lnTo>
                <a:lnTo>
                  <a:pt x="4256116" y="59233"/>
                </a:lnTo>
                <a:lnTo>
                  <a:pt x="4255490" y="59141"/>
                </a:lnTo>
                <a:lnTo>
                  <a:pt x="4254888" y="59059"/>
                </a:lnTo>
                <a:lnTo>
                  <a:pt x="4254311" y="58986"/>
                </a:lnTo>
                <a:lnTo>
                  <a:pt x="4253758" y="58923"/>
                </a:lnTo>
                <a:lnTo>
                  <a:pt x="4253230" y="58869"/>
                </a:lnTo>
                <a:lnTo>
                  <a:pt x="4252725" y="58826"/>
                </a:lnTo>
                <a:lnTo>
                  <a:pt x="4252246" y="58792"/>
                </a:lnTo>
                <a:lnTo>
                  <a:pt x="4251790" y="58767"/>
                </a:lnTo>
                <a:lnTo>
                  <a:pt x="4251359" y="58753"/>
                </a:lnTo>
                <a:lnTo>
                  <a:pt x="4250952" y="58748"/>
                </a:lnTo>
                <a:lnTo>
                  <a:pt x="4249435" y="58798"/>
                </a:lnTo>
                <a:lnTo>
                  <a:pt x="4247922" y="58947"/>
                </a:lnTo>
                <a:lnTo>
                  <a:pt x="4246415" y="59196"/>
                </a:lnTo>
                <a:lnTo>
                  <a:pt x="4244912" y="59544"/>
                </a:lnTo>
                <a:lnTo>
                  <a:pt x="4243414" y="59992"/>
                </a:lnTo>
                <a:lnTo>
                  <a:pt x="4241921" y="60540"/>
                </a:lnTo>
                <a:lnTo>
                  <a:pt x="4240433" y="61187"/>
                </a:lnTo>
                <a:lnTo>
                  <a:pt x="4238949" y="61934"/>
                </a:lnTo>
                <a:lnTo>
                  <a:pt x="4237471" y="62780"/>
                </a:lnTo>
                <a:lnTo>
                  <a:pt x="4235997" y="63726"/>
                </a:lnTo>
                <a:lnTo>
                  <a:pt x="4234529" y="64771"/>
                </a:lnTo>
                <a:lnTo>
                  <a:pt x="4233065" y="65916"/>
                </a:lnTo>
                <a:lnTo>
                  <a:pt x="4231606" y="67161"/>
                </a:lnTo>
                <a:lnTo>
                  <a:pt x="4230154" y="68505"/>
                </a:lnTo>
                <a:lnTo>
                  <a:pt x="4228708" y="69948"/>
                </a:lnTo>
                <a:lnTo>
                  <a:pt x="4227268" y="71491"/>
                </a:lnTo>
                <a:lnTo>
                  <a:pt x="4225834" y="73134"/>
                </a:lnTo>
                <a:lnTo>
                  <a:pt x="4224406" y="74876"/>
                </a:lnTo>
                <a:lnTo>
                  <a:pt x="4222984" y="76718"/>
                </a:lnTo>
                <a:lnTo>
                  <a:pt x="4221569" y="78659"/>
                </a:lnTo>
                <a:lnTo>
                  <a:pt x="4220159" y="80700"/>
                </a:lnTo>
                <a:lnTo>
                  <a:pt x="4218755" y="82841"/>
                </a:lnTo>
                <a:lnTo>
                  <a:pt x="4217358" y="85081"/>
                </a:lnTo>
                <a:lnTo>
                  <a:pt x="4215967" y="87420"/>
                </a:lnTo>
                <a:lnTo>
                  <a:pt x="4215967" y="144327"/>
                </a:lnTo>
                <a:lnTo>
                  <a:pt x="4199657" y="144327"/>
                </a:lnTo>
                <a:close/>
                <a:moveTo>
                  <a:pt x="4291313" y="96715"/>
                </a:moveTo>
                <a:lnTo>
                  <a:pt x="4386537" y="49103"/>
                </a:lnTo>
                <a:lnTo>
                  <a:pt x="4386537" y="64269"/>
                </a:lnTo>
                <a:lnTo>
                  <a:pt x="4321476" y="96603"/>
                </a:lnTo>
                <a:lnTo>
                  <a:pt x="4386537" y="129303"/>
                </a:lnTo>
                <a:lnTo>
                  <a:pt x="4386537" y="144327"/>
                </a:lnTo>
                <a:lnTo>
                  <a:pt x="4291313" y="96715"/>
                </a:lnTo>
                <a:close/>
                <a:moveTo>
                  <a:pt x="4437946" y="86631"/>
                </a:moveTo>
                <a:lnTo>
                  <a:pt x="4439787" y="56139"/>
                </a:lnTo>
                <a:lnTo>
                  <a:pt x="4414973" y="72731"/>
                </a:lnTo>
                <a:lnTo>
                  <a:pt x="4406818" y="58600"/>
                </a:lnTo>
                <a:lnTo>
                  <a:pt x="4433737" y="45420"/>
                </a:lnTo>
                <a:lnTo>
                  <a:pt x="4406818" y="32092"/>
                </a:lnTo>
                <a:lnTo>
                  <a:pt x="4414973" y="18035"/>
                </a:lnTo>
                <a:lnTo>
                  <a:pt x="4439787" y="34723"/>
                </a:lnTo>
                <a:lnTo>
                  <a:pt x="4437946" y="4209"/>
                </a:lnTo>
                <a:lnTo>
                  <a:pt x="4454430" y="4209"/>
                </a:lnTo>
                <a:lnTo>
                  <a:pt x="4452150" y="34723"/>
                </a:lnTo>
                <a:lnTo>
                  <a:pt x="4477491" y="18197"/>
                </a:lnTo>
                <a:lnTo>
                  <a:pt x="4485733" y="32092"/>
                </a:lnTo>
                <a:lnTo>
                  <a:pt x="4458727" y="45420"/>
                </a:lnTo>
                <a:lnTo>
                  <a:pt x="4485733" y="58600"/>
                </a:lnTo>
                <a:lnTo>
                  <a:pt x="4477491" y="72813"/>
                </a:lnTo>
                <a:lnTo>
                  <a:pt x="4452150" y="56139"/>
                </a:lnTo>
                <a:lnTo>
                  <a:pt x="4454430" y="86631"/>
                </a:lnTo>
                <a:lnTo>
                  <a:pt x="4437946" y="86631"/>
                </a:lnTo>
                <a:close/>
                <a:moveTo>
                  <a:pt x="4523550" y="144327"/>
                </a:moveTo>
                <a:lnTo>
                  <a:pt x="4504698" y="144327"/>
                </a:lnTo>
                <a:lnTo>
                  <a:pt x="4543175" y="93175"/>
                </a:lnTo>
                <a:lnTo>
                  <a:pt x="4507241" y="46297"/>
                </a:lnTo>
                <a:lnTo>
                  <a:pt x="4528109" y="46297"/>
                </a:lnTo>
                <a:lnTo>
                  <a:pt x="4553527" y="79417"/>
                </a:lnTo>
                <a:lnTo>
                  <a:pt x="4578440" y="46297"/>
                </a:lnTo>
                <a:lnTo>
                  <a:pt x="4596941" y="46297"/>
                </a:lnTo>
                <a:lnTo>
                  <a:pt x="4562953" y="91698"/>
                </a:lnTo>
                <a:lnTo>
                  <a:pt x="4603342" y="144327"/>
                </a:lnTo>
                <a:lnTo>
                  <a:pt x="4582385" y="144327"/>
                </a:lnTo>
                <a:lnTo>
                  <a:pt x="4552620" y="105497"/>
                </a:lnTo>
                <a:lnTo>
                  <a:pt x="4523550" y="144327"/>
                </a:lnTo>
                <a:close/>
                <a:moveTo>
                  <a:pt x="4643527" y="144327"/>
                </a:moveTo>
                <a:lnTo>
                  <a:pt x="4643527" y="68218"/>
                </a:lnTo>
                <a:lnTo>
                  <a:pt x="4621782" y="68218"/>
                </a:lnTo>
                <a:lnTo>
                  <a:pt x="4621782" y="54539"/>
                </a:lnTo>
                <a:lnTo>
                  <a:pt x="4643527" y="54539"/>
                </a:lnTo>
                <a:lnTo>
                  <a:pt x="4643527" y="49988"/>
                </a:lnTo>
                <a:lnTo>
                  <a:pt x="4643558" y="46833"/>
                </a:lnTo>
                <a:lnTo>
                  <a:pt x="4643649" y="43818"/>
                </a:lnTo>
                <a:lnTo>
                  <a:pt x="4643801" y="40943"/>
                </a:lnTo>
                <a:lnTo>
                  <a:pt x="4644014" y="38208"/>
                </a:lnTo>
                <a:lnTo>
                  <a:pt x="4644288" y="35613"/>
                </a:lnTo>
                <a:lnTo>
                  <a:pt x="4644623" y="33157"/>
                </a:lnTo>
                <a:lnTo>
                  <a:pt x="4645019" y="30842"/>
                </a:lnTo>
                <a:lnTo>
                  <a:pt x="4645476" y="28666"/>
                </a:lnTo>
                <a:lnTo>
                  <a:pt x="4645993" y="26630"/>
                </a:lnTo>
                <a:lnTo>
                  <a:pt x="4646572" y="24734"/>
                </a:lnTo>
                <a:lnTo>
                  <a:pt x="4647211" y="22978"/>
                </a:lnTo>
                <a:lnTo>
                  <a:pt x="4647911" y="21362"/>
                </a:lnTo>
                <a:lnTo>
                  <a:pt x="4648675" y="19838"/>
                </a:lnTo>
                <a:lnTo>
                  <a:pt x="4649505" y="18361"/>
                </a:lnTo>
                <a:lnTo>
                  <a:pt x="4650402" y="16930"/>
                </a:lnTo>
                <a:lnTo>
                  <a:pt x="4651365" y="15545"/>
                </a:lnTo>
                <a:lnTo>
                  <a:pt x="4652394" y="14206"/>
                </a:lnTo>
                <a:lnTo>
                  <a:pt x="4653490" y="12913"/>
                </a:lnTo>
                <a:lnTo>
                  <a:pt x="4654652" y="11667"/>
                </a:lnTo>
                <a:lnTo>
                  <a:pt x="4655881" y="10467"/>
                </a:lnTo>
                <a:lnTo>
                  <a:pt x="4657176" y="9313"/>
                </a:lnTo>
                <a:lnTo>
                  <a:pt x="4658537" y="8206"/>
                </a:lnTo>
                <a:lnTo>
                  <a:pt x="4659964" y="7145"/>
                </a:lnTo>
                <a:lnTo>
                  <a:pt x="4661458" y="6130"/>
                </a:lnTo>
                <a:lnTo>
                  <a:pt x="4663027" y="5179"/>
                </a:lnTo>
                <a:lnTo>
                  <a:pt x="4664677" y="4310"/>
                </a:lnTo>
                <a:lnTo>
                  <a:pt x="4666410" y="3525"/>
                </a:lnTo>
                <a:lnTo>
                  <a:pt x="4668225" y="2822"/>
                </a:lnTo>
                <a:lnTo>
                  <a:pt x="4670122" y="2201"/>
                </a:lnTo>
                <a:lnTo>
                  <a:pt x="4672101" y="1664"/>
                </a:lnTo>
                <a:lnTo>
                  <a:pt x="4674162" y="1209"/>
                </a:lnTo>
                <a:lnTo>
                  <a:pt x="4676306" y="837"/>
                </a:lnTo>
                <a:lnTo>
                  <a:pt x="4678532" y="548"/>
                </a:lnTo>
                <a:lnTo>
                  <a:pt x="4680840" y="341"/>
                </a:lnTo>
                <a:lnTo>
                  <a:pt x="4683230" y="217"/>
                </a:lnTo>
                <a:lnTo>
                  <a:pt x="4685703" y="175"/>
                </a:lnTo>
                <a:lnTo>
                  <a:pt x="4687605" y="192"/>
                </a:lnTo>
                <a:lnTo>
                  <a:pt x="4689512" y="241"/>
                </a:lnTo>
                <a:lnTo>
                  <a:pt x="4691424" y="323"/>
                </a:lnTo>
                <a:lnTo>
                  <a:pt x="4693341" y="438"/>
                </a:lnTo>
                <a:lnTo>
                  <a:pt x="4695263" y="586"/>
                </a:lnTo>
                <a:lnTo>
                  <a:pt x="4697189" y="767"/>
                </a:lnTo>
                <a:lnTo>
                  <a:pt x="4699121" y="981"/>
                </a:lnTo>
                <a:lnTo>
                  <a:pt x="4701057" y="1228"/>
                </a:lnTo>
                <a:lnTo>
                  <a:pt x="4702998" y="1507"/>
                </a:lnTo>
                <a:lnTo>
                  <a:pt x="4704945" y="1819"/>
                </a:lnTo>
                <a:lnTo>
                  <a:pt x="4706895" y="2165"/>
                </a:lnTo>
                <a:lnTo>
                  <a:pt x="4708851" y="2543"/>
                </a:lnTo>
                <a:lnTo>
                  <a:pt x="4708851" y="18063"/>
                </a:lnTo>
                <a:lnTo>
                  <a:pt x="4706752" y="17391"/>
                </a:lnTo>
                <a:lnTo>
                  <a:pt x="4704694" y="16777"/>
                </a:lnTo>
                <a:lnTo>
                  <a:pt x="4702675" y="16221"/>
                </a:lnTo>
                <a:lnTo>
                  <a:pt x="4700697" y="15725"/>
                </a:lnTo>
                <a:lnTo>
                  <a:pt x="4698759" y="15286"/>
                </a:lnTo>
                <a:lnTo>
                  <a:pt x="4696861" y="14906"/>
                </a:lnTo>
                <a:lnTo>
                  <a:pt x="4695003" y="14585"/>
                </a:lnTo>
                <a:lnTo>
                  <a:pt x="4693185" y="14322"/>
                </a:lnTo>
                <a:lnTo>
                  <a:pt x="4691408" y="14117"/>
                </a:lnTo>
                <a:lnTo>
                  <a:pt x="4689671" y="13971"/>
                </a:lnTo>
                <a:lnTo>
                  <a:pt x="4687974" y="13883"/>
                </a:lnTo>
                <a:lnTo>
                  <a:pt x="4686317" y="13854"/>
                </a:lnTo>
                <a:lnTo>
                  <a:pt x="4685029" y="13874"/>
                </a:lnTo>
                <a:lnTo>
                  <a:pt x="4683767" y="13934"/>
                </a:lnTo>
                <a:lnTo>
                  <a:pt x="4682530" y="14035"/>
                </a:lnTo>
                <a:lnTo>
                  <a:pt x="4681319" y="14175"/>
                </a:lnTo>
                <a:lnTo>
                  <a:pt x="4680133" y="14355"/>
                </a:lnTo>
                <a:lnTo>
                  <a:pt x="4678973" y="14576"/>
                </a:lnTo>
                <a:lnTo>
                  <a:pt x="4677839" y="14837"/>
                </a:lnTo>
                <a:lnTo>
                  <a:pt x="4676730" y="15138"/>
                </a:lnTo>
                <a:lnTo>
                  <a:pt x="4675647" y="15479"/>
                </a:lnTo>
                <a:lnTo>
                  <a:pt x="4674589" y="15860"/>
                </a:lnTo>
                <a:lnTo>
                  <a:pt x="4673557" y="16281"/>
                </a:lnTo>
                <a:lnTo>
                  <a:pt x="4672550" y="16742"/>
                </a:lnTo>
                <a:lnTo>
                  <a:pt x="4671575" y="17248"/>
                </a:lnTo>
                <a:lnTo>
                  <a:pt x="4670635" y="17805"/>
                </a:lnTo>
                <a:lnTo>
                  <a:pt x="4669731" y="18412"/>
                </a:lnTo>
                <a:lnTo>
                  <a:pt x="4668863" y="19069"/>
                </a:lnTo>
                <a:lnTo>
                  <a:pt x="4668031" y="19777"/>
                </a:lnTo>
                <a:lnTo>
                  <a:pt x="4667235" y="20536"/>
                </a:lnTo>
                <a:lnTo>
                  <a:pt x="4666474" y="21345"/>
                </a:lnTo>
                <a:lnTo>
                  <a:pt x="4665750" y="22204"/>
                </a:lnTo>
                <a:lnTo>
                  <a:pt x="4665062" y="23114"/>
                </a:lnTo>
                <a:lnTo>
                  <a:pt x="4664409" y="24074"/>
                </a:lnTo>
                <a:lnTo>
                  <a:pt x="4663793" y="25085"/>
                </a:lnTo>
                <a:lnTo>
                  <a:pt x="4663212" y="26146"/>
                </a:lnTo>
                <a:lnTo>
                  <a:pt x="4662673" y="27295"/>
                </a:lnTo>
                <a:lnTo>
                  <a:pt x="4662181" y="28571"/>
                </a:lnTo>
                <a:lnTo>
                  <a:pt x="4661735" y="29971"/>
                </a:lnTo>
                <a:lnTo>
                  <a:pt x="4661337" y="31498"/>
                </a:lnTo>
                <a:lnTo>
                  <a:pt x="4660985" y="33151"/>
                </a:lnTo>
                <a:lnTo>
                  <a:pt x="4660680" y="34929"/>
                </a:lnTo>
                <a:lnTo>
                  <a:pt x="4660422" y="36833"/>
                </a:lnTo>
                <a:lnTo>
                  <a:pt x="4660211" y="38863"/>
                </a:lnTo>
                <a:lnTo>
                  <a:pt x="4660047" y="41018"/>
                </a:lnTo>
                <a:lnTo>
                  <a:pt x="4659930" y="43300"/>
                </a:lnTo>
                <a:lnTo>
                  <a:pt x="4659860" y="45707"/>
                </a:lnTo>
                <a:lnTo>
                  <a:pt x="4659836" y="48240"/>
                </a:lnTo>
                <a:lnTo>
                  <a:pt x="4659836" y="54539"/>
                </a:lnTo>
                <a:lnTo>
                  <a:pt x="4698680" y="54539"/>
                </a:lnTo>
                <a:lnTo>
                  <a:pt x="4698680" y="68218"/>
                </a:lnTo>
                <a:lnTo>
                  <a:pt x="4659836" y="68218"/>
                </a:lnTo>
                <a:lnTo>
                  <a:pt x="4659836" y="144327"/>
                </a:lnTo>
                <a:lnTo>
                  <a:pt x="4643527" y="144327"/>
                </a:lnTo>
                <a:close/>
                <a:moveTo>
                  <a:pt x="4727202" y="141792"/>
                </a:moveTo>
                <a:lnTo>
                  <a:pt x="4727202" y="124628"/>
                </a:lnTo>
                <a:lnTo>
                  <a:pt x="4730512" y="126234"/>
                </a:lnTo>
                <a:lnTo>
                  <a:pt x="4733747" y="127700"/>
                </a:lnTo>
                <a:lnTo>
                  <a:pt x="4736908" y="129027"/>
                </a:lnTo>
                <a:lnTo>
                  <a:pt x="4739994" y="130214"/>
                </a:lnTo>
                <a:lnTo>
                  <a:pt x="4743007" y="131261"/>
                </a:lnTo>
                <a:lnTo>
                  <a:pt x="4745945" y="132169"/>
                </a:lnTo>
                <a:lnTo>
                  <a:pt x="4748808" y="132936"/>
                </a:lnTo>
                <a:lnTo>
                  <a:pt x="4751598" y="133565"/>
                </a:lnTo>
                <a:lnTo>
                  <a:pt x="4754313" y="134054"/>
                </a:lnTo>
                <a:lnTo>
                  <a:pt x="4756954" y="134403"/>
                </a:lnTo>
                <a:lnTo>
                  <a:pt x="4759520" y="134612"/>
                </a:lnTo>
                <a:lnTo>
                  <a:pt x="4762013" y="134682"/>
                </a:lnTo>
                <a:lnTo>
                  <a:pt x="4764231" y="134625"/>
                </a:lnTo>
                <a:lnTo>
                  <a:pt x="4766383" y="134455"/>
                </a:lnTo>
                <a:lnTo>
                  <a:pt x="4768471" y="134171"/>
                </a:lnTo>
                <a:lnTo>
                  <a:pt x="4770494" y="133774"/>
                </a:lnTo>
                <a:lnTo>
                  <a:pt x="4772451" y="133263"/>
                </a:lnTo>
                <a:lnTo>
                  <a:pt x="4774343" y="132638"/>
                </a:lnTo>
                <a:lnTo>
                  <a:pt x="4776170" y="131901"/>
                </a:lnTo>
                <a:lnTo>
                  <a:pt x="4777932" y="131049"/>
                </a:lnTo>
                <a:lnTo>
                  <a:pt x="4779629" y="130084"/>
                </a:lnTo>
                <a:lnTo>
                  <a:pt x="4781260" y="129006"/>
                </a:lnTo>
                <a:lnTo>
                  <a:pt x="4782827" y="127814"/>
                </a:lnTo>
                <a:lnTo>
                  <a:pt x="4784328" y="126508"/>
                </a:lnTo>
                <a:lnTo>
                  <a:pt x="4785736" y="125113"/>
                </a:lnTo>
                <a:lnTo>
                  <a:pt x="4787021" y="123654"/>
                </a:lnTo>
                <a:lnTo>
                  <a:pt x="4788183" y="122129"/>
                </a:lnTo>
                <a:lnTo>
                  <a:pt x="4789224" y="120539"/>
                </a:lnTo>
                <a:lnTo>
                  <a:pt x="4790142" y="118885"/>
                </a:lnTo>
                <a:lnTo>
                  <a:pt x="4790937" y="117165"/>
                </a:lnTo>
                <a:lnTo>
                  <a:pt x="4791610" y="115380"/>
                </a:lnTo>
                <a:lnTo>
                  <a:pt x="4792161" y="113531"/>
                </a:lnTo>
                <a:lnTo>
                  <a:pt x="4792590" y="111616"/>
                </a:lnTo>
                <a:lnTo>
                  <a:pt x="4792895" y="109637"/>
                </a:lnTo>
                <a:lnTo>
                  <a:pt x="4793079" y="107593"/>
                </a:lnTo>
                <a:lnTo>
                  <a:pt x="4793140" y="105483"/>
                </a:lnTo>
                <a:lnTo>
                  <a:pt x="4793073" y="103360"/>
                </a:lnTo>
                <a:lnTo>
                  <a:pt x="4792871" y="101304"/>
                </a:lnTo>
                <a:lnTo>
                  <a:pt x="4792535" y="99314"/>
                </a:lnTo>
                <a:lnTo>
                  <a:pt x="4792064" y="97392"/>
                </a:lnTo>
                <a:lnTo>
                  <a:pt x="4791458" y="95536"/>
                </a:lnTo>
                <a:lnTo>
                  <a:pt x="4790718" y="93747"/>
                </a:lnTo>
                <a:lnTo>
                  <a:pt x="4789843" y="92024"/>
                </a:lnTo>
                <a:lnTo>
                  <a:pt x="4788834" y="90369"/>
                </a:lnTo>
                <a:lnTo>
                  <a:pt x="4787690" y="88780"/>
                </a:lnTo>
                <a:lnTo>
                  <a:pt x="4786412" y="87258"/>
                </a:lnTo>
                <a:lnTo>
                  <a:pt x="4784999" y="85803"/>
                </a:lnTo>
                <a:lnTo>
                  <a:pt x="4783451" y="84415"/>
                </a:lnTo>
                <a:lnTo>
                  <a:pt x="4781742" y="83116"/>
                </a:lnTo>
                <a:lnTo>
                  <a:pt x="4779845" y="81930"/>
                </a:lnTo>
                <a:lnTo>
                  <a:pt x="4777760" y="80858"/>
                </a:lnTo>
                <a:lnTo>
                  <a:pt x="4775487" y="79898"/>
                </a:lnTo>
                <a:lnTo>
                  <a:pt x="4773025" y="79051"/>
                </a:lnTo>
                <a:lnTo>
                  <a:pt x="4770375" y="78317"/>
                </a:lnTo>
                <a:lnTo>
                  <a:pt x="4767538" y="77696"/>
                </a:lnTo>
                <a:lnTo>
                  <a:pt x="4764512" y="77188"/>
                </a:lnTo>
                <a:lnTo>
                  <a:pt x="4761297" y="76793"/>
                </a:lnTo>
                <a:lnTo>
                  <a:pt x="4757895" y="76510"/>
                </a:lnTo>
                <a:lnTo>
                  <a:pt x="4754305" y="76341"/>
                </a:lnTo>
                <a:lnTo>
                  <a:pt x="4750526" y="76285"/>
                </a:lnTo>
                <a:lnTo>
                  <a:pt x="4741495" y="76285"/>
                </a:lnTo>
                <a:lnTo>
                  <a:pt x="4741495" y="62606"/>
                </a:lnTo>
                <a:lnTo>
                  <a:pt x="4754033" y="62606"/>
                </a:lnTo>
                <a:lnTo>
                  <a:pt x="4756817" y="62553"/>
                </a:lnTo>
                <a:lnTo>
                  <a:pt x="4759470" y="62394"/>
                </a:lnTo>
                <a:lnTo>
                  <a:pt x="4761991" y="62128"/>
                </a:lnTo>
                <a:lnTo>
                  <a:pt x="4764380" y="61757"/>
                </a:lnTo>
                <a:lnTo>
                  <a:pt x="4766638" y="61279"/>
                </a:lnTo>
                <a:lnTo>
                  <a:pt x="4768764" y="60695"/>
                </a:lnTo>
                <a:lnTo>
                  <a:pt x="4770759" y="60006"/>
                </a:lnTo>
                <a:lnTo>
                  <a:pt x="4772622" y="59210"/>
                </a:lnTo>
                <a:lnTo>
                  <a:pt x="4774354" y="58307"/>
                </a:lnTo>
                <a:lnTo>
                  <a:pt x="4775954" y="57299"/>
                </a:lnTo>
                <a:lnTo>
                  <a:pt x="4777423" y="56184"/>
                </a:lnTo>
                <a:lnTo>
                  <a:pt x="4778760" y="54964"/>
                </a:lnTo>
                <a:lnTo>
                  <a:pt x="4779979" y="53678"/>
                </a:lnTo>
                <a:lnTo>
                  <a:pt x="4781091" y="52369"/>
                </a:lnTo>
                <a:lnTo>
                  <a:pt x="4782098" y="51036"/>
                </a:lnTo>
                <a:lnTo>
                  <a:pt x="4782998" y="49680"/>
                </a:lnTo>
                <a:lnTo>
                  <a:pt x="4783793" y="48299"/>
                </a:lnTo>
                <a:lnTo>
                  <a:pt x="4784482" y="46896"/>
                </a:lnTo>
                <a:lnTo>
                  <a:pt x="4785064" y="45468"/>
                </a:lnTo>
                <a:lnTo>
                  <a:pt x="4785541" y="44017"/>
                </a:lnTo>
                <a:lnTo>
                  <a:pt x="4785912" y="42542"/>
                </a:lnTo>
                <a:lnTo>
                  <a:pt x="4786177" y="41043"/>
                </a:lnTo>
                <a:lnTo>
                  <a:pt x="4786336" y="39521"/>
                </a:lnTo>
                <a:lnTo>
                  <a:pt x="4786389" y="37975"/>
                </a:lnTo>
                <a:lnTo>
                  <a:pt x="4786345" y="36582"/>
                </a:lnTo>
                <a:lnTo>
                  <a:pt x="4786216" y="35225"/>
                </a:lnTo>
                <a:lnTo>
                  <a:pt x="4786000" y="33906"/>
                </a:lnTo>
                <a:lnTo>
                  <a:pt x="4785697" y="32623"/>
                </a:lnTo>
                <a:lnTo>
                  <a:pt x="4785308" y="31378"/>
                </a:lnTo>
                <a:lnTo>
                  <a:pt x="4784832" y="30169"/>
                </a:lnTo>
                <a:lnTo>
                  <a:pt x="4784270" y="28998"/>
                </a:lnTo>
                <a:lnTo>
                  <a:pt x="4783622" y="27864"/>
                </a:lnTo>
                <a:lnTo>
                  <a:pt x="4782887" y="26766"/>
                </a:lnTo>
                <a:lnTo>
                  <a:pt x="4782065" y="25706"/>
                </a:lnTo>
                <a:lnTo>
                  <a:pt x="4781157" y="24683"/>
                </a:lnTo>
                <a:lnTo>
                  <a:pt x="4780163" y="23696"/>
                </a:lnTo>
                <a:lnTo>
                  <a:pt x="4779079" y="22769"/>
                </a:lnTo>
                <a:lnTo>
                  <a:pt x="4777903" y="21921"/>
                </a:lnTo>
                <a:lnTo>
                  <a:pt x="4776634" y="21155"/>
                </a:lnTo>
                <a:lnTo>
                  <a:pt x="4775272" y="20469"/>
                </a:lnTo>
                <a:lnTo>
                  <a:pt x="4773818" y="19864"/>
                </a:lnTo>
                <a:lnTo>
                  <a:pt x="4772272" y="19340"/>
                </a:lnTo>
                <a:lnTo>
                  <a:pt x="4770632" y="18896"/>
                </a:lnTo>
                <a:lnTo>
                  <a:pt x="4768901" y="18533"/>
                </a:lnTo>
                <a:lnTo>
                  <a:pt x="4767076" y="18251"/>
                </a:lnTo>
                <a:lnTo>
                  <a:pt x="4765159" y="18049"/>
                </a:lnTo>
                <a:lnTo>
                  <a:pt x="4763150" y="17928"/>
                </a:lnTo>
                <a:lnTo>
                  <a:pt x="4761048" y="17887"/>
                </a:lnTo>
                <a:lnTo>
                  <a:pt x="4758622" y="17943"/>
                </a:lnTo>
                <a:lnTo>
                  <a:pt x="4756165" y="18111"/>
                </a:lnTo>
                <a:lnTo>
                  <a:pt x="4753677" y="18390"/>
                </a:lnTo>
                <a:lnTo>
                  <a:pt x="4751159" y="18780"/>
                </a:lnTo>
                <a:lnTo>
                  <a:pt x="4748611" y="19282"/>
                </a:lnTo>
                <a:lnTo>
                  <a:pt x="4746032" y="19896"/>
                </a:lnTo>
                <a:lnTo>
                  <a:pt x="4743423" y="20621"/>
                </a:lnTo>
                <a:lnTo>
                  <a:pt x="4740783" y="21458"/>
                </a:lnTo>
                <a:lnTo>
                  <a:pt x="4738113" y="22407"/>
                </a:lnTo>
                <a:lnTo>
                  <a:pt x="4735413" y="23467"/>
                </a:lnTo>
                <a:lnTo>
                  <a:pt x="4732682" y="24638"/>
                </a:lnTo>
                <a:lnTo>
                  <a:pt x="4729920" y="25921"/>
                </a:lnTo>
                <a:lnTo>
                  <a:pt x="4729920" y="10426"/>
                </a:lnTo>
                <a:lnTo>
                  <a:pt x="4732678" y="9433"/>
                </a:lnTo>
                <a:lnTo>
                  <a:pt x="4735396" y="8526"/>
                </a:lnTo>
                <a:lnTo>
                  <a:pt x="4738075" y="7706"/>
                </a:lnTo>
                <a:lnTo>
                  <a:pt x="4740715" y="6972"/>
                </a:lnTo>
                <a:lnTo>
                  <a:pt x="4743317" y="6324"/>
                </a:lnTo>
                <a:lnTo>
                  <a:pt x="4745879" y="5763"/>
                </a:lnTo>
                <a:lnTo>
                  <a:pt x="4748402" y="5288"/>
                </a:lnTo>
                <a:lnTo>
                  <a:pt x="4750887" y="4900"/>
                </a:lnTo>
                <a:lnTo>
                  <a:pt x="4753332" y="4597"/>
                </a:lnTo>
                <a:lnTo>
                  <a:pt x="4755738" y="4382"/>
                </a:lnTo>
                <a:lnTo>
                  <a:pt x="4758106" y="4252"/>
                </a:lnTo>
                <a:lnTo>
                  <a:pt x="4760434" y="4209"/>
                </a:lnTo>
                <a:lnTo>
                  <a:pt x="4764463" y="4277"/>
                </a:lnTo>
                <a:lnTo>
                  <a:pt x="4768278" y="4480"/>
                </a:lnTo>
                <a:lnTo>
                  <a:pt x="4771880" y="4819"/>
                </a:lnTo>
                <a:lnTo>
                  <a:pt x="4775267" y="5294"/>
                </a:lnTo>
                <a:lnTo>
                  <a:pt x="4778441" y="5905"/>
                </a:lnTo>
                <a:lnTo>
                  <a:pt x="4781402" y="6651"/>
                </a:lnTo>
                <a:lnTo>
                  <a:pt x="4784148" y="7533"/>
                </a:lnTo>
                <a:lnTo>
                  <a:pt x="4786681" y="8550"/>
                </a:lnTo>
                <a:lnTo>
                  <a:pt x="4789000" y="9704"/>
                </a:lnTo>
                <a:lnTo>
                  <a:pt x="4791105" y="10992"/>
                </a:lnTo>
                <a:lnTo>
                  <a:pt x="4792997" y="12417"/>
                </a:lnTo>
                <a:lnTo>
                  <a:pt x="4794675" y="13977"/>
                </a:lnTo>
                <a:lnTo>
                  <a:pt x="4796180" y="15625"/>
                </a:lnTo>
                <a:lnTo>
                  <a:pt x="4797555" y="17310"/>
                </a:lnTo>
                <a:lnTo>
                  <a:pt x="4798799" y="19034"/>
                </a:lnTo>
                <a:lnTo>
                  <a:pt x="4799911" y="20796"/>
                </a:lnTo>
                <a:lnTo>
                  <a:pt x="4800893" y="22597"/>
                </a:lnTo>
                <a:lnTo>
                  <a:pt x="4801744" y="24436"/>
                </a:lnTo>
                <a:lnTo>
                  <a:pt x="4802464" y="26313"/>
                </a:lnTo>
                <a:lnTo>
                  <a:pt x="4803053" y="28228"/>
                </a:lnTo>
                <a:lnTo>
                  <a:pt x="4803512" y="30182"/>
                </a:lnTo>
                <a:lnTo>
                  <a:pt x="4803839" y="32174"/>
                </a:lnTo>
                <a:lnTo>
                  <a:pt x="4804035" y="34205"/>
                </a:lnTo>
                <a:lnTo>
                  <a:pt x="4804101" y="36274"/>
                </a:lnTo>
                <a:lnTo>
                  <a:pt x="4804066" y="37814"/>
                </a:lnTo>
                <a:lnTo>
                  <a:pt x="4803962" y="39338"/>
                </a:lnTo>
                <a:lnTo>
                  <a:pt x="4803788" y="40847"/>
                </a:lnTo>
                <a:lnTo>
                  <a:pt x="4803545" y="42340"/>
                </a:lnTo>
                <a:lnTo>
                  <a:pt x="4803233" y="43816"/>
                </a:lnTo>
                <a:lnTo>
                  <a:pt x="4802851" y="45278"/>
                </a:lnTo>
                <a:lnTo>
                  <a:pt x="4802400" y="46723"/>
                </a:lnTo>
                <a:lnTo>
                  <a:pt x="4801879" y="48152"/>
                </a:lnTo>
                <a:lnTo>
                  <a:pt x="4801289" y="49566"/>
                </a:lnTo>
                <a:lnTo>
                  <a:pt x="4800630" y="50964"/>
                </a:lnTo>
                <a:lnTo>
                  <a:pt x="4799901" y="52346"/>
                </a:lnTo>
                <a:lnTo>
                  <a:pt x="4799103" y="53712"/>
                </a:lnTo>
                <a:lnTo>
                  <a:pt x="4798211" y="55057"/>
                </a:lnTo>
                <a:lnTo>
                  <a:pt x="4797203" y="56378"/>
                </a:lnTo>
                <a:lnTo>
                  <a:pt x="4796078" y="57675"/>
                </a:lnTo>
                <a:lnTo>
                  <a:pt x="4794835" y="58948"/>
                </a:lnTo>
                <a:lnTo>
                  <a:pt x="4793476" y="60196"/>
                </a:lnTo>
                <a:lnTo>
                  <a:pt x="4792000" y="61420"/>
                </a:lnTo>
                <a:lnTo>
                  <a:pt x="4790407" y="62620"/>
                </a:lnTo>
                <a:lnTo>
                  <a:pt x="4788698" y="63795"/>
                </a:lnTo>
                <a:lnTo>
                  <a:pt x="4786871" y="64946"/>
                </a:lnTo>
                <a:lnTo>
                  <a:pt x="4784927" y="66073"/>
                </a:lnTo>
                <a:lnTo>
                  <a:pt x="4782867" y="67175"/>
                </a:lnTo>
                <a:lnTo>
                  <a:pt x="4780689" y="68253"/>
                </a:lnTo>
                <a:lnTo>
                  <a:pt x="4782622" y="68848"/>
                </a:lnTo>
                <a:lnTo>
                  <a:pt x="4784474" y="69466"/>
                </a:lnTo>
                <a:lnTo>
                  <a:pt x="4786246" y="70105"/>
                </a:lnTo>
                <a:lnTo>
                  <a:pt x="4787938" y="70765"/>
                </a:lnTo>
                <a:lnTo>
                  <a:pt x="4789549" y="71448"/>
                </a:lnTo>
                <a:lnTo>
                  <a:pt x="4791080" y="72153"/>
                </a:lnTo>
                <a:lnTo>
                  <a:pt x="4792530" y="72880"/>
                </a:lnTo>
                <a:lnTo>
                  <a:pt x="4793900" y="73629"/>
                </a:lnTo>
                <a:lnTo>
                  <a:pt x="4795190" y="74400"/>
                </a:lnTo>
                <a:lnTo>
                  <a:pt x="4796399" y="75192"/>
                </a:lnTo>
                <a:lnTo>
                  <a:pt x="4797528" y="76007"/>
                </a:lnTo>
                <a:lnTo>
                  <a:pt x="4798577" y="76844"/>
                </a:lnTo>
                <a:lnTo>
                  <a:pt x="4799565" y="77704"/>
                </a:lnTo>
                <a:lnTo>
                  <a:pt x="4800512" y="78589"/>
                </a:lnTo>
                <a:lnTo>
                  <a:pt x="4801418" y="79500"/>
                </a:lnTo>
                <a:lnTo>
                  <a:pt x="4802284" y="80437"/>
                </a:lnTo>
                <a:lnTo>
                  <a:pt x="4803108" y="81399"/>
                </a:lnTo>
                <a:lnTo>
                  <a:pt x="4803892" y="82387"/>
                </a:lnTo>
                <a:lnTo>
                  <a:pt x="4804636" y="83400"/>
                </a:lnTo>
                <a:lnTo>
                  <a:pt x="4805338" y="84439"/>
                </a:lnTo>
                <a:lnTo>
                  <a:pt x="4806000" y="85504"/>
                </a:lnTo>
                <a:lnTo>
                  <a:pt x="4806620" y="86594"/>
                </a:lnTo>
                <a:lnTo>
                  <a:pt x="4807200" y="87710"/>
                </a:lnTo>
                <a:lnTo>
                  <a:pt x="4807740" y="88851"/>
                </a:lnTo>
                <a:lnTo>
                  <a:pt x="4808237" y="90016"/>
                </a:lnTo>
                <a:lnTo>
                  <a:pt x="4808691" y="91205"/>
                </a:lnTo>
                <a:lnTo>
                  <a:pt x="4809101" y="92417"/>
                </a:lnTo>
                <a:lnTo>
                  <a:pt x="4809469" y="93652"/>
                </a:lnTo>
                <a:lnTo>
                  <a:pt x="4809793" y="94910"/>
                </a:lnTo>
                <a:lnTo>
                  <a:pt x="4810074" y="96191"/>
                </a:lnTo>
                <a:lnTo>
                  <a:pt x="4810312" y="97495"/>
                </a:lnTo>
                <a:lnTo>
                  <a:pt x="4810506" y="98822"/>
                </a:lnTo>
                <a:lnTo>
                  <a:pt x="4810658" y="100173"/>
                </a:lnTo>
                <a:lnTo>
                  <a:pt x="4810766" y="101546"/>
                </a:lnTo>
                <a:lnTo>
                  <a:pt x="4810831" y="102943"/>
                </a:lnTo>
                <a:lnTo>
                  <a:pt x="4810852" y="104363"/>
                </a:lnTo>
                <a:lnTo>
                  <a:pt x="4810754" y="107501"/>
                </a:lnTo>
                <a:lnTo>
                  <a:pt x="4810459" y="110546"/>
                </a:lnTo>
                <a:lnTo>
                  <a:pt x="4809967" y="113500"/>
                </a:lnTo>
                <a:lnTo>
                  <a:pt x="4809279" y="116360"/>
                </a:lnTo>
                <a:lnTo>
                  <a:pt x="4808394" y="119128"/>
                </a:lnTo>
                <a:lnTo>
                  <a:pt x="4807312" y="121804"/>
                </a:lnTo>
                <a:lnTo>
                  <a:pt x="4806034" y="124387"/>
                </a:lnTo>
                <a:lnTo>
                  <a:pt x="4804559" y="126878"/>
                </a:lnTo>
                <a:lnTo>
                  <a:pt x="4802887" y="129276"/>
                </a:lnTo>
                <a:lnTo>
                  <a:pt x="4801018" y="131581"/>
                </a:lnTo>
                <a:lnTo>
                  <a:pt x="4798953" y="133794"/>
                </a:lnTo>
                <a:lnTo>
                  <a:pt x="4796691" y="135915"/>
                </a:lnTo>
                <a:lnTo>
                  <a:pt x="4794274" y="137903"/>
                </a:lnTo>
                <a:lnTo>
                  <a:pt x="4791741" y="139718"/>
                </a:lnTo>
                <a:lnTo>
                  <a:pt x="4789093" y="141360"/>
                </a:lnTo>
                <a:lnTo>
                  <a:pt x="4786330" y="142829"/>
                </a:lnTo>
                <a:lnTo>
                  <a:pt x="4783452" y="144126"/>
                </a:lnTo>
                <a:lnTo>
                  <a:pt x="4780459" y="145249"/>
                </a:lnTo>
                <a:lnTo>
                  <a:pt x="4777351" y="146200"/>
                </a:lnTo>
                <a:lnTo>
                  <a:pt x="4774128" y="146978"/>
                </a:lnTo>
                <a:lnTo>
                  <a:pt x="4770789" y="147583"/>
                </a:lnTo>
                <a:lnTo>
                  <a:pt x="4767336" y="148015"/>
                </a:lnTo>
                <a:lnTo>
                  <a:pt x="4763767" y="148274"/>
                </a:lnTo>
                <a:lnTo>
                  <a:pt x="4760084" y="148361"/>
                </a:lnTo>
                <a:lnTo>
                  <a:pt x="4758994" y="148354"/>
                </a:lnTo>
                <a:lnTo>
                  <a:pt x="4757888" y="148334"/>
                </a:lnTo>
                <a:lnTo>
                  <a:pt x="4756765" y="148300"/>
                </a:lnTo>
                <a:lnTo>
                  <a:pt x="4755626" y="148253"/>
                </a:lnTo>
                <a:lnTo>
                  <a:pt x="4754471" y="148193"/>
                </a:lnTo>
                <a:lnTo>
                  <a:pt x="4753299" y="148119"/>
                </a:lnTo>
                <a:lnTo>
                  <a:pt x="4752111" y="148032"/>
                </a:lnTo>
                <a:lnTo>
                  <a:pt x="4750906" y="147932"/>
                </a:lnTo>
                <a:lnTo>
                  <a:pt x="4749685" y="147818"/>
                </a:lnTo>
                <a:lnTo>
                  <a:pt x="4748447" y="147691"/>
                </a:lnTo>
                <a:lnTo>
                  <a:pt x="4747193" y="147550"/>
                </a:lnTo>
                <a:lnTo>
                  <a:pt x="4745923" y="147396"/>
                </a:lnTo>
                <a:lnTo>
                  <a:pt x="4744621" y="147210"/>
                </a:lnTo>
                <a:lnTo>
                  <a:pt x="4743271" y="146973"/>
                </a:lnTo>
                <a:lnTo>
                  <a:pt x="4741876" y="146685"/>
                </a:lnTo>
                <a:lnTo>
                  <a:pt x="4740433" y="146346"/>
                </a:lnTo>
                <a:lnTo>
                  <a:pt x="4738943" y="145956"/>
                </a:lnTo>
                <a:lnTo>
                  <a:pt x="4737406" y="145514"/>
                </a:lnTo>
                <a:lnTo>
                  <a:pt x="4735823" y="145022"/>
                </a:lnTo>
                <a:lnTo>
                  <a:pt x="4734193" y="144478"/>
                </a:lnTo>
                <a:lnTo>
                  <a:pt x="4732515" y="143883"/>
                </a:lnTo>
                <a:lnTo>
                  <a:pt x="4730791" y="143237"/>
                </a:lnTo>
                <a:lnTo>
                  <a:pt x="4729020" y="142541"/>
                </a:lnTo>
                <a:lnTo>
                  <a:pt x="4727202" y="141792"/>
                </a:lnTo>
                <a:close/>
                <a:moveTo>
                  <a:pt x="4917239" y="144327"/>
                </a:moveTo>
                <a:lnTo>
                  <a:pt x="4834904" y="144327"/>
                </a:lnTo>
                <a:lnTo>
                  <a:pt x="4834904" y="129322"/>
                </a:lnTo>
                <a:lnTo>
                  <a:pt x="4834920" y="128351"/>
                </a:lnTo>
                <a:lnTo>
                  <a:pt x="4834970" y="127369"/>
                </a:lnTo>
                <a:lnTo>
                  <a:pt x="4835052" y="126375"/>
                </a:lnTo>
                <a:lnTo>
                  <a:pt x="4835167" y="125370"/>
                </a:lnTo>
                <a:lnTo>
                  <a:pt x="4835315" y="124353"/>
                </a:lnTo>
                <a:lnTo>
                  <a:pt x="4835496" y="123324"/>
                </a:lnTo>
                <a:lnTo>
                  <a:pt x="4835709" y="122284"/>
                </a:lnTo>
                <a:lnTo>
                  <a:pt x="4835956" y="121232"/>
                </a:lnTo>
                <a:lnTo>
                  <a:pt x="4836236" y="120169"/>
                </a:lnTo>
                <a:lnTo>
                  <a:pt x="4836548" y="119094"/>
                </a:lnTo>
                <a:lnTo>
                  <a:pt x="4836893" y="118008"/>
                </a:lnTo>
                <a:lnTo>
                  <a:pt x="4837271" y="116910"/>
                </a:lnTo>
                <a:lnTo>
                  <a:pt x="4837696" y="115794"/>
                </a:lnTo>
                <a:lnTo>
                  <a:pt x="4838180" y="114656"/>
                </a:lnTo>
                <a:lnTo>
                  <a:pt x="4838724" y="113495"/>
                </a:lnTo>
                <a:lnTo>
                  <a:pt x="4839327" y="112312"/>
                </a:lnTo>
                <a:lnTo>
                  <a:pt x="4839990" y="111107"/>
                </a:lnTo>
                <a:lnTo>
                  <a:pt x="4840713" y="109878"/>
                </a:lnTo>
                <a:lnTo>
                  <a:pt x="4841495" y="108628"/>
                </a:lnTo>
                <a:lnTo>
                  <a:pt x="4842337" y="107354"/>
                </a:lnTo>
                <a:lnTo>
                  <a:pt x="4843239" y="106059"/>
                </a:lnTo>
                <a:lnTo>
                  <a:pt x="4844201" y="104740"/>
                </a:lnTo>
                <a:lnTo>
                  <a:pt x="4845222" y="103400"/>
                </a:lnTo>
                <a:lnTo>
                  <a:pt x="4846303" y="102036"/>
                </a:lnTo>
                <a:lnTo>
                  <a:pt x="4847419" y="100666"/>
                </a:lnTo>
                <a:lnTo>
                  <a:pt x="4848546" y="99304"/>
                </a:lnTo>
                <a:lnTo>
                  <a:pt x="4849684" y="97952"/>
                </a:lnTo>
                <a:lnTo>
                  <a:pt x="4850833" y="96608"/>
                </a:lnTo>
                <a:lnTo>
                  <a:pt x="4851993" y="95273"/>
                </a:lnTo>
                <a:lnTo>
                  <a:pt x="4853164" y="93946"/>
                </a:lnTo>
                <a:lnTo>
                  <a:pt x="4854346" y="92628"/>
                </a:lnTo>
                <a:lnTo>
                  <a:pt x="4855539" y="91319"/>
                </a:lnTo>
                <a:lnTo>
                  <a:pt x="4856743" y="90019"/>
                </a:lnTo>
                <a:lnTo>
                  <a:pt x="4857957" y="88728"/>
                </a:lnTo>
                <a:lnTo>
                  <a:pt x="4859183" y="87445"/>
                </a:lnTo>
                <a:lnTo>
                  <a:pt x="4860420" y="86171"/>
                </a:lnTo>
                <a:lnTo>
                  <a:pt x="4869714" y="76718"/>
                </a:lnTo>
                <a:lnTo>
                  <a:pt x="4870228" y="76183"/>
                </a:lnTo>
                <a:lnTo>
                  <a:pt x="4870835" y="75543"/>
                </a:lnTo>
                <a:lnTo>
                  <a:pt x="4871534" y="74797"/>
                </a:lnTo>
                <a:lnTo>
                  <a:pt x="4872325" y="73946"/>
                </a:lnTo>
                <a:lnTo>
                  <a:pt x="4873209" y="72988"/>
                </a:lnTo>
                <a:lnTo>
                  <a:pt x="4874186" y="71925"/>
                </a:lnTo>
                <a:lnTo>
                  <a:pt x="4875255" y="70756"/>
                </a:lnTo>
                <a:lnTo>
                  <a:pt x="4876417" y="69481"/>
                </a:lnTo>
                <a:lnTo>
                  <a:pt x="4877671" y="68101"/>
                </a:lnTo>
                <a:lnTo>
                  <a:pt x="4879018" y="66614"/>
                </a:lnTo>
                <a:lnTo>
                  <a:pt x="4880458" y="65022"/>
                </a:lnTo>
                <a:lnTo>
                  <a:pt x="4881990" y="63324"/>
                </a:lnTo>
                <a:lnTo>
                  <a:pt x="4883523" y="61607"/>
                </a:lnTo>
                <a:lnTo>
                  <a:pt x="4884967" y="59958"/>
                </a:lnTo>
                <a:lnTo>
                  <a:pt x="4886322" y="58378"/>
                </a:lnTo>
                <a:lnTo>
                  <a:pt x="4887587" y="56865"/>
                </a:lnTo>
                <a:lnTo>
                  <a:pt x="4888763" y="55420"/>
                </a:lnTo>
                <a:lnTo>
                  <a:pt x="4889849" y="54044"/>
                </a:lnTo>
                <a:lnTo>
                  <a:pt x="4890845" y="52735"/>
                </a:lnTo>
                <a:lnTo>
                  <a:pt x="4891752" y="51495"/>
                </a:lnTo>
                <a:lnTo>
                  <a:pt x="4892569" y="50323"/>
                </a:lnTo>
                <a:lnTo>
                  <a:pt x="4893297" y="49219"/>
                </a:lnTo>
                <a:lnTo>
                  <a:pt x="4893936" y="48183"/>
                </a:lnTo>
                <a:lnTo>
                  <a:pt x="4894485" y="47215"/>
                </a:lnTo>
                <a:lnTo>
                  <a:pt x="4894968" y="46282"/>
                </a:lnTo>
                <a:lnTo>
                  <a:pt x="4895409" y="45352"/>
                </a:lnTo>
                <a:lnTo>
                  <a:pt x="4895808" y="44424"/>
                </a:lnTo>
                <a:lnTo>
                  <a:pt x="4896165" y="43499"/>
                </a:lnTo>
                <a:lnTo>
                  <a:pt x="4896481" y="42576"/>
                </a:lnTo>
                <a:lnTo>
                  <a:pt x="4896754" y="41656"/>
                </a:lnTo>
                <a:lnTo>
                  <a:pt x="4896985" y="40738"/>
                </a:lnTo>
                <a:lnTo>
                  <a:pt x="4897174" y="39823"/>
                </a:lnTo>
                <a:lnTo>
                  <a:pt x="4897321" y="38910"/>
                </a:lnTo>
                <a:lnTo>
                  <a:pt x="4897426" y="37999"/>
                </a:lnTo>
                <a:lnTo>
                  <a:pt x="4897489" y="37091"/>
                </a:lnTo>
                <a:lnTo>
                  <a:pt x="4897510" y="36186"/>
                </a:lnTo>
                <a:lnTo>
                  <a:pt x="4897461" y="34754"/>
                </a:lnTo>
                <a:lnTo>
                  <a:pt x="4897315" y="33378"/>
                </a:lnTo>
                <a:lnTo>
                  <a:pt x="4897071" y="32058"/>
                </a:lnTo>
                <a:lnTo>
                  <a:pt x="4896730" y="30792"/>
                </a:lnTo>
                <a:lnTo>
                  <a:pt x="4896292" y="29582"/>
                </a:lnTo>
                <a:lnTo>
                  <a:pt x="4895756" y="28427"/>
                </a:lnTo>
                <a:lnTo>
                  <a:pt x="4895123" y="27328"/>
                </a:lnTo>
                <a:lnTo>
                  <a:pt x="4894392" y="26284"/>
                </a:lnTo>
                <a:lnTo>
                  <a:pt x="4893564" y="25295"/>
                </a:lnTo>
                <a:lnTo>
                  <a:pt x="4892639" y="24362"/>
                </a:lnTo>
                <a:lnTo>
                  <a:pt x="4891616" y="23483"/>
                </a:lnTo>
                <a:lnTo>
                  <a:pt x="4890495" y="22661"/>
                </a:lnTo>
                <a:lnTo>
                  <a:pt x="4889314" y="21898"/>
                </a:lnTo>
                <a:lnTo>
                  <a:pt x="4888108" y="21202"/>
                </a:lnTo>
                <a:lnTo>
                  <a:pt x="4886878" y="20572"/>
                </a:lnTo>
                <a:lnTo>
                  <a:pt x="4885624" y="20009"/>
                </a:lnTo>
                <a:lnTo>
                  <a:pt x="4884345" y="19512"/>
                </a:lnTo>
                <a:lnTo>
                  <a:pt x="4883042" y="19081"/>
                </a:lnTo>
                <a:lnTo>
                  <a:pt x="4881715" y="18716"/>
                </a:lnTo>
                <a:lnTo>
                  <a:pt x="4880363" y="18418"/>
                </a:lnTo>
                <a:lnTo>
                  <a:pt x="4878987" y="18186"/>
                </a:lnTo>
                <a:lnTo>
                  <a:pt x="4877586" y="18020"/>
                </a:lnTo>
                <a:lnTo>
                  <a:pt x="4876161" y="17921"/>
                </a:lnTo>
                <a:lnTo>
                  <a:pt x="4874712" y="17887"/>
                </a:lnTo>
                <a:lnTo>
                  <a:pt x="4873871" y="17895"/>
                </a:lnTo>
                <a:lnTo>
                  <a:pt x="4873013" y="17919"/>
                </a:lnTo>
                <a:lnTo>
                  <a:pt x="4872139" y="17959"/>
                </a:lnTo>
                <a:lnTo>
                  <a:pt x="4871249" y="18014"/>
                </a:lnTo>
                <a:lnTo>
                  <a:pt x="4870342" y="18085"/>
                </a:lnTo>
                <a:lnTo>
                  <a:pt x="4869418" y="18172"/>
                </a:lnTo>
                <a:lnTo>
                  <a:pt x="4868478" y="18275"/>
                </a:lnTo>
                <a:lnTo>
                  <a:pt x="4867522" y="18394"/>
                </a:lnTo>
                <a:lnTo>
                  <a:pt x="4866549" y="18529"/>
                </a:lnTo>
                <a:lnTo>
                  <a:pt x="4865560" y="18679"/>
                </a:lnTo>
                <a:lnTo>
                  <a:pt x="4864555" y="18845"/>
                </a:lnTo>
                <a:lnTo>
                  <a:pt x="4863533" y="19027"/>
                </a:lnTo>
                <a:lnTo>
                  <a:pt x="4862513" y="19220"/>
                </a:lnTo>
                <a:lnTo>
                  <a:pt x="4861515" y="19417"/>
                </a:lnTo>
                <a:lnTo>
                  <a:pt x="4860538" y="19621"/>
                </a:lnTo>
                <a:lnTo>
                  <a:pt x="4859582" y="19829"/>
                </a:lnTo>
                <a:lnTo>
                  <a:pt x="4858648" y="20043"/>
                </a:lnTo>
                <a:lnTo>
                  <a:pt x="4857734" y="20263"/>
                </a:lnTo>
                <a:lnTo>
                  <a:pt x="4856843" y="20488"/>
                </a:lnTo>
                <a:lnTo>
                  <a:pt x="4855972" y="20719"/>
                </a:lnTo>
                <a:lnTo>
                  <a:pt x="4855123" y="20955"/>
                </a:lnTo>
                <a:lnTo>
                  <a:pt x="4854295" y="21197"/>
                </a:lnTo>
                <a:lnTo>
                  <a:pt x="4853489" y="21444"/>
                </a:lnTo>
                <a:lnTo>
                  <a:pt x="4852704" y="21696"/>
                </a:lnTo>
                <a:lnTo>
                  <a:pt x="4851889" y="21974"/>
                </a:lnTo>
                <a:lnTo>
                  <a:pt x="4850994" y="22296"/>
                </a:lnTo>
                <a:lnTo>
                  <a:pt x="4850018" y="22662"/>
                </a:lnTo>
                <a:lnTo>
                  <a:pt x="4848962" y="23072"/>
                </a:lnTo>
                <a:lnTo>
                  <a:pt x="4847826" y="23527"/>
                </a:lnTo>
                <a:lnTo>
                  <a:pt x="4846610" y="24027"/>
                </a:lnTo>
                <a:lnTo>
                  <a:pt x="4845313" y="24570"/>
                </a:lnTo>
                <a:lnTo>
                  <a:pt x="4843935" y="25158"/>
                </a:lnTo>
                <a:lnTo>
                  <a:pt x="4842478" y="25791"/>
                </a:lnTo>
                <a:lnTo>
                  <a:pt x="4840939" y="26468"/>
                </a:lnTo>
                <a:lnTo>
                  <a:pt x="4839321" y="27189"/>
                </a:lnTo>
                <a:lnTo>
                  <a:pt x="4837622" y="27955"/>
                </a:lnTo>
                <a:lnTo>
                  <a:pt x="4837622" y="13476"/>
                </a:lnTo>
                <a:lnTo>
                  <a:pt x="4839464" y="12616"/>
                </a:lnTo>
                <a:lnTo>
                  <a:pt x="4841306" y="11802"/>
                </a:lnTo>
                <a:lnTo>
                  <a:pt x="4843149" y="11035"/>
                </a:lnTo>
                <a:lnTo>
                  <a:pt x="4844992" y="10313"/>
                </a:lnTo>
                <a:lnTo>
                  <a:pt x="4846836" y="9637"/>
                </a:lnTo>
                <a:lnTo>
                  <a:pt x="4848681" y="9007"/>
                </a:lnTo>
                <a:lnTo>
                  <a:pt x="4850526" y="8424"/>
                </a:lnTo>
                <a:lnTo>
                  <a:pt x="4852372" y="7886"/>
                </a:lnTo>
                <a:lnTo>
                  <a:pt x="4854219" y="7394"/>
                </a:lnTo>
                <a:lnTo>
                  <a:pt x="4856066" y="6949"/>
                </a:lnTo>
                <a:lnTo>
                  <a:pt x="4857914" y="6549"/>
                </a:lnTo>
                <a:lnTo>
                  <a:pt x="4859762" y="6195"/>
                </a:lnTo>
                <a:lnTo>
                  <a:pt x="4861584" y="5878"/>
                </a:lnTo>
                <a:lnTo>
                  <a:pt x="4863351" y="5588"/>
                </a:lnTo>
                <a:lnTo>
                  <a:pt x="4865064" y="5326"/>
                </a:lnTo>
                <a:lnTo>
                  <a:pt x="4866723" y="5092"/>
                </a:lnTo>
                <a:lnTo>
                  <a:pt x="4868328" y="4885"/>
                </a:lnTo>
                <a:lnTo>
                  <a:pt x="4869879" y="4705"/>
                </a:lnTo>
                <a:lnTo>
                  <a:pt x="4871375" y="4554"/>
                </a:lnTo>
                <a:lnTo>
                  <a:pt x="4872817" y="4430"/>
                </a:lnTo>
                <a:lnTo>
                  <a:pt x="4874205" y="4333"/>
                </a:lnTo>
                <a:lnTo>
                  <a:pt x="4875539" y="4264"/>
                </a:lnTo>
                <a:lnTo>
                  <a:pt x="4876819" y="4223"/>
                </a:lnTo>
                <a:lnTo>
                  <a:pt x="4878044" y="4209"/>
                </a:lnTo>
                <a:lnTo>
                  <a:pt x="4879801" y="4233"/>
                </a:lnTo>
                <a:lnTo>
                  <a:pt x="4881533" y="4305"/>
                </a:lnTo>
                <a:lnTo>
                  <a:pt x="4883242" y="4425"/>
                </a:lnTo>
                <a:lnTo>
                  <a:pt x="4884927" y="4594"/>
                </a:lnTo>
                <a:lnTo>
                  <a:pt x="4886589" y="4811"/>
                </a:lnTo>
                <a:lnTo>
                  <a:pt x="4888226" y="5075"/>
                </a:lnTo>
                <a:lnTo>
                  <a:pt x="4889840" y="5388"/>
                </a:lnTo>
                <a:lnTo>
                  <a:pt x="4891430" y="5749"/>
                </a:lnTo>
                <a:lnTo>
                  <a:pt x="4892997" y="6159"/>
                </a:lnTo>
                <a:lnTo>
                  <a:pt x="4894540" y="6616"/>
                </a:lnTo>
                <a:lnTo>
                  <a:pt x="4896059" y="7121"/>
                </a:lnTo>
                <a:lnTo>
                  <a:pt x="4897554" y="7675"/>
                </a:lnTo>
                <a:lnTo>
                  <a:pt x="4899005" y="8279"/>
                </a:lnTo>
                <a:lnTo>
                  <a:pt x="4900394" y="8936"/>
                </a:lnTo>
                <a:lnTo>
                  <a:pt x="4901719" y="9645"/>
                </a:lnTo>
                <a:lnTo>
                  <a:pt x="4902980" y="10408"/>
                </a:lnTo>
                <a:lnTo>
                  <a:pt x="4904179" y="11224"/>
                </a:lnTo>
                <a:lnTo>
                  <a:pt x="4905314" y="12093"/>
                </a:lnTo>
                <a:lnTo>
                  <a:pt x="4906385" y="13015"/>
                </a:lnTo>
                <a:lnTo>
                  <a:pt x="4907394" y="13989"/>
                </a:lnTo>
                <a:lnTo>
                  <a:pt x="4908339" y="15017"/>
                </a:lnTo>
                <a:lnTo>
                  <a:pt x="4909220" y="16098"/>
                </a:lnTo>
                <a:lnTo>
                  <a:pt x="4910039" y="17232"/>
                </a:lnTo>
                <a:lnTo>
                  <a:pt x="4910794" y="18419"/>
                </a:lnTo>
                <a:lnTo>
                  <a:pt x="4911487" y="19639"/>
                </a:lnTo>
                <a:lnTo>
                  <a:pt x="4912120" y="20872"/>
                </a:lnTo>
                <a:lnTo>
                  <a:pt x="4912693" y="22118"/>
                </a:lnTo>
                <a:lnTo>
                  <a:pt x="4913205" y="23378"/>
                </a:lnTo>
                <a:lnTo>
                  <a:pt x="4913657" y="24652"/>
                </a:lnTo>
                <a:lnTo>
                  <a:pt x="4914049" y="25939"/>
                </a:lnTo>
                <a:lnTo>
                  <a:pt x="4914381" y="27239"/>
                </a:lnTo>
                <a:lnTo>
                  <a:pt x="4914652" y="28553"/>
                </a:lnTo>
                <a:lnTo>
                  <a:pt x="4914863" y="29880"/>
                </a:lnTo>
                <a:lnTo>
                  <a:pt x="4915014" y="31220"/>
                </a:lnTo>
                <a:lnTo>
                  <a:pt x="4915104" y="32574"/>
                </a:lnTo>
                <a:lnTo>
                  <a:pt x="4915134" y="33942"/>
                </a:lnTo>
                <a:lnTo>
                  <a:pt x="4915096" y="35480"/>
                </a:lnTo>
                <a:lnTo>
                  <a:pt x="4914980" y="37024"/>
                </a:lnTo>
                <a:lnTo>
                  <a:pt x="4914786" y="38574"/>
                </a:lnTo>
                <a:lnTo>
                  <a:pt x="4914516" y="40130"/>
                </a:lnTo>
                <a:lnTo>
                  <a:pt x="4914168" y="41692"/>
                </a:lnTo>
                <a:lnTo>
                  <a:pt x="4913742" y="43261"/>
                </a:lnTo>
                <a:lnTo>
                  <a:pt x="4913240" y="44835"/>
                </a:lnTo>
                <a:lnTo>
                  <a:pt x="4912660" y="46416"/>
                </a:lnTo>
                <a:lnTo>
                  <a:pt x="4912002" y="48003"/>
                </a:lnTo>
                <a:lnTo>
                  <a:pt x="4911268" y="49595"/>
                </a:lnTo>
                <a:lnTo>
                  <a:pt x="4910456" y="51194"/>
                </a:lnTo>
                <a:lnTo>
                  <a:pt x="4909566" y="52799"/>
                </a:lnTo>
                <a:lnTo>
                  <a:pt x="4908570" y="54445"/>
                </a:lnTo>
                <a:lnTo>
                  <a:pt x="4907436" y="56168"/>
                </a:lnTo>
                <a:lnTo>
                  <a:pt x="4906166" y="57967"/>
                </a:lnTo>
                <a:lnTo>
                  <a:pt x="4904758" y="59842"/>
                </a:lnTo>
                <a:lnTo>
                  <a:pt x="4903214" y="61794"/>
                </a:lnTo>
                <a:lnTo>
                  <a:pt x="4901532" y="63822"/>
                </a:lnTo>
                <a:lnTo>
                  <a:pt x="4899714" y="65926"/>
                </a:lnTo>
                <a:lnTo>
                  <a:pt x="4897758" y="68107"/>
                </a:lnTo>
                <a:lnTo>
                  <a:pt x="4895666" y="70364"/>
                </a:lnTo>
                <a:lnTo>
                  <a:pt x="4893436" y="72698"/>
                </a:lnTo>
                <a:lnTo>
                  <a:pt x="4891070" y="75108"/>
                </a:lnTo>
                <a:lnTo>
                  <a:pt x="4888566" y="77594"/>
                </a:lnTo>
                <a:lnTo>
                  <a:pt x="4878570" y="87486"/>
                </a:lnTo>
                <a:lnTo>
                  <a:pt x="4870153" y="95715"/>
                </a:lnTo>
                <a:lnTo>
                  <a:pt x="4868844" y="97054"/>
                </a:lnTo>
                <a:lnTo>
                  <a:pt x="4867578" y="98385"/>
                </a:lnTo>
                <a:lnTo>
                  <a:pt x="4866355" y="99710"/>
                </a:lnTo>
                <a:lnTo>
                  <a:pt x="4865174" y="101027"/>
                </a:lnTo>
                <a:lnTo>
                  <a:pt x="4864036" y="102337"/>
                </a:lnTo>
                <a:lnTo>
                  <a:pt x="4862941" y="103639"/>
                </a:lnTo>
                <a:lnTo>
                  <a:pt x="4861888" y="104934"/>
                </a:lnTo>
                <a:lnTo>
                  <a:pt x="4860878" y="106222"/>
                </a:lnTo>
                <a:lnTo>
                  <a:pt x="4859910" y="107503"/>
                </a:lnTo>
                <a:lnTo>
                  <a:pt x="4858985" y="108776"/>
                </a:lnTo>
                <a:lnTo>
                  <a:pt x="4858103" y="110042"/>
                </a:lnTo>
                <a:lnTo>
                  <a:pt x="4857263" y="111301"/>
                </a:lnTo>
                <a:lnTo>
                  <a:pt x="4856475" y="112575"/>
                </a:lnTo>
                <a:lnTo>
                  <a:pt x="4855748" y="113890"/>
                </a:lnTo>
                <a:lnTo>
                  <a:pt x="4855082" y="115245"/>
                </a:lnTo>
                <a:lnTo>
                  <a:pt x="4854477" y="116640"/>
                </a:lnTo>
                <a:lnTo>
                  <a:pt x="4853932" y="118075"/>
                </a:lnTo>
                <a:lnTo>
                  <a:pt x="4853449" y="119550"/>
                </a:lnTo>
                <a:lnTo>
                  <a:pt x="4853026" y="121066"/>
                </a:lnTo>
                <a:lnTo>
                  <a:pt x="4852665" y="122621"/>
                </a:lnTo>
                <a:lnTo>
                  <a:pt x="4852364" y="124217"/>
                </a:lnTo>
                <a:lnTo>
                  <a:pt x="4852124" y="125853"/>
                </a:lnTo>
                <a:lnTo>
                  <a:pt x="4851945" y="127529"/>
                </a:lnTo>
                <a:lnTo>
                  <a:pt x="4851827" y="129246"/>
                </a:lnTo>
                <a:lnTo>
                  <a:pt x="4917239" y="129246"/>
                </a:lnTo>
                <a:lnTo>
                  <a:pt x="4917239" y="144327"/>
                </a:lnTo>
                <a:close/>
                <a:moveTo>
                  <a:pt x="5030639" y="96715"/>
                </a:moveTo>
                <a:lnTo>
                  <a:pt x="4935415" y="144327"/>
                </a:lnTo>
                <a:lnTo>
                  <a:pt x="4935415" y="129182"/>
                </a:lnTo>
                <a:lnTo>
                  <a:pt x="5000564" y="96877"/>
                </a:lnTo>
                <a:lnTo>
                  <a:pt x="4935415" y="64302"/>
                </a:lnTo>
                <a:lnTo>
                  <a:pt x="4935415" y="49103"/>
                </a:lnTo>
                <a:lnTo>
                  <a:pt x="5030639" y="96715"/>
                </a:lnTo>
                <a:close/>
                <a:moveTo>
                  <a:pt x="5050306" y="0"/>
                </a:moveTo>
                <a:lnTo>
                  <a:pt x="5054301" y="337"/>
                </a:lnTo>
                <a:lnTo>
                  <a:pt x="5058190" y="822"/>
                </a:lnTo>
                <a:lnTo>
                  <a:pt x="5061973" y="1456"/>
                </a:lnTo>
                <a:lnTo>
                  <a:pt x="5065650" y="2237"/>
                </a:lnTo>
                <a:lnTo>
                  <a:pt x="5069222" y="3166"/>
                </a:lnTo>
                <a:lnTo>
                  <a:pt x="5072687" y="4244"/>
                </a:lnTo>
                <a:lnTo>
                  <a:pt x="5076046" y="5469"/>
                </a:lnTo>
                <a:lnTo>
                  <a:pt x="5079300" y="6843"/>
                </a:lnTo>
                <a:lnTo>
                  <a:pt x="5082447" y="8365"/>
                </a:lnTo>
                <a:lnTo>
                  <a:pt x="5085489" y="10035"/>
                </a:lnTo>
                <a:lnTo>
                  <a:pt x="5088424" y="11852"/>
                </a:lnTo>
                <a:lnTo>
                  <a:pt x="5091254" y="13818"/>
                </a:lnTo>
                <a:lnTo>
                  <a:pt x="5093984" y="15917"/>
                </a:lnTo>
                <a:lnTo>
                  <a:pt x="5096621" y="18135"/>
                </a:lnTo>
                <a:lnTo>
                  <a:pt x="5099165" y="20472"/>
                </a:lnTo>
                <a:lnTo>
                  <a:pt x="5101615" y="22927"/>
                </a:lnTo>
                <a:lnTo>
                  <a:pt x="5103973" y="25501"/>
                </a:lnTo>
                <a:lnTo>
                  <a:pt x="5106237" y="28194"/>
                </a:lnTo>
                <a:lnTo>
                  <a:pt x="5108408" y="31006"/>
                </a:lnTo>
                <a:lnTo>
                  <a:pt x="5110486" y="33937"/>
                </a:lnTo>
                <a:lnTo>
                  <a:pt x="5112471" y="36986"/>
                </a:lnTo>
                <a:lnTo>
                  <a:pt x="5114362" y="40155"/>
                </a:lnTo>
                <a:lnTo>
                  <a:pt x="5116161" y="43442"/>
                </a:lnTo>
                <a:lnTo>
                  <a:pt x="5117866" y="46848"/>
                </a:lnTo>
                <a:lnTo>
                  <a:pt x="5119456" y="50313"/>
                </a:lnTo>
                <a:lnTo>
                  <a:pt x="5120907" y="53780"/>
                </a:lnTo>
                <a:lnTo>
                  <a:pt x="5122220" y="57248"/>
                </a:lnTo>
                <a:lnTo>
                  <a:pt x="5123395" y="60717"/>
                </a:lnTo>
                <a:lnTo>
                  <a:pt x="5124432" y="64188"/>
                </a:lnTo>
                <a:lnTo>
                  <a:pt x="5125330" y="67659"/>
                </a:lnTo>
                <a:lnTo>
                  <a:pt x="5126090" y="71133"/>
                </a:lnTo>
                <a:lnTo>
                  <a:pt x="5126712" y="74607"/>
                </a:lnTo>
                <a:lnTo>
                  <a:pt x="5127196" y="78082"/>
                </a:lnTo>
                <a:lnTo>
                  <a:pt x="5127542" y="81559"/>
                </a:lnTo>
                <a:lnTo>
                  <a:pt x="5127749" y="85037"/>
                </a:lnTo>
                <a:lnTo>
                  <a:pt x="5127818" y="88517"/>
                </a:lnTo>
                <a:lnTo>
                  <a:pt x="5127749" y="91996"/>
                </a:lnTo>
                <a:lnTo>
                  <a:pt x="5127542" y="95474"/>
                </a:lnTo>
                <a:lnTo>
                  <a:pt x="5127196" y="98951"/>
                </a:lnTo>
                <a:lnTo>
                  <a:pt x="5126712" y="102427"/>
                </a:lnTo>
                <a:lnTo>
                  <a:pt x="5126090" y="105901"/>
                </a:lnTo>
                <a:lnTo>
                  <a:pt x="5125330" y="109374"/>
                </a:lnTo>
                <a:lnTo>
                  <a:pt x="5124432" y="112846"/>
                </a:lnTo>
                <a:lnTo>
                  <a:pt x="5123395" y="116317"/>
                </a:lnTo>
                <a:lnTo>
                  <a:pt x="5122220" y="119787"/>
                </a:lnTo>
                <a:lnTo>
                  <a:pt x="5120907" y="123255"/>
                </a:lnTo>
                <a:lnTo>
                  <a:pt x="5119456" y="126722"/>
                </a:lnTo>
                <a:lnTo>
                  <a:pt x="5117866" y="130188"/>
                </a:lnTo>
                <a:lnTo>
                  <a:pt x="5116161" y="133594"/>
                </a:lnTo>
                <a:lnTo>
                  <a:pt x="5114362" y="136880"/>
                </a:lnTo>
                <a:lnTo>
                  <a:pt x="5112471" y="140048"/>
                </a:lnTo>
                <a:lnTo>
                  <a:pt x="5110486" y="143097"/>
                </a:lnTo>
                <a:lnTo>
                  <a:pt x="5108408" y="146028"/>
                </a:lnTo>
                <a:lnTo>
                  <a:pt x="5106237" y="148839"/>
                </a:lnTo>
                <a:lnTo>
                  <a:pt x="5103973" y="151532"/>
                </a:lnTo>
                <a:lnTo>
                  <a:pt x="5101615" y="154106"/>
                </a:lnTo>
                <a:lnTo>
                  <a:pt x="5099165" y="156561"/>
                </a:lnTo>
                <a:lnTo>
                  <a:pt x="5096621" y="158898"/>
                </a:lnTo>
                <a:lnTo>
                  <a:pt x="5093984" y="161116"/>
                </a:lnTo>
                <a:lnTo>
                  <a:pt x="5091254" y="163215"/>
                </a:lnTo>
                <a:lnTo>
                  <a:pt x="5088424" y="165180"/>
                </a:lnTo>
                <a:lnTo>
                  <a:pt x="5085489" y="166996"/>
                </a:lnTo>
                <a:lnTo>
                  <a:pt x="5082447" y="168663"/>
                </a:lnTo>
                <a:lnTo>
                  <a:pt x="5079300" y="170180"/>
                </a:lnTo>
                <a:lnTo>
                  <a:pt x="5076046" y="171548"/>
                </a:lnTo>
                <a:lnTo>
                  <a:pt x="5072687" y="172767"/>
                </a:lnTo>
                <a:lnTo>
                  <a:pt x="5069222" y="173837"/>
                </a:lnTo>
                <a:lnTo>
                  <a:pt x="5065650" y="174757"/>
                </a:lnTo>
                <a:lnTo>
                  <a:pt x="5061973" y="175528"/>
                </a:lnTo>
                <a:lnTo>
                  <a:pt x="5058190" y="176150"/>
                </a:lnTo>
                <a:lnTo>
                  <a:pt x="5054301" y="176622"/>
                </a:lnTo>
                <a:lnTo>
                  <a:pt x="5050306" y="176945"/>
                </a:lnTo>
                <a:lnTo>
                  <a:pt x="5050306" y="163267"/>
                </a:lnTo>
                <a:lnTo>
                  <a:pt x="5053325" y="162913"/>
                </a:lnTo>
                <a:lnTo>
                  <a:pt x="5056272" y="162436"/>
                </a:lnTo>
                <a:lnTo>
                  <a:pt x="5059148" y="161836"/>
                </a:lnTo>
                <a:lnTo>
                  <a:pt x="5061953" y="161114"/>
                </a:lnTo>
                <a:lnTo>
                  <a:pt x="5064687" y="160268"/>
                </a:lnTo>
                <a:lnTo>
                  <a:pt x="5067349" y="159299"/>
                </a:lnTo>
                <a:lnTo>
                  <a:pt x="5069941" y="158207"/>
                </a:lnTo>
                <a:lnTo>
                  <a:pt x="5072461" y="156992"/>
                </a:lnTo>
                <a:lnTo>
                  <a:pt x="5074909" y="155655"/>
                </a:lnTo>
                <a:lnTo>
                  <a:pt x="5077287" y="154194"/>
                </a:lnTo>
                <a:lnTo>
                  <a:pt x="5079593" y="152610"/>
                </a:lnTo>
                <a:lnTo>
                  <a:pt x="5081828" y="150903"/>
                </a:lnTo>
                <a:lnTo>
                  <a:pt x="5083989" y="149094"/>
                </a:lnTo>
                <a:lnTo>
                  <a:pt x="5086071" y="147204"/>
                </a:lnTo>
                <a:lnTo>
                  <a:pt x="5088076" y="145231"/>
                </a:lnTo>
                <a:lnTo>
                  <a:pt x="5090002" y="143177"/>
                </a:lnTo>
                <a:lnTo>
                  <a:pt x="5091851" y="141042"/>
                </a:lnTo>
                <a:lnTo>
                  <a:pt x="5093622" y="138825"/>
                </a:lnTo>
                <a:lnTo>
                  <a:pt x="5095314" y="136526"/>
                </a:lnTo>
                <a:lnTo>
                  <a:pt x="5096929" y="134146"/>
                </a:lnTo>
                <a:lnTo>
                  <a:pt x="5098466" y="131684"/>
                </a:lnTo>
                <a:lnTo>
                  <a:pt x="5099925" y="129141"/>
                </a:lnTo>
                <a:lnTo>
                  <a:pt x="5101306" y="126516"/>
                </a:lnTo>
                <a:lnTo>
                  <a:pt x="5102609" y="123809"/>
                </a:lnTo>
                <a:lnTo>
                  <a:pt x="5103821" y="121045"/>
                </a:lnTo>
                <a:lnTo>
                  <a:pt x="5104927" y="118249"/>
                </a:lnTo>
                <a:lnTo>
                  <a:pt x="5105927" y="115419"/>
                </a:lnTo>
                <a:lnTo>
                  <a:pt x="5106823" y="112556"/>
                </a:lnTo>
                <a:lnTo>
                  <a:pt x="5107613" y="109661"/>
                </a:lnTo>
                <a:lnTo>
                  <a:pt x="5108298" y="106733"/>
                </a:lnTo>
                <a:lnTo>
                  <a:pt x="5108877" y="103772"/>
                </a:lnTo>
                <a:lnTo>
                  <a:pt x="5109351" y="100778"/>
                </a:lnTo>
                <a:lnTo>
                  <a:pt x="5109720" y="97751"/>
                </a:lnTo>
                <a:lnTo>
                  <a:pt x="5109983" y="94691"/>
                </a:lnTo>
                <a:lnTo>
                  <a:pt x="5110141" y="91598"/>
                </a:lnTo>
                <a:lnTo>
                  <a:pt x="5110194" y="88473"/>
                </a:lnTo>
                <a:lnTo>
                  <a:pt x="5110141" y="85347"/>
                </a:lnTo>
                <a:lnTo>
                  <a:pt x="5109983" y="82254"/>
                </a:lnTo>
                <a:lnTo>
                  <a:pt x="5109720" y="79195"/>
                </a:lnTo>
                <a:lnTo>
                  <a:pt x="5109351" y="76168"/>
                </a:lnTo>
                <a:lnTo>
                  <a:pt x="5108877" y="73174"/>
                </a:lnTo>
                <a:lnTo>
                  <a:pt x="5108298" y="70213"/>
                </a:lnTo>
                <a:lnTo>
                  <a:pt x="5107613" y="67284"/>
                </a:lnTo>
                <a:lnTo>
                  <a:pt x="5106823" y="64389"/>
                </a:lnTo>
                <a:lnTo>
                  <a:pt x="5105927" y="61526"/>
                </a:lnTo>
                <a:lnTo>
                  <a:pt x="5104927" y="58697"/>
                </a:lnTo>
                <a:lnTo>
                  <a:pt x="5103821" y="55900"/>
                </a:lnTo>
                <a:lnTo>
                  <a:pt x="5102609" y="53136"/>
                </a:lnTo>
                <a:lnTo>
                  <a:pt x="5101306" y="50429"/>
                </a:lnTo>
                <a:lnTo>
                  <a:pt x="5099925" y="47803"/>
                </a:lnTo>
                <a:lnTo>
                  <a:pt x="5098466" y="45258"/>
                </a:lnTo>
                <a:lnTo>
                  <a:pt x="5096929" y="42794"/>
                </a:lnTo>
                <a:lnTo>
                  <a:pt x="5095314" y="40411"/>
                </a:lnTo>
                <a:lnTo>
                  <a:pt x="5093622" y="38109"/>
                </a:lnTo>
                <a:lnTo>
                  <a:pt x="5091851" y="35888"/>
                </a:lnTo>
                <a:lnTo>
                  <a:pt x="5090002" y="33748"/>
                </a:lnTo>
                <a:lnTo>
                  <a:pt x="5088076" y="31689"/>
                </a:lnTo>
                <a:lnTo>
                  <a:pt x="5086071" y="29711"/>
                </a:lnTo>
                <a:lnTo>
                  <a:pt x="5083989" y="27814"/>
                </a:lnTo>
                <a:lnTo>
                  <a:pt x="5081828" y="25998"/>
                </a:lnTo>
                <a:lnTo>
                  <a:pt x="5079593" y="24285"/>
                </a:lnTo>
                <a:lnTo>
                  <a:pt x="5077287" y="22697"/>
                </a:lnTo>
                <a:lnTo>
                  <a:pt x="5074909" y="21233"/>
                </a:lnTo>
                <a:lnTo>
                  <a:pt x="5072461" y="19894"/>
                </a:lnTo>
                <a:lnTo>
                  <a:pt x="5069941" y="18681"/>
                </a:lnTo>
                <a:lnTo>
                  <a:pt x="5067349" y="17592"/>
                </a:lnTo>
                <a:lnTo>
                  <a:pt x="5064687" y="16627"/>
                </a:lnTo>
                <a:lnTo>
                  <a:pt x="5061953" y="15788"/>
                </a:lnTo>
                <a:lnTo>
                  <a:pt x="5059148" y="15073"/>
                </a:lnTo>
                <a:lnTo>
                  <a:pt x="5056272" y="14484"/>
                </a:lnTo>
                <a:lnTo>
                  <a:pt x="5053325" y="14019"/>
                </a:lnTo>
                <a:lnTo>
                  <a:pt x="5050306" y="13679"/>
                </a:lnTo>
                <a:lnTo>
                  <a:pt x="5050306" y="0"/>
                </a:lnTo>
                <a:close/>
                <a:moveTo>
                  <a:pt x="5271362" y="95926"/>
                </a:moveTo>
                <a:lnTo>
                  <a:pt x="5271362" y="82247"/>
                </a:lnTo>
                <a:lnTo>
                  <a:pt x="5339405" y="82247"/>
                </a:lnTo>
                <a:lnTo>
                  <a:pt x="5339405" y="95926"/>
                </a:lnTo>
                <a:lnTo>
                  <a:pt x="5271362" y="95926"/>
                </a:lnTo>
                <a:close/>
                <a:moveTo>
                  <a:pt x="5460263" y="96715"/>
                </a:moveTo>
                <a:lnTo>
                  <a:pt x="5365039" y="144327"/>
                </a:lnTo>
                <a:lnTo>
                  <a:pt x="5365039" y="129182"/>
                </a:lnTo>
                <a:lnTo>
                  <a:pt x="5430188" y="96877"/>
                </a:lnTo>
                <a:lnTo>
                  <a:pt x="5365039" y="64302"/>
                </a:lnTo>
                <a:lnTo>
                  <a:pt x="5365039" y="49103"/>
                </a:lnTo>
                <a:lnTo>
                  <a:pt x="5460263" y="96715"/>
                </a:lnTo>
                <a:close/>
                <a:moveTo>
                  <a:pt x="5667511" y="176945"/>
                </a:moveTo>
                <a:lnTo>
                  <a:pt x="5663516" y="176622"/>
                </a:lnTo>
                <a:lnTo>
                  <a:pt x="5659627" y="176150"/>
                </a:lnTo>
                <a:lnTo>
                  <a:pt x="5655844" y="175528"/>
                </a:lnTo>
                <a:lnTo>
                  <a:pt x="5652166" y="174757"/>
                </a:lnTo>
                <a:lnTo>
                  <a:pt x="5648595" y="173837"/>
                </a:lnTo>
                <a:lnTo>
                  <a:pt x="5645130" y="172767"/>
                </a:lnTo>
                <a:lnTo>
                  <a:pt x="5641771" y="171548"/>
                </a:lnTo>
                <a:lnTo>
                  <a:pt x="5638517" y="170180"/>
                </a:lnTo>
                <a:lnTo>
                  <a:pt x="5635370" y="168663"/>
                </a:lnTo>
                <a:lnTo>
                  <a:pt x="5632328" y="166996"/>
                </a:lnTo>
                <a:lnTo>
                  <a:pt x="5629393" y="165180"/>
                </a:lnTo>
                <a:lnTo>
                  <a:pt x="5626563" y="163215"/>
                </a:lnTo>
                <a:lnTo>
                  <a:pt x="5623833" y="161116"/>
                </a:lnTo>
                <a:lnTo>
                  <a:pt x="5621196" y="158898"/>
                </a:lnTo>
                <a:lnTo>
                  <a:pt x="5618652" y="156561"/>
                </a:lnTo>
                <a:lnTo>
                  <a:pt x="5616202" y="154106"/>
                </a:lnTo>
                <a:lnTo>
                  <a:pt x="5613844" y="151532"/>
                </a:lnTo>
                <a:lnTo>
                  <a:pt x="5611580" y="148839"/>
                </a:lnTo>
                <a:lnTo>
                  <a:pt x="5609409" y="146028"/>
                </a:lnTo>
                <a:lnTo>
                  <a:pt x="5607331" y="143097"/>
                </a:lnTo>
                <a:lnTo>
                  <a:pt x="5605346" y="140048"/>
                </a:lnTo>
                <a:lnTo>
                  <a:pt x="5603455" y="136880"/>
                </a:lnTo>
                <a:lnTo>
                  <a:pt x="5601656" y="133594"/>
                </a:lnTo>
                <a:lnTo>
                  <a:pt x="5599951" y="130188"/>
                </a:lnTo>
                <a:lnTo>
                  <a:pt x="5598361" y="126722"/>
                </a:lnTo>
                <a:lnTo>
                  <a:pt x="5596910" y="123255"/>
                </a:lnTo>
                <a:lnTo>
                  <a:pt x="5595597" y="119787"/>
                </a:lnTo>
                <a:lnTo>
                  <a:pt x="5594422" y="116317"/>
                </a:lnTo>
                <a:lnTo>
                  <a:pt x="5593385" y="112846"/>
                </a:lnTo>
                <a:lnTo>
                  <a:pt x="5592487" y="109374"/>
                </a:lnTo>
                <a:lnTo>
                  <a:pt x="5591727" y="105901"/>
                </a:lnTo>
                <a:lnTo>
                  <a:pt x="5591105" y="102427"/>
                </a:lnTo>
                <a:lnTo>
                  <a:pt x="5590621" y="98951"/>
                </a:lnTo>
                <a:lnTo>
                  <a:pt x="5590275" y="95474"/>
                </a:lnTo>
                <a:lnTo>
                  <a:pt x="5590068" y="91996"/>
                </a:lnTo>
                <a:lnTo>
                  <a:pt x="5589999" y="88517"/>
                </a:lnTo>
                <a:lnTo>
                  <a:pt x="5590068" y="85037"/>
                </a:lnTo>
                <a:lnTo>
                  <a:pt x="5590275" y="81559"/>
                </a:lnTo>
                <a:lnTo>
                  <a:pt x="5590621" y="78082"/>
                </a:lnTo>
                <a:lnTo>
                  <a:pt x="5591105" y="74607"/>
                </a:lnTo>
                <a:lnTo>
                  <a:pt x="5591727" y="71133"/>
                </a:lnTo>
                <a:lnTo>
                  <a:pt x="5592487" y="67659"/>
                </a:lnTo>
                <a:lnTo>
                  <a:pt x="5593385" y="64188"/>
                </a:lnTo>
                <a:lnTo>
                  <a:pt x="5594422" y="60717"/>
                </a:lnTo>
                <a:lnTo>
                  <a:pt x="5595597" y="57248"/>
                </a:lnTo>
                <a:lnTo>
                  <a:pt x="5596910" y="53780"/>
                </a:lnTo>
                <a:lnTo>
                  <a:pt x="5598361" y="50313"/>
                </a:lnTo>
                <a:lnTo>
                  <a:pt x="5599951" y="46848"/>
                </a:lnTo>
                <a:lnTo>
                  <a:pt x="5601656" y="43442"/>
                </a:lnTo>
                <a:lnTo>
                  <a:pt x="5603455" y="40155"/>
                </a:lnTo>
                <a:lnTo>
                  <a:pt x="5605346" y="36986"/>
                </a:lnTo>
                <a:lnTo>
                  <a:pt x="5607331" y="33937"/>
                </a:lnTo>
                <a:lnTo>
                  <a:pt x="5609409" y="31006"/>
                </a:lnTo>
                <a:lnTo>
                  <a:pt x="5611580" y="28194"/>
                </a:lnTo>
                <a:lnTo>
                  <a:pt x="5613844" y="25501"/>
                </a:lnTo>
                <a:lnTo>
                  <a:pt x="5616202" y="22927"/>
                </a:lnTo>
                <a:lnTo>
                  <a:pt x="5618652" y="20472"/>
                </a:lnTo>
                <a:lnTo>
                  <a:pt x="5621196" y="18135"/>
                </a:lnTo>
                <a:lnTo>
                  <a:pt x="5623833" y="15917"/>
                </a:lnTo>
                <a:lnTo>
                  <a:pt x="5626563" y="13818"/>
                </a:lnTo>
                <a:lnTo>
                  <a:pt x="5629393" y="11852"/>
                </a:lnTo>
                <a:lnTo>
                  <a:pt x="5632328" y="10035"/>
                </a:lnTo>
                <a:lnTo>
                  <a:pt x="5635370" y="8365"/>
                </a:lnTo>
                <a:lnTo>
                  <a:pt x="5638517" y="6843"/>
                </a:lnTo>
                <a:lnTo>
                  <a:pt x="5641771" y="5469"/>
                </a:lnTo>
                <a:lnTo>
                  <a:pt x="5645130" y="4244"/>
                </a:lnTo>
                <a:lnTo>
                  <a:pt x="5648595" y="3166"/>
                </a:lnTo>
                <a:lnTo>
                  <a:pt x="5652166" y="2237"/>
                </a:lnTo>
                <a:lnTo>
                  <a:pt x="5655844" y="1456"/>
                </a:lnTo>
                <a:lnTo>
                  <a:pt x="5659627" y="822"/>
                </a:lnTo>
                <a:lnTo>
                  <a:pt x="5663516" y="337"/>
                </a:lnTo>
                <a:lnTo>
                  <a:pt x="5667511" y="0"/>
                </a:lnTo>
                <a:lnTo>
                  <a:pt x="5667511" y="13679"/>
                </a:lnTo>
                <a:lnTo>
                  <a:pt x="5664492" y="14019"/>
                </a:lnTo>
                <a:lnTo>
                  <a:pt x="5661545" y="14484"/>
                </a:lnTo>
                <a:lnTo>
                  <a:pt x="5658669" y="15073"/>
                </a:lnTo>
                <a:lnTo>
                  <a:pt x="5655864" y="15788"/>
                </a:lnTo>
                <a:lnTo>
                  <a:pt x="5653130" y="16627"/>
                </a:lnTo>
                <a:lnTo>
                  <a:pt x="5650468" y="17592"/>
                </a:lnTo>
                <a:lnTo>
                  <a:pt x="5647876" y="18681"/>
                </a:lnTo>
                <a:lnTo>
                  <a:pt x="5645356" y="19894"/>
                </a:lnTo>
                <a:lnTo>
                  <a:pt x="5642908" y="21233"/>
                </a:lnTo>
                <a:lnTo>
                  <a:pt x="5640530" y="22697"/>
                </a:lnTo>
                <a:lnTo>
                  <a:pt x="5638224" y="24285"/>
                </a:lnTo>
                <a:lnTo>
                  <a:pt x="5635989" y="25998"/>
                </a:lnTo>
                <a:lnTo>
                  <a:pt x="5633829" y="27814"/>
                </a:lnTo>
                <a:lnTo>
                  <a:pt x="5631747" y="29711"/>
                </a:lnTo>
                <a:lnTo>
                  <a:pt x="5629744" y="31689"/>
                </a:lnTo>
                <a:lnTo>
                  <a:pt x="5627820" y="33748"/>
                </a:lnTo>
                <a:lnTo>
                  <a:pt x="5625974" y="35888"/>
                </a:lnTo>
                <a:lnTo>
                  <a:pt x="5624206" y="38109"/>
                </a:lnTo>
                <a:lnTo>
                  <a:pt x="5622518" y="40411"/>
                </a:lnTo>
                <a:lnTo>
                  <a:pt x="5620907" y="42794"/>
                </a:lnTo>
                <a:lnTo>
                  <a:pt x="5619376" y="45258"/>
                </a:lnTo>
                <a:lnTo>
                  <a:pt x="5617922" y="47803"/>
                </a:lnTo>
                <a:lnTo>
                  <a:pt x="5616548" y="50429"/>
                </a:lnTo>
                <a:lnTo>
                  <a:pt x="5615252" y="53136"/>
                </a:lnTo>
                <a:lnTo>
                  <a:pt x="5614047" y="55900"/>
                </a:lnTo>
                <a:lnTo>
                  <a:pt x="5612948" y="58697"/>
                </a:lnTo>
                <a:lnTo>
                  <a:pt x="5611953" y="61526"/>
                </a:lnTo>
                <a:lnTo>
                  <a:pt x="5611062" y="64389"/>
                </a:lnTo>
                <a:lnTo>
                  <a:pt x="5610277" y="67284"/>
                </a:lnTo>
                <a:lnTo>
                  <a:pt x="5609596" y="70213"/>
                </a:lnTo>
                <a:lnTo>
                  <a:pt x="5609020" y="73174"/>
                </a:lnTo>
                <a:lnTo>
                  <a:pt x="5608549" y="76168"/>
                </a:lnTo>
                <a:lnTo>
                  <a:pt x="5608182" y="79195"/>
                </a:lnTo>
                <a:lnTo>
                  <a:pt x="5607920" y="82254"/>
                </a:lnTo>
                <a:lnTo>
                  <a:pt x="5607763" y="85347"/>
                </a:lnTo>
                <a:lnTo>
                  <a:pt x="5607711" y="88473"/>
                </a:lnTo>
                <a:lnTo>
                  <a:pt x="5607763" y="91598"/>
                </a:lnTo>
                <a:lnTo>
                  <a:pt x="5607920" y="94691"/>
                </a:lnTo>
                <a:lnTo>
                  <a:pt x="5608182" y="97751"/>
                </a:lnTo>
                <a:lnTo>
                  <a:pt x="5608549" y="100778"/>
                </a:lnTo>
                <a:lnTo>
                  <a:pt x="5609020" y="103772"/>
                </a:lnTo>
                <a:lnTo>
                  <a:pt x="5609596" y="106733"/>
                </a:lnTo>
                <a:lnTo>
                  <a:pt x="5610277" y="109661"/>
                </a:lnTo>
                <a:lnTo>
                  <a:pt x="5611062" y="112556"/>
                </a:lnTo>
                <a:lnTo>
                  <a:pt x="5611953" y="115419"/>
                </a:lnTo>
                <a:lnTo>
                  <a:pt x="5612948" y="118249"/>
                </a:lnTo>
                <a:lnTo>
                  <a:pt x="5614047" y="121045"/>
                </a:lnTo>
                <a:lnTo>
                  <a:pt x="5615252" y="123809"/>
                </a:lnTo>
                <a:lnTo>
                  <a:pt x="5616548" y="126516"/>
                </a:lnTo>
                <a:lnTo>
                  <a:pt x="5617922" y="129141"/>
                </a:lnTo>
                <a:lnTo>
                  <a:pt x="5619376" y="131684"/>
                </a:lnTo>
                <a:lnTo>
                  <a:pt x="5620907" y="134146"/>
                </a:lnTo>
                <a:lnTo>
                  <a:pt x="5622518" y="136526"/>
                </a:lnTo>
                <a:lnTo>
                  <a:pt x="5624206" y="138825"/>
                </a:lnTo>
                <a:lnTo>
                  <a:pt x="5625974" y="141042"/>
                </a:lnTo>
                <a:lnTo>
                  <a:pt x="5627820" y="143177"/>
                </a:lnTo>
                <a:lnTo>
                  <a:pt x="5629744" y="145231"/>
                </a:lnTo>
                <a:lnTo>
                  <a:pt x="5631747" y="147204"/>
                </a:lnTo>
                <a:lnTo>
                  <a:pt x="5633829" y="149094"/>
                </a:lnTo>
                <a:lnTo>
                  <a:pt x="5635989" y="150903"/>
                </a:lnTo>
                <a:lnTo>
                  <a:pt x="5638224" y="152610"/>
                </a:lnTo>
                <a:lnTo>
                  <a:pt x="5640530" y="154194"/>
                </a:lnTo>
                <a:lnTo>
                  <a:pt x="5642908" y="155655"/>
                </a:lnTo>
                <a:lnTo>
                  <a:pt x="5645356" y="156992"/>
                </a:lnTo>
                <a:lnTo>
                  <a:pt x="5647876" y="158207"/>
                </a:lnTo>
                <a:lnTo>
                  <a:pt x="5650468" y="159299"/>
                </a:lnTo>
                <a:lnTo>
                  <a:pt x="5653130" y="160268"/>
                </a:lnTo>
                <a:lnTo>
                  <a:pt x="5655864" y="161114"/>
                </a:lnTo>
                <a:lnTo>
                  <a:pt x="5658669" y="161836"/>
                </a:lnTo>
                <a:lnTo>
                  <a:pt x="5661545" y="162436"/>
                </a:lnTo>
                <a:lnTo>
                  <a:pt x="5664492" y="162913"/>
                </a:lnTo>
                <a:lnTo>
                  <a:pt x="5667511" y="163267"/>
                </a:lnTo>
                <a:lnTo>
                  <a:pt x="5667511" y="176945"/>
                </a:lnTo>
                <a:close/>
                <a:moveTo>
                  <a:pt x="5694631" y="0"/>
                </a:moveTo>
                <a:lnTo>
                  <a:pt x="5698626" y="337"/>
                </a:lnTo>
                <a:lnTo>
                  <a:pt x="5702515" y="822"/>
                </a:lnTo>
                <a:lnTo>
                  <a:pt x="5706299" y="1456"/>
                </a:lnTo>
                <a:lnTo>
                  <a:pt x="5709976" y="2237"/>
                </a:lnTo>
                <a:lnTo>
                  <a:pt x="5713547" y="3166"/>
                </a:lnTo>
                <a:lnTo>
                  <a:pt x="5717012" y="4244"/>
                </a:lnTo>
                <a:lnTo>
                  <a:pt x="5720372" y="5469"/>
                </a:lnTo>
                <a:lnTo>
                  <a:pt x="5723625" y="6843"/>
                </a:lnTo>
                <a:lnTo>
                  <a:pt x="5726773" y="8365"/>
                </a:lnTo>
                <a:lnTo>
                  <a:pt x="5729814" y="10035"/>
                </a:lnTo>
                <a:lnTo>
                  <a:pt x="5732750" y="11852"/>
                </a:lnTo>
                <a:lnTo>
                  <a:pt x="5735579" y="13818"/>
                </a:lnTo>
                <a:lnTo>
                  <a:pt x="5738310" y="15917"/>
                </a:lnTo>
                <a:lnTo>
                  <a:pt x="5740946" y="18135"/>
                </a:lnTo>
                <a:lnTo>
                  <a:pt x="5743490" y="20472"/>
                </a:lnTo>
                <a:lnTo>
                  <a:pt x="5745941" y="22927"/>
                </a:lnTo>
                <a:lnTo>
                  <a:pt x="5748298" y="25501"/>
                </a:lnTo>
                <a:lnTo>
                  <a:pt x="5750562" y="28194"/>
                </a:lnTo>
                <a:lnTo>
                  <a:pt x="5752733" y="31006"/>
                </a:lnTo>
                <a:lnTo>
                  <a:pt x="5754811" y="33937"/>
                </a:lnTo>
                <a:lnTo>
                  <a:pt x="5756796" y="36986"/>
                </a:lnTo>
                <a:lnTo>
                  <a:pt x="5758688" y="40155"/>
                </a:lnTo>
                <a:lnTo>
                  <a:pt x="5760486" y="43442"/>
                </a:lnTo>
                <a:lnTo>
                  <a:pt x="5762191" y="46848"/>
                </a:lnTo>
                <a:lnTo>
                  <a:pt x="5763781" y="50313"/>
                </a:lnTo>
                <a:lnTo>
                  <a:pt x="5765232" y="53780"/>
                </a:lnTo>
                <a:lnTo>
                  <a:pt x="5766545" y="57248"/>
                </a:lnTo>
                <a:lnTo>
                  <a:pt x="5767720" y="60717"/>
                </a:lnTo>
                <a:lnTo>
                  <a:pt x="5768757" y="64188"/>
                </a:lnTo>
                <a:lnTo>
                  <a:pt x="5769655" y="67659"/>
                </a:lnTo>
                <a:lnTo>
                  <a:pt x="5770416" y="71133"/>
                </a:lnTo>
                <a:lnTo>
                  <a:pt x="5771038" y="74607"/>
                </a:lnTo>
                <a:lnTo>
                  <a:pt x="5771521" y="78082"/>
                </a:lnTo>
                <a:lnTo>
                  <a:pt x="5771867" y="81559"/>
                </a:lnTo>
                <a:lnTo>
                  <a:pt x="5772074" y="85037"/>
                </a:lnTo>
                <a:lnTo>
                  <a:pt x="5772143" y="88517"/>
                </a:lnTo>
                <a:lnTo>
                  <a:pt x="5772074" y="91996"/>
                </a:lnTo>
                <a:lnTo>
                  <a:pt x="5771867" y="95474"/>
                </a:lnTo>
                <a:lnTo>
                  <a:pt x="5771521" y="98951"/>
                </a:lnTo>
                <a:lnTo>
                  <a:pt x="5771038" y="102427"/>
                </a:lnTo>
                <a:lnTo>
                  <a:pt x="5770416" y="105901"/>
                </a:lnTo>
                <a:lnTo>
                  <a:pt x="5769655" y="109374"/>
                </a:lnTo>
                <a:lnTo>
                  <a:pt x="5768757" y="112846"/>
                </a:lnTo>
                <a:lnTo>
                  <a:pt x="5767720" y="116317"/>
                </a:lnTo>
                <a:lnTo>
                  <a:pt x="5766545" y="119787"/>
                </a:lnTo>
                <a:lnTo>
                  <a:pt x="5765232" y="123255"/>
                </a:lnTo>
                <a:lnTo>
                  <a:pt x="5763781" y="126722"/>
                </a:lnTo>
                <a:lnTo>
                  <a:pt x="5762191" y="130188"/>
                </a:lnTo>
                <a:lnTo>
                  <a:pt x="5760486" y="133594"/>
                </a:lnTo>
                <a:lnTo>
                  <a:pt x="5758688" y="136880"/>
                </a:lnTo>
                <a:lnTo>
                  <a:pt x="5756796" y="140048"/>
                </a:lnTo>
                <a:lnTo>
                  <a:pt x="5754811" y="143097"/>
                </a:lnTo>
                <a:lnTo>
                  <a:pt x="5752733" y="146028"/>
                </a:lnTo>
                <a:lnTo>
                  <a:pt x="5750562" y="148839"/>
                </a:lnTo>
                <a:lnTo>
                  <a:pt x="5748298" y="151532"/>
                </a:lnTo>
                <a:lnTo>
                  <a:pt x="5745941" y="154106"/>
                </a:lnTo>
                <a:lnTo>
                  <a:pt x="5743490" y="156561"/>
                </a:lnTo>
                <a:lnTo>
                  <a:pt x="5740946" y="158898"/>
                </a:lnTo>
                <a:lnTo>
                  <a:pt x="5738310" y="161116"/>
                </a:lnTo>
                <a:lnTo>
                  <a:pt x="5735579" y="163215"/>
                </a:lnTo>
                <a:lnTo>
                  <a:pt x="5732750" y="165180"/>
                </a:lnTo>
                <a:lnTo>
                  <a:pt x="5729814" y="166996"/>
                </a:lnTo>
                <a:lnTo>
                  <a:pt x="5726773" y="168663"/>
                </a:lnTo>
                <a:lnTo>
                  <a:pt x="5723625" y="170180"/>
                </a:lnTo>
                <a:lnTo>
                  <a:pt x="5720372" y="171548"/>
                </a:lnTo>
                <a:lnTo>
                  <a:pt x="5717012" y="172767"/>
                </a:lnTo>
                <a:lnTo>
                  <a:pt x="5713547" y="173837"/>
                </a:lnTo>
                <a:lnTo>
                  <a:pt x="5709976" y="174757"/>
                </a:lnTo>
                <a:lnTo>
                  <a:pt x="5706299" y="175528"/>
                </a:lnTo>
                <a:lnTo>
                  <a:pt x="5702515" y="176150"/>
                </a:lnTo>
                <a:lnTo>
                  <a:pt x="5698626" y="176622"/>
                </a:lnTo>
                <a:lnTo>
                  <a:pt x="5694631" y="176945"/>
                </a:lnTo>
                <a:lnTo>
                  <a:pt x="5694631" y="163267"/>
                </a:lnTo>
                <a:lnTo>
                  <a:pt x="5697650" y="162913"/>
                </a:lnTo>
                <a:lnTo>
                  <a:pt x="5700597" y="162436"/>
                </a:lnTo>
                <a:lnTo>
                  <a:pt x="5703474" y="161836"/>
                </a:lnTo>
                <a:lnTo>
                  <a:pt x="5706279" y="161114"/>
                </a:lnTo>
                <a:lnTo>
                  <a:pt x="5709012" y="160268"/>
                </a:lnTo>
                <a:lnTo>
                  <a:pt x="5711675" y="159299"/>
                </a:lnTo>
                <a:lnTo>
                  <a:pt x="5714266" y="158207"/>
                </a:lnTo>
                <a:lnTo>
                  <a:pt x="5716786" y="156992"/>
                </a:lnTo>
                <a:lnTo>
                  <a:pt x="5719235" y="155655"/>
                </a:lnTo>
                <a:lnTo>
                  <a:pt x="5721612" y="154194"/>
                </a:lnTo>
                <a:lnTo>
                  <a:pt x="5723918" y="152610"/>
                </a:lnTo>
                <a:lnTo>
                  <a:pt x="5726153" y="150903"/>
                </a:lnTo>
                <a:lnTo>
                  <a:pt x="5728314" y="149094"/>
                </a:lnTo>
                <a:lnTo>
                  <a:pt x="5730396" y="147204"/>
                </a:lnTo>
                <a:lnTo>
                  <a:pt x="5732401" y="145231"/>
                </a:lnTo>
                <a:lnTo>
                  <a:pt x="5734328" y="143177"/>
                </a:lnTo>
                <a:lnTo>
                  <a:pt x="5736176" y="141042"/>
                </a:lnTo>
                <a:lnTo>
                  <a:pt x="5737947" y="138825"/>
                </a:lnTo>
                <a:lnTo>
                  <a:pt x="5739640" y="136526"/>
                </a:lnTo>
                <a:lnTo>
                  <a:pt x="5741255" y="134146"/>
                </a:lnTo>
                <a:lnTo>
                  <a:pt x="5742791" y="131684"/>
                </a:lnTo>
                <a:lnTo>
                  <a:pt x="5744250" y="129141"/>
                </a:lnTo>
                <a:lnTo>
                  <a:pt x="5745631" y="126516"/>
                </a:lnTo>
                <a:lnTo>
                  <a:pt x="5746934" y="123809"/>
                </a:lnTo>
                <a:lnTo>
                  <a:pt x="5748146" y="121045"/>
                </a:lnTo>
                <a:lnTo>
                  <a:pt x="5749252" y="118249"/>
                </a:lnTo>
                <a:lnTo>
                  <a:pt x="5750253" y="115419"/>
                </a:lnTo>
                <a:lnTo>
                  <a:pt x="5751148" y="112556"/>
                </a:lnTo>
                <a:lnTo>
                  <a:pt x="5751938" y="109661"/>
                </a:lnTo>
                <a:lnTo>
                  <a:pt x="5752623" y="106733"/>
                </a:lnTo>
                <a:lnTo>
                  <a:pt x="5753202" y="103772"/>
                </a:lnTo>
                <a:lnTo>
                  <a:pt x="5753676" y="100778"/>
                </a:lnTo>
                <a:lnTo>
                  <a:pt x="5754045" y="97751"/>
                </a:lnTo>
                <a:lnTo>
                  <a:pt x="5754308" y="94691"/>
                </a:lnTo>
                <a:lnTo>
                  <a:pt x="5754466" y="91598"/>
                </a:lnTo>
                <a:lnTo>
                  <a:pt x="5754519" y="88473"/>
                </a:lnTo>
                <a:lnTo>
                  <a:pt x="5754466" y="85347"/>
                </a:lnTo>
                <a:lnTo>
                  <a:pt x="5754308" y="82254"/>
                </a:lnTo>
                <a:lnTo>
                  <a:pt x="5754045" y="79195"/>
                </a:lnTo>
                <a:lnTo>
                  <a:pt x="5753676" y="76168"/>
                </a:lnTo>
                <a:lnTo>
                  <a:pt x="5753202" y="73174"/>
                </a:lnTo>
                <a:lnTo>
                  <a:pt x="5752623" y="70213"/>
                </a:lnTo>
                <a:lnTo>
                  <a:pt x="5751938" y="67284"/>
                </a:lnTo>
                <a:lnTo>
                  <a:pt x="5751148" y="64389"/>
                </a:lnTo>
                <a:lnTo>
                  <a:pt x="5750253" y="61526"/>
                </a:lnTo>
                <a:lnTo>
                  <a:pt x="5749252" y="58697"/>
                </a:lnTo>
                <a:lnTo>
                  <a:pt x="5748146" y="55900"/>
                </a:lnTo>
                <a:lnTo>
                  <a:pt x="5746934" y="53136"/>
                </a:lnTo>
                <a:lnTo>
                  <a:pt x="5745631" y="50429"/>
                </a:lnTo>
                <a:lnTo>
                  <a:pt x="5744250" y="47803"/>
                </a:lnTo>
                <a:lnTo>
                  <a:pt x="5742791" y="45258"/>
                </a:lnTo>
                <a:lnTo>
                  <a:pt x="5741255" y="42794"/>
                </a:lnTo>
                <a:lnTo>
                  <a:pt x="5739640" y="40411"/>
                </a:lnTo>
                <a:lnTo>
                  <a:pt x="5737947" y="38109"/>
                </a:lnTo>
                <a:lnTo>
                  <a:pt x="5736176" y="35888"/>
                </a:lnTo>
                <a:lnTo>
                  <a:pt x="5734328" y="33748"/>
                </a:lnTo>
                <a:lnTo>
                  <a:pt x="5732401" y="31689"/>
                </a:lnTo>
                <a:lnTo>
                  <a:pt x="5730396" y="29711"/>
                </a:lnTo>
                <a:lnTo>
                  <a:pt x="5728314" y="27814"/>
                </a:lnTo>
                <a:lnTo>
                  <a:pt x="5726153" y="25998"/>
                </a:lnTo>
                <a:lnTo>
                  <a:pt x="5723918" y="24285"/>
                </a:lnTo>
                <a:lnTo>
                  <a:pt x="5721612" y="22697"/>
                </a:lnTo>
                <a:lnTo>
                  <a:pt x="5719235" y="21233"/>
                </a:lnTo>
                <a:lnTo>
                  <a:pt x="5716786" y="19894"/>
                </a:lnTo>
                <a:lnTo>
                  <a:pt x="5714266" y="18681"/>
                </a:lnTo>
                <a:lnTo>
                  <a:pt x="5711675" y="17592"/>
                </a:lnTo>
                <a:lnTo>
                  <a:pt x="5709012" y="16627"/>
                </a:lnTo>
                <a:lnTo>
                  <a:pt x="5706279" y="15788"/>
                </a:lnTo>
                <a:lnTo>
                  <a:pt x="5703474" y="15073"/>
                </a:lnTo>
                <a:lnTo>
                  <a:pt x="5700597" y="14484"/>
                </a:lnTo>
                <a:lnTo>
                  <a:pt x="5697650" y="14019"/>
                </a:lnTo>
                <a:lnTo>
                  <a:pt x="5694631" y="13679"/>
                </a:lnTo>
                <a:lnTo>
                  <a:pt x="569463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" name="Original vector context 19">
            <a:extLst xmlns:a="http://schemas.openxmlformats.org/drawingml/2006/main">
              <a:ext uri="{FF2B5EF4-FFF2-40B4-BE49-F238E27FC236}">
                <a16:creationId xmlns:a16="http://schemas.microsoft.com/office/drawing/2014/main" id="{4D937E13-D3B6-46A3-9098-D4B729A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81" y="2439583"/>
            <a:ext cx="939662" cy="138715"/>
          </a:xfrm>
          <a:custGeom xmlns:a="http://schemas.openxmlformats.org/drawingml/2006/main">
            <a:pathLst>
              <a:path w="939662" h="138715">
                <a:moveTo>
                  <a:pt x="13591" y="136085"/>
                </a:moveTo>
                <a:lnTo>
                  <a:pt x="13591" y="123905"/>
                </a:lnTo>
                <a:lnTo>
                  <a:pt x="13613" y="121556"/>
                </a:lnTo>
                <a:lnTo>
                  <a:pt x="13681" y="119271"/>
                </a:lnTo>
                <a:lnTo>
                  <a:pt x="13794" y="117049"/>
                </a:lnTo>
                <a:lnTo>
                  <a:pt x="13951" y="114890"/>
                </a:lnTo>
                <a:lnTo>
                  <a:pt x="14154" y="112795"/>
                </a:lnTo>
                <a:lnTo>
                  <a:pt x="14402" y="110763"/>
                </a:lnTo>
                <a:lnTo>
                  <a:pt x="14695" y="108794"/>
                </a:lnTo>
                <a:lnTo>
                  <a:pt x="15033" y="106888"/>
                </a:lnTo>
                <a:lnTo>
                  <a:pt x="15416" y="105046"/>
                </a:lnTo>
                <a:lnTo>
                  <a:pt x="15844" y="103267"/>
                </a:lnTo>
                <a:lnTo>
                  <a:pt x="16317" y="101551"/>
                </a:lnTo>
                <a:lnTo>
                  <a:pt x="16835" y="99899"/>
                </a:lnTo>
                <a:lnTo>
                  <a:pt x="17410" y="98262"/>
                </a:lnTo>
                <a:lnTo>
                  <a:pt x="18053" y="96596"/>
                </a:lnTo>
                <a:lnTo>
                  <a:pt x="18764" y="94898"/>
                </a:lnTo>
                <a:lnTo>
                  <a:pt x="19544" y="93171"/>
                </a:lnTo>
                <a:lnTo>
                  <a:pt x="20391" y="91413"/>
                </a:lnTo>
                <a:lnTo>
                  <a:pt x="21307" y="89624"/>
                </a:lnTo>
                <a:lnTo>
                  <a:pt x="22291" y="87805"/>
                </a:lnTo>
                <a:lnTo>
                  <a:pt x="23343" y="85956"/>
                </a:lnTo>
                <a:lnTo>
                  <a:pt x="24464" y="84076"/>
                </a:lnTo>
                <a:lnTo>
                  <a:pt x="25652" y="82166"/>
                </a:lnTo>
                <a:lnTo>
                  <a:pt x="26909" y="80226"/>
                </a:lnTo>
                <a:lnTo>
                  <a:pt x="28234" y="78255"/>
                </a:lnTo>
                <a:lnTo>
                  <a:pt x="29571" y="76306"/>
                </a:lnTo>
                <a:lnTo>
                  <a:pt x="30862" y="74433"/>
                </a:lnTo>
                <a:lnTo>
                  <a:pt x="32109" y="72636"/>
                </a:lnTo>
                <a:lnTo>
                  <a:pt x="33310" y="70914"/>
                </a:lnTo>
                <a:lnTo>
                  <a:pt x="34466" y="69268"/>
                </a:lnTo>
                <a:lnTo>
                  <a:pt x="35578" y="67696"/>
                </a:lnTo>
                <a:lnTo>
                  <a:pt x="36644" y="66201"/>
                </a:lnTo>
                <a:lnTo>
                  <a:pt x="37665" y="64781"/>
                </a:lnTo>
                <a:lnTo>
                  <a:pt x="38641" y="63436"/>
                </a:lnTo>
                <a:lnTo>
                  <a:pt x="39572" y="62167"/>
                </a:lnTo>
                <a:lnTo>
                  <a:pt x="40458" y="60973"/>
                </a:lnTo>
                <a:lnTo>
                  <a:pt x="41299" y="59855"/>
                </a:lnTo>
                <a:lnTo>
                  <a:pt x="55504" y="41030"/>
                </a:lnTo>
                <a:lnTo>
                  <a:pt x="60589" y="34479"/>
                </a:lnTo>
                <a:lnTo>
                  <a:pt x="61543" y="33166"/>
                </a:lnTo>
                <a:lnTo>
                  <a:pt x="62475" y="31820"/>
                </a:lnTo>
                <a:lnTo>
                  <a:pt x="63384" y="30439"/>
                </a:lnTo>
                <a:lnTo>
                  <a:pt x="64272" y="29024"/>
                </a:lnTo>
                <a:lnTo>
                  <a:pt x="65138" y="27576"/>
                </a:lnTo>
                <a:lnTo>
                  <a:pt x="65982" y="26093"/>
                </a:lnTo>
                <a:lnTo>
                  <a:pt x="66804" y="24577"/>
                </a:lnTo>
                <a:lnTo>
                  <a:pt x="67604" y="23026"/>
                </a:lnTo>
                <a:lnTo>
                  <a:pt x="68382" y="21442"/>
                </a:lnTo>
                <a:lnTo>
                  <a:pt x="69138" y="19823"/>
                </a:lnTo>
                <a:lnTo>
                  <a:pt x="69873" y="18171"/>
                </a:lnTo>
                <a:lnTo>
                  <a:pt x="70585" y="16485"/>
                </a:lnTo>
                <a:lnTo>
                  <a:pt x="0" y="16485"/>
                </a:lnTo>
                <a:lnTo>
                  <a:pt x="0" y="0"/>
                </a:lnTo>
                <a:lnTo>
                  <a:pt x="86368" y="0"/>
                </a:lnTo>
                <a:lnTo>
                  <a:pt x="86368" y="10928"/>
                </a:lnTo>
                <a:lnTo>
                  <a:pt x="86350" y="12008"/>
                </a:lnTo>
                <a:lnTo>
                  <a:pt x="86296" y="13074"/>
                </a:lnTo>
                <a:lnTo>
                  <a:pt x="86207" y="14126"/>
                </a:lnTo>
                <a:lnTo>
                  <a:pt x="86081" y="15164"/>
                </a:lnTo>
                <a:lnTo>
                  <a:pt x="85919" y="16188"/>
                </a:lnTo>
                <a:lnTo>
                  <a:pt x="85722" y="17199"/>
                </a:lnTo>
                <a:lnTo>
                  <a:pt x="85488" y="18196"/>
                </a:lnTo>
                <a:lnTo>
                  <a:pt x="85219" y="19178"/>
                </a:lnTo>
                <a:lnTo>
                  <a:pt x="84913" y="20147"/>
                </a:lnTo>
                <a:lnTo>
                  <a:pt x="84572" y="21102"/>
                </a:lnTo>
                <a:lnTo>
                  <a:pt x="84195" y="22043"/>
                </a:lnTo>
                <a:lnTo>
                  <a:pt x="83782" y="22970"/>
                </a:lnTo>
                <a:lnTo>
                  <a:pt x="83278" y="23977"/>
                </a:lnTo>
                <a:lnTo>
                  <a:pt x="82628" y="25158"/>
                </a:lnTo>
                <a:lnTo>
                  <a:pt x="81833" y="26513"/>
                </a:lnTo>
                <a:lnTo>
                  <a:pt x="80893" y="28042"/>
                </a:lnTo>
                <a:lnTo>
                  <a:pt x="79807" y="29745"/>
                </a:lnTo>
                <a:lnTo>
                  <a:pt x="78575" y="31622"/>
                </a:lnTo>
                <a:lnTo>
                  <a:pt x="77198" y="33673"/>
                </a:lnTo>
                <a:lnTo>
                  <a:pt x="75676" y="35899"/>
                </a:lnTo>
                <a:lnTo>
                  <a:pt x="74008" y="38298"/>
                </a:lnTo>
                <a:lnTo>
                  <a:pt x="72194" y="40872"/>
                </a:lnTo>
                <a:lnTo>
                  <a:pt x="70235" y="43619"/>
                </a:lnTo>
                <a:lnTo>
                  <a:pt x="68130" y="46541"/>
                </a:lnTo>
                <a:lnTo>
                  <a:pt x="67605" y="47256"/>
                </a:lnTo>
                <a:lnTo>
                  <a:pt x="67080" y="47971"/>
                </a:lnTo>
                <a:lnTo>
                  <a:pt x="66557" y="48686"/>
                </a:lnTo>
                <a:lnTo>
                  <a:pt x="66035" y="49401"/>
                </a:lnTo>
                <a:lnTo>
                  <a:pt x="65515" y="50116"/>
                </a:lnTo>
                <a:lnTo>
                  <a:pt x="64995" y="50831"/>
                </a:lnTo>
                <a:lnTo>
                  <a:pt x="64477" y="51546"/>
                </a:lnTo>
                <a:lnTo>
                  <a:pt x="63960" y="52261"/>
                </a:lnTo>
                <a:lnTo>
                  <a:pt x="63445" y="52976"/>
                </a:lnTo>
                <a:lnTo>
                  <a:pt x="62930" y="53691"/>
                </a:lnTo>
                <a:lnTo>
                  <a:pt x="62417" y="54405"/>
                </a:lnTo>
                <a:lnTo>
                  <a:pt x="61905" y="55120"/>
                </a:lnTo>
                <a:lnTo>
                  <a:pt x="52785" y="67947"/>
                </a:lnTo>
                <a:lnTo>
                  <a:pt x="51356" y="69970"/>
                </a:lnTo>
                <a:lnTo>
                  <a:pt x="49989" y="71924"/>
                </a:lnTo>
                <a:lnTo>
                  <a:pt x="48686" y="73809"/>
                </a:lnTo>
                <a:lnTo>
                  <a:pt x="47447" y="75625"/>
                </a:lnTo>
                <a:lnTo>
                  <a:pt x="46270" y="77371"/>
                </a:lnTo>
                <a:lnTo>
                  <a:pt x="45157" y="79048"/>
                </a:lnTo>
                <a:lnTo>
                  <a:pt x="44107" y="80656"/>
                </a:lnTo>
                <a:lnTo>
                  <a:pt x="43121" y="82194"/>
                </a:lnTo>
                <a:lnTo>
                  <a:pt x="42198" y="83663"/>
                </a:lnTo>
                <a:lnTo>
                  <a:pt x="41338" y="85062"/>
                </a:lnTo>
                <a:lnTo>
                  <a:pt x="40541" y="86393"/>
                </a:lnTo>
                <a:lnTo>
                  <a:pt x="39808" y="87653"/>
                </a:lnTo>
                <a:lnTo>
                  <a:pt x="39121" y="88883"/>
                </a:lnTo>
                <a:lnTo>
                  <a:pt x="38463" y="90122"/>
                </a:lnTo>
                <a:lnTo>
                  <a:pt x="37833" y="91369"/>
                </a:lnTo>
                <a:lnTo>
                  <a:pt x="37231" y="92625"/>
                </a:lnTo>
                <a:lnTo>
                  <a:pt x="36659" y="93889"/>
                </a:lnTo>
                <a:lnTo>
                  <a:pt x="36115" y="95162"/>
                </a:lnTo>
                <a:lnTo>
                  <a:pt x="35599" y="96443"/>
                </a:lnTo>
                <a:lnTo>
                  <a:pt x="35112" y="97733"/>
                </a:lnTo>
                <a:lnTo>
                  <a:pt x="34654" y="99032"/>
                </a:lnTo>
                <a:lnTo>
                  <a:pt x="34225" y="100339"/>
                </a:lnTo>
                <a:lnTo>
                  <a:pt x="33824" y="101655"/>
                </a:lnTo>
                <a:lnTo>
                  <a:pt x="33451" y="102979"/>
                </a:lnTo>
                <a:lnTo>
                  <a:pt x="33108" y="104342"/>
                </a:lnTo>
                <a:lnTo>
                  <a:pt x="32795" y="105774"/>
                </a:lnTo>
                <a:lnTo>
                  <a:pt x="32511" y="107276"/>
                </a:lnTo>
                <a:lnTo>
                  <a:pt x="32258" y="108847"/>
                </a:lnTo>
                <a:lnTo>
                  <a:pt x="32034" y="110488"/>
                </a:lnTo>
                <a:lnTo>
                  <a:pt x="31840" y="112197"/>
                </a:lnTo>
                <a:lnTo>
                  <a:pt x="31676" y="113976"/>
                </a:lnTo>
                <a:lnTo>
                  <a:pt x="31542" y="115824"/>
                </a:lnTo>
                <a:lnTo>
                  <a:pt x="31437" y="117742"/>
                </a:lnTo>
                <a:lnTo>
                  <a:pt x="31363" y="119729"/>
                </a:lnTo>
                <a:lnTo>
                  <a:pt x="31318" y="121785"/>
                </a:lnTo>
                <a:lnTo>
                  <a:pt x="31303" y="123911"/>
                </a:lnTo>
                <a:lnTo>
                  <a:pt x="31303" y="136085"/>
                </a:lnTo>
                <a:lnTo>
                  <a:pt x="13591" y="136085"/>
                </a:lnTo>
                <a:close/>
                <a:moveTo>
                  <a:pt x="329606" y="136085"/>
                </a:moveTo>
                <a:lnTo>
                  <a:pt x="329606" y="38055"/>
                </a:lnTo>
                <a:lnTo>
                  <a:pt x="345915" y="38055"/>
                </a:lnTo>
                <a:lnTo>
                  <a:pt x="345915" y="59589"/>
                </a:lnTo>
                <a:lnTo>
                  <a:pt x="347202" y="57610"/>
                </a:lnTo>
                <a:lnTo>
                  <a:pt x="348520" y="55716"/>
                </a:lnTo>
                <a:lnTo>
                  <a:pt x="349869" y="53907"/>
                </a:lnTo>
                <a:lnTo>
                  <a:pt x="351249" y="52183"/>
                </a:lnTo>
                <a:lnTo>
                  <a:pt x="352661" y="50544"/>
                </a:lnTo>
                <a:lnTo>
                  <a:pt x="354103" y="48989"/>
                </a:lnTo>
                <a:lnTo>
                  <a:pt x="355576" y="47519"/>
                </a:lnTo>
                <a:lnTo>
                  <a:pt x="357080" y="46135"/>
                </a:lnTo>
                <a:lnTo>
                  <a:pt x="358616" y="44835"/>
                </a:lnTo>
                <a:lnTo>
                  <a:pt x="360182" y="43620"/>
                </a:lnTo>
                <a:lnTo>
                  <a:pt x="361780" y="42489"/>
                </a:lnTo>
                <a:lnTo>
                  <a:pt x="363408" y="41444"/>
                </a:lnTo>
                <a:lnTo>
                  <a:pt x="365068" y="40483"/>
                </a:lnTo>
                <a:lnTo>
                  <a:pt x="366758" y="39605"/>
                </a:lnTo>
                <a:lnTo>
                  <a:pt x="368480" y="38810"/>
                </a:lnTo>
                <a:lnTo>
                  <a:pt x="370233" y="38100"/>
                </a:lnTo>
                <a:lnTo>
                  <a:pt x="372017" y="37473"/>
                </a:lnTo>
                <a:lnTo>
                  <a:pt x="373832" y="36929"/>
                </a:lnTo>
                <a:lnTo>
                  <a:pt x="375678" y="36469"/>
                </a:lnTo>
                <a:lnTo>
                  <a:pt x="377555" y="36093"/>
                </a:lnTo>
                <a:lnTo>
                  <a:pt x="379463" y="35800"/>
                </a:lnTo>
                <a:lnTo>
                  <a:pt x="381402" y="35591"/>
                </a:lnTo>
                <a:lnTo>
                  <a:pt x="383372" y="35466"/>
                </a:lnTo>
                <a:lnTo>
                  <a:pt x="385373" y="35424"/>
                </a:lnTo>
                <a:lnTo>
                  <a:pt x="386849" y="35442"/>
                </a:lnTo>
                <a:lnTo>
                  <a:pt x="388325" y="35497"/>
                </a:lnTo>
                <a:lnTo>
                  <a:pt x="389801" y="35589"/>
                </a:lnTo>
                <a:lnTo>
                  <a:pt x="391277" y="35716"/>
                </a:lnTo>
                <a:lnTo>
                  <a:pt x="392753" y="35881"/>
                </a:lnTo>
                <a:lnTo>
                  <a:pt x="394229" y="36082"/>
                </a:lnTo>
                <a:lnTo>
                  <a:pt x="395705" y="36319"/>
                </a:lnTo>
                <a:lnTo>
                  <a:pt x="397181" y="36593"/>
                </a:lnTo>
                <a:lnTo>
                  <a:pt x="398657" y="36904"/>
                </a:lnTo>
                <a:lnTo>
                  <a:pt x="400133" y="37251"/>
                </a:lnTo>
                <a:lnTo>
                  <a:pt x="401609" y="37634"/>
                </a:lnTo>
                <a:lnTo>
                  <a:pt x="403085" y="38055"/>
                </a:lnTo>
                <a:lnTo>
                  <a:pt x="403085" y="73479"/>
                </a:lnTo>
                <a:lnTo>
                  <a:pt x="387390" y="73479"/>
                </a:lnTo>
                <a:lnTo>
                  <a:pt x="387390" y="51204"/>
                </a:lnTo>
                <a:lnTo>
                  <a:pt x="386715" y="51093"/>
                </a:lnTo>
                <a:lnTo>
                  <a:pt x="386065" y="50991"/>
                </a:lnTo>
                <a:lnTo>
                  <a:pt x="385439" y="50899"/>
                </a:lnTo>
                <a:lnTo>
                  <a:pt x="384837" y="50816"/>
                </a:lnTo>
                <a:lnTo>
                  <a:pt x="384260" y="50743"/>
                </a:lnTo>
                <a:lnTo>
                  <a:pt x="383707" y="50680"/>
                </a:lnTo>
                <a:lnTo>
                  <a:pt x="383178" y="50627"/>
                </a:lnTo>
                <a:lnTo>
                  <a:pt x="382674" y="50583"/>
                </a:lnTo>
                <a:lnTo>
                  <a:pt x="382194" y="50549"/>
                </a:lnTo>
                <a:lnTo>
                  <a:pt x="381739" y="50525"/>
                </a:lnTo>
                <a:lnTo>
                  <a:pt x="381308" y="50511"/>
                </a:lnTo>
                <a:lnTo>
                  <a:pt x="380901" y="50506"/>
                </a:lnTo>
                <a:lnTo>
                  <a:pt x="379384" y="50555"/>
                </a:lnTo>
                <a:lnTo>
                  <a:pt x="377871" y="50705"/>
                </a:lnTo>
                <a:lnTo>
                  <a:pt x="376363" y="50954"/>
                </a:lnTo>
                <a:lnTo>
                  <a:pt x="374861" y="51302"/>
                </a:lnTo>
                <a:lnTo>
                  <a:pt x="373363" y="51750"/>
                </a:lnTo>
                <a:lnTo>
                  <a:pt x="371870" y="52298"/>
                </a:lnTo>
                <a:lnTo>
                  <a:pt x="370382" y="52945"/>
                </a:lnTo>
                <a:lnTo>
                  <a:pt x="368898" y="53692"/>
                </a:lnTo>
                <a:lnTo>
                  <a:pt x="367420" y="54538"/>
                </a:lnTo>
                <a:lnTo>
                  <a:pt x="365946" y="55484"/>
                </a:lnTo>
                <a:lnTo>
                  <a:pt x="364477" y="56529"/>
                </a:lnTo>
                <a:lnTo>
                  <a:pt x="363014" y="57674"/>
                </a:lnTo>
                <a:lnTo>
                  <a:pt x="361555" y="58918"/>
                </a:lnTo>
                <a:lnTo>
                  <a:pt x="360103" y="60262"/>
                </a:lnTo>
                <a:lnTo>
                  <a:pt x="358657" y="61706"/>
                </a:lnTo>
                <a:lnTo>
                  <a:pt x="357217" y="63249"/>
                </a:lnTo>
                <a:lnTo>
                  <a:pt x="355783" y="64892"/>
                </a:lnTo>
                <a:lnTo>
                  <a:pt x="354355" y="66634"/>
                </a:lnTo>
                <a:lnTo>
                  <a:pt x="352933" y="68476"/>
                </a:lnTo>
                <a:lnTo>
                  <a:pt x="351517" y="70417"/>
                </a:lnTo>
                <a:lnTo>
                  <a:pt x="350108" y="72458"/>
                </a:lnTo>
                <a:lnTo>
                  <a:pt x="348704" y="74599"/>
                </a:lnTo>
                <a:lnTo>
                  <a:pt x="347307" y="76839"/>
                </a:lnTo>
                <a:lnTo>
                  <a:pt x="345915" y="79178"/>
                </a:lnTo>
                <a:lnTo>
                  <a:pt x="345915" y="136085"/>
                </a:lnTo>
                <a:lnTo>
                  <a:pt x="329606" y="136085"/>
                </a:lnTo>
                <a:close/>
                <a:moveTo>
                  <a:pt x="510085" y="129421"/>
                </a:moveTo>
                <a:lnTo>
                  <a:pt x="506840" y="130905"/>
                </a:lnTo>
                <a:lnTo>
                  <a:pt x="503625" y="132261"/>
                </a:lnTo>
                <a:lnTo>
                  <a:pt x="500440" y="133487"/>
                </a:lnTo>
                <a:lnTo>
                  <a:pt x="497283" y="134584"/>
                </a:lnTo>
                <a:lnTo>
                  <a:pt x="494156" y="135553"/>
                </a:lnTo>
                <a:lnTo>
                  <a:pt x="491057" y="136392"/>
                </a:lnTo>
                <a:lnTo>
                  <a:pt x="487988" y="137102"/>
                </a:lnTo>
                <a:lnTo>
                  <a:pt x="484949" y="137683"/>
                </a:lnTo>
                <a:lnTo>
                  <a:pt x="481938" y="138134"/>
                </a:lnTo>
                <a:lnTo>
                  <a:pt x="478957" y="138457"/>
                </a:lnTo>
                <a:lnTo>
                  <a:pt x="476005" y="138651"/>
                </a:lnTo>
                <a:lnTo>
                  <a:pt x="473082" y="138715"/>
                </a:lnTo>
                <a:lnTo>
                  <a:pt x="470895" y="138670"/>
                </a:lnTo>
                <a:lnTo>
                  <a:pt x="468747" y="138533"/>
                </a:lnTo>
                <a:lnTo>
                  <a:pt x="466638" y="138305"/>
                </a:lnTo>
                <a:lnTo>
                  <a:pt x="464567" y="137986"/>
                </a:lnTo>
                <a:lnTo>
                  <a:pt x="462536" y="137576"/>
                </a:lnTo>
                <a:lnTo>
                  <a:pt x="460544" y="137074"/>
                </a:lnTo>
                <a:lnTo>
                  <a:pt x="458590" y="136481"/>
                </a:lnTo>
                <a:lnTo>
                  <a:pt x="456676" y="135797"/>
                </a:lnTo>
                <a:lnTo>
                  <a:pt x="454800" y="135022"/>
                </a:lnTo>
                <a:lnTo>
                  <a:pt x="452964" y="134156"/>
                </a:lnTo>
                <a:lnTo>
                  <a:pt x="451166" y="133199"/>
                </a:lnTo>
                <a:lnTo>
                  <a:pt x="449408" y="132150"/>
                </a:lnTo>
                <a:lnTo>
                  <a:pt x="447698" y="131017"/>
                </a:lnTo>
                <a:lnTo>
                  <a:pt x="446045" y="129805"/>
                </a:lnTo>
                <a:lnTo>
                  <a:pt x="444451" y="128515"/>
                </a:lnTo>
                <a:lnTo>
                  <a:pt x="442914" y="127146"/>
                </a:lnTo>
                <a:lnTo>
                  <a:pt x="441436" y="125699"/>
                </a:lnTo>
                <a:lnTo>
                  <a:pt x="440015" y="124174"/>
                </a:lnTo>
                <a:lnTo>
                  <a:pt x="438652" y="122570"/>
                </a:lnTo>
                <a:lnTo>
                  <a:pt x="437346" y="120888"/>
                </a:lnTo>
                <a:lnTo>
                  <a:pt x="436099" y="119127"/>
                </a:lnTo>
                <a:lnTo>
                  <a:pt x="434910" y="117288"/>
                </a:lnTo>
                <a:lnTo>
                  <a:pt x="433778" y="115371"/>
                </a:lnTo>
                <a:lnTo>
                  <a:pt x="432704" y="113375"/>
                </a:lnTo>
                <a:lnTo>
                  <a:pt x="431703" y="111328"/>
                </a:lnTo>
                <a:lnTo>
                  <a:pt x="430788" y="109257"/>
                </a:lnTo>
                <a:lnTo>
                  <a:pt x="429961" y="107162"/>
                </a:lnTo>
                <a:lnTo>
                  <a:pt x="429221" y="105044"/>
                </a:lnTo>
                <a:lnTo>
                  <a:pt x="428568" y="102902"/>
                </a:lnTo>
                <a:lnTo>
                  <a:pt x="428002" y="100736"/>
                </a:lnTo>
                <a:lnTo>
                  <a:pt x="427523" y="98547"/>
                </a:lnTo>
                <a:lnTo>
                  <a:pt x="427131" y="96334"/>
                </a:lnTo>
                <a:lnTo>
                  <a:pt x="426826" y="94097"/>
                </a:lnTo>
                <a:lnTo>
                  <a:pt x="426609" y="91837"/>
                </a:lnTo>
                <a:lnTo>
                  <a:pt x="426478" y="89553"/>
                </a:lnTo>
                <a:lnTo>
                  <a:pt x="426435" y="87245"/>
                </a:lnTo>
                <a:lnTo>
                  <a:pt x="426476" y="85020"/>
                </a:lnTo>
                <a:lnTo>
                  <a:pt x="426600" y="82810"/>
                </a:lnTo>
                <a:lnTo>
                  <a:pt x="426807" y="80614"/>
                </a:lnTo>
                <a:lnTo>
                  <a:pt x="427097" y="78433"/>
                </a:lnTo>
                <a:lnTo>
                  <a:pt x="427470" y="76266"/>
                </a:lnTo>
                <a:lnTo>
                  <a:pt x="427925" y="74114"/>
                </a:lnTo>
                <a:lnTo>
                  <a:pt x="428464" y="71977"/>
                </a:lnTo>
                <a:lnTo>
                  <a:pt x="429085" y="69855"/>
                </a:lnTo>
                <a:lnTo>
                  <a:pt x="429789" y="67746"/>
                </a:lnTo>
                <a:lnTo>
                  <a:pt x="430575" y="65653"/>
                </a:lnTo>
                <a:lnTo>
                  <a:pt x="431445" y="63574"/>
                </a:lnTo>
                <a:lnTo>
                  <a:pt x="432397" y="61510"/>
                </a:lnTo>
                <a:lnTo>
                  <a:pt x="433424" y="59491"/>
                </a:lnTo>
                <a:lnTo>
                  <a:pt x="434516" y="57547"/>
                </a:lnTo>
                <a:lnTo>
                  <a:pt x="435674" y="55680"/>
                </a:lnTo>
                <a:lnTo>
                  <a:pt x="436898" y="53889"/>
                </a:lnTo>
                <a:lnTo>
                  <a:pt x="438188" y="52174"/>
                </a:lnTo>
                <a:lnTo>
                  <a:pt x="439543" y="50534"/>
                </a:lnTo>
                <a:lnTo>
                  <a:pt x="440965" y="48971"/>
                </a:lnTo>
                <a:lnTo>
                  <a:pt x="442452" y="47484"/>
                </a:lnTo>
                <a:lnTo>
                  <a:pt x="444004" y="46073"/>
                </a:lnTo>
                <a:lnTo>
                  <a:pt x="445623" y="44738"/>
                </a:lnTo>
                <a:lnTo>
                  <a:pt x="447307" y="43479"/>
                </a:lnTo>
                <a:lnTo>
                  <a:pt x="449057" y="42296"/>
                </a:lnTo>
                <a:lnTo>
                  <a:pt x="450857" y="41199"/>
                </a:lnTo>
                <a:lnTo>
                  <a:pt x="452691" y="40196"/>
                </a:lnTo>
                <a:lnTo>
                  <a:pt x="454559" y="39290"/>
                </a:lnTo>
                <a:lnTo>
                  <a:pt x="456461" y="38478"/>
                </a:lnTo>
                <a:lnTo>
                  <a:pt x="458398" y="37763"/>
                </a:lnTo>
                <a:lnTo>
                  <a:pt x="460368" y="37142"/>
                </a:lnTo>
                <a:lnTo>
                  <a:pt x="462373" y="36617"/>
                </a:lnTo>
                <a:lnTo>
                  <a:pt x="464411" y="36188"/>
                </a:lnTo>
                <a:lnTo>
                  <a:pt x="466484" y="35854"/>
                </a:lnTo>
                <a:lnTo>
                  <a:pt x="468591" y="35615"/>
                </a:lnTo>
                <a:lnTo>
                  <a:pt x="470732" y="35472"/>
                </a:lnTo>
                <a:lnTo>
                  <a:pt x="472907" y="35424"/>
                </a:lnTo>
                <a:lnTo>
                  <a:pt x="475767" y="35510"/>
                </a:lnTo>
                <a:lnTo>
                  <a:pt x="478532" y="35769"/>
                </a:lnTo>
                <a:lnTo>
                  <a:pt x="481201" y="36200"/>
                </a:lnTo>
                <a:lnTo>
                  <a:pt x="483775" y="36803"/>
                </a:lnTo>
                <a:lnTo>
                  <a:pt x="486253" y="37579"/>
                </a:lnTo>
                <a:lnTo>
                  <a:pt x="488635" y="38527"/>
                </a:lnTo>
                <a:lnTo>
                  <a:pt x="490922" y="39648"/>
                </a:lnTo>
                <a:lnTo>
                  <a:pt x="493113" y="40941"/>
                </a:lnTo>
                <a:lnTo>
                  <a:pt x="495209" y="42406"/>
                </a:lnTo>
                <a:lnTo>
                  <a:pt x="497209" y="44044"/>
                </a:lnTo>
                <a:lnTo>
                  <a:pt x="499113" y="45854"/>
                </a:lnTo>
                <a:lnTo>
                  <a:pt x="500922" y="47837"/>
                </a:lnTo>
                <a:lnTo>
                  <a:pt x="502609" y="49999"/>
                </a:lnTo>
                <a:lnTo>
                  <a:pt x="504150" y="52347"/>
                </a:lnTo>
                <a:lnTo>
                  <a:pt x="505544" y="54883"/>
                </a:lnTo>
                <a:lnTo>
                  <a:pt x="506792" y="57606"/>
                </a:lnTo>
                <a:lnTo>
                  <a:pt x="507892" y="60515"/>
                </a:lnTo>
                <a:lnTo>
                  <a:pt x="508846" y="63612"/>
                </a:lnTo>
                <a:lnTo>
                  <a:pt x="509653" y="66895"/>
                </a:lnTo>
                <a:lnTo>
                  <a:pt x="510314" y="70365"/>
                </a:lnTo>
                <a:lnTo>
                  <a:pt x="510827" y="74023"/>
                </a:lnTo>
                <a:lnTo>
                  <a:pt x="511194" y="77867"/>
                </a:lnTo>
                <a:lnTo>
                  <a:pt x="511414" y="81898"/>
                </a:lnTo>
                <a:lnTo>
                  <a:pt x="511488" y="86116"/>
                </a:lnTo>
                <a:lnTo>
                  <a:pt x="511488" y="89613"/>
                </a:lnTo>
                <a:lnTo>
                  <a:pt x="443971" y="89613"/>
                </a:lnTo>
                <a:lnTo>
                  <a:pt x="444001" y="91296"/>
                </a:lnTo>
                <a:lnTo>
                  <a:pt x="444089" y="92954"/>
                </a:lnTo>
                <a:lnTo>
                  <a:pt x="444237" y="94589"/>
                </a:lnTo>
                <a:lnTo>
                  <a:pt x="444444" y="96199"/>
                </a:lnTo>
                <a:lnTo>
                  <a:pt x="444710" y="97784"/>
                </a:lnTo>
                <a:lnTo>
                  <a:pt x="445035" y="99345"/>
                </a:lnTo>
                <a:lnTo>
                  <a:pt x="445418" y="100882"/>
                </a:lnTo>
                <a:lnTo>
                  <a:pt x="445861" y="102395"/>
                </a:lnTo>
                <a:lnTo>
                  <a:pt x="446363" y="103883"/>
                </a:lnTo>
                <a:lnTo>
                  <a:pt x="446925" y="105347"/>
                </a:lnTo>
                <a:lnTo>
                  <a:pt x="447545" y="106786"/>
                </a:lnTo>
                <a:lnTo>
                  <a:pt x="448224" y="108201"/>
                </a:lnTo>
                <a:lnTo>
                  <a:pt x="448951" y="109575"/>
                </a:lnTo>
                <a:lnTo>
                  <a:pt x="449716" y="110890"/>
                </a:lnTo>
                <a:lnTo>
                  <a:pt x="450517" y="112147"/>
                </a:lnTo>
                <a:lnTo>
                  <a:pt x="451356" y="113346"/>
                </a:lnTo>
                <a:lnTo>
                  <a:pt x="452232" y="114485"/>
                </a:lnTo>
                <a:lnTo>
                  <a:pt x="453145" y="115567"/>
                </a:lnTo>
                <a:lnTo>
                  <a:pt x="454095" y="116590"/>
                </a:lnTo>
                <a:lnTo>
                  <a:pt x="455083" y="117554"/>
                </a:lnTo>
                <a:lnTo>
                  <a:pt x="456107" y="118460"/>
                </a:lnTo>
                <a:lnTo>
                  <a:pt x="457169" y="119308"/>
                </a:lnTo>
                <a:lnTo>
                  <a:pt x="458268" y="120097"/>
                </a:lnTo>
                <a:lnTo>
                  <a:pt x="459404" y="120828"/>
                </a:lnTo>
                <a:lnTo>
                  <a:pt x="460572" y="121500"/>
                </a:lnTo>
                <a:lnTo>
                  <a:pt x="461766" y="122114"/>
                </a:lnTo>
                <a:lnTo>
                  <a:pt x="462988" y="122669"/>
                </a:lnTo>
                <a:lnTo>
                  <a:pt x="464236" y="123166"/>
                </a:lnTo>
                <a:lnTo>
                  <a:pt x="465511" y="123605"/>
                </a:lnTo>
                <a:lnTo>
                  <a:pt x="466813" y="123984"/>
                </a:lnTo>
                <a:lnTo>
                  <a:pt x="468142" y="124306"/>
                </a:lnTo>
                <a:lnTo>
                  <a:pt x="469497" y="124569"/>
                </a:lnTo>
                <a:lnTo>
                  <a:pt x="470879" y="124774"/>
                </a:lnTo>
                <a:lnTo>
                  <a:pt x="472288" y="124920"/>
                </a:lnTo>
                <a:lnTo>
                  <a:pt x="473724" y="125007"/>
                </a:lnTo>
                <a:lnTo>
                  <a:pt x="475187" y="125037"/>
                </a:lnTo>
                <a:lnTo>
                  <a:pt x="477840" y="124964"/>
                </a:lnTo>
                <a:lnTo>
                  <a:pt x="480540" y="124744"/>
                </a:lnTo>
                <a:lnTo>
                  <a:pt x="483286" y="124379"/>
                </a:lnTo>
                <a:lnTo>
                  <a:pt x="486079" y="123868"/>
                </a:lnTo>
                <a:lnTo>
                  <a:pt x="488918" y="123210"/>
                </a:lnTo>
                <a:lnTo>
                  <a:pt x="491803" y="122406"/>
                </a:lnTo>
                <a:lnTo>
                  <a:pt x="494734" y="121456"/>
                </a:lnTo>
                <a:lnTo>
                  <a:pt x="497712" y="120360"/>
                </a:lnTo>
                <a:lnTo>
                  <a:pt x="500735" y="119118"/>
                </a:lnTo>
                <a:lnTo>
                  <a:pt x="503806" y="117730"/>
                </a:lnTo>
                <a:lnTo>
                  <a:pt x="506922" y="116195"/>
                </a:lnTo>
                <a:lnTo>
                  <a:pt x="510085" y="114515"/>
                </a:lnTo>
                <a:lnTo>
                  <a:pt x="510085" y="129421"/>
                </a:lnTo>
                <a:moveTo>
                  <a:pt x="444936" y="77337"/>
                </a:moveTo>
                <a:lnTo>
                  <a:pt x="493776" y="77337"/>
                </a:lnTo>
                <a:lnTo>
                  <a:pt x="493776" y="75000"/>
                </a:lnTo>
                <a:lnTo>
                  <a:pt x="493735" y="73055"/>
                </a:lnTo>
                <a:lnTo>
                  <a:pt x="493612" y="71179"/>
                </a:lnTo>
                <a:lnTo>
                  <a:pt x="493408" y="69369"/>
                </a:lnTo>
                <a:lnTo>
                  <a:pt x="493123" y="67627"/>
                </a:lnTo>
                <a:lnTo>
                  <a:pt x="492756" y="65953"/>
                </a:lnTo>
                <a:lnTo>
                  <a:pt x="492307" y="64345"/>
                </a:lnTo>
                <a:lnTo>
                  <a:pt x="491777" y="62806"/>
                </a:lnTo>
                <a:lnTo>
                  <a:pt x="491165" y="61333"/>
                </a:lnTo>
                <a:lnTo>
                  <a:pt x="490471" y="59928"/>
                </a:lnTo>
                <a:lnTo>
                  <a:pt x="489696" y="58590"/>
                </a:lnTo>
                <a:lnTo>
                  <a:pt x="488839" y="57320"/>
                </a:lnTo>
                <a:lnTo>
                  <a:pt x="487901" y="56117"/>
                </a:lnTo>
                <a:lnTo>
                  <a:pt x="486894" y="54997"/>
                </a:lnTo>
                <a:lnTo>
                  <a:pt x="485833" y="53974"/>
                </a:lnTo>
                <a:lnTo>
                  <a:pt x="484717" y="53049"/>
                </a:lnTo>
                <a:lnTo>
                  <a:pt x="483546" y="52220"/>
                </a:lnTo>
                <a:lnTo>
                  <a:pt x="482320" y="51490"/>
                </a:lnTo>
                <a:lnTo>
                  <a:pt x="481040" y="50856"/>
                </a:lnTo>
                <a:lnTo>
                  <a:pt x="479704" y="50321"/>
                </a:lnTo>
                <a:lnTo>
                  <a:pt x="478314" y="49882"/>
                </a:lnTo>
                <a:lnTo>
                  <a:pt x="476869" y="49541"/>
                </a:lnTo>
                <a:lnTo>
                  <a:pt x="475369" y="49298"/>
                </a:lnTo>
                <a:lnTo>
                  <a:pt x="473815" y="49151"/>
                </a:lnTo>
                <a:lnTo>
                  <a:pt x="472205" y="49103"/>
                </a:lnTo>
                <a:lnTo>
                  <a:pt x="470573" y="49152"/>
                </a:lnTo>
                <a:lnTo>
                  <a:pt x="468977" y="49301"/>
                </a:lnTo>
                <a:lnTo>
                  <a:pt x="467418" y="49549"/>
                </a:lnTo>
                <a:lnTo>
                  <a:pt x="465897" y="49897"/>
                </a:lnTo>
                <a:lnTo>
                  <a:pt x="464413" y="50343"/>
                </a:lnTo>
                <a:lnTo>
                  <a:pt x="462966" y="50889"/>
                </a:lnTo>
                <a:lnTo>
                  <a:pt x="461556" y="51534"/>
                </a:lnTo>
                <a:lnTo>
                  <a:pt x="460183" y="52279"/>
                </a:lnTo>
                <a:lnTo>
                  <a:pt x="458847" y="53123"/>
                </a:lnTo>
                <a:lnTo>
                  <a:pt x="457549" y="54065"/>
                </a:lnTo>
                <a:lnTo>
                  <a:pt x="456288" y="55108"/>
                </a:lnTo>
                <a:lnTo>
                  <a:pt x="455063" y="56249"/>
                </a:lnTo>
                <a:lnTo>
                  <a:pt x="453888" y="57487"/>
                </a:lnTo>
                <a:lnTo>
                  <a:pt x="452773" y="58819"/>
                </a:lnTo>
                <a:lnTo>
                  <a:pt x="451718" y="60246"/>
                </a:lnTo>
                <a:lnTo>
                  <a:pt x="450723" y="61767"/>
                </a:lnTo>
                <a:lnTo>
                  <a:pt x="449789" y="63383"/>
                </a:lnTo>
                <a:lnTo>
                  <a:pt x="448915" y="65093"/>
                </a:lnTo>
                <a:lnTo>
                  <a:pt x="448101" y="66897"/>
                </a:lnTo>
                <a:lnTo>
                  <a:pt x="447347" y="68796"/>
                </a:lnTo>
                <a:lnTo>
                  <a:pt x="446654" y="70790"/>
                </a:lnTo>
                <a:lnTo>
                  <a:pt x="446021" y="72878"/>
                </a:lnTo>
                <a:lnTo>
                  <a:pt x="445448" y="75060"/>
                </a:lnTo>
                <a:lnTo>
                  <a:pt x="444936" y="77337"/>
                </a:lnTo>
                <a:close/>
                <a:moveTo>
                  <a:pt x="617874" y="132008"/>
                </a:moveTo>
                <a:lnTo>
                  <a:pt x="616003" y="132789"/>
                </a:lnTo>
                <a:lnTo>
                  <a:pt x="614220" y="133517"/>
                </a:lnTo>
                <a:lnTo>
                  <a:pt x="612525" y="134190"/>
                </a:lnTo>
                <a:lnTo>
                  <a:pt x="610917" y="134808"/>
                </a:lnTo>
                <a:lnTo>
                  <a:pt x="609397" y="135372"/>
                </a:lnTo>
                <a:lnTo>
                  <a:pt x="607965" y="135881"/>
                </a:lnTo>
                <a:lnTo>
                  <a:pt x="606621" y="136335"/>
                </a:lnTo>
                <a:lnTo>
                  <a:pt x="605364" y="136735"/>
                </a:lnTo>
                <a:lnTo>
                  <a:pt x="604195" y="137081"/>
                </a:lnTo>
                <a:lnTo>
                  <a:pt x="603114" y="137371"/>
                </a:lnTo>
                <a:lnTo>
                  <a:pt x="602120" y="137608"/>
                </a:lnTo>
                <a:lnTo>
                  <a:pt x="601214" y="137789"/>
                </a:lnTo>
                <a:lnTo>
                  <a:pt x="600354" y="137937"/>
                </a:lnTo>
                <a:lnTo>
                  <a:pt x="599499" y="138072"/>
                </a:lnTo>
                <a:lnTo>
                  <a:pt x="598649" y="138194"/>
                </a:lnTo>
                <a:lnTo>
                  <a:pt x="597804" y="138304"/>
                </a:lnTo>
                <a:lnTo>
                  <a:pt x="596963" y="138400"/>
                </a:lnTo>
                <a:lnTo>
                  <a:pt x="596128" y="138484"/>
                </a:lnTo>
                <a:lnTo>
                  <a:pt x="595297" y="138555"/>
                </a:lnTo>
                <a:lnTo>
                  <a:pt x="594472" y="138612"/>
                </a:lnTo>
                <a:lnTo>
                  <a:pt x="593651" y="138657"/>
                </a:lnTo>
                <a:lnTo>
                  <a:pt x="592835" y="138690"/>
                </a:lnTo>
                <a:lnTo>
                  <a:pt x="592024" y="138709"/>
                </a:lnTo>
                <a:lnTo>
                  <a:pt x="591218" y="138715"/>
                </a:lnTo>
                <a:lnTo>
                  <a:pt x="589520" y="138688"/>
                </a:lnTo>
                <a:lnTo>
                  <a:pt x="587847" y="138606"/>
                </a:lnTo>
                <a:lnTo>
                  <a:pt x="586198" y="138469"/>
                </a:lnTo>
                <a:lnTo>
                  <a:pt x="584573" y="138277"/>
                </a:lnTo>
                <a:lnTo>
                  <a:pt x="582973" y="138030"/>
                </a:lnTo>
                <a:lnTo>
                  <a:pt x="581397" y="137729"/>
                </a:lnTo>
                <a:lnTo>
                  <a:pt x="579846" y="137373"/>
                </a:lnTo>
                <a:lnTo>
                  <a:pt x="578319" y="136962"/>
                </a:lnTo>
                <a:lnTo>
                  <a:pt x="576816" y="136496"/>
                </a:lnTo>
                <a:lnTo>
                  <a:pt x="575337" y="135975"/>
                </a:lnTo>
                <a:lnTo>
                  <a:pt x="573883" y="135400"/>
                </a:lnTo>
                <a:lnTo>
                  <a:pt x="572454" y="134770"/>
                </a:lnTo>
                <a:lnTo>
                  <a:pt x="571065" y="134086"/>
                </a:lnTo>
                <a:lnTo>
                  <a:pt x="569734" y="133350"/>
                </a:lnTo>
                <a:lnTo>
                  <a:pt x="568461" y="132561"/>
                </a:lnTo>
                <a:lnTo>
                  <a:pt x="567246" y="131720"/>
                </a:lnTo>
                <a:lnTo>
                  <a:pt x="566089" y="130827"/>
                </a:lnTo>
                <a:lnTo>
                  <a:pt x="564989" y="129881"/>
                </a:lnTo>
                <a:lnTo>
                  <a:pt x="563948" y="128883"/>
                </a:lnTo>
                <a:lnTo>
                  <a:pt x="562964" y="127833"/>
                </a:lnTo>
                <a:lnTo>
                  <a:pt x="562038" y="126730"/>
                </a:lnTo>
                <a:lnTo>
                  <a:pt x="561170" y="125575"/>
                </a:lnTo>
                <a:lnTo>
                  <a:pt x="560360" y="124367"/>
                </a:lnTo>
                <a:lnTo>
                  <a:pt x="559608" y="123108"/>
                </a:lnTo>
                <a:lnTo>
                  <a:pt x="558915" y="121763"/>
                </a:lnTo>
                <a:lnTo>
                  <a:pt x="558282" y="120302"/>
                </a:lnTo>
                <a:lnTo>
                  <a:pt x="557709" y="118723"/>
                </a:lnTo>
                <a:lnTo>
                  <a:pt x="557197" y="117028"/>
                </a:lnTo>
                <a:lnTo>
                  <a:pt x="556744" y="115216"/>
                </a:lnTo>
                <a:lnTo>
                  <a:pt x="556353" y="113287"/>
                </a:lnTo>
                <a:lnTo>
                  <a:pt x="556021" y="111241"/>
                </a:lnTo>
                <a:lnTo>
                  <a:pt x="555750" y="109078"/>
                </a:lnTo>
                <a:lnTo>
                  <a:pt x="555539" y="106799"/>
                </a:lnTo>
                <a:lnTo>
                  <a:pt x="555388" y="104402"/>
                </a:lnTo>
                <a:lnTo>
                  <a:pt x="555298" y="101888"/>
                </a:lnTo>
                <a:lnTo>
                  <a:pt x="555268" y="99258"/>
                </a:lnTo>
                <a:lnTo>
                  <a:pt x="555268" y="59800"/>
                </a:lnTo>
                <a:lnTo>
                  <a:pt x="530804" y="59800"/>
                </a:lnTo>
                <a:lnTo>
                  <a:pt x="530804" y="46122"/>
                </a:lnTo>
                <a:lnTo>
                  <a:pt x="555268" y="46122"/>
                </a:lnTo>
                <a:lnTo>
                  <a:pt x="555268" y="6664"/>
                </a:lnTo>
                <a:lnTo>
                  <a:pt x="571577" y="6664"/>
                </a:lnTo>
                <a:lnTo>
                  <a:pt x="571577" y="46122"/>
                </a:lnTo>
                <a:lnTo>
                  <a:pt x="615155" y="46122"/>
                </a:lnTo>
                <a:lnTo>
                  <a:pt x="615155" y="59800"/>
                </a:lnTo>
                <a:lnTo>
                  <a:pt x="571577" y="59800"/>
                </a:lnTo>
                <a:lnTo>
                  <a:pt x="571577" y="98943"/>
                </a:lnTo>
                <a:lnTo>
                  <a:pt x="571596" y="100864"/>
                </a:lnTo>
                <a:lnTo>
                  <a:pt x="571655" y="102690"/>
                </a:lnTo>
                <a:lnTo>
                  <a:pt x="571752" y="104418"/>
                </a:lnTo>
                <a:lnTo>
                  <a:pt x="571888" y="106050"/>
                </a:lnTo>
                <a:lnTo>
                  <a:pt x="572064" y="107585"/>
                </a:lnTo>
                <a:lnTo>
                  <a:pt x="572278" y="109023"/>
                </a:lnTo>
                <a:lnTo>
                  <a:pt x="572531" y="110365"/>
                </a:lnTo>
                <a:lnTo>
                  <a:pt x="572824" y="111610"/>
                </a:lnTo>
                <a:lnTo>
                  <a:pt x="573155" y="112759"/>
                </a:lnTo>
                <a:lnTo>
                  <a:pt x="573525" y="113811"/>
                </a:lnTo>
                <a:lnTo>
                  <a:pt x="573934" y="114766"/>
                </a:lnTo>
                <a:lnTo>
                  <a:pt x="574383" y="115624"/>
                </a:lnTo>
                <a:lnTo>
                  <a:pt x="574863" y="116416"/>
                </a:lnTo>
                <a:lnTo>
                  <a:pt x="575370" y="117172"/>
                </a:lnTo>
                <a:lnTo>
                  <a:pt x="575903" y="117892"/>
                </a:lnTo>
                <a:lnTo>
                  <a:pt x="576463" y="118576"/>
                </a:lnTo>
                <a:lnTo>
                  <a:pt x="577048" y="119225"/>
                </a:lnTo>
                <a:lnTo>
                  <a:pt x="577660" y="119837"/>
                </a:lnTo>
                <a:lnTo>
                  <a:pt x="578298" y="120414"/>
                </a:lnTo>
                <a:lnTo>
                  <a:pt x="578962" y="120955"/>
                </a:lnTo>
                <a:lnTo>
                  <a:pt x="579652" y="121460"/>
                </a:lnTo>
                <a:lnTo>
                  <a:pt x="580368" y="121929"/>
                </a:lnTo>
                <a:lnTo>
                  <a:pt x="581111" y="122362"/>
                </a:lnTo>
                <a:lnTo>
                  <a:pt x="581879" y="122760"/>
                </a:lnTo>
                <a:lnTo>
                  <a:pt x="582673" y="123123"/>
                </a:lnTo>
                <a:lnTo>
                  <a:pt x="583491" y="123455"/>
                </a:lnTo>
                <a:lnTo>
                  <a:pt x="584332" y="123756"/>
                </a:lnTo>
                <a:lnTo>
                  <a:pt x="585197" y="124025"/>
                </a:lnTo>
                <a:lnTo>
                  <a:pt x="586086" y="124262"/>
                </a:lnTo>
                <a:lnTo>
                  <a:pt x="586998" y="124467"/>
                </a:lnTo>
                <a:lnTo>
                  <a:pt x="587934" y="124641"/>
                </a:lnTo>
                <a:lnTo>
                  <a:pt x="588894" y="124784"/>
                </a:lnTo>
                <a:lnTo>
                  <a:pt x="589878" y="124894"/>
                </a:lnTo>
                <a:lnTo>
                  <a:pt x="590885" y="124973"/>
                </a:lnTo>
                <a:lnTo>
                  <a:pt x="591917" y="125021"/>
                </a:lnTo>
                <a:lnTo>
                  <a:pt x="592971" y="125037"/>
                </a:lnTo>
                <a:lnTo>
                  <a:pt x="594953" y="124985"/>
                </a:lnTo>
                <a:lnTo>
                  <a:pt x="596951" y="124830"/>
                </a:lnTo>
                <a:lnTo>
                  <a:pt x="598967" y="124572"/>
                </a:lnTo>
                <a:lnTo>
                  <a:pt x="600999" y="124210"/>
                </a:lnTo>
                <a:lnTo>
                  <a:pt x="603049" y="123745"/>
                </a:lnTo>
                <a:lnTo>
                  <a:pt x="605116" y="123176"/>
                </a:lnTo>
                <a:lnTo>
                  <a:pt x="607199" y="122504"/>
                </a:lnTo>
                <a:lnTo>
                  <a:pt x="609300" y="121729"/>
                </a:lnTo>
                <a:lnTo>
                  <a:pt x="611418" y="120850"/>
                </a:lnTo>
                <a:lnTo>
                  <a:pt x="613553" y="119869"/>
                </a:lnTo>
                <a:lnTo>
                  <a:pt x="615705" y="118783"/>
                </a:lnTo>
                <a:lnTo>
                  <a:pt x="617874" y="117595"/>
                </a:lnTo>
                <a:lnTo>
                  <a:pt x="617874" y="132008"/>
                </a:lnTo>
                <a:close/>
                <a:moveTo>
                  <a:pt x="723909" y="38055"/>
                </a:moveTo>
                <a:lnTo>
                  <a:pt x="723909" y="136085"/>
                </a:lnTo>
                <a:lnTo>
                  <a:pt x="707600" y="136085"/>
                </a:lnTo>
                <a:lnTo>
                  <a:pt x="707600" y="114435"/>
                </a:lnTo>
                <a:lnTo>
                  <a:pt x="706272" y="116417"/>
                </a:lnTo>
                <a:lnTo>
                  <a:pt x="704920" y="118314"/>
                </a:lnTo>
                <a:lnTo>
                  <a:pt x="703544" y="120126"/>
                </a:lnTo>
                <a:lnTo>
                  <a:pt x="702144" y="121855"/>
                </a:lnTo>
                <a:lnTo>
                  <a:pt x="700719" y="123499"/>
                </a:lnTo>
                <a:lnTo>
                  <a:pt x="699270" y="125059"/>
                </a:lnTo>
                <a:lnTo>
                  <a:pt x="697796" y="126534"/>
                </a:lnTo>
                <a:lnTo>
                  <a:pt x="696298" y="127925"/>
                </a:lnTo>
                <a:lnTo>
                  <a:pt x="694776" y="129232"/>
                </a:lnTo>
                <a:lnTo>
                  <a:pt x="693229" y="130454"/>
                </a:lnTo>
                <a:lnTo>
                  <a:pt x="691658" y="131592"/>
                </a:lnTo>
                <a:lnTo>
                  <a:pt x="690063" y="132646"/>
                </a:lnTo>
                <a:lnTo>
                  <a:pt x="688455" y="133615"/>
                </a:lnTo>
                <a:lnTo>
                  <a:pt x="686848" y="134500"/>
                </a:lnTo>
                <a:lnTo>
                  <a:pt x="685240" y="135301"/>
                </a:lnTo>
                <a:lnTo>
                  <a:pt x="683633" y="136018"/>
                </a:lnTo>
                <a:lnTo>
                  <a:pt x="682025" y="136650"/>
                </a:lnTo>
                <a:lnTo>
                  <a:pt x="680418" y="137198"/>
                </a:lnTo>
                <a:lnTo>
                  <a:pt x="678810" y="137662"/>
                </a:lnTo>
                <a:lnTo>
                  <a:pt x="677203" y="138041"/>
                </a:lnTo>
                <a:lnTo>
                  <a:pt x="675595" y="138336"/>
                </a:lnTo>
                <a:lnTo>
                  <a:pt x="673988" y="138547"/>
                </a:lnTo>
                <a:lnTo>
                  <a:pt x="672380" y="138673"/>
                </a:lnTo>
                <a:lnTo>
                  <a:pt x="670773" y="138715"/>
                </a:lnTo>
                <a:lnTo>
                  <a:pt x="669350" y="138683"/>
                </a:lnTo>
                <a:lnTo>
                  <a:pt x="667948" y="138587"/>
                </a:lnTo>
                <a:lnTo>
                  <a:pt x="666567" y="138428"/>
                </a:lnTo>
                <a:lnTo>
                  <a:pt x="665205" y="138204"/>
                </a:lnTo>
                <a:lnTo>
                  <a:pt x="663863" y="137916"/>
                </a:lnTo>
                <a:lnTo>
                  <a:pt x="662541" y="137564"/>
                </a:lnTo>
                <a:lnTo>
                  <a:pt x="661240" y="137149"/>
                </a:lnTo>
                <a:lnTo>
                  <a:pt x="659958" y="136669"/>
                </a:lnTo>
                <a:lnTo>
                  <a:pt x="658697" y="136126"/>
                </a:lnTo>
                <a:lnTo>
                  <a:pt x="657456" y="135519"/>
                </a:lnTo>
                <a:lnTo>
                  <a:pt x="656234" y="134847"/>
                </a:lnTo>
                <a:lnTo>
                  <a:pt x="655033" y="134112"/>
                </a:lnTo>
                <a:lnTo>
                  <a:pt x="653872" y="133325"/>
                </a:lnTo>
                <a:lnTo>
                  <a:pt x="652772" y="132497"/>
                </a:lnTo>
                <a:lnTo>
                  <a:pt x="651732" y="131629"/>
                </a:lnTo>
                <a:lnTo>
                  <a:pt x="650752" y="130722"/>
                </a:lnTo>
                <a:lnTo>
                  <a:pt x="649832" y="129773"/>
                </a:lnTo>
                <a:lnTo>
                  <a:pt x="648972" y="128785"/>
                </a:lnTo>
                <a:lnTo>
                  <a:pt x="648173" y="127757"/>
                </a:lnTo>
                <a:lnTo>
                  <a:pt x="647434" y="126688"/>
                </a:lnTo>
                <a:lnTo>
                  <a:pt x="646756" y="125579"/>
                </a:lnTo>
                <a:lnTo>
                  <a:pt x="646137" y="124430"/>
                </a:lnTo>
                <a:lnTo>
                  <a:pt x="645579" y="123241"/>
                </a:lnTo>
                <a:lnTo>
                  <a:pt x="645081" y="122012"/>
                </a:lnTo>
                <a:lnTo>
                  <a:pt x="644633" y="120663"/>
                </a:lnTo>
                <a:lnTo>
                  <a:pt x="644224" y="119117"/>
                </a:lnTo>
                <a:lnTo>
                  <a:pt x="643854" y="117373"/>
                </a:lnTo>
                <a:lnTo>
                  <a:pt x="643522" y="115430"/>
                </a:lnTo>
                <a:lnTo>
                  <a:pt x="643230" y="113290"/>
                </a:lnTo>
                <a:lnTo>
                  <a:pt x="642977" y="110953"/>
                </a:lnTo>
                <a:lnTo>
                  <a:pt x="642763" y="108417"/>
                </a:lnTo>
                <a:lnTo>
                  <a:pt x="642587" y="105683"/>
                </a:lnTo>
                <a:lnTo>
                  <a:pt x="642451" y="102751"/>
                </a:lnTo>
                <a:lnTo>
                  <a:pt x="642353" y="99622"/>
                </a:lnTo>
                <a:lnTo>
                  <a:pt x="642295" y="96294"/>
                </a:lnTo>
                <a:lnTo>
                  <a:pt x="642275" y="92769"/>
                </a:lnTo>
                <a:lnTo>
                  <a:pt x="642275" y="38055"/>
                </a:lnTo>
                <a:lnTo>
                  <a:pt x="658585" y="38055"/>
                </a:lnTo>
                <a:lnTo>
                  <a:pt x="658585" y="94728"/>
                </a:lnTo>
                <a:lnTo>
                  <a:pt x="658594" y="97012"/>
                </a:lnTo>
                <a:lnTo>
                  <a:pt x="658622" y="99163"/>
                </a:lnTo>
                <a:lnTo>
                  <a:pt x="658670" y="101180"/>
                </a:lnTo>
                <a:lnTo>
                  <a:pt x="658736" y="103065"/>
                </a:lnTo>
                <a:lnTo>
                  <a:pt x="658821" y="104816"/>
                </a:lnTo>
                <a:lnTo>
                  <a:pt x="658924" y="106433"/>
                </a:lnTo>
                <a:lnTo>
                  <a:pt x="659047" y="107918"/>
                </a:lnTo>
                <a:lnTo>
                  <a:pt x="659189" y="109269"/>
                </a:lnTo>
                <a:lnTo>
                  <a:pt x="659349" y="110487"/>
                </a:lnTo>
                <a:lnTo>
                  <a:pt x="659528" y="111572"/>
                </a:lnTo>
                <a:lnTo>
                  <a:pt x="659727" y="112524"/>
                </a:lnTo>
                <a:lnTo>
                  <a:pt x="659944" y="113342"/>
                </a:lnTo>
                <a:lnTo>
                  <a:pt x="660186" y="114082"/>
                </a:lnTo>
                <a:lnTo>
                  <a:pt x="660460" y="114800"/>
                </a:lnTo>
                <a:lnTo>
                  <a:pt x="660766" y="115496"/>
                </a:lnTo>
                <a:lnTo>
                  <a:pt x="661103" y="116169"/>
                </a:lnTo>
                <a:lnTo>
                  <a:pt x="661472" y="116819"/>
                </a:lnTo>
                <a:lnTo>
                  <a:pt x="661873" y="117447"/>
                </a:lnTo>
                <a:lnTo>
                  <a:pt x="662305" y="118053"/>
                </a:lnTo>
                <a:lnTo>
                  <a:pt x="662769" y="118636"/>
                </a:lnTo>
                <a:lnTo>
                  <a:pt x="663265" y="119196"/>
                </a:lnTo>
                <a:lnTo>
                  <a:pt x="663792" y="119734"/>
                </a:lnTo>
                <a:lnTo>
                  <a:pt x="664351" y="120250"/>
                </a:lnTo>
                <a:lnTo>
                  <a:pt x="664942" y="120743"/>
                </a:lnTo>
                <a:lnTo>
                  <a:pt x="665552" y="121205"/>
                </a:lnTo>
                <a:lnTo>
                  <a:pt x="666170" y="121626"/>
                </a:lnTo>
                <a:lnTo>
                  <a:pt x="666797" y="122008"/>
                </a:lnTo>
                <a:lnTo>
                  <a:pt x="667431" y="122349"/>
                </a:lnTo>
                <a:lnTo>
                  <a:pt x="668073" y="122650"/>
                </a:lnTo>
                <a:lnTo>
                  <a:pt x="668723" y="122911"/>
                </a:lnTo>
                <a:lnTo>
                  <a:pt x="669381" y="123132"/>
                </a:lnTo>
                <a:lnTo>
                  <a:pt x="670047" y="123313"/>
                </a:lnTo>
                <a:lnTo>
                  <a:pt x="670721" y="123453"/>
                </a:lnTo>
                <a:lnTo>
                  <a:pt x="671402" y="123553"/>
                </a:lnTo>
                <a:lnTo>
                  <a:pt x="672092" y="123614"/>
                </a:lnTo>
                <a:lnTo>
                  <a:pt x="672789" y="123634"/>
                </a:lnTo>
                <a:lnTo>
                  <a:pt x="674230" y="123577"/>
                </a:lnTo>
                <a:lnTo>
                  <a:pt x="675689" y="123409"/>
                </a:lnTo>
                <a:lnTo>
                  <a:pt x="677165" y="123127"/>
                </a:lnTo>
                <a:lnTo>
                  <a:pt x="678659" y="122733"/>
                </a:lnTo>
                <a:lnTo>
                  <a:pt x="680171" y="122227"/>
                </a:lnTo>
                <a:lnTo>
                  <a:pt x="681700" y="121608"/>
                </a:lnTo>
                <a:lnTo>
                  <a:pt x="683247" y="120877"/>
                </a:lnTo>
                <a:lnTo>
                  <a:pt x="684812" y="120033"/>
                </a:lnTo>
                <a:lnTo>
                  <a:pt x="686394" y="119076"/>
                </a:lnTo>
                <a:lnTo>
                  <a:pt x="687994" y="118007"/>
                </a:lnTo>
                <a:lnTo>
                  <a:pt x="689611" y="116825"/>
                </a:lnTo>
                <a:lnTo>
                  <a:pt x="691247" y="115531"/>
                </a:lnTo>
                <a:lnTo>
                  <a:pt x="692867" y="114151"/>
                </a:lnTo>
                <a:lnTo>
                  <a:pt x="694441" y="112712"/>
                </a:lnTo>
                <a:lnTo>
                  <a:pt x="695968" y="111215"/>
                </a:lnTo>
                <a:lnTo>
                  <a:pt x="697448" y="109658"/>
                </a:lnTo>
                <a:lnTo>
                  <a:pt x="698881" y="108042"/>
                </a:lnTo>
                <a:lnTo>
                  <a:pt x="700267" y="106367"/>
                </a:lnTo>
                <a:lnTo>
                  <a:pt x="701606" y="104633"/>
                </a:lnTo>
                <a:lnTo>
                  <a:pt x="702899" y="102840"/>
                </a:lnTo>
                <a:lnTo>
                  <a:pt x="704144" y="100988"/>
                </a:lnTo>
                <a:lnTo>
                  <a:pt x="705343" y="99078"/>
                </a:lnTo>
                <a:lnTo>
                  <a:pt x="706495" y="97108"/>
                </a:lnTo>
                <a:lnTo>
                  <a:pt x="707600" y="95079"/>
                </a:lnTo>
                <a:lnTo>
                  <a:pt x="707600" y="38055"/>
                </a:lnTo>
                <a:lnTo>
                  <a:pt x="723909" y="38055"/>
                </a:lnTo>
                <a:close/>
                <a:moveTo>
                  <a:pt x="759008" y="136085"/>
                </a:moveTo>
                <a:lnTo>
                  <a:pt x="759008" y="38055"/>
                </a:lnTo>
                <a:lnTo>
                  <a:pt x="775317" y="38055"/>
                </a:lnTo>
                <a:lnTo>
                  <a:pt x="775317" y="59589"/>
                </a:lnTo>
                <a:lnTo>
                  <a:pt x="776604" y="57610"/>
                </a:lnTo>
                <a:lnTo>
                  <a:pt x="777922" y="55716"/>
                </a:lnTo>
                <a:lnTo>
                  <a:pt x="779271" y="53907"/>
                </a:lnTo>
                <a:lnTo>
                  <a:pt x="780651" y="52183"/>
                </a:lnTo>
                <a:lnTo>
                  <a:pt x="782062" y="50544"/>
                </a:lnTo>
                <a:lnTo>
                  <a:pt x="783505" y="48989"/>
                </a:lnTo>
                <a:lnTo>
                  <a:pt x="784978" y="47519"/>
                </a:lnTo>
                <a:lnTo>
                  <a:pt x="786482" y="46135"/>
                </a:lnTo>
                <a:lnTo>
                  <a:pt x="788018" y="44835"/>
                </a:lnTo>
                <a:lnTo>
                  <a:pt x="789584" y="43620"/>
                </a:lnTo>
                <a:lnTo>
                  <a:pt x="791181" y="42489"/>
                </a:lnTo>
                <a:lnTo>
                  <a:pt x="792810" y="41444"/>
                </a:lnTo>
                <a:lnTo>
                  <a:pt x="794470" y="40483"/>
                </a:lnTo>
                <a:lnTo>
                  <a:pt x="796160" y="39605"/>
                </a:lnTo>
                <a:lnTo>
                  <a:pt x="797882" y="38810"/>
                </a:lnTo>
                <a:lnTo>
                  <a:pt x="799635" y="38100"/>
                </a:lnTo>
                <a:lnTo>
                  <a:pt x="801418" y="37473"/>
                </a:lnTo>
                <a:lnTo>
                  <a:pt x="803233" y="36929"/>
                </a:lnTo>
                <a:lnTo>
                  <a:pt x="805079" y="36469"/>
                </a:lnTo>
                <a:lnTo>
                  <a:pt x="806956" y="36093"/>
                </a:lnTo>
                <a:lnTo>
                  <a:pt x="808864" y="35800"/>
                </a:lnTo>
                <a:lnTo>
                  <a:pt x="810803" y="35591"/>
                </a:lnTo>
                <a:lnTo>
                  <a:pt x="812774" y="35466"/>
                </a:lnTo>
                <a:lnTo>
                  <a:pt x="814775" y="35424"/>
                </a:lnTo>
                <a:lnTo>
                  <a:pt x="816251" y="35442"/>
                </a:lnTo>
                <a:lnTo>
                  <a:pt x="817727" y="35497"/>
                </a:lnTo>
                <a:lnTo>
                  <a:pt x="819203" y="35589"/>
                </a:lnTo>
                <a:lnTo>
                  <a:pt x="820679" y="35716"/>
                </a:lnTo>
                <a:lnTo>
                  <a:pt x="822155" y="35881"/>
                </a:lnTo>
                <a:lnTo>
                  <a:pt x="823631" y="36082"/>
                </a:lnTo>
                <a:lnTo>
                  <a:pt x="825107" y="36319"/>
                </a:lnTo>
                <a:lnTo>
                  <a:pt x="826583" y="36593"/>
                </a:lnTo>
                <a:lnTo>
                  <a:pt x="828059" y="36904"/>
                </a:lnTo>
                <a:lnTo>
                  <a:pt x="829535" y="37251"/>
                </a:lnTo>
                <a:lnTo>
                  <a:pt x="831011" y="37634"/>
                </a:lnTo>
                <a:lnTo>
                  <a:pt x="832487" y="38055"/>
                </a:lnTo>
                <a:lnTo>
                  <a:pt x="832487" y="73479"/>
                </a:lnTo>
                <a:lnTo>
                  <a:pt x="816791" y="73479"/>
                </a:lnTo>
                <a:lnTo>
                  <a:pt x="816791" y="51204"/>
                </a:lnTo>
                <a:lnTo>
                  <a:pt x="816117" y="51093"/>
                </a:lnTo>
                <a:lnTo>
                  <a:pt x="815466" y="50991"/>
                </a:lnTo>
                <a:lnTo>
                  <a:pt x="814840" y="50899"/>
                </a:lnTo>
                <a:lnTo>
                  <a:pt x="814239" y="50816"/>
                </a:lnTo>
                <a:lnTo>
                  <a:pt x="813662" y="50743"/>
                </a:lnTo>
                <a:lnTo>
                  <a:pt x="813109" y="50680"/>
                </a:lnTo>
                <a:lnTo>
                  <a:pt x="812580" y="50627"/>
                </a:lnTo>
                <a:lnTo>
                  <a:pt x="812076" y="50583"/>
                </a:lnTo>
                <a:lnTo>
                  <a:pt x="811596" y="50549"/>
                </a:lnTo>
                <a:lnTo>
                  <a:pt x="811141" y="50525"/>
                </a:lnTo>
                <a:lnTo>
                  <a:pt x="810710" y="50511"/>
                </a:lnTo>
                <a:lnTo>
                  <a:pt x="810303" y="50506"/>
                </a:lnTo>
                <a:lnTo>
                  <a:pt x="808785" y="50555"/>
                </a:lnTo>
                <a:lnTo>
                  <a:pt x="807273" y="50705"/>
                </a:lnTo>
                <a:lnTo>
                  <a:pt x="805765" y="50954"/>
                </a:lnTo>
                <a:lnTo>
                  <a:pt x="804262" y="51302"/>
                </a:lnTo>
                <a:lnTo>
                  <a:pt x="802765" y="51750"/>
                </a:lnTo>
                <a:lnTo>
                  <a:pt x="801271" y="52298"/>
                </a:lnTo>
                <a:lnTo>
                  <a:pt x="799783" y="52945"/>
                </a:lnTo>
                <a:lnTo>
                  <a:pt x="798300" y="53692"/>
                </a:lnTo>
                <a:lnTo>
                  <a:pt x="796822" y="54538"/>
                </a:lnTo>
                <a:lnTo>
                  <a:pt x="795348" y="55484"/>
                </a:lnTo>
                <a:lnTo>
                  <a:pt x="793879" y="56529"/>
                </a:lnTo>
                <a:lnTo>
                  <a:pt x="792415" y="57674"/>
                </a:lnTo>
                <a:lnTo>
                  <a:pt x="790957" y="58918"/>
                </a:lnTo>
                <a:lnTo>
                  <a:pt x="789505" y="60262"/>
                </a:lnTo>
                <a:lnTo>
                  <a:pt x="788059" y="61706"/>
                </a:lnTo>
                <a:lnTo>
                  <a:pt x="786619" y="63249"/>
                </a:lnTo>
                <a:lnTo>
                  <a:pt x="785185" y="64892"/>
                </a:lnTo>
                <a:lnTo>
                  <a:pt x="783757" y="66634"/>
                </a:lnTo>
                <a:lnTo>
                  <a:pt x="782335" y="68476"/>
                </a:lnTo>
                <a:lnTo>
                  <a:pt x="780919" y="70417"/>
                </a:lnTo>
                <a:lnTo>
                  <a:pt x="779509" y="72458"/>
                </a:lnTo>
                <a:lnTo>
                  <a:pt x="778106" y="74599"/>
                </a:lnTo>
                <a:lnTo>
                  <a:pt x="776708" y="76839"/>
                </a:lnTo>
                <a:lnTo>
                  <a:pt x="775317" y="79178"/>
                </a:lnTo>
                <a:lnTo>
                  <a:pt x="775317" y="136085"/>
                </a:lnTo>
                <a:lnTo>
                  <a:pt x="759008" y="136085"/>
                </a:lnTo>
                <a:close/>
                <a:moveTo>
                  <a:pt x="858028" y="136085"/>
                </a:moveTo>
                <a:lnTo>
                  <a:pt x="858028" y="38055"/>
                </a:lnTo>
                <a:lnTo>
                  <a:pt x="874338" y="38055"/>
                </a:lnTo>
                <a:lnTo>
                  <a:pt x="874338" y="59617"/>
                </a:lnTo>
                <a:lnTo>
                  <a:pt x="875527" y="57759"/>
                </a:lnTo>
                <a:lnTo>
                  <a:pt x="876756" y="55970"/>
                </a:lnTo>
                <a:lnTo>
                  <a:pt x="878026" y="54250"/>
                </a:lnTo>
                <a:lnTo>
                  <a:pt x="879336" y="52598"/>
                </a:lnTo>
                <a:lnTo>
                  <a:pt x="880686" y="51014"/>
                </a:lnTo>
                <a:lnTo>
                  <a:pt x="882076" y="49499"/>
                </a:lnTo>
                <a:lnTo>
                  <a:pt x="883506" y="48053"/>
                </a:lnTo>
                <a:lnTo>
                  <a:pt x="884977" y="46675"/>
                </a:lnTo>
                <a:lnTo>
                  <a:pt x="886487" y="45365"/>
                </a:lnTo>
                <a:lnTo>
                  <a:pt x="888038" y="44124"/>
                </a:lnTo>
                <a:lnTo>
                  <a:pt x="889629" y="42951"/>
                </a:lnTo>
                <a:lnTo>
                  <a:pt x="891261" y="41847"/>
                </a:lnTo>
                <a:lnTo>
                  <a:pt x="892912" y="40821"/>
                </a:lnTo>
                <a:lnTo>
                  <a:pt x="894563" y="39884"/>
                </a:lnTo>
                <a:lnTo>
                  <a:pt x="896215" y="39037"/>
                </a:lnTo>
                <a:lnTo>
                  <a:pt x="897866" y="38279"/>
                </a:lnTo>
                <a:lnTo>
                  <a:pt x="899517" y="37610"/>
                </a:lnTo>
                <a:lnTo>
                  <a:pt x="901169" y="37030"/>
                </a:lnTo>
                <a:lnTo>
                  <a:pt x="902820" y="36539"/>
                </a:lnTo>
                <a:lnTo>
                  <a:pt x="904472" y="36138"/>
                </a:lnTo>
                <a:lnTo>
                  <a:pt x="906123" y="35826"/>
                </a:lnTo>
                <a:lnTo>
                  <a:pt x="907774" y="35603"/>
                </a:lnTo>
                <a:lnTo>
                  <a:pt x="909426" y="35469"/>
                </a:lnTo>
                <a:lnTo>
                  <a:pt x="911077" y="35424"/>
                </a:lnTo>
                <a:lnTo>
                  <a:pt x="912513" y="35456"/>
                </a:lnTo>
                <a:lnTo>
                  <a:pt x="913927" y="35552"/>
                </a:lnTo>
                <a:lnTo>
                  <a:pt x="915319" y="35712"/>
                </a:lnTo>
                <a:lnTo>
                  <a:pt x="916689" y="35936"/>
                </a:lnTo>
                <a:lnTo>
                  <a:pt x="918037" y="36223"/>
                </a:lnTo>
                <a:lnTo>
                  <a:pt x="919363" y="36575"/>
                </a:lnTo>
                <a:lnTo>
                  <a:pt x="920667" y="36991"/>
                </a:lnTo>
                <a:lnTo>
                  <a:pt x="921950" y="37470"/>
                </a:lnTo>
                <a:lnTo>
                  <a:pt x="923210" y="38014"/>
                </a:lnTo>
                <a:lnTo>
                  <a:pt x="924449" y="38621"/>
                </a:lnTo>
                <a:lnTo>
                  <a:pt x="925665" y="39292"/>
                </a:lnTo>
                <a:lnTo>
                  <a:pt x="926860" y="40028"/>
                </a:lnTo>
                <a:lnTo>
                  <a:pt x="928014" y="40815"/>
                </a:lnTo>
                <a:lnTo>
                  <a:pt x="929109" y="41641"/>
                </a:lnTo>
                <a:lnTo>
                  <a:pt x="930145" y="42507"/>
                </a:lnTo>
                <a:lnTo>
                  <a:pt x="931122" y="43413"/>
                </a:lnTo>
                <a:lnTo>
                  <a:pt x="932040" y="44358"/>
                </a:lnTo>
                <a:lnTo>
                  <a:pt x="932899" y="45343"/>
                </a:lnTo>
                <a:lnTo>
                  <a:pt x="933699" y="46368"/>
                </a:lnTo>
                <a:lnTo>
                  <a:pt x="934440" y="47432"/>
                </a:lnTo>
                <a:lnTo>
                  <a:pt x="935121" y="48536"/>
                </a:lnTo>
                <a:lnTo>
                  <a:pt x="935744" y="49679"/>
                </a:lnTo>
                <a:lnTo>
                  <a:pt x="936308" y="50862"/>
                </a:lnTo>
                <a:lnTo>
                  <a:pt x="936812" y="52084"/>
                </a:lnTo>
                <a:lnTo>
                  <a:pt x="937267" y="53426"/>
                </a:lnTo>
                <a:lnTo>
                  <a:pt x="937683" y="54968"/>
                </a:lnTo>
                <a:lnTo>
                  <a:pt x="938059" y="56709"/>
                </a:lnTo>
                <a:lnTo>
                  <a:pt x="938395" y="58651"/>
                </a:lnTo>
                <a:lnTo>
                  <a:pt x="938692" y="60791"/>
                </a:lnTo>
                <a:lnTo>
                  <a:pt x="938949" y="63132"/>
                </a:lnTo>
                <a:lnTo>
                  <a:pt x="939167" y="65673"/>
                </a:lnTo>
                <a:lnTo>
                  <a:pt x="939345" y="68413"/>
                </a:lnTo>
                <a:lnTo>
                  <a:pt x="939484" y="71352"/>
                </a:lnTo>
                <a:lnTo>
                  <a:pt x="939583" y="74492"/>
                </a:lnTo>
                <a:lnTo>
                  <a:pt x="939642" y="77831"/>
                </a:lnTo>
                <a:lnTo>
                  <a:pt x="939662" y="81370"/>
                </a:lnTo>
                <a:lnTo>
                  <a:pt x="939662" y="136085"/>
                </a:lnTo>
                <a:lnTo>
                  <a:pt x="923353" y="136085"/>
                </a:lnTo>
                <a:lnTo>
                  <a:pt x="923353" y="79411"/>
                </a:lnTo>
                <a:lnTo>
                  <a:pt x="923343" y="77127"/>
                </a:lnTo>
                <a:lnTo>
                  <a:pt x="923315" y="74976"/>
                </a:lnTo>
                <a:lnTo>
                  <a:pt x="923268" y="72959"/>
                </a:lnTo>
                <a:lnTo>
                  <a:pt x="923202" y="71075"/>
                </a:lnTo>
                <a:lnTo>
                  <a:pt x="923117" y="69324"/>
                </a:lnTo>
                <a:lnTo>
                  <a:pt x="923013" y="67706"/>
                </a:lnTo>
                <a:lnTo>
                  <a:pt x="922890" y="66222"/>
                </a:lnTo>
                <a:lnTo>
                  <a:pt x="922749" y="64870"/>
                </a:lnTo>
                <a:lnTo>
                  <a:pt x="922588" y="63652"/>
                </a:lnTo>
                <a:lnTo>
                  <a:pt x="922409" y="62567"/>
                </a:lnTo>
                <a:lnTo>
                  <a:pt x="922211" y="61616"/>
                </a:lnTo>
                <a:lnTo>
                  <a:pt x="921994" y="60798"/>
                </a:lnTo>
                <a:lnTo>
                  <a:pt x="921751" y="60057"/>
                </a:lnTo>
                <a:lnTo>
                  <a:pt x="921477" y="59339"/>
                </a:lnTo>
                <a:lnTo>
                  <a:pt x="921172" y="58644"/>
                </a:lnTo>
                <a:lnTo>
                  <a:pt x="920834" y="57971"/>
                </a:lnTo>
                <a:lnTo>
                  <a:pt x="920465" y="57320"/>
                </a:lnTo>
                <a:lnTo>
                  <a:pt x="920065" y="56692"/>
                </a:lnTo>
                <a:lnTo>
                  <a:pt x="919632" y="56087"/>
                </a:lnTo>
                <a:lnTo>
                  <a:pt x="919168" y="55504"/>
                </a:lnTo>
                <a:lnTo>
                  <a:pt x="918673" y="54943"/>
                </a:lnTo>
                <a:lnTo>
                  <a:pt x="918145" y="54405"/>
                </a:lnTo>
                <a:lnTo>
                  <a:pt x="917586" y="53890"/>
                </a:lnTo>
                <a:lnTo>
                  <a:pt x="916996" y="53397"/>
                </a:lnTo>
                <a:lnTo>
                  <a:pt x="916385" y="52935"/>
                </a:lnTo>
                <a:lnTo>
                  <a:pt x="915764" y="52513"/>
                </a:lnTo>
                <a:lnTo>
                  <a:pt x="915135" y="52132"/>
                </a:lnTo>
                <a:lnTo>
                  <a:pt x="914497" y="51791"/>
                </a:lnTo>
                <a:lnTo>
                  <a:pt x="913849" y="51489"/>
                </a:lnTo>
                <a:lnTo>
                  <a:pt x="913192" y="51228"/>
                </a:lnTo>
                <a:lnTo>
                  <a:pt x="912527" y="51008"/>
                </a:lnTo>
                <a:lnTo>
                  <a:pt x="911852" y="50827"/>
                </a:lnTo>
                <a:lnTo>
                  <a:pt x="911167" y="50686"/>
                </a:lnTo>
                <a:lnTo>
                  <a:pt x="910474" y="50586"/>
                </a:lnTo>
                <a:lnTo>
                  <a:pt x="909772" y="50526"/>
                </a:lnTo>
                <a:lnTo>
                  <a:pt x="909060" y="50506"/>
                </a:lnTo>
                <a:lnTo>
                  <a:pt x="907619" y="50562"/>
                </a:lnTo>
                <a:lnTo>
                  <a:pt x="906161" y="50732"/>
                </a:lnTo>
                <a:lnTo>
                  <a:pt x="904684" y="51015"/>
                </a:lnTo>
                <a:lnTo>
                  <a:pt x="903190" y="51411"/>
                </a:lnTo>
                <a:lnTo>
                  <a:pt x="901679" y="51920"/>
                </a:lnTo>
                <a:lnTo>
                  <a:pt x="900149" y="52542"/>
                </a:lnTo>
                <a:lnTo>
                  <a:pt x="898602" y="53278"/>
                </a:lnTo>
                <a:lnTo>
                  <a:pt x="897038" y="54126"/>
                </a:lnTo>
                <a:lnTo>
                  <a:pt x="895456" y="55088"/>
                </a:lnTo>
                <a:lnTo>
                  <a:pt x="893856" y="56163"/>
                </a:lnTo>
                <a:lnTo>
                  <a:pt x="892238" y="57351"/>
                </a:lnTo>
                <a:lnTo>
                  <a:pt x="890603" y="58652"/>
                </a:lnTo>
                <a:lnTo>
                  <a:pt x="888983" y="60038"/>
                </a:lnTo>
                <a:lnTo>
                  <a:pt x="887411" y="61482"/>
                </a:lnTo>
                <a:lnTo>
                  <a:pt x="885887" y="62982"/>
                </a:lnTo>
                <a:lnTo>
                  <a:pt x="884411" y="64540"/>
                </a:lnTo>
                <a:lnTo>
                  <a:pt x="882984" y="66155"/>
                </a:lnTo>
                <a:lnTo>
                  <a:pt x="881604" y="67827"/>
                </a:lnTo>
                <a:lnTo>
                  <a:pt x="880273" y="69557"/>
                </a:lnTo>
                <a:lnTo>
                  <a:pt x="878990" y="71343"/>
                </a:lnTo>
                <a:lnTo>
                  <a:pt x="877755" y="73187"/>
                </a:lnTo>
                <a:lnTo>
                  <a:pt x="876567" y="75087"/>
                </a:lnTo>
                <a:lnTo>
                  <a:pt x="875428" y="77045"/>
                </a:lnTo>
                <a:lnTo>
                  <a:pt x="874338" y="79060"/>
                </a:lnTo>
                <a:lnTo>
                  <a:pt x="874338" y="136085"/>
                </a:lnTo>
                <a:lnTo>
                  <a:pt x="858028" y="1360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0" name="Original vector context 20">
            <a:extLst xmlns:a="http://schemas.openxmlformats.org/drawingml/2006/main">
              <a:ext uri="{FF2B5EF4-FFF2-40B4-BE49-F238E27FC236}">
                <a16:creationId xmlns:a16="http://schemas.microsoft.com/office/drawing/2014/main" id="{B142936D-220E-433B-8C71-93F9911C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2" y="2753406"/>
            <a:ext cx="292310" cy="176945"/>
          </a:xfrm>
          <a:custGeom xmlns:a="http://schemas.openxmlformats.org/drawingml/2006/main">
            <a:pathLst>
              <a:path w="292310" h="176945">
                <a:moveTo>
                  <a:pt x="28585" y="70944"/>
                </a:moveTo>
                <a:lnTo>
                  <a:pt x="25604" y="68752"/>
                </a:lnTo>
                <a:lnTo>
                  <a:pt x="24568" y="67992"/>
                </a:lnTo>
                <a:lnTo>
                  <a:pt x="23536" y="67175"/>
                </a:lnTo>
                <a:lnTo>
                  <a:pt x="22507" y="66300"/>
                </a:lnTo>
                <a:lnTo>
                  <a:pt x="21482" y="65367"/>
                </a:lnTo>
                <a:lnTo>
                  <a:pt x="20461" y="64376"/>
                </a:lnTo>
                <a:lnTo>
                  <a:pt x="19444" y="63327"/>
                </a:lnTo>
                <a:lnTo>
                  <a:pt x="18430" y="62220"/>
                </a:lnTo>
                <a:lnTo>
                  <a:pt x="17420" y="61055"/>
                </a:lnTo>
                <a:lnTo>
                  <a:pt x="16413" y="59833"/>
                </a:lnTo>
                <a:lnTo>
                  <a:pt x="15410" y="58553"/>
                </a:lnTo>
                <a:lnTo>
                  <a:pt x="14411" y="57215"/>
                </a:lnTo>
                <a:lnTo>
                  <a:pt x="13416" y="55819"/>
                </a:lnTo>
                <a:lnTo>
                  <a:pt x="12463" y="54382"/>
                </a:lnTo>
                <a:lnTo>
                  <a:pt x="11594" y="52921"/>
                </a:lnTo>
                <a:lnTo>
                  <a:pt x="10807" y="51436"/>
                </a:lnTo>
                <a:lnTo>
                  <a:pt x="10103" y="49928"/>
                </a:lnTo>
                <a:lnTo>
                  <a:pt x="9482" y="48395"/>
                </a:lnTo>
                <a:lnTo>
                  <a:pt x="8944" y="46839"/>
                </a:lnTo>
                <a:lnTo>
                  <a:pt x="8488" y="45260"/>
                </a:lnTo>
                <a:lnTo>
                  <a:pt x="8116" y="43656"/>
                </a:lnTo>
                <a:lnTo>
                  <a:pt x="7826" y="42029"/>
                </a:lnTo>
                <a:lnTo>
                  <a:pt x="7619" y="40378"/>
                </a:lnTo>
                <a:lnTo>
                  <a:pt x="7495" y="38704"/>
                </a:lnTo>
                <a:lnTo>
                  <a:pt x="7453" y="37005"/>
                </a:lnTo>
                <a:lnTo>
                  <a:pt x="7527" y="34768"/>
                </a:lnTo>
                <a:lnTo>
                  <a:pt x="7750" y="32586"/>
                </a:lnTo>
                <a:lnTo>
                  <a:pt x="8122" y="30459"/>
                </a:lnTo>
                <a:lnTo>
                  <a:pt x="8642" y="28388"/>
                </a:lnTo>
                <a:lnTo>
                  <a:pt x="9310" y="26372"/>
                </a:lnTo>
                <a:lnTo>
                  <a:pt x="10127" y="24412"/>
                </a:lnTo>
                <a:lnTo>
                  <a:pt x="11093" y="22507"/>
                </a:lnTo>
                <a:lnTo>
                  <a:pt x="12207" y="20657"/>
                </a:lnTo>
                <a:lnTo>
                  <a:pt x="13470" y="18863"/>
                </a:lnTo>
                <a:lnTo>
                  <a:pt x="14882" y="17124"/>
                </a:lnTo>
                <a:lnTo>
                  <a:pt x="16442" y="15441"/>
                </a:lnTo>
                <a:lnTo>
                  <a:pt x="18150" y="13813"/>
                </a:lnTo>
                <a:lnTo>
                  <a:pt x="19974" y="12279"/>
                </a:lnTo>
                <a:lnTo>
                  <a:pt x="21877" y="10878"/>
                </a:lnTo>
                <a:lnTo>
                  <a:pt x="23861" y="9611"/>
                </a:lnTo>
                <a:lnTo>
                  <a:pt x="25925" y="8477"/>
                </a:lnTo>
                <a:lnTo>
                  <a:pt x="28070" y="7477"/>
                </a:lnTo>
                <a:lnTo>
                  <a:pt x="30295" y="6610"/>
                </a:lnTo>
                <a:lnTo>
                  <a:pt x="32600" y="5876"/>
                </a:lnTo>
                <a:lnTo>
                  <a:pt x="34986" y="5276"/>
                </a:lnTo>
                <a:lnTo>
                  <a:pt x="37452" y="4809"/>
                </a:lnTo>
                <a:lnTo>
                  <a:pt x="39998" y="4476"/>
                </a:lnTo>
                <a:lnTo>
                  <a:pt x="42625" y="4276"/>
                </a:lnTo>
                <a:lnTo>
                  <a:pt x="45332" y="4209"/>
                </a:lnTo>
                <a:lnTo>
                  <a:pt x="46999" y="4234"/>
                </a:lnTo>
                <a:lnTo>
                  <a:pt x="48638" y="4310"/>
                </a:lnTo>
                <a:lnTo>
                  <a:pt x="50248" y="4436"/>
                </a:lnTo>
                <a:lnTo>
                  <a:pt x="51831" y="4613"/>
                </a:lnTo>
                <a:lnTo>
                  <a:pt x="53385" y="4841"/>
                </a:lnTo>
                <a:lnTo>
                  <a:pt x="54912" y="5119"/>
                </a:lnTo>
                <a:lnTo>
                  <a:pt x="56410" y="5447"/>
                </a:lnTo>
                <a:lnTo>
                  <a:pt x="57881" y="5826"/>
                </a:lnTo>
                <a:lnTo>
                  <a:pt x="59323" y="6256"/>
                </a:lnTo>
                <a:lnTo>
                  <a:pt x="60738" y="6736"/>
                </a:lnTo>
                <a:lnTo>
                  <a:pt x="62124" y="7266"/>
                </a:lnTo>
                <a:lnTo>
                  <a:pt x="63483" y="7848"/>
                </a:lnTo>
                <a:lnTo>
                  <a:pt x="64802" y="8478"/>
                </a:lnTo>
                <a:lnTo>
                  <a:pt x="66070" y="9157"/>
                </a:lnTo>
                <a:lnTo>
                  <a:pt x="67286" y="9884"/>
                </a:lnTo>
                <a:lnTo>
                  <a:pt x="68452" y="10659"/>
                </a:lnTo>
                <a:lnTo>
                  <a:pt x="69566" y="11482"/>
                </a:lnTo>
                <a:lnTo>
                  <a:pt x="70629" y="12353"/>
                </a:lnTo>
                <a:lnTo>
                  <a:pt x="71641" y="13272"/>
                </a:lnTo>
                <a:lnTo>
                  <a:pt x="72602" y="14240"/>
                </a:lnTo>
                <a:lnTo>
                  <a:pt x="73512" y="15256"/>
                </a:lnTo>
                <a:lnTo>
                  <a:pt x="74370" y="16320"/>
                </a:lnTo>
                <a:lnTo>
                  <a:pt x="75178" y="17432"/>
                </a:lnTo>
                <a:lnTo>
                  <a:pt x="75934" y="18592"/>
                </a:lnTo>
                <a:lnTo>
                  <a:pt x="76634" y="19785"/>
                </a:lnTo>
                <a:lnTo>
                  <a:pt x="77274" y="20996"/>
                </a:lnTo>
                <a:lnTo>
                  <a:pt x="77852" y="22225"/>
                </a:lnTo>
                <a:lnTo>
                  <a:pt x="78370" y="23473"/>
                </a:lnTo>
                <a:lnTo>
                  <a:pt x="78826" y="24739"/>
                </a:lnTo>
                <a:lnTo>
                  <a:pt x="79222" y="26023"/>
                </a:lnTo>
                <a:lnTo>
                  <a:pt x="79557" y="27325"/>
                </a:lnTo>
                <a:lnTo>
                  <a:pt x="79831" y="28646"/>
                </a:lnTo>
                <a:lnTo>
                  <a:pt x="80044" y="29985"/>
                </a:lnTo>
                <a:lnTo>
                  <a:pt x="80196" y="31342"/>
                </a:lnTo>
                <a:lnTo>
                  <a:pt x="80288" y="32718"/>
                </a:lnTo>
                <a:lnTo>
                  <a:pt x="80318" y="34112"/>
                </a:lnTo>
                <a:lnTo>
                  <a:pt x="80304" y="35074"/>
                </a:lnTo>
                <a:lnTo>
                  <a:pt x="80262" y="36031"/>
                </a:lnTo>
                <a:lnTo>
                  <a:pt x="80192" y="36982"/>
                </a:lnTo>
                <a:lnTo>
                  <a:pt x="80094" y="37927"/>
                </a:lnTo>
                <a:lnTo>
                  <a:pt x="79968" y="38868"/>
                </a:lnTo>
                <a:lnTo>
                  <a:pt x="79814" y="39802"/>
                </a:lnTo>
                <a:lnTo>
                  <a:pt x="79632" y="40731"/>
                </a:lnTo>
                <a:lnTo>
                  <a:pt x="79422" y="41655"/>
                </a:lnTo>
                <a:lnTo>
                  <a:pt x="79184" y="42573"/>
                </a:lnTo>
                <a:lnTo>
                  <a:pt x="78918" y="43485"/>
                </a:lnTo>
                <a:lnTo>
                  <a:pt x="78623" y="44392"/>
                </a:lnTo>
                <a:lnTo>
                  <a:pt x="78301" y="45294"/>
                </a:lnTo>
                <a:lnTo>
                  <a:pt x="77952" y="46192"/>
                </a:lnTo>
                <a:lnTo>
                  <a:pt x="77574" y="47089"/>
                </a:lnTo>
                <a:lnTo>
                  <a:pt x="77170" y="47985"/>
                </a:lnTo>
                <a:lnTo>
                  <a:pt x="76738" y="48880"/>
                </a:lnTo>
                <a:lnTo>
                  <a:pt x="76278" y="49773"/>
                </a:lnTo>
                <a:lnTo>
                  <a:pt x="75791" y="50665"/>
                </a:lnTo>
                <a:lnTo>
                  <a:pt x="75277" y="51556"/>
                </a:lnTo>
                <a:lnTo>
                  <a:pt x="74736" y="52446"/>
                </a:lnTo>
                <a:lnTo>
                  <a:pt x="74167" y="53335"/>
                </a:lnTo>
                <a:lnTo>
                  <a:pt x="73570" y="54223"/>
                </a:lnTo>
                <a:lnTo>
                  <a:pt x="72946" y="55109"/>
                </a:lnTo>
                <a:lnTo>
                  <a:pt x="72295" y="55994"/>
                </a:lnTo>
                <a:lnTo>
                  <a:pt x="71576" y="56908"/>
                </a:lnTo>
                <a:lnTo>
                  <a:pt x="70747" y="57883"/>
                </a:lnTo>
                <a:lnTo>
                  <a:pt x="69810" y="58918"/>
                </a:lnTo>
                <a:lnTo>
                  <a:pt x="68763" y="60013"/>
                </a:lnTo>
                <a:lnTo>
                  <a:pt x="67608" y="61168"/>
                </a:lnTo>
                <a:lnTo>
                  <a:pt x="66344" y="62384"/>
                </a:lnTo>
                <a:lnTo>
                  <a:pt x="64970" y="63660"/>
                </a:lnTo>
                <a:lnTo>
                  <a:pt x="63488" y="64996"/>
                </a:lnTo>
                <a:lnTo>
                  <a:pt x="61896" y="66393"/>
                </a:lnTo>
                <a:lnTo>
                  <a:pt x="60196" y="67850"/>
                </a:lnTo>
                <a:lnTo>
                  <a:pt x="58387" y="69367"/>
                </a:lnTo>
                <a:lnTo>
                  <a:pt x="56468" y="70944"/>
                </a:lnTo>
                <a:lnTo>
                  <a:pt x="63834" y="76811"/>
                </a:lnTo>
                <a:lnTo>
                  <a:pt x="65923" y="78543"/>
                </a:lnTo>
                <a:lnTo>
                  <a:pt x="67896" y="80234"/>
                </a:lnTo>
                <a:lnTo>
                  <a:pt x="69752" y="81886"/>
                </a:lnTo>
                <a:lnTo>
                  <a:pt x="71491" y="83497"/>
                </a:lnTo>
                <a:lnTo>
                  <a:pt x="73113" y="85068"/>
                </a:lnTo>
                <a:lnTo>
                  <a:pt x="74619" y="86599"/>
                </a:lnTo>
                <a:lnTo>
                  <a:pt x="76007" y="88090"/>
                </a:lnTo>
                <a:lnTo>
                  <a:pt x="77278" y="89541"/>
                </a:lnTo>
                <a:lnTo>
                  <a:pt x="78433" y="90951"/>
                </a:lnTo>
                <a:lnTo>
                  <a:pt x="79470" y="92322"/>
                </a:lnTo>
                <a:lnTo>
                  <a:pt x="80391" y="93652"/>
                </a:lnTo>
                <a:lnTo>
                  <a:pt x="81195" y="94942"/>
                </a:lnTo>
                <a:lnTo>
                  <a:pt x="81909" y="96224"/>
                </a:lnTo>
                <a:lnTo>
                  <a:pt x="82561" y="97532"/>
                </a:lnTo>
                <a:lnTo>
                  <a:pt x="83151" y="98866"/>
                </a:lnTo>
                <a:lnTo>
                  <a:pt x="83679" y="100225"/>
                </a:lnTo>
                <a:lnTo>
                  <a:pt x="84145" y="101609"/>
                </a:lnTo>
                <a:lnTo>
                  <a:pt x="84549" y="103019"/>
                </a:lnTo>
                <a:lnTo>
                  <a:pt x="84890" y="104455"/>
                </a:lnTo>
                <a:lnTo>
                  <a:pt x="85170" y="105916"/>
                </a:lnTo>
                <a:lnTo>
                  <a:pt x="85387" y="107403"/>
                </a:lnTo>
                <a:lnTo>
                  <a:pt x="85543" y="108915"/>
                </a:lnTo>
                <a:lnTo>
                  <a:pt x="85636" y="110452"/>
                </a:lnTo>
                <a:lnTo>
                  <a:pt x="85667" y="112016"/>
                </a:lnTo>
                <a:lnTo>
                  <a:pt x="85593" y="114441"/>
                </a:lnTo>
                <a:lnTo>
                  <a:pt x="85370" y="116812"/>
                </a:lnTo>
                <a:lnTo>
                  <a:pt x="84998" y="119129"/>
                </a:lnTo>
                <a:lnTo>
                  <a:pt x="84478" y="121392"/>
                </a:lnTo>
                <a:lnTo>
                  <a:pt x="83810" y="123601"/>
                </a:lnTo>
                <a:lnTo>
                  <a:pt x="82992" y="125755"/>
                </a:lnTo>
                <a:lnTo>
                  <a:pt x="82027" y="127856"/>
                </a:lnTo>
                <a:lnTo>
                  <a:pt x="80912" y="129902"/>
                </a:lnTo>
                <a:lnTo>
                  <a:pt x="79650" y="131894"/>
                </a:lnTo>
                <a:lnTo>
                  <a:pt x="78238" y="133832"/>
                </a:lnTo>
                <a:lnTo>
                  <a:pt x="76678" y="135716"/>
                </a:lnTo>
                <a:lnTo>
                  <a:pt x="74969" y="137545"/>
                </a:lnTo>
                <a:lnTo>
                  <a:pt x="73112" y="139273"/>
                </a:lnTo>
                <a:lnTo>
                  <a:pt x="71106" y="140850"/>
                </a:lnTo>
                <a:lnTo>
                  <a:pt x="68952" y="142277"/>
                </a:lnTo>
                <a:lnTo>
                  <a:pt x="66649" y="143554"/>
                </a:lnTo>
                <a:lnTo>
                  <a:pt x="64198" y="144680"/>
                </a:lnTo>
                <a:lnTo>
                  <a:pt x="61598" y="145657"/>
                </a:lnTo>
                <a:lnTo>
                  <a:pt x="58849" y="146483"/>
                </a:lnTo>
                <a:lnTo>
                  <a:pt x="55952" y="147159"/>
                </a:lnTo>
                <a:lnTo>
                  <a:pt x="52906" y="147685"/>
                </a:lnTo>
                <a:lnTo>
                  <a:pt x="49712" y="148060"/>
                </a:lnTo>
                <a:lnTo>
                  <a:pt x="46369" y="148285"/>
                </a:lnTo>
                <a:lnTo>
                  <a:pt x="42877" y="148361"/>
                </a:lnTo>
                <a:lnTo>
                  <a:pt x="39372" y="148290"/>
                </a:lnTo>
                <a:lnTo>
                  <a:pt x="36016" y="148080"/>
                </a:lnTo>
                <a:lnTo>
                  <a:pt x="32810" y="147728"/>
                </a:lnTo>
                <a:lnTo>
                  <a:pt x="29754" y="147237"/>
                </a:lnTo>
                <a:lnTo>
                  <a:pt x="26848" y="146605"/>
                </a:lnTo>
                <a:lnTo>
                  <a:pt x="24091" y="145832"/>
                </a:lnTo>
                <a:lnTo>
                  <a:pt x="21484" y="144919"/>
                </a:lnTo>
                <a:lnTo>
                  <a:pt x="19027" y="143866"/>
                </a:lnTo>
                <a:lnTo>
                  <a:pt x="16720" y="142672"/>
                </a:lnTo>
                <a:lnTo>
                  <a:pt x="14563" y="141337"/>
                </a:lnTo>
                <a:lnTo>
                  <a:pt x="12555" y="139862"/>
                </a:lnTo>
                <a:lnTo>
                  <a:pt x="10697" y="138247"/>
                </a:lnTo>
                <a:lnTo>
                  <a:pt x="8989" y="136527"/>
                </a:lnTo>
                <a:lnTo>
                  <a:pt x="7429" y="134740"/>
                </a:lnTo>
                <a:lnTo>
                  <a:pt x="6017" y="132885"/>
                </a:lnTo>
                <a:lnTo>
                  <a:pt x="4754" y="130963"/>
                </a:lnTo>
                <a:lnTo>
                  <a:pt x="3640" y="128973"/>
                </a:lnTo>
                <a:lnTo>
                  <a:pt x="2674" y="126916"/>
                </a:lnTo>
                <a:lnTo>
                  <a:pt x="1857" y="124791"/>
                </a:lnTo>
                <a:lnTo>
                  <a:pt x="1189" y="122599"/>
                </a:lnTo>
                <a:lnTo>
                  <a:pt x="669" y="120339"/>
                </a:lnTo>
                <a:lnTo>
                  <a:pt x="297" y="118012"/>
                </a:lnTo>
                <a:lnTo>
                  <a:pt x="74" y="115618"/>
                </a:lnTo>
                <a:lnTo>
                  <a:pt x="0" y="113156"/>
                </a:lnTo>
                <a:lnTo>
                  <a:pt x="199" y="109451"/>
                </a:lnTo>
                <a:lnTo>
                  <a:pt x="794" y="105780"/>
                </a:lnTo>
                <a:lnTo>
                  <a:pt x="1787" y="102143"/>
                </a:lnTo>
                <a:lnTo>
                  <a:pt x="3176" y="98540"/>
                </a:lnTo>
                <a:lnTo>
                  <a:pt x="4963" y="94971"/>
                </a:lnTo>
                <a:lnTo>
                  <a:pt x="7146" y="91437"/>
                </a:lnTo>
                <a:lnTo>
                  <a:pt x="9727" y="87936"/>
                </a:lnTo>
                <a:lnTo>
                  <a:pt x="12704" y="84470"/>
                </a:lnTo>
                <a:lnTo>
                  <a:pt x="16079" y="81037"/>
                </a:lnTo>
                <a:lnTo>
                  <a:pt x="19851" y="77639"/>
                </a:lnTo>
                <a:lnTo>
                  <a:pt x="24019" y="74274"/>
                </a:lnTo>
                <a:lnTo>
                  <a:pt x="28585" y="70944"/>
                </a:lnTo>
                <a:moveTo>
                  <a:pt x="45332" y="62625"/>
                </a:moveTo>
                <a:lnTo>
                  <a:pt x="47329" y="61085"/>
                </a:lnTo>
                <a:lnTo>
                  <a:pt x="49197" y="59588"/>
                </a:lnTo>
                <a:lnTo>
                  <a:pt x="50936" y="58133"/>
                </a:lnTo>
                <a:lnTo>
                  <a:pt x="52547" y="56720"/>
                </a:lnTo>
                <a:lnTo>
                  <a:pt x="54029" y="55351"/>
                </a:lnTo>
                <a:lnTo>
                  <a:pt x="55383" y="54023"/>
                </a:lnTo>
                <a:lnTo>
                  <a:pt x="56609" y="52739"/>
                </a:lnTo>
                <a:lnTo>
                  <a:pt x="57705" y="51497"/>
                </a:lnTo>
                <a:lnTo>
                  <a:pt x="58674" y="50297"/>
                </a:lnTo>
                <a:lnTo>
                  <a:pt x="59514" y="49140"/>
                </a:lnTo>
                <a:lnTo>
                  <a:pt x="60225" y="48026"/>
                </a:lnTo>
                <a:lnTo>
                  <a:pt x="60809" y="46955"/>
                </a:lnTo>
                <a:lnTo>
                  <a:pt x="61306" y="45910"/>
                </a:lnTo>
                <a:lnTo>
                  <a:pt x="61760" y="44877"/>
                </a:lnTo>
                <a:lnTo>
                  <a:pt x="62170" y="43857"/>
                </a:lnTo>
                <a:lnTo>
                  <a:pt x="62538" y="42849"/>
                </a:lnTo>
                <a:lnTo>
                  <a:pt x="62862" y="41853"/>
                </a:lnTo>
                <a:lnTo>
                  <a:pt x="63143" y="40869"/>
                </a:lnTo>
                <a:lnTo>
                  <a:pt x="63381" y="39897"/>
                </a:lnTo>
                <a:lnTo>
                  <a:pt x="63575" y="38938"/>
                </a:lnTo>
                <a:lnTo>
                  <a:pt x="63727" y="37990"/>
                </a:lnTo>
                <a:lnTo>
                  <a:pt x="63835" y="37055"/>
                </a:lnTo>
                <a:lnTo>
                  <a:pt x="63900" y="36132"/>
                </a:lnTo>
                <a:lnTo>
                  <a:pt x="63921" y="35221"/>
                </a:lnTo>
                <a:lnTo>
                  <a:pt x="63881" y="34135"/>
                </a:lnTo>
                <a:lnTo>
                  <a:pt x="63761" y="33066"/>
                </a:lnTo>
                <a:lnTo>
                  <a:pt x="63560" y="32013"/>
                </a:lnTo>
                <a:lnTo>
                  <a:pt x="63278" y="30976"/>
                </a:lnTo>
                <a:lnTo>
                  <a:pt x="62917" y="29955"/>
                </a:lnTo>
                <a:lnTo>
                  <a:pt x="62475" y="28951"/>
                </a:lnTo>
                <a:lnTo>
                  <a:pt x="61952" y="27964"/>
                </a:lnTo>
                <a:lnTo>
                  <a:pt x="61349" y="26993"/>
                </a:lnTo>
                <a:lnTo>
                  <a:pt x="60666" y="26038"/>
                </a:lnTo>
                <a:lnTo>
                  <a:pt x="59902" y="25099"/>
                </a:lnTo>
                <a:lnTo>
                  <a:pt x="59059" y="24177"/>
                </a:lnTo>
                <a:lnTo>
                  <a:pt x="58134" y="23272"/>
                </a:lnTo>
                <a:lnTo>
                  <a:pt x="57147" y="22412"/>
                </a:lnTo>
                <a:lnTo>
                  <a:pt x="56113" y="21627"/>
                </a:lnTo>
                <a:lnTo>
                  <a:pt x="55032" y="20916"/>
                </a:lnTo>
                <a:lnTo>
                  <a:pt x="53906" y="20280"/>
                </a:lnTo>
                <a:lnTo>
                  <a:pt x="52733" y="19720"/>
                </a:lnTo>
                <a:lnTo>
                  <a:pt x="51514" y="19234"/>
                </a:lnTo>
                <a:lnTo>
                  <a:pt x="50249" y="18822"/>
                </a:lnTo>
                <a:lnTo>
                  <a:pt x="48937" y="18486"/>
                </a:lnTo>
                <a:lnTo>
                  <a:pt x="47579" y="18224"/>
                </a:lnTo>
                <a:lnTo>
                  <a:pt x="46175" y="18037"/>
                </a:lnTo>
                <a:lnTo>
                  <a:pt x="44725" y="17925"/>
                </a:lnTo>
                <a:lnTo>
                  <a:pt x="43228" y="17887"/>
                </a:lnTo>
                <a:lnTo>
                  <a:pt x="41624" y="17928"/>
                </a:lnTo>
                <a:lnTo>
                  <a:pt x="40085" y="18050"/>
                </a:lnTo>
                <a:lnTo>
                  <a:pt x="38611" y="18254"/>
                </a:lnTo>
                <a:lnTo>
                  <a:pt x="37202" y="18539"/>
                </a:lnTo>
                <a:lnTo>
                  <a:pt x="35859" y="18906"/>
                </a:lnTo>
                <a:lnTo>
                  <a:pt x="34580" y="19354"/>
                </a:lnTo>
                <a:lnTo>
                  <a:pt x="33367" y="19884"/>
                </a:lnTo>
                <a:lnTo>
                  <a:pt x="32219" y="20495"/>
                </a:lnTo>
                <a:lnTo>
                  <a:pt x="31136" y="21187"/>
                </a:lnTo>
                <a:lnTo>
                  <a:pt x="30118" y="21961"/>
                </a:lnTo>
                <a:lnTo>
                  <a:pt x="29165" y="22817"/>
                </a:lnTo>
                <a:lnTo>
                  <a:pt x="28278" y="23754"/>
                </a:lnTo>
                <a:lnTo>
                  <a:pt x="27459" y="24734"/>
                </a:lnTo>
                <a:lnTo>
                  <a:pt x="26711" y="25721"/>
                </a:lnTo>
                <a:lnTo>
                  <a:pt x="26034" y="26714"/>
                </a:lnTo>
                <a:lnTo>
                  <a:pt x="25428" y="27712"/>
                </a:lnTo>
                <a:lnTo>
                  <a:pt x="24894" y="28717"/>
                </a:lnTo>
                <a:lnTo>
                  <a:pt x="24431" y="29728"/>
                </a:lnTo>
                <a:lnTo>
                  <a:pt x="24039" y="30745"/>
                </a:lnTo>
                <a:lnTo>
                  <a:pt x="23718" y="31769"/>
                </a:lnTo>
                <a:lnTo>
                  <a:pt x="23469" y="32798"/>
                </a:lnTo>
                <a:lnTo>
                  <a:pt x="23291" y="33833"/>
                </a:lnTo>
                <a:lnTo>
                  <a:pt x="23184" y="34875"/>
                </a:lnTo>
                <a:lnTo>
                  <a:pt x="23148" y="35923"/>
                </a:lnTo>
                <a:lnTo>
                  <a:pt x="23178" y="36939"/>
                </a:lnTo>
                <a:lnTo>
                  <a:pt x="23268" y="37946"/>
                </a:lnTo>
                <a:lnTo>
                  <a:pt x="23417" y="38943"/>
                </a:lnTo>
                <a:lnTo>
                  <a:pt x="23626" y="39930"/>
                </a:lnTo>
                <a:lnTo>
                  <a:pt x="23894" y="40907"/>
                </a:lnTo>
                <a:lnTo>
                  <a:pt x="24223" y="41875"/>
                </a:lnTo>
                <a:lnTo>
                  <a:pt x="24610" y="42833"/>
                </a:lnTo>
                <a:lnTo>
                  <a:pt x="25058" y="43781"/>
                </a:lnTo>
                <a:lnTo>
                  <a:pt x="25565" y="44720"/>
                </a:lnTo>
                <a:lnTo>
                  <a:pt x="26132" y="45649"/>
                </a:lnTo>
                <a:lnTo>
                  <a:pt x="26759" y="46568"/>
                </a:lnTo>
                <a:lnTo>
                  <a:pt x="27445" y="47478"/>
                </a:lnTo>
                <a:lnTo>
                  <a:pt x="28197" y="48392"/>
                </a:lnTo>
                <a:lnTo>
                  <a:pt x="29021" y="49324"/>
                </a:lnTo>
                <a:lnTo>
                  <a:pt x="29917" y="50274"/>
                </a:lnTo>
                <a:lnTo>
                  <a:pt x="30884" y="51243"/>
                </a:lnTo>
                <a:lnTo>
                  <a:pt x="31923" y="52230"/>
                </a:lnTo>
                <a:lnTo>
                  <a:pt x="33035" y="53235"/>
                </a:lnTo>
                <a:lnTo>
                  <a:pt x="34218" y="54258"/>
                </a:lnTo>
                <a:lnTo>
                  <a:pt x="35473" y="55300"/>
                </a:lnTo>
                <a:lnTo>
                  <a:pt x="36800" y="56360"/>
                </a:lnTo>
                <a:lnTo>
                  <a:pt x="38198" y="57438"/>
                </a:lnTo>
                <a:lnTo>
                  <a:pt x="39669" y="58535"/>
                </a:lnTo>
                <a:lnTo>
                  <a:pt x="41211" y="59649"/>
                </a:lnTo>
                <a:lnTo>
                  <a:pt x="45332" y="62625"/>
                </a:lnTo>
                <a:moveTo>
                  <a:pt x="40861" y="79611"/>
                </a:moveTo>
                <a:lnTo>
                  <a:pt x="37163" y="82557"/>
                </a:lnTo>
                <a:lnTo>
                  <a:pt x="33787" y="85472"/>
                </a:lnTo>
                <a:lnTo>
                  <a:pt x="30733" y="88355"/>
                </a:lnTo>
                <a:lnTo>
                  <a:pt x="28000" y="91207"/>
                </a:lnTo>
                <a:lnTo>
                  <a:pt x="25589" y="94027"/>
                </a:lnTo>
                <a:lnTo>
                  <a:pt x="23499" y="96815"/>
                </a:lnTo>
                <a:lnTo>
                  <a:pt x="21731" y="99572"/>
                </a:lnTo>
                <a:lnTo>
                  <a:pt x="20284" y="102297"/>
                </a:lnTo>
                <a:lnTo>
                  <a:pt x="19159" y="104990"/>
                </a:lnTo>
                <a:lnTo>
                  <a:pt x="18355" y="107652"/>
                </a:lnTo>
                <a:lnTo>
                  <a:pt x="17873" y="110283"/>
                </a:lnTo>
                <a:lnTo>
                  <a:pt x="17712" y="112882"/>
                </a:lnTo>
                <a:lnTo>
                  <a:pt x="17765" y="114394"/>
                </a:lnTo>
                <a:lnTo>
                  <a:pt x="17924" y="115866"/>
                </a:lnTo>
                <a:lnTo>
                  <a:pt x="18189" y="117298"/>
                </a:lnTo>
                <a:lnTo>
                  <a:pt x="18560" y="118689"/>
                </a:lnTo>
                <a:lnTo>
                  <a:pt x="19036" y="120041"/>
                </a:lnTo>
                <a:lnTo>
                  <a:pt x="19619" y="121353"/>
                </a:lnTo>
                <a:lnTo>
                  <a:pt x="20308" y="122624"/>
                </a:lnTo>
                <a:lnTo>
                  <a:pt x="21102" y="123855"/>
                </a:lnTo>
                <a:lnTo>
                  <a:pt x="22003" y="125047"/>
                </a:lnTo>
                <a:lnTo>
                  <a:pt x="23010" y="126198"/>
                </a:lnTo>
                <a:lnTo>
                  <a:pt x="24122" y="127309"/>
                </a:lnTo>
                <a:lnTo>
                  <a:pt x="25341" y="128380"/>
                </a:lnTo>
                <a:lnTo>
                  <a:pt x="26631" y="129386"/>
                </a:lnTo>
                <a:lnTo>
                  <a:pt x="27961" y="130305"/>
                </a:lnTo>
                <a:lnTo>
                  <a:pt x="29330" y="131137"/>
                </a:lnTo>
                <a:lnTo>
                  <a:pt x="30738" y="131881"/>
                </a:lnTo>
                <a:lnTo>
                  <a:pt x="32185" y="132537"/>
                </a:lnTo>
                <a:lnTo>
                  <a:pt x="33670" y="133106"/>
                </a:lnTo>
                <a:lnTo>
                  <a:pt x="35195" y="133588"/>
                </a:lnTo>
                <a:lnTo>
                  <a:pt x="36759" y="133982"/>
                </a:lnTo>
                <a:lnTo>
                  <a:pt x="38362" y="134288"/>
                </a:lnTo>
                <a:lnTo>
                  <a:pt x="40003" y="134507"/>
                </a:lnTo>
                <a:lnTo>
                  <a:pt x="41684" y="134638"/>
                </a:lnTo>
                <a:lnTo>
                  <a:pt x="43403" y="134682"/>
                </a:lnTo>
                <a:lnTo>
                  <a:pt x="44982" y="134640"/>
                </a:lnTo>
                <a:lnTo>
                  <a:pt x="46533" y="134514"/>
                </a:lnTo>
                <a:lnTo>
                  <a:pt x="48056" y="134304"/>
                </a:lnTo>
                <a:lnTo>
                  <a:pt x="49551" y="134011"/>
                </a:lnTo>
                <a:lnTo>
                  <a:pt x="51018" y="133633"/>
                </a:lnTo>
                <a:lnTo>
                  <a:pt x="52457" y="133172"/>
                </a:lnTo>
                <a:lnTo>
                  <a:pt x="53868" y="132627"/>
                </a:lnTo>
                <a:lnTo>
                  <a:pt x="55250" y="131998"/>
                </a:lnTo>
                <a:lnTo>
                  <a:pt x="56605" y="131285"/>
                </a:lnTo>
                <a:lnTo>
                  <a:pt x="57932" y="130488"/>
                </a:lnTo>
                <a:lnTo>
                  <a:pt x="59231" y="129607"/>
                </a:lnTo>
                <a:lnTo>
                  <a:pt x="60502" y="128643"/>
                </a:lnTo>
                <a:lnTo>
                  <a:pt x="61706" y="127615"/>
                </a:lnTo>
                <a:lnTo>
                  <a:pt x="62806" y="126546"/>
                </a:lnTo>
                <a:lnTo>
                  <a:pt x="63801" y="125436"/>
                </a:lnTo>
                <a:lnTo>
                  <a:pt x="64691" y="124284"/>
                </a:lnTo>
                <a:lnTo>
                  <a:pt x="65476" y="123091"/>
                </a:lnTo>
                <a:lnTo>
                  <a:pt x="66157" y="121856"/>
                </a:lnTo>
                <a:lnTo>
                  <a:pt x="66733" y="120580"/>
                </a:lnTo>
                <a:lnTo>
                  <a:pt x="67205" y="119263"/>
                </a:lnTo>
                <a:lnTo>
                  <a:pt x="67571" y="117904"/>
                </a:lnTo>
                <a:lnTo>
                  <a:pt x="67833" y="116504"/>
                </a:lnTo>
                <a:lnTo>
                  <a:pt x="67990" y="115063"/>
                </a:lnTo>
                <a:lnTo>
                  <a:pt x="68042" y="113580"/>
                </a:lnTo>
                <a:lnTo>
                  <a:pt x="67979" y="112105"/>
                </a:lnTo>
                <a:lnTo>
                  <a:pt x="67788" y="110626"/>
                </a:lnTo>
                <a:lnTo>
                  <a:pt x="67470" y="109143"/>
                </a:lnTo>
                <a:lnTo>
                  <a:pt x="67024" y="107656"/>
                </a:lnTo>
                <a:lnTo>
                  <a:pt x="66452" y="106166"/>
                </a:lnTo>
                <a:lnTo>
                  <a:pt x="65752" y="104672"/>
                </a:lnTo>
                <a:lnTo>
                  <a:pt x="64924" y="103175"/>
                </a:lnTo>
                <a:lnTo>
                  <a:pt x="63970" y="101674"/>
                </a:lnTo>
                <a:lnTo>
                  <a:pt x="62888" y="100169"/>
                </a:lnTo>
                <a:lnTo>
                  <a:pt x="61679" y="98660"/>
                </a:lnTo>
                <a:lnTo>
                  <a:pt x="60343" y="97148"/>
                </a:lnTo>
                <a:lnTo>
                  <a:pt x="58879" y="95633"/>
                </a:lnTo>
                <a:lnTo>
                  <a:pt x="57391" y="94159"/>
                </a:lnTo>
                <a:lnTo>
                  <a:pt x="55980" y="92773"/>
                </a:lnTo>
                <a:lnTo>
                  <a:pt x="54646" y="91474"/>
                </a:lnTo>
                <a:lnTo>
                  <a:pt x="53390" y="90263"/>
                </a:lnTo>
                <a:lnTo>
                  <a:pt x="52210" y="89139"/>
                </a:lnTo>
                <a:lnTo>
                  <a:pt x="51109" y="88103"/>
                </a:lnTo>
                <a:lnTo>
                  <a:pt x="50084" y="87155"/>
                </a:lnTo>
                <a:lnTo>
                  <a:pt x="49137" y="86294"/>
                </a:lnTo>
                <a:lnTo>
                  <a:pt x="48267" y="85521"/>
                </a:lnTo>
                <a:lnTo>
                  <a:pt x="47475" y="84835"/>
                </a:lnTo>
                <a:lnTo>
                  <a:pt x="46759" y="84237"/>
                </a:lnTo>
                <a:lnTo>
                  <a:pt x="46122" y="83727"/>
                </a:lnTo>
                <a:lnTo>
                  <a:pt x="40861" y="79611"/>
                </a:lnTo>
                <a:close/>
                <a:moveTo>
                  <a:pt x="262849" y="88604"/>
                </a:moveTo>
                <a:lnTo>
                  <a:pt x="261520" y="87888"/>
                </a:lnTo>
                <a:lnTo>
                  <a:pt x="260251" y="87173"/>
                </a:lnTo>
                <a:lnTo>
                  <a:pt x="259043" y="86462"/>
                </a:lnTo>
                <a:lnTo>
                  <a:pt x="257894" y="85752"/>
                </a:lnTo>
                <a:lnTo>
                  <a:pt x="256807" y="85046"/>
                </a:lnTo>
                <a:lnTo>
                  <a:pt x="255779" y="84341"/>
                </a:lnTo>
                <a:lnTo>
                  <a:pt x="254812" y="83639"/>
                </a:lnTo>
                <a:lnTo>
                  <a:pt x="253905" y="82940"/>
                </a:lnTo>
                <a:lnTo>
                  <a:pt x="253058" y="82243"/>
                </a:lnTo>
                <a:lnTo>
                  <a:pt x="252272" y="81549"/>
                </a:lnTo>
                <a:lnTo>
                  <a:pt x="251546" y="80857"/>
                </a:lnTo>
                <a:lnTo>
                  <a:pt x="250880" y="80167"/>
                </a:lnTo>
                <a:lnTo>
                  <a:pt x="250258" y="79478"/>
                </a:lnTo>
                <a:lnTo>
                  <a:pt x="249663" y="78785"/>
                </a:lnTo>
                <a:lnTo>
                  <a:pt x="249096" y="78089"/>
                </a:lnTo>
                <a:lnTo>
                  <a:pt x="248556" y="77390"/>
                </a:lnTo>
                <a:lnTo>
                  <a:pt x="248044" y="76688"/>
                </a:lnTo>
                <a:lnTo>
                  <a:pt x="247559" y="75983"/>
                </a:lnTo>
                <a:lnTo>
                  <a:pt x="247101" y="75275"/>
                </a:lnTo>
                <a:lnTo>
                  <a:pt x="246671" y="74564"/>
                </a:lnTo>
                <a:lnTo>
                  <a:pt x="246268" y="73850"/>
                </a:lnTo>
                <a:lnTo>
                  <a:pt x="245893" y="73133"/>
                </a:lnTo>
                <a:lnTo>
                  <a:pt x="245545" y="72413"/>
                </a:lnTo>
                <a:lnTo>
                  <a:pt x="245224" y="71689"/>
                </a:lnTo>
                <a:lnTo>
                  <a:pt x="244930" y="70955"/>
                </a:lnTo>
                <a:lnTo>
                  <a:pt x="244662" y="70204"/>
                </a:lnTo>
                <a:lnTo>
                  <a:pt x="244419" y="69434"/>
                </a:lnTo>
                <a:lnTo>
                  <a:pt x="244201" y="68647"/>
                </a:lnTo>
                <a:lnTo>
                  <a:pt x="244009" y="67842"/>
                </a:lnTo>
                <a:lnTo>
                  <a:pt x="243843" y="67020"/>
                </a:lnTo>
                <a:lnTo>
                  <a:pt x="243702" y="66179"/>
                </a:lnTo>
                <a:lnTo>
                  <a:pt x="243587" y="65321"/>
                </a:lnTo>
                <a:lnTo>
                  <a:pt x="243498" y="64446"/>
                </a:lnTo>
                <a:lnTo>
                  <a:pt x="243434" y="63553"/>
                </a:lnTo>
                <a:lnTo>
                  <a:pt x="243396" y="62641"/>
                </a:lnTo>
                <a:lnTo>
                  <a:pt x="243383" y="61713"/>
                </a:lnTo>
                <a:lnTo>
                  <a:pt x="243394" y="60857"/>
                </a:lnTo>
                <a:lnTo>
                  <a:pt x="243429" y="59958"/>
                </a:lnTo>
                <a:lnTo>
                  <a:pt x="243487" y="59017"/>
                </a:lnTo>
                <a:lnTo>
                  <a:pt x="243568" y="58033"/>
                </a:lnTo>
                <a:lnTo>
                  <a:pt x="243672" y="57006"/>
                </a:lnTo>
                <a:lnTo>
                  <a:pt x="243799" y="55937"/>
                </a:lnTo>
                <a:lnTo>
                  <a:pt x="243950" y="54826"/>
                </a:lnTo>
                <a:lnTo>
                  <a:pt x="244123" y="53671"/>
                </a:lnTo>
                <a:lnTo>
                  <a:pt x="244320" y="52475"/>
                </a:lnTo>
                <a:lnTo>
                  <a:pt x="244540" y="51235"/>
                </a:lnTo>
                <a:lnTo>
                  <a:pt x="244783" y="49953"/>
                </a:lnTo>
                <a:lnTo>
                  <a:pt x="245049" y="48629"/>
                </a:lnTo>
                <a:lnTo>
                  <a:pt x="247241" y="38622"/>
                </a:lnTo>
                <a:lnTo>
                  <a:pt x="247521" y="37290"/>
                </a:lnTo>
                <a:lnTo>
                  <a:pt x="247777" y="36016"/>
                </a:lnTo>
                <a:lnTo>
                  <a:pt x="248008" y="34801"/>
                </a:lnTo>
                <a:lnTo>
                  <a:pt x="248215" y="33645"/>
                </a:lnTo>
                <a:lnTo>
                  <a:pt x="248398" y="32547"/>
                </a:lnTo>
                <a:lnTo>
                  <a:pt x="248556" y="31508"/>
                </a:lnTo>
                <a:lnTo>
                  <a:pt x="248690" y="30527"/>
                </a:lnTo>
                <a:lnTo>
                  <a:pt x="248800" y="29605"/>
                </a:lnTo>
                <a:lnTo>
                  <a:pt x="248885" y="28742"/>
                </a:lnTo>
                <a:lnTo>
                  <a:pt x="248946" y="27937"/>
                </a:lnTo>
                <a:lnTo>
                  <a:pt x="248982" y="27190"/>
                </a:lnTo>
                <a:lnTo>
                  <a:pt x="248995" y="26502"/>
                </a:lnTo>
                <a:lnTo>
                  <a:pt x="248966" y="25620"/>
                </a:lnTo>
                <a:lnTo>
                  <a:pt x="248879" y="24761"/>
                </a:lnTo>
                <a:lnTo>
                  <a:pt x="248734" y="23924"/>
                </a:lnTo>
                <a:lnTo>
                  <a:pt x="248532" y="23110"/>
                </a:lnTo>
                <a:lnTo>
                  <a:pt x="248271" y="22319"/>
                </a:lnTo>
                <a:lnTo>
                  <a:pt x="247953" y="21550"/>
                </a:lnTo>
                <a:lnTo>
                  <a:pt x="247577" y="20803"/>
                </a:lnTo>
                <a:lnTo>
                  <a:pt x="247143" y="20080"/>
                </a:lnTo>
                <a:lnTo>
                  <a:pt x="246652" y="19378"/>
                </a:lnTo>
                <a:lnTo>
                  <a:pt x="246102" y="18700"/>
                </a:lnTo>
                <a:lnTo>
                  <a:pt x="245495" y="18044"/>
                </a:lnTo>
                <a:lnTo>
                  <a:pt x="244830" y="17411"/>
                </a:lnTo>
                <a:lnTo>
                  <a:pt x="244074" y="16815"/>
                </a:lnTo>
                <a:lnTo>
                  <a:pt x="243196" y="16270"/>
                </a:lnTo>
                <a:lnTo>
                  <a:pt x="242196" y="15778"/>
                </a:lnTo>
                <a:lnTo>
                  <a:pt x="241074" y="15337"/>
                </a:lnTo>
                <a:lnTo>
                  <a:pt x="239829" y="14949"/>
                </a:lnTo>
                <a:lnTo>
                  <a:pt x="238462" y="14612"/>
                </a:lnTo>
                <a:lnTo>
                  <a:pt x="236972" y="14327"/>
                </a:lnTo>
                <a:lnTo>
                  <a:pt x="235360" y="14093"/>
                </a:lnTo>
                <a:lnTo>
                  <a:pt x="233625" y="13912"/>
                </a:lnTo>
                <a:lnTo>
                  <a:pt x="231768" y="13782"/>
                </a:lnTo>
                <a:lnTo>
                  <a:pt x="229789" y="13705"/>
                </a:lnTo>
                <a:lnTo>
                  <a:pt x="227687" y="13679"/>
                </a:lnTo>
                <a:lnTo>
                  <a:pt x="214097" y="13679"/>
                </a:lnTo>
                <a:lnTo>
                  <a:pt x="214097" y="0"/>
                </a:lnTo>
                <a:lnTo>
                  <a:pt x="227863" y="0"/>
                </a:lnTo>
                <a:lnTo>
                  <a:pt x="231749" y="54"/>
                </a:lnTo>
                <a:lnTo>
                  <a:pt x="235398" y="216"/>
                </a:lnTo>
                <a:lnTo>
                  <a:pt x="238810" y="486"/>
                </a:lnTo>
                <a:lnTo>
                  <a:pt x="241985" y="863"/>
                </a:lnTo>
                <a:lnTo>
                  <a:pt x="244923" y="1349"/>
                </a:lnTo>
                <a:lnTo>
                  <a:pt x="247624" y="1942"/>
                </a:lnTo>
                <a:lnTo>
                  <a:pt x="250089" y="2643"/>
                </a:lnTo>
                <a:lnTo>
                  <a:pt x="252317" y="3453"/>
                </a:lnTo>
                <a:lnTo>
                  <a:pt x="254308" y="4370"/>
                </a:lnTo>
                <a:lnTo>
                  <a:pt x="256062" y="5395"/>
                </a:lnTo>
                <a:lnTo>
                  <a:pt x="257579" y="6527"/>
                </a:lnTo>
                <a:lnTo>
                  <a:pt x="258859" y="7768"/>
                </a:lnTo>
                <a:lnTo>
                  <a:pt x="259972" y="9076"/>
                </a:lnTo>
                <a:lnTo>
                  <a:pt x="260989" y="10410"/>
                </a:lnTo>
                <a:lnTo>
                  <a:pt x="261909" y="11770"/>
                </a:lnTo>
                <a:lnTo>
                  <a:pt x="262732" y="13157"/>
                </a:lnTo>
                <a:lnTo>
                  <a:pt x="263458" y="14569"/>
                </a:lnTo>
                <a:lnTo>
                  <a:pt x="264087" y="16008"/>
                </a:lnTo>
                <a:lnTo>
                  <a:pt x="264620" y="17474"/>
                </a:lnTo>
                <a:lnTo>
                  <a:pt x="265055" y="18965"/>
                </a:lnTo>
                <a:lnTo>
                  <a:pt x="265394" y="20482"/>
                </a:lnTo>
                <a:lnTo>
                  <a:pt x="265636" y="22026"/>
                </a:lnTo>
                <a:lnTo>
                  <a:pt x="265781" y="23596"/>
                </a:lnTo>
                <a:lnTo>
                  <a:pt x="265830" y="25193"/>
                </a:lnTo>
                <a:lnTo>
                  <a:pt x="265820" y="26075"/>
                </a:lnTo>
                <a:lnTo>
                  <a:pt x="265791" y="26968"/>
                </a:lnTo>
                <a:lnTo>
                  <a:pt x="265742" y="27870"/>
                </a:lnTo>
                <a:lnTo>
                  <a:pt x="265674" y="28782"/>
                </a:lnTo>
                <a:lnTo>
                  <a:pt x="265586" y="29703"/>
                </a:lnTo>
                <a:lnTo>
                  <a:pt x="265479" y="30634"/>
                </a:lnTo>
                <a:lnTo>
                  <a:pt x="265352" y="31576"/>
                </a:lnTo>
                <a:lnTo>
                  <a:pt x="265206" y="32526"/>
                </a:lnTo>
                <a:lnTo>
                  <a:pt x="265041" y="33487"/>
                </a:lnTo>
                <a:lnTo>
                  <a:pt x="264856" y="34457"/>
                </a:lnTo>
                <a:lnTo>
                  <a:pt x="264651" y="35437"/>
                </a:lnTo>
                <a:lnTo>
                  <a:pt x="264427" y="36427"/>
                </a:lnTo>
                <a:lnTo>
                  <a:pt x="262849" y="43450"/>
                </a:lnTo>
                <a:lnTo>
                  <a:pt x="261358" y="51087"/>
                </a:lnTo>
                <a:lnTo>
                  <a:pt x="260306" y="55652"/>
                </a:lnTo>
                <a:lnTo>
                  <a:pt x="260208" y="56206"/>
                </a:lnTo>
                <a:lnTo>
                  <a:pt x="260118" y="56756"/>
                </a:lnTo>
                <a:lnTo>
                  <a:pt x="260037" y="57303"/>
                </a:lnTo>
                <a:lnTo>
                  <a:pt x="259965" y="57846"/>
                </a:lnTo>
                <a:lnTo>
                  <a:pt x="259901" y="58385"/>
                </a:lnTo>
                <a:lnTo>
                  <a:pt x="259845" y="58921"/>
                </a:lnTo>
                <a:lnTo>
                  <a:pt x="259798" y="59453"/>
                </a:lnTo>
                <a:lnTo>
                  <a:pt x="259760" y="59981"/>
                </a:lnTo>
                <a:lnTo>
                  <a:pt x="259730" y="60506"/>
                </a:lnTo>
                <a:lnTo>
                  <a:pt x="259709" y="61027"/>
                </a:lnTo>
                <a:lnTo>
                  <a:pt x="259696" y="61544"/>
                </a:lnTo>
                <a:lnTo>
                  <a:pt x="259692" y="62058"/>
                </a:lnTo>
                <a:lnTo>
                  <a:pt x="259730" y="63388"/>
                </a:lnTo>
                <a:lnTo>
                  <a:pt x="259844" y="64686"/>
                </a:lnTo>
                <a:lnTo>
                  <a:pt x="260034" y="65953"/>
                </a:lnTo>
                <a:lnTo>
                  <a:pt x="260301" y="67188"/>
                </a:lnTo>
                <a:lnTo>
                  <a:pt x="260643" y="68391"/>
                </a:lnTo>
                <a:lnTo>
                  <a:pt x="261062" y="69563"/>
                </a:lnTo>
                <a:lnTo>
                  <a:pt x="261557" y="70703"/>
                </a:lnTo>
                <a:lnTo>
                  <a:pt x="262128" y="71812"/>
                </a:lnTo>
                <a:lnTo>
                  <a:pt x="262775" y="72888"/>
                </a:lnTo>
                <a:lnTo>
                  <a:pt x="263498" y="73933"/>
                </a:lnTo>
                <a:lnTo>
                  <a:pt x="264297" y="74947"/>
                </a:lnTo>
                <a:lnTo>
                  <a:pt x="265172" y="75928"/>
                </a:lnTo>
                <a:lnTo>
                  <a:pt x="266144" y="76854"/>
                </a:lnTo>
                <a:lnTo>
                  <a:pt x="267232" y="77698"/>
                </a:lnTo>
                <a:lnTo>
                  <a:pt x="268436" y="78463"/>
                </a:lnTo>
                <a:lnTo>
                  <a:pt x="269756" y="79147"/>
                </a:lnTo>
                <a:lnTo>
                  <a:pt x="271193" y="79750"/>
                </a:lnTo>
                <a:lnTo>
                  <a:pt x="272746" y="80273"/>
                </a:lnTo>
                <a:lnTo>
                  <a:pt x="274415" y="80715"/>
                </a:lnTo>
                <a:lnTo>
                  <a:pt x="276201" y="81077"/>
                </a:lnTo>
                <a:lnTo>
                  <a:pt x="278103" y="81359"/>
                </a:lnTo>
                <a:lnTo>
                  <a:pt x="280121" y="81560"/>
                </a:lnTo>
                <a:lnTo>
                  <a:pt x="282256" y="81681"/>
                </a:lnTo>
                <a:lnTo>
                  <a:pt x="284506" y="81721"/>
                </a:lnTo>
                <a:lnTo>
                  <a:pt x="292310" y="81721"/>
                </a:lnTo>
                <a:lnTo>
                  <a:pt x="292310" y="95400"/>
                </a:lnTo>
                <a:lnTo>
                  <a:pt x="284506" y="95400"/>
                </a:lnTo>
                <a:lnTo>
                  <a:pt x="282283" y="95440"/>
                </a:lnTo>
                <a:lnTo>
                  <a:pt x="280172" y="95559"/>
                </a:lnTo>
                <a:lnTo>
                  <a:pt x="278174" y="95758"/>
                </a:lnTo>
                <a:lnTo>
                  <a:pt x="276288" y="96037"/>
                </a:lnTo>
                <a:lnTo>
                  <a:pt x="274516" y="96396"/>
                </a:lnTo>
                <a:lnTo>
                  <a:pt x="272855" y="96834"/>
                </a:lnTo>
                <a:lnTo>
                  <a:pt x="271308" y="97352"/>
                </a:lnTo>
                <a:lnTo>
                  <a:pt x="269873" y="97950"/>
                </a:lnTo>
                <a:lnTo>
                  <a:pt x="268551" y="98627"/>
                </a:lnTo>
                <a:lnTo>
                  <a:pt x="267341" y="99384"/>
                </a:lnTo>
                <a:lnTo>
                  <a:pt x="266244" y="100221"/>
                </a:lnTo>
                <a:lnTo>
                  <a:pt x="265260" y="101137"/>
                </a:lnTo>
                <a:lnTo>
                  <a:pt x="264371" y="102113"/>
                </a:lnTo>
                <a:lnTo>
                  <a:pt x="263559" y="103127"/>
                </a:lnTo>
                <a:lnTo>
                  <a:pt x="262824" y="104179"/>
                </a:lnTo>
                <a:lnTo>
                  <a:pt x="262167" y="105269"/>
                </a:lnTo>
                <a:lnTo>
                  <a:pt x="261587" y="106398"/>
                </a:lnTo>
                <a:lnTo>
                  <a:pt x="261084" y="107564"/>
                </a:lnTo>
                <a:lnTo>
                  <a:pt x="260659" y="108770"/>
                </a:lnTo>
                <a:lnTo>
                  <a:pt x="260311" y="110013"/>
                </a:lnTo>
                <a:lnTo>
                  <a:pt x="260040" y="111295"/>
                </a:lnTo>
                <a:lnTo>
                  <a:pt x="259847" y="112615"/>
                </a:lnTo>
                <a:lnTo>
                  <a:pt x="259731" y="113973"/>
                </a:lnTo>
                <a:lnTo>
                  <a:pt x="259692" y="115370"/>
                </a:lnTo>
                <a:lnTo>
                  <a:pt x="259696" y="115880"/>
                </a:lnTo>
                <a:lnTo>
                  <a:pt x="259709" y="116389"/>
                </a:lnTo>
                <a:lnTo>
                  <a:pt x="259730" y="116897"/>
                </a:lnTo>
                <a:lnTo>
                  <a:pt x="259760" y="117404"/>
                </a:lnTo>
                <a:lnTo>
                  <a:pt x="259798" y="117910"/>
                </a:lnTo>
                <a:lnTo>
                  <a:pt x="259845" y="118414"/>
                </a:lnTo>
                <a:lnTo>
                  <a:pt x="259901" y="118917"/>
                </a:lnTo>
                <a:lnTo>
                  <a:pt x="259965" y="119419"/>
                </a:lnTo>
                <a:lnTo>
                  <a:pt x="260037" y="119920"/>
                </a:lnTo>
                <a:lnTo>
                  <a:pt x="260118" y="120419"/>
                </a:lnTo>
                <a:lnTo>
                  <a:pt x="260208" y="120917"/>
                </a:lnTo>
                <a:lnTo>
                  <a:pt x="260306" y="121414"/>
                </a:lnTo>
                <a:lnTo>
                  <a:pt x="261358" y="126056"/>
                </a:lnTo>
                <a:lnTo>
                  <a:pt x="262849" y="133676"/>
                </a:lnTo>
                <a:lnTo>
                  <a:pt x="264427" y="140683"/>
                </a:lnTo>
                <a:lnTo>
                  <a:pt x="264651" y="141684"/>
                </a:lnTo>
                <a:lnTo>
                  <a:pt x="264856" y="142673"/>
                </a:lnTo>
                <a:lnTo>
                  <a:pt x="265041" y="143650"/>
                </a:lnTo>
                <a:lnTo>
                  <a:pt x="265206" y="144615"/>
                </a:lnTo>
                <a:lnTo>
                  <a:pt x="265352" y="145568"/>
                </a:lnTo>
                <a:lnTo>
                  <a:pt x="265479" y="146508"/>
                </a:lnTo>
                <a:lnTo>
                  <a:pt x="265586" y="147436"/>
                </a:lnTo>
                <a:lnTo>
                  <a:pt x="265674" y="148353"/>
                </a:lnTo>
                <a:lnTo>
                  <a:pt x="265742" y="149257"/>
                </a:lnTo>
                <a:lnTo>
                  <a:pt x="265791" y="150148"/>
                </a:lnTo>
                <a:lnTo>
                  <a:pt x="265820" y="151028"/>
                </a:lnTo>
                <a:lnTo>
                  <a:pt x="265830" y="151895"/>
                </a:lnTo>
                <a:lnTo>
                  <a:pt x="265781" y="153501"/>
                </a:lnTo>
                <a:lnTo>
                  <a:pt x="265636" y="155079"/>
                </a:lnTo>
                <a:lnTo>
                  <a:pt x="265394" y="156628"/>
                </a:lnTo>
                <a:lnTo>
                  <a:pt x="265055" y="158148"/>
                </a:lnTo>
                <a:lnTo>
                  <a:pt x="264620" y="159640"/>
                </a:lnTo>
                <a:lnTo>
                  <a:pt x="264087" y="161103"/>
                </a:lnTo>
                <a:lnTo>
                  <a:pt x="263458" y="162537"/>
                </a:lnTo>
                <a:lnTo>
                  <a:pt x="262732" y="163943"/>
                </a:lnTo>
                <a:lnTo>
                  <a:pt x="261909" y="165321"/>
                </a:lnTo>
                <a:lnTo>
                  <a:pt x="260989" y="166669"/>
                </a:lnTo>
                <a:lnTo>
                  <a:pt x="259972" y="167990"/>
                </a:lnTo>
                <a:lnTo>
                  <a:pt x="258859" y="169281"/>
                </a:lnTo>
                <a:lnTo>
                  <a:pt x="257579" y="170505"/>
                </a:lnTo>
                <a:lnTo>
                  <a:pt x="256062" y="171623"/>
                </a:lnTo>
                <a:lnTo>
                  <a:pt x="254308" y="172634"/>
                </a:lnTo>
                <a:lnTo>
                  <a:pt x="252317" y="173539"/>
                </a:lnTo>
                <a:lnTo>
                  <a:pt x="250089" y="174337"/>
                </a:lnTo>
                <a:lnTo>
                  <a:pt x="247624" y="175029"/>
                </a:lnTo>
                <a:lnTo>
                  <a:pt x="244923" y="175615"/>
                </a:lnTo>
                <a:lnTo>
                  <a:pt x="241985" y="176094"/>
                </a:lnTo>
                <a:lnTo>
                  <a:pt x="238810" y="176466"/>
                </a:lnTo>
                <a:lnTo>
                  <a:pt x="235398" y="176732"/>
                </a:lnTo>
                <a:lnTo>
                  <a:pt x="231749" y="176892"/>
                </a:lnTo>
                <a:lnTo>
                  <a:pt x="227863" y="176945"/>
                </a:lnTo>
                <a:lnTo>
                  <a:pt x="214097" y="176945"/>
                </a:lnTo>
                <a:lnTo>
                  <a:pt x="214097" y="163267"/>
                </a:lnTo>
                <a:lnTo>
                  <a:pt x="227687" y="163267"/>
                </a:lnTo>
                <a:lnTo>
                  <a:pt x="229789" y="163241"/>
                </a:lnTo>
                <a:lnTo>
                  <a:pt x="231768" y="163164"/>
                </a:lnTo>
                <a:lnTo>
                  <a:pt x="233625" y="163035"/>
                </a:lnTo>
                <a:lnTo>
                  <a:pt x="235360" y="162855"/>
                </a:lnTo>
                <a:lnTo>
                  <a:pt x="236972" y="162623"/>
                </a:lnTo>
                <a:lnTo>
                  <a:pt x="238462" y="162340"/>
                </a:lnTo>
                <a:lnTo>
                  <a:pt x="239829" y="162005"/>
                </a:lnTo>
                <a:lnTo>
                  <a:pt x="241074" y="161619"/>
                </a:lnTo>
                <a:lnTo>
                  <a:pt x="242196" y="161181"/>
                </a:lnTo>
                <a:lnTo>
                  <a:pt x="243196" y="160692"/>
                </a:lnTo>
                <a:lnTo>
                  <a:pt x="244074" y="160151"/>
                </a:lnTo>
                <a:lnTo>
                  <a:pt x="244830" y="159559"/>
                </a:lnTo>
                <a:lnTo>
                  <a:pt x="245495" y="158930"/>
                </a:lnTo>
                <a:lnTo>
                  <a:pt x="246102" y="158276"/>
                </a:lnTo>
                <a:lnTo>
                  <a:pt x="246652" y="157599"/>
                </a:lnTo>
                <a:lnTo>
                  <a:pt x="247143" y="156899"/>
                </a:lnTo>
                <a:lnTo>
                  <a:pt x="247577" y="156174"/>
                </a:lnTo>
                <a:lnTo>
                  <a:pt x="247953" y="155427"/>
                </a:lnTo>
                <a:lnTo>
                  <a:pt x="248271" y="154655"/>
                </a:lnTo>
                <a:lnTo>
                  <a:pt x="248532" y="153860"/>
                </a:lnTo>
                <a:lnTo>
                  <a:pt x="248734" y="153041"/>
                </a:lnTo>
                <a:lnTo>
                  <a:pt x="248879" y="152199"/>
                </a:lnTo>
                <a:lnTo>
                  <a:pt x="248966" y="151333"/>
                </a:lnTo>
                <a:lnTo>
                  <a:pt x="248995" y="150443"/>
                </a:lnTo>
                <a:lnTo>
                  <a:pt x="248982" y="149774"/>
                </a:lnTo>
                <a:lnTo>
                  <a:pt x="248946" y="149045"/>
                </a:lnTo>
                <a:lnTo>
                  <a:pt x="248885" y="148258"/>
                </a:lnTo>
                <a:lnTo>
                  <a:pt x="248800" y="147410"/>
                </a:lnTo>
                <a:lnTo>
                  <a:pt x="248690" y="146504"/>
                </a:lnTo>
                <a:lnTo>
                  <a:pt x="248556" y="145538"/>
                </a:lnTo>
                <a:lnTo>
                  <a:pt x="248398" y="144512"/>
                </a:lnTo>
                <a:lnTo>
                  <a:pt x="248215" y="143427"/>
                </a:lnTo>
                <a:lnTo>
                  <a:pt x="248008" y="142283"/>
                </a:lnTo>
                <a:lnTo>
                  <a:pt x="247777" y="141079"/>
                </a:lnTo>
                <a:lnTo>
                  <a:pt x="247521" y="139816"/>
                </a:lnTo>
                <a:lnTo>
                  <a:pt x="247241" y="138493"/>
                </a:lnTo>
                <a:lnTo>
                  <a:pt x="245049" y="128508"/>
                </a:lnTo>
                <a:lnTo>
                  <a:pt x="244783" y="127187"/>
                </a:lnTo>
                <a:lnTo>
                  <a:pt x="244540" y="125907"/>
                </a:lnTo>
                <a:lnTo>
                  <a:pt x="244320" y="124670"/>
                </a:lnTo>
                <a:lnTo>
                  <a:pt x="244123" y="123476"/>
                </a:lnTo>
                <a:lnTo>
                  <a:pt x="243950" y="122324"/>
                </a:lnTo>
                <a:lnTo>
                  <a:pt x="243799" y="121214"/>
                </a:lnTo>
                <a:lnTo>
                  <a:pt x="243672" y="120147"/>
                </a:lnTo>
                <a:lnTo>
                  <a:pt x="243568" y="119123"/>
                </a:lnTo>
                <a:lnTo>
                  <a:pt x="243487" y="118141"/>
                </a:lnTo>
                <a:lnTo>
                  <a:pt x="243429" y="117201"/>
                </a:lnTo>
                <a:lnTo>
                  <a:pt x="243394" y="116304"/>
                </a:lnTo>
                <a:lnTo>
                  <a:pt x="243383" y="115449"/>
                </a:lnTo>
                <a:lnTo>
                  <a:pt x="243396" y="114522"/>
                </a:lnTo>
                <a:lnTo>
                  <a:pt x="243434" y="113613"/>
                </a:lnTo>
                <a:lnTo>
                  <a:pt x="243498" y="112721"/>
                </a:lnTo>
                <a:lnTo>
                  <a:pt x="243587" y="111847"/>
                </a:lnTo>
                <a:lnTo>
                  <a:pt x="243702" y="110991"/>
                </a:lnTo>
                <a:lnTo>
                  <a:pt x="243843" y="110152"/>
                </a:lnTo>
                <a:lnTo>
                  <a:pt x="244009" y="109331"/>
                </a:lnTo>
                <a:lnTo>
                  <a:pt x="244201" y="108528"/>
                </a:lnTo>
                <a:lnTo>
                  <a:pt x="244419" y="107742"/>
                </a:lnTo>
                <a:lnTo>
                  <a:pt x="244662" y="106974"/>
                </a:lnTo>
                <a:lnTo>
                  <a:pt x="244930" y="106224"/>
                </a:lnTo>
                <a:lnTo>
                  <a:pt x="245224" y="105491"/>
                </a:lnTo>
                <a:lnTo>
                  <a:pt x="245545" y="104769"/>
                </a:lnTo>
                <a:lnTo>
                  <a:pt x="245893" y="104050"/>
                </a:lnTo>
                <a:lnTo>
                  <a:pt x="246268" y="103334"/>
                </a:lnTo>
                <a:lnTo>
                  <a:pt x="246671" y="102621"/>
                </a:lnTo>
                <a:lnTo>
                  <a:pt x="247101" y="101911"/>
                </a:lnTo>
                <a:lnTo>
                  <a:pt x="247559" y="101204"/>
                </a:lnTo>
                <a:lnTo>
                  <a:pt x="248044" y="100500"/>
                </a:lnTo>
                <a:lnTo>
                  <a:pt x="248556" y="99799"/>
                </a:lnTo>
                <a:lnTo>
                  <a:pt x="249096" y="99102"/>
                </a:lnTo>
                <a:lnTo>
                  <a:pt x="249663" y="98407"/>
                </a:lnTo>
                <a:lnTo>
                  <a:pt x="250258" y="97716"/>
                </a:lnTo>
                <a:lnTo>
                  <a:pt x="250880" y="97027"/>
                </a:lnTo>
                <a:lnTo>
                  <a:pt x="251546" y="96339"/>
                </a:lnTo>
                <a:lnTo>
                  <a:pt x="252272" y="95648"/>
                </a:lnTo>
                <a:lnTo>
                  <a:pt x="253058" y="94954"/>
                </a:lnTo>
                <a:lnTo>
                  <a:pt x="253905" y="94259"/>
                </a:lnTo>
                <a:lnTo>
                  <a:pt x="254812" y="93560"/>
                </a:lnTo>
                <a:lnTo>
                  <a:pt x="255779" y="92860"/>
                </a:lnTo>
                <a:lnTo>
                  <a:pt x="256807" y="92156"/>
                </a:lnTo>
                <a:lnTo>
                  <a:pt x="257894" y="91451"/>
                </a:lnTo>
                <a:lnTo>
                  <a:pt x="259043" y="90743"/>
                </a:lnTo>
                <a:lnTo>
                  <a:pt x="260251" y="90032"/>
                </a:lnTo>
                <a:lnTo>
                  <a:pt x="261520" y="89320"/>
                </a:lnTo>
                <a:lnTo>
                  <a:pt x="262849" y="88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1" name="Original vector context 21">
            <a:extLst xmlns:a="http://schemas.openxmlformats.org/drawingml/2006/main">
              <a:ext uri="{FF2B5EF4-FFF2-40B4-BE49-F238E27FC236}">
                <a16:creationId xmlns:a16="http://schemas.microsoft.com/office/drawing/2014/main" id="{52E6C42D-F21C-45FF-B890-AD6F9817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695" y="3021539"/>
            <a:ext cx="2362046" cy="229036"/>
          </a:xfrm>
          <a:custGeom xmlns:a="http://schemas.openxmlformats.org/drawingml/2006/main">
            <a:pathLst>
              <a:path w="2362046" h="229036">
                <a:moveTo>
                  <a:pt x="63287" y="0"/>
                </a:moveTo>
                <a:lnTo>
                  <a:pt x="58774" y="2964"/>
                </a:lnTo>
                <a:lnTo>
                  <a:pt x="54686" y="5730"/>
                </a:lnTo>
                <a:lnTo>
                  <a:pt x="50976" y="8336"/>
                </a:lnTo>
                <a:lnTo>
                  <a:pt x="47601" y="10819"/>
                </a:lnTo>
                <a:lnTo>
                  <a:pt x="44513" y="13217"/>
                </a:lnTo>
                <a:lnTo>
                  <a:pt x="41668" y="15566"/>
                </a:lnTo>
                <a:lnTo>
                  <a:pt x="39021" y="17905"/>
                </a:lnTo>
                <a:lnTo>
                  <a:pt x="36526" y="20271"/>
                </a:lnTo>
                <a:lnTo>
                  <a:pt x="34138" y="22701"/>
                </a:lnTo>
                <a:lnTo>
                  <a:pt x="31811" y="25232"/>
                </a:lnTo>
                <a:lnTo>
                  <a:pt x="29500" y="27902"/>
                </a:lnTo>
                <a:lnTo>
                  <a:pt x="27159" y="30748"/>
                </a:lnTo>
                <a:lnTo>
                  <a:pt x="22804" y="36391"/>
                </a:lnTo>
                <a:lnTo>
                  <a:pt x="18831" y="42175"/>
                </a:lnTo>
                <a:lnTo>
                  <a:pt x="15241" y="48106"/>
                </a:lnTo>
                <a:lnTo>
                  <a:pt x="12033" y="54186"/>
                </a:lnTo>
                <a:lnTo>
                  <a:pt x="9206" y="60419"/>
                </a:lnTo>
                <a:lnTo>
                  <a:pt x="6758" y="66809"/>
                </a:lnTo>
                <a:lnTo>
                  <a:pt x="4689" y="73360"/>
                </a:lnTo>
                <a:lnTo>
                  <a:pt x="2999" y="80074"/>
                </a:lnTo>
                <a:lnTo>
                  <a:pt x="1686" y="86955"/>
                </a:lnTo>
                <a:lnTo>
                  <a:pt x="749" y="94007"/>
                </a:lnTo>
                <a:lnTo>
                  <a:pt x="187" y="101234"/>
                </a:lnTo>
                <a:lnTo>
                  <a:pt x="0" y="108638"/>
                </a:lnTo>
                <a:lnTo>
                  <a:pt x="200" y="116623"/>
                </a:lnTo>
                <a:lnTo>
                  <a:pt x="807" y="124327"/>
                </a:lnTo>
                <a:lnTo>
                  <a:pt x="1834" y="131781"/>
                </a:lnTo>
                <a:lnTo>
                  <a:pt x="3293" y="139013"/>
                </a:lnTo>
                <a:lnTo>
                  <a:pt x="5197" y="146053"/>
                </a:lnTo>
                <a:lnTo>
                  <a:pt x="7559" y="152930"/>
                </a:lnTo>
                <a:lnTo>
                  <a:pt x="10390" y="159674"/>
                </a:lnTo>
                <a:lnTo>
                  <a:pt x="13703" y="166313"/>
                </a:lnTo>
                <a:lnTo>
                  <a:pt x="17511" y="172878"/>
                </a:lnTo>
                <a:lnTo>
                  <a:pt x="21826" y="179398"/>
                </a:lnTo>
                <a:lnTo>
                  <a:pt x="26660" y="185902"/>
                </a:lnTo>
                <a:lnTo>
                  <a:pt x="32027" y="192419"/>
                </a:lnTo>
                <a:lnTo>
                  <a:pt x="34579" y="195361"/>
                </a:lnTo>
                <a:lnTo>
                  <a:pt x="37008" y="198056"/>
                </a:lnTo>
                <a:lnTo>
                  <a:pt x="39349" y="200539"/>
                </a:lnTo>
                <a:lnTo>
                  <a:pt x="41640" y="202840"/>
                </a:lnTo>
                <a:lnTo>
                  <a:pt x="43916" y="204991"/>
                </a:lnTo>
                <a:lnTo>
                  <a:pt x="46215" y="207025"/>
                </a:lnTo>
                <a:lnTo>
                  <a:pt x="48572" y="208973"/>
                </a:lnTo>
                <a:lnTo>
                  <a:pt x="51025" y="210868"/>
                </a:lnTo>
                <a:lnTo>
                  <a:pt x="53609" y="212742"/>
                </a:lnTo>
                <a:lnTo>
                  <a:pt x="56362" y="214626"/>
                </a:lnTo>
                <a:lnTo>
                  <a:pt x="59319" y="216553"/>
                </a:lnTo>
                <a:lnTo>
                  <a:pt x="62517" y="218554"/>
                </a:lnTo>
                <a:lnTo>
                  <a:pt x="65590" y="214453"/>
                </a:lnTo>
                <a:lnTo>
                  <a:pt x="60737" y="210557"/>
                </a:lnTo>
                <a:lnTo>
                  <a:pt x="56393" y="206900"/>
                </a:lnTo>
                <a:lnTo>
                  <a:pt x="52513" y="203420"/>
                </a:lnTo>
                <a:lnTo>
                  <a:pt x="49052" y="200058"/>
                </a:lnTo>
                <a:lnTo>
                  <a:pt x="45965" y="196753"/>
                </a:lnTo>
                <a:lnTo>
                  <a:pt x="43206" y="193444"/>
                </a:lnTo>
                <a:lnTo>
                  <a:pt x="40730" y="190071"/>
                </a:lnTo>
                <a:lnTo>
                  <a:pt x="38491" y="186574"/>
                </a:lnTo>
                <a:lnTo>
                  <a:pt x="36444" y="182891"/>
                </a:lnTo>
                <a:lnTo>
                  <a:pt x="34544" y="178963"/>
                </a:lnTo>
                <a:lnTo>
                  <a:pt x="32745" y="174728"/>
                </a:lnTo>
                <a:lnTo>
                  <a:pt x="31003" y="170127"/>
                </a:lnTo>
                <a:lnTo>
                  <a:pt x="29534" y="165786"/>
                </a:lnTo>
                <a:lnTo>
                  <a:pt x="28203" y="161335"/>
                </a:lnTo>
                <a:lnTo>
                  <a:pt x="27007" y="156762"/>
                </a:lnTo>
                <a:lnTo>
                  <a:pt x="25944" y="152052"/>
                </a:lnTo>
                <a:lnTo>
                  <a:pt x="25013" y="147192"/>
                </a:lnTo>
                <a:lnTo>
                  <a:pt x="24212" y="142170"/>
                </a:lnTo>
                <a:lnTo>
                  <a:pt x="23539" y="136971"/>
                </a:lnTo>
                <a:lnTo>
                  <a:pt x="22993" y="131583"/>
                </a:lnTo>
                <a:lnTo>
                  <a:pt x="22571" y="125992"/>
                </a:lnTo>
                <a:lnTo>
                  <a:pt x="22271" y="120185"/>
                </a:lnTo>
                <a:lnTo>
                  <a:pt x="22093" y="114148"/>
                </a:lnTo>
                <a:lnTo>
                  <a:pt x="22034" y="107868"/>
                </a:lnTo>
                <a:lnTo>
                  <a:pt x="22104" y="101265"/>
                </a:lnTo>
                <a:lnTo>
                  <a:pt x="22313" y="94905"/>
                </a:lnTo>
                <a:lnTo>
                  <a:pt x="22663" y="88784"/>
                </a:lnTo>
                <a:lnTo>
                  <a:pt x="23154" y="82902"/>
                </a:lnTo>
                <a:lnTo>
                  <a:pt x="23788" y="77254"/>
                </a:lnTo>
                <a:lnTo>
                  <a:pt x="24565" y="71839"/>
                </a:lnTo>
                <a:lnTo>
                  <a:pt x="25486" y="66653"/>
                </a:lnTo>
                <a:lnTo>
                  <a:pt x="26552" y="61693"/>
                </a:lnTo>
                <a:lnTo>
                  <a:pt x="27764" y="56958"/>
                </a:lnTo>
                <a:lnTo>
                  <a:pt x="29123" y="52445"/>
                </a:lnTo>
                <a:lnTo>
                  <a:pt x="30630" y="48150"/>
                </a:lnTo>
                <a:lnTo>
                  <a:pt x="32285" y="44072"/>
                </a:lnTo>
                <a:lnTo>
                  <a:pt x="34095" y="40232"/>
                </a:lnTo>
                <a:lnTo>
                  <a:pt x="35962" y="36626"/>
                </a:lnTo>
                <a:lnTo>
                  <a:pt x="37922" y="33213"/>
                </a:lnTo>
                <a:lnTo>
                  <a:pt x="40009" y="29950"/>
                </a:lnTo>
                <a:lnTo>
                  <a:pt x="42260" y="26793"/>
                </a:lnTo>
                <a:lnTo>
                  <a:pt x="44711" y="23701"/>
                </a:lnTo>
                <a:lnTo>
                  <a:pt x="47396" y="20630"/>
                </a:lnTo>
                <a:lnTo>
                  <a:pt x="50352" y="17538"/>
                </a:lnTo>
                <a:lnTo>
                  <a:pt x="53614" y="14381"/>
                </a:lnTo>
                <a:lnTo>
                  <a:pt x="57217" y="11118"/>
                </a:lnTo>
                <a:lnTo>
                  <a:pt x="61197" y="7706"/>
                </a:lnTo>
                <a:lnTo>
                  <a:pt x="65590" y="4101"/>
                </a:lnTo>
                <a:lnTo>
                  <a:pt x="63287" y="0"/>
                </a:lnTo>
                <a:close/>
                <a:moveTo>
                  <a:pt x="186267" y="156182"/>
                </a:moveTo>
                <a:lnTo>
                  <a:pt x="185204" y="157030"/>
                </a:lnTo>
                <a:lnTo>
                  <a:pt x="184187" y="157785"/>
                </a:lnTo>
                <a:lnTo>
                  <a:pt x="183209" y="158452"/>
                </a:lnTo>
                <a:lnTo>
                  <a:pt x="182263" y="159034"/>
                </a:lnTo>
                <a:lnTo>
                  <a:pt x="181343" y="159534"/>
                </a:lnTo>
                <a:lnTo>
                  <a:pt x="180440" y="159956"/>
                </a:lnTo>
                <a:lnTo>
                  <a:pt x="179547" y="160304"/>
                </a:lnTo>
                <a:lnTo>
                  <a:pt x="178658" y="160580"/>
                </a:lnTo>
                <a:lnTo>
                  <a:pt x="177766" y="160789"/>
                </a:lnTo>
                <a:lnTo>
                  <a:pt x="176863" y="160934"/>
                </a:lnTo>
                <a:lnTo>
                  <a:pt x="175942" y="161018"/>
                </a:lnTo>
                <a:lnTo>
                  <a:pt x="174996" y="161045"/>
                </a:lnTo>
                <a:lnTo>
                  <a:pt x="173607" y="160968"/>
                </a:lnTo>
                <a:lnTo>
                  <a:pt x="172381" y="160728"/>
                </a:lnTo>
                <a:lnTo>
                  <a:pt x="171310" y="160309"/>
                </a:lnTo>
                <a:lnTo>
                  <a:pt x="170385" y="159699"/>
                </a:lnTo>
                <a:lnTo>
                  <a:pt x="169599" y="158882"/>
                </a:lnTo>
                <a:lnTo>
                  <a:pt x="168944" y="157845"/>
                </a:lnTo>
                <a:lnTo>
                  <a:pt x="168411" y="156573"/>
                </a:lnTo>
                <a:lnTo>
                  <a:pt x="167993" y="155052"/>
                </a:lnTo>
                <a:lnTo>
                  <a:pt x="167682" y="153269"/>
                </a:lnTo>
                <a:lnTo>
                  <a:pt x="167470" y="151208"/>
                </a:lnTo>
                <a:lnTo>
                  <a:pt x="167349" y="148855"/>
                </a:lnTo>
                <a:lnTo>
                  <a:pt x="167310" y="146197"/>
                </a:lnTo>
                <a:lnTo>
                  <a:pt x="167310" y="96268"/>
                </a:lnTo>
                <a:lnTo>
                  <a:pt x="167283" y="93059"/>
                </a:lnTo>
                <a:lnTo>
                  <a:pt x="167197" y="90080"/>
                </a:lnTo>
                <a:lnTo>
                  <a:pt x="167050" y="87314"/>
                </a:lnTo>
                <a:lnTo>
                  <a:pt x="166835" y="84745"/>
                </a:lnTo>
                <a:lnTo>
                  <a:pt x="166550" y="82358"/>
                </a:lnTo>
                <a:lnTo>
                  <a:pt x="166188" y="80137"/>
                </a:lnTo>
                <a:lnTo>
                  <a:pt x="165747" y="78064"/>
                </a:lnTo>
                <a:lnTo>
                  <a:pt x="165221" y="76125"/>
                </a:lnTo>
                <a:lnTo>
                  <a:pt x="164607" y="74304"/>
                </a:lnTo>
                <a:lnTo>
                  <a:pt x="163899" y="72583"/>
                </a:lnTo>
                <a:lnTo>
                  <a:pt x="163093" y="70948"/>
                </a:lnTo>
                <a:lnTo>
                  <a:pt x="162185" y="69382"/>
                </a:lnTo>
                <a:lnTo>
                  <a:pt x="160664" y="67170"/>
                </a:lnTo>
                <a:lnTo>
                  <a:pt x="158923" y="65139"/>
                </a:lnTo>
                <a:lnTo>
                  <a:pt x="156968" y="63294"/>
                </a:lnTo>
                <a:lnTo>
                  <a:pt x="154801" y="61635"/>
                </a:lnTo>
                <a:lnTo>
                  <a:pt x="152429" y="60164"/>
                </a:lnTo>
                <a:lnTo>
                  <a:pt x="149854" y="58884"/>
                </a:lnTo>
                <a:lnTo>
                  <a:pt x="147082" y="57795"/>
                </a:lnTo>
                <a:lnTo>
                  <a:pt x="144117" y="56901"/>
                </a:lnTo>
                <a:lnTo>
                  <a:pt x="140963" y="56201"/>
                </a:lnTo>
                <a:lnTo>
                  <a:pt x="137625" y="55700"/>
                </a:lnTo>
                <a:lnTo>
                  <a:pt x="134108" y="55398"/>
                </a:lnTo>
                <a:lnTo>
                  <a:pt x="130416" y="55296"/>
                </a:lnTo>
                <a:lnTo>
                  <a:pt x="124509" y="55553"/>
                </a:lnTo>
                <a:lnTo>
                  <a:pt x="118864" y="56301"/>
                </a:lnTo>
                <a:lnTo>
                  <a:pt x="113529" y="57509"/>
                </a:lnTo>
                <a:lnTo>
                  <a:pt x="108551" y="59147"/>
                </a:lnTo>
                <a:lnTo>
                  <a:pt x="103979" y="61184"/>
                </a:lnTo>
                <a:lnTo>
                  <a:pt x="99861" y="63588"/>
                </a:lnTo>
                <a:lnTo>
                  <a:pt x="96245" y="66327"/>
                </a:lnTo>
                <a:lnTo>
                  <a:pt x="93179" y="69372"/>
                </a:lnTo>
                <a:lnTo>
                  <a:pt x="90710" y="72690"/>
                </a:lnTo>
                <a:lnTo>
                  <a:pt x="88888" y="76251"/>
                </a:lnTo>
                <a:lnTo>
                  <a:pt x="87759" y="80024"/>
                </a:lnTo>
                <a:lnTo>
                  <a:pt x="87372" y="83977"/>
                </a:lnTo>
                <a:lnTo>
                  <a:pt x="87476" y="85431"/>
                </a:lnTo>
                <a:lnTo>
                  <a:pt x="87778" y="86838"/>
                </a:lnTo>
                <a:lnTo>
                  <a:pt x="88264" y="88182"/>
                </a:lnTo>
                <a:lnTo>
                  <a:pt x="88918" y="89449"/>
                </a:lnTo>
                <a:lnTo>
                  <a:pt x="89725" y="90624"/>
                </a:lnTo>
                <a:lnTo>
                  <a:pt x="90670" y="91691"/>
                </a:lnTo>
                <a:lnTo>
                  <a:pt x="91737" y="92635"/>
                </a:lnTo>
                <a:lnTo>
                  <a:pt x="92912" y="93441"/>
                </a:lnTo>
                <a:lnTo>
                  <a:pt x="94180" y="94094"/>
                </a:lnTo>
                <a:lnTo>
                  <a:pt x="95526" y="94580"/>
                </a:lnTo>
                <a:lnTo>
                  <a:pt x="96934" y="94882"/>
                </a:lnTo>
                <a:lnTo>
                  <a:pt x="98389" y="94986"/>
                </a:lnTo>
                <a:lnTo>
                  <a:pt x="99907" y="94882"/>
                </a:lnTo>
                <a:lnTo>
                  <a:pt x="101377" y="94581"/>
                </a:lnTo>
                <a:lnTo>
                  <a:pt x="102783" y="94098"/>
                </a:lnTo>
                <a:lnTo>
                  <a:pt x="104109" y="93450"/>
                </a:lnTo>
                <a:lnTo>
                  <a:pt x="105340" y="92653"/>
                </a:lnTo>
                <a:lnTo>
                  <a:pt x="106458" y="91723"/>
                </a:lnTo>
                <a:lnTo>
                  <a:pt x="107448" y="90675"/>
                </a:lnTo>
                <a:lnTo>
                  <a:pt x="108295" y="89526"/>
                </a:lnTo>
                <a:lnTo>
                  <a:pt x="108981" y="88291"/>
                </a:lnTo>
                <a:lnTo>
                  <a:pt x="109491" y="86987"/>
                </a:lnTo>
                <a:lnTo>
                  <a:pt x="109809" y="85630"/>
                </a:lnTo>
                <a:lnTo>
                  <a:pt x="109918" y="84235"/>
                </a:lnTo>
                <a:lnTo>
                  <a:pt x="109913" y="83973"/>
                </a:lnTo>
                <a:lnTo>
                  <a:pt x="109898" y="83700"/>
                </a:lnTo>
                <a:lnTo>
                  <a:pt x="109874" y="83414"/>
                </a:lnTo>
                <a:lnTo>
                  <a:pt x="109842" y="83115"/>
                </a:lnTo>
                <a:lnTo>
                  <a:pt x="109803" y="82802"/>
                </a:lnTo>
                <a:lnTo>
                  <a:pt x="109757" y="82473"/>
                </a:lnTo>
                <a:lnTo>
                  <a:pt x="109707" y="82129"/>
                </a:lnTo>
                <a:lnTo>
                  <a:pt x="109652" y="81768"/>
                </a:lnTo>
                <a:lnTo>
                  <a:pt x="109593" y="81389"/>
                </a:lnTo>
                <a:lnTo>
                  <a:pt x="109532" y="80992"/>
                </a:lnTo>
                <a:lnTo>
                  <a:pt x="109469" y="80575"/>
                </a:lnTo>
                <a:lnTo>
                  <a:pt x="109406" y="80138"/>
                </a:lnTo>
                <a:lnTo>
                  <a:pt x="109283" y="79567"/>
                </a:lnTo>
                <a:lnTo>
                  <a:pt x="109171" y="79007"/>
                </a:lnTo>
                <a:lnTo>
                  <a:pt x="109070" y="78458"/>
                </a:lnTo>
                <a:lnTo>
                  <a:pt x="108979" y="77920"/>
                </a:lnTo>
                <a:lnTo>
                  <a:pt x="108898" y="77391"/>
                </a:lnTo>
                <a:lnTo>
                  <a:pt x="108829" y="76874"/>
                </a:lnTo>
                <a:lnTo>
                  <a:pt x="108770" y="76367"/>
                </a:lnTo>
                <a:lnTo>
                  <a:pt x="108722" y="75871"/>
                </a:lnTo>
                <a:lnTo>
                  <a:pt x="108684" y="75385"/>
                </a:lnTo>
                <a:lnTo>
                  <a:pt x="108657" y="74910"/>
                </a:lnTo>
                <a:lnTo>
                  <a:pt x="108641" y="74446"/>
                </a:lnTo>
                <a:lnTo>
                  <a:pt x="108636" y="73992"/>
                </a:lnTo>
                <a:lnTo>
                  <a:pt x="108803" y="72293"/>
                </a:lnTo>
                <a:lnTo>
                  <a:pt x="109290" y="70662"/>
                </a:lnTo>
                <a:lnTo>
                  <a:pt x="110077" y="69115"/>
                </a:lnTo>
                <a:lnTo>
                  <a:pt x="111141" y="67667"/>
                </a:lnTo>
                <a:lnTo>
                  <a:pt x="112461" y="66333"/>
                </a:lnTo>
                <a:lnTo>
                  <a:pt x="114016" y="65127"/>
                </a:lnTo>
                <a:lnTo>
                  <a:pt x="115785" y="64065"/>
                </a:lnTo>
                <a:lnTo>
                  <a:pt x="117746" y="63163"/>
                </a:lnTo>
                <a:lnTo>
                  <a:pt x="119878" y="62434"/>
                </a:lnTo>
                <a:lnTo>
                  <a:pt x="122159" y="61895"/>
                </a:lnTo>
                <a:lnTo>
                  <a:pt x="124568" y="61561"/>
                </a:lnTo>
                <a:lnTo>
                  <a:pt x="127085" y="61446"/>
                </a:lnTo>
                <a:lnTo>
                  <a:pt x="130105" y="61600"/>
                </a:lnTo>
                <a:lnTo>
                  <a:pt x="132886" y="62060"/>
                </a:lnTo>
                <a:lnTo>
                  <a:pt x="135423" y="62822"/>
                </a:lnTo>
                <a:lnTo>
                  <a:pt x="137712" y="63883"/>
                </a:lnTo>
                <a:lnTo>
                  <a:pt x="139748" y="65239"/>
                </a:lnTo>
                <a:lnTo>
                  <a:pt x="141527" y="66887"/>
                </a:lnTo>
                <a:lnTo>
                  <a:pt x="143045" y="68822"/>
                </a:lnTo>
                <a:lnTo>
                  <a:pt x="144296" y="71043"/>
                </a:lnTo>
                <a:lnTo>
                  <a:pt x="145278" y="73544"/>
                </a:lnTo>
                <a:lnTo>
                  <a:pt x="145984" y="76323"/>
                </a:lnTo>
                <a:lnTo>
                  <a:pt x="146411" y="79375"/>
                </a:lnTo>
                <a:lnTo>
                  <a:pt x="146554" y="82698"/>
                </a:lnTo>
                <a:lnTo>
                  <a:pt x="146554" y="98317"/>
                </a:lnTo>
                <a:lnTo>
                  <a:pt x="137398" y="102009"/>
                </a:lnTo>
                <a:lnTo>
                  <a:pt x="129558" y="105201"/>
                </a:lnTo>
                <a:lnTo>
                  <a:pt x="122892" y="107965"/>
                </a:lnTo>
                <a:lnTo>
                  <a:pt x="117252" y="110378"/>
                </a:lnTo>
                <a:lnTo>
                  <a:pt x="112496" y="112513"/>
                </a:lnTo>
                <a:lnTo>
                  <a:pt x="108476" y="114446"/>
                </a:lnTo>
                <a:lnTo>
                  <a:pt x="105050" y="116251"/>
                </a:lnTo>
                <a:lnTo>
                  <a:pt x="102070" y="118002"/>
                </a:lnTo>
                <a:lnTo>
                  <a:pt x="99393" y="119775"/>
                </a:lnTo>
                <a:lnTo>
                  <a:pt x="96874" y="121644"/>
                </a:lnTo>
                <a:lnTo>
                  <a:pt x="94367" y="123684"/>
                </a:lnTo>
                <a:lnTo>
                  <a:pt x="91727" y="125969"/>
                </a:lnTo>
                <a:lnTo>
                  <a:pt x="90361" y="127322"/>
                </a:lnTo>
                <a:lnTo>
                  <a:pt x="89086" y="128810"/>
                </a:lnTo>
                <a:lnTo>
                  <a:pt x="87907" y="130422"/>
                </a:lnTo>
                <a:lnTo>
                  <a:pt x="86829" y="132142"/>
                </a:lnTo>
                <a:lnTo>
                  <a:pt x="85859" y="133959"/>
                </a:lnTo>
                <a:lnTo>
                  <a:pt x="85000" y="135858"/>
                </a:lnTo>
                <a:lnTo>
                  <a:pt x="84258" y="137826"/>
                </a:lnTo>
                <a:lnTo>
                  <a:pt x="83640" y="139850"/>
                </a:lnTo>
                <a:lnTo>
                  <a:pt x="83149" y="141917"/>
                </a:lnTo>
                <a:lnTo>
                  <a:pt x="82792" y="144014"/>
                </a:lnTo>
                <a:lnTo>
                  <a:pt x="82574" y="146126"/>
                </a:lnTo>
                <a:lnTo>
                  <a:pt x="82501" y="148242"/>
                </a:lnTo>
                <a:lnTo>
                  <a:pt x="82731" y="152170"/>
                </a:lnTo>
                <a:lnTo>
                  <a:pt x="83408" y="155874"/>
                </a:lnTo>
                <a:lnTo>
                  <a:pt x="84507" y="159330"/>
                </a:lnTo>
                <a:lnTo>
                  <a:pt x="86003" y="162518"/>
                </a:lnTo>
                <a:lnTo>
                  <a:pt x="87872" y="165413"/>
                </a:lnTo>
                <a:lnTo>
                  <a:pt x="90092" y="167995"/>
                </a:lnTo>
                <a:lnTo>
                  <a:pt x="92637" y="170240"/>
                </a:lnTo>
                <a:lnTo>
                  <a:pt x="95484" y="172128"/>
                </a:lnTo>
                <a:lnTo>
                  <a:pt x="98608" y="173634"/>
                </a:lnTo>
                <a:lnTo>
                  <a:pt x="101986" y="174738"/>
                </a:lnTo>
                <a:lnTo>
                  <a:pt x="105593" y="175416"/>
                </a:lnTo>
                <a:lnTo>
                  <a:pt x="109406" y="175647"/>
                </a:lnTo>
                <a:lnTo>
                  <a:pt x="112211" y="175534"/>
                </a:lnTo>
                <a:lnTo>
                  <a:pt x="115005" y="175187"/>
                </a:lnTo>
                <a:lnTo>
                  <a:pt x="117808" y="174599"/>
                </a:lnTo>
                <a:lnTo>
                  <a:pt x="120640" y="173759"/>
                </a:lnTo>
                <a:lnTo>
                  <a:pt x="123522" y="172660"/>
                </a:lnTo>
                <a:lnTo>
                  <a:pt x="126474" y="171292"/>
                </a:lnTo>
                <a:lnTo>
                  <a:pt x="129518" y="169647"/>
                </a:lnTo>
                <a:lnTo>
                  <a:pt x="132672" y="167715"/>
                </a:lnTo>
                <a:lnTo>
                  <a:pt x="135959" y="165487"/>
                </a:lnTo>
                <a:lnTo>
                  <a:pt x="139397" y="162956"/>
                </a:lnTo>
                <a:lnTo>
                  <a:pt x="143008" y="160111"/>
                </a:lnTo>
                <a:lnTo>
                  <a:pt x="146812" y="156944"/>
                </a:lnTo>
                <a:lnTo>
                  <a:pt x="147204" y="160111"/>
                </a:lnTo>
                <a:lnTo>
                  <a:pt x="147743" y="162956"/>
                </a:lnTo>
                <a:lnTo>
                  <a:pt x="148438" y="165487"/>
                </a:lnTo>
                <a:lnTo>
                  <a:pt x="149299" y="167715"/>
                </a:lnTo>
                <a:lnTo>
                  <a:pt x="150334" y="169647"/>
                </a:lnTo>
                <a:lnTo>
                  <a:pt x="151552" y="171292"/>
                </a:lnTo>
                <a:lnTo>
                  <a:pt x="152963" y="172660"/>
                </a:lnTo>
                <a:lnTo>
                  <a:pt x="154574" y="173759"/>
                </a:lnTo>
                <a:lnTo>
                  <a:pt x="156395" y="174599"/>
                </a:lnTo>
                <a:lnTo>
                  <a:pt x="158436" y="175187"/>
                </a:lnTo>
                <a:lnTo>
                  <a:pt x="160704" y="175534"/>
                </a:lnTo>
                <a:lnTo>
                  <a:pt x="163209" y="175647"/>
                </a:lnTo>
                <a:lnTo>
                  <a:pt x="165321" y="175581"/>
                </a:lnTo>
                <a:lnTo>
                  <a:pt x="167319" y="175375"/>
                </a:lnTo>
                <a:lnTo>
                  <a:pt x="169226" y="175015"/>
                </a:lnTo>
                <a:lnTo>
                  <a:pt x="171066" y="174490"/>
                </a:lnTo>
                <a:lnTo>
                  <a:pt x="172864" y="173787"/>
                </a:lnTo>
                <a:lnTo>
                  <a:pt x="174643" y="172894"/>
                </a:lnTo>
                <a:lnTo>
                  <a:pt x="176427" y="171798"/>
                </a:lnTo>
                <a:lnTo>
                  <a:pt x="178241" y="170487"/>
                </a:lnTo>
                <a:lnTo>
                  <a:pt x="180107" y="168948"/>
                </a:lnTo>
                <a:lnTo>
                  <a:pt x="182051" y="167169"/>
                </a:lnTo>
                <a:lnTo>
                  <a:pt x="184097" y="165137"/>
                </a:lnTo>
                <a:lnTo>
                  <a:pt x="186267" y="162840"/>
                </a:lnTo>
                <a:lnTo>
                  <a:pt x="186267" y="156182"/>
                </a:lnTo>
                <a:moveTo>
                  <a:pt x="146554" y="141572"/>
                </a:moveTo>
                <a:lnTo>
                  <a:pt x="146526" y="143444"/>
                </a:lnTo>
                <a:lnTo>
                  <a:pt x="146435" y="145104"/>
                </a:lnTo>
                <a:lnTo>
                  <a:pt x="146270" y="146573"/>
                </a:lnTo>
                <a:lnTo>
                  <a:pt x="146023" y="147874"/>
                </a:lnTo>
                <a:lnTo>
                  <a:pt x="145684" y="149029"/>
                </a:lnTo>
                <a:lnTo>
                  <a:pt x="145242" y="150060"/>
                </a:lnTo>
                <a:lnTo>
                  <a:pt x="144688" y="150990"/>
                </a:lnTo>
                <a:lnTo>
                  <a:pt x="144012" y="151841"/>
                </a:lnTo>
                <a:lnTo>
                  <a:pt x="143204" y="152634"/>
                </a:lnTo>
                <a:lnTo>
                  <a:pt x="142255" y="153393"/>
                </a:lnTo>
                <a:lnTo>
                  <a:pt x="141154" y="154140"/>
                </a:lnTo>
                <a:lnTo>
                  <a:pt x="139892" y="154896"/>
                </a:lnTo>
                <a:lnTo>
                  <a:pt x="138336" y="155765"/>
                </a:lnTo>
                <a:lnTo>
                  <a:pt x="136747" y="156578"/>
                </a:lnTo>
                <a:lnTo>
                  <a:pt x="135134" y="157330"/>
                </a:lnTo>
                <a:lnTo>
                  <a:pt x="133508" y="158018"/>
                </a:lnTo>
                <a:lnTo>
                  <a:pt x="131879" y="158638"/>
                </a:lnTo>
                <a:lnTo>
                  <a:pt x="130255" y="159187"/>
                </a:lnTo>
                <a:lnTo>
                  <a:pt x="128647" y="159661"/>
                </a:lnTo>
                <a:lnTo>
                  <a:pt x="127065" y="160057"/>
                </a:lnTo>
                <a:lnTo>
                  <a:pt x="125519" y="160371"/>
                </a:lnTo>
                <a:lnTo>
                  <a:pt x="124017" y="160600"/>
                </a:lnTo>
                <a:lnTo>
                  <a:pt x="122571" y="160740"/>
                </a:lnTo>
                <a:lnTo>
                  <a:pt x="121189" y="160787"/>
                </a:lnTo>
                <a:lnTo>
                  <a:pt x="118989" y="160609"/>
                </a:lnTo>
                <a:lnTo>
                  <a:pt x="116881" y="160091"/>
                </a:lnTo>
                <a:lnTo>
                  <a:pt x="114886" y="159254"/>
                </a:lnTo>
                <a:lnTo>
                  <a:pt x="113021" y="158121"/>
                </a:lnTo>
                <a:lnTo>
                  <a:pt x="111306" y="156714"/>
                </a:lnTo>
                <a:lnTo>
                  <a:pt x="109758" y="155055"/>
                </a:lnTo>
                <a:lnTo>
                  <a:pt x="108398" y="153166"/>
                </a:lnTo>
                <a:lnTo>
                  <a:pt x="107243" y="151071"/>
                </a:lnTo>
                <a:lnTo>
                  <a:pt x="106312" y="148790"/>
                </a:lnTo>
                <a:lnTo>
                  <a:pt x="105624" y="146346"/>
                </a:lnTo>
                <a:lnTo>
                  <a:pt x="105197" y="143762"/>
                </a:lnTo>
                <a:lnTo>
                  <a:pt x="105051" y="141060"/>
                </a:lnTo>
                <a:lnTo>
                  <a:pt x="105051" y="140035"/>
                </a:lnTo>
                <a:lnTo>
                  <a:pt x="105275" y="136374"/>
                </a:lnTo>
                <a:lnTo>
                  <a:pt x="105972" y="132931"/>
                </a:lnTo>
                <a:lnTo>
                  <a:pt x="107176" y="129678"/>
                </a:lnTo>
                <a:lnTo>
                  <a:pt x="108921" y="126588"/>
                </a:lnTo>
                <a:lnTo>
                  <a:pt x="111243" y="123633"/>
                </a:lnTo>
                <a:lnTo>
                  <a:pt x="114177" y="120786"/>
                </a:lnTo>
                <a:lnTo>
                  <a:pt x="117756" y="118019"/>
                </a:lnTo>
                <a:lnTo>
                  <a:pt x="122015" y="115305"/>
                </a:lnTo>
                <a:lnTo>
                  <a:pt x="126990" y="112615"/>
                </a:lnTo>
                <a:lnTo>
                  <a:pt x="132715" y="109923"/>
                </a:lnTo>
                <a:lnTo>
                  <a:pt x="139225" y="107200"/>
                </a:lnTo>
                <a:lnTo>
                  <a:pt x="146554" y="104420"/>
                </a:lnTo>
                <a:lnTo>
                  <a:pt x="146554" y="141572"/>
                </a:lnTo>
                <a:close/>
                <a:moveTo>
                  <a:pt x="196518" y="218554"/>
                </a:moveTo>
                <a:lnTo>
                  <a:pt x="201031" y="215591"/>
                </a:lnTo>
                <a:lnTo>
                  <a:pt x="205119" y="212825"/>
                </a:lnTo>
                <a:lnTo>
                  <a:pt x="208829" y="210219"/>
                </a:lnTo>
                <a:lnTo>
                  <a:pt x="212205" y="207736"/>
                </a:lnTo>
                <a:lnTo>
                  <a:pt x="215292" y="205338"/>
                </a:lnTo>
                <a:lnTo>
                  <a:pt x="218137" y="202988"/>
                </a:lnTo>
                <a:lnTo>
                  <a:pt x="220784" y="200649"/>
                </a:lnTo>
                <a:lnTo>
                  <a:pt x="223278" y="198283"/>
                </a:lnTo>
                <a:lnTo>
                  <a:pt x="225666" y="195854"/>
                </a:lnTo>
                <a:lnTo>
                  <a:pt x="227992" y="193322"/>
                </a:lnTo>
                <a:lnTo>
                  <a:pt x="230303" y="190652"/>
                </a:lnTo>
                <a:lnTo>
                  <a:pt x="232642" y="187806"/>
                </a:lnTo>
                <a:lnTo>
                  <a:pt x="236999" y="182164"/>
                </a:lnTo>
                <a:lnTo>
                  <a:pt x="240971" y="176379"/>
                </a:lnTo>
                <a:lnTo>
                  <a:pt x="244562" y="170449"/>
                </a:lnTo>
                <a:lnTo>
                  <a:pt x="247770" y="164368"/>
                </a:lnTo>
                <a:lnTo>
                  <a:pt x="250597" y="158135"/>
                </a:lnTo>
                <a:lnTo>
                  <a:pt x="253045" y="151745"/>
                </a:lnTo>
                <a:lnTo>
                  <a:pt x="255113" y="145195"/>
                </a:lnTo>
                <a:lnTo>
                  <a:pt x="256803" y="138482"/>
                </a:lnTo>
                <a:lnTo>
                  <a:pt x="258116" y="131601"/>
                </a:lnTo>
                <a:lnTo>
                  <a:pt x="259053" y="124550"/>
                </a:lnTo>
                <a:lnTo>
                  <a:pt x="259615" y="117324"/>
                </a:lnTo>
                <a:lnTo>
                  <a:pt x="259801" y="109920"/>
                </a:lnTo>
                <a:lnTo>
                  <a:pt x="259602" y="101881"/>
                </a:lnTo>
                <a:lnTo>
                  <a:pt x="258995" y="94141"/>
                </a:lnTo>
                <a:lnTo>
                  <a:pt x="257968" y="86668"/>
                </a:lnTo>
                <a:lnTo>
                  <a:pt x="256509" y="79430"/>
                </a:lnTo>
                <a:lnTo>
                  <a:pt x="254604" y="72394"/>
                </a:lnTo>
                <a:lnTo>
                  <a:pt x="252243" y="65530"/>
                </a:lnTo>
                <a:lnTo>
                  <a:pt x="249412" y="58804"/>
                </a:lnTo>
                <a:lnTo>
                  <a:pt x="246098" y="52185"/>
                </a:lnTo>
                <a:lnTo>
                  <a:pt x="242291" y="45640"/>
                </a:lnTo>
                <a:lnTo>
                  <a:pt x="237976" y="39139"/>
                </a:lnTo>
                <a:lnTo>
                  <a:pt x="233141" y="32648"/>
                </a:lnTo>
                <a:lnTo>
                  <a:pt x="227775" y="26135"/>
                </a:lnTo>
                <a:lnTo>
                  <a:pt x="225222" y="23194"/>
                </a:lnTo>
                <a:lnTo>
                  <a:pt x="222794" y="20498"/>
                </a:lnTo>
                <a:lnTo>
                  <a:pt x="220452" y="18016"/>
                </a:lnTo>
                <a:lnTo>
                  <a:pt x="218162" y="15716"/>
                </a:lnTo>
                <a:lnTo>
                  <a:pt x="215885" y="13565"/>
                </a:lnTo>
                <a:lnTo>
                  <a:pt x="213586" y="11531"/>
                </a:lnTo>
                <a:lnTo>
                  <a:pt x="211229" y="9583"/>
                </a:lnTo>
                <a:lnTo>
                  <a:pt x="208776" y="7688"/>
                </a:lnTo>
                <a:lnTo>
                  <a:pt x="206192" y="5814"/>
                </a:lnTo>
                <a:lnTo>
                  <a:pt x="203440" y="3930"/>
                </a:lnTo>
                <a:lnTo>
                  <a:pt x="200482" y="2002"/>
                </a:lnTo>
                <a:lnTo>
                  <a:pt x="197284" y="0"/>
                </a:lnTo>
                <a:lnTo>
                  <a:pt x="194211" y="4101"/>
                </a:lnTo>
                <a:lnTo>
                  <a:pt x="199061" y="7997"/>
                </a:lnTo>
                <a:lnTo>
                  <a:pt x="203392" y="11655"/>
                </a:lnTo>
                <a:lnTo>
                  <a:pt x="207254" y="15135"/>
                </a:lnTo>
                <a:lnTo>
                  <a:pt x="210694" y="18497"/>
                </a:lnTo>
                <a:lnTo>
                  <a:pt x="213761" y="21803"/>
                </a:lnTo>
                <a:lnTo>
                  <a:pt x="216501" y="25112"/>
                </a:lnTo>
                <a:lnTo>
                  <a:pt x="218965" y="28485"/>
                </a:lnTo>
                <a:lnTo>
                  <a:pt x="221198" y="31982"/>
                </a:lnTo>
                <a:lnTo>
                  <a:pt x="223251" y="35665"/>
                </a:lnTo>
                <a:lnTo>
                  <a:pt x="225169" y="39593"/>
                </a:lnTo>
                <a:lnTo>
                  <a:pt x="227003" y="43827"/>
                </a:lnTo>
                <a:lnTo>
                  <a:pt x="228799" y="48427"/>
                </a:lnTo>
                <a:lnTo>
                  <a:pt x="230267" y="52769"/>
                </a:lnTo>
                <a:lnTo>
                  <a:pt x="231599" y="57220"/>
                </a:lnTo>
                <a:lnTo>
                  <a:pt x="232795" y="61794"/>
                </a:lnTo>
                <a:lnTo>
                  <a:pt x="233857" y="66504"/>
                </a:lnTo>
                <a:lnTo>
                  <a:pt x="234788" y="71364"/>
                </a:lnTo>
                <a:lnTo>
                  <a:pt x="235589" y="76386"/>
                </a:lnTo>
                <a:lnTo>
                  <a:pt x="236262" y="81584"/>
                </a:lnTo>
                <a:lnTo>
                  <a:pt x="236809" y="86972"/>
                </a:lnTo>
                <a:lnTo>
                  <a:pt x="237231" y="92563"/>
                </a:lnTo>
                <a:lnTo>
                  <a:pt x="237530" y="98370"/>
                </a:lnTo>
                <a:lnTo>
                  <a:pt x="237708" y="104407"/>
                </a:lnTo>
                <a:lnTo>
                  <a:pt x="237767" y="110687"/>
                </a:lnTo>
                <a:lnTo>
                  <a:pt x="237698" y="117236"/>
                </a:lnTo>
                <a:lnTo>
                  <a:pt x="237489" y="123560"/>
                </a:lnTo>
                <a:lnTo>
                  <a:pt x="237139" y="129659"/>
                </a:lnTo>
                <a:lnTo>
                  <a:pt x="236648" y="135530"/>
                </a:lnTo>
                <a:lnTo>
                  <a:pt x="236014" y="141174"/>
                </a:lnTo>
                <a:lnTo>
                  <a:pt x="235237" y="146589"/>
                </a:lnTo>
                <a:lnTo>
                  <a:pt x="234317" y="151774"/>
                </a:lnTo>
                <a:lnTo>
                  <a:pt x="233251" y="156729"/>
                </a:lnTo>
                <a:lnTo>
                  <a:pt x="232039" y="161453"/>
                </a:lnTo>
                <a:lnTo>
                  <a:pt x="230681" y="165945"/>
                </a:lnTo>
                <a:lnTo>
                  <a:pt x="229175" y="170203"/>
                </a:lnTo>
                <a:lnTo>
                  <a:pt x="227521" y="174228"/>
                </a:lnTo>
                <a:lnTo>
                  <a:pt x="225710" y="178127"/>
                </a:lnTo>
                <a:lnTo>
                  <a:pt x="223843" y="181781"/>
                </a:lnTo>
                <a:lnTo>
                  <a:pt x="221884" y="185234"/>
                </a:lnTo>
                <a:lnTo>
                  <a:pt x="219796" y="188529"/>
                </a:lnTo>
                <a:lnTo>
                  <a:pt x="217545" y="191710"/>
                </a:lnTo>
                <a:lnTo>
                  <a:pt x="215094" y="194822"/>
                </a:lnTo>
                <a:lnTo>
                  <a:pt x="212408" y="197906"/>
                </a:lnTo>
                <a:lnTo>
                  <a:pt x="209452" y="201007"/>
                </a:lnTo>
                <a:lnTo>
                  <a:pt x="206190" y="204169"/>
                </a:lnTo>
                <a:lnTo>
                  <a:pt x="202586" y="207435"/>
                </a:lnTo>
                <a:lnTo>
                  <a:pt x="198605" y="210848"/>
                </a:lnTo>
                <a:lnTo>
                  <a:pt x="194211" y="214453"/>
                </a:lnTo>
                <a:lnTo>
                  <a:pt x="196518" y="218554"/>
                </a:lnTo>
                <a:close/>
                <a:moveTo>
                  <a:pt x="542664" y="168278"/>
                </a:moveTo>
                <a:lnTo>
                  <a:pt x="539960" y="168040"/>
                </a:lnTo>
                <a:lnTo>
                  <a:pt x="537576" y="167678"/>
                </a:lnTo>
                <a:lnTo>
                  <a:pt x="535459" y="167139"/>
                </a:lnTo>
                <a:lnTo>
                  <a:pt x="533555" y="166373"/>
                </a:lnTo>
                <a:lnTo>
                  <a:pt x="531812" y="165330"/>
                </a:lnTo>
                <a:lnTo>
                  <a:pt x="530175" y="163959"/>
                </a:lnTo>
                <a:lnTo>
                  <a:pt x="528591" y="162209"/>
                </a:lnTo>
                <a:lnTo>
                  <a:pt x="527008" y="160030"/>
                </a:lnTo>
                <a:lnTo>
                  <a:pt x="525371" y="157370"/>
                </a:lnTo>
                <a:lnTo>
                  <a:pt x="523627" y="154180"/>
                </a:lnTo>
                <a:lnTo>
                  <a:pt x="521723" y="150409"/>
                </a:lnTo>
                <a:lnTo>
                  <a:pt x="519606" y="146005"/>
                </a:lnTo>
                <a:lnTo>
                  <a:pt x="455806" y="500"/>
                </a:lnTo>
                <a:lnTo>
                  <a:pt x="450685" y="500"/>
                </a:lnTo>
                <a:lnTo>
                  <a:pt x="397390" y="126293"/>
                </a:lnTo>
                <a:lnTo>
                  <a:pt x="393555" y="134962"/>
                </a:lnTo>
                <a:lnTo>
                  <a:pt x="390197" y="142347"/>
                </a:lnTo>
                <a:lnTo>
                  <a:pt x="387238" y="148551"/>
                </a:lnTo>
                <a:lnTo>
                  <a:pt x="384599" y="153677"/>
                </a:lnTo>
                <a:lnTo>
                  <a:pt x="382201" y="157830"/>
                </a:lnTo>
                <a:lnTo>
                  <a:pt x="379968" y="161111"/>
                </a:lnTo>
                <a:lnTo>
                  <a:pt x="377820" y="163624"/>
                </a:lnTo>
                <a:lnTo>
                  <a:pt x="375679" y="165472"/>
                </a:lnTo>
                <a:lnTo>
                  <a:pt x="373467" y="166758"/>
                </a:lnTo>
                <a:lnTo>
                  <a:pt x="371105" y="167586"/>
                </a:lnTo>
                <a:lnTo>
                  <a:pt x="368516" y="168058"/>
                </a:lnTo>
                <a:lnTo>
                  <a:pt x="365621" y="168278"/>
                </a:lnTo>
                <a:lnTo>
                  <a:pt x="365621" y="173145"/>
                </a:lnTo>
                <a:lnTo>
                  <a:pt x="416351" y="173145"/>
                </a:lnTo>
                <a:lnTo>
                  <a:pt x="416351" y="168278"/>
                </a:lnTo>
                <a:lnTo>
                  <a:pt x="413425" y="168208"/>
                </a:lnTo>
                <a:lnTo>
                  <a:pt x="410790" y="167998"/>
                </a:lnTo>
                <a:lnTo>
                  <a:pt x="408440" y="167646"/>
                </a:lnTo>
                <a:lnTo>
                  <a:pt x="406367" y="167150"/>
                </a:lnTo>
                <a:lnTo>
                  <a:pt x="404565" y="166508"/>
                </a:lnTo>
                <a:lnTo>
                  <a:pt x="403027" y="165719"/>
                </a:lnTo>
                <a:lnTo>
                  <a:pt x="401744" y="164780"/>
                </a:lnTo>
                <a:lnTo>
                  <a:pt x="400711" y="163690"/>
                </a:lnTo>
                <a:lnTo>
                  <a:pt x="399920" y="162447"/>
                </a:lnTo>
                <a:lnTo>
                  <a:pt x="399363" y="161050"/>
                </a:lnTo>
                <a:lnTo>
                  <a:pt x="399035" y="159497"/>
                </a:lnTo>
                <a:lnTo>
                  <a:pt x="398927" y="157785"/>
                </a:lnTo>
                <a:lnTo>
                  <a:pt x="398942" y="157006"/>
                </a:lnTo>
                <a:lnTo>
                  <a:pt x="398990" y="156209"/>
                </a:lnTo>
                <a:lnTo>
                  <a:pt x="399067" y="155396"/>
                </a:lnTo>
                <a:lnTo>
                  <a:pt x="399174" y="154570"/>
                </a:lnTo>
                <a:lnTo>
                  <a:pt x="399309" y="153733"/>
                </a:lnTo>
                <a:lnTo>
                  <a:pt x="399472" y="152888"/>
                </a:lnTo>
                <a:lnTo>
                  <a:pt x="399662" y="152037"/>
                </a:lnTo>
                <a:lnTo>
                  <a:pt x="399877" y="151184"/>
                </a:lnTo>
                <a:lnTo>
                  <a:pt x="400117" y="150331"/>
                </a:lnTo>
                <a:lnTo>
                  <a:pt x="400382" y="149481"/>
                </a:lnTo>
                <a:lnTo>
                  <a:pt x="400669" y="148636"/>
                </a:lnTo>
                <a:lnTo>
                  <a:pt x="400979" y="147800"/>
                </a:lnTo>
                <a:lnTo>
                  <a:pt x="412762" y="117845"/>
                </a:lnTo>
                <a:lnTo>
                  <a:pt x="479893" y="117845"/>
                </a:lnTo>
                <a:lnTo>
                  <a:pt x="490398" y="142424"/>
                </a:lnTo>
                <a:lnTo>
                  <a:pt x="491139" y="144145"/>
                </a:lnTo>
                <a:lnTo>
                  <a:pt x="491825" y="145846"/>
                </a:lnTo>
                <a:lnTo>
                  <a:pt x="492455" y="147516"/>
                </a:lnTo>
                <a:lnTo>
                  <a:pt x="493025" y="149146"/>
                </a:lnTo>
                <a:lnTo>
                  <a:pt x="493536" y="150726"/>
                </a:lnTo>
                <a:lnTo>
                  <a:pt x="493984" y="152247"/>
                </a:lnTo>
                <a:lnTo>
                  <a:pt x="494368" y="153699"/>
                </a:lnTo>
                <a:lnTo>
                  <a:pt x="494686" y="155071"/>
                </a:lnTo>
                <a:lnTo>
                  <a:pt x="494937" y="156355"/>
                </a:lnTo>
                <a:lnTo>
                  <a:pt x="495118" y="157540"/>
                </a:lnTo>
                <a:lnTo>
                  <a:pt x="495228" y="158617"/>
                </a:lnTo>
                <a:lnTo>
                  <a:pt x="495265" y="159575"/>
                </a:lnTo>
                <a:lnTo>
                  <a:pt x="495172" y="161086"/>
                </a:lnTo>
                <a:lnTo>
                  <a:pt x="494880" y="162424"/>
                </a:lnTo>
                <a:lnTo>
                  <a:pt x="494372" y="163599"/>
                </a:lnTo>
                <a:lnTo>
                  <a:pt x="493633" y="164619"/>
                </a:lnTo>
                <a:lnTo>
                  <a:pt x="492644" y="165494"/>
                </a:lnTo>
                <a:lnTo>
                  <a:pt x="491390" y="166231"/>
                </a:lnTo>
                <a:lnTo>
                  <a:pt x="489852" y="166841"/>
                </a:lnTo>
                <a:lnTo>
                  <a:pt x="488015" y="167331"/>
                </a:lnTo>
                <a:lnTo>
                  <a:pt x="485861" y="167711"/>
                </a:lnTo>
                <a:lnTo>
                  <a:pt x="483373" y="167989"/>
                </a:lnTo>
                <a:lnTo>
                  <a:pt x="480534" y="168175"/>
                </a:lnTo>
                <a:lnTo>
                  <a:pt x="477328" y="168278"/>
                </a:lnTo>
                <a:lnTo>
                  <a:pt x="477328" y="173145"/>
                </a:lnTo>
                <a:lnTo>
                  <a:pt x="542664" y="173145"/>
                </a:lnTo>
                <a:lnTo>
                  <a:pt x="542664" y="168278"/>
                </a:lnTo>
                <a:moveTo>
                  <a:pt x="417118" y="107340"/>
                </a:moveTo>
                <a:lnTo>
                  <a:pt x="446584" y="36882"/>
                </a:lnTo>
                <a:lnTo>
                  <a:pt x="476304" y="107340"/>
                </a:lnTo>
                <a:lnTo>
                  <a:pt x="417118" y="107340"/>
                </a:lnTo>
                <a:close/>
                <a:moveTo>
                  <a:pt x="550863" y="71185"/>
                </a:moveTo>
                <a:lnTo>
                  <a:pt x="551268" y="71003"/>
                </a:lnTo>
                <a:lnTo>
                  <a:pt x="551713" y="70841"/>
                </a:lnTo>
                <a:lnTo>
                  <a:pt x="552196" y="70700"/>
                </a:lnTo>
                <a:lnTo>
                  <a:pt x="552713" y="70577"/>
                </a:lnTo>
                <a:lnTo>
                  <a:pt x="553263" y="70472"/>
                </a:lnTo>
                <a:lnTo>
                  <a:pt x="553842" y="70384"/>
                </a:lnTo>
                <a:lnTo>
                  <a:pt x="554447" y="70312"/>
                </a:lnTo>
                <a:lnTo>
                  <a:pt x="555077" y="70255"/>
                </a:lnTo>
                <a:lnTo>
                  <a:pt x="555728" y="70212"/>
                </a:lnTo>
                <a:lnTo>
                  <a:pt x="556398" y="70183"/>
                </a:lnTo>
                <a:lnTo>
                  <a:pt x="557083" y="70166"/>
                </a:lnTo>
                <a:lnTo>
                  <a:pt x="557782" y="70160"/>
                </a:lnTo>
                <a:lnTo>
                  <a:pt x="559476" y="70243"/>
                </a:lnTo>
                <a:lnTo>
                  <a:pt x="560975" y="70503"/>
                </a:lnTo>
                <a:lnTo>
                  <a:pt x="562290" y="70957"/>
                </a:lnTo>
                <a:lnTo>
                  <a:pt x="563428" y="71622"/>
                </a:lnTo>
                <a:lnTo>
                  <a:pt x="564399" y="72514"/>
                </a:lnTo>
                <a:lnTo>
                  <a:pt x="565211" y="73651"/>
                </a:lnTo>
                <a:lnTo>
                  <a:pt x="565874" y="75049"/>
                </a:lnTo>
                <a:lnTo>
                  <a:pt x="566396" y="76726"/>
                </a:lnTo>
                <a:lnTo>
                  <a:pt x="566787" y="78697"/>
                </a:lnTo>
                <a:lnTo>
                  <a:pt x="567055" y="80981"/>
                </a:lnTo>
                <a:lnTo>
                  <a:pt x="567210" y="83594"/>
                </a:lnTo>
                <a:lnTo>
                  <a:pt x="567259" y="86553"/>
                </a:lnTo>
                <a:lnTo>
                  <a:pt x="567259" y="150091"/>
                </a:lnTo>
                <a:lnTo>
                  <a:pt x="567196" y="153517"/>
                </a:lnTo>
                <a:lnTo>
                  <a:pt x="566990" y="156513"/>
                </a:lnTo>
                <a:lnTo>
                  <a:pt x="566614" y="159109"/>
                </a:lnTo>
                <a:lnTo>
                  <a:pt x="566044" y="161334"/>
                </a:lnTo>
                <a:lnTo>
                  <a:pt x="565254" y="163217"/>
                </a:lnTo>
                <a:lnTo>
                  <a:pt x="564216" y="164788"/>
                </a:lnTo>
                <a:lnTo>
                  <a:pt x="562907" y="166076"/>
                </a:lnTo>
                <a:lnTo>
                  <a:pt x="561300" y="167111"/>
                </a:lnTo>
                <a:lnTo>
                  <a:pt x="559369" y="167922"/>
                </a:lnTo>
                <a:lnTo>
                  <a:pt x="557088" y="168537"/>
                </a:lnTo>
                <a:lnTo>
                  <a:pt x="554432" y="168988"/>
                </a:lnTo>
                <a:lnTo>
                  <a:pt x="551375" y="169302"/>
                </a:lnTo>
                <a:lnTo>
                  <a:pt x="551375" y="173145"/>
                </a:lnTo>
                <a:lnTo>
                  <a:pt x="605694" y="173145"/>
                </a:lnTo>
                <a:lnTo>
                  <a:pt x="605694" y="169302"/>
                </a:lnTo>
                <a:lnTo>
                  <a:pt x="602615" y="169001"/>
                </a:lnTo>
                <a:lnTo>
                  <a:pt x="599903" y="168600"/>
                </a:lnTo>
                <a:lnTo>
                  <a:pt x="597537" y="168086"/>
                </a:lnTo>
                <a:lnTo>
                  <a:pt x="595500" y="167443"/>
                </a:lnTo>
                <a:lnTo>
                  <a:pt x="593773" y="166658"/>
                </a:lnTo>
                <a:lnTo>
                  <a:pt x="592336" y="165717"/>
                </a:lnTo>
                <a:lnTo>
                  <a:pt x="591172" y="164604"/>
                </a:lnTo>
                <a:lnTo>
                  <a:pt x="590261" y="163307"/>
                </a:lnTo>
                <a:lnTo>
                  <a:pt x="589586" y="161810"/>
                </a:lnTo>
                <a:lnTo>
                  <a:pt x="589126" y="160100"/>
                </a:lnTo>
                <a:lnTo>
                  <a:pt x="588864" y="158162"/>
                </a:lnTo>
                <a:lnTo>
                  <a:pt x="588781" y="155982"/>
                </a:lnTo>
                <a:lnTo>
                  <a:pt x="588781" y="83992"/>
                </a:lnTo>
                <a:lnTo>
                  <a:pt x="591723" y="81283"/>
                </a:lnTo>
                <a:lnTo>
                  <a:pt x="594419" y="78907"/>
                </a:lnTo>
                <a:lnTo>
                  <a:pt x="596905" y="76847"/>
                </a:lnTo>
                <a:lnTo>
                  <a:pt x="599211" y="75083"/>
                </a:lnTo>
                <a:lnTo>
                  <a:pt x="601371" y="73596"/>
                </a:lnTo>
                <a:lnTo>
                  <a:pt x="603419" y="72368"/>
                </a:lnTo>
                <a:lnTo>
                  <a:pt x="605386" y="71380"/>
                </a:lnTo>
                <a:lnTo>
                  <a:pt x="607306" y="70614"/>
                </a:lnTo>
                <a:lnTo>
                  <a:pt x="609212" y="70051"/>
                </a:lnTo>
                <a:lnTo>
                  <a:pt x="611137" y="69671"/>
                </a:lnTo>
                <a:lnTo>
                  <a:pt x="613113" y="69457"/>
                </a:lnTo>
                <a:lnTo>
                  <a:pt x="615174" y="69390"/>
                </a:lnTo>
                <a:lnTo>
                  <a:pt x="618179" y="69556"/>
                </a:lnTo>
                <a:lnTo>
                  <a:pt x="620919" y="70057"/>
                </a:lnTo>
                <a:lnTo>
                  <a:pt x="623393" y="70895"/>
                </a:lnTo>
                <a:lnTo>
                  <a:pt x="625603" y="72075"/>
                </a:lnTo>
                <a:lnTo>
                  <a:pt x="627549" y="73600"/>
                </a:lnTo>
                <a:lnTo>
                  <a:pt x="629233" y="75474"/>
                </a:lnTo>
                <a:lnTo>
                  <a:pt x="630656" y="77700"/>
                </a:lnTo>
                <a:lnTo>
                  <a:pt x="631818" y="80282"/>
                </a:lnTo>
                <a:lnTo>
                  <a:pt x="632720" y="83223"/>
                </a:lnTo>
                <a:lnTo>
                  <a:pt x="633364" y="86527"/>
                </a:lnTo>
                <a:lnTo>
                  <a:pt x="633749" y="90198"/>
                </a:lnTo>
                <a:lnTo>
                  <a:pt x="633877" y="94239"/>
                </a:lnTo>
                <a:lnTo>
                  <a:pt x="633877" y="147784"/>
                </a:lnTo>
                <a:lnTo>
                  <a:pt x="633804" y="151578"/>
                </a:lnTo>
                <a:lnTo>
                  <a:pt x="633571" y="154911"/>
                </a:lnTo>
                <a:lnTo>
                  <a:pt x="633157" y="157811"/>
                </a:lnTo>
                <a:lnTo>
                  <a:pt x="632539" y="160308"/>
                </a:lnTo>
                <a:lnTo>
                  <a:pt x="631698" y="162432"/>
                </a:lnTo>
                <a:lnTo>
                  <a:pt x="630611" y="164211"/>
                </a:lnTo>
                <a:lnTo>
                  <a:pt x="629256" y="165675"/>
                </a:lnTo>
                <a:lnTo>
                  <a:pt x="627614" y="166854"/>
                </a:lnTo>
                <a:lnTo>
                  <a:pt x="625662" y="167777"/>
                </a:lnTo>
                <a:lnTo>
                  <a:pt x="623379" y="168473"/>
                </a:lnTo>
                <a:lnTo>
                  <a:pt x="620744" y="168972"/>
                </a:lnTo>
                <a:lnTo>
                  <a:pt x="617735" y="169302"/>
                </a:lnTo>
                <a:lnTo>
                  <a:pt x="617735" y="173145"/>
                </a:lnTo>
                <a:lnTo>
                  <a:pt x="671030" y="173145"/>
                </a:lnTo>
                <a:lnTo>
                  <a:pt x="671030" y="169302"/>
                </a:lnTo>
                <a:lnTo>
                  <a:pt x="668084" y="168941"/>
                </a:lnTo>
                <a:lnTo>
                  <a:pt x="665512" y="168478"/>
                </a:lnTo>
                <a:lnTo>
                  <a:pt x="663290" y="167886"/>
                </a:lnTo>
                <a:lnTo>
                  <a:pt x="661396" y="167140"/>
                </a:lnTo>
                <a:lnTo>
                  <a:pt x="659809" y="166212"/>
                </a:lnTo>
                <a:lnTo>
                  <a:pt x="658506" y="165076"/>
                </a:lnTo>
                <a:lnTo>
                  <a:pt x="657464" y="163706"/>
                </a:lnTo>
                <a:lnTo>
                  <a:pt x="656661" y="162074"/>
                </a:lnTo>
                <a:lnTo>
                  <a:pt x="656076" y="160153"/>
                </a:lnTo>
                <a:lnTo>
                  <a:pt x="655685" y="157918"/>
                </a:lnTo>
                <a:lnTo>
                  <a:pt x="655467" y="155342"/>
                </a:lnTo>
                <a:lnTo>
                  <a:pt x="655399" y="152397"/>
                </a:lnTo>
                <a:lnTo>
                  <a:pt x="655399" y="93727"/>
                </a:lnTo>
                <a:lnTo>
                  <a:pt x="655167" y="87913"/>
                </a:lnTo>
                <a:lnTo>
                  <a:pt x="654476" y="82520"/>
                </a:lnTo>
                <a:lnTo>
                  <a:pt x="653341" y="77564"/>
                </a:lnTo>
                <a:lnTo>
                  <a:pt x="651774" y="73062"/>
                </a:lnTo>
                <a:lnTo>
                  <a:pt x="649787" y="69029"/>
                </a:lnTo>
                <a:lnTo>
                  <a:pt x="647392" y="65482"/>
                </a:lnTo>
                <a:lnTo>
                  <a:pt x="644603" y="62437"/>
                </a:lnTo>
                <a:lnTo>
                  <a:pt x="641431" y="59909"/>
                </a:lnTo>
                <a:lnTo>
                  <a:pt x="637888" y="57915"/>
                </a:lnTo>
                <a:lnTo>
                  <a:pt x="633989" y="56471"/>
                </a:lnTo>
                <a:lnTo>
                  <a:pt x="629744" y="55593"/>
                </a:lnTo>
                <a:lnTo>
                  <a:pt x="625167" y="55296"/>
                </a:lnTo>
                <a:lnTo>
                  <a:pt x="622293" y="55392"/>
                </a:lnTo>
                <a:lnTo>
                  <a:pt x="619532" y="55695"/>
                </a:lnTo>
                <a:lnTo>
                  <a:pt x="616839" y="56234"/>
                </a:lnTo>
                <a:lnTo>
                  <a:pt x="614167" y="57034"/>
                </a:lnTo>
                <a:lnTo>
                  <a:pt x="611471" y="58122"/>
                </a:lnTo>
                <a:lnTo>
                  <a:pt x="608703" y="59526"/>
                </a:lnTo>
                <a:lnTo>
                  <a:pt x="605819" y="61270"/>
                </a:lnTo>
                <a:lnTo>
                  <a:pt x="602770" y="63384"/>
                </a:lnTo>
                <a:lnTo>
                  <a:pt x="599512" y="65892"/>
                </a:lnTo>
                <a:lnTo>
                  <a:pt x="595997" y="68821"/>
                </a:lnTo>
                <a:lnTo>
                  <a:pt x="592180" y="72199"/>
                </a:lnTo>
                <a:lnTo>
                  <a:pt x="588015" y="76052"/>
                </a:lnTo>
                <a:lnTo>
                  <a:pt x="588015" y="55812"/>
                </a:lnTo>
                <a:lnTo>
                  <a:pt x="586220" y="55296"/>
                </a:lnTo>
                <a:lnTo>
                  <a:pt x="583157" y="56414"/>
                </a:lnTo>
                <a:lnTo>
                  <a:pt x="580221" y="57468"/>
                </a:lnTo>
                <a:lnTo>
                  <a:pt x="577382" y="58468"/>
                </a:lnTo>
                <a:lnTo>
                  <a:pt x="574606" y="59425"/>
                </a:lnTo>
                <a:lnTo>
                  <a:pt x="571863" y="60351"/>
                </a:lnTo>
                <a:lnTo>
                  <a:pt x="569119" y="61255"/>
                </a:lnTo>
                <a:lnTo>
                  <a:pt x="566343" y="62148"/>
                </a:lnTo>
                <a:lnTo>
                  <a:pt x="563504" y="63042"/>
                </a:lnTo>
                <a:lnTo>
                  <a:pt x="560568" y="63946"/>
                </a:lnTo>
                <a:lnTo>
                  <a:pt x="557504" y="64872"/>
                </a:lnTo>
                <a:lnTo>
                  <a:pt x="554279" y="65829"/>
                </a:lnTo>
                <a:lnTo>
                  <a:pt x="550863" y="66829"/>
                </a:lnTo>
                <a:lnTo>
                  <a:pt x="550863" y="71185"/>
                </a:lnTo>
                <a:close/>
                <a:moveTo>
                  <a:pt x="937236" y="26311"/>
                </a:moveTo>
                <a:lnTo>
                  <a:pt x="937236" y="142397"/>
                </a:lnTo>
                <a:lnTo>
                  <a:pt x="937164" y="147349"/>
                </a:lnTo>
                <a:lnTo>
                  <a:pt x="936914" y="151610"/>
                </a:lnTo>
                <a:lnTo>
                  <a:pt x="936439" y="155233"/>
                </a:lnTo>
                <a:lnTo>
                  <a:pt x="935688" y="158275"/>
                </a:lnTo>
                <a:lnTo>
                  <a:pt x="934614" y="160790"/>
                </a:lnTo>
                <a:lnTo>
                  <a:pt x="933167" y="162833"/>
                </a:lnTo>
                <a:lnTo>
                  <a:pt x="931299" y="164460"/>
                </a:lnTo>
                <a:lnTo>
                  <a:pt x="928960" y="165726"/>
                </a:lnTo>
                <a:lnTo>
                  <a:pt x="926101" y="166685"/>
                </a:lnTo>
                <a:lnTo>
                  <a:pt x="922674" y="167394"/>
                </a:lnTo>
                <a:lnTo>
                  <a:pt x="918630" y="167906"/>
                </a:lnTo>
                <a:lnTo>
                  <a:pt x="913919" y="168278"/>
                </a:lnTo>
                <a:lnTo>
                  <a:pt x="913919" y="173145"/>
                </a:lnTo>
                <a:lnTo>
                  <a:pt x="985659" y="173145"/>
                </a:lnTo>
                <a:lnTo>
                  <a:pt x="985659" y="168278"/>
                </a:lnTo>
                <a:lnTo>
                  <a:pt x="981292" y="167903"/>
                </a:lnTo>
                <a:lnTo>
                  <a:pt x="977514" y="167389"/>
                </a:lnTo>
                <a:lnTo>
                  <a:pt x="974286" y="166694"/>
                </a:lnTo>
                <a:lnTo>
                  <a:pt x="971568" y="165774"/>
                </a:lnTo>
                <a:lnTo>
                  <a:pt x="969320" y="164587"/>
                </a:lnTo>
                <a:lnTo>
                  <a:pt x="967501" y="163090"/>
                </a:lnTo>
                <a:lnTo>
                  <a:pt x="966072" y="161241"/>
                </a:lnTo>
                <a:lnTo>
                  <a:pt x="964993" y="158997"/>
                </a:lnTo>
                <a:lnTo>
                  <a:pt x="964223" y="156315"/>
                </a:lnTo>
                <a:lnTo>
                  <a:pt x="963723" y="153153"/>
                </a:lnTo>
                <a:lnTo>
                  <a:pt x="963452" y="149467"/>
                </a:lnTo>
                <a:lnTo>
                  <a:pt x="963371" y="145216"/>
                </a:lnTo>
                <a:lnTo>
                  <a:pt x="963371" y="31437"/>
                </a:lnTo>
                <a:lnTo>
                  <a:pt x="963448" y="27190"/>
                </a:lnTo>
                <a:lnTo>
                  <a:pt x="963706" y="23517"/>
                </a:lnTo>
                <a:lnTo>
                  <a:pt x="964188" y="20373"/>
                </a:lnTo>
                <a:lnTo>
                  <a:pt x="964937" y="17712"/>
                </a:lnTo>
                <a:lnTo>
                  <a:pt x="965995" y="15489"/>
                </a:lnTo>
                <a:lnTo>
                  <a:pt x="967406" y="13658"/>
                </a:lnTo>
                <a:lnTo>
                  <a:pt x="969212" y="12175"/>
                </a:lnTo>
                <a:lnTo>
                  <a:pt x="971455" y="10993"/>
                </a:lnTo>
                <a:lnTo>
                  <a:pt x="974179" y="10067"/>
                </a:lnTo>
                <a:lnTo>
                  <a:pt x="977426" y="9352"/>
                </a:lnTo>
                <a:lnTo>
                  <a:pt x="981238" y="8803"/>
                </a:lnTo>
                <a:lnTo>
                  <a:pt x="985659" y="8374"/>
                </a:lnTo>
                <a:lnTo>
                  <a:pt x="985659" y="3503"/>
                </a:lnTo>
                <a:lnTo>
                  <a:pt x="934671" y="3503"/>
                </a:lnTo>
                <a:lnTo>
                  <a:pt x="878049" y="132916"/>
                </a:lnTo>
                <a:lnTo>
                  <a:pt x="818863" y="3503"/>
                </a:lnTo>
                <a:lnTo>
                  <a:pt x="768133" y="3503"/>
                </a:lnTo>
                <a:lnTo>
                  <a:pt x="768133" y="8374"/>
                </a:lnTo>
                <a:lnTo>
                  <a:pt x="773025" y="8739"/>
                </a:lnTo>
                <a:lnTo>
                  <a:pt x="777231" y="9227"/>
                </a:lnTo>
                <a:lnTo>
                  <a:pt x="780800" y="9886"/>
                </a:lnTo>
                <a:lnTo>
                  <a:pt x="783781" y="10764"/>
                </a:lnTo>
                <a:lnTo>
                  <a:pt x="786225" y="11909"/>
                </a:lnTo>
                <a:lnTo>
                  <a:pt x="788182" y="13370"/>
                </a:lnTo>
                <a:lnTo>
                  <a:pt x="789701" y="15193"/>
                </a:lnTo>
                <a:lnTo>
                  <a:pt x="790832" y="17427"/>
                </a:lnTo>
                <a:lnTo>
                  <a:pt x="791625" y="20121"/>
                </a:lnTo>
                <a:lnTo>
                  <a:pt x="792130" y="23321"/>
                </a:lnTo>
                <a:lnTo>
                  <a:pt x="792396" y="27077"/>
                </a:lnTo>
                <a:lnTo>
                  <a:pt x="792474" y="31437"/>
                </a:lnTo>
                <a:lnTo>
                  <a:pt x="792474" y="135477"/>
                </a:lnTo>
                <a:lnTo>
                  <a:pt x="792391" y="141638"/>
                </a:lnTo>
                <a:lnTo>
                  <a:pt x="792109" y="146966"/>
                </a:lnTo>
                <a:lnTo>
                  <a:pt x="791581" y="151522"/>
                </a:lnTo>
                <a:lnTo>
                  <a:pt x="790756" y="155371"/>
                </a:lnTo>
                <a:lnTo>
                  <a:pt x="789586" y="158576"/>
                </a:lnTo>
                <a:lnTo>
                  <a:pt x="788021" y="161200"/>
                </a:lnTo>
                <a:lnTo>
                  <a:pt x="786014" y="163306"/>
                </a:lnTo>
                <a:lnTo>
                  <a:pt x="783515" y="164957"/>
                </a:lnTo>
                <a:lnTo>
                  <a:pt x="780475" y="166217"/>
                </a:lnTo>
                <a:lnTo>
                  <a:pt x="776845" y="167148"/>
                </a:lnTo>
                <a:lnTo>
                  <a:pt x="772577" y="167814"/>
                </a:lnTo>
                <a:lnTo>
                  <a:pt x="767621" y="168278"/>
                </a:lnTo>
                <a:lnTo>
                  <a:pt x="767621" y="173145"/>
                </a:lnTo>
                <a:lnTo>
                  <a:pt x="827832" y="173145"/>
                </a:lnTo>
                <a:lnTo>
                  <a:pt x="827832" y="168278"/>
                </a:lnTo>
                <a:lnTo>
                  <a:pt x="823214" y="167912"/>
                </a:lnTo>
                <a:lnTo>
                  <a:pt x="819198" y="167290"/>
                </a:lnTo>
                <a:lnTo>
                  <a:pt x="815746" y="166361"/>
                </a:lnTo>
                <a:lnTo>
                  <a:pt x="812820" y="165071"/>
                </a:lnTo>
                <a:lnTo>
                  <a:pt x="810382" y="163368"/>
                </a:lnTo>
                <a:lnTo>
                  <a:pt x="808392" y="161200"/>
                </a:lnTo>
                <a:lnTo>
                  <a:pt x="806814" y="158514"/>
                </a:lnTo>
                <a:lnTo>
                  <a:pt x="805609" y="155258"/>
                </a:lnTo>
                <a:lnTo>
                  <a:pt x="804738" y="151378"/>
                </a:lnTo>
                <a:lnTo>
                  <a:pt x="804163" y="146823"/>
                </a:lnTo>
                <a:lnTo>
                  <a:pt x="803846" y="141540"/>
                </a:lnTo>
                <a:lnTo>
                  <a:pt x="803749" y="135477"/>
                </a:lnTo>
                <a:lnTo>
                  <a:pt x="803749" y="32203"/>
                </a:lnTo>
                <a:lnTo>
                  <a:pt x="868057" y="173145"/>
                </a:lnTo>
                <a:lnTo>
                  <a:pt x="871646" y="173145"/>
                </a:lnTo>
                <a:lnTo>
                  <a:pt x="937236" y="26311"/>
                </a:lnTo>
                <a:close/>
                <a:moveTo>
                  <a:pt x="1139134" y="128561"/>
                </a:moveTo>
                <a:lnTo>
                  <a:pt x="1138060" y="130916"/>
                </a:lnTo>
                <a:lnTo>
                  <a:pt x="1137015" y="133119"/>
                </a:lnTo>
                <a:lnTo>
                  <a:pt x="1135995" y="135178"/>
                </a:lnTo>
                <a:lnTo>
                  <a:pt x="1134996" y="137101"/>
                </a:lnTo>
                <a:lnTo>
                  <a:pt x="1134015" y="138896"/>
                </a:lnTo>
                <a:lnTo>
                  <a:pt x="1133048" y="140571"/>
                </a:lnTo>
                <a:lnTo>
                  <a:pt x="1132092" y="142134"/>
                </a:lnTo>
                <a:lnTo>
                  <a:pt x="1131143" y="143593"/>
                </a:lnTo>
                <a:lnTo>
                  <a:pt x="1130197" y="144955"/>
                </a:lnTo>
                <a:lnTo>
                  <a:pt x="1129252" y="146230"/>
                </a:lnTo>
                <a:lnTo>
                  <a:pt x="1128302" y="147424"/>
                </a:lnTo>
                <a:lnTo>
                  <a:pt x="1127346" y="148546"/>
                </a:lnTo>
                <a:lnTo>
                  <a:pt x="1124996" y="150934"/>
                </a:lnTo>
                <a:lnTo>
                  <a:pt x="1122426" y="153100"/>
                </a:lnTo>
                <a:lnTo>
                  <a:pt x="1119628" y="155047"/>
                </a:lnTo>
                <a:lnTo>
                  <a:pt x="1116595" y="156777"/>
                </a:lnTo>
                <a:lnTo>
                  <a:pt x="1113320" y="158294"/>
                </a:lnTo>
                <a:lnTo>
                  <a:pt x="1109796" y="159600"/>
                </a:lnTo>
                <a:lnTo>
                  <a:pt x="1106015" y="160698"/>
                </a:lnTo>
                <a:lnTo>
                  <a:pt x="1101972" y="161590"/>
                </a:lnTo>
                <a:lnTo>
                  <a:pt x="1097657" y="162279"/>
                </a:lnTo>
                <a:lnTo>
                  <a:pt x="1093065" y="162768"/>
                </a:lnTo>
                <a:lnTo>
                  <a:pt x="1088189" y="163060"/>
                </a:lnTo>
                <a:lnTo>
                  <a:pt x="1083020" y="163156"/>
                </a:lnTo>
                <a:lnTo>
                  <a:pt x="1065853" y="163156"/>
                </a:lnTo>
                <a:lnTo>
                  <a:pt x="1061491" y="163121"/>
                </a:lnTo>
                <a:lnTo>
                  <a:pt x="1057727" y="163001"/>
                </a:lnTo>
                <a:lnTo>
                  <a:pt x="1054520" y="162776"/>
                </a:lnTo>
                <a:lnTo>
                  <a:pt x="1051828" y="162425"/>
                </a:lnTo>
                <a:lnTo>
                  <a:pt x="1049610" y="161928"/>
                </a:lnTo>
                <a:lnTo>
                  <a:pt x="1047823" y="161265"/>
                </a:lnTo>
                <a:lnTo>
                  <a:pt x="1046425" y="160415"/>
                </a:lnTo>
                <a:lnTo>
                  <a:pt x="1045376" y="159358"/>
                </a:lnTo>
                <a:lnTo>
                  <a:pt x="1044632" y="158073"/>
                </a:lnTo>
                <a:lnTo>
                  <a:pt x="1044153" y="156540"/>
                </a:lnTo>
                <a:lnTo>
                  <a:pt x="1043896" y="154738"/>
                </a:lnTo>
                <a:lnTo>
                  <a:pt x="1043819" y="152648"/>
                </a:lnTo>
                <a:lnTo>
                  <a:pt x="1043819" y="31437"/>
                </a:lnTo>
                <a:lnTo>
                  <a:pt x="1043902" y="27185"/>
                </a:lnTo>
                <a:lnTo>
                  <a:pt x="1044179" y="23499"/>
                </a:lnTo>
                <a:lnTo>
                  <a:pt x="1044696" y="20337"/>
                </a:lnTo>
                <a:lnTo>
                  <a:pt x="1045499" y="17655"/>
                </a:lnTo>
                <a:lnTo>
                  <a:pt x="1046633" y="15411"/>
                </a:lnTo>
                <a:lnTo>
                  <a:pt x="1048144" y="13562"/>
                </a:lnTo>
                <a:lnTo>
                  <a:pt x="1050076" y="12065"/>
                </a:lnTo>
                <a:lnTo>
                  <a:pt x="1052475" y="10878"/>
                </a:lnTo>
                <a:lnTo>
                  <a:pt x="1055386" y="9958"/>
                </a:lnTo>
                <a:lnTo>
                  <a:pt x="1058855" y="9263"/>
                </a:lnTo>
                <a:lnTo>
                  <a:pt x="1062927" y="8749"/>
                </a:lnTo>
                <a:lnTo>
                  <a:pt x="1067648" y="8374"/>
                </a:lnTo>
                <a:lnTo>
                  <a:pt x="1067648" y="3503"/>
                </a:lnTo>
                <a:lnTo>
                  <a:pt x="995396" y="3503"/>
                </a:lnTo>
                <a:lnTo>
                  <a:pt x="995396" y="8374"/>
                </a:lnTo>
                <a:lnTo>
                  <a:pt x="999818" y="8808"/>
                </a:lnTo>
                <a:lnTo>
                  <a:pt x="1003631" y="9370"/>
                </a:lnTo>
                <a:lnTo>
                  <a:pt x="1006878" y="10104"/>
                </a:lnTo>
                <a:lnTo>
                  <a:pt x="1009603" y="11050"/>
                </a:lnTo>
                <a:lnTo>
                  <a:pt x="1011846" y="12253"/>
                </a:lnTo>
                <a:lnTo>
                  <a:pt x="1013652" y="13755"/>
                </a:lnTo>
                <a:lnTo>
                  <a:pt x="1015063" y="15599"/>
                </a:lnTo>
                <a:lnTo>
                  <a:pt x="1016122" y="17827"/>
                </a:lnTo>
                <a:lnTo>
                  <a:pt x="1016871" y="20482"/>
                </a:lnTo>
                <a:lnTo>
                  <a:pt x="1017354" y="23607"/>
                </a:lnTo>
                <a:lnTo>
                  <a:pt x="1017612" y="27244"/>
                </a:lnTo>
                <a:lnTo>
                  <a:pt x="1017688" y="31437"/>
                </a:lnTo>
                <a:lnTo>
                  <a:pt x="1017688" y="145216"/>
                </a:lnTo>
                <a:lnTo>
                  <a:pt x="1017607" y="149414"/>
                </a:lnTo>
                <a:lnTo>
                  <a:pt x="1017336" y="153065"/>
                </a:lnTo>
                <a:lnTo>
                  <a:pt x="1016835" y="156208"/>
                </a:lnTo>
                <a:lnTo>
                  <a:pt x="1016065" y="158884"/>
                </a:lnTo>
                <a:lnTo>
                  <a:pt x="1014985" y="161133"/>
                </a:lnTo>
                <a:lnTo>
                  <a:pt x="1013556" y="162995"/>
                </a:lnTo>
                <a:lnTo>
                  <a:pt x="1011737" y="164510"/>
                </a:lnTo>
                <a:lnTo>
                  <a:pt x="1009488" y="165717"/>
                </a:lnTo>
                <a:lnTo>
                  <a:pt x="1006769" y="166658"/>
                </a:lnTo>
                <a:lnTo>
                  <a:pt x="1003541" y="167372"/>
                </a:lnTo>
                <a:lnTo>
                  <a:pt x="999764" y="167898"/>
                </a:lnTo>
                <a:lnTo>
                  <a:pt x="995396" y="168278"/>
                </a:lnTo>
                <a:lnTo>
                  <a:pt x="995396" y="173145"/>
                </a:lnTo>
                <a:lnTo>
                  <a:pt x="1133238" y="173145"/>
                </a:lnTo>
                <a:lnTo>
                  <a:pt x="1145537" y="128565"/>
                </a:lnTo>
                <a:lnTo>
                  <a:pt x="1139134" y="128561"/>
                </a:lnTo>
                <a:close/>
                <a:moveTo>
                  <a:pt x="1178333" y="145216"/>
                </a:moveTo>
                <a:lnTo>
                  <a:pt x="1178255" y="149692"/>
                </a:lnTo>
                <a:lnTo>
                  <a:pt x="1177986" y="153544"/>
                </a:lnTo>
                <a:lnTo>
                  <a:pt x="1177476" y="156819"/>
                </a:lnTo>
                <a:lnTo>
                  <a:pt x="1176672" y="159566"/>
                </a:lnTo>
                <a:lnTo>
                  <a:pt x="1175523" y="161833"/>
                </a:lnTo>
                <a:lnTo>
                  <a:pt x="1173977" y="163667"/>
                </a:lnTo>
                <a:lnTo>
                  <a:pt x="1171983" y="165116"/>
                </a:lnTo>
                <a:lnTo>
                  <a:pt x="1169488" y="166229"/>
                </a:lnTo>
                <a:lnTo>
                  <a:pt x="1166442" y="167054"/>
                </a:lnTo>
                <a:lnTo>
                  <a:pt x="1162794" y="167638"/>
                </a:lnTo>
                <a:lnTo>
                  <a:pt x="1158490" y="168030"/>
                </a:lnTo>
                <a:lnTo>
                  <a:pt x="1153480" y="168278"/>
                </a:lnTo>
                <a:lnTo>
                  <a:pt x="1153480" y="173145"/>
                </a:lnTo>
                <a:lnTo>
                  <a:pt x="1229575" y="173145"/>
                </a:lnTo>
                <a:lnTo>
                  <a:pt x="1229575" y="168278"/>
                </a:lnTo>
                <a:lnTo>
                  <a:pt x="1224667" y="168020"/>
                </a:lnTo>
                <a:lnTo>
                  <a:pt x="1220420" y="167603"/>
                </a:lnTo>
                <a:lnTo>
                  <a:pt x="1216788" y="166982"/>
                </a:lnTo>
                <a:lnTo>
                  <a:pt x="1213728" y="166115"/>
                </a:lnTo>
                <a:lnTo>
                  <a:pt x="1211194" y="164960"/>
                </a:lnTo>
                <a:lnTo>
                  <a:pt x="1209143" y="163475"/>
                </a:lnTo>
                <a:lnTo>
                  <a:pt x="1207529" y="161615"/>
                </a:lnTo>
                <a:lnTo>
                  <a:pt x="1206308" y="159339"/>
                </a:lnTo>
                <a:lnTo>
                  <a:pt x="1205436" y="156603"/>
                </a:lnTo>
                <a:lnTo>
                  <a:pt x="1204868" y="153366"/>
                </a:lnTo>
                <a:lnTo>
                  <a:pt x="1204561" y="149584"/>
                </a:lnTo>
                <a:lnTo>
                  <a:pt x="1204468" y="145216"/>
                </a:lnTo>
                <a:lnTo>
                  <a:pt x="1204468" y="31437"/>
                </a:lnTo>
                <a:lnTo>
                  <a:pt x="1204551" y="27073"/>
                </a:lnTo>
                <a:lnTo>
                  <a:pt x="1204833" y="23304"/>
                </a:lnTo>
                <a:lnTo>
                  <a:pt x="1205364" y="20085"/>
                </a:lnTo>
                <a:lnTo>
                  <a:pt x="1206194" y="17371"/>
                </a:lnTo>
                <a:lnTo>
                  <a:pt x="1207373" y="15116"/>
                </a:lnTo>
                <a:lnTo>
                  <a:pt x="1208950" y="13274"/>
                </a:lnTo>
                <a:lnTo>
                  <a:pt x="1210976" y="11801"/>
                </a:lnTo>
                <a:lnTo>
                  <a:pt x="1213500" y="10651"/>
                </a:lnTo>
                <a:lnTo>
                  <a:pt x="1216572" y="9779"/>
                </a:lnTo>
                <a:lnTo>
                  <a:pt x="1220242" y="9139"/>
                </a:lnTo>
                <a:lnTo>
                  <a:pt x="1224560" y="8686"/>
                </a:lnTo>
                <a:lnTo>
                  <a:pt x="1229575" y="8374"/>
                </a:lnTo>
                <a:lnTo>
                  <a:pt x="1229575" y="3503"/>
                </a:lnTo>
                <a:lnTo>
                  <a:pt x="1153480" y="3503"/>
                </a:lnTo>
                <a:lnTo>
                  <a:pt x="1153480" y="8374"/>
                </a:lnTo>
                <a:lnTo>
                  <a:pt x="1158544" y="8734"/>
                </a:lnTo>
                <a:lnTo>
                  <a:pt x="1162883" y="9209"/>
                </a:lnTo>
                <a:lnTo>
                  <a:pt x="1166551" y="9850"/>
                </a:lnTo>
                <a:lnTo>
                  <a:pt x="1169603" y="10707"/>
                </a:lnTo>
                <a:lnTo>
                  <a:pt x="1172092" y="11831"/>
                </a:lnTo>
                <a:lnTo>
                  <a:pt x="1174074" y="13273"/>
                </a:lnTo>
                <a:lnTo>
                  <a:pt x="1175601" y="15083"/>
                </a:lnTo>
                <a:lnTo>
                  <a:pt x="1176729" y="17313"/>
                </a:lnTo>
                <a:lnTo>
                  <a:pt x="1177512" y="20012"/>
                </a:lnTo>
                <a:lnTo>
                  <a:pt x="1178004" y="23232"/>
                </a:lnTo>
                <a:lnTo>
                  <a:pt x="1178259" y="27023"/>
                </a:lnTo>
                <a:lnTo>
                  <a:pt x="1178333" y="31437"/>
                </a:lnTo>
                <a:lnTo>
                  <a:pt x="1178333" y="145216"/>
                </a:lnTo>
                <a:close/>
                <a:moveTo>
                  <a:pt x="1403035" y="168278"/>
                </a:moveTo>
                <a:lnTo>
                  <a:pt x="1400692" y="168046"/>
                </a:lnTo>
                <a:lnTo>
                  <a:pt x="1398518" y="167725"/>
                </a:lnTo>
                <a:lnTo>
                  <a:pt x="1396488" y="167298"/>
                </a:lnTo>
                <a:lnTo>
                  <a:pt x="1394578" y="166751"/>
                </a:lnTo>
                <a:lnTo>
                  <a:pt x="1392765" y="166069"/>
                </a:lnTo>
                <a:lnTo>
                  <a:pt x="1391024" y="165236"/>
                </a:lnTo>
                <a:lnTo>
                  <a:pt x="1389330" y="164238"/>
                </a:lnTo>
                <a:lnTo>
                  <a:pt x="1387661" y="163059"/>
                </a:lnTo>
                <a:lnTo>
                  <a:pt x="1385991" y="161685"/>
                </a:lnTo>
                <a:lnTo>
                  <a:pt x="1384298" y="160100"/>
                </a:lnTo>
                <a:lnTo>
                  <a:pt x="1382556" y="158289"/>
                </a:lnTo>
                <a:lnTo>
                  <a:pt x="1380742" y="156237"/>
                </a:lnTo>
                <a:lnTo>
                  <a:pt x="1327964" y="91401"/>
                </a:lnTo>
                <a:lnTo>
                  <a:pt x="1332064" y="90571"/>
                </a:lnTo>
                <a:lnTo>
                  <a:pt x="1335805" y="89738"/>
                </a:lnTo>
                <a:lnTo>
                  <a:pt x="1339221" y="88886"/>
                </a:lnTo>
                <a:lnTo>
                  <a:pt x="1342350" y="88003"/>
                </a:lnTo>
                <a:lnTo>
                  <a:pt x="1345226" y="87073"/>
                </a:lnTo>
                <a:lnTo>
                  <a:pt x="1347884" y="86083"/>
                </a:lnTo>
                <a:lnTo>
                  <a:pt x="1350361" y="85018"/>
                </a:lnTo>
                <a:lnTo>
                  <a:pt x="1352693" y="83864"/>
                </a:lnTo>
                <a:lnTo>
                  <a:pt x="1354913" y="82607"/>
                </a:lnTo>
                <a:lnTo>
                  <a:pt x="1357059" y="81232"/>
                </a:lnTo>
                <a:lnTo>
                  <a:pt x="1359166" y="79726"/>
                </a:lnTo>
                <a:lnTo>
                  <a:pt x="1361269" y="78073"/>
                </a:lnTo>
                <a:lnTo>
                  <a:pt x="1363249" y="76324"/>
                </a:lnTo>
                <a:lnTo>
                  <a:pt x="1365085" y="74414"/>
                </a:lnTo>
                <a:lnTo>
                  <a:pt x="1366771" y="72352"/>
                </a:lnTo>
                <a:lnTo>
                  <a:pt x="1368303" y="70149"/>
                </a:lnTo>
                <a:lnTo>
                  <a:pt x="1369674" y="67814"/>
                </a:lnTo>
                <a:lnTo>
                  <a:pt x="1370880" y="65357"/>
                </a:lnTo>
                <a:lnTo>
                  <a:pt x="1371914" y="62788"/>
                </a:lnTo>
                <a:lnTo>
                  <a:pt x="1372773" y="60117"/>
                </a:lnTo>
                <a:lnTo>
                  <a:pt x="1373450" y="57353"/>
                </a:lnTo>
                <a:lnTo>
                  <a:pt x="1373940" y="54506"/>
                </a:lnTo>
                <a:lnTo>
                  <a:pt x="1374238" y="51586"/>
                </a:lnTo>
                <a:lnTo>
                  <a:pt x="1374339" y="48603"/>
                </a:lnTo>
                <a:lnTo>
                  <a:pt x="1374269" y="45881"/>
                </a:lnTo>
                <a:lnTo>
                  <a:pt x="1374061" y="43225"/>
                </a:lnTo>
                <a:lnTo>
                  <a:pt x="1373714" y="40637"/>
                </a:lnTo>
                <a:lnTo>
                  <a:pt x="1373228" y="38117"/>
                </a:lnTo>
                <a:lnTo>
                  <a:pt x="1372604" y="35669"/>
                </a:lnTo>
                <a:lnTo>
                  <a:pt x="1371840" y="33294"/>
                </a:lnTo>
                <a:lnTo>
                  <a:pt x="1370938" y="30994"/>
                </a:lnTo>
                <a:lnTo>
                  <a:pt x="1369897" y="28770"/>
                </a:lnTo>
                <a:lnTo>
                  <a:pt x="1368718" y="26624"/>
                </a:lnTo>
                <a:lnTo>
                  <a:pt x="1367399" y="24558"/>
                </a:lnTo>
                <a:lnTo>
                  <a:pt x="1365942" y="22574"/>
                </a:lnTo>
                <a:lnTo>
                  <a:pt x="1364346" y="20674"/>
                </a:lnTo>
                <a:lnTo>
                  <a:pt x="1361676" y="18128"/>
                </a:lnTo>
                <a:lnTo>
                  <a:pt x="1358556" y="15753"/>
                </a:lnTo>
                <a:lnTo>
                  <a:pt x="1355017" y="13557"/>
                </a:lnTo>
                <a:lnTo>
                  <a:pt x="1351088" y="11551"/>
                </a:lnTo>
                <a:lnTo>
                  <a:pt x="1346800" y="9745"/>
                </a:lnTo>
                <a:lnTo>
                  <a:pt x="1342182" y="8147"/>
                </a:lnTo>
                <a:lnTo>
                  <a:pt x="1337266" y="6769"/>
                </a:lnTo>
                <a:lnTo>
                  <a:pt x="1332081" y="5619"/>
                </a:lnTo>
                <a:lnTo>
                  <a:pt x="1326658" y="4708"/>
                </a:lnTo>
                <a:lnTo>
                  <a:pt x="1321027" y="4045"/>
                </a:lnTo>
                <a:lnTo>
                  <a:pt x="1315218" y="3640"/>
                </a:lnTo>
                <a:lnTo>
                  <a:pt x="1309261" y="3503"/>
                </a:lnTo>
                <a:lnTo>
                  <a:pt x="1238545" y="3503"/>
                </a:lnTo>
                <a:lnTo>
                  <a:pt x="1238545" y="8374"/>
                </a:lnTo>
                <a:lnTo>
                  <a:pt x="1243010" y="8911"/>
                </a:lnTo>
                <a:lnTo>
                  <a:pt x="1246830" y="9530"/>
                </a:lnTo>
                <a:lnTo>
                  <a:pt x="1250054" y="10283"/>
                </a:lnTo>
                <a:lnTo>
                  <a:pt x="1252731" y="11221"/>
                </a:lnTo>
                <a:lnTo>
                  <a:pt x="1254909" y="12393"/>
                </a:lnTo>
                <a:lnTo>
                  <a:pt x="1256639" y="13850"/>
                </a:lnTo>
                <a:lnTo>
                  <a:pt x="1257968" y="15645"/>
                </a:lnTo>
                <a:lnTo>
                  <a:pt x="1258946" y="17826"/>
                </a:lnTo>
                <a:lnTo>
                  <a:pt x="1259621" y="20445"/>
                </a:lnTo>
                <a:lnTo>
                  <a:pt x="1260042" y="23553"/>
                </a:lnTo>
                <a:lnTo>
                  <a:pt x="1260260" y="27200"/>
                </a:lnTo>
                <a:lnTo>
                  <a:pt x="1260321" y="31437"/>
                </a:lnTo>
                <a:lnTo>
                  <a:pt x="1260321" y="142397"/>
                </a:lnTo>
                <a:lnTo>
                  <a:pt x="1260260" y="147344"/>
                </a:lnTo>
                <a:lnTo>
                  <a:pt x="1260042" y="151592"/>
                </a:lnTo>
                <a:lnTo>
                  <a:pt x="1259621" y="155197"/>
                </a:lnTo>
                <a:lnTo>
                  <a:pt x="1258946" y="158218"/>
                </a:lnTo>
                <a:lnTo>
                  <a:pt x="1257968" y="160712"/>
                </a:lnTo>
                <a:lnTo>
                  <a:pt x="1256639" y="162737"/>
                </a:lnTo>
                <a:lnTo>
                  <a:pt x="1254909" y="164351"/>
                </a:lnTo>
                <a:lnTo>
                  <a:pt x="1252731" y="165611"/>
                </a:lnTo>
                <a:lnTo>
                  <a:pt x="1250054" y="166577"/>
                </a:lnTo>
                <a:lnTo>
                  <a:pt x="1246830" y="167304"/>
                </a:lnTo>
                <a:lnTo>
                  <a:pt x="1243010" y="167852"/>
                </a:lnTo>
                <a:lnTo>
                  <a:pt x="1238545" y="168278"/>
                </a:lnTo>
                <a:lnTo>
                  <a:pt x="1238545" y="173145"/>
                </a:lnTo>
                <a:lnTo>
                  <a:pt x="1309515" y="173145"/>
                </a:lnTo>
                <a:lnTo>
                  <a:pt x="1309515" y="168278"/>
                </a:lnTo>
                <a:lnTo>
                  <a:pt x="1304917" y="167908"/>
                </a:lnTo>
                <a:lnTo>
                  <a:pt x="1300957" y="167407"/>
                </a:lnTo>
                <a:lnTo>
                  <a:pt x="1297589" y="166729"/>
                </a:lnTo>
                <a:lnTo>
                  <a:pt x="1294769" y="165830"/>
                </a:lnTo>
                <a:lnTo>
                  <a:pt x="1292450" y="164664"/>
                </a:lnTo>
                <a:lnTo>
                  <a:pt x="1290588" y="163186"/>
                </a:lnTo>
                <a:lnTo>
                  <a:pt x="1289136" y="161349"/>
                </a:lnTo>
                <a:lnTo>
                  <a:pt x="1288051" y="159110"/>
                </a:lnTo>
                <a:lnTo>
                  <a:pt x="1287285" y="156422"/>
                </a:lnTo>
                <a:lnTo>
                  <a:pt x="1286794" y="153241"/>
                </a:lnTo>
                <a:lnTo>
                  <a:pt x="1286533" y="149520"/>
                </a:lnTo>
                <a:lnTo>
                  <a:pt x="1286456" y="145216"/>
                </a:lnTo>
                <a:lnTo>
                  <a:pt x="1286456" y="94732"/>
                </a:lnTo>
                <a:lnTo>
                  <a:pt x="1300804" y="94220"/>
                </a:lnTo>
                <a:lnTo>
                  <a:pt x="1361781" y="173145"/>
                </a:lnTo>
                <a:lnTo>
                  <a:pt x="1403035" y="173145"/>
                </a:lnTo>
                <a:lnTo>
                  <a:pt x="1403035" y="168278"/>
                </a:lnTo>
                <a:moveTo>
                  <a:pt x="1286456" y="22210"/>
                </a:moveTo>
                <a:lnTo>
                  <a:pt x="1286518" y="20521"/>
                </a:lnTo>
                <a:lnTo>
                  <a:pt x="1286713" y="19036"/>
                </a:lnTo>
                <a:lnTo>
                  <a:pt x="1287057" y="17742"/>
                </a:lnTo>
                <a:lnTo>
                  <a:pt x="1287567" y="16630"/>
                </a:lnTo>
                <a:lnTo>
                  <a:pt x="1288258" y="15688"/>
                </a:lnTo>
                <a:lnTo>
                  <a:pt x="1289147" y="14907"/>
                </a:lnTo>
                <a:lnTo>
                  <a:pt x="1290249" y="14275"/>
                </a:lnTo>
                <a:lnTo>
                  <a:pt x="1291580" y="13781"/>
                </a:lnTo>
                <a:lnTo>
                  <a:pt x="1293158" y="13416"/>
                </a:lnTo>
                <a:lnTo>
                  <a:pt x="1294996" y="13169"/>
                </a:lnTo>
                <a:lnTo>
                  <a:pt x="1297112" y="13028"/>
                </a:lnTo>
                <a:lnTo>
                  <a:pt x="1299522" y="12984"/>
                </a:lnTo>
                <a:lnTo>
                  <a:pt x="1307172" y="13214"/>
                </a:lnTo>
                <a:lnTo>
                  <a:pt x="1314116" y="13911"/>
                </a:lnTo>
                <a:lnTo>
                  <a:pt x="1320359" y="15081"/>
                </a:lnTo>
                <a:lnTo>
                  <a:pt x="1325912" y="16732"/>
                </a:lnTo>
                <a:lnTo>
                  <a:pt x="1330781" y="18870"/>
                </a:lnTo>
                <a:lnTo>
                  <a:pt x="1334976" y="21503"/>
                </a:lnTo>
                <a:lnTo>
                  <a:pt x="1338502" y="24638"/>
                </a:lnTo>
                <a:lnTo>
                  <a:pt x="1341370" y="28281"/>
                </a:lnTo>
                <a:lnTo>
                  <a:pt x="1343587" y="32441"/>
                </a:lnTo>
                <a:lnTo>
                  <a:pt x="1345160" y="37124"/>
                </a:lnTo>
                <a:lnTo>
                  <a:pt x="1346098" y="42337"/>
                </a:lnTo>
                <a:lnTo>
                  <a:pt x="1346409" y="48087"/>
                </a:lnTo>
                <a:lnTo>
                  <a:pt x="1346298" y="51245"/>
                </a:lnTo>
                <a:lnTo>
                  <a:pt x="1345968" y="54304"/>
                </a:lnTo>
                <a:lnTo>
                  <a:pt x="1345424" y="57251"/>
                </a:lnTo>
                <a:lnTo>
                  <a:pt x="1344673" y="60072"/>
                </a:lnTo>
                <a:lnTo>
                  <a:pt x="1343718" y="62755"/>
                </a:lnTo>
                <a:lnTo>
                  <a:pt x="1342566" y="65285"/>
                </a:lnTo>
                <a:lnTo>
                  <a:pt x="1341222" y="67650"/>
                </a:lnTo>
                <a:lnTo>
                  <a:pt x="1339692" y="69836"/>
                </a:lnTo>
                <a:lnTo>
                  <a:pt x="1337979" y="71830"/>
                </a:lnTo>
                <a:lnTo>
                  <a:pt x="1336091" y="73618"/>
                </a:lnTo>
                <a:lnTo>
                  <a:pt x="1334032" y="75188"/>
                </a:lnTo>
                <a:lnTo>
                  <a:pt x="1331807" y="76525"/>
                </a:lnTo>
                <a:lnTo>
                  <a:pt x="1328908" y="78086"/>
                </a:lnTo>
                <a:lnTo>
                  <a:pt x="1326063" y="79448"/>
                </a:lnTo>
                <a:lnTo>
                  <a:pt x="1323207" y="80625"/>
                </a:lnTo>
                <a:lnTo>
                  <a:pt x="1320276" y="81631"/>
                </a:lnTo>
                <a:lnTo>
                  <a:pt x="1317207" y="82480"/>
                </a:lnTo>
                <a:lnTo>
                  <a:pt x="1313934" y="83187"/>
                </a:lnTo>
                <a:lnTo>
                  <a:pt x="1310395" y="83766"/>
                </a:lnTo>
                <a:lnTo>
                  <a:pt x="1306526" y="84231"/>
                </a:lnTo>
                <a:lnTo>
                  <a:pt x="1302261" y="84597"/>
                </a:lnTo>
                <a:lnTo>
                  <a:pt x="1297537" y="84877"/>
                </a:lnTo>
                <a:lnTo>
                  <a:pt x="1292290" y="85087"/>
                </a:lnTo>
                <a:lnTo>
                  <a:pt x="1286456" y="85239"/>
                </a:lnTo>
                <a:lnTo>
                  <a:pt x="1286456" y="22210"/>
                </a:lnTo>
                <a:close/>
                <a:moveTo>
                  <a:pt x="1497063" y="72401"/>
                </a:moveTo>
                <a:lnTo>
                  <a:pt x="1497630" y="72342"/>
                </a:lnTo>
                <a:lnTo>
                  <a:pt x="1498179" y="72294"/>
                </a:lnTo>
                <a:lnTo>
                  <a:pt x="1498713" y="72254"/>
                </a:lnTo>
                <a:lnTo>
                  <a:pt x="1499237" y="72222"/>
                </a:lnTo>
                <a:lnTo>
                  <a:pt x="1499754" y="72197"/>
                </a:lnTo>
                <a:lnTo>
                  <a:pt x="1500267" y="72178"/>
                </a:lnTo>
                <a:lnTo>
                  <a:pt x="1500780" y="72165"/>
                </a:lnTo>
                <a:lnTo>
                  <a:pt x="1501297" y="72156"/>
                </a:lnTo>
                <a:lnTo>
                  <a:pt x="1501821" y="72150"/>
                </a:lnTo>
                <a:lnTo>
                  <a:pt x="1502356" y="72148"/>
                </a:lnTo>
                <a:lnTo>
                  <a:pt x="1502905" y="72147"/>
                </a:lnTo>
                <a:lnTo>
                  <a:pt x="1503471" y="72146"/>
                </a:lnTo>
                <a:lnTo>
                  <a:pt x="1505508" y="72204"/>
                </a:lnTo>
                <a:lnTo>
                  <a:pt x="1507274" y="72392"/>
                </a:lnTo>
                <a:lnTo>
                  <a:pt x="1508787" y="72735"/>
                </a:lnTo>
                <a:lnTo>
                  <a:pt x="1510066" y="73256"/>
                </a:lnTo>
                <a:lnTo>
                  <a:pt x="1511128" y="73981"/>
                </a:lnTo>
                <a:lnTo>
                  <a:pt x="1511990" y="74932"/>
                </a:lnTo>
                <a:lnTo>
                  <a:pt x="1512671" y="76134"/>
                </a:lnTo>
                <a:lnTo>
                  <a:pt x="1513188" y="77611"/>
                </a:lnTo>
                <a:lnTo>
                  <a:pt x="1513560" y="79387"/>
                </a:lnTo>
                <a:lnTo>
                  <a:pt x="1513803" y="81486"/>
                </a:lnTo>
                <a:lnTo>
                  <a:pt x="1513936" y="83932"/>
                </a:lnTo>
                <a:lnTo>
                  <a:pt x="1513976" y="86749"/>
                </a:lnTo>
                <a:lnTo>
                  <a:pt x="1513976" y="206658"/>
                </a:lnTo>
                <a:lnTo>
                  <a:pt x="1513912" y="209775"/>
                </a:lnTo>
                <a:lnTo>
                  <a:pt x="1513697" y="212487"/>
                </a:lnTo>
                <a:lnTo>
                  <a:pt x="1513299" y="214825"/>
                </a:lnTo>
                <a:lnTo>
                  <a:pt x="1512685" y="216821"/>
                </a:lnTo>
                <a:lnTo>
                  <a:pt x="1511822" y="218508"/>
                </a:lnTo>
                <a:lnTo>
                  <a:pt x="1510677" y="219917"/>
                </a:lnTo>
                <a:lnTo>
                  <a:pt x="1509217" y="221081"/>
                </a:lnTo>
                <a:lnTo>
                  <a:pt x="1507409" y="222031"/>
                </a:lnTo>
                <a:lnTo>
                  <a:pt x="1505220" y="222800"/>
                </a:lnTo>
                <a:lnTo>
                  <a:pt x="1502617" y="223419"/>
                </a:lnTo>
                <a:lnTo>
                  <a:pt x="1499568" y="223920"/>
                </a:lnTo>
                <a:lnTo>
                  <a:pt x="1496039" y="224337"/>
                </a:lnTo>
                <a:lnTo>
                  <a:pt x="1496039" y="228692"/>
                </a:lnTo>
                <a:lnTo>
                  <a:pt x="1558044" y="228692"/>
                </a:lnTo>
                <a:lnTo>
                  <a:pt x="1558044" y="224082"/>
                </a:lnTo>
                <a:lnTo>
                  <a:pt x="1553564" y="223958"/>
                </a:lnTo>
                <a:lnTo>
                  <a:pt x="1549702" y="223690"/>
                </a:lnTo>
                <a:lnTo>
                  <a:pt x="1546415" y="223241"/>
                </a:lnTo>
                <a:lnTo>
                  <a:pt x="1543659" y="222572"/>
                </a:lnTo>
                <a:lnTo>
                  <a:pt x="1541390" y="221648"/>
                </a:lnTo>
                <a:lnTo>
                  <a:pt x="1539565" y="220430"/>
                </a:lnTo>
                <a:lnTo>
                  <a:pt x="1538141" y="218880"/>
                </a:lnTo>
                <a:lnTo>
                  <a:pt x="1537073" y="216963"/>
                </a:lnTo>
                <a:lnTo>
                  <a:pt x="1536319" y="214640"/>
                </a:lnTo>
                <a:lnTo>
                  <a:pt x="1535834" y="211874"/>
                </a:lnTo>
                <a:lnTo>
                  <a:pt x="1535575" y="208627"/>
                </a:lnTo>
                <a:lnTo>
                  <a:pt x="1535498" y="204863"/>
                </a:lnTo>
                <a:lnTo>
                  <a:pt x="1535498" y="164634"/>
                </a:lnTo>
                <a:lnTo>
                  <a:pt x="1537686" y="166626"/>
                </a:lnTo>
                <a:lnTo>
                  <a:pt x="1539781" y="168385"/>
                </a:lnTo>
                <a:lnTo>
                  <a:pt x="1541811" y="169921"/>
                </a:lnTo>
                <a:lnTo>
                  <a:pt x="1543801" y="171246"/>
                </a:lnTo>
                <a:lnTo>
                  <a:pt x="1545777" y="172372"/>
                </a:lnTo>
                <a:lnTo>
                  <a:pt x="1547764" y="173310"/>
                </a:lnTo>
                <a:lnTo>
                  <a:pt x="1549788" y="174073"/>
                </a:lnTo>
                <a:lnTo>
                  <a:pt x="1551876" y="174670"/>
                </a:lnTo>
                <a:lnTo>
                  <a:pt x="1554052" y="175115"/>
                </a:lnTo>
                <a:lnTo>
                  <a:pt x="1556344" y="175418"/>
                </a:lnTo>
                <a:lnTo>
                  <a:pt x="1558776" y="175592"/>
                </a:lnTo>
                <a:lnTo>
                  <a:pt x="1561375" y="175647"/>
                </a:lnTo>
                <a:lnTo>
                  <a:pt x="1568785" y="175062"/>
                </a:lnTo>
                <a:lnTo>
                  <a:pt x="1575858" y="173351"/>
                </a:lnTo>
                <a:lnTo>
                  <a:pt x="1582536" y="170586"/>
                </a:lnTo>
                <a:lnTo>
                  <a:pt x="1588761" y="166837"/>
                </a:lnTo>
                <a:lnTo>
                  <a:pt x="1594473" y="162173"/>
                </a:lnTo>
                <a:lnTo>
                  <a:pt x="1599614" y="156667"/>
                </a:lnTo>
                <a:lnTo>
                  <a:pt x="1604125" y="150386"/>
                </a:lnTo>
                <a:lnTo>
                  <a:pt x="1607947" y="143403"/>
                </a:lnTo>
                <a:lnTo>
                  <a:pt x="1611023" y="135786"/>
                </a:lnTo>
                <a:lnTo>
                  <a:pt x="1613292" y="127607"/>
                </a:lnTo>
                <a:lnTo>
                  <a:pt x="1614697" y="118936"/>
                </a:lnTo>
                <a:lnTo>
                  <a:pt x="1615178" y="109842"/>
                </a:lnTo>
                <a:lnTo>
                  <a:pt x="1614811" y="102100"/>
                </a:lnTo>
                <a:lnTo>
                  <a:pt x="1613735" y="94779"/>
                </a:lnTo>
                <a:lnTo>
                  <a:pt x="1611988" y="87927"/>
                </a:lnTo>
                <a:lnTo>
                  <a:pt x="1609608" y="81592"/>
                </a:lnTo>
                <a:lnTo>
                  <a:pt x="1606635" y="75822"/>
                </a:lnTo>
                <a:lnTo>
                  <a:pt x="1603105" y="70665"/>
                </a:lnTo>
                <a:lnTo>
                  <a:pt x="1599058" y="66169"/>
                </a:lnTo>
                <a:lnTo>
                  <a:pt x="1594531" y="62383"/>
                </a:lnTo>
                <a:lnTo>
                  <a:pt x="1589562" y="59355"/>
                </a:lnTo>
                <a:lnTo>
                  <a:pt x="1584191" y="57132"/>
                </a:lnTo>
                <a:lnTo>
                  <a:pt x="1578455" y="55763"/>
                </a:lnTo>
                <a:lnTo>
                  <a:pt x="1572392" y="55296"/>
                </a:lnTo>
                <a:lnTo>
                  <a:pt x="1568867" y="55430"/>
                </a:lnTo>
                <a:lnTo>
                  <a:pt x="1565460" y="55835"/>
                </a:lnTo>
                <a:lnTo>
                  <a:pt x="1562159" y="56514"/>
                </a:lnTo>
                <a:lnTo>
                  <a:pt x="1558955" y="57470"/>
                </a:lnTo>
                <a:lnTo>
                  <a:pt x="1555836" y="58707"/>
                </a:lnTo>
                <a:lnTo>
                  <a:pt x="1552791" y="60229"/>
                </a:lnTo>
                <a:lnTo>
                  <a:pt x="1549811" y="62039"/>
                </a:lnTo>
                <a:lnTo>
                  <a:pt x="1546884" y="64141"/>
                </a:lnTo>
                <a:lnTo>
                  <a:pt x="1544000" y="66538"/>
                </a:lnTo>
                <a:lnTo>
                  <a:pt x="1541148" y="69234"/>
                </a:lnTo>
                <a:lnTo>
                  <a:pt x="1538318" y="72232"/>
                </a:lnTo>
                <a:lnTo>
                  <a:pt x="1535498" y="75536"/>
                </a:lnTo>
                <a:lnTo>
                  <a:pt x="1535498" y="55812"/>
                </a:lnTo>
                <a:lnTo>
                  <a:pt x="1533962" y="55296"/>
                </a:lnTo>
                <a:lnTo>
                  <a:pt x="1530598" y="56601"/>
                </a:lnTo>
                <a:lnTo>
                  <a:pt x="1527403" y="57831"/>
                </a:lnTo>
                <a:lnTo>
                  <a:pt x="1524341" y="58997"/>
                </a:lnTo>
                <a:lnTo>
                  <a:pt x="1521378" y="60110"/>
                </a:lnTo>
                <a:lnTo>
                  <a:pt x="1518479" y="61179"/>
                </a:lnTo>
                <a:lnTo>
                  <a:pt x="1515609" y="62217"/>
                </a:lnTo>
                <a:lnTo>
                  <a:pt x="1512734" y="63233"/>
                </a:lnTo>
                <a:lnTo>
                  <a:pt x="1509819" y="64238"/>
                </a:lnTo>
                <a:lnTo>
                  <a:pt x="1506829" y="65244"/>
                </a:lnTo>
                <a:lnTo>
                  <a:pt x="1503729" y="66259"/>
                </a:lnTo>
                <a:lnTo>
                  <a:pt x="1500486" y="67297"/>
                </a:lnTo>
                <a:lnTo>
                  <a:pt x="1497063" y="68366"/>
                </a:lnTo>
                <a:lnTo>
                  <a:pt x="1497063" y="72401"/>
                </a:lnTo>
                <a:moveTo>
                  <a:pt x="1535498" y="87570"/>
                </a:moveTo>
                <a:lnTo>
                  <a:pt x="1535787" y="85623"/>
                </a:lnTo>
                <a:lnTo>
                  <a:pt x="1536615" y="83650"/>
                </a:lnTo>
                <a:lnTo>
                  <a:pt x="1537924" y="81688"/>
                </a:lnTo>
                <a:lnTo>
                  <a:pt x="1539654" y="79775"/>
                </a:lnTo>
                <a:lnTo>
                  <a:pt x="1541747" y="77946"/>
                </a:lnTo>
                <a:lnTo>
                  <a:pt x="1544145" y="76240"/>
                </a:lnTo>
                <a:lnTo>
                  <a:pt x="1546788" y="74694"/>
                </a:lnTo>
                <a:lnTo>
                  <a:pt x="1549617" y="73346"/>
                </a:lnTo>
                <a:lnTo>
                  <a:pt x="1552575" y="72232"/>
                </a:lnTo>
                <a:lnTo>
                  <a:pt x="1555602" y="71391"/>
                </a:lnTo>
                <a:lnTo>
                  <a:pt x="1558640" y="70858"/>
                </a:lnTo>
                <a:lnTo>
                  <a:pt x="1561629" y="70673"/>
                </a:lnTo>
                <a:lnTo>
                  <a:pt x="1566233" y="71073"/>
                </a:lnTo>
                <a:lnTo>
                  <a:pt x="1570547" y="72251"/>
                </a:lnTo>
                <a:lnTo>
                  <a:pt x="1574553" y="74177"/>
                </a:lnTo>
                <a:lnTo>
                  <a:pt x="1578227" y="76817"/>
                </a:lnTo>
                <a:lnTo>
                  <a:pt x="1581549" y="80140"/>
                </a:lnTo>
                <a:lnTo>
                  <a:pt x="1584497" y="84114"/>
                </a:lnTo>
                <a:lnTo>
                  <a:pt x="1587050" y="88707"/>
                </a:lnTo>
                <a:lnTo>
                  <a:pt x="1589187" y="93886"/>
                </a:lnTo>
                <a:lnTo>
                  <a:pt x="1590886" y="99620"/>
                </a:lnTo>
                <a:lnTo>
                  <a:pt x="1592126" y="105877"/>
                </a:lnTo>
                <a:lnTo>
                  <a:pt x="1592886" y="112625"/>
                </a:lnTo>
                <a:lnTo>
                  <a:pt x="1593144" y="119831"/>
                </a:lnTo>
                <a:lnTo>
                  <a:pt x="1592886" y="126738"/>
                </a:lnTo>
                <a:lnTo>
                  <a:pt x="1592129" y="133226"/>
                </a:lnTo>
                <a:lnTo>
                  <a:pt x="1590894" y="139260"/>
                </a:lnTo>
                <a:lnTo>
                  <a:pt x="1589206" y="144807"/>
                </a:lnTo>
                <a:lnTo>
                  <a:pt x="1587088" y="149831"/>
                </a:lnTo>
                <a:lnTo>
                  <a:pt x="1584562" y="154297"/>
                </a:lnTo>
                <a:lnTo>
                  <a:pt x="1581651" y="158171"/>
                </a:lnTo>
                <a:lnTo>
                  <a:pt x="1578380" y="161419"/>
                </a:lnTo>
                <a:lnTo>
                  <a:pt x="1574770" y="164005"/>
                </a:lnTo>
                <a:lnTo>
                  <a:pt x="1570846" y="165895"/>
                </a:lnTo>
                <a:lnTo>
                  <a:pt x="1566630" y="167055"/>
                </a:lnTo>
                <a:lnTo>
                  <a:pt x="1562145" y="167449"/>
                </a:lnTo>
                <a:lnTo>
                  <a:pt x="1559091" y="167263"/>
                </a:lnTo>
                <a:lnTo>
                  <a:pt x="1555989" y="166731"/>
                </a:lnTo>
                <a:lnTo>
                  <a:pt x="1552900" y="165889"/>
                </a:lnTo>
                <a:lnTo>
                  <a:pt x="1549883" y="164775"/>
                </a:lnTo>
                <a:lnTo>
                  <a:pt x="1546998" y="163427"/>
                </a:lnTo>
                <a:lnTo>
                  <a:pt x="1544305" y="161881"/>
                </a:lnTo>
                <a:lnTo>
                  <a:pt x="1541862" y="160176"/>
                </a:lnTo>
                <a:lnTo>
                  <a:pt x="1539730" y="158347"/>
                </a:lnTo>
                <a:lnTo>
                  <a:pt x="1537968" y="156433"/>
                </a:lnTo>
                <a:lnTo>
                  <a:pt x="1536635" y="154471"/>
                </a:lnTo>
                <a:lnTo>
                  <a:pt x="1535792" y="152498"/>
                </a:lnTo>
                <a:lnTo>
                  <a:pt x="1535498" y="150552"/>
                </a:lnTo>
                <a:lnTo>
                  <a:pt x="1535498" y="87570"/>
                </a:lnTo>
                <a:close/>
                <a:moveTo>
                  <a:pt x="1624659" y="73233"/>
                </a:moveTo>
                <a:lnTo>
                  <a:pt x="1625530" y="73051"/>
                </a:lnTo>
                <a:lnTo>
                  <a:pt x="1626356" y="72890"/>
                </a:lnTo>
                <a:lnTo>
                  <a:pt x="1627142" y="72748"/>
                </a:lnTo>
                <a:lnTo>
                  <a:pt x="1627896" y="72624"/>
                </a:lnTo>
                <a:lnTo>
                  <a:pt x="1628625" y="72519"/>
                </a:lnTo>
                <a:lnTo>
                  <a:pt x="1629336" y="72430"/>
                </a:lnTo>
                <a:lnTo>
                  <a:pt x="1630037" y="72358"/>
                </a:lnTo>
                <a:lnTo>
                  <a:pt x="1630734" y="72301"/>
                </a:lnTo>
                <a:lnTo>
                  <a:pt x="1631434" y="72257"/>
                </a:lnTo>
                <a:lnTo>
                  <a:pt x="1632145" y="72228"/>
                </a:lnTo>
                <a:lnTo>
                  <a:pt x="1632874" y="72211"/>
                </a:lnTo>
                <a:lnTo>
                  <a:pt x="1633627" y="72205"/>
                </a:lnTo>
                <a:lnTo>
                  <a:pt x="1635144" y="72292"/>
                </a:lnTo>
                <a:lnTo>
                  <a:pt x="1636496" y="72561"/>
                </a:lnTo>
                <a:lnTo>
                  <a:pt x="1637690" y="73022"/>
                </a:lnTo>
                <a:lnTo>
                  <a:pt x="1638732" y="73686"/>
                </a:lnTo>
                <a:lnTo>
                  <a:pt x="1639627" y="74563"/>
                </a:lnTo>
                <a:lnTo>
                  <a:pt x="1640384" y="75665"/>
                </a:lnTo>
                <a:lnTo>
                  <a:pt x="1641007" y="77001"/>
                </a:lnTo>
                <a:lnTo>
                  <a:pt x="1641502" y="78583"/>
                </a:lnTo>
                <a:lnTo>
                  <a:pt x="1641877" y="80420"/>
                </a:lnTo>
                <a:lnTo>
                  <a:pt x="1642137" y="82525"/>
                </a:lnTo>
                <a:lnTo>
                  <a:pt x="1642288" y="84907"/>
                </a:lnTo>
                <a:lnTo>
                  <a:pt x="1642338" y="87577"/>
                </a:lnTo>
                <a:lnTo>
                  <a:pt x="1642338" y="151627"/>
                </a:lnTo>
                <a:lnTo>
                  <a:pt x="1642293" y="154607"/>
                </a:lnTo>
                <a:lnTo>
                  <a:pt x="1642129" y="157170"/>
                </a:lnTo>
                <a:lnTo>
                  <a:pt x="1641801" y="159360"/>
                </a:lnTo>
                <a:lnTo>
                  <a:pt x="1641265" y="161219"/>
                </a:lnTo>
                <a:lnTo>
                  <a:pt x="1640476" y="162790"/>
                </a:lnTo>
                <a:lnTo>
                  <a:pt x="1639391" y="164115"/>
                </a:lnTo>
                <a:lnTo>
                  <a:pt x="1637963" y="165238"/>
                </a:lnTo>
                <a:lnTo>
                  <a:pt x="1636150" y="166200"/>
                </a:lnTo>
                <a:lnTo>
                  <a:pt x="1633906" y="167045"/>
                </a:lnTo>
                <a:lnTo>
                  <a:pt x="1631187" y="167815"/>
                </a:lnTo>
                <a:lnTo>
                  <a:pt x="1627949" y="168553"/>
                </a:lnTo>
                <a:lnTo>
                  <a:pt x="1624147" y="169302"/>
                </a:lnTo>
                <a:lnTo>
                  <a:pt x="1624147" y="173145"/>
                </a:lnTo>
                <a:lnTo>
                  <a:pt x="1685640" y="173145"/>
                </a:lnTo>
                <a:lnTo>
                  <a:pt x="1685640" y="169302"/>
                </a:lnTo>
                <a:lnTo>
                  <a:pt x="1681551" y="169042"/>
                </a:lnTo>
                <a:lnTo>
                  <a:pt x="1677976" y="168627"/>
                </a:lnTo>
                <a:lnTo>
                  <a:pt x="1674885" y="168031"/>
                </a:lnTo>
                <a:lnTo>
                  <a:pt x="1672249" y="167226"/>
                </a:lnTo>
                <a:lnTo>
                  <a:pt x="1670035" y="166186"/>
                </a:lnTo>
                <a:lnTo>
                  <a:pt x="1668215" y="164885"/>
                </a:lnTo>
                <a:lnTo>
                  <a:pt x="1666758" y="163295"/>
                </a:lnTo>
                <a:lnTo>
                  <a:pt x="1665634" y="161391"/>
                </a:lnTo>
                <a:lnTo>
                  <a:pt x="1664812" y="159145"/>
                </a:lnTo>
                <a:lnTo>
                  <a:pt x="1664263" y="156531"/>
                </a:lnTo>
                <a:lnTo>
                  <a:pt x="1663955" y="153522"/>
                </a:lnTo>
                <a:lnTo>
                  <a:pt x="1663860" y="150091"/>
                </a:lnTo>
                <a:lnTo>
                  <a:pt x="1663860" y="92445"/>
                </a:lnTo>
                <a:lnTo>
                  <a:pt x="1664080" y="90309"/>
                </a:lnTo>
                <a:lnTo>
                  <a:pt x="1664708" y="88042"/>
                </a:lnTo>
                <a:lnTo>
                  <a:pt x="1665689" y="85704"/>
                </a:lnTo>
                <a:lnTo>
                  <a:pt x="1666972" y="83355"/>
                </a:lnTo>
                <a:lnTo>
                  <a:pt x="1668504" y="81056"/>
                </a:lnTo>
                <a:lnTo>
                  <a:pt x="1670233" y="78867"/>
                </a:lnTo>
                <a:lnTo>
                  <a:pt x="1672106" y="76850"/>
                </a:lnTo>
                <a:lnTo>
                  <a:pt x="1674071" y="75063"/>
                </a:lnTo>
                <a:lnTo>
                  <a:pt x="1676074" y="73568"/>
                </a:lnTo>
                <a:lnTo>
                  <a:pt x="1678065" y="72425"/>
                </a:lnTo>
                <a:lnTo>
                  <a:pt x="1679990" y="71696"/>
                </a:lnTo>
                <a:lnTo>
                  <a:pt x="1681796" y="71439"/>
                </a:lnTo>
                <a:lnTo>
                  <a:pt x="1682196" y="71466"/>
                </a:lnTo>
                <a:lnTo>
                  <a:pt x="1682628" y="71546"/>
                </a:lnTo>
                <a:lnTo>
                  <a:pt x="1683089" y="71679"/>
                </a:lnTo>
                <a:lnTo>
                  <a:pt x="1683580" y="71866"/>
                </a:lnTo>
                <a:lnTo>
                  <a:pt x="1684099" y="72106"/>
                </a:lnTo>
                <a:lnTo>
                  <a:pt x="1684647" y="72400"/>
                </a:lnTo>
                <a:lnTo>
                  <a:pt x="1685220" y="72747"/>
                </a:lnTo>
                <a:lnTo>
                  <a:pt x="1685820" y="73147"/>
                </a:lnTo>
                <a:lnTo>
                  <a:pt x="1686444" y="73601"/>
                </a:lnTo>
                <a:lnTo>
                  <a:pt x="1687093" y="74108"/>
                </a:lnTo>
                <a:lnTo>
                  <a:pt x="1687764" y="74668"/>
                </a:lnTo>
                <a:lnTo>
                  <a:pt x="1688458" y="75282"/>
                </a:lnTo>
                <a:lnTo>
                  <a:pt x="1689457" y="76136"/>
                </a:lnTo>
                <a:lnTo>
                  <a:pt x="1690409" y="76906"/>
                </a:lnTo>
                <a:lnTo>
                  <a:pt x="1691319" y="77595"/>
                </a:lnTo>
                <a:lnTo>
                  <a:pt x="1692196" y="78203"/>
                </a:lnTo>
                <a:lnTo>
                  <a:pt x="1693043" y="78733"/>
                </a:lnTo>
                <a:lnTo>
                  <a:pt x="1693869" y="79187"/>
                </a:lnTo>
                <a:lnTo>
                  <a:pt x="1694679" y="79566"/>
                </a:lnTo>
                <a:lnTo>
                  <a:pt x="1695479" y="79872"/>
                </a:lnTo>
                <a:lnTo>
                  <a:pt x="1696275" y="80107"/>
                </a:lnTo>
                <a:lnTo>
                  <a:pt x="1697074" y="80273"/>
                </a:lnTo>
                <a:lnTo>
                  <a:pt x="1697882" y="80371"/>
                </a:lnTo>
                <a:lnTo>
                  <a:pt x="1698705" y="80403"/>
                </a:lnTo>
                <a:lnTo>
                  <a:pt x="1700194" y="80314"/>
                </a:lnTo>
                <a:lnTo>
                  <a:pt x="1701581" y="80048"/>
                </a:lnTo>
                <a:lnTo>
                  <a:pt x="1702861" y="79611"/>
                </a:lnTo>
                <a:lnTo>
                  <a:pt x="1704029" y="79009"/>
                </a:lnTo>
                <a:lnTo>
                  <a:pt x="1705080" y="78246"/>
                </a:lnTo>
                <a:lnTo>
                  <a:pt x="1706008" y="77330"/>
                </a:lnTo>
                <a:lnTo>
                  <a:pt x="1706807" y="76263"/>
                </a:lnTo>
                <a:lnTo>
                  <a:pt x="1707474" y="75053"/>
                </a:lnTo>
                <a:lnTo>
                  <a:pt x="1708001" y="73704"/>
                </a:lnTo>
                <a:lnTo>
                  <a:pt x="1708385" y="72221"/>
                </a:lnTo>
                <a:lnTo>
                  <a:pt x="1708619" y="70611"/>
                </a:lnTo>
                <a:lnTo>
                  <a:pt x="1708698" y="68878"/>
                </a:lnTo>
                <a:lnTo>
                  <a:pt x="1708587" y="66834"/>
                </a:lnTo>
                <a:lnTo>
                  <a:pt x="1708259" y="64936"/>
                </a:lnTo>
                <a:lnTo>
                  <a:pt x="1707721" y="63188"/>
                </a:lnTo>
                <a:lnTo>
                  <a:pt x="1706981" y="61599"/>
                </a:lnTo>
                <a:lnTo>
                  <a:pt x="1706044" y="60172"/>
                </a:lnTo>
                <a:lnTo>
                  <a:pt x="1704919" y="58916"/>
                </a:lnTo>
                <a:lnTo>
                  <a:pt x="1703613" y="57836"/>
                </a:lnTo>
                <a:lnTo>
                  <a:pt x="1702132" y="56938"/>
                </a:lnTo>
                <a:lnTo>
                  <a:pt x="1700484" y="56229"/>
                </a:lnTo>
                <a:lnTo>
                  <a:pt x="1698676" y="55715"/>
                </a:lnTo>
                <a:lnTo>
                  <a:pt x="1696715" y="55402"/>
                </a:lnTo>
                <a:lnTo>
                  <a:pt x="1694608" y="55296"/>
                </a:lnTo>
                <a:lnTo>
                  <a:pt x="1691982" y="55423"/>
                </a:lnTo>
                <a:lnTo>
                  <a:pt x="1689465" y="55817"/>
                </a:lnTo>
                <a:lnTo>
                  <a:pt x="1687029" y="56502"/>
                </a:lnTo>
                <a:lnTo>
                  <a:pt x="1684643" y="57498"/>
                </a:lnTo>
                <a:lnTo>
                  <a:pt x="1682279" y="58830"/>
                </a:lnTo>
                <a:lnTo>
                  <a:pt x="1679907" y="60518"/>
                </a:lnTo>
                <a:lnTo>
                  <a:pt x="1677497" y="62584"/>
                </a:lnTo>
                <a:lnTo>
                  <a:pt x="1675021" y="65052"/>
                </a:lnTo>
                <a:lnTo>
                  <a:pt x="1672448" y="67943"/>
                </a:lnTo>
                <a:lnTo>
                  <a:pt x="1669750" y="71280"/>
                </a:lnTo>
                <a:lnTo>
                  <a:pt x="1666897" y="75085"/>
                </a:lnTo>
                <a:lnTo>
                  <a:pt x="1663860" y="79379"/>
                </a:lnTo>
                <a:lnTo>
                  <a:pt x="1663860" y="55812"/>
                </a:lnTo>
                <a:lnTo>
                  <a:pt x="1662581" y="55296"/>
                </a:lnTo>
                <a:lnTo>
                  <a:pt x="1659271" y="56660"/>
                </a:lnTo>
                <a:lnTo>
                  <a:pt x="1656106" y="57941"/>
                </a:lnTo>
                <a:lnTo>
                  <a:pt x="1653052" y="59152"/>
                </a:lnTo>
                <a:lnTo>
                  <a:pt x="1650073" y="60307"/>
                </a:lnTo>
                <a:lnTo>
                  <a:pt x="1647133" y="61420"/>
                </a:lnTo>
                <a:lnTo>
                  <a:pt x="1644196" y="62503"/>
                </a:lnTo>
                <a:lnTo>
                  <a:pt x="1641228" y="63570"/>
                </a:lnTo>
                <a:lnTo>
                  <a:pt x="1638191" y="64635"/>
                </a:lnTo>
                <a:lnTo>
                  <a:pt x="1635052" y="65710"/>
                </a:lnTo>
                <a:lnTo>
                  <a:pt x="1631774" y="66809"/>
                </a:lnTo>
                <a:lnTo>
                  <a:pt x="1628321" y="67945"/>
                </a:lnTo>
                <a:lnTo>
                  <a:pt x="1624659" y="69132"/>
                </a:lnTo>
                <a:lnTo>
                  <a:pt x="1624659" y="73233"/>
                </a:lnTo>
                <a:close/>
                <a:moveTo>
                  <a:pt x="1772241" y="55296"/>
                </a:moveTo>
                <a:lnTo>
                  <a:pt x="1764130" y="55801"/>
                </a:lnTo>
                <a:lnTo>
                  <a:pt x="1756481" y="57281"/>
                </a:lnTo>
                <a:lnTo>
                  <a:pt x="1749341" y="59690"/>
                </a:lnTo>
                <a:lnTo>
                  <a:pt x="1742757" y="62979"/>
                </a:lnTo>
                <a:lnTo>
                  <a:pt x="1736773" y="67101"/>
                </a:lnTo>
                <a:lnTo>
                  <a:pt x="1731438" y="72007"/>
                </a:lnTo>
                <a:lnTo>
                  <a:pt x="1726796" y="77649"/>
                </a:lnTo>
                <a:lnTo>
                  <a:pt x="1722894" y="83978"/>
                </a:lnTo>
                <a:lnTo>
                  <a:pt x="1719779" y="90948"/>
                </a:lnTo>
                <a:lnTo>
                  <a:pt x="1717497" y="98510"/>
                </a:lnTo>
                <a:lnTo>
                  <a:pt x="1716094" y="106616"/>
                </a:lnTo>
                <a:lnTo>
                  <a:pt x="1715616" y="115218"/>
                </a:lnTo>
                <a:lnTo>
                  <a:pt x="1716103" y="123668"/>
                </a:lnTo>
                <a:lnTo>
                  <a:pt x="1717530" y="131695"/>
                </a:lnTo>
                <a:lnTo>
                  <a:pt x="1719843" y="139242"/>
                </a:lnTo>
                <a:lnTo>
                  <a:pt x="1722989" y="146247"/>
                </a:lnTo>
                <a:lnTo>
                  <a:pt x="1726914" y="152651"/>
                </a:lnTo>
                <a:lnTo>
                  <a:pt x="1731565" y="158394"/>
                </a:lnTo>
                <a:lnTo>
                  <a:pt x="1736889" y="163418"/>
                </a:lnTo>
                <a:lnTo>
                  <a:pt x="1742831" y="167661"/>
                </a:lnTo>
                <a:lnTo>
                  <a:pt x="1749340" y="171066"/>
                </a:lnTo>
                <a:lnTo>
                  <a:pt x="1756360" y="173571"/>
                </a:lnTo>
                <a:lnTo>
                  <a:pt x="1763840" y="175118"/>
                </a:lnTo>
                <a:lnTo>
                  <a:pt x="1771725" y="175647"/>
                </a:lnTo>
                <a:lnTo>
                  <a:pt x="1779627" y="175093"/>
                </a:lnTo>
                <a:lnTo>
                  <a:pt x="1787149" y="173473"/>
                </a:lnTo>
                <a:lnTo>
                  <a:pt x="1794233" y="170854"/>
                </a:lnTo>
                <a:lnTo>
                  <a:pt x="1800821" y="167301"/>
                </a:lnTo>
                <a:lnTo>
                  <a:pt x="1806853" y="162881"/>
                </a:lnTo>
                <a:lnTo>
                  <a:pt x="1812272" y="157659"/>
                </a:lnTo>
                <a:lnTo>
                  <a:pt x="1817018" y="151700"/>
                </a:lnTo>
                <a:lnTo>
                  <a:pt x="1821033" y="145071"/>
                </a:lnTo>
                <a:lnTo>
                  <a:pt x="1824258" y="137838"/>
                </a:lnTo>
                <a:lnTo>
                  <a:pt x="1826634" y="130066"/>
                </a:lnTo>
                <a:lnTo>
                  <a:pt x="1828102" y="121821"/>
                </a:lnTo>
                <a:lnTo>
                  <a:pt x="1828605" y="113169"/>
                </a:lnTo>
                <a:lnTo>
                  <a:pt x="1828122" y="104984"/>
                </a:lnTo>
                <a:lnTo>
                  <a:pt x="1826707" y="97235"/>
                </a:lnTo>
                <a:lnTo>
                  <a:pt x="1824410" y="89975"/>
                </a:lnTo>
                <a:lnTo>
                  <a:pt x="1821280" y="83257"/>
                </a:lnTo>
                <a:lnTo>
                  <a:pt x="1817367" y="77132"/>
                </a:lnTo>
                <a:lnTo>
                  <a:pt x="1812721" y="71654"/>
                </a:lnTo>
                <a:lnTo>
                  <a:pt x="1807391" y="66874"/>
                </a:lnTo>
                <a:lnTo>
                  <a:pt x="1801429" y="62846"/>
                </a:lnTo>
                <a:lnTo>
                  <a:pt x="1794883" y="59622"/>
                </a:lnTo>
                <a:lnTo>
                  <a:pt x="1787803" y="57254"/>
                </a:lnTo>
                <a:lnTo>
                  <a:pt x="1780239" y="55794"/>
                </a:lnTo>
                <a:lnTo>
                  <a:pt x="1772241" y="55296"/>
                </a:lnTo>
                <a:moveTo>
                  <a:pt x="1768910" y="62474"/>
                </a:moveTo>
                <a:lnTo>
                  <a:pt x="1774152" y="62978"/>
                </a:lnTo>
                <a:lnTo>
                  <a:pt x="1779097" y="64457"/>
                </a:lnTo>
                <a:lnTo>
                  <a:pt x="1783714" y="66863"/>
                </a:lnTo>
                <a:lnTo>
                  <a:pt x="1787974" y="70146"/>
                </a:lnTo>
                <a:lnTo>
                  <a:pt x="1791846" y="74257"/>
                </a:lnTo>
                <a:lnTo>
                  <a:pt x="1795299" y="79148"/>
                </a:lnTo>
                <a:lnTo>
                  <a:pt x="1798304" y="84770"/>
                </a:lnTo>
                <a:lnTo>
                  <a:pt x="1800831" y="91074"/>
                </a:lnTo>
                <a:lnTo>
                  <a:pt x="1802849" y="98011"/>
                </a:lnTo>
                <a:lnTo>
                  <a:pt x="1804327" y="105532"/>
                </a:lnTo>
                <a:lnTo>
                  <a:pt x="1805237" y="113588"/>
                </a:lnTo>
                <a:lnTo>
                  <a:pt x="1805547" y="122130"/>
                </a:lnTo>
                <a:lnTo>
                  <a:pt x="1805309" y="129120"/>
                </a:lnTo>
                <a:lnTo>
                  <a:pt x="1804604" y="135609"/>
                </a:lnTo>
                <a:lnTo>
                  <a:pt x="1803445" y="141578"/>
                </a:lnTo>
                <a:lnTo>
                  <a:pt x="1801846" y="147005"/>
                </a:lnTo>
                <a:lnTo>
                  <a:pt x="1799820" y="151869"/>
                </a:lnTo>
                <a:lnTo>
                  <a:pt x="1797380" y="156152"/>
                </a:lnTo>
                <a:lnTo>
                  <a:pt x="1794540" y="159832"/>
                </a:lnTo>
                <a:lnTo>
                  <a:pt x="1791313" y="162888"/>
                </a:lnTo>
                <a:lnTo>
                  <a:pt x="1787712" y="165301"/>
                </a:lnTo>
                <a:lnTo>
                  <a:pt x="1783751" y="167050"/>
                </a:lnTo>
                <a:lnTo>
                  <a:pt x="1779444" y="168114"/>
                </a:lnTo>
                <a:lnTo>
                  <a:pt x="1774802" y="168473"/>
                </a:lnTo>
                <a:lnTo>
                  <a:pt x="1772317" y="168347"/>
                </a:lnTo>
                <a:lnTo>
                  <a:pt x="1769865" y="167971"/>
                </a:lnTo>
                <a:lnTo>
                  <a:pt x="1767460" y="167354"/>
                </a:lnTo>
                <a:lnTo>
                  <a:pt x="1765113" y="166502"/>
                </a:lnTo>
                <a:lnTo>
                  <a:pt x="1762838" y="165422"/>
                </a:lnTo>
                <a:lnTo>
                  <a:pt x="1760646" y="164122"/>
                </a:lnTo>
                <a:lnTo>
                  <a:pt x="1758550" y="162609"/>
                </a:lnTo>
                <a:lnTo>
                  <a:pt x="1756563" y="160889"/>
                </a:lnTo>
                <a:lnTo>
                  <a:pt x="1754697" y="158970"/>
                </a:lnTo>
                <a:lnTo>
                  <a:pt x="1752964" y="156859"/>
                </a:lnTo>
                <a:lnTo>
                  <a:pt x="1751377" y="154563"/>
                </a:lnTo>
                <a:lnTo>
                  <a:pt x="1749949" y="152088"/>
                </a:lnTo>
                <a:lnTo>
                  <a:pt x="1748220" y="148666"/>
                </a:lnTo>
                <a:lnTo>
                  <a:pt x="1746623" y="145067"/>
                </a:lnTo>
                <a:lnTo>
                  <a:pt x="1745161" y="141306"/>
                </a:lnTo>
                <a:lnTo>
                  <a:pt x="1743838" y="137399"/>
                </a:lnTo>
                <a:lnTo>
                  <a:pt x="1742657" y="133359"/>
                </a:lnTo>
                <a:lnTo>
                  <a:pt x="1741621" y="129204"/>
                </a:lnTo>
                <a:lnTo>
                  <a:pt x="1740736" y="124947"/>
                </a:lnTo>
                <a:lnTo>
                  <a:pt x="1740003" y="120604"/>
                </a:lnTo>
                <a:lnTo>
                  <a:pt x="1739427" y="116190"/>
                </a:lnTo>
                <a:lnTo>
                  <a:pt x="1739011" y="111720"/>
                </a:lnTo>
                <a:lnTo>
                  <a:pt x="1738759" y="107209"/>
                </a:lnTo>
                <a:lnTo>
                  <a:pt x="1738674" y="102672"/>
                </a:lnTo>
                <a:lnTo>
                  <a:pt x="1738922" y="96771"/>
                </a:lnTo>
                <a:lnTo>
                  <a:pt x="1739650" y="91248"/>
                </a:lnTo>
                <a:lnTo>
                  <a:pt x="1740840" y="86129"/>
                </a:lnTo>
                <a:lnTo>
                  <a:pt x="1742470" y="81439"/>
                </a:lnTo>
                <a:lnTo>
                  <a:pt x="1744520" y="77205"/>
                </a:lnTo>
                <a:lnTo>
                  <a:pt x="1746969" y="73451"/>
                </a:lnTo>
                <a:lnTo>
                  <a:pt x="1749798" y="70205"/>
                </a:lnTo>
                <a:lnTo>
                  <a:pt x="1752985" y="67490"/>
                </a:lnTo>
                <a:lnTo>
                  <a:pt x="1756510" y="65334"/>
                </a:lnTo>
                <a:lnTo>
                  <a:pt x="1760353" y="63763"/>
                </a:lnTo>
                <a:lnTo>
                  <a:pt x="1764493" y="62801"/>
                </a:lnTo>
                <a:lnTo>
                  <a:pt x="1768910" y="62474"/>
                </a:lnTo>
                <a:close/>
                <a:moveTo>
                  <a:pt x="1956712" y="73796"/>
                </a:moveTo>
                <a:lnTo>
                  <a:pt x="1956712" y="63804"/>
                </a:lnTo>
                <a:lnTo>
                  <a:pt x="1936985" y="63804"/>
                </a:lnTo>
                <a:lnTo>
                  <a:pt x="1935729" y="63787"/>
                </a:lnTo>
                <a:lnTo>
                  <a:pt x="1934517" y="63736"/>
                </a:lnTo>
                <a:lnTo>
                  <a:pt x="1933341" y="63651"/>
                </a:lnTo>
                <a:lnTo>
                  <a:pt x="1932192" y="63530"/>
                </a:lnTo>
                <a:lnTo>
                  <a:pt x="1931061" y="63372"/>
                </a:lnTo>
                <a:lnTo>
                  <a:pt x="1929939" y="63178"/>
                </a:lnTo>
                <a:lnTo>
                  <a:pt x="1928816" y="62946"/>
                </a:lnTo>
                <a:lnTo>
                  <a:pt x="1927685" y="62675"/>
                </a:lnTo>
                <a:lnTo>
                  <a:pt x="1926536" y="62365"/>
                </a:lnTo>
                <a:lnTo>
                  <a:pt x="1925361" y="62015"/>
                </a:lnTo>
                <a:lnTo>
                  <a:pt x="1924150" y="61624"/>
                </a:lnTo>
                <a:lnTo>
                  <a:pt x="1922895" y="61192"/>
                </a:lnTo>
                <a:lnTo>
                  <a:pt x="1917258" y="59143"/>
                </a:lnTo>
                <a:lnTo>
                  <a:pt x="1915528" y="58529"/>
                </a:lnTo>
                <a:lnTo>
                  <a:pt x="1913799" y="57968"/>
                </a:lnTo>
                <a:lnTo>
                  <a:pt x="1912072" y="57460"/>
                </a:lnTo>
                <a:lnTo>
                  <a:pt x="1910348" y="57006"/>
                </a:lnTo>
                <a:lnTo>
                  <a:pt x="1908628" y="56605"/>
                </a:lnTo>
                <a:lnTo>
                  <a:pt x="1906912" y="56258"/>
                </a:lnTo>
                <a:lnTo>
                  <a:pt x="1905201" y="55964"/>
                </a:lnTo>
                <a:lnTo>
                  <a:pt x="1903497" y="55724"/>
                </a:lnTo>
                <a:lnTo>
                  <a:pt x="1901800" y="55537"/>
                </a:lnTo>
                <a:lnTo>
                  <a:pt x="1900111" y="55403"/>
                </a:lnTo>
                <a:lnTo>
                  <a:pt x="1898430" y="55323"/>
                </a:lnTo>
                <a:lnTo>
                  <a:pt x="1896760" y="55296"/>
                </a:lnTo>
                <a:lnTo>
                  <a:pt x="1890912" y="55674"/>
                </a:lnTo>
                <a:lnTo>
                  <a:pt x="1885316" y="56775"/>
                </a:lnTo>
                <a:lnTo>
                  <a:pt x="1880021" y="58551"/>
                </a:lnTo>
                <a:lnTo>
                  <a:pt x="1875076" y="60956"/>
                </a:lnTo>
                <a:lnTo>
                  <a:pt x="1870529" y="63941"/>
                </a:lnTo>
                <a:lnTo>
                  <a:pt x="1866429" y="67460"/>
                </a:lnTo>
                <a:lnTo>
                  <a:pt x="1862826" y="71464"/>
                </a:lnTo>
                <a:lnTo>
                  <a:pt x="1859768" y="75906"/>
                </a:lnTo>
                <a:lnTo>
                  <a:pt x="1857305" y="80739"/>
                </a:lnTo>
                <a:lnTo>
                  <a:pt x="1855485" y="85915"/>
                </a:lnTo>
                <a:lnTo>
                  <a:pt x="1854357" y="91386"/>
                </a:lnTo>
                <a:lnTo>
                  <a:pt x="1853970" y="97105"/>
                </a:lnTo>
                <a:lnTo>
                  <a:pt x="1854116" y="101009"/>
                </a:lnTo>
                <a:lnTo>
                  <a:pt x="1854561" y="104664"/>
                </a:lnTo>
                <a:lnTo>
                  <a:pt x="1855315" y="108087"/>
                </a:lnTo>
                <a:lnTo>
                  <a:pt x="1856390" y="111297"/>
                </a:lnTo>
                <a:lnTo>
                  <a:pt x="1857796" y="114312"/>
                </a:lnTo>
                <a:lnTo>
                  <a:pt x="1859544" y="117148"/>
                </a:lnTo>
                <a:lnTo>
                  <a:pt x="1861643" y="119824"/>
                </a:lnTo>
                <a:lnTo>
                  <a:pt x="1864106" y="122358"/>
                </a:lnTo>
                <a:lnTo>
                  <a:pt x="1866942" y="124767"/>
                </a:lnTo>
                <a:lnTo>
                  <a:pt x="1870162" y="127070"/>
                </a:lnTo>
                <a:lnTo>
                  <a:pt x="1873778" y="129284"/>
                </a:lnTo>
                <a:lnTo>
                  <a:pt x="1877799" y="131427"/>
                </a:lnTo>
                <a:lnTo>
                  <a:pt x="1876589" y="132573"/>
                </a:lnTo>
                <a:lnTo>
                  <a:pt x="1875399" y="133698"/>
                </a:lnTo>
                <a:lnTo>
                  <a:pt x="1874240" y="134793"/>
                </a:lnTo>
                <a:lnTo>
                  <a:pt x="1873121" y="135847"/>
                </a:lnTo>
                <a:lnTo>
                  <a:pt x="1872052" y="136852"/>
                </a:lnTo>
                <a:lnTo>
                  <a:pt x="1871042" y="137797"/>
                </a:lnTo>
                <a:lnTo>
                  <a:pt x="1870102" y="138672"/>
                </a:lnTo>
                <a:lnTo>
                  <a:pt x="1869241" y="139468"/>
                </a:lnTo>
                <a:lnTo>
                  <a:pt x="1868468" y="140175"/>
                </a:lnTo>
                <a:lnTo>
                  <a:pt x="1867795" y="140784"/>
                </a:lnTo>
                <a:lnTo>
                  <a:pt x="1867229" y="141284"/>
                </a:lnTo>
                <a:lnTo>
                  <a:pt x="1866782" y="141666"/>
                </a:lnTo>
                <a:lnTo>
                  <a:pt x="1864774" y="143473"/>
                </a:lnTo>
                <a:lnTo>
                  <a:pt x="1862974" y="145193"/>
                </a:lnTo>
                <a:lnTo>
                  <a:pt x="1861375" y="146833"/>
                </a:lnTo>
                <a:lnTo>
                  <a:pt x="1859970" y="148401"/>
                </a:lnTo>
                <a:lnTo>
                  <a:pt x="1858754" y="149905"/>
                </a:lnTo>
                <a:lnTo>
                  <a:pt x="1857720" y="151353"/>
                </a:lnTo>
                <a:lnTo>
                  <a:pt x="1856863" y="152753"/>
                </a:lnTo>
                <a:lnTo>
                  <a:pt x="1856175" y="154113"/>
                </a:lnTo>
                <a:lnTo>
                  <a:pt x="1855651" y="155441"/>
                </a:lnTo>
                <a:lnTo>
                  <a:pt x="1855284" y="156746"/>
                </a:lnTo>
                <a:lnTo>
                  <a:pt x="1855069" y="158033"/>
                </a:lnTo>
                <a:lnTo>
                  <a:pt x="1854998" y="159313"/>
                </a:lnTo>
                <a:lnTo>
                  <a:pt x="1855065" y="160611"/>
                </a:lnTo>
                <a:lnTo>
                  <a:pt x="1855275" y="161827"/>
                </a:lnTo>
                <a:lnTo>
                  <a:pt x="1855643" y="162978"/>
                </a:lnTo>
                <a:lnTo>
                  <a:pt x="1856184" y="164079"/>
                </a:lnTo>
                <a:lnTo>
                  <a:pt x="1856914" y="165144"/>
                </a:lnTo>
                <a:lnTo>
                  <a:pt x="1857848" y="166189"/>
                </a:lnTo>
                <a:lnTo>
                  <a:pt x="1859000" y="167228"/>
                </a:lnTo>
                <a:lnTo>
                  <a:pt x="1860387" y="168278"/>
                </a:lnTo>
                <a:lnTo>
                  <a:pt x="1862023" y="169353"/>
                </a:lnTo>
                <a:lnTo>
                  <a:pt x="1863923" y="170468"/>
                </a:lnTo>
                <a:lnTo>
                  <a:pt x="1866102" y="171638"/>
                </a:lnTo>
                <a:lnTo>
                  <a:pt x="1868576" y="172879"/>
                </a:lnTo>
                <a:lnTo>
                  <a:pt x="1864261" y="176115"/>
                </a:lnTo>
                <a:lnTo>
                  <a:pt x="1860400" y="179169"/>
                </a:lnTo>
                <a:lnTo>
                  <a:pt x="1856979" y="182060"/>
                </a:lnTo>
                <a:lnTo>
                  <a:pt x="1853982" y="184810"/>
                </a:lnTo>
                <a:lnTo>
                  <a:pt x="1851394" y="187439"/>
                </a:lnTo>
                <a:lnTo>
                  <a:pt x="1849201" y="189968"/>
                </a:lnTo>
                <a:lnTo>
                  <a:pt x="1847386" y="192416"/>
                </a:lnTo>
                <a:lnTo>
                  <a:pt x="1845936" y="194805"/>
                </a:lnTo>
                <a:lnTo>
                  <a:pt x="1844834" y="197154"/>
                </a:lnTo>
                <a:lnTo>
                  <a:pt x="1844066" y="199485"/>
                </a:lnTo>
                <a:lnTo>
                  <a:pt x="1843616" y="201817"/>
                </a:lnTo>
                <a:lnTo>
                  <a:pt x="1843469" y="204171"/>
                </a:lnTo>
                <a:lnTo>
                  <a:pt x="1843876" y="207515"/>
                </a:lnTo>
                <a:lnTo>
                  <a:pt x="1845062" y="210732"/>
                </a:lnTo>
                <a:lnTo>
                  <a:pt x="1846972" y="213789"/>
                </a:lnTo>
                <a:lnTo>
                  <a:pt x="1849551" y="216657"/>
                </a:lnTo>
                <a:lnTo>
                  <a:pt x="1852746" y="219305"/>
                </a:lnTo>
                <a:lnTo>
                  <a:pt x="1856502" y="221700"/>
                </a:lnTo>
                <a:lnTo>
                  <a:pt x="1860766" y="223812"/>
                </a:lnTo>
                <a:lnTo>
                  <a:pt x="1865482" y="225609"/>
                </a:lnTo>
                <a:lnTo>
                  <a:pt x="1870597" y="227062"/>
                </a:lnTo>
                <a:lnTo>
                  <a:pt x="1876057" y="228138"/>
                </a:lnTo>
                <a:lnTo>
                  <a:pt x="1881806" y="228806"/>
                </a:lnTo>
                <a:lnTo>
                  <a:pt x="1887791" y="229036"/>
                </a:lnTo>
                <a:lnTo>
                  <a:pt x="1892607" y="228899"/>
                </a:lnTo>
                <a:lnTo>
                  <a:pt x="1897429" y="228493"/>
                </a:lnTo>
                <a:lnTo>
                  <a:pt x="1902231" y="227827"/>
                </a:lnTo>
                <a:lnTo>
                  <a:pt x="1906988" y="226910"/>
                </a:lnTo>
                <a:lnTo>
                  <a:pt x="1911674" y="225751"/>
                </a:lnTo>
                <a:lnTo>
                  <a:pt x="1916263" y="224360"/>
                </a:lnTo>
                <a:lnTo>
                  <a:pt x="1920729" y="222744"/>
                </a:lnTo>
                <a:lnTo>
                  <a:pt x="1925047" y="220912"/>
                </a:lnTo>
                <a:lnTo>
                  <a:pt x="1929190" y="218874"/>
                </a:lnTo>
                <a:lnTo>
                  <a:pt x="1933133" y="216639"/>
                </a:lnTo>
                <a:lnTo>
                  <a:pt x="1936851" y="214215"/>
                </a:lnTo>
                <a:lnTo>
                  <a:pt x="1940316" y="211611"/>
                </a:lnTo>
                <a:lnTo>
                  <a:pt x="1942639" y="209617"/>
                </a:lnTo>
                <a:lnTo>
                  <a:pt x="1944741" y="207608"/>
                </a:lnTo>
                <a:lnTo>
                  <a:pt x="1946627" y="205579"/>
                </a:lnTo>
                <a:lnTo>
                  <a:pt x="1948298" y="203526"/>
                </a:lnTo>
                <a:lnTo>
                  <a:pt x="1949760" y="201444"/>
                </a:lnTo>
                <a:lnTo>
                  <a:pt x="1951015" y="199330"/>
                </a:lnTo>
                <a:lnTo>
                  <a:pt x="1952067" y="197178"/>
                </a:lnTo>
                <a:lnTo>
                  <a:pt x="1952920" y="194984"/>
                </a:lnTo>
                <a:lnTo>
                  <a:pt x="1953577" y="192744"/>
                </a:lnTo>
                <a:lnTo>
                  <a:pt x="1954042" y="190454"/>
                </a:lnTo>
                <a:lnTo>
                  <a:pt x="1954318" y="188108"/>
                </a:lnTo>
                <a:lnTo>
                  <a:pt x="1954410" y="185703"/>
                </a:lnTo>
                <a:lnTo>
                  <a:pt x="1954162" y="181838"/>
                </a:lnTo>
                <a:lnTo>
                  <a:pt x="1953430" y="178205"/>
                </a:lnTo>
                <a:lnTo>
                  <a:pt x="1952231" y="174820"/>
                </a:lnTo>
                <a:lnTo>
                  <a:pt x="1950585" y="171700"/>
                </a:lnTo>
                <a:lnTo>
                  <a:pt x="1948508" y="168862"/>
                </a:lnTo>
                <a:lnTo>
                  <a:pt x="1946017" y="166323"/>
                </a:lnTo>
                <a:lnTo>
                  <a:pt x="1943132" y="164098"/>
                </a:lnTo>
                <a:lnTo>
                  <a:pt x="1939870" y="162206"/>
                </a:lnTo>
                <a:lnTo>
                  <a:pt x="1936249" y="160663"/>
                </a:lnTo>
                <a:lnTo>
                  <a:pt x="1932286" y="159485"/>
                </a:lnTo>
                <a:lnTo>
                  <a:pt x="1928000" y="158690"/>
                </a:lnTo>
                <a:lnTo>
                  <a:pt x="1923407" y="158293"/>
                </a:lnTo>
                <a:lnTo>
                  <a:pt x="1890356" y="156756"/>
                </a:lnTo>
                <a:lnTo>
                  <a:pt x="1887110" y="156591"/>
                </a:lnTo>
                <a:lnTo>
                  <a:pt x="1884160" y="156351"/>
                </a:lnTo>
                <a:lnTo>
                  <a:pt x="1881504" y="156037"/>
                </a:lnTo>
                <a:lnTo>
                  <a:pt x="1879138" y="155648"/>
                </a:lnTo>
                <a:lnTo>
                  <a:pt x="1877061" y="155184"/>
                </a:lnTo>
                <a:lnTo>
                  <a:pt x="1875270" y="154646"/>
                </a:lnTo>
                <a:lnTo>
                  <a:pt x="1873762" y="154033"/>
                </a:lnTo>
                <a:lnTo>
                  <a:pt x="1872534" y="153346"/>
                </a:lnTo>
                <a:lnTo>
                  <a:pt x="1871583" y="152584"/>
                </a:lnTo>
                <a:lnTo>
                  <a:pt x="1870908" y="151748"/>
                </a:lnTo>
                <a:lnTo>
                  <a:pt x="1870504" y="150837"/>
                </a:lnTo>
                <a:lnTo>
                  <a:pt x="1870371" y="149852"/>
                </a:lnTo>
                <a:lnTo>
                  <a:pt x="1870541" y="148499"/>
                </a:lnTo>
                <a:lnTo>
                  <a:pt x="1871029" y="147024"/>
                </a:lnTo>
                <a:lnTo>
                  <a:pt x="1871799" y="145463"/>
                </a:lnTo>
                <a:lnTo>
                  <a:pt x="1872818" y="143854"/>
                </a:lnTo>
                <a:lnTo>
                  <a:pt x="1874051" y="142235"/>
                </a:lnTo>
                <a:lnTo>
                  <a:pt x="1875462" y="140642"/>
                </a:lnTo>
                <a:lnTo>
                  <a:pt x="1877017" y="139113"/>
                </a:lnTo>
                <a:lnTo>
                  <a:pt x="1878682" y="137686"/>
                </a:lnTo>
                <a:lnTo>
                  <a:pt x="1880422" y="136396"/>
                </a:lnTo>
                <a:lnTo>
                  <a:pt x="1882201" y="135283"/>
                </a:lnTo>
                <a:lnTo>
                  <a:pt x="1883987" y="134383"/>
                </a:lnTo>
                <a:lnTo>
                  <a:pt x="1885743" y="133733"/>
                </a:lnTo>
                <a:lnTo>
                  <a:pt x="1886309" y="133798"/>
                </a:lnTo>
                <a:lnTo>
                  <a:pt x="1886851" y="133861"/>
                </a:lnTo>
                <a:lnTo>
                  <a:pt x="1887369" y="133922"/>
                </a:lnTo>
                <a:lnTo>
                  <a:pt x="1887860" y="133981"/>
                </a:lnTo>
                <a:lnTo>
                  <a:pt x="1888322" y="134036"/>
                </a:lnTo>
                <a:lnTo>
                  <a:pt x="1888754" y="134086"/>
                </a:lnTo>
                <a:lnTo>
                  <a:pt x="1889154" y="134131"/>
                </a:lnTo>
                <a:lnTo>
                  <a:pt x="1889520" y="134170"/>
                </a:lnTo>
                <a:lnTo>
                  <a:pt x="1889851" y="134202"/>
                </a:lnTo>
                <a:lnTo>
                  <a:pt x="1890144" y="134225"/>
                </a:lnTo>
                <a:lnTo>
                  <a:pt x="1890397" y="134240"/>
                </a:lnTo>
                <a:lnTo>
                  <a:pt x="1890610" y="134245"/>
                </a:lnTo>
                <a:lnTo>
                  <a:pt x="1891795" y="134368"/>
                </a:lnTo>
                <a:lnTo>
                  <a:pt x="1892915" y="134480"/>
                </a:lnTo>
                <a:lnTo>
                  <a:pt x="1893969" y="134582"/>
                </a:lnTo>
                <a:lnTo>
                  <a:pt x="1894956" y="134673"/>
                </a:lnTo>
                <a:lnTo>
                  <a:pt x="1895876" y="134753"/>
                </a:lnTo>
                <a:lnTo>
                  <a:pt x="1896727" y="134823"/>
                </a:lnTo>
                <a:lnTo>
                  <a:pt x="1897509" y="134881"/>
                </a:lnTo>
                <a:lnTo>
                  <a:pt x="1898221" y="134930"/>
                </a:lnTo>
                <a:lnTo>
                  <a:pt x="1898862" y="134967"/>
                </a:lnTo>
                <a:lnTo>
                  <a:pt x="1899431" y="134994"/>
                </a:lnTo>
                <a:lnTo>
                  <a:pt x="1899927" y="135010"/>
                </a:lnTo>
                <a:lnTo>
                  <a:pt x="1900349" y="135016"/>
                </a:lnTo>
                <a:lnTo>
                  <a:pt x="1902732" y="134936"/>
                </a:lnTo>
                <a:lnTo>
                  <a:pt x="1905137" y="134699"/>
                </a:lnTo>
                <a:lnTo>
                  <a:pt x="1907553" y="134307"/>
                </a:lnTo>
                <a:lnTo>
                  <a:pt x="1909969" y="133763"/>
                </a:lnTo>
                <a:lnTo>
                  <a:pt x="1912375" y="133070"/>
                </a:lnTo>
                <a:lnTo>
                  <a:pt x="1914759" y="132230"/>
                </a:lnTo>
                <a:lnTo>
                  <a:pt x="1917111" y="131245"/>
                </a:lnTo>
                <a:lnTo>
                  <a:pt x="1919420" y="130120"/>
                </a:lnTo>
                <a:lnTo>
                  <a:pt x="1921676" y="128855"/>
                </a:lnTo>
                <a:lnTo>
                  <a:pt x="1923868" y="127455"/>
                </a:lnTo>
                <a:lnTo>
                  <a:pt x="1925985" y="125921"/>
                </a:lnTo>
                <a:lnTo>
                  <a:pt x="1928017" y="124257"/>
                </a:lnTo>
                <a:lnTo>
                  <a:pt x="1930035" y="122425"/>
                </a:lnTo>
                <a:lnTo>
                  <a:pt x="1931864" y="120511"/>
                </a:lnTo>
                <a:lnTo>
                  <a:pt x="1933506" y="118508"/>
                </a:lnTo>
                <a:lnTo>
                  <a:pt x="1934964" y="116410"/>
                </a:lnTo>
                <a:lnTo>
                  <a:pt x="1936240" y="114208"/>
                </a:lnTo>
                <a:lnTo>
                  <a:pt x="1937337" y="111897"/>
                </a:lnTo>
                <a:lnTo>
                  <a:pt x="1938259" y="109468"/>
                </a:lnTo>
                <a:lnTo>
                  <a:pt x="1939006" y="106914"/>
                </a:lnTo>
                <a:lnTo>
                  <a:pt x="1939583" y="104229"/>
                </a:lnTo>
                <a:lnTo>
                  <a:pt x="1939992" y="101406"/>
                </a:lnTo>
                <a:lnTo>
                  <a:pt x="1940235" y="98436"/>
                </a:lnTo>
                <a:lnTo>
                  <a:pt x="1940316" y="95314"/>
                </a:lnTo>
                <a:lnTo>
                  <a:pt x="1940289" y="93487"/>
                </a:lnTo>
                <a:lnTo>
                  <a:pt x="1940204" y="91711"/>
                </a:lnTo>
                <a:lnTo>
                  <a:pt x="1940060" y="89971"/>
                </a:lnTo>
                <a:lnTo>
                  <a:pt x="1939851" y="88256"/>
                </a:lnTo>
                <a:lnTo>
                  <a:pt x="1939574" y="86551"/>
                </a:lnTo>
                <a:lnTo>
                  <a:pt x="1939227" y="84844"/>
                </a:lnTo>
                <a:lnTo>
                  <a:pt x="1938804" y="83121"/>
                </a:lnTo>
                <a:lnTo>
                  <a:pt x="1938304" y="81368"/>
                </a:lnTo>
                <a:lnTo>
                  <a:pt x="1937722" y="79573"/>
                </a:lnTo>
                <a:lnTo>
                  <a:pt x="1937054" y="77721"/>
                </a:lnTo>
                <a:lnTo>
                  <a:pt x="1936297" y="75800"/>
                </a:lnTo>
                <a:lnTo>
                  <a:pt x="1935449" y="73796"/>
                </a:lnTo>
                <a:lnTo>
                  <a:pt x="1956712" y="73796"/>
                </a:lnTo>
                <a:moveTo>
                  <a:pt x="1873956" y="173646"/>
                </a:moveTo>
                <a:lnTo>
                  <a:pt x="1876309" y="174089"/>
                </a:lnTo>
                <a:lnTo>
                  <a:pt x="1879095" y="174517"/>
                </a:lnTo>
                <a:lnTo>
                  <a:pt x="1882243" y="174925"/>
                </a:lnTo>
                <a:lnTo>
                  <a:pt x="1885685" y="175310"/>
                </a:lnTo>
                <a:lnTo>
                  <a:pt x="1889352" y="175665"/>
                </a:lnTo>
                <a:lnTo>
                  <a:pt x="1893173" y="175987"/>
                </a:lnTo>
                <a:lnTo>
                  <a:pt x="1897079" y="176272"/>
                </a:lnTo>
                <a:lnTo>
                  <a:pt x="1901002" y="176516"/>
                </a:lnTo>
                <a:lnTo>
                  <a:pt x="1904871" y="176712"/>
                </a:lnTo>
                <a:lnTo>
                  <a:pt x="1908617" y="176858"/>
                </a:lnTo>
                <a:lnTo>
                  <a:pt x="1912171" y="176949"/>
                </a:lnTo>
                <a:lnTo>
                  <a:pt x="1915463" y="176980"/>
                </a:lnTo>
                <a:lnTo>
                  <a:pt x="1920986" y="177051"/>
                </a:lnTo>
                <a:lnTo>
                  <a:pt x="1925913" y="177270"/>
                </a:lnTo>
                <a:lnTo>
                  <a:pt x="1930264" y="177646"/>
                </a:lnTo>
                <a:lnTo>
                  <a:pt x="1934063" y="178187"/>
                </a:lnTo>
                <a:lnTo>
                  <a:pt x="1937332" y="178903"/>
                </a:lnTo>
                <a:lnTo>
                  <a:pt x="1940093" y="179802"/>
                </a:lnTo>
                <a:lnTo>
                  <a:pt x="1942368" y="180894"/>
                </a:lnTo>
                <a:lnTo>
                  <a:pt x="1944180" y="182187"/>
                </a:lnTo>
                <a:lnTo>
                  <a:pt x="1945550" y="183690"/>
                </a:lnTo>
                <a:lnTo>
                  <a:pt x="1946501" y="185412"/>
                </a:lnTo>
                <a:lnTo>
                  <a:pt x="1947056" y="187362"/>
                </a:lnTo>
                <a:lnTo>
                  <a:pt x="1947236" y="189550"/>
                </a:lnTo>
                <a:lnTo>
                  <a:pt x="1946836" y="193165"/>
                </a:lnTo>
                <a:lnTo>
                  <a:pt x="1945659" y="196559"/>
                </a:lnTo>
                <a:lnTo>
                  <a:pt x="1943741" y="199714"/>
                </a:lnTo>
                <a:lnTo>
                  <a:pt x="1941115" y="202613"/>
                </a:lnTo>
                <a:lnTo>
                  <a:pt x="1937816" y="205238"/>
                </a:lnTo>
                <a:lnTo>
                  <a:pt x="1933880" y="207570"/>
                </a:lnTo>
                <a:lnTo>
                  <a:pt x="1929340" y="209592"/>
                </a:lnTo>
                <a:lnTo>
                  <a:pt x="1924232" y="211286"/>
                </a:lnTo>
                <a:lnTo>
                  <a:pt x="1918590" y="212635"/>
                </a:lnTo>
                <a:lnTo>
                  <a:pt x="1912449" y="213620"/>
                </a:lnTo>
                <a:lnTo>
                  <a:pt x="1905844" y="214224"/>
                </a:lnTo>
                <a:lnTo>
                  <a:pt x="1898808" y="214430"/>
                </a:lnTo>
                <a:lnTo>
                  <a:pt x="1893336" y="214277"/>
                </a:lnTo>
                <a:lnTo>
                  <a:pt x="1888209" y="213827"/>
                </a:lnTo>
                <a:lnTo>
                  <a:pt x="1883452" y="213092"/>
                </a:lnTo>
                <a:lnTo>
                  <a:pt x="1879090" y="212084"/>
                </a:lnTo>
                <a:lnTo>
                  <a:pt x="1875148" y="210816"/>
                </a:lnTo>
                <a:lnTo>
                  <a:pt x="1871650" y="209301"/>
                </a:lnTo>
                <a:lnTo>
                  <a:pt x="1868623" y="207551"/>
                </a:lnTo>
                <a:lnTo>
                  <a:pt x="1866090" y="205578"/>
                </a:lnTo>
                <a:lnTo>
                  <a:pt x="1864076" y="203394"/>
                </a:lnTo>
                <a:lnTo>
                  <a:pt x="1862607" y="201013"/>
                </a:lnTo>
                <a:lnTo>
                  <a:pt x="1861708" y="198447"/>
                </a:lnTo>
                <a:lnTo>
                  <a:pt x="1861402" y="195707"/>
                </a:lnTo>
                <a:lnTo>
                  <a:pt x="1861444" y="194279"/>
                </a:lnTo>
                <a:lnTo>
                  <a:pt x="1861585" y="192915"/>
                </a:lnTo>
                <a:lnTo>
                  <a:pt x="1861851" y="191575"/>
                </a:lnTo>
                <a:lnTo>
                  <a:pt x="1862266" y="190216"/>
                </a:lnTo>
                <a:lnTo>
                  <a:pt x="1862855" y="188796"/>
                </a:lnTo>
                <a:lnTo>
                  <a:pt x="1863644" y="187274"/>
                </a:lnTo>
                <a:lnTo>
                  <a:pt x="1864657" y="185608"/>
                </a:lnTo>
                <a:lnTo>
                  <a:pt x="1865919" y="183755"/>
                </a:lnTo>
                <a:lnTo>
                  <a:pt x="1867455" y="181675"/>
                </a:lnTo>
                <a:lnTo>
                  <a:pt x="1869290" y="179324"/>
                </a:lnTo>
                <a:lnTo>
                  <a:pt x="1871448" y="176662"/>
                </a:lnTo>
                <a:lnTo>
                  <a:pt x="1873956" y="173646"/>
                </a:lnTo>
                <a:moveTo>
                  <a:pt x="1875238" y="86604"/>
                </a:moveTo>
                <a:lnTo>
                  <a:pt x="1875386" y="82955"/>
                </a:lnTo>
                <a:lnTo>
                  <a:pt x="1875824" y="79570"/>
                </a:lnTo>
                <a:lnTo>
                  <a:pt x="1876543" y="76459"/>
                </a:lnTo>
                <a:lnTo>
                  <a:pt x="1877534" y="73632"/>
                </a:lnTo>
                <a:lnTo>
                  <a:pt x="1878789" y="71100"/>
                </a:lnTo>
                <a:lnTo>
                  <a:pt x="1880298" y="68873"/>
                </a:lnTo>
                <a:lnTo>
                  <a:pt x="1882053" y="66960"/>
                </a:lnTo>
                <a:lnTo>
                  <a:pt x="1884044" y="65372"/>
                </a:lnTo>
                <a:lnTo>
                  <a:pt x="1886264" y="64120"/>
                </a:lnTo>
                <a:lnTo>
                  <a:pt x="1888702" y="63212"/>
                </a:lnTo>
                <a:lnTo>
                  <a:pt x="1891350" y="62660"/>
                </a:lnTo>
                <a:lnTo>
                  <a:pt x="1894199" y="62474"/>
                </a:lnTo>
                <a:lnTo>
                  <a:pt x="1896157" y="62565"/>
                </a:lnTo>
                <a:lnTo>
                  <a:pt x="1898057" y="62836"/>
                </a:lnTo>
                <a:lnTo>
                  <a:pt x="1899895" y="63283"/>
                </a:lnTo>
                <a:lnTo>
                  <a:pt x="1901666" y="63901"/>
                </a:lnTo>
                <a:lnTo>
                  <a:pt x="1903366" y="64688"/>
                </a:lnTo>
                <a:lnTo>
                  <a:pt x="1904990" y="65638"/>
                </a:lnTo>
                <a:lnTo>
                  <a:pt x="1906535" y="66749"/>
                </a:lnTo>
                <a:lnTo>
                  <a:pt x="1907995" y="68015"/>
                </a:lnTo>
                <a:lnTo>
                  <a:pt x="1909366" y="69434"/>
                </a:lnTo>
                <a:lnTo>
                  <a:pt x="1910644" y="71002"/>
                </a:lnTo>
                <a:lnTo>
                  <a:pt x="1911824" y="72714"/>
                </a:lnTo>
                <a:lnTo>
                  <a:pt x="1912902" y="74566"/>
                </a:lnTo>
                <a:lnTo>
                  <a:pt x="1914022" y="76864"/>
                </a:lnTo>
                <a:lnTo>
                  <a:pt x="1915072" y="79262"/>
                </a:lnTo>
                <a:lnTo>
                  <a:pt x="1916048" y="81746"/>
                </a:lnTo>
                <a:lnTo>
                  <a:pt x="1916944" y="84300"/>
                </a:lnTo>
                <a:lnTo>
                  <a:pt x="1917754" y="86907"/>
                </a:lnTo>
                <a:lnTo>
                  <a:pt x="1918474" y="89551"/>
                </a:lnTo>
                <a:lnTo>
                  <a:pt x="1919098" y="92216"/>
                </a:lnTo>
                <a:lnTo>
                  <a:pt x="1919620" y="94887"/>
                </a:lnTo>
                <a:lnTo>
                  <a:pt x="1920036" y="97547"/>
                </a:lnTo>
                <a:lnTo>
                  <a:pt x="1920339" y="100181"/>
                </a:lnTo>
                <a:lnTo>
                  <a:pt x="1920525" y="102771"/>
                </a:lnTo>
                <a:lnTo>
                  <a:pt x="1920588" y="105303"/>
                </a:lnTo>
                <a:lnTo>
                  <a:pt x="1920435" y="108774"/>
                </a:lnTo>
                <a:lnTo>
                  <a:pt x="1919983" y="112009"/>
                </a:lnTo>
                <a:lnTo>
                  <a:pt x="1919243" y="114994"/>
                </a:lnTo>
                <a:lnTo>
                  <a:pt x="1918225" y="117719"/>
                </a:lnTo>
                <a:lnTo>
                  <a:pt x="1916940" y="120169"/>
                </a:lnTo>
                <a:lnTo>
                  <a:pt x="1915400" y="122333"/>
                </a:lnTo>
                <a:lnTo>
                  <a:pt x="1913613" y="124198"/>
                </a:lnTo>
                <a:lnTo>
                  <a:pt x="1911592" y="125753"/>
                </a:lnTo>
                <a:lnTo>
                  <a:pt x="1909347" y="126983"/>
                </a:lnTo>
                <a:lnTo>
                  <a:pt x="1906888" y="127877"/>
                </a:lnTo>
                <a:lnTo>
                  <a:pt x="1904227" y="128423"/>
                </a:lnTo>
                <a:lnTo>
                  <a:pt x="1901373" y="128608"/>
                </a:lnTo>
                <a:lnTo>
                  <a:pt x="1897630" y="128266"/>
                </a:lnTo>
                <a:lnTo>
                  <a:pt x="1894100" y="127261"/>
                </a:lnTo>
                <a:lnTo>
                  <a:pt x="1890804" y="125623"/>
                </a:lnTo>
                <a:lnTo>
                  <a:pt x="1887765" y="123381"/>
                </a:lnTo>
                <a:lnTo>
                  <a:pt x="1885004" y="120567"/>
                </a:lnTo>
                <a:lnTo>
                  <a:pt x="1882541" y="117211"/>
                </a:lnTo>
                <a:lnTo>
                  <a:pt x="1880398" y="113342"/>
                </a:lnTo>
                <a:lnTo>
                  <a:pt x="1878598" y="108992"/>
                </a:lnTo>
                <a:lnTo>
                  <a:pt x="1877160" y="104189"/>
                </a:lnTo>
                <a:lnTo>
                  <a:pt x="1876106" y="98966"/>
                </a:lnTo>
                <a:lnTo>
                  <a:pt x="1875459" y="93350"/>
                </a:lnTo>
                <a:lnTo>
                  <a:pt x="1875238" y="87374"/>
                </a:lnTo>
                <a:lnTo>
                  <a:pt x="1875238" y="86604"/>
                </a:lnTo>
                <a:close/>
                <a:moveTo>
                  <a:pt x="1966193" y="73233"/>
                </a:moveTo>
                <a:lnTo>
                  <a:pt x="1967065" y="73051"/>
                </a:lnTo>
                <a:lnTo>
                  <a:pt x="1967890" y="72890"/>
                </a:lnTo>
                <a:lnTo>
                  <a:pt x="1968676" y="72748"/>
                </a:lnTo>
                <a:lnTo>
                  <a:pt x="1969430" y="72624"/>
                </a:lnTo>
                <a:lnTo>
                  <a:pt x="1970160" y="72519"/>
                </a:lnTo>
                <a:lnTo>
                  <a:pt x="1970871" y="72430"/>
                </a:lnTo>
                <a:lnTo>
                  <a:pt x="1971571" y="72358"/>
                </a:lnTo>
                <a:lnTo>
                  <a:pt x="1972268" y="72301"/>
                </a:lnTo>
                <a:lnTo>
                  <a:pt x="1972969" y="72257"/>
                </a:lnTo>
                <a:lnTo>
                  <a:pt x="1973679" y="72228"/>
                </a:lnTo>
                <a:lnTo>
                  <a:pt x="1974408" y="72211"/>
                </a:lnTo>
                <a:lnTo>
                  <a:pt x="1975162" y="72205"/>
                </a:lnTo>
                <a:lnTo>
                  <a:pt x="1976678" y="72292"/>
                </a:lnTo>
                <a:lnTo>
                  <a:pt x="1978030" y="72561"/>
                </a:lnTo>
                <a:lnTo>
                  <a:pt x="1979224" y="73022"/>
                </a:lnTo>
                <a:lnTo>
                  <a:pt x="1980266" y="73686"/>
                </a:lnTo>
                <a:lnTo>
                  <a:pt x="1981162" y="74563"/>
                </a:lnTo>
                <a:lnTo>
                  <a:pt x="1981918" y="75665"/>
                </a:lnTo>
                <a:lnTo>
                  <a:pt x="1982541" y="77001"/>
                </a:lnTo>
                <a:lnTo>
                  <a:pt x="1983037" y="78583"/>
                </a:lnTo>
                <a:lnTo>
                  <a:pt x="1983412" y="80420"/>
                </a:lnTo>
                <a:lnTo>
                  <a:pt x="1983671" y="82525"/>
                </a:lnTo>
                <a:lnTo>
                  <a:pt x="1983823" y="84907"/>
                </a:lnTo>
                <a:lnTo>
                  <a:pt x="1983872" y="87577"/>
                </a:lnTo>
                <a:lnTo>
                  <a:pt x="1983872" y="151627"/>
                </a:lnTo>
                <a:lnTo>
                  <a:pt x="1983827" y="154607"/>
                </a:lnTo>
                <a:lnTo>
                  <a:pt x="1983663" y="157170"/>
                </a:lnTo>
                <a:lnTo>
                  <a:pt x="1983335" y="159360"/>
                </a:lnTo>
                <a:lnTo>
                  <a:pt x="1982799" y="161219"/>
                </a:lnTo>
                <a:lnTo>
                  <a:pt x="1982011" y="162790"/>
                </a:lnTo>
                <a:lnTo>
                  <a:pt x="1980925" y="164115"/>
                </a:lnTo>
                <a:lnTo>
                  <a:pt x="1979498" y="165238"/>
                </a:lnTo>
                <a:lnTo>
                  <a:pt x="1977685" y="166200"/>
                </a:lnTo>
                <a:lnTo>
                  <a:pt x="1975441" y="167045"/>
                </a:lnTo>
                <a:lnTo>
                  <a:pt x="1972722" y="167815"/>
                </a:lnTo>
                <a:lnTo>
                  <a:pt x="1969483" y="168553"/>
                </a:lnTo>
                <a:lnTo>
                  <a:pt x="1965681" y="169302"/>
                </a:lnTo>
                <a:lnTo>
                  <a:pt x="1965681" y="173145"/>
                </a:lnTo>
                <a:lnTo>
                  <a:pt x="2027174" y="173145"/>
                </a:lnTo>
                <a:lnTo>
                  <a:pt x="2027174" y="169302"/>
                </a:lnTo>
                <a:lnTo>
                  <a:pt x="2023085" y="169042"/>
                </a:lnTo>
                <a:lnTo>
                  <a:pt x="2019510" y="168627"/>
                </a:lnTo>
                <a:lnTo>
                  <a:pt x="2016420" y="168031"/>
                </a:lnTo>
                <a:lnTo>
                  <a:pt x="2013783" y="167226"/>
                </a:lnTo>
                <a:lnTo>
                  <a:pt x="2011570" y="166186"/>
                </a:lnTo>
                <a:lnTo>
                  <a:pt x="2009750" y="164885"/>
                </a:lnTo>
                <a:lnTo>
                  <a:pt x="2008293" y="163295"/>
                </a:lnTo>
                <a:lnTo>
                  <a:pt x="2007168" y="161391"/>
                </a:lnTo>
                <a:lnTo>
                  <a:pt x="2006347" y="159145"/>
                </a:lnTo>
                <a:lnTo>
                  <a:pt x="2005797" y="156531"/>
                </a:lnTo>
                <a:lnTo>
                  <a:pt x="2005490" y="153522"/>
                </a:lnTo>
                <a:lnTo>
                  <a:pt x="2005394" y="150091"/>
                </a:lnTo>
                <a:lnTo>
                  <a:pt x="2005394" y="92445"/>
                </a:lnTo>
                <a:lnTo>
                  <a:pt x="2005615" y="90309"/>
                </a:lnTo>
                <a:lnTo>
                  <a:pt x="2006242" y="88042"/>
                </a:lnTo>
                <a:lnTo>
                  <a:pt x="2007223" y="85704"/>
                </a:lnTo>
                <a:lnTo>
                  <a:pt x="2008507" y="83355"/>
                </a:lnTo>
                <a:lnTo>
                  <a:pt x="2010039" y="81056"/>
                </a:lnTo>
                <a:lnTo>
                  <a:pt x="2011767" y="78867"/>
                </a:lnTo>
                <a:lnTo>
                  <a:pt x="2013640" y="76850"/>
                </a:lnTo>
                <a:lnTo>
                  <a:pt x="2015605" y="75063"/>
                </a:lnTo>
                <a:lnTo>
                  <a:pt x="2017609" y="73568"/>
                </a:lnTo>
                <a:lnTo>
                  <a:pt x="2019599" y="72425"/>
                </a:lnTo>
                <a:lnTo>
                  <a:pt x="2021524" y="71696"/>
                </a:lnTo>
                <a:lnTo>
                  <a:pt x="2023331" y="71439"/>
                </a:lnTo>
                <a:lnTo>
                  <a:pt x="2023731" y="71466"/>
                </a:lnTo>
                <a:lnTo>
                  <a:pt x="2024162" y="71546"/>
                </a:lnTo>
                <a:lnTo>
                  <a:pt x="2024624" y="71679"/>
                </a:lnTo>
                <a:lnTo>
                  <a:pt x="2025114" y="71866"/>
                </a:lnTo>
                <a:lnTo>
                  <a:pt x="2025634" y="72106"/>
                </a:lnTo>
                <a:lnTo>
                  <a:pt x="2026181" y="72400"/>
                </a:lnTo>
                <a:lnTo>
                  <a:pt x="2026755" y="72747"/>
                </a:lnTo>
                <a:lnTo>
                  <a:pt x="2027354" y="73147"/>
                </a:lnTo>
                <a:lnTo>
                  <a:pt x="2027979" y="73601"/>
                </a:lnTo>
                <a:lnTo>
                  <a:pt x="2028627" y="74108"/>
                </a:lnTo>
                <a:lnTo>
                  <a:pt x="2029299" y="74668"/>
                </a:lnTo>
                <a:lnTo>
                  <a:pt x="2029993" y="75282"/>
                </a:lnTo>
                <a:lnTo>
                  <a:pt x="2030991" y="76136"/>
                </a:lnTo>
                <a:lnTo>
                  <a:pt x="2031943" y="76906"/>
                </a:lnTo>
                <a:lnTo>
                  <a:pt x="2032854" y="77595"/>
                </a:lnTo>
                <a:lnTo>
                  <a:pt x="2033730" y="78203"/>
                </a:lnTo>
                <a:lnTo>
                  <a:pt x="2034578" y="78733"/>
                </a:lnTo>
                <a:lnTo>
                  <a:pt x="2035403" y="79187"/>
                </a:lnTo>
                <a:lnTo>
                  <a:pt x="2036213" y="79566"/>
                </a:lnTo>
                <a:lnTo>
                  <a:pt x="2037013" y="79872"/>
                </a:lnTo>
                <a:lnTo>
                  <a:pt x="2037809" y="80107"/>
                </a:lnTo>
                <a:lnTo>
                  <a:pt x="2038609" y="80273"/>
                </a:lnTo>
                <a:lnTo>
                  <a:pt x="2039416" y="80371"/>
                </a:lnTo>
                <a:lnTo>
                  <a:pt x="2040240" y="80403"/>
                </a:lnTo>
                <a:lnTo>
                  <a:pt x="2041728" y="80314"/>
                </a:lnTo>
                <a:lnTo>
                  <a:pt x="2043115" y="80048"/>
                </a:lnTo>
                <a:lnTo>
                  <a:pt x="2044395" y="79611"/>
                </a:lnTo>
                <a:lnTo>
                  <a:pt x="2045563" y="79009"/>
                </a:lnTo>
                <a:lnTo>
                  <a:pt x="2046614" y="78246"/>
                </a:lnTo>
                <a:lnTo>
                  <a:pt x="2047542" y="77330"/>
                </a:lnTo>
                <a:lnTo>
                  <a:pt x="2048342" y="76263"/>
                </a:lnTo>
                <a:lnTo>
                  <a:pt x="2049008" y="75053"/>
                </a:lnTo>
                <a:lnTo>
                  <a:pt x="2049536" y="73704"/>
                </a:lnTo>
                <a:lnTo>
                  <a:pt x="2049919" y="72221"/>
                </a:lnTo>
                <a:lnTo>
                  <a:pt x="2050153" y="70611"/>
                </a:lnTo>
                <a:lnTo>
                  <a:pt x="2050232" y="68878"/>
                </a:lnTo>
                <a:lnTo>
                  <a:pt x="2050121" y="66834"/>
                </a:lnTo>
                <a:lnTo>
                  <a:pt x="2049794" y="64936"/>
                </a:lnTo>
                <a:lnTo>
                  <a:pt x="2049256" y="63188"/>
                </a:lnTo>
                <a:lnTo>
                  <a:pt x="2048515" y="61599"/>
                </a:lnTo>
                <a:lnTo>
                  <a:pt x="2047579" y="60172"/>
                </a:lnTo>
                <a:lnTo>
                  <a:pt x="2046454" y="58916"/>
                </a:lnTo>
                <a:lnTo>
                  <a:pt x="2045147" y="57836"/>
                </a:lnTo>
                <a:lnTo>
                  <a:pt x="2043667" y="56938"/>
                </a:lnTo>
                <a:lnTo>
                  <a:pt x="2042019" y="56229"/>
                </a:lnTo>
                <a:lnTo>
                  <a:pt x="2040211" y="55715"/>
                </a:lnTo>
                <a:lnTo>
                  <a:pt x="2038249" y="55402"/>
                </a:lnTo>
                <a:lnTo>
                  <a:pt x="2036142" y="55296"/>
                </a:lnTo>
                <a:lnTo>
                  <a:pt x="2033516" y="55423"/>
                </a:lnTo>
                <a:lnTo>
                  <a:pt x="2031000" y="55817"/>
                </a:lnTo>
                <a:lnTo>
                  <a:pt x="2028563" y="56502"/>
                </a:lnTo>
                <a:lnTo>
                  <a:pt x="2026178" y="57498"/>
                </a:lnTo>
                <a:lnTo>
                  <a:pt x="2023813" y="58830"/>
                </a:lnTo>
                <a:lnTo>
                  <a:pt x="2021441" y="60518"/>
                </a:lnTo>
                <a:lnTo>
                  <a:pt x="2019031" y="62584"/>
                </a:lnTo>
                <a:lnTo>
                  <a:pt x="2016555" y="65052"/>
                </a:lnTo>
                <a:lnTo>
                  <a:pt x="2013983" y="67943"/>
                </a:lnTo>
                <a:lnTo>
                  <a:pt x="2011284" y="71280"/>
                </a:lnTo>
                <a:lnTo>
                  <a:pt x="2008431" y="75085"/>
                </a:lnTo>
                <a:lnTo>
                  <a:pt x="2005394" y="79379"/>
                </a:lnTo>
                <a:lnTo>
                  <a:pt x="2005394" y="55812"/>
                </a:lnTo>
                <a:lnTo>
                  <a:pt x="2004116" y="55296"/>
                </a:lnTo>
                <a:lnTo>
                  <a:pt x="2000805" y="56660"/>
                </a:lnTo>
                <a:lnTo>
                  <a:pt x="1997640" y="57941"/>
                </a:lnTo>
                <a:lnTo>
                  <a:pt x="1994586" y="59152"/>
                </a:lnTo>
                <a:lnTo>
                  <a:pt x="1991607" y="60307"/>
                </a:lnTo>
                <a:lnTo>
                  <a:pt x="1988667" y="61420"/>
                </a:lnTo>
                <a:lnTo>
                  <a:pt x="1985730" y="62503"/>
                </a:lnTo>
                <a:lnTo>
                  <a:pt x="1982762" y="63570"/>
                </a:lnTo>
                <a:lnTo>
                  <a:pt x="1979726" y="64635"/>
                </a:lnTo>
                <a:lnTo>
                  <a:pt x="1976587" y="65710"/>
                </a:lnTo>
                <a:lnTo>
                  <a:pt x="1973308" y="66809"/>
                </a:lnTo>
                <a:lnTo>
                  <a:pt x="1969856" y="67945"/>
                </a:lnTo>
                <a:lnTo>
                  <a:pt x="1966193" y="69132"/>
                </a:lnTo>
                <a:lnTo>
                  <a:pt x="1966193" y="73233"/>
                </a:lnTo>
                <a:close/>
                <a:moveTo>
                  <a:pt x="2162965" y="156182"/>
                </a:moveTo>
                <a:lnTo>
                  <a:pt x="2161902" y="157030"/>
                </a:lnTo>
                <a:lnTo>
                  <a:pt x="2160885" y="157785"/>
                </a:lnTo>
                <a:lnTo>
                  <a:pt x="2159907" y="158452"/>
                </a:lnTo>
                <a:lnTo>
                  <a:pt x="2158962" y="159034"/>
                </a:lnTo>
                <a:lnTo>
                  <a:pt x="2158041" y="159534"/>
                </a:lnTo>
                <a:lnTo>
                  <a:pt x="2157138" y="159956"/>
                </a:lnTo>
                <a:lnTo>
                  <a:pt x="2156245" y="160304"/>
                </a:lnTo>
                <a:lnTo>
                  <a:pt x="2155357" y="160580"/>
                </a:lnTo>
                <a:lnTo>
                  <a:pt x="2154464" y="160789"/>
                </a:lnTo>
                <a:lnTo>
                  <a:pt x="2153561" y="160934"/>
                </a:lnTo>
                <a:lnTo>
                  <a:pt x="2152640" y="161018"/>
                </a:lnTo>
                <a:lnTo>
                  <a:pt x="2151694" y="161045"/>
                </a:lnTo>
                <a:lnTo>
                  <a:pt x="2150305" y="160968"/>
                </a:lnTo>
                <a:lnTo>
                  <a:pt x="2149079" y="160728"/>
                </a:lnTo>
                <a:lnTo>
                  <a:pt x="2148008" y="160309"/>
                </a:lnTo>
                <a:lnTo>
                  <a:pt x="2147083" y="159699"/>
                </a:lnTo>
                <a:lnTo>
                  <a:pt x="2146297" y="158882"/>
                </a:lnTo>
                <a:lnTo>
                  <a:pt x="2145642" y="157845"/>
                </a:lnTo>
                <a:lnTo>
                  <a:pt x="2145109" y="156573"/>
                </a:lnTo>
                <a:lnTo>
                  <a:pt x="2144692" y="155052"/>
                </a:lnTo>
                <a:lnTo>
                  <a:pt x="2144381" y="153269"/>
                </a:lnTo>
                <a:lnTo>
                  <a:pt x="2144168" y="151208"/>
                </a:lnTo>
                <a:lnTo>
                  <a:pt x="2144047" y="148855"/>
                </a:lnTo>
                <a:lnTo>
                  <a:pt x="2144008" y="146197"/>
                </a:lnTo>
                <a:lnTo>
                  <a:pt x="2144008" y="96268"/>
                </a:lnTo>
                <a:lnTo>
                  <a:pt x="2143981" y="93059"/>
                </a:lnTo>
                <a:lnTo>
                  <a:pt x="2143895" y="90080"/>
                </a:lnTo>
                <a:lnTo>
                  <a:pt x="2143748" y="87314"/>
                </a:lnTo>
                <a:lnTo>
                  <a:pt x="2143533" y="84745"/>
                </a:lnTo>
                <a:lnTo>
                  <a:pt x="2143248" y="82358"/>
                </a:lnTo>
                <a:lnTo>
                  <a:pt x="2142887" y="80137"/>
                </a:lnTo>
                <a:lnTo>
                  <a:pt x="2142445" y="78064"/>
                </a:lnTo>
                <a:lnTo>
                  <a:pt x="2141920" y="76125"/>
                </a:lnTo>
                <a:lnTo>
                  <a:pt x="2141305" y="74304"/>
                </a:lnTo>
                <a:lnTo>
                  <a:pt x="2140597" y="72583"/>
                </a:lnTo>
                <a:lnTo>
                  <a:pt x="2139791" y="70948"/>
                </a:lnTo>
                <a:lnTo>
                  <a:pt x="2138883" y="69382"/>
                </a:lnTo>
                <a:lnTo>
                  <a:pt x="2137362" y="67170"/>
                </a:lnTo>
                <a:lnTo>
                  <a:pt x="2135622" y="65139"/>
                </a:lnTo>
                <a:lnTo>
                  <a:pt x="2133666" y="63294"/>
                </a:lnTo>
                <a:lnTo>
                  <a:pt x="2131500" y="61635"/>
                </a:lnTo>
                <a:lnTo>
                  <a:pt x="2129127" y="60164"/>
                </a:lnTo>
                <a:lnTo>
                  <a:pt x="2126552" y="58884"/>
                </a:lnTo>
                <a:lnTo>
                  <a:pt x="2123780" y="57795"/>
                </a:lnTo>
                <a:lnTo>
                  <a:pt x="2120815" y="56901"/>
                </a:lnTo>
                <a:lnTo>
                  <a:pt x="2117661" y="56201"/>
                </a:lnTo>
                <a:lnTo>
                  <a:pt x="2114324" y="55700"/>
                </a:lnTo>
                <a:lnTo>
                  <a:pt x="2110806" y="55398"/>
                </a:lnTo>
                <a:lnTo>
                  <a:pt x="2107114" y="55296"/>
                </a:lnTo>
                <a:lnTo>
                  <a:pt x="2101207" y="55553"/>
                </a:lnTo>
                <a:lnTo>
                  <a:pt x="2095562" y="56301"/>
                </a:lnTo>
                <a:lnTo>
                  <a:pt x="2090227" y="57509"/>
                </a:lnTo>
                <a:lnTo>
                  <a:pt x="2085249" y="59147"/>
                </a:lnTo>
                <a:lnTo>
                  <a:pt x="2080677" y="61184"/>
                </a:lnTo>
                <a:lnTo>
                  <a:pt x="2076560" y="63588"/>
                </a:lnTo>
                <a:lnTo>
                  <a:pt x="2072943" y="66327"/>
                </a:lnTo>
                <a:lnTo>
                  <a:pt x="2069877" y="69372"/>
                </a:lnTo>
                <a:lnTo>
                  <a:pt x="2067408" y="72690"/>
                </a:lnTo>
                <a:lnTo>
                  <a:pt x="2065586" y="76251"/>
                </a:lnTo>
                <a:lnTo>
                  <a:pt x="2064457" y="80024"/>
                </a:lnTo>
                <a:lnTo>
                  <a:pt x="2064070" y="83977"/>
                </a:lnTo>
                <a:lnTo>
                  <a:pt x="2064174" y="85431"/>
                </a:lnTo>
                <a:lnTo>
                  <a:pt x="2064477" y="86838"/>
                </a:lnTo>
                <a:lnTo>
                  <a:pt x="2064962" y="88182"/>
                </a:lnTo>
                <a:lnTo>
                  <a:pt x="2065616" y="89449"/>
                </a:lnTo>
                <a:lnTo>
                  <a:pt x="2066423" y="90624"/>
                </a:lnTo>
                <a:lnTo>
                  <a:pt x="2067368" y="91691"/>
                </a:lnTo>
                <a:lnTo>
                  <a:pt x="2068435" y="92635"/>
                </a:lnTo>
                <a:lnTo>
                  <a:pt x="2069611" y="93441"/>
                </a:lnTo>
                <a:lnTo>
                  <a:pt x="2070878" y="94094"/>
                </a:lnTo>
                <a:lnTo>
                  <a:pt x="2072224" y="94580"/>
                </a:lnTo>
                <a:lnTo>
                  <a:pt x="2073632" y="94882"/>
                </a:lnTo>
                <a:lnTo>
                  <a:pt x="2075087" y="94986"/>
                </a:lnTo>
                <a:lnTo>
                  <a:pt x="2076605" y="94882"/>
                </a:lnTo>
                <a:lnTo>
                  <a:pt x="2078075" y="94581"/>
                </a:lnTo>
                <a:lnTo>
                  <a:pt x="2079481" y="94098"/>
                </a:lnTo>
                <a:lnTo>
                  <a:pt x="2080808" y="93450"/>
                </a:lnTo>
                <a:lnTo>
                  <a:pt x="2082038" y="92653"/>
                </a:lnTo>
                <a:lnTo>
                  <a:pt x="2083156" y="91723"/>
                </a:lnTo>
                <a:lnTo>
                  <a:pt x="2084147" y="90675"/>
                </a:lnTo>
                <a:lnTo>
                  <a:pt x="2084993" y="89526"/>
                </a:lnTo>
                <a:lnTo>
                  <a:pt x="2085679" y="88291"/>
                </a:lnTo>
                <a:lnTo>
                  <a:pt x="2086189" y="86987"/>
                </a:lnTo>
                <a:lnTo>
                  <a:pt x="2086507" y="85630"/>
                </a:lnTo>
                <a:lnTo>
                  <a:pt x="2086616" y="84235"/>
                </a:lnTo>
                <a:lnTo>
                  <a:pt x="2086611" y="83973"/>
                </a:lnTo>
                <a:lnTo>
                  <a:pt x="2086596" y="83700"/>
                </a:lnTo>
                <a:lnTo>
                  <a:pt x="2086572" y="83414"/>
                </a:lnTo>
                <a:lnTo>
                  <a:pt x="2086540" y="83115"/>
                </a:lnTo>
                <a:lnTo>
                  <a:pt x="2086501" y="82802"/>
                </a:lnTo>
                <a:lnTo>
                  <a:pt x="2086455" y="82473"/>
                </a:lnTo>
                <a:lnTo>
                  <a:pt x="2086405" y="82129"/>
                </a:lnTo>
                <a:lnTo>
                  <a:pt x="2086350" y="81768"/>
                </a:lnTo>
                <a:lnTo>
                  <a:pt x="2086291" y="81389"/>
                </a:lnTo>
                <a:lnTo>
                  <a:pt x="2086230" y="80992"/>
                </a:lnTo>
                <a:lnTo>
                  <a:pt x="2086168" y="80575"/>
                </a:lnTo>
                <a:lnTo>
                  <a:pt x="2086104" y="80138"/>
                </a:lnTo>
                <a:lnTo>
                  <a:pt x="2085981" y="79567"/>
                </a:lnTo>
                <a:lnTo>
                  <a:pt x="2085869" y="79007"/>
                </a:lnTo>
                <a:lnTo>
                  <a:pt x="2085768" y="78458"/>
                </a:lnTo>
                <a:lnTo>
                  <a:pt x="2085677" y="77920"/>
                </a:lnTo>
                <a:lnTo>
                  <a:pt x="2085597" y="77391"/>
                </a:lnTo>
                <a:lnTo>
                  <a:pt x="2085527" y="76874"/>
                </a:lnTo>
                <a:lnTo>
                  <a:pt x="2085468" y="76367"/>
                </a:lnTo>
                <a:lnTo>
                  <a:pt x="2085420" y="75871"/>
                </a:lnTo>
                <a:lnTo>
                  <a:pt x="2085382" y="75385"/>
                </a:lnTo>
                <a:lnTo>
                  <a:pt x="2085355" y="74910"/>
                </a:lnTo>
                <a:lnTo>
                  <a:pt x="2085339" y="74446"/>
                </a:lnTo>
                <a:lnTo>
                  <a:pt x="2085334" y="73992"/>
                </a:lnTo>
                <a:lnTo>
                  <a:pt x="2085501" y="72293"/>
                </a:lnTo>
                <a:lnTo>
                  <a:pt x="2085989" y="70662"/>
                </a:lnTo>
                <a:lnTo>
                  <a:pt x="2086775" y="69115"/>
                </a:lnTo>
                <a:lnTo>
                  <a:pt x="2087839" y="67667"/>
                </a:lnTo>
                <a:lnTo>
                  <a:pt x="2089159" y="66333"/>
                </a:lnTo>
                <a:lnTo>
                  <a:pt x="2090714" y="65127"/>
                </a:lnTo>
                <a:lnTo>
                  <a:pt x="2092483" y="64065"/>
                </a:lnTo>
                <a:lnTo>
                  <a:pt x="2094444" y="63163"/>
                </a:lnTo>
                <a:lnTo>
                  <a:pt x="2096576" y="62434"/>
                </a:lnTo>
                <a:lnTo>
                  <a:pt x="2098857" y="61895"/>
                </a:lnTo>
                <a:lnTo>
                  <a:pt x="2101267" y="61561"/>
                </a:lnTo>
                <a:lnTo>
                  <a:pt x="2103783" y="61446"/>
                </a:lnTo>
                <a:lnTo>
                  <a:pt x="2106803" y="61600"/>
                </a:lnTo>
                <a:lnTo>
                  <a:pt x="2109584" y="62060"/>
                </a:lnTo>
                <a:lnTo>
                  <a:pt x="2112121" y="62822"/>
                </a:lnTo>
                <a:lnTo>
                  <a:pt x="2114410" y="63883"/>
                </a:lnTo>
                <a:lnTo>
                  <a:pt x="2116446" y="65239"/>
                </a:lnTo>
                <a:lnTo>
                  <a:pt x="2118225" y="66887"/>
                </a:lnTo>
                <a:lnTo>
                  <a:pt x="2119743" y="68822"/>
                </a:lnTo>
                <a:lnTo>
                  <a:pt x="2120994" y="71043"/>
                </a:lnTo>
                <a:lnTo>
                  <a:pt x="2121976" y="73544"/>
                </a:lnTo>
                <a:lnTo>
                  <a:pt x="2122682" y="76323"/>
                </a:lnTo>
                <a:lnTo>
                  <a:pt x="2123109" y="79375"/>
                </a:lnTo>
                <a:lnTo>
                  <a:pt x="2123252" y="82698"/>
                </a:lnTo>
                <a:lnTo>
                  <a:pt x="2123252" y="98317"/>
                </a:lnTo>
                <a:lnTo>
                  <a:pt x="2114096" y="102009"/>
                </a:lnTo>
                <a:lnTo>
                  <a:pt x="2106257" y="105201"/>
                </a:lnTo>
                <a:lnTo>
                  <a:pt x="2099590" y="107965"/>
                </a:lnTo>
                <a:lnTo>
                  <a:pt x="2093951" y="110378"/>
                </a:lnTo>
                <a:lnTo>
                  <a:pt x="2089194" y="112513"/>
                </a:lnTo>
                <a:lnTo>
                  <a:pt x="2085175" y="114446"/>
                </a:lnTo>
                <a:lnTo>
                  <a:pt x="2081748" y="116251"/>
                </a:lnTo>
                <a:lnTo>
                  <a:pt x="2078768" y="118002"/>
                </a:lnTo>
                <a:lnTo>
                  <a:pt x="2076091" y="119775"/>
                </a:lnTo>
                <a:lnTo>
                  <a:pt x="2073572" y="121644"/>
                </a:lnTo>
                <a:lnTo>
                  <a:pt x="2071065" y="123684"/>
                </a:lnTo>
                <a:lnTo>
                  <a:pt x="2068425" y="125969"/>
                </a:lnTo>
                <a:lnTo>
                  <a:pt x="2067059" y="127322"/>
                </a:lnTo>
                <a:lnTo>
                  <a:pt x="2065784" y="128810"/>
                </a:lnTo>
                <a:lnTo>
                  <a:pt x="2064605" y="130422"/>
                </a:lnTo>
                <a:lnTo>
                  <a:pt x="2063528" y="132142"/>
                </a:lnTo>
                <a:lnTo>
                  <a:pt x="2062557" y="133959"/>
                </a:lnTo>
                <a:lnTo>
                  <a:pt x="2061698" y="135858"/>
                </a:lnTo>
                <a:lnTo>
                  <a:pt x="2060957" y="137826"/>
                </a:lnTo>
                <a:lnTo>
                  <a:pt x="2060338" y="139850"/>
                </a:lnTo>
                <a:lnTo>
                  <a:pt x="2059848" y="141917"/>
                </a:lnTo>
                <a:lnTo>
                  <a:pt x="2059491" y="144014"/>
                </a:lnTo>
                <a:lnTo>
                  <a:pt x="2059273" y="146126"/>
                </a:lnTo>
                <a:lnTo>
                  <a:pt x="2059199" y="148242"/>
                </a:lnTo>
                <a:lnTo>
                  <a:pt x="2059430" y="152170"/>
                </a:lnTo>
                <a:lnTo>
                  <a:pt x="2060106" y="155874"/>
                </a:lnTo>
                <a:lnTo>
                  <a:pt x="2061205" y="159330"/>
                </a:lnTo>
                <a:lnTo>
                  <a:pt x="2062701" y="162518"/>
                </a:lnTo>
                <a:lnTo>
                  <a:pt x="2064571" y="165413"/>
                </a:lnTo>
                <a:lnTo>
                  <a:pt x="2066790" y="167995"/>
                </a:lnTo>
                <a:lnTo>
                  <a:pt x="2069335" y="170240"/>
                </a:lnTo>
                <a:lnTo>
                  <a:pt x="2072182" y="172128"/>
                </a:lnTo>
                <a:lnTo>
                  <a:pt x="2075306" y="173634"/>
                </a:lnTo>
                <a:lnTo>
                  <a:pt x="2078684" y="174738"/>
                </a:lnTo>
                <a:lnTo>
                  <a:pt x="2082291" y="175416"/>
                </a:lnTo>
                <a:lnTo>
                  <a:pt x="2086104" y="175647"/>
                </a:lnTo>
                <a:lnTo>
                  <a:pt x="2088909" y="175534"/>
                </a:lnTo>
                <a:lnTo>
                  <a:pt x="2091703" y="175187"/>
                </a:lnTo>
                <a:lnTo>
                  <a:pt x="2094506" y="174599"/>
                </a:lnTo>
                <a:lnTo>
                  <a:pt x="2097338" y="173759"/>
                </a:lnTo>
                <a:lnTo>
                  <a:pt x="2100220" y="172660"/>
                </a:lnTo>
                <a:lnTo>
                  <a:pt x="2103173" y="171292"/>
                </a:lnTo>
                <a:lnTo>
                  <a:pt x="2106216" y="169647"/>
                </a:lnTo>
                <a:lnTo>
                  <a:pt x="2109370" y="167715"/>
                </a:lnTo>
                <a:lnTo>
                  <a:pt x="2112657" y="165487"/>
                </a:lnTo>
                <a:lnTo>
                  <a:pt x="2116095" y="162956"/>
                </a:lnTo>
                <a:lnTo>
                  <a:pt x="2119706" y="160111"/>
                </a:lnTo>
                <a:lnTo>
                  <a:pt x="2123511" y="156944"/>
                </a:lnTo>
                <a:lnTo>
                  <a:pt x="2123902" y="160111"/>
                </a:lnTo>
                <a:lnTo>
                  <a:pt x="2124441" y="162956"/>
                </a:lnTo>
                <a:lnTo>
                  <a:pt x="2125136" y="165487"/>
                </a:lnTo>
                <a:lnTo>
                  <a:pt x="2125997" y="167715"/>
                </a:lnTo>
                <a:lnTo>
                  <a:pt x="2127032" y="169647"/>
                </a:lnTo>
                <a:lnTo>
                  <a:pt x="2128250" y="171292"/>
                </a:lnTo>
                <a:lnTo>
                  <a:pt x="2129661" y="172660"/>
                </a:lnTo>
                <a:lnTo>
                  <a:pt x="2131272" y="173759"/>
                </a:lnTo>
                <a:lnTo>
                  <a:pt x="2133094" y="174599"/>
                </a:lnTo>
                <a:lnTo>
                  <a:pt x="2135134" y="175187"/>
                </a:lnTo>
                <a:lnTo>
                  <a:pt x="2137402" y="175534"/>
                </a:lnTo>
                <a:lnTo>
                  <a:pt x="2139907" y="175647"/>
                </a:lnTo>
                <a:lnTo>
                  <a:pt x="2142019" y="175581"/>
                </a:lnTo>
                <a:lnTo>
                  <a:pt x="2144017" y="175375"/>
                </a:lnTo>
                <a:lnTo>
                  <a:pt x="2145924" y="175015"/>
                </a:lnTo>
                <a:lnTo>
                  <a:pt x="2147764" y="174490"/>
                </a:lnTo>
                <a:lnTo>
                  <a:pt x="2149562" y="173787"/>
                </a:lnTo>
                <a:lnTo>
                  <a:pt x="2151341" y="172894"/>
                </a:lnTo>
                <a:lnTo>
                  <a:pt x="2153125" y="171798"/>
                </a:lnTo>
                <a:lnTo>
                  <a:pt x="2154939" y="170487"/>
                </a:lnTo>
                <a:lnTo>
                  <a:pt x="2156806" y="168948"/>
                </a:lnTo>
                <a:lnTo>
                  <a:pt x="2158750" y="167169"/>
                </a:lnTo>
                <a:lnTo>
                  <a:pt x="2160795" y="165137"/>
                </a:lnTo>
                <a:lnTo>
                  <a:pt x="2162965" y="162840"/>
                </a:lnTo>
                <a:lnTo>
                  <a:pt x="2162965" y="156182"/>
                </a:lnTo>
                <a:moveTo>
                  <a:pt x="2123252" y="141572"/>
                </a:moveTo>
                <a:lnTo>
                  <a:pt x="2123224" y="143444"/>
                </a:lnTo>
                <a:lnTo>
                  <a:pt x="2123133" y="145104"/>
                </a:lnTo>
                <a:lnTo>
                  <a:pt x="2122969" y="146573"/>
                </a:lnTo>
                <a:lnTo>
                  <a:pt x="2122722" y="147874"/>
                </a:lnTo>
                <a:lnTo>
                  <a:pt x="2122382" y="149029"/>
                </a:lnTo>
                <a:lnTo>
                  <a:pt x="2121940" y="150060"/>
                </a:lnTo>
                <a:lnTo>
                  <a:pt x="2121386" y="150990"/>
                </a:lnTo>
                <a:lnTo>
                  <a:pt x="2120710" y="151841"/>
                </a:lnTo>
                <a:lnTo>
                  <a:pt x="2119903" y="152634"/>
                </a:lnTo>
                <a:lnTo>
                  <a:pt x="2118953" y="153393"/>
                </a:lnTo>
                <a:lnTo>
                  <a:pt x="2117853" y="154140"/>
                </a:lnTo>
                <a:lnTo>
                  <a:pt x="2116591" y="154896"/>
                </a:lnTo>
                <a:lnTo>
                  <a:pt x="2115034" y="155765"/>
                </a:lnTo>
                <a:lnTo>
                  <a:pt x="2113445" y="156578"/>
                </a:lnTo>
                <a:lnTo>
                  <a:pt x="2111833" y="157330"/>
                </a:lnTo>
                <a:lnTo>
                  <a:pt x="2110207" y="158018"/>
                </a:lnTo>
                <a:lnTo>
                  <a:pt x="2108577" y="158638"/>
                </a:lnTo>
                <a:lnTo>
                  <a:pt x="2106953" y="159187"/>
                </a:lnTo>
                <a:lnTo>
                  <a:pt x="2105345" y="159661"/>
                </a:lnTo>
                <a:lnTo>
                  <a:pt x="2103763" y="160057"/>
                </a:lnTo>
                <a:lnTo>
                  <a:pt x="2102217" y="160371"/>
                </a:lnTo>
                <a:lnTo>
                  <a:pt x="2100715" y="160600"/>
                </a:lnTo>
                <a:lnTo>
                  <a:pt x="2099269" y="160740"/>
                </a:lnTo>
                <a:lnTo>
                  <a:pt x="2097887" y="160787"/>
                </a:lnTo>
                <a:lnTo>
                  <a:pt x="2095687" y="160609"/>
                </a:lnTo>
                <a:lnTo>
                  <a:pt x="2093579" y="160091"/>
                </a:lnTo>
                <a:lnTo>
                  <a:pt x="2091584" y="159254"/>
                </a:lnTo>
                <a:lnTo>
                  <a:pt x="2089719" y="158121"/>
                </a:lnTo>
                <a:lnTo>
                  <a:pt x="2088004" y="156714"/>
                </a:lnTo>
                <a:lnTo>
                  <a:pt x="2086456" y="155055"/>
                </a:lnTo>
                <a:lnTo>
                  <a:pt x="2085096" y="153166"/>
                </a:lnTo>
                <a:lnTo>
                  <a:pt x="2083941" y="151071"/>
                </a:lnTo>
                <a:lnTo>
                  <a:pt x="2083010" y="148790"/>
                </a:lnTo>
                <a:lnTo>
                  <a:pt x="2082322" y="146346"/>
                </a:lnTo>
                <a:lnTo>
                  <a:pt x="2081895" y="143762"/>
                </a:lnTo>
                <a:lnTo>
                  <a:pt x="2081749" y="141060"/>
                </a:lnTo>
                <a:lnTo>
                  <a:pt x="2081749" y="140035"/>
                </a:lnTo>
                <a:lnTo>
                  <a:pt x="2081973" y="136374"/>
                </a:lnTo>
                <a:lnTo>
                  <a:pt x="2082670" y="132931"/>
                </a:lnTo>
                <a:lnTo>
                  <a:pt x="2083874" y="129678"/>
                </a:lnTo>
                <a:lnTo>
                  <a:pt x="2085620" y="126588"/>
                </a:lnTo>
                <a:lnTo>
                  <a:pt x="2087942" y="123633"/>
                </a:lnTo>
                <a:lnTo>
                  <a:pt x="2090875" y="120786"/>
                </a:lnTo>
                <a:lnTo>
                  <a:pt x="2094454" y="118019"/>
                </a:lnTo>
                <a:lnTo>
                  <a:pt x="2098713" y="115305"/>
                </a:lnTo>
                <a:lnTo>
                  <a:pt x="2103688" y="112615"/>
                </a:lnTo>
                <a:lnTo>
                  <a:pt x="2109413" y="109923"/>
                </a:lnTo>
                <a:lnTo>
                  <a:pt x="2115923" y="107200"/>
                </a:lnTo>
                <a:lnTo>
                  <a:pt x="2123252" y="104420"/>
                </a:lnTo>
                <a:lnTo>
                  <a:pt x="2123252" y="141572"/>
                </a:lnTo>
                <a:close/>
                <a:moveTo>
                  <a:pt x="2168349" y="71185"/>
                </a:moveTo>
                <a:lnTo>
                  <a:pt x="2169156" y="71003"/>
                </a:lnTo>
                <a:lnTo>
                  <a:pt x="2169917" y="70841"/>
                </a:lnTo>
                <a:lnTo>
                  <a:pt x="2170639" y="70700"/>
                </a:lnTo>
                <a:lnTo>
                  <a:pt x="2171328" y="70577"/>
                </a:lnTo>
                <a:lnTo>
                  <a:pt x="2171993" y="70472"/>
                </a:lnTo>
                <a:lnTo>
                  <a:pt x="2172640" y="70384"/>
                </a:lnTo>
                <a:lnTo>
                  <a:pt x="2173276" y="70312"/>
                </a:lnTo>
                <a:lnTo>
                  <a:pt x="2173909" y="70255"/>
                </a:lnTo>
                <a:lnTo>
                  <a:pt x="2174545" y="70212"/>
                </a:lnTo>
                <a:lnTo>
                  <a:pt x="2175192" y="70183"/>
                </a:lnTo>
                <a:lnTo>
                  <a:pt x="2175857" y="70166"/>
                </a:lnTo>
                <a:lnTo>
                  <a:pt x="2176547" y="70160"/>
                </a:lnTo>
                <a:lnTo>
                  <a:pt x="2178123" y="70248"/>
                </a:lnTo>
                <a:lnTo>
                  <a:pt x="2179525" y="70521"/>
                </a:lnTo>
                <a:lnTo>
                  <a:pt x="2180759" y="70993"/>
                </a:lnTo>
                <a:lnTo>
                  <a:pt x="2181833" y="71678"/>
                </a:lnTo>
                <a:lnTo>
                  <a:pt x="2182754" y="72591"/>
                </a:lnTo>
                <a:lnTo>
                  <a:pt x="2183529" y="73746"/>
                </a:lnTo>
                <a:lnTo>
                  <a:pt x="2184166" y="75157"/>
                </a:lnTo>
                <a:lnTo>
                  <a:pt x="2184671" y="76838"/>
                </a:lnTo>
                <a:lnTo>
                  <a:pt x="2185051" y="78805"/>
                </a:lnTo>
                <a:lnTo>
                  <a:pt x="2185314" y="81070"/>
                </a:lnTo>
                <a:lnTo>
                  <a:pt x="2185466" y="83648"/>
                </a:lnTo>
                <a:lnTo>
                  <a:pt x="2185516" y="86553"/>
                </a:lnTo>
                <a:lnTo>
                  <a:pt x="2185516" y="151369"/>
                </a:lnTo>
                <a:lnTo>
                  <a:pt x="2185437" y="154624"/>
                </a:lnTo>
                <a:lnTo>
                  <a:pt x="2185183" y="157484"/>
                </a:lnTo>
                <a:lnTo>
                  <a:pt x="2184731" y="159972"/>
                </a:lnTo>
                <a:lnTo>
                  <a:pt x="2184054" y="162111"/>
                </a:lnTo>
                <a:lnTo>
                  <a:pt x="2183128" y="163923"/>
                </a:lnTo>
                <a:lnTo>
                  <a:pt x="2181928" y="165429"/>
                </a:lnTo>
                <a:lnTo>
                  <a:pt x="2180429" y="166652"/>
                </a:lnTo>
                <a:lnTo>
                  <a:pt x="2178606" y="167615"/>
                </a:lnTo>
                <a:lnTo>
                  <a:pt x="2176434" y="168339"/>
                </a:lnTo>
                <a:lnTo>
                  <a:pt x="2173889" y="168846"/>
                </a:lnTo>
                <a:lnTo>
                  <a:pt x="2170946" y="169160"/>
                </a:lnTo>
                <a:lnTo>
                  <a:pt x="2167579" y="169302"/>
                </a:lnTo>
                <a:lnTo>
                  <a:pt x="2167579" y="173145"/>
                </a:lnTo>
                <a:lnTo>
                  <a:pt x="2224458" y="173145"/>
                </a:lnTo>
                <a:lnTo>
                  <a:pt x="2224458" y="169302"/>
                </a:lnTo>
                <a:lnTo>
                  <a:pt x="2221263" y="169123"/>
                </a:lnTo>
                <a:lnTo>
                  <a:pt x="2218453" y="168832"/>
                </a:lnTo>
                <a:lnTo>
                  <a:pt x="2216008" y="168410"/>
                </a:lnTo>
                <a:lnTo>
                  <a:pt x="2213907" y="167842"/>
                </a:lnTo>
                <a:lnTo>
                  <a:pt x="2212130" y="167110"/>
                </a:lnTo>
                <a:lnTo>
                  <a:pt x="2210656" y="166197"/>
                </a:lnTo>
                <a:lnTo>
                  <a:pt x="2209465" y="165088"/>
                </a:lnTo>
                <a:lnTo>
                  <a:pt x="2208537" y="163763"/>
                </a:lnTo>
                <a:lnTo>
                  <a:pt x="2207850" y="162207"/>
                </a:lnTo>
                <a:lnTo>
                  <a:pt x="2207385" y="160403"/>
                </a:lnTo>
                <a:lnTo>
                  <a:pt x="2207121" y="158334"/>
                </a:lnTo>
                <a:lnTo>
                  <a:pt x="2207037" y="155982"/>
                </a:lnTo>
                <a:lnTo>
                  <a:pt x="2207037" y="83738"/>
                </a:lnTo>
                <a:lnTo>
                  <a:pt x="2207079" y="83569"/>
                </a:lnTo>
                <a:lnTo>
                  <a:pt x="2207198" y="83324"/>
                </a:lnTo>
                <a:lnTo>
                  <a:pt x="2207386" y="83013"/>
                </a:lnTo>
                <a:lnTo>
                  <a:pt x="2207635" y="82647"/>
                </a:lnTo>
                <a:lnTo>
                  <a:pt x="2207938" y="82233"/>
                </a:lnTo>
                <a:lnTo>
                  <a:pt x="2208286" y="81784"/>
                </a:lnTo>
                <a:lnTo>
                  <a:pt x="2208672" y="81308"/>
                </a:lnTo>
                <a:lnTo>
                  <a:pt x="2209087" y="80815"/>
                </a:lnTo>
                <a:lnTo>
                  <a:pt x="2209523" y="80315"/>
                </a:lnTo>
                <a:lnTo>
                  <a:pt x="2209973" y="79818"/>
                </a:lnTo>
                <a:lnTo>
                  <a:pt x="2210428" y="79333"/>
                </a:lnTo>
                <a:lnTo>
                  <a:pt x="2210881" y="78871"/>
                </a:lnTo>
                <a:lnTo>
                  <a:pt x="2212574" y="77431"/>
                </a:lnTo>
                <a:lnTo>
                  <a:pt x="2214436" y="76064"/>
                </a:lnTo>
                <a:lnTo>
                  <a:pt x="2216444" y="74782"/>
                </a:lnTo>
                <a:lnTo>
                  <a:pt x="2218575" y="73593"/>
                </a:lnTo>
                <a:lnTo>
                  <a:pt x="2220806" y="72507"/>
                </a:lnTo>
                <a:lnTo>
                  <a:pt x="2223113" y="71535"/>
                </a:lnTo>
                <a:lnTo>
                  <a:pt x="2225474" y="70685"/>
                </a:lnTo>
                <a:lnTo>
                  <a:pt x="2227865" y="69968"/>
                </a:lnTo>
                <a:lnTo>
                  <a:pt x="2230263" y="69393"/>
                </a:lnTo>
                <a:lnTo>
                  <a:pt x="2232646" y="68970"/>
                </a:lnTo>
                <a:lnTo>
                  <a:pt x="2234989" y="68709"/>
                </a:lnTo>
                <a:lnTo>
                  <a:pt x="2237270" y="68620"/>
                </a:lnTo>
                <a:lnTo>
                  <a:pt x="2239970" y="68807"/>
                </a:lnTo>
                <a:lnTo>
                  <a:pt x="2242436" y="69367"/>
                </a:lnTo>
                <a:lnTo>
                  <a:pt x="2244667" y="70302"/>
                </a:lnTo>
                <a:lnTo>
                  <a:pt x="2246663" y="71609"/>
                </a:lnTo>
                <a:lnTo>
                  <a:pt x="2248424" y="73291"/>
                </a:lnTo>
                <a:lnTo>
                  <a:pt x="2249951" y="75346"/>
                </a:lnTo>
                <a:lnTo>
                  <a:pt x="2251243" y="77775"/>
                </a:lnTo>
                <a:lnTo>
                  <a:pt x="2252300" y="80577"/>
                </a:lnTo>
                <a:lnTo>
                  <a:pt x="2253122" y="83753"/>
                </a:lnTo>
                <a:lnTo>
                  <a:pt x="2253709" y="87302"/>
                </a:lnTo>
                <a:lnTo>
                  <a:pt x="2254061" y="91225"/>
                </a:lnTo>
                <a:lnTo>
                  <a:pt x="2254179" y="95522"/>
                </a:lnTo>
                <a:lnTo>
                  <a:pt x="2254179" y="151115"/>
                </a:lnTo>
                <a:lnTo>
                  <a:pt x="2254115" y="154467"/>
                </a:lnTo>
                <a:lnTo>
                  <a:pt x="2253902" y="157373"/>
                </a:lnTo>
                <a:lnTo>
                  <a:pt x="2253510" y="159866"/>
                </a:lnTo>
                <a:lnTo>
                  <a:pt x="2252907" y="161979"/>
                </a:lnTo>
                <a:lnTo>
                  <a:pt x="2252062" y="163748"/>
                </a:lnTo>
                <a:lnTo>
                  <a:pt x="2250944" y="165205"/>
                </a:lnTo>
                <a:lnTo>
                  <a:pt x="2249522" y="166384"/>
                </a:lnTo>
                <a:lnTo>
                  <a:pt x="2247764" y="167320"/>
                </a:lnTo>
                <a:lnTo>
                  <a:pt x="2245640" y="168046"/>
                </a:lnTo>
                <a:lnTo>
                  <a:pt x="2243118" y="168596"/>
                </a:lnTo>
                <a:lnTo>
                  <a:pt x="2240168" y="169003"/>
                </a:lnTo>
                <a:lnTo>
                  <a:pt x="2236758" y="169302"/>
                </a:lnTo>
                <a:lnTo>
                  <a:pt x="2236758" y="173145"/>
                </a:lnTo>
                <a:lnTo>
                  <a:pt x="2294150" y="173145"/>
                </a:lnTo>
                <a:lnTo>
                  <a:pt x="2294150" y="169302"/>
                </a:lnTo>
                <a:lnTo>
                  <a:pt x="2290718" y="169149"/>
                </a:lnTo>
                <a:lnTo>
                  <a:pt x="2287711" y="168799"/>
                </a:lnTo>
                <a:lnTo>
                  <a:pt x="2285105" y="168227"/>
                </a:lnTo>
                <a:lnTo>
                  <a:pt x="2282875" y="167406"/>
                </a:lnTo>
                <a:lnTo>
                  <a:pt x="2280997" y="166311"/>
                </a:lnTo>
                <a:lnTo>
                  <a:pt x="2279448" y="164917"/>
                </a:lnTo>
                <a:lnTo>
                  <a:pt x="2278203" y="163196"/>
                </a:lnTo>
                <a:lnTo>
                  <a:pt x="2277238" y="161125"/>
                </a:lnTo>
                <a:lnTo>
                  <a:pt x="2276529" y="158676"/>
                </a:lnTo>
                <a:lnTo>
                  <a:pt x="2276053" y="155824"/>
                </a:lnTo>
                <a:lnTo>
                  <a:pt x="2275785" y="152544"/>
                </a:lnTo>
                <a:lnTo>
                  <a:pt x="2275701" y="148808"/>
                </a:lnTo>
                <a:lnTo>
                  <a:pt x="2275701" y="84250"/>
                </a:lnTo>
                <a:lnTo>
                  <a:pt x="2277640" y="81628"/>
                </a:lnTo>
                <a:lnTo>
                  <a:pt x="2279620" y="79267"/>
                </a:lnTo>
                <a:lnTo>
                  <a:pt x="2281650" y="77160"/>
                </a:lnTo>
                <a:lnTo>
                  <a:pt x="2283738" y="75302"/>
                </a:lnTo>
                <a:lnTo>
                  <a:pt x="2285895" y="73685"/>
                </a:lnTo>
                <a:lnTo>
                  <a:pt x="2288127" y="72304"/>
                </a:lnTo>
                <a:lnTo>
                  <a:pt x="2290446" y="71152"/>
                </a:lnTo>
                <a:lnTo>
                  <a:pt x="2292858" y="70224"/>
                </a:lnTo>
                <a:lnTo>
                  <a:pt x="2295374" y="69513"/>
                </a:lnTo>
                <a:lnTo>
                  <a:pt x="2298002" y="69013"/>
                </a:lnTo>
                <a:lnTo>
                  <a:pt x="2300751" y="68717"/>
                </a:lnTo>
                <a:lnTo>
                  <a:pt x="2303630" y="68620"/>
                </a:lnTo>
                <a:lnTo>
                  <a:pt x="2307076" y="68769"/>
                </a:lnTo>
                <a:lnTo>
                  <a:pt x="2310124" y="69231"/>
                </a:lnTo>
                <a:lnTo>
                  <a:pt x="2312793" y="70034"/>
                </a:lnTo>
                <a:lnTo>
                  <a:pt x="2315102" y="71202"/>
                </a:lnTo>
                <a:lnTo>
                  <a:pt x="2317069" y="72761"/>
                </a:lnTo>
                <a:lnTo>
                  <a:pt x="2318714" y="74738"/>
                </a:lnTo>
                <a:lnTo>
                  <a:pt x="2320054" y="77158"/>
                </a:lnTo>
                <a:lnTo>
                  <a:pt x="2321109" y="80046"/>
                </a:lnTo>
                <a:lnTo>
                  <a:pt x="2321897" y="83429"/>
                </a:lnTo>
                <a:lnTo>
                  <a:pt x="2322436" y="87333"/>
                </a:lnTo>
                <a:lnTo>
                  <a:pt x="2322746" y="91782"/>
                </a:lnTo>
                <a:lnTo>
                  <a:pt x="2322846" y="96804"/>
                </a:lnTo>
                <a:lnTo>
                  <a:pt x="2322846" y="150857"/>
                </a:lnTo>
                <a:lnTo>
                  <a:pt x="2322797" y="154254"/>
                </a:lnTo>
                <a:lnTo>
                  <a:pt x="2322625" y="157170"/>
                </a:lnTo>
                <a:lnTo>
                  <a:pt x="2322293" y="159649"/>
                </a:lnTo>
                <a:lnTo>
                  <a:pt x="2321764" y="161733"/>
                </a:lnTo>
                <a:lnTo>
                  <a:pt x="2321000" y="163464"/>
                </a:lnTo>
                <a:lnTo>
                  <a:pt x="2319964" y="164885"/>
                </a:lnTo>
                <a:lnTo>
                  <a:pt x="2318618" y="166040"/>
                </a:lnTo>
                <a:lnTo>
                  <a:pt x="2316925" y="166970"/>
                </a:lnTo>
                <a:lnTo>
                  <a:pt x="2314848" y="167719"/>
                </a:lnTo>
                <a:lnTo>
                  <a:pt x="2312349" y="168328"/>
                </a:lnTo>
                <a:lnTo>
                  <a:pt x="2309391" y="168842"/>
                </a:lnTo>
                <a:lnTo>
                  <a:pt x="2305937" y="169302"/>
                </a:lnTo>
                <a:lnTo>
                  <a:pt x="2305937" y="173145"/>
                </a:lnTo>
                <a:lnTo>
                  <a:pt x="2362046" y="173145"/>
                </a:lnTo>
                <a:lnTo>
                  <a:pt x="2362046" y="169302"/>
                </a:lnTo>
                <a:lnTo>
                  <a:pt x="2355385" y="168790"/>
                </a:lnTo>
                <a:lnTo>
                  <a:pt x="2353553" y="168576"/>
                </a:lnTo>
                <a:lnTo>
                  <a:pt x="2351900" y="168187"/>
                </a:lnTo>
                <a:lnTo>
                  <a:pt x="2350421" y="167618"/>
                </a:lnTo>
                <a:lnTo>
                  <a:pt x="2349112" y="166864"/>
                </a:lnTo>
                <a:lnTo>
                  <a:pt x="2347971" y="165923"/>
                </a:lnTo>
                <a:lnTo>
                  <a:pt x="2346994" y="164788"/>
                </a:lnTo>
                <a:lnTo>
                  <a:pt x="2346176" y="163456"/>
                </a:lnTo>
                <a:lnTo>
                  <a:pt x="2345516" y="161922"/>
                </a:lnTo>
                <a:lnTo>
                  <a:pt x="2345008" y="160181"/>
                </a:lnTo>
                <a:lnTo>
                  <a:pt x="2344650" y="158229"/>
                </a:lnTo>
                <a:lnTo>
                  <a:pt x="2344437" y="156063"/>
                </a:lnTo>
                <a:lnTo>
                  <a:pt x="2344367" y="153676"/>
                </a:lnTo>
                <a:lnTo>
                  <a:pt x="2344367" y="100901"/>
                </a:lnTo>
                <a:lnTo>
                  <a:pt x="2344159" y="93654"/>
                </a:lnTo>
                <a:lnTo>
                  <a:pt x="2343536" y="87027"/>
                </a:lnTo>
                <a:lnTo>
                  <a:pt x="2342498" y="81023"/>
                </a:lnTo>
                <a:lnTo>
                  <a:pt x="2341046" y="75643"/>
                </a:lnTo>
                <a:lnTo>
                  <a:pt x="2339182" y="70889"/>
                </a:lnTo>
                <a:lnTo>
                  <a:pt x="2336905" y="66763"/>
                </a:lnTo>
                <a:lnTo>
                  <a:pt x="2334218" y="63267"/>
                </a:lnTo>
                <a:lnTo>
                  <a:pt x="2331120" y="60402"/>
                </a:lnTo>
                <a:lnTo>
                  <a:pt x="2327614" y="58171"/>
                </a:lnTo>
                <a:lnTo>
                  <a:pt x="2323699" y="56575"/>
                </a:lnTo>
                <a:lnTo>
                  <a:pt x="2319376" y="55616"/>
                </a:lnTo>
                <a:lnTo>
                  <a:pt x="2314647" y="55296"/>
                </a:lnTo>
                <a:lnTo>
                  <a:pt x="2310968" y="55436"/>
                </a:lnTo>
                <a:lnTo>
                  <a:pt x="2307355" y="55859"/>
                </a:lnTo>
                <a:lnTo>
                  <a:pt x="2303798" y="56569"/>
                </a:lnTo>
                <a:lnTo>
                  <a:pt x="2300289" y="57574"/>
                </a:lnTo>
                <a:lnTo>
                  <a:pt x="2296820" y="58877"/>
                </a:lnTo>
                <a:lnTo>
                  <a:pt x="2293380" y="60485"/>
                </a:lnTo>
                <a:lnTo>
                  <a:pt x="2289962" y="62402"/>
                </a:lnTo>
                <a:lnTo>
                  <a:pt x="2286557" y="64634"/>
                </a:lnTo>
                <a:lnTo>
                  <a:pt x="2283155" y="67186"/>
                </a:lnTo>
                <a:lnTo>
                  <a:pt x="2279748" y="70064"/>
                </a:lnTo>
                <a:lnTo>
                  <a:pt x="2276326" y="73273"/>
                </a:lnTo>
                <a:lnTo>
                  <a:pt x="2272882" y="76818"/>
                </a:lnTo>
                <a:lnTo>
                  <a:pt x="2271643" y="73327"/>
                </a:lnTo>
                <a:lnTo>
                  <a:pt x="2270231" y="70154"/>
                </a:lnTo>
                <a:lnTo>
                  <a:pt x="2268640" y="67295"/>
                </a:lnTo>
                <a:lnTo>
                  <a:pt x="2266867" y="64749"/>
                </a:lnTo>
                <a:lnTo>
                  <a:pt x="2264910" y="62512"/>
                </a:lnTo>
                <a:lnTo>
                  <a:pt x="2262764" y="60582"/>
                </a:lnTo>
                <a:lnTo>
                  <a:pt x="2260426" y="58956"/>
                </a:lnTo>
                <a:lnTo>
                  <a:pt x="2257891" y="57631"/>
                </a:lnTo>
                <a:lnTo>
                  <a:pt x="2255158" y="56606"/>
                </a:lnTo>
                <a:lnTo>
                  <a:pt x="2252222" y="55877"/>
                </a:lnTo>
                <a:lnTo>
                  <a:pt x="2249079" y="55441"/>
                </a:lnTo>
                <a:lnTo>
                  <a:pt x="2245726" y="55296"/>
                </a:lnTo>
                <a:lnTo>
                  <a:pt x="2242982" y="55376"/>
                </a:lnTo>
                <a:lnTo>
                  <a:pt x="2240346" y="55637"/>
                </a:lnTo>
                <a:lnTo>
                  <a:pt x="2237755" y="56109"/>
                </a:lnTo>
                <a:lnTo>
                  <a:pt x="2235144" y="56825"/>
                </a:lnTo>
                <a:lnTo>
                  <a:pt x="2232452" y="57814"/>
                </a:lnTo>
                <a:lnTo>
                  <a:pt x="2229615" y="59109"/>
                </a:lnTo>
                <a:lnTo>
                  <a:pt x="2226570" y="60740"/>
                </a:lnTo>
                <a:lnTo>
                  <a:pt x="2223253" y="62738"/>
                </a:lnTo>
                <a:lnTo>
                  <a:pt x="2219602" y="65135"/>
                </a:lnTo>
                <a:lnTo>
                  <a:pt x="2215553" y="67961"/>
                </a:lnTo>
                <a:lnTo>
                  <a:pt x="2211043" y="71249"/>
                </a:lnTo>
                <a:lnTo>
                  <a:pt x="2206009" y="75028"/>
                </a:lnTo>
                <a:lnTo>
                  <a:pt x="2206009" y="55812"/>
                </a:lnTo>
                <a:lnTo>
                  <a:pt x="2204219" y="55296"/>
                </a:lnTo>
                <a:lnTo>
                  <a:pt x="2201036" y="56473"/>
                </a:lnTo>
                <a:lnTo>
                  <a:pt x="2198002" y="57575"/>
                </a:lnTo>
                <a:lnTo>
                  <a:pt x="2195082" y="58613"/>
                </a:lnTo>
                <a:lnTo>
                  <a:pt x="2192241" y="59597"/>
                </a:lnTo>
                <a:lnTo>
                  <a:pt x="2189448" y="60539"/>
                </a:lnTo>
                <a:lnTo>
                  <a:pt x="2186666" y="61449"/>
                </a:lnTo>
                <a:lnTo>
                  <a:pt x="2183864" y="62337"/>
                </a:lnTo>
                <a:lnTo>
                  <a:pt x="2181006" y="63214"/>
                </a:lnTo>
                <a:lnTo>
                  <a:pt x="2178060" y="64091"/>
                </a:lnTo>
                <a:lnTo>
                  <a:pt x="2174991" y="64979"/>
                </a:lnTo>
                <a:lnTo>
                  <a:pt x="2171765" y="65888"/>
                </a:lnTo>
                <a:lnTo>
                  <a:pt x="2168349" y="66829"/>
                </a:lnTo>
                <a:lnTo>
                  <a:pt x="2168349" y="711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Original vector context 22">
            <a:extLst xmlns:a="http://schemas.openxmlformats.org/drawingml/2006/main">
              <a:ext uri="{FF2B5EF4-FFF2-40B4-BE49-F238E27FC236}">
                <a16:creationId xmlns:a16="http://schemas.microsoft.com/office/drawing/2014/main" id="{E46241AB-BBFF-4A94-87A1-927E38EF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115" y="7367417"/>
            <a:ext cx="3249320" cy="230873"/>
          </a:xfrm>
          <a:custGeom xmlns:a="http://schemas.openxmlformats.org/drawingml/2006/main">
            <a:pathLst>
              <a:path w="3249320" h="230873">
                <a:moveTo>
                  <a:pt x="63287" y="1837"/>
                </a:moveTo>
                <a:lnTo>
                  <a:pt x="58774" y="4801"/>
                </a:lnTo>
                <a:lnTo>
                  <a:pt x="54686" y="7567"/>
                </a:lnTo>
                <a:lnTo>
                  <a:pt x="50976" y="10173"/>
                </a:lnTo>
                <a:lnTo>
                  <a:pt x="47601" y="12656"/>
                </a:lnTo>
                <a:lnTo>
                  <a:pt x="44513" y="15054"/>
                </a:lnTo>
                <a:lnTo>
                  <a:pt x="41668" y="17404"/>
                </a:lnTo>
                <a:lnTo>
                  <a:pt x="39021" y="19743"/>
                </a:lnTo>
                <a:lnTo>
                  <a:pt x="36526" y="22109"/>
                </a:lnTo>
                <a:lnTo>
                  <a:pt x="34138" y="24538"/>
                </a:lnTo>
                <a:lnTo>
                  <a:pt x="31811" y="27070"/>
                </a:lnTo>
                <a:lnTo>
                  <a:pt x="29500" y="29740"/>
                </a:lnTo>
                <a:lnTo>
                  <a:pt x="27159" y="32586"/>
                </a:lnTo>
                <a:lnTo>
                  <a:pt x="22804" y="38228"/>
                </a:lnTo>
                <a:lnTo>
                  <a:pt x="18831" y="44013"/>
                </a:lnTo>
                <a:lnTo>
                  <a:pt x="15241" y="49943"/>
                </a:lnTo>
                <a:lnTo>
                  <a:pt x="12033" y="56024"/>
                </a:lnTo>
                <a:lnTo>
                  <a:pt x="9206" y="62257"/>
                </a:lnTo>
                <a:lnTo>
                  <a:pt x="6758" y="68647"/>
                </a:lnTo>
                <a:lnTo>
                  <a:pt x="4689" y="75197"/>
                </a:lnTo>
                <a:lnTo>
                  <a:pt x="2999" y="81911"/>
                </a:lnTo>
                <a:lnTo>
                  <a:pt x="1686" y="88792"/>
                </a:lnTo>
                <a:lnTo>
                  <a:pt x="749" y="95845"/>
                </a:lnTo>
                <a:lnTo>
                  <a:pt x="187" y="103071"/>
                </a:lnTo>
                <a:lnTo>
                  <a:pt x="0" y="110475"/>
                </a:lnTo>
                <a:lnTo>
                  <a:pt x="200" y="118460"/>
                </a:lnTo>
                <a:lnTo>
                  <a:pt x="807" y="126165"/>
                </a:lnTo>
                <a:lnTo>
                  <a:pt x="1834" y="133618"/>
                </a:lnTo>
                <a:lnTo>
                  <a:pt x="3293" y="140850"/>
                </a:lnTo>
                <a:lnTo>
                  <a:pt x="5197" y="147890"/>
                </a:lnTo>
                <a:lnTo>
                  <a:pt x="7559" y="154767"/>
                </a:lnTo>
                <a:lnTo>
                  <a:pt x="10390" y="161511"/>
                </a:lnTo>
                <a:lnTo>
                  <a:pt x="13703" y="168151"/>
                </a:lnTo>
                <a:lnTo>
                  <a:pt x="17511" y="174716"/>
                </a:lnTo>
                <a:lnTo>
                  <a:pt x="21826" y="181236"/>
                </a:lnTo>
                <a:lnTo>
                  <a:pt x="26660" y="187739"/>
                </a:lnTo>
                <a:lnTo>
                  <a:pt x="32027" y="194257"/>
                </a:lnTo>
                <a:lnTo>
                  <a:pt x="34579" y="197198"/>
                </a:lnTo>
                <a:lnTo>
                  <a:pt x="37008" y="199894"/>
                </a:lnTo>
                <a:lnTo>
                  <a:pt x="39349" y="202376"/>
                </a:lnTo>
                <a:lnTo>
                  <a:pt x="41640" y="204677"/>
                </a:lnTo>
                <a:lnTo>
                  <a:pt x="43916" y="206828"/>
                </a:lnTo>
                <a:lnTo>
                  <a:pt x="46215" y="208862"/>
                </a:lnTo>
                <a:lnTo>
                  <a:pt x="48572" y="210811"/>
                </a:lnTo>
                <a:lnTo>
                  <a:pt x="51025" y="212706"/>
                </a:lnTo>
                <a:lnTo>
                  <a:pt x="53609" y="214579"/>
                </a:lnTo>
                <a:lnTo>
                  <a:pt x="56362" y="216463"/>
                </a:lnTo>
                <a:lnTo>
                  <a:pt x="59319" y="218390"/>
                </a:lnTo>
                <a:lnTo>
                  <a:pt x="62517" y="220392"/>
                </a:lnTo>
                <a:lnTo>
                  <a:pt x="65590" y="216291"/>
                </a:lnTo>
                <a:lnTo>
                  <a:pt x="60737" y="212395"/>
                </a:lnTo>
                <a:lnTo>
                  <a:pt x="56393" y="208737"/>
                </a:lnTo>
                <a:lnTo>
                  <a:pt x="52513" y="205257"/>
                </a:lnTo>
                <a:lnTo>
                  <a:pt x="49052" y="201895"/>
                </a:lnTo>
                <a:lnTo>
                  <a:pt x="45965" y="198590"/>
                </a:lnTo>
                <a:lnTo>
                  <a:pt x="43206" y="195281"/>
                </a:lnTo>
                <a:lnTo>
                  <a:pt x="40730" y="191909"/>
                </a:lnTo>
                <a:lnTo>
                  <a:pt x="38491" y="188411"/>
                </a:lnTo>
                <a:lnTo>
                  <a:pt x="36444" y="184729"/>
                </a:lnTo>
                <a:lnTo>
                  <a:pt x="34544" y="180800"/>
                </a:lnTo>
                <a:lnTo>
                  <a:pt x="32745" y="176566"/>
                </a:lnTo>
                <a:lnTo>
                  <a:pt x="31003" y="171965"/>
                </a:lnTo>
                <a:lnTo>
                  <a:pt x="29534" y="167623"/>
                </a:lnTo>
                <a:lnTo>
                  <a:pt x="28203" y="163173"/>
                </a:lnTo>
                <a:lnTo>
                  <a:pt x="27007" y="158599"/>
                </a:lnTo>
                <a:lnTo>
                  <a:pt x="25944" y="153889"/>
                </a:lnTo>
                <a:lnTo>
                  <a:pt x="25013" y="149030"/>
                </a:lnTo>
                <a:lnTo>
                  <a:pt x="24212" y="144007"/>
                </a:lnTo>
                <a:lnTo>
                  <a:pt x="23539" y="138809"/>
                </a:lnTo>
                <a:lnTo>
                  <a:pt x="22993" y="133421"/>
                </a:lnTo>
                <a:lnTo>
                  <a:pt x="22571" y="127830"/>
                </a:lnTo>
                <a:lnTo>
                  <a:pt x="22271" y="122022"/>
                </a:lnTo>
                <a:lnTo>
                  <a:pt x="22093" y="115985"/>
                </a:lnTo>
                <a:lnTo>
                  <a:pt x="22034" y="109705"/>
                </a:lnTo>
                <a:lnTo>
                  <a:pt x="22104" y="103102"/>
                </a:lnTo>
                <a:lnTo>
                  <a:pt x="22313" y="96742"/>
                </a:lnTo>
                <a:lnTo>
                  <a:pt x="22663" y="90622"/>
                </a:lnTo>
                <a:lnTo>
                  <a:pt x="23154" y="84739"/>
                </a:lnTo>
                <a:lnTo>
                  <a:pt x="23788" y="79092"/>
                </a:lnTo>
                <a:lnTo>
                  <a:pt x="24565" y="73676"/>
                </a:lnTo>
                <a:lnTo>
                  <a:pt x="25486" y="68490"/>
                </a:lnTo>
                <a:lnTo>
                  <a:pt x="26552" y="63531"/>
                </a:lnTo>
                <a:lnTo>
                  <a:pt x="27764" y="58796"/>
                </a:lnTo>
                <a:lnTo>
                  <a:pt x="29123" y="54282"/>
                </a:lnTo>
                <a:lnTo>
                  <a:pt x="30630" y="49988"/>
                </a:lnTo>
                <a:lnTo>
                  <a:pt x="32285" y="45910"/>
                </a:lnTo>
                <a:lnTo>
                  <a:pt x="34095" y="42069"/>
                </a:lnTo>
                <a:lnTo>
                  <a:pt x="35962" y="38464"/>
                </a:lnTo>
                <a:lnTo>
                  <a:pt x="37922" y="35051"/>
                </a:lnTo>
                <a:lnTo>
                  <a:pt x="40009" y="31788"/>
                </a:lnTo>
                <a:lnTo>
                  <a:pt x="42260" y="28631"/>
                </a:lnTo>
                <a:lnTo>
                  <a:pt x="44711" y="25539"/>
                </a:lnTo>
                <a:lnTo>
                  <a:pt x="47396" y="22468"/>
                </a:lnTo>
                <a:lnTo>
                  <a:pt x="50352" y="19375"/>
                </a:lnTo>
                <a:lnTo>
                  <a:pt x="53614" y="16219"/>
                </a:lnTo>
                <a:lnTo>
                  <a:pt x="57217" y="12956"/>
                </a:lnTo>
                <a:lnTo>
                  <a:pt x="61197" y="9543"/>
                </a:lnTo>
                <a:lnTo>
                  <a:pt x="65590" y="5939"/>
                </a:lnTo>
                <a:lnTo>
                  <a:pt x="63287" y="1837"/>
                </a:lnTo>
                <a:close/>
                <a:moveTo>
                  <a:pt x="112225" y="512"/>
                </a:moveTo>
                <a:lnTo>
                  <a:pt x="110943" y="0"/>
                </a:lnTo>
                <a:lnTo>
                  <a:pt x="108327" y="925"/>
                </a:lnTo>
                <a:lnTo>
                  <a:pt x="105840" y="1786"/>
                </a:lnTo>
                <a:lnTo>
                  <a:pt x="103451" y="2594"/>
                </a:lnTo>
                <a:lnTo>
                  <a:pt x="101130" y="3359"/>
                </a:lnTo>
                <a:lnTo>
                  <a:pt x="98843" y="4092"/>
                </a:lnTo>
                <a:lnTo>
                  <a:pt x="96562" y="4803"/>
                </a:lnTo>
                <a:lnTo>
                  <a:pt x="94254" y="5504"/>
                </a:lnTo>
                <a:lnTo>
                  <a:pt x="91888" y="6205"/>
                </a:lnTo>
                <a:lnTo>
                  <a:pt x="89433" y="6917"/>
                </a:lnTo>
                <a:lnTo>
                  <a:pt x="86857" y="7650"/>
                </a:lnTo>
                <a:lnTo>
                  <a:pt x="84131" y="8415"/>
                </a:lnTo>
                <a:lnTo>
                  <a:pt x="81222" y="9223"/>
                </a:lnTo>
                <a:lnTo>
                  <a:pt x="73790" y="11275"/>
                </a:lnTo>
                <a:lnTo>
                  <a:pt x="73790" y="15372"/>
                </a:lnTo>
                <a:lnTo>
                  <a:pt x="74165" y="15314"/>
                </a:lnTo>
                <a:lnTo>
                  <a:pt x="74522" y="15265"/>
                </a:lnTo>
                <a:lnTo>
                  <a:pt x="74867" y="15225"/>
                </a:lnTo>
                <a:lnTo>
                  <a:pt x="75204" y="15193"/>
                </a:lnTo>
                <a:lnTo>
                  <a:pt x="75537" y="15169"/>
                </a:lnTo>
                <a:lnTo>
                  <a:pt x="75871" y="15150"/>
                </a:lnTo>
                <a:lnTo>
                  <a:pt x="76211" y="15137"/>
                </a:lnTo>
                <a:lnTo>
                  <a:pt x="76560" y="15128"/>
                </a:lnTo>
                <a:lnTo>
                  <a:pt x="76924" y="15122"/>
                </a:lnTo>
                <a:lnTo>
                  <a:pt x="77307" y="15119"/>
                </a:lnTo>
                <a:lnTo>
                  <a:pt x="77712" y="15118"/>
                </a:lnTo>
                <a:lnTo>
                  <a:pt x="78146" y="15118"/>
                </a:lnTo>
                <a:lnTo>
                  <a:pt x="80546" y="15170"/>
                </a:lnTo>
                <a:lnTo>
                  <a:pt x="82635" y="15339"/>
                </a:lnTo>
                <a:lnTo>
                  <a:pt x="84432" y="15646"/>
                </a:lnTo>
                <a:lnTo>
                  <a:pt x="85956" y="16114"/>
                </a:lnTo>
                <a:lnTo>
                  <a:pt x="87228" y="16763"/>
                </a:lnTo>
                <a:lnTo>
                  <a:pt x="88266" y="17615"/>
                </a:lnTo>
                <a:lnTo>
                  <a:pt x="89091" y="18691"/>
                </a:lnTo>
                <a:lnTo>
                  <a:pt x="89722" y="20013"/>
                </a:lnTo>
                <a:lnTo>
                  <a:pt x="90179" y="21602"/>
                </a:lnTo>
                <a:lnTo>
                  <a:pt x="90481" y="23479"/>
                </a:lnTo>
                <a:lnTo>
                  <a:pt x="90648" y="25666"/>
                </a:lnTo>
                <a:lnTo>
                  <a:pt x="90699" y="28184"/>
                </a:lnTo>
                <a:lnTo>
                  <a:pt x="90699" y="161096"/>
                </a:lnTo>
                <a:lnTo>
                  <a:pt x="91139" y="163086"/>
                </a:lnTo>
                <a:lnTo>
                  <a:pt x="92407" y="165066"/>
                </a:lnTo>
                <a:lnTo>
                  <a:pt x="94422" y="167005"/>
                </a:lnTo>
                <a:lnTo>
                  <a:pt x="97105" y="168872"/>
                </a:lnTo>
                <a:lnTo>
                  <a:pt x="100374" y="170636"/>
                </a:lnTo>
                <a:lnTo>
                  <a:pt x="104151" y="172267"/>
                </a:lnTo>
                <a:lnTo>
                  <a:pt x="108355" y="173731"/>
                </a:lnTo>
                <a:lnTo>
                  <a:pt x="112906" y="174999"/>
                </a:lnTo>
                <a:lnTo>
                  <a:pt x="117723" y="176040"/>
                </a:lnTo>
                <a:lnTo>
                  <a:pt x="122728" y="176822"/>
                </a:lnTo>
                <a:lnTo>
                  <a:pt x="127839" y="177314"/>
                </a:lnTo>
                <a:lnTo>
                  <a:pt x="132977" y="177485"/>
                </a:lnTo>
                <a:lnTo>
                  <a:pt x="141261" y="176909"/>
                </a:lnTo>
                <a:lnTo>
                  <a:pt x="149161" y="175229"/>
                </a:lnTo>
                <a:lnTo>
                  <a:pt x="156613" y="172511"/>
                </a:lnTo>
                <a:lnTo>
                  <a:pt x="163552" y="168826"/>
                </a:lnTo>
                <a:lnTo>
                  <a:pt x="169914" y="164241"/>
                </a:lnTo>
                <a:lnTo>
                  <a:pt x="175636" y="158824"/>
                </a:lnTo>
                <a:lnTo>
                  <a:pt x="180653" y="152645"/>
                </a:lnTo>
                <a:lnTo>
                  <a:pt x="184902" y="145771"/>
                </a:lnTo>
                <a:lnTo>
                  <a:pt x="188318" y="138272"/>
                </a:lnTo>
                <a:lnTo>
                  <a:pt x="190837" y="130215"/>
                </a:lnTo>
                <a:lnTo>
                  <a:pt x="192396" y="121670"/>
                </a:lnTo>
                <a:lnTo>
                  <a:pt x="192929" y="112704"/>
                </a:lnTo>
                <a:lnTo>
                  <a:pt x="192531" y="104995"/>
                </a:lnTo>
                <a:lnTo>
                  <a:pt x="191368" y="97653"/>
                </a:lnTo>
                <a:lnTo>
                  <a:pt x="189487" y="90736"/>
                </a:lnTo>
                <a:lnTo>
                  <a:pt x="186933" y="84301"/>
                </a:lnTo>
                <a:lnTo>
                  <a:pt x="183752" y="78406"/>
                </a:lnTo>
                <a:lnTo>
                  <a:pt x="179992" y="73110"/>
                </a:lnTo>
                <a:lnTo>
                  <a:pt x="175697" y="68469"/>
                </a:lnTo>
                <a:lnTo>
                  <a:pt x="170915" y="64543"/>
                </a:lnTo>
                <a:lnTo>
                  <a:pt x="165692" y="61388"/>
                </a:lnTo>
                <a:lnTo>
                  <a:pt x="160074" y="59063"/>
                </a:lnTo>
                <a:lnTo>
                  <a:pt x="154107" y="57626"/>
                </a:lnTo>
                <a:lnTo>
                  <a:pt x="147837" y="57134"/>
                </a:lnTo>
                <a:lnTo>
                  <a:pt x="143950" y="57323"/>
                </a:lnTo>
                <a:lnTo>
                  <a:pt x="140127" y="57875"/>
                </a:lnTo>
                <a:lnTo>
                  <a:pt x="136399" y="58772"/>
                </a:lnTo>
                <a:lnTo>
                  <a:pt x="132795" y="59991"/>
                </a:lnTo>
                <a:lnTo>
                  <a:pt x="129349" y="61512"/>
                </a:lnTo>
                <a:lnTo>
                  <a:pt x="126090" y="63316"/>
                </a:lnTo>
                <a:lnTo>
                  <a:pt x="123050" y="65381"/>
                </a:lnTo>
                <a:lnTo>
                  <a:pt x="120260" y="67687"/>
                </a:lnTo>
                <a:lnTo>
                  <a:pt x="117752" y="70213"/>
                </a:lnTo>
                <a:lnTo>
                  <a:pt x="115556" y="72939"/>
                </a:lnTo>
                <a:lnTo>
                  <a:pt x="113703" y="75845"/>
                </a:lnTo>
                <a:lnTo>
                  <a:pt x="112225" y="78910"/>
                </a:lnTo>
                <a:lnTo>
                  <a:pt x="112225" y="512"/>
                </a:lnTo>
                <a:moveTo>
                  <a:pt x="112225" y="92480"/>
                </a:moveTo>
                <a:lnTo>
                  <a:pt x="112470" y="90005"/>
                </a:lnTo>
                <a:lnTo>
                  <a:pt x="113179" y="87590"/>
                </a:lnTo>
                <a:lnTo>
                  <a:pt x="114315" y="85267"/>
                </a:lnTo>
                <a:lnTo>
                  <a:pt x="115840" y="83063"/>
                </a:lnTo>
                <a:lnTo>
                  <a:pt x="117718" y="81009"/>
                </a:lnTo>
                <a:lnTo>
                  <a:pt x="119911" y="79134"/>
                </a:lnTo>
                <a:lnTo>
                  <a:pt x="122381" y="77466"/>
                </a:lnTo>
                <a:lnTo>
                  <a:pt x="125092" y="76036"/>
                </a:lnTo>
                <a:lnTo>
                  <a:pt x="128006" y="74873"/>
                </a:lnTo>
                <a:lnTo>
                  <a:pt x="131085" y="74005"/>
                </a:lnTo>
                <a:lnTo>
                  <a:pt x="134292" y="73463"/>
                </a:lnTo>
                <a:lnTo>
                  <a:pt x="137590" y="73276"/>
                </a:lnTo>
                <a:lnTo>
                  <a:pt x="142433" y="73687"/>
                </a:lnTo>
                <a:lnTo>
                  <a:pt x="146957" y="74900"/>
                </a:lnTo>
                <a:lnTo>
                  <a:pt x="151144" y="76885"/>
                </a:lnTo>
                <a:lnTo>
                  <a:pt x="154973" y="79611"/>
                </a:lnTo>
                <a:lnTo>
                  <a:pt x="158424" y="83048"/>
                </a:lnTo>
                <a:lnTo>
                  <a:pt x="161480" y="87166"/>
                </a:lnTo>
                <a:lnTo>
                  <a:pt x="164118" y="91935"/>
                </a:lnTo>
                <a:lnTo>
                  <a:pt x="166321" y="97324"/>
                </a:lnTo>
                <a:lnTo>
                  <a:pt x="168069" y="103304"/>
                </a:lnTo>
                <a:lnTo>
                  <a:pt x="169342" y="109844"/>
                </a:lnTo>
                <a:lnTo>
                  <a:pt x="170119" y="116914"/>
                </a:lnTo>
                <a:lnTo>
                  <a:pt x="170383" y="124483"/>
                </a:lnTo>
                <a:lnTo>
                  <a:pt x="170129" y="131335"/>
                </a:lnTo>
                <a:lnTo>
                  <a:pt x="169375" y="137670"/>
                </a:lnTo>
                <a:lnTo>
                  <a:pt x="168133" y="143473"/>
                </a:lnTo>
                <a:lnTo>
                  <a:pt x="166416" y="148729"/>
                </a:lnTo>
                <a:lnTo>
                  <a:pt x="164237" y="153424"/>
                </a:lnTo>
                <a:lnTo>
                  <a:pt x="161608" y="157542"/>
                </a:lnTo>
                <a:lnTo>
                  <a:pt x="158541" y="161068"/>
                </a:lnTo>
                <a:lnTo>
                  <a:pt x="155048" y="163986"/>
                </a:lnTo>
                <a:lnTo>
                  <a:pt x="151144" y="166282"/>
                </a:lnTo>
                <a:lnTo>
                  <a:pt x="146839" y="167941"/>
                </a:lnTo>
                <a:lnTo>
                  <a:pt x="142146" y="168948"/>
                </a:lnTo>
                <a:lnTo>
                  <a:pt x="137078" y="169287"/>
                </a:lnTo>
                <a:lnTo>
                  <a:pt x="133790" y="169167"/>
                </a:lnTo>
                <a:lnTo>
                  <a:pt x="130611" y="168821"/>
                </a:lnTo>
                <a:lnTo>
                  <a:pt x="127574" y="168267"/>
                </a:lnTo>
                <a:lnTo>
                  <a:pt x="124713" y="167523"/>
                </a:lnTo>
                <a:lnTo>
                  <a:pt x="122062" y="166609"/>
                </a:lnTo>
                <a:lnTo>
                  <a:pt x="119655" y="165543"/>
                </a:lnTo>
                <a:lnTo>
                  <a:pt x="117526" y="164343"/>
                </a:lnTo>
                <a:lnTo>
                  <a:pt x="115707" y="163029"/>
                </a:lnTo>
                <a:lnTo>
                  <a:pt x="114235" y="161619"/>
                </a:lnTo>
                <a:lnTo>
                  <a:pt x="113141" y="160131"/>
                </a:lnTo>
                <a:lnTo>
                  <a:pt x="112459" y="158585"/>
                </a:lnTo>
                <a:lnTo>
                  <a:pt x="112225" y="156999"/>
                </a:lnTo>
                <a:lnTo>
                  <a:pt x="112225" y="92480"/>
                </a:lnTo>
                <a:close/>
                <a:moveTo>
                  <a:pt x="210866" y="220392"/>
                </a:moveTo>
                <a:lnTo>
                  <a:pt x="215379" y="217428"/>
                </a:lnTo>
                <a:lnTo>
                  <a:pt x="219468" y="214662"/>
                </a:lnTo>
                <a:lnTo>
                  <a:pt x="223177" y="212056"/>
                </a:lnTo>
                <a:lnTo>
                  <a:pt x="226553" y="209573"/>
                </a:lnTo>
                <a:lnTo>
                  <a:pt x="229640" y="207175"/>
                </a:lnTo>
                <a:lnTo>
                  <a:pt x="232485" y="204826"/>
                </a:lnTo>
                <a:lnTo>
                  <a:pt x="235132" y="202487"/>
                </a:lnTo>
                <a:lnTo>
                  <a:pt x="237627" y="200121"/>
                </a:lnTo>
                <a:lnTo>
                  <a:pt x="240014" y="197691"/>
                </a:lnTo>
                <a:lnTo>
                  <a:pt x="242341" y="195160"/>
                </a:lnTo>
                <a:lnTo>
                  <a:pt x="244651" y="192490"/>
                </a:lnTo>
                <a:lnTo>
                  <a:pt x="246990" y="189643"/>
                </a:lnTo>
                <a:lnTo>
                  <a:pt x="251347" y="184001"/>
                </a:lnTo>
                <a:lnTo>
                  <a:pt x="255320" y="178217"/>
                </a:lnTo>
                <a:lnTo>
                  <a:pt x="258910" y="172286"/>
                </a:lnTo>
                <a:lnTo>
                  <a:pt x="262118" y="166206"/>
                </a:lnTo>
                <a:lnTo>
                  <a:pt x="264946" y="159973"/>
                </a:lnTo>
                <a:lnTo>
                  <a:pt x="267393" y="153583"/>
                </a:lnTo>
                <a:lnTo>
                  <a:pt x="269461" y="147033"/>
                </a:lnTo>
                <a:lnTo>
                  <a:pt x="271152" y="140319"/>
                </a:lnTo>
                <a:lnTo>
                  <a:pt x="272465" y="133439"/>
                </a:lnTo>
                <a:lnTo>
                  <a:pt x="273401" y="126387"/>
                </a:lnTo>
                <a:lnTo>
                  <a:pt x="273963" y="119161"/>
                </a:lnTo>
                <a:lnTo>
                  <a:pt x="274150" y="111758"/>
                </a:lnTo>
                <a:lnTo>
                  <a:pt x="273950" y="103719"/>
                </a:lnTo>
                <a:lnTo>
                  <a:pt x="273343" y="95979"/>
                </a:lnTo>
                <a:lnTo>
                  <a:pt x="272316" y="88505"/>
                </a:lnTo>
                <a:lnTo>
                  <a:pt x="270857" y="81267"/>
                </a:lnTo>
                <a:lnTo>
                  <a:pt x="268953" y="74232"/>
                </a:lnTo>
                <a:lnTo>
                  <a:pt x="266591" y="67367"/>
                </a:lnTo>
                <a:lnTo>
                  <a:pt x="263760" y="60641"/>
                </a:lnTo>
                <a:lnTo>
                  <a:pt x="260447" y="54022"/>
                </a:lnTo>
                <a:lnTo>
                  <a:pt x="256639" y="47478"/>
                </a:lnTo>
                <a:lnTo>
                  <a:pt x="252324" y="40976"/>
                </a:lnTo>
                <a:lnTo>
                  <a:pt x="247489" y="34485"/>
                </a:lnTo>
                <a:lnTo>
                  <a:pt x="242123" y="27973"/>
                </a:lnTo>
                <a:lnTo>
                  <a:pt x="239571" y="25031"/>
                </a:lnTo>
                <a:lnTo>
                  <a:pt x="237142" y="22336"/>
                </a:lnTo>
                <a:lnTo>
                  <a:pt x="234801" y="19854"/>
                </a:lnTo>
                <a:lnTo>
                  <a:pt x="232510" y="17553"/>
                </a:lnTo>
                <a:lnTo>
                  <a:pt x="230233" y="15402"/>
                </a:lnTo>
                <a:lnTo>
                  <a:pt x="227935" y="13369"/>
                </a:lnTo>
                <a:lnTo>
                  <a:pt x="225577" y="11420"/>
                </a:lnTo>
                <a:lnTo>
                  <a:pt x="223125" y="9525"/>
                </a:lnTo>
                <a:lnTo>
                  <a:pt x="220540" y="7652"/>
                </a:lnTo>
                <a:lnTo>
                  <a:pt x="217788" y="5767"/>
                </a:lnTo>
                <a:lnTo>
                  <a:pt x="214831" y="3840"/>
                </a:lnTo>
                <a:lnTo>
                  <a:pt x="211632" y="1837"/>
                </a:lnTo>
                <a:lnTo>
                  <a:pt x="208560" y="5939"/>
                </a:lnTo>
                <a:lnTo>
                  <a:pt x="213409" y="9835"/>
                </a:lnTo>
                <a:lnTo>
                  <a:pt x="217741" y="13493"/>
                </a:lnTo>
                <a:lnTo>
                  <a:pt x="221603" y="16972"/>
                </a:lnTo>
                <a:lnTo>
                  <a:pt x="225043" y="20335"/>
                </a:lnTo>
                <a:lnTo>
                  <a:pt x="228109" y="23640"/>
                </a:lnTo>
                <a:lnTo>
                  <a:pt x="230850" y="26949"/>
                </a:lnTo>
                <a:lnTo>
                  <a:pt x="233313" y="30322"/>
                </a:lnTo>
                <a:lnTo>
                  <a:pt x="235547" y="33820"/>
                </a:lnTo>
                <a:lnTo>
                  <a:pt x="237599" y="37502"/>
                </a:lnTo>
                <a:lnTo>
                  <a:pt x="239518" y="41430"/>
                </a:lnTo>
                <a:lnTo>
                  <a:pt x="241351" y="45664"/>
                </a:lnTo>
                <a:lnTo>
                  <a:pt x="243147" y="50265"/>
                </a:lnTo>
                <a:lnTo>
                  <a:pt x="244616" y="54607"/>
                </a:lnTo>
                <a:lnTo>
                  <a:pt x="245947" y="59058"/>
                </a:lnTo>
                <a:lnTo>
                  <a:pt x="247143" y="63632"/>
                </a:lnTo>
                <a:lnTo>
                  <a:pt x="248206" y="68342"/>
                </a:lnTo>
                <a:lnTo>
                  <a:pt x="249137" y="73201"/>
                </a:lnTo>
                <a:lnTo>
                  <a:pt x="249938" y="78223"/>
                </a:lnTo>
                <a:lnTo>
                  <a:pt x="250611" y="83422"/>
                </a:lnTo>
                <a:lnTo>
                  <a:pt x="251157" y="88810"/>
                </a:lnTo>
                <a:lnTo>
                  <a:pt x="251579" y="94400"/>
                </a:lnTo>
                <a:lnTo>
                  <a:pt x="251878" y="100208"/>
                </a:lnTo>
                <a:lnTo>
                  <a:pt x="252057" y="106244"/>
                </a:lnTo>
                <a:lnTo>
                  <a:pt x="252116" y="112524"/>
                </a:lnTo>
                <a:lnTo>
                  <a:pt x="252046" y="119074"/>
                </a:lnTo>
                <a:lnTo>
                  <a:pt x="251837" y="125398"/>
                </a:lnTo>
                <a:lnTo>
                  <a:pt x="251487" y="131496"/>
                </a:lnTo>
                <a:lnTo>
                  <a:pt x="250996" y="137368"/>
                </a:lnTo>
                <a:lnTo>
                  <a:pt x="250362" y="143011"/>
                </a:lnTo>
                <a:lnTo>
                  <a:pt x="249586" y="148426"/>
                </a:lnTo>
                <a:lnTo>
                  <a:pt x="248665" y="153612"/>
                </a:lnTo>
                <a:lnTo>
                  <a:pt x="247599" y="158567"/>
                </a:lnTo>
                <a:lnTo>
                  <a:pt x="246388" y="163291"/>
                </a:lnTo>
                <a:lnTo>
                  <a:pt x="245029" y="167782"/>
                </a:lnTo>
                <a:lnTo>
                  <a:pt x="243523" y="172041"/>
                </a:lnTo>
                <a:lnTo>
                  <a:pt x="241869" y="176066"/>
                </a:lnTo>
                <a:lnTo>
                  <a:pt x="240059" y="179964"/>
                </a:lnTo>
                <a:lnTo>
                  <a:pt x="238192" y="183618"/>
                </a:lnTo>
                <a:lnTo>
                  <a:pt x="236232" y="187071"/>
                </a:lnTo>
                <a:lnTo>
                  <a:pt x="234144" y="190367"/>
                </a:lnTo>
                <a:lnTo>
                  <a:pt x="231893" y="193548"/>
                </a:lnTo>
                <a:lnTo>
                  <a:pt x="229442" y="196659"/>
                </a:lnTo>
                <a:lnTo>
                  <a:pt x="226757" y="199743"/>
                </a:lnTo>
                <a:lnTo>
                  <a:pt x="223801" y="202845"/>
                </a:lnTo>
                <a:lnTo>
                  <a:pt x="220539" y="206007"/>
                </a:lnTo>
                <a:lnTo>
                  <a:pt x="216935" y="209272"/>
                </a:lnTo>
                <a:lnTo>
                  <a:pt x="212954" y="212686"/>
                </a:lnTo>
                <a:lnTo>
                  <a:pt x="208560" y="216291"/>
                </a:lnTo>
                <a:lnTo>
                  <a:pt x="210866" y="220392"/>
                </a:lnTo>
                <a:close/>
                <a:moveTo>
                  <a:pt x="522937" y="130398"/>
                </a:moveTo>
                <a:lnTo>
                  <a:pt x="521863" y="132753"/>
                </a:lnTo>
                <a:lnTo>
                  <a:pt x="520818" y="134957"/>
                </a:lnTo>
                <a:lnTo>
                  <a:pt x="519798" y="137016"/>
                </a:lnTo>
                <a:lnTo>
                  <a:pt x="518799" y="138939"/>
                </a:lnTo>
                <a:lnTo>
                  <a:pt x="517818" y="140734"/>
                </a:lnTo>
                <a:lnTo>
                  <a:pt x="516851" y="142409"/>
                </a:lnTo>
                <a:lnTo>
                  <a:pt x="515895" y="143971"/>
                </a:lnTo>
                <a:lnTo>
                  <a:pt x="514946" y="145430"/>
                </a:lnTo>
                <a:lnTo>
                  <a:pt x="514000" y="146793"/>
                </a:lnTo>
                <a:lnTo>
                  <a:pt x="513055" y="148067"/>
                </a:lnTo>
                <a:lnTo>
                  <a:pt x="512106" y="149262"/>
                </a:lnTo>
                <a:lnTo>
                  <a:pt x="511150" y="150384"/>
                </a:lnTo>
                <a:lnTo>
                  <a:pt x="508800" y="152771"/>
                </a:lnTo>
                <a:lnTo>
                  <a:pt x="506229" y="154937"/>
                </a:lnTo>
                <a:lnTo>
                  <a:pt x="503431" y="156884"/>
                </a:lnTo>
                <a:lnTo>
                  <a:pt x="500398" y="158615"/>
                </a:lnTo>
                <a:lnTo>
                  <a:pt x="497123" y="160132"/>
                </a:lnTo>
                <a:lnTo>
                  <a:pt x="493599" y="161438"/>
                </a:lnTo>
                <a:lnTo>
                  <a:pt x="489818" y="162535"/>
                </a:lnTo>
                <a:lnTo>
                  <a:pt x="485775" y="163428"/>
                </a:lnTo>
                <a:lnTo>
                  <a:pt x="481461" y="164117"/>
                </a:lnTo>
                <a:lnTo>
                  <a:pt x="476869" y="164606"/>
                </a:lnTo>
                <a:lnTo>
                  <a:pt x="471992" y="164897"/>
                </a:lnTo>
                <a:lnTo>
                  <a:pt x="466823" y="164994"/>
                </a:lnTo>
                <a:lnTo>
                  <a:pt x="449657" y="164994"/>
                </a:lnTo>
                <a:lnTo>
                  <a:pt x="445294" y="164958"/>
                </a:lnTo>
                <a:lnTo>
                  <a:pt x="441530" y="164838"/>
                </a:lnTo>
                <a:lnTo>
                  <a:pt x="438323" y="164613"/>
                </a:lnTo>
                <a:lnTo>
                  <a:pt x="435632" y="164262"/>
                </a:lnTo>
                <a:lnTo>
                  <a:pt x="433413" y="163766"/>
                </a:lnTo>
                <a:lnTo>
                  <a:pt x="431626" y="163103"/>
                </a:lnTo>
                <a:lnTo>
                  <a:pt x="430228" y="162253"/>
                </a:lnTo>
                <a:lnTo>
                  <a:pt x="429179" y="161196"/>
                </a:lnTo>
                <a:lnTo>
                  <a:pt x="428435" y="159911"/>
                </a:lnTo>
                <a:lnTo>
                  <a:pt x="427956" y="158378"/>
                </a:lnTo>
                <a:lnTo>
                  <a:pt x="427699" y="156576"/>
                </a:lnTo>
                <a:lnTo>
                  <a:pt x="427623" y="154485"/>
                </a:lnTo>
                <a:lnTo>
                  <a:pt x="427623" y="33274"/>
                </a:lnTo>
                <a:lnTo>
                  <a:pt x="427705" y="29022"/>
                </a:lnTo>
                <a:lnTo>
                  <a:pt x="427982" y="25337"/>
                </a:lnTo>
                <a:lnTo>
                  <a:pt x="428500" y="22174"/>
                </a:lnTo>
                <a:lnTo>
                  <a:pt x="429303" y="19492"/>
                </a:lnTo>
                <a:lnTo>
                  <a:pt x="430437" y="17248"/>
                </a:lnTo>
                <a:lnTo>
                  <a:pt x="431947" y="15399"/>
                </a:lnTo>
                <a:lnTo>
                  <a:pt x="433879" y="13903"/>
                </a:lnTo>
                <a:lnTo>
                  <a:pt x="436278" y="12716"/>
                </a:lnTo>
                <a:lnTo>
                  <a:pt x="439189" y="11796"/>
                </a:lnTo>
                <a:lnTo>
                  <a:pt x="442658" y="11100"/>
                </a:lnTo>
                <a:lnTo>
                  <a:pt x="446731" y="10587"/>
                </a:lnTo>
                <a:lnTo>
                  <a:pt x="451451" y="10212"/>
                </a:lnTo>
                <a:lnTo>
                  <a:pt x="451451" y="5340"/>
                </a:lnTo>
                <a:lnTo>
                  <a:pt x="379199" y="5340"/>
                </a:lnTo>
                <a:lnTo>
                  <a:pt x="379199" y="10212"/>
                </a:lnTo>
                <a:lnTo>
                  <a:pt x="383621" y="10646"/>
                </a:lnTo>
                <a:lnTo>
                  <a:pt x="387434" y="11208"/>
                </a:lnTo>
                <a:lnTo>
                  <a:pt x="390682" y="11941"/>
                </a:lnTo>
                <a:lnTo>
                  <a:pt x="393406" y="12888"/>
                </a:lnTo>
                <a:lnTo>
                  <a:pt x="395650" y="14091"/>
                </a:lnTo>
                <a:lnTo>
                  <a:pt x="397456" y="15593"/>
                </a:lnTo>
                <a:lnTo>
                  <a:pt x="398867" y="17436"/>
                </a:lnTo>
                <a:lnTo>
                  <a:pt x="399925" y="19664"/>
                </a:lnTo>
                <a:lnTo>
                  <a:pt x="400675" y="22319"/>
                </a:lnTo>
                <a:lnTo>
                  <a:pt x="401157" y="25444"/>
                </a:lnTo>
                <a:lnTo>
                  <a:pt x="401415" y="29082"/>
                </a:lnTo>
                <a:lnTo>
                  <a:pt x="401491" y="33274"/>
                </a:lnTo>
                <a:lnTo>
                  <a:pt x="401491" y="147053"/>
                </a:lnTo>
                <a:lnTo>
                  <a:pt x="401410" y="151251"/>
                </a:lnTo>
                <a:lnTo>
                  <a:pt x="401139" y="154902"/>
                </a:lnTo>
                <a:lnTo>
                  <a:pt x="400638" y="158046"/>
                </a:lnTo>
                <a:lnTo>
                  <a:pt x="399868" y="160722"/>
                </a:lnTo>
                <a:lnTo>
                  <a:pt x="398788" y="162971"/>
                </a:lnTo>
                <a:lnTo>
                  <a:pt x="397359" y="164833"/>
                </a:lnTo>
                <a:lnTo>
                  <a:pt x="395540" y="166347"/>
                </a:lnTo>
                <a:lnTo>
                  <a:pt x="393291" y="167555"/>
                </a:lnTo>
                <a:lnTo>
                  <a:pt x="390573" y="168495"/>
                </a:lnTo>
                <a:lnTo>
                  <a:pt x="387345" y="169209"/>
                </a:lnTo>
                <a:lnTo>
                  <a:pt x="383567" y="169736"/>
                </a:lnTo>
                <a:lnTo>
                  <a:pt x="379199" y="170115"/>
                </a:lnTo>
                <a:lnTo>
                  <a:pt x="379199" y="174983"/>
                </a:lnTo>
                <a:lnTo>
                  <a:pt x="517041" y="174983"/>
                </a:lnTo>
                <a:lnTo>
                  <a:pt x="529341" y="130402"/>
                </a:lnTo>
                <a:lnTo>
                  <a:pt x="522937" y="130398"/>
                </a:lnTo>
                <a:close/>
                <a:moveTo>
                  <a:pt x="596727" y="57134"/>
                </a:moveTo>
                <a:lnTo>
                  <a:pt x="588616" y="57638"/>
                </a:lnTo>
                <a:lnTo>
                  <a:pt x="580967" y="59119"/>
                </a:lnTo>
                <a:lnTo>
                  <a:pt x="573827" y="61528"/>
                </a:lnTo>
                <a:lnTo>
                  <a:pt x="567242" y="64817"/>
                </a:lnTo>
                <a:lnTo>
                  <a:pt x="561259" y="68938"/>
                </a:lnTo>
                <a:lnTo>
                  <a:pt x="555923" y="73844"/>
                </a:lnTo>
                <a:lnTo>
                  <a:pt x="551282" y="79486"/>
                </a:lnTo>
                <a:lnTo>
                  <a:pt x="547380" y="85816"/>
                </a:lnTo>
                <a:lnTo>
                  <a:pt x="544265" y="92786"/>
                </a:lnTo>
                <a:lnTo>
                  <a:pt x="541983" y="100348"/>
                </a:lnTo>
                <a:lnTo>
                  <a:pt x="540580" y="108454"/>
                </a:lnTo>
                <a:lnTo>
                  <a:pt x="540102" y="117055"/>
                </a:lnTo>
                <a:lnTo>
                  <a:pt x="540589" y="125505"/>
                </a:lnTo>
                <a:lnTo>
                  <a:pt x="542016" y="133533"/>
                </a:lnTo>
                <a:lnTo>
                  <a:pt x="544329" y="141079"/>
                </a:lnTo>
                <a:lnTo>
                  <a:pt x="547475" y="148084"/>
                </a:lnTo>
                <a:lnTo>
                  <a:pt x="551400" y="154488"/>
                </a:lnTo>
                <a:lnTo>
                  <a:pt x="556051" y="160232"/>
                </a:lnTo>
                <a:lnTo>
                  <a:pt x="561375" y="165255"/>
                </a:lnTo>
                <a:lnTo>
                  <a:pt x="567317" y="169499"/>
                </a:lnTo>
                <a:lnTo>
                  <a:pt x="573826" y="172903"/>
                </a:lnTo>
                <a:lnTo>
                  <a:pt x="580846" y="175409"/>
                </a:lnTo>
                <a:lnTo>
                  <a:pt x="588326" y="176956"/>
                </a:lnTo>
                <a:lnTo>
                  <a:pt x="596211" y="177485"/>
                </a:lnTo>
                <a:lnTo>
                  <a:pt x="604112" y="176930"/>
                </a:lnTo>
                <a:lnTo>
                  <a:pt x="611635" y="175311"/>
                </a:lnTo>
                <a:lnTo>
                  <a:pt x="618719" y="172691"/>
                </a:lnTo>
                <a:lnTo>
                  <a:pt x="625307" y="169139"/>
                </a:lnTo>
                <a:lnTo>
                  <a:pt x="631339" y="164718"/>
                </a:lnTo>
                <a:lnTo>
                  <a:pt x="636758" y="159496"/>
                </a:lnTo>
                <a:lnTo>
                  <a:pt x="641504" y="153538"/>
                </a:lnTo>
                <a:lnTo>
                  <a:pt x="645519" y="146909"/>
                </a:lnTo>
                <a:lnTo>
                  <a:pt x="648744" y="139675"/>
                </a:lnTo>
                <a:lnTo>
                  <a:pt x="651120" y="131903"/>
                </a:lnTo>
                <a:lnTo>
                  <a:pt x="652588" y="123659"/>
                </a:lnTo>
                <a:lnTo>
                  <a:pt x="653091" y="115007"/>
                </a:lnTo>
                <a:lnTo>
                  <a:pt x="652608" y="106821"/>
                </a:lnTo>
                <a:lnTo>
                  <a:pt x="651193" y="99073"/>
                </a:lnTo>
                <a:lnTo>
                  <a:pt x="648896" y="91813"/>
                </a:lnTo>
                <a:lnTo>
                  <a:pt x="645765" y="85094"/>
                </a:lnTo>
                <a:lnTo>
                  <a:pt x="641852" y="78970"/>
                </a:lnTo>
                <a:lnTo>
                  <a:pt x="637206" y="73491"/>
                </a:lnTo>
                <a:lnTo>
                  <a:pt x="631877" y="68712"/>
                </a:lnTo>
                <a:lnTo>
                  <a:pt x="625915" y="64684"/>
                </a:lnTo>
                <a:lnTo>
                  <a:pt x="619369" y="61459"/>
                </a:lnTo>
                <a:lnTo>
                  <a:pt x="612289" y="59091"/>
                </a:lnTo>
                <a:lnTo>
                  <a:pt x="604725" y="57632"/>
                </a:lnTo>
                <a:lnTo>
                  <a:pt x="596727" y="57134"/>
                </a:lnTo>
                <a:moveTo>
                  <a:pt x="593396" y="64312"/>
                </a:moveTo>
                <a:lnTo>
                  <a:pt x="598638" y="64816"/>
                </a:lnTo>
                <a:lnTo>
                  <a:pt x="603583" y="66295"/>
                </a:lnTo>
                <a:lnTo>
                  <a:pt x="608200" y="68700"/>
                </a:lnTo>
                <a:lnTo>
                  <a:pt x="612460" y="71983"/>
                </a:lnTo>
                <a:lnTo>
                  <a:pt x="616332" y="76095"/>
                </a:lnTo>
                <a:lnTo>
                  <a:pt x="619785" y="80986"/>
                </a:lnTo>
                <a:lnTo>
                  <a:pt x="622790" y="86608"/>
                </a:lnTo>
                <a:lnTo>
                  <a:pt x="625317" y="92912"/>
                </a:lnTo>
                <a:lnTo>
                  <a:pt x="627335" y="99848"/>
                </a:lnTo>
                <a:lnTo>
                  <a:pt x="628813" y="107369"/>
                </a:lnTo>
                <a:lnTo>
                  <a:pt x="629723" y="115425"/>
                </a:lnTo>
                <a:lnTo>
                  <a:pt x="630032" y="123967"/>
                </a:lnTo>
                <a:lnTo>
                  <a:pt x="629795" y="130957"/>
                </a:lnTo>
                <a:lnTo>
                  <a:pt x="629090" y="137447"/>
                </a:lnTo>
                <a:lnTo>
                  <a:pt x="627931" y="143415"/>
                </a:lnTo>
                <a:lnTo>
                  <a:pt x="626332" y="148842"/>
                </a:lnTo>
                <a:lnTo>
                  <a:pt x="624306" y="153707"/>
                </a:lnTo>
                <a:lnTo>
                  <a:pt x="621866" y="157989"/>
                </a:lnTo>
                <a:lnTo>
                  <a:pt x="619026" y="161669"/>
                </a:lnTo>
                <a:lnTo>
                  <a:pt x="615799" y="164726"/>
                </a:lnTo>
                <a:lnTo>
                  <a:pt x="612198" y="167139"/>
                </a:lnTo>
                <a:lnTo>
                  <a:pt x="608237" y="168887"/>
                </a:lnTo>
                <a:lnTo>
                  <a:pt x="603929" y="169952"/>
                </a:lnTo>
                <a:lnTo>
                  <a:pt x="599288" y="170311"/>
                </a:lnTo>
                <a:lnTo>
                  <a:pt x="596803" y="170184"/>
                </a:lnTo>
                <a:lnTo>
                  <a:pt x="594351" y="169808"/>
                </a:lnTo>
                <a:lnTo>
                  <a:pt x="591946" y="169191"/>
                </a:lnTo>
                <a:lnTo>
                  <a:pt x="589599" y="168339"/>
                </a:lnTo>
                <a:lnTo>
                  <a:pt x="587323" y="167260"/>
                </a:lnTo>
                <a:lnTo>
                  <a:pt x="585132" y="165960"/>
                </a:lnTo>
                <a:lnTo>
                  <a:pt x="583036" y="164446"/>
                </a:lnTo>
                <a:lnTo>
                  <a:pt x="581049" y="162726"/>
                </a:lnTo>
                <a:lnTo>
                  <a:pt x="579183" y="160807"/>
                </a:lnTo>
                <a:lnTo>
                  <a:pt x="577450" y="158696"/>
                </a:lnTo>
                <a:lnTo>
                  <a:pt x="575863" y="156400"/>
                </a:lnTo>
                <a:lnTo>
                  <a:pt x="574435" y="153926"/>
                </a:lnTo>
                <a:lnTo>
                  <a:pt x="572706" y="150504"/>
                </a:lnTo>
                <a:lnTo>
                  <a:pt x="571109" y="146904"/>
                </a:lnTo>
                <a:lnTo>
                  <a:pt x="569647" y="143143"/>
                </a:lnTo>
                <a:lnTo>
                  <a:pt x="568323" y="139236"/>
                </a:lnTo>
                <a:lnTo>
                  <a:pt x="567142" y="135197"/>
                </a:lnTo>
                <a:lnTo>
                  <a:pt x="566107" y="131042"/>
                </a:lnTo>
                <a:lnTo>
                  <a:pt x="565222" y="126785"/>
                </a:lnTo>
                <a:lnTo>
                  <a:pt x="564489" y="122442"/>
                </a:lnTo>
                <a:lnTo>
                  <a:pt x="563913" y="118028"/>
                </a:lnTo>
                <a:lnTo>
                  <a:pt x="563497" y="113558"/>
                </a:lnTo>
                <a:lnTo>
                  <a:pt x="563245" y="109046"/>
                </a:lnTo>
                <a:lnTo>
                  <a:pt x="563160" y="104510"/>
                </a:lnTo>
                <a:lnTo>
                  <a:pt x="563407" y="98609"/>
                </a:lnTo>
                <a:lnTo>
                  <a:pt x="564136" y="93086"/>
                </a:lnTo>
                <a:lnTo>
                  <a:pt x="565326" y="87966"/>
                </a:lnTo>
                <a:lnTo>
                  <a:pt x="566956" y="83277"/>
                </a:lnTo>
                <a:lnTo>
                  <a:pt x="569006" y="79042"/>
                </a:lnTo>
                <a:lnTo>
                  <a:pt x="571455" y="75289"/>
                </a:lnTo>
                <a:lnTo>
                  <a:pt x="574284" y="72042"/>
                </a:lnTo>
                <a:lnTo>
                  <a:pt x="577471" y="69328"/>
                </a:lnTo>
                <a:lnTo>
                  <a:pt x="580996" y="67172"/>
                </a:lnTo>
                <a:lnTo>
                  <a:pt x="584839" y="65600"/>
                </a:lnTo>
                <a:lnTo>
                  <a:pt x="588979" y="64638"/>
                </a:lnTo>
                <a:lnTo>
                  <a:pt x="593396" y="64312"/>
                </a:lnTo>
                <a:close/>
                <a:moveTo>
                  <a:pt x="800674" y="59636"/>
                </a:moveTo>
                <a:lnTo>
                  <a:pt x="800674" y="63483"/>
                </a:lnTo>
                <a:lnTo>
                  <a:pt x="802725" y="63932"/>
                </a:lnTo>
                <a:lnTo>
                  <a:pt x="804533" y="64390"/>
                </a:lnTo>
                <a:lnTo>
                  <a:pt x="806110" y="64867"/>
                </a:lnTo>
                <a:lnTo>
                  <a:pt x="807467" y="65369"/>
                </a:lnTo>
                <a:lnTo>
                  <a:pt x="808618" y="65908"/>
                </a:lnTo>
                <a:lnTo>
                  <a:pt x="809576" y="66491"/>
                </a:lnTo>
                <a:lnTo>
                  <a:pt x="810352" y="67128"/>
                </a:lnTo>
                <a:lnTo>
                  <a:pt x="810958" y="67827"/>
                </a:lnTo>
                <a:lnTo>
                  <a:pt x="811409" y="68597"/>
                </a:lnTo>
                <a:lnTo>
                  <a:pt x="811715" y="69447"/>
                </a:lnTo>
                <a:lnTo>
                  <a:pt x="811890" y="70386"/>
                </a:lnTo>
                <a:lnTo>
                  <a:pt x="811945" y="71423"/>
                </a:lnTo>
                <a:lnTo>
                  <a:pt x="811913" y="72430"/>
                </a:lnTo>
                <a:lnTo>
                  <a:pt x="811818" y="73528"/>
                </a:lnTo>
                <a:lnTo>
                  <a:pt x="811661" y="74712"/>
                </a:lnTo>
                <a:lnTo>
                  <a:pt x="811442" y="75975"/>
                </a:lnTo>
                <a:lnTo>
                  <a:pt x="811163" y="77314"/>
                </a:lnTo>
                <a:lnTo>
                  <a:pt x="810824" y="78722"/>
                </a:lnTo>
                <a:lnTo>
                  <a:pt x="810427" y="80194"/>
                </a:lnTo>
                <a:lnTo>
                  <a:pt x="809972" y="81725"/>
                </a:lnTo>
                <a:lnTo>
                  <a:pt x="809459" y="83309"/>
                </a:lnTo>
                <a:lnTo>
                  <a:pt x="808891" y="84941"/>
                </a:lnTo>
                <a:lnTo>
                  <a:pt x="808268" y="86616"/>
                </a:lnTo>
                <a:lnTo>
                  <a:pt x="807590" y="88328"/>
                </a:lnTo>
                <a:lnTo>
                  <a:pt x="784531" y="145188"/>
                </a:lnTo>
                <a:lnTo>
                  <a:pt x="763009" y="87816"/>
                </a:lnTo>
                <a:lnTo>
                  <a:pt x="762009" y="85107"/>
                </a:lnTo>
                <a:lnTo>
                  <a:pt x="761175" y="82836"/>
                </a:lnTo>
                <a:lnTo>
                  <a:pt x="760492" y="80952"/>
                </a:lnTo>
                <a:lnTo>
                  <a:pt x="759945" y="79401"/>
                </a:lnTo>
                <a:lnTo>
                  <a:pt x="759519" y="78131"/>
                </a:lnTo>
                <a:lnTo>
                  <a:pt x="759199" y="77089"/>
                </a:lnTo>
                <a:lnTo>
                  <a:pt x="758969" y="76224"/>
                </a:lnTo>
                <a:lnTo>
                  <a:pt x="758815" y="75482"/>
                </a:lnTo>
                <a:lnTo>
                  <a:pt x="758722" y="74811"/>
                </a:lnTo>
                <a:lnTo>
                  <a:pt x="758674" y="74159"/>
                </a:lnTo>
                <a:lnTo>
                  <a:pt x="758657" y="73474"/>
                </a:lnTo>
                <a:lnTo>
                  <a:pt x="758654" y="72702"/>
                </a:lnTo>
                <a:lnTo>
                  <a:pt x="758717" y="71371"/>
                </a:lnTo>
                <a:lnTo>
                  <a:pt x="758919" y="70187"/>
                </a:lnTo>
                <a:lnTo>
                  <a:pt x="759283" y="69136"/>
                </a:lnTo>
                <a:lnTo>
                  <a:pt x="759831" y="68206"/>
                </a:lnTo>
                <a:lnTo>
                  <a:pt x="760585" y="67382"/>
                </a:lnTo>
                <a:lnTo>
                  <a:pt x="761569" y="66651"/>
                </a:lnTo>
                <a:lnTo>
                  <a:pt x="762803" y="66001"/>
                </a:lnTo>
                <a:lnTo>
                  <a:pt x="764310" y="65417"/>
                </a:lnTo>
                <a:lnTo>
                  <a:pt x="766112" y="64887"/>
                </a:lnTo>
                <a:lnTo>
                  <a:pt x="768232" y="64396"/>
                </a:lnTo>
                <a:lnTo>
                  <a:pt x="770692" y="63933"/>
                </a:lnTo>
                <a:lnTo>
                  <a:pt x="773514" y="63483"/>
                </a:lnTo>
                <a:lnTo>
                  <a:pt x="773514" y="59636"/>
                </a:lnTo>
                <a:lnTo>
                  <a:pt x="721502" y="59636"/>
                </a:lnTo>
                <a:lnTo>
                  <a:pt x="721502" y="63483"/>
                </a:lnTo>
                <a:lnTo>
                  <a:pt x="723743" y="63782"/>
                </a:lnTo>
                <a:lnTo>
                  <a:pt x="725747" y="64187"/>
                </a:lnTo>
                <a:lnTo>
                  <a:pt x="727543" y="64731"/>
                </a:lnTo>
                <a:lnTo>
                  <a:pt x="729160" y="65446"/>
                </a:lnTo>
                <a:lnTo>
                  <a:pt x="730627" y="66363"/>
                </a:lnTo>
                <a:lnTo>
                  <a:pt x="731975" y="67516"/>
                </a:lnTo>
                <a:lnTo>
                  <a:pt x="733231" y="68935"/>
                </a:lnTo>
                <a:lnTo>
                  <a:pt x="734426" y="70653"/>
                </a:lnTo>
                <a:lnTo>
                  <a:pt x="735589" y="72702"/>
                </a:lnTo>
                <a:lnTo>
                  <a:pt x="736750" y="75113"/>
                </a:lnTo>
                <a:lnTo>
                  <a:pt x="737937" y="77920"/>
                </a:lnTo>
                <a:lnTo>
                  <a:pt x="739181" y="81154"/>
                </a:lnTo>
                <a:lnTo>
                  <a:pt x="739629" y="82371"/>
                </a:lnTo>
                <a:lnTo>
                  <a:pt x="740077" y="83586"/>
                </a:lnTo>
                <a:lnTo>
                  <a:pt x="740522" y="84800"/>
                </a:lnTo>
                <a:lnTo>
                  <a:pt x="740965" y="86012"/>
                </a:lnTo>
                <a:lnTo>
                  <a:pt x="741404" y="87220"/>
                </a:lnTo>
                <a:lnTo>
                  <a:pt x="741839" y="88423"/>
                </a:lnTo>
                <a:lnTo>
                  <a:pt x="742268" y="89621"/>
                </a:lnTo>
                <a:lnTo>
                  <a:pt x="742692" y="90812"/>
                </a:lnTo>
                <a:lnTo>
                  <a:pt x="743108" y="91997"/>
                </a:lnTo>
                <a:lnTo>
                  <a:pt x="743516" y="93173"/>
                </a:lnTo>
                <a:lnTo>
                  <a:pt x="743916" y="94341"/>
                </a:lnTo>
                <a:lnTo>
                  <a:pt x="744306" y="95498"/>
                </a:lnTo>
                <a:lnTo>
                  <a:pt x="720990" y="146471"/>
                </a:lnTo>
                <a:lnTo>
                  <a:pt x="695625" y="79618"/>
                </a:lnTo>
                <a:lnTo>
                  <a:pt x="695379" y="78977"/>
                </a:lnTo>
                <a:lnTo>
                  <a:pt x="695155" y="78337"/>
                </a:lnTo>
                <a:lnTo>
                  <a:pt x="694953" y="77697"/>
                </a:lnTo>
                <a:lnTo>
                  <a:pt x="694771" y="77057"/>
                </a:lnTo>
                <a:lnTo>
                  <a:pt x="694611" y="76417"/>
                </a:lnTo>
                <a:lnTo>
                  <a:pt x="694472" y="75776"/>
                </a:lnTo>
                <a:lnTo>
                  <a:pt x="694355" y="75136"/>
                </a:lnTo>
                <a:lnTo>
                  <a:pt x="694259" y="74496"/>
                </a:lnTo>
                <a:lnTo>
                  <a:pt x="694184" y="73856"/>
                </a:lnTo>
                <a:lnTo>
                  <a:pt x="694131" y="73216"/>
                </a:lnTo>
                <a:lnTo>
                  <a:pt x="694099" y="72576"/>
                </a:lnTo>
                <a:lnTo>
                  <a:pt x="694088" y="71935"/>
                </a:lnTo>
                <a:lnTo>
                  <a:pt x="694154" y="70659"/>
                </a:lnTo>
                <a:lnTo>
                  <a:pt x="694356" y="69512"/>
                </a:lnTo>
                <a:lnTo>
                  <a:pt x="694705" y="68489"/>
                </a:lnTo>
                <a:lnTo>
                  <a:pt x="695208" y="67581"/>
                </a:lnTo>
                <a:lnTo>
                  <a:pt x="695874" y="66779"/>
                </a:lnTo>
                <a:lnTo>
                  <a:pt x="696714" y="66076"/>
                </a:lnTo>
                <a:lnTo>
                  <a:pt x="697734" y="65464"/>
                </a:lnTo>
                <a:lnTo>
                  <a:pt x="698945" y="64934"/>
                </a:lnTo>
                <a:lnTo>
                  <a:pt x="700356" y="64479"/>
                </a:lnTo>
                <a:lnTo>
                  <a:pt x="701974" y="64091"/>
                </a:lnTo>
                <a:lnTo>
                  <a:pt x="703810" y="63762"/>
                </a:lnTo>
                <a:lnTo>
                  <a:pt x="705872" y="63483"/>
                </a:lnTo>
                <a:lnTo>
                  <a:pt x="705872" y="59636"/>
                </a:lnTo>
                <a:lnTo>
                  <a:pt x="659755" y="59636"/>
                </a:lnTo>
                <a:lnTo>
                  <a:pt x="659755" y="63483"/>
                </a:lnTo>
                <a:lnTo>
                  <a:pt x="661152" y="63659"/>
                </a:lnTo>
                <a:lnTo>
                  <a:pt x="662415" y="63949"/>
                </a:lnTo>
                <a:lnTo>
                  <a:pt x="663569" y="64383"/>
                </a:lnTo>
                <a:lnTo>
                  <a:pt x="664641" y="64991"/>
                </a:lnTo>
                <a:lnTo>
                  <a:pt x="665655" y="65802"/>
                </a:lnTo>
                <a:lnTo>
                  <a:pt x="666639" y="66844"/>
                </a:lnTo>
                <a:lnTo>
                  <a:pt x="667617" y="68148"/>
                </a:lnTo>
                <a:lnTo>
                  <a:pt x="668616" y="69743"/>
                </a:lnTo>
                <a:lnTo>
                  <a:pt x="669661" y="71658"/>
                </a:lnTo>
                <a:lnTo>
                  <a:pt x="670778" y="73923"/>
                </a:lnTo>
                <a:lnTo>
                  <a:pt x="671994" y="76566"/>
                </a:lnTo>
                <a:lnTo>
                  <a:pt x="673333" y="79618"/>
                </a:lnTo>
                <a:lnTo>
                  <a:pt x="707924" y="167214"/>
                </a:lnTo>
                <a:lnTo>
                  <a:pt x="708671" y="169051"/>
                </a:lnTo>
                <a:lnTo>
                  <a:pt x="709378" y="170718"/>
                </a:lnTo>
                <a:lnTo>
                  <a:pt x="710045" y="172218"/>
                </a:lnTo>
                <a:lnTo>
                  <a:pt x="710675" y="173553"/>
                </a:lnTo>
                <a:lnTo>
                  <a:pt x="711269" y="174723"/>
                </a:lnTo>
                <a:lnTo>
                  <a:pt x="711829" y="175732"/>
                </a:lnTo>
                <a:lnTo>
                  <a:pt x="712358" y="176581"/>
                </a:lnTo>
                <a:lnTo>
                  <a:pt x="712856" y="177272"/>
                </a:lnTo>
                <a:lnTo>
                  <a:pt x="713326" y="177805"/>
                </a:lnTo>
                <a:lnTo>
                  <a:pt x="713769" y="178184"/>
                </a:lnTo>
                <a:lnTo>
                  <a:pt x="714187" y="178411"/>
                </a:lnTo>
                <a:lnTo>
                  <a:pt x="714582" y="178486"/>
                </a:lnTo>
                <a:lnTo>
                  <a:pt x="714919" y="178416"/>
                </a:lnTo>
                <a:lnTo>
                  <a:pt x="715288" y="178208"/>
                </a:lnTo>
                <a:lnTo>
                  <a:pt x="715692" y="177862"/>
                </a:lnTo>
                <a:lnTo>
                  <a:pt x="716129" y="177376"/>
                </a:lnTo>
                <a:lnTo>
                  <a:pt x="716603" y="176752"/>
                </a:lnTo>
                <a:lnTo>
                  <a:pt x="717113" y="175989"/>
                </a:lnTo>
                <a:lnTo>
                  <a:pt x="717660" y="175088"/>
                </a:lnTo>
                <a:lnTo>
                  <a:pt x="718246" y="174047"/>
                </a:lnTo>
                <a:lnTo>
                  <a:pt x="718871" y="172868"/>
                </a:lnTo>
                <a:lnTo>
                  <a:pt x="719536" y="171550"/>
                </a:lnTo>
                <a:lnTo>
                  <a:pt x="720242" y="170093"/>
                </a:lnTo>
                <a:lnTo>
                  <a:pt x="720990" y="168497"/>
                </a:lnTo>
                <a:lnTo>
                  <a:pt x="749686" y="107023"/>
                </a:lnTo>
                <a:lnTo>
                  <a:pt x="773002" y="167472"/>
                </a:lnTo>
                <a:lnTo>
                  <a:pt x="773847" y="169680"/>
                </a:lnTo>
                <a:lnTo>
                  <a:pt x="774595" y="171579"/>
                </a:lnTo>
                <a:lnTo>
                  <a:pt x="775259" y="173191"/>
                </a:lnTo>
                <a:lnTo>
                  <a:pt x="775848" y="174540"/>
                </a:lnTo>
                <a:lnTo>
                  <a:pt x="776372" y="175646"/>
                </a:lnTo>
                <a:lnTo>
                  <a:pt x="776844" y="176533"/>
                </a:lnTo>
                <a:lnTo>
                  <a:pt x="777273" y="177222"/>
                </a:lnTo>
                <a:lnTo>
                  <a:pt x="777670" y="177736"/>
                </a:lnTo>
                <a:lnTo>
                  <a:pt x="778045" y="178097"/>
                </a:lnTo>
                <a:lnTo>
                  <a:pt x="778410" y="178328"/>
                </a:lnTo>
                <a:lnTo>
                  <a:pt x="778776" y="178450"/>
                </a:lnTo>
                <a:lnTo>
                  <a:pt x="779152" y="178486"/>
                </a:lnTo>
                <a:lnTo>
                  <a:pt x="779591" y="178434"/>
                </a:lnTo>
                <a:lnTo>
                  <a:pt x="780020" y="178268"/>
                </a:lnTo>
                <a:lnTo>
                  <a:pt x="780451" y="177966"/>
                </a:lnTo>
                <a:lnTo>
                  <a:pt x="780896" y="177509"/>
                </a:lnTo>
                <a:lnTo>
                  <a:pt x="781366" y="176878"/>
                </a:lnTo>
                <a:lnTo>
                  <a:pt x="781872" y="176053"/>
                </a:lnTo>
                <a:lnTo>
                  <a:pt x="782427" y="175015"/>
                </a:lnTo>
                <a:lnTo>
                  <a:pt x="783041" y="173744"/>
                </a:lnTo>
                <a:lnTo>
                  <a:pt x="783727" y="172220"/>
                </a:lnTo>
                <a:lnTo>
                  <a:pt x="784495" y="170424"/>
                </a:lnTo>
                <a:lnTo>
                  <a:pt x="785357" y="168336"/>
                </a:lnTo>
                <a:lnTo>
                  <a:pt x="786326" y="165936"/>
                </a:lnTo>
                <a:lnTo>
                  <a:pt x="821684" y="77311"/>
                </a:lnTo>
                <a:lnTo>
                  <a:pt x="822761" y="74814"/>
                </a:lnTo>
                <a:lnTo>
                  <a:pt x="823706" y="72677"/>
                </a:lnTo>
                <a:lnTo>
                  <a:pt x="824549" y="70865"/>
                </a:lnTo>
                <a:lnTo>
                  <a:pt x="825317" y="69344"/>
                </a:lnTo>
                <a:lnTo>
                  <a:pt x="826038" y="68079"/>
                </a:lnTo>
                <a:lnTo>
                  <a:pt x="826743" y="67035"/>
                </a:lnTo>
                <a:lnTo>
                  <a:pt x="827457" y="66178"/>
                </a:lnTo>
                <a:lnTo>
                  <a:pt x="828211" y="65474"/>
                </a:lnTo>
                <a:lnTo>
                  <a:pt x="829033" y="64887"/>
                </a:lnTo>
                <a:lnTo>
                  <a:pt x="829951" y="64382"/>
                </a:lnTo>
                <a:lnTo>
                  <a:pt x="830993" y="63926"/>
                </a:lnTo>
                <a:lnTo>
                  <a:pt x="832188" y="63483"/>
                </a:lnTo>
                <a:lnTo>
                  <a:pt x="832188" y="59636"/>
                </a:lnTo>
                <a:lnTo>
                  <a:pt x="800674" y="59636"/>
                </a:lnTo>
                <a:close/>
                <a:moveTo>
                  <a:pt x="943895" y="132893"/>
                </a:moveTo>
                <a:lnTo>
                  <a:pt x="940844" y="137515"/>
                </a:lnTo>
                <a:lnTo>
                  <a:pt x="937823" y="141651"/>
                </a:lnTo>
                <a:lnTo>
                  <a:pt x="934809" y="145317"/>
                </a:lnTo>
                <a:lnTo>
                  <a:pt x="931778" y="148530"/>
                </a:lnTo>
                <a:lnTo>
                  <a:pt x="928709" y="151304"/>
                </a:lnTo>
                <a:lnTo>
                  <a:pt x="925577" y="153657"/>
                </a:lnTo>
                <a:lnTo>
                  <a:pt x="922359" y="155604"/>
                </a:lnTo>
                <a:lnTo>
                  <a:pt x="919033" y="157160"/>
                </a:lnTo>
                <a:lnTo>
                  <a:pt x="915576" y="158344"/>
                </a:lnTo>
                <a:lnTo>
                  <a:pt x="911963" y="159169"/>
                </a:lnTo>
                <a:lnTo>
                  <a:pt x="908173" y="159652"/>
                </a:lnTo>
                <a:lnTo>
                  <a:pt x="904182" y="159810"/>
                </a:lnTo>
                <a:lnTo>
                  <a:pt x="900607" y="159655"/>
                </a:lnTo>
                <a:lnTo>
                  <a:pt x="897180" y="159191"/>
                </a:lnTo>
                <a:lnTo>
                  <a:pt x="893903" y="158420"/>
                </a:lnTo>
                <a:lnTo>
                  <a:pt x="890775" y="157341"/>
                </a:lnTo>
                <a:lnTo>
                  <a:pt x="887797" y="155956"/>
                </a:lnTo>
                <a:lnTo>
                  <a:pt x="884968" y="154266"/>
                </a:lnTo>
                <a:lnTo>
                  <a:pt x="882288" y="152271"/>
                </a:lnTo>
                <a:lnTo>
                  <a:pt x="879758" y="149973"/>
                </a:lnTo>
                <a:lnTo>
                  <a:pt x="877377" y="147372"/>
                </a:lnTo>
                <a:lnTo>
                  <a:pt x="875146" y="144470"/>
                </a:lnTo>
                <a:lnTo>
                  <a:pt x="873064" y="141267"/>
                </a:lnTo>
                <a:lnTo>
                  <a:pt x="871131" y="137764"/>
                </a:lnTo>
                <a:lnTo>
                  <a:pt x="870036" y="135350"/>
                </a:lnTo>
                <a:lnTo>
                  <a:pt x="869053" y="132960"/>
                </a:lnTo>
                <a:lnTo>
                  <a:pt x="868176" y="130565"/>
                </a:lnTo>
                <a:lnTo>
                  <a:pt x="867402" y="128136"/>
                </a:lnTo>
                <a:lnTo>
                  <a:pt x="866723" y="125642"/>
                </a:lnTo>
                <a:lnTo>
                  <a:pt x="866135" y="123054"/>
                </a:lnTo>
                <a:lnTo>
                  <a:pt x="865633" y="120344"/>
                </a:lnTo>
                <a:lnTo>
                  <a:pt x="865211" y="117482"/>
                </a:lnTo>
                <a:lnTo>
                  <a:pt x="864863" y="114438"/>
                </a:lnTo>
                <a:lnTo>
                  <a:pt x="864585" y="111183"/>
                </a:lnTo>
                <a:lnTo>
                  <a:pt x="864371" y="107688"/>
                </a:lnTo>
                <a:lnTo>
                  <a:pt x="864215" y="103923"/>
                </a:lnTo>
                <a:lnTo>
                  <a:pt x="943129" y="103923"/>
                </a:lnTo>
                <a:lnTo>
                  <a:pt x="942603" y="99954"/>
                </a:lnTo>
                <a:lnTo>
                  <a:pt x="942045" y="96333"/>
                </a:lnTo>
                <a:lnTo>
                  <a:pt x="941442" y="93028"/>
                </a:lnTo>
                <a:lnTo>
                  <a:pt x="940784" y="90003"/>
                </a:lnTo>
                <a:lnTo>
                  <a:pt x="940058" y="87223"/>
                </a:lnTo>
                <a:lnTo>
                  <a:pt x="939252" y="84654"/>
                </a:lnTo>
                <a:lnTo>
                  <a:pt x="938356" y="82261"/>
                </a:lnTo>
                <a:lnTo>
                  <a:pt x="937358" y="80010"/>
                </a:lnTo>
                <a:lnTo>
                  <a:pt x="936246" y="77865"/>
                </a:lnTo>
                <a:lnTo>
                  <a:pt x="935009" y="75792"/>
                </a:lnTo>
                <a:lnTo>
                  <a:pt x="933635" y="73757"/>
                </a:lnTo>
                <a:lnTo>
                  <a:pt x="932112" y="71724"/>
                </a:lnTo>
                <a:lnTo>
                  <a:pt x="930106" y="69503"/>
                </a:lnTo>
                <a:lnTo>
                  <a:pt x="927938" y="67447"/>
                </a:lnTo>
                <a:lnTo>
                  <a:pt x="925617" y="65560"/>
                </a:lnTo>
                <a:lnTo>
                  <a:pt x="923152" y="63850"/>
                </a:lnTo>
                <a:lnTo>
                  <a:pt x="920552" y="62320"/>
                </a:lnTo>
                <a:lnTo>
                  <a:pt x="917826" y="60976"/>
                </a:lnTo>
                <a:lnTo>
                  <a:pt x="914983" y="59825"/>
                </a:lnTo>
                <a:lnTo>
                  <a:pt x="912031" y="58871"/>
                </a:lnTo>
                <a:lnTo>
                  <a:pt x="908979" y="58119"/>
                </a:lnTo>
                <a:lnTo>
                  <a:pt x="905837" y="57575"/>
                </a:lnTo>
                <a:lnTo>
                  <a:pt x="902612" y="57245"/>
                </a:lnTo>
                <a:lnTo>
                  <a:pt x="899315" y="57134"/>
                </a:lnTo>
                <a:lnTo>
                  <a:pt x="896129" y="57230"/>
                </a:lnTo>
                <a:lnTo>
                  <a:pt x="892981" y="57516"/>
                </a:lnTo>
                <a:lnTo>
                  <a:pt x="889875" y="57991"/>
                </a:lnTo>
                <a:lnTo>
                  <a:pt x="886817" y="58652"/>
                </a:lnTo>
                <a:lnTo>
                  <a:pt x="883813" y="59498"/>
                </a:lnTo>
                <a:lnTo>
                  <a:pt x="880867" y="60528"/>
                </a:lnTo>
                <a:lnTo>
                  <a:pt x="877986" y="61738"/>
                </a:lnTo>
                <a:lnTo>
                  <a:pt x="875174" y="63128"/>
                </a:lnTo>
                <a:lnTo>
                  <a:pt x="872437" y="64696"/>
                </a:lnTo>
                <a:lnTo>
                  <a:pt x="869780" y="66439"/>
                </a:lnTo>
                <a:lnTo>
                  <a:pt x="867208" y="68357"/>
                </a:lnTo>
                <a:lnTo>
                  <a:pt x="864727" y="70446"/>
                </a:lnTo>
                <a:lnTo>
                  <a:pt x="861824" y="73220"/>
                </a:lnTo>
                <a:lnTo>
                  <a:pt x="859141" y="76298"/>
                </a:lnTo>
                <a:lnTo>
                  <a:pt x="856683" y="79661"/>
                </a:lnTo>
                <a:lnTo>
                  <a:pt x="854458" y="83295"/>
                </a:lnTo>
                <a:lnTo>
                  <a:pt x="852472" y="87181"/>
                </a:lnTo>
                <a:lnTo>
                  <a:pt x="850730" y="91304"/>
                </a:lnTo>
                <a:lnTo>
                  <a:pt x="849239" y="95647"/>
                </a:lnTo>
                <a:lnTo>
                  <a:pt x="848005" y="100192"/>
                </a:lnTo>
                <a:lnTo>
                  <a:pt x="847035" y="104925"/>
                </a:lnTo>
                <a:lnTo>
                  <a:pt x="846334" y="109827"/>
                </a:lnTo>
                <a:lnTo>
                  <a:pt x="845909" y="114882"/>
                </a:lnTo>
                <a:lnTo>
                  <a:pt x="845766" y="120073"/>
                </a:lnTo>
                <a:lnTo>
                  <a:pt x="846146" y="128635"/>
                </a:lnTo>
                <a:lnTo>
                  <a:pt x="847269" y="136610"/>
                </a:lnTo>
                <a:lnTo>
                  <a:pt x="849109" y="143969"/>
                </a:lnTo>
                <a:lnTo>
                  <a:pt x="851640" y="150681"/>
                </a:lnTo>
                <a:lnTo>
                  <a:pt x="854837" y="156717"/>
                </a:lnTo>
                <a:lnTo>
                  <a:pt x="858674" y="162046"/>
                </a:lnTo>
                <a:lnTo>
                  <a:pt x="863124" y="166637"/>
                </a:lnTo>
                <a:lnTo>
                  <a:pt x="868162" y="170462"/>
                </a:lnTo>
                <a:lnTo>
                  <a:pt x="873762" y="173489"/>
                </a:lnTo>
                <a:lnTo>
                  <a:pt x="879899" y="175689"/>
                </a:lnTo>
                <a:lnTo>
                  <a:pt x="886546" y="177031"/>
                </a:lnTo>
                <a:lnTo>
                  <a:pt x="893677" y="177485"/>
                </a:lnTo>
                <a:lnTo>
                  <a:pt x="899654" y="177171"/>
                </a:lnTo>
                <a:lnTo>
                  <a:pt x="905405" y="176237"/>
                </a:lnTo>
                <a:lnTo>
                  <a:pt x="910920" y="174691"/>
                </a:lnTo>
                <a:lnTo>
                  <a:pt x="916187" y="172541"/>
                </a:lnTo>
                <a:lnTo>
                  <a:pt x="921193" y="169797"/>
                </a:lnTo>
                <a:lnTo>
                  <a:pt x="925929" y="166467"/>
                </a:lnTo>
                <a:lnTo>
                  <a:pt x="930381" y="162561"/>
                </a:lnTo>
                <a:lnTo>
                  <a:pt x="934539" y="158087"/>
                </a:lnTo>
                <a:lnTo>
                  <a:pt x="938391" y="153053"/>
                </a:lnTo>
                <a:lnTo>
                  <a:pt x="941926" y="147470"/>
                </a:lnTo>
                <a:lnTo>
                  <a:pt x="945132" y="141345"/>
                </a:lnTo>
                <a:lnTo>
                  <a:pt x="947996" y="134687"/>
                </a:lnTo>
                <a:lnTo>
                  <a:pt x="943895" y="132893"/>
                </a:lnTo>
                <a:moveTo>
                  <a:pt x="864727" y="95725"/>
                </a:moveTo>
                <a:lnTo>
                  <a:pt x="865555" y="90963"/>
                </a:lnTo>
                <a:lnTo>
                  <a:pt x="866631" y="86635"/>
                </a:lnTo>
                <a:lnTo>
                  <a:pt x="867961" y="82735"/>
                </a:lnTo>
                <a:lnTo>
                  <a:pt x="869546" y="79261"/>
                </a:lnTo>
                <a:lnTo>
                  <a:pt x="871392" y="76208"/>
                </a:lnTo>
                <a:lnTo>
                  <a:pt x="873501" y="73574"/>
                </a:lnTo>
                <a:lnTo>
                  <a:pt x="875877" y="71355"/>
                </a:lnTo>
                <a:lnTo>
                  <a:pt x="878523" y="69548"/>
                </a:lnTo>
                <a:lnTo>
                  <a:pt x="881443" y="68148"/>
                </a:lnTo>
                <a:lnTo>
                  <a:pt x="884641" y="67152"/>
                </a:lnTo>
                <a:lnTo>
                  <a:pt x="888120" y="66558"/>
                </a:lnTo>
                <a:lnTo>
                  <a:pt x="891883" y="66360"/>
                </a:lnTo>
                <a:lnTo>
                  <a:pt x="895597" y="66514"/>
                </a:lnTo>
                <a:lnTo>
                  <a:pt x="898939" y="66993"/>
                </a:lnTo>
                <a:lnTo>
                  <a:pt x="901932" y="67825"/>
                </a:lnTo>
                <a:lnTo>
                  <a:pt x="904600" y="69037"/>
                </a:lnTo>
                <a:lnTo>
                  <a:pt x="906965" y="70657"/>
                </a:lnTo>
                <a:lnTo>
                  <a:pt x="909051" y="72712"/>
                </a:lnTo>
                <a:lnTo>
                  <a:pt x="910880" y="75231"/>
                </a:lnTo>
                <a:lnTo>
                  <a:pt x="912477" y="78239"/>
                </a:lnTo>
                <a:lnTo>
                  <a:pt x="913863" y="81765"/>
                </a:lnTo>
                <a:lnTo>
                  <a:pt x="915063" y="85836"/>
                </a:lnTo>
                <a:lnTo>
                  <a:pt x="916099" y="90481"/>
                </a:lnTo>
                <a:lnTo>
                  <a:pt x="916994" y="95725"/>
                </a:lnTo>
                <a:lnTo>
                  <a:pt x="864727" y="95725"/>
                </a:lnTo>
                <a:close/>
                <a:moveTo>
                  <a:pt x="954912" y="75071"/>
                </a:moveTo>
                <a:lnTo>
                  <a:pt x="955784" y="74889"/>
                </a:lnTo>
                <a:lnTo>
                  <a:pt x="956609" y="74727"/>
                </a:lnTo>
                <a:lnTo>
                  <a:pt x="957396" y="74585"/>
                </a:lnTo>
                <a:lnTo>
                  <a:pt x="958150" y="74462"/>
                </a:lnTo>
                <a:lnTo>
                  <a:pt x="958879" y="74356"/>
                </a:lnTo>
                <a:lnTo>
                  <a:pt x="959590" y="74268"/>
                </a:lnTo>
                <a:lnTo>
                  <a:pt x="960291" y="74195"/>
                </a:lnTo>
                <a:lnTo>
                  <a:pt x="960987" y="74138"/>
                </a:lnTo>
                <a:lnTo>
                  <a:pt x="961688" y="74095"/>
                </a:lnTo>
                <a:lnTo>
                  <a:pt x="962399" y="74065"/>
                </a:lnTo>
                <a:lnTo>
                  <a:pt x="963127" y="74048"/>
                </a:lnTo>
                <a:lnTo>
                  <a:pt x="963881" y="74043"/>
                </a:lnTo>
                <a:lnTo>
                  <a:pt x="965397" y="74130"/>
                </a:lnTo>
                <a:lnTo>
                  <a:pt x="966750" y="74399"/>
                </a:lnTo>
                <a:lnTo>
                  <a:pt x="967943" y="74859"/>
                </a:lnTo>
                <a:lnTo>
                  <a:pt x="968985" y="75523"/>
                </a:lnTo>
                <a:lnTo>
                  <a:pt x="969881" y="76401"/>
                </a:lnTo>
                <a:lnTo>
                  <a:pt x="970637" y="77502"/>
                </a:lnTo>
                <a:lnTo>
                  <a:pt x="971260" y="78838"/>
                </a:lnTo>
                <a:lnTo>
                  <a:pt x="971756" y="80420"/>
                </a:lnTo>
                <a:lnTo>
                  <a:pt x="972131" y="82258"/>
                </a:lnTo>
                <a:lnTo>
                  <a:pt x="972391" y="84363"/>
                </a:lnTo>
                <a:lnTo>
                  <a:pt x="972542" y="86745"/>
                </a:lnTo>
                <a:lnTo>
                  <a:pt x="972591" y="89415"/>
                </a:lnTo>
                <a:lnTo>
                  <a:pt x="972591" y="153465"/>
                </a:lnTo>
                <a:lnTo>
                  <a:pt x="972546" y="156444"/>
                </a:lnTo>
                <a:lnTo>
                  <a:pt x="972382" y="159008"/>
                </a:lnTo>
                <a:lnTo>
                  <a:pt x="972055" y="161197"/>
                </a:lnTo>
                <a:lnTo>
                  <a:pt x="971519" y="163056"/>
                </a:lnTo>
                <a:lnTo>
                  <a:pt x="970730" y="164627"/>
                </a:lnTo>
                <a:lnTo>
                  <a:pt x="969644" y="165953"/>
                </a:lnTo>
                <a:lnTo>
                  <a:pt x="968217" y="167075"/>
                </a:lnTo>
                <a:lnTo>
                  <a:pt x="966404" y="168038"/>
                </a:lnTo>
                <a:lnTo>
                  <a:pt x="964160" y="168883"/>
                </a:lnTo>
                <a:lnTo>
                  <a:pt x="961441" y="169653"/>
                </a:lnTo>
                <a:lnTo>
                  <a:pt x="958203" y="170391"/>
                </a:lnTo>
                <a:lnTo>
                  <a:pt x="954400" y="171140"/>
                </a:lnTo>
                <a:lnTo>
                  <a:pt x="954400" y="174983"/>
                </a:lnTo>
                <a:lnTo>
                  <a:pt x="1015893" y="174983"/>
                </a:lnTo>
                <a:lnTo>
                  <a:pt x="1015893" y="171140"/>
                </a:lnTo>
                <a:lnTo>
                  <a:pt x="1011804" y="170880"/>
                </a:lnTo>
                <a:lnTo>
                  <a:pt x="1008230" y="170465"/>
                </a:lnTo>
                <a:lnTo>
                  <a:pt x="1005139" y="169868"/>
                </a:lnTo>
                <a:lnTo>
                  <a:pt x="1002502" y="169063"/>
                </a:lnTo>
                <a:lnTo>
                  <a:pt x="1000289" y="168024"/>
                </a:lnTo>
                <a:lnTo>
                  <a:pt x="998469" y="166722"/>
                </a:lnTo>
                <a:lnTo>
                  <a:pt x="997012" y="165133"/>
                </a:lnTo>
                <a:lnTo>
                  <a:pt x="995888" y="163228"/>
                </a:lnTo>
                <a:lnTo>
                  <a:pt x="995066" y="160982"/>
                </a:lnTo>
                <a:lnTo>
                  <a:pt x="994516" y="158368"/>
                </a:lnTo>
                <a:lnTo>
                  <a:pt x="994209" y="155359"/>
                </a:lnTo>
                <a:lnTo>
                  <a:pt x="994113" y="151928"/>
                </a:lnTo>
                <a:lnTo>
                  <a:pt x="994113" y="94282"/>
                </a:lnTo>
                <a:lnTo>
                  <a:pt x="994334" y="92147"/>
                </a:lnTo>
                <a:lnTo>
                  <a:pt x="994961" y="89880"/>
                </a:lnTo>
                <a:lnTo>
                  <a:pt x="995943" y="87541"/>
                </a:lnTo>
                <a:lnTo>
                  <a:pt x="997226" y="85193"/>
                </a:lnTo>
                <a:lnTo>
                  <a:pt x="998758" y="82894"/>
                </a:lnTo>
                <a:lnTo>
                  <a:pt x="1000487" y="80705"/>
                </a:lnTo>
                <a:lnTo>
                  <a:pt x="1002360" y="78687"/>
                </a:lnTo>
                <a:lnTo>
                  <a:pt x="1004324" y="76900"/>
                </a:lnTo>
                <a:lnTo>
                  <a:pt x="1006328" y="75406"/>
                </a:lnTo>
                <a:lnTo>
                  <a:pt x="1008319" y="74263"/>
                </a:lnTo>
                <a:lnTo>
                  <a:pt x="1010244" y="73533"/>
                </a:lnTo>
                <a:lnTo>
                  <a:pt x="1012050" y="73276"/>
                </a:lnTo>
                <a:lnTo>
                  <a:pt x="1012450" y="73303"/>
                </a:lnTo>
                <a:lnTo>
                  <a:pt x="1012881" y="73383"/>
                </a:lnTo>
                <a:lnTo>
                  <a:pt x="1013343" y="73517"/>
                </a:lnTo>
                <a:lnTo>
                  <a:pt x="1013834" y="73704"/>
                </a:lnTo>
                <a:lnTo>
                  <a:pt x="1014353" y="73944"/>
                </a:lnTo>
                <a:lnTo>
                  <a:pt x="1014900" y="74238"/>
                </a:lnTo>
                <a:lnTo>
                  <a:pt x="1015474" y="74585"/>
                </a:lnTo>
                <a:lnTo>
                  <a:pt x="1016073" y="74985"/>
                </a:lnTo>
                <a:lnTo>
                  <a:pt x="1016698" y="75439"/>
                </a:lnTo>
                <a:lnTo>
                  <a:pt x="1017346" y="75946"/>
                </a:lnTo>
                <a:lnTo>
                  <a:pt x="1018018" y="76506"/>
                </a:lnTo>
                <a:lnTo>
                  <a:pt x="1018712" y="77119"/>
                </a:lnTo>
                <a:lnTo>
                  <a:pt x="1019711" y="77973"/>
                </a:lnTo>
                <a:lnTo>
                  <a:pt x="1020662" y="78744"/>
                </a:lnTo>
                <a:lnTo>
                  <a:pt x="1021573" y="79432"/>
                </a:lnTo>
                <a:lnTo>
                  <a:pt x="1022449" y="80041"/>
                </a:lnTo>
                <a:lnTo>
                  <a:pt x="1023297" y="80571"/>
                </a:lnTo>
                <a:lnTo>
                  <a:pt x="1024123" y="81025"/>
                </a:lnTo>
                <a:lnTo>
                  <a:pt x="1024932" y="81404"/>
                </a:lnTo>
                <a:lnTo>
                  <a:pt x="1025732" y="81710"/>
                </a:lnTo>
                <a:lnTo>
                  <a:pt x="1026529" y="81945"/>
                </a:lnTo>
                <a:lnTo>
                  <a:pt x="1027328" y="82110"/>
                </a:lnTo>
                <a:lnTo>
                  <a:pt x="1028136" y="82209"/>
                </a:lnTo>
                <a:lnTo>
                  <a:pt x="1028959" y="82241"/>
                </a:lnTo>
                <a:lnTo>
                  <a:pt x="1030447" y="82151"/>
                </a:lnTo>
                <a:lnTo>
                  <a:pt x="1031834" y="81885"/>
                </a:lnTo>
                <a:lnTo>
                  <a:pt x="1033115" y="81448"/>
                </a:lnTo>
                <a:lnTo>
                  <a:pt x="1034283" y="80846"/>
                </a:lnTo>
                <a:lnTo>
                  <a:pt x="1035333" y="80084"/>
                </a:lnTo>
                <a:lnTo>
                  <a:pt x="1036261" y="79167"/>
                </a:lnTo>
                <a:lnTo>
                  <a:pt x="1037061" y="78101"/>
                </a:lnTo>
                <a:lnTo>
                  <a:pt x="1037727" y="76890"/>
                </a:lnTo>
                <a:lnTo>
                  <a:pt x="1038255" y="75541"/>
                </a:lnTo>
                <a:lnTo>
                  <a:pt x="1038638" y="74059"/>
                </a:lnTo>
                <a:lnTo>
                  <a:pt x="1038872" y="72449"/>
                </a:lnTo>
                <a:lnTo>
                  <a:pt x="1038952" y="70716"/>
                </a:lnTo>
                <a:lnTo>
                  <a:pt x="1038841" y="68672"/>
                </a:lnTo>
                <a:lnTo>
                  <a:pt x="1038513" y="66773"/>
                </a:lnTo>
                <a:lnTo>
                  <a:pt x="1037975" y="65026"/>
                </a:lnTo>
                <a:lnTo>
                  <a:pt x="1037234" y="63436"/>
                </a:lnTo>
                <a:lnTo>
                  <a:pt x="1036298" y="62010"/>
                </a:lnTo>
                <a:lnTo>
                  <a:pt x="1035173" y="60754"/>
                </a:lnTo>
                <a:lnTo>
                  <a:pt x="1033867" y="59674"/>
                </a:lnTo>
                <a:lnTo>
                  <a:pt x="1032386" y="58776"/>
                </a:lnTo>
                <a:lnTo>
                  <a:pt x="1030738" y="58067"/>
                </a:lnTo>
                <a:lnTo>
                  <a:pt x="1028930" y="57553"/>
                </a:lnTo>
                <a:lnTo>
                  <a:pt x="1026969" y="57240"/>
                </a:lnTo>
                <a:lnTo>
                  <a:pt x="1024862" y="57134"/>
                </a:lnTo>
                <a:lnTo>
                  <a:pt x="1022235" y="57260"/>
                </a:lnTo>
                <a:lnTo>
                  <a:pt x="1019719" y="57655"/>
                </a:lnTo>
                <a:lnTo>
                  <a:pt x="1017282" y="58339"/>
                </a:lnTo>
                <a:lnTo>
                  <a:pt x="1014897" y="59336"/>
                </a:lnTo>
                <a:lnTo>
                  <a:pt x="1012533" y="60667"/>
                </a:lnTo>
                <a:lnTo>
                  <a:pt x="1010160" y="62355"/>
                </a:lnTo>
                <a:lnTo>
                  <a:pt x="1007751" y="64422"/>
                </a:lnTo>
                <a:lnTo>
                  <a:pt x="1005274" y="66890"/>
                </a:lnTo>
                <a:lnTo>
                  <a:pt x="1002702" y="69781"/>
                </a:lnTo>
                <a:lnTo>
                  <a:pt x="1000004" y="73118"/>
                </a:lnTo>
                <a:lnTo>
                  <a:pt x="997151" y="76922"/>
                </a:lnTo>
                <a:lnTo>
                  <a:pt x="994113" y="81217"/>
                </a:lnTo>
                <a:lnTo>
                  <a:pt x="994113" y="57650"/>
                </a:lnTo>
                <a:lnTo>
                  <a:pt x="992835" y="57134"/>
                </a:lnTo>
                <a:lnTo>
                  <a:pt x="989524" y="58497"/>
                </a:lnTo>
                <a:lnTo>
                  <a:pt x="986360" y="59778"/>
                </a:lnTo>
                <a:lnTo>
                  <a:pt x="983306" y="60990"/>
                </a:lnTo>
                <a:lnTo>
                  <a:pt x="980326" y="62145"/>
                </a:lnTo>
                <a:lnTo>
                  <a:pt x="977386" y="63257"/>
                </a:lnTo>
                <a:lnTo>
                  <a:pt x="974450" y="64341"/>
                </a:lnTo>
                <a:lnTo>
                  <a:pt x="971481" y="65408"/>
                </a:lnTo>
                <a:lnTo>
                  <a:pt x="968445" y="66472"/>
                </a:lnTo>
                <a:lnTo>
                  <a:pt x="965306" y="67547"/>
                </a:lnTo>
                <a:lnTo>
                  <a:pt x="962028" y="68646"/>
                </a:lnTo>
                <a:lnTo>
                  <a:pt x="958575" y="69783"/>
                </a:lnTo>
                <a:lnTo>
                  <a:pt x="954912" y="70970"/>
                </a:lnTo>
                <a:lnTo>
                  <a:pt x="954912" y="75071"/>
                </a:lnTo>
                <a:close/>
                <a:moveTo>
                  <a:pt x="1083276" y="57134"/>
                </a:moveTo>
                <a:lnTo>
                  <a:pt x="1043563" y="71146"/>
                </a:lnTo>
                <a:lnTo>
                  <a:pt x="1043563" y="74993"/>
                </a:lnTo>
                <a:lnTo>
                  <a:pt x="1045615" y="74735"/>
                </a:lnTo>
                <a:lnTo>
                  <a:pt x="1046388" y="74612"/>
                </a:lnTo>
                <a:lnTo>
                  <a:pt x="1047167" y="74500"/>
                </a:lnTo>
                <a:lnTo>
                  <a:pt x="1047948" y="74398"/>
                </a:lnTo>
                <a:lnTo>
                  <a:pt x="1048727" y="74307"/>
                </a:lnTo>
                <a:lnTo>
                  <a:pt x="1049498" y="74227"/>
                </a:lnTo>
                <a:lnTo>
                  <a:pt x="1050258" y="74157"/>
                </a:lnTo>
                <a:lnTo>
                  <a:pt x="1051002" y="74098"/>
                </a:lnTo>
                <a:lnTo>
                  <a:pt x="1051725" y="74050"/>
                </a:lnTo>
                <a:lnTo>
                  <a:pt x="1052424" y="74013"/>
                </a:lnTo>
                <a:lnTo>
                  <a:pt x="1053093" y="73986"/>
                </a:lnTo>
                <a:lnTo>
                  <a:pt x="1053728" y="73970"/>
                </a:lnTo>
                <a:lnTo>
                  <a:pt x="1054326" y="73964"/>
                </a:lnTo>
                <a:lnTo>
                  <a:pt x="1055784" y="74052"/>
                </a:lnTo>
                <a:lnTo>
                  <a:pt x="1057087" y="74320"/>
                </a:lnTo>
                <a:lnTo>
                  <a:pt x="1058241" y="74781"/>
                </a:lnTo>
                <a:lnTo>
                  <a:pt x="1059250" y="75446"/>
                </a:lnTo>
                <a:lnTo>
                  <a:pt x="1060121" y="76323"/>
                </a:lnTo>
                <a:lnTo>
                  <a:pt x="1060858" y="77425"/>
                </a:lnTo>
                <a:lnTo>
                  <a:pt x="1061467" y="78762"/>
                </a:lnTo>
                <a:lnTo>
                  <a:pt x="1061953" y="80345"/>
                </a:lnTo>
                <a:lnTo>
                  <a:pt x="1062322" y="82185"/>
                </a:lnTo>
                <a:lnTo>
                  <a:pt x="1062579" y="84291"/>
                </a:lnTo>
                <a:lnTo>
                  <a:pt x="1062729" y="86675"/>
                </a:lnTo>
                <a:lnTo>
                  <a:pt x="1062778" y="89348"/>
                </a:lnTo>
                <a:lnTo>
                  <a:pt x="1062778" y="148836"/>
                </a:lnTo>
                <a:lnTo>
                  <a:pt x="1062717" y="153133"/>
                </a:lnTo>
                <a:lnTo>
                  <a:pt x="1062507" y="156827"/>
                </a:lnTo>
                <a:lnTo>
                  <a:pt x="1062102" y="159965"/>
                </a:lnTo>
                <a:lnTo>
                  <a:pt x="1061459" y="162595"/>
                </a:lnTo>
                <a:lnTo>
                  <a:pt x="1060536" y="164767"/>
                </a:lnTo>
                <a:lnTo>
                  <a:pt x="1059288" y="166526"/>
                </a:lnTo>
                <a:lnTo>
                  <a:pt x="1057671" y="167923"/>
                </a:lnTo>
                <a:lnTo>
                  <a:pt x="1055643" y="169004"/>
                </a:lnTo>
                <a:lnTo>
                  <a:pt x="1053159" y="169819"/>
                </a:lnTo>
                <a:lnTo>
                  <a:pt x="1050176" y="170414"/>
                </a:lnTo>
                <a:lnTo>
                  <a:pt x="1046651" y="170838"/>
                </a:lnTo>
                <a:lnTo>
                  <a:pt x="1042538" y="171140"/>
                </a:lnTo>
                <a:lnTo>
                  <a:pt x="1042538" y="174983"/>
                </a:lnTo>
                <a:lnTo>
                  <a:pt x="1103261" y="174983"/>
                </a:lnTo>
                <a:lnTo>
                  <a:pt x="1103261" y="171140"/>
                </a:lnTo>
                <a:lnTo>
                  <a:pt x="1099336" y="170785"/>
                </a:lnTo>
                <a:lnTo>
                  <a:pt x="1095986" y="170326"/>
                </a:lnTo>
                <a:lnTo>
                  <a:pt x="1093165" y="169711"/>
                </a:lnTo>
                <a:lnTo>
                  <a:pt x="1090830" y="168891"/>
                </a:lnTo>
                <a:lnTo>
                  <a:pt x="1088937" y="167815"/>
                </a:lnTo>
                <a:lnTo>
                  <a:pt x="1087440" y="166431"/>
                </a:lnTo>
                <a:lnTo>
                  <a:pt x="1086295" y="164689"/>
                </a:lnTo>
                <a:lnTo>
                  <a:pt x="1085458" y="162539"/>
                </a:lnTo>
                <a:lnTo>
                  <a:pt x="1084885" y="159929"/>
                </a:lnTo>
                <a:lnTo>
                  <a:pt x="1084530" y="156809"/>
                </a:lnTo>
                <a:lnTo>
                  <a:pt x="1084350" y="153128"/>
                </a:lnTo>
                <a:lnTo>
                  <a:pt x="1084300" y="148836"/>
                </a:lnTo>
                <a:lnTo>
                  <a:pt x="1084300" y="57904"/>
                </a:lnTo>
                <a:lnTo>
                  <a:pt x="1083276" y="57134"/>
                </a:lnTo>
                <a:moveTo>
                  <a:pt x="1071234" y="86"/>
                </a:moveTo>
                <a:lnTo>
                  <a:pt x="1069530" y="206"/>
                </a:lnTo>
                <a:lnTo>
                  <a:pt x="1067884" y="556"/>
                </a:lnTo>
                <a:lnTo>
                  <a:pt x="1066315" y="1119"/>
                </a:lnTo>
                <a:lnTo>
                  <a:pt x="1064839" y="1880"/>
                </a:lnTo>
                <a:lnTo>
                  <a:pt x="1063474" y="2823"/>
                </a:lnTo>
                <a:lnTo>
                  <a:pt x="1062235" y="3931"/>
                </a:lnTo>
                <a:lnTo>
                  <a:pt x="1061141" y="5188"/>
                </a:lnTo>
                <a:lnTo>
                  <a:pt x="1060208" y="6579"/>
                </a:lnTo>
                <a:lnTo>
                  <a:pt x="1059452" y="8087"/>
                </a:lnTo>
                <a:lnTo>
                  <a:pt x="1058892" y="9696"/>
                </a:lnTo>
                <a:lnTo>
                  <a:pt x="1058543" y="11391"/>
                </a:lnTo>
                <a:lnTo>
                  <a:pt x="1058423" y="13156"/>
                </a:lnTo>
                <a:lnTo>
                  <a:pt x="1058538" y="14920"/>
                </a:lnTo>
                <a:lnTo>
                  <a:pt x="1058874" y="16614"/>
                </a:lnTo>
                <a:lnTo>
                  <a:pt x="1059416" y="18224"/>
                </a:lnTo>
                <a:lnTo>
                  <a:pt x="1060150" y="19731"/>
                </a:lnTo>
                <a:lnTo>
                  <a:pt x="1061062" y="21122"/>
                </a:lnTo>
                <a:lnTo>
                  <a:pt x="1062138" y="22379"/>
                </a:lnTo>
                <a:lnTo>
                  <a:pt x="1063364" y="23486"/>
                </a:lnTo>
                <a:lnTo>
                  <a:pt x="1064724" y="24428"/>
                </a:lnTo>
                <a:lnTo>
                  <a:pt x="1066206" y="25189"/>
                </a:lnTo>
                <a:lnTo>
                  <a:pt x="1067794" y="25752"/>
                </a:lnTo>
                <a:lnTo>
                  <a:pt x="1069475" y="26101"/>
                </a:lnTo>
                <a:lnTo>
                  <a:pt x="1071234" y="26221"/>
                </a:lnTo>
                <a:lnTo>
                  <a:pt x="1073058" y="26106"/>
                </a:lnTo>
                <a:lnTo>
                  <a:pt x="1074802" y="25769"/>
                </a:lnTo>
                <a:lnTo>
                  <a:pt x="1076452" y="25224"/>
                </a:lnTo>
                <a:lnTo>
                  <a:pt x="1077992" y="24485"/>
                </a:lnTo>
                <a:lnTo>
                  <a:pt x="1079407" y="23563"/>
                </a:lnTo>
                <a:lnTo>
                  <a:pt x="1080683" y="22474"/>
                </a:lnTo>
                <a:lnTo>
                  <a:pt x="1081804" y="21230"/>
                </a:lnTo>
                <a:lnTo>
                  <a:pt x="1082755" y="19844"/>
                </a:lnTo>
                <a:lnTo>
                  <a:pt x="1083521" y="18331"/>
                </a:lnTo>
                <a:lnTo>
                  <a:pt x="1084087" y="16703"/>
                </a:lnTo>
                <a:lnTo>
                  <a:pt x="1084438" y="14973"/>
                </a:lnTo>
                <a:lnTo>
                  <a:pt x="1084558" y="13156"/>
                </a:lnTo>
                <a:lnTo>
                  <a:pt x="1084438" y="11391"/>
                </a:lnTo>
                <a:lnTo>
                  <a:pt x="1084087" y="9696"/>
                </a:lnTo>
                <a:lnTo>
                  <a:pt x="1083521" y="8087"/>
                </a:lnTo>
                <a:lnTo>
                  <a:pt x="1082755" y="6579"/>
                </a:lnTo>
                <a:lnTo>
                  <a:pt x="1081804" y="5188"/>
                </a:lnTo>
                <a:lnTo>
                  <a:pt x="1080683" y="3931"/>
                </a:lnTo>
                <a:lnTo>
                  <a:pt x="1079407" y="2823"/>
                </a:lnTo>
                <a:lnTo>
                  <a:pt x="1077992" y="1880"/>
                </a:lnTo>
                <a:lnTo>
                  <a:pt x="1076452" y="1119"/>
                </a:lnTo>
                <a:lnTo>
                  <a:pt x="1074802" y="556"/>
                </a:lnTo>
                <a:lnTo>
                  <a:pt x="1073058" y="206"/>
                </a:lnTo>
                <a:lnTo>
                  <a:pt x="1071234" y="86"/>
                </a:lnTo>
                <a:close/>
                <a:moveTo>
                  <a:pt x="1113766" y="73022"/>
                </a:moveTo>
                <a:lnTo>
                  <a:pt x="1114171" y="72840"/>
                </a:lnTo>
                <a:lnTo>
                  <a:pt x="1114617" y="72679"/>
                </a:lnTo>
                <a:lnTo>
                  <a:pt x="1115099" y="72537"/>
                </a:lnTo>
                <a:lnTo>
                  <a:pt x="1115617" y="72414"/>
                </a:lnTo>
                <a:lnTo>
                  <a:pt x="1116166" y="72309"/>
                </a:lnTo>
                <a:lnTo>
                  <a:pt x="1116745" y="72221"/>
                </a:lnTo>
                <a:lnTo>
                  <a:pt x="1117351" y="72149"/>
                </a:lnTo>
                <a:lnTo>
                  <a:pt x="1117981" y="72092"/>
                </a:lnTo>
                <a:lnTo>
                  <a:pt x="1118632" y="72050"/>
                </a:lnTo>
                <a:lnTo>
                  <a:pt x="1119301" y="72020"/>
                </a:lnTo>
                <a:lnTo>
                  <a:pt x="1119987" y="72003"/>
                </a:lnTo>
                <a:lnTo>
                  <a:pt x="1120686" y="71998"/>
                </a:lnTo>
                <a:lnTo>
                  <a:pt x="1122380" y="72081"/>
                </a:lnTo>
                <a:lnTo>
                  <a:pt x="1123879" y="72341"/>
                </a:lnTo>
                <a:lnTo>
                  <a:pt x="1125193" y="72794"/>
                </a:lnTo>
                <a:lnTo>
                  <a:pt x="1126331" y="73459"/>
                </a:lnTo>
                <a:lnTo>
                  <a:pt x="1127302" y="74351"/>
                </a:lnTo>
                <a:lnTo>
                  <a:pt x="1128115" y="75488"/>
                </a:lnTo>
                <a:lnTo>
                  <a:pt x="1128778" y="76886"/>
                </a:lnTo>
                <a:lnTo>
                  <a:pt x="1129300" y="78563"/>
                </a:lnTo>
                <a:lnTo>
                  <a:pt x="1129691" y="80535"/>
                </a:lnTo>
                <a:lnTo>
                  <a:pt x="1129959" y="82819"/>
                </a:lnTo>
                <a:lnTo>
                  <a:pt x="1130113" y="85432"/>
                </a:lnTo>
                <a:lnTo>
                  <a:pt x="1130163" y="88391"/>
                </a:lnTo>
                <a:lnTo>
                  <a:pt x="1130163" y="151928"/>
                </a:lnTo>
                <a:lnTo>
                  <a:pt x="1130100" y="155354"/>
                </a:lnTo>
                <a:lnTo>
                  <a:pt x="1129894" y="158350"/>
                </a:lnTo>
                <a:lnTo>
                  <a:pt x="1129518" y="160946"/>
                </a:lnTo>
                <a:lnTo>
                  <a:pt x="1128948" y="163171"/>
                </a:lnTo>
                <a:lnTo>
                  <a:pt x="1128157" y="165054"/>
                </a:lnTo>
                <a:lnTo>
                  <a:pt x="1127120" y="166626"/>
                </a:lnTo>
                <a:lnTo>
                  <a:pt x="1125811" y="167914"/>
                </a:lnTo>
                <a:lnTo>
                  <a:pt x="1124204" y="168949"/>
                </a:lnTo>
                <a:lnTo>
                  <a:pt x="1122272" y="169759"/>
                </a:lnTo>
                <a:lnTo>
                  <a:pt x="1119992" y="170375"/>
                </a:lnTo>
                <a:lnTo>
                  <a:pt x="1117336" y="170825"/>
                </a:lnTo>
                <a:lnTo>
                  <a:pt x="1114278" y="171140"/>
                </a:lnTo>
                <a:lnTo>
                  <a:pt x="1114278" y="174983"/>
                </a:lnTo>
                <a:lnTo>
                  <a:pt x="1168597" y="174983"/>
                </a:lnTo>
                <a:lnTo>
                  <a:pt x="1168597" y="171140"/>
                </a:lnTo>
                <a:lnTo>
                  <a:pt x="1165519" y="170839"/>
                </a:lnTo>
                <a:lnTo>
                  <a:pt x="1162807" y="170438"/>
                </a:lnTo>
                <a:lnTo>
                  <a:pt x="1160441" y="169923"/>
                </a:lnTo>
                <a:lnTo>
                  <a:pt x="1158404" y="169281"/>
                </a:lnTo>
                <a:lnTo>
                  <a:pt x="1156676" y="168496"/>
                </a:lnTo>
                <a:lnTo>
                  <a:pt x="1155240" y="167554"/>
                </a:lnTo>
                <a:lnTo>
                  <a:pt x="1154076" y="166442"/>
                </a:lnTo>
                <a:lnTo>
                  <a:pt x="1153165" y="165144"/>
                </a:lnTo>
                <a:lnTo>
                  <a:pt x="1152489" y="163648"/>
                </a:lnTo>
                <a:lnTo>
                  <a:pt x="1152030" y="161938"/>
                </a:lnTo>
                <a:lnTo>
                  <a:pt x="1151768" y="160000"/>
                </a:lnTo>
                <a:lnTo>
                  <a:pt x="1151685" y="157820"/>
                </a:lnTo>
                <a:lnTo>
                  <a:pt x="1151685" y="85830"/>
                </a:lnTo>
                <a:lnTo>
                  <a:pt x="1154626" y="83121"/>
                </a:lnTo>
                <a:lnTo>
                  <a:pt x="1157323" y="80745"/>
                </a:lnTo>
                <a:lnTo>
                  <a:pt x="1159808" y="78684"/>
                </a:lnTo>
                <a:lnTo>
                  <a:pt x="1162115" y="76920"/>
                </a:lnTo>
                <a:lnTo>
                  <a:pt x="1164275" y="75433"/>
                </a:lnTo>
                <a:lnTo>
                  <a:pt x="1166323" y="74205"/>
                </a:lnTo>
                <a:lnTo>
                  <a:pt x="1168290" y="73218"/>
                </a:lnTo>
                <a:lnTo>
                  <a:pt x="1170210" y="72451"/>
                </a:lnTo>
                <a:lnTo>
                  <a:pt x="1172116" y="71888"/>
                </a:lnTo>
                <a:lnTo>
                  <a:pt x="1174041" y="71509"/>
                </a:lnTo>
                <a:lnTo>
                  <a:pt x="1176017" y="71295"/>
                </a:lnTo>
                <a:lnTo>
                  <a:pt x="1178078" y="71228"/>
                </a:lnTo>
                <a:lnTo>
                  <a:pt x="1181083" y="71394"/>
                </a:lnTo>
                <a:lnTo>
                  <a:pt x="1183822" y="71894"/>
                </a:lnTo>
                <a:lnTo>
                  <a:pt x="1186296" y="72733"/>
                </a:lnTo>
                <a:lnTo>
                  <a:pt x="1188506" y="73913"/>
                </a:lnTo>
                <a:lnTo>
                  <a:pt x="1190453" y="75438"/>
                </a:lnTo>
                <a:lnTo>
                  <a:pt x="1192137" y="77311"/>
                </a:lnTo>
                <a:lnTo>
                  <a:pt x="1193560" y="79537"/>
                </a:lnTo>
                <a:lnTo>
                  <a:pt x="1194722" y="82119"/>
                </a:lnTo>
                <a:lnTo>
                  <a:pt x="1195624" y="85061"/>
                </a:lnTo>
                <a:lnTo>
                  <a:pt x="1196268" y="88365"/>
                </a:lnTo>
                <a:lnTo>
                  <a:pt x="1196653" y="92036"/>
                </a:lnTo>
                <a:lnTo>
                  <a:pt x="1196781" y="96077"/>
                </a:lnTo>
                <a:lnTo>
                  <a:pt x="1196781" y="149622"/>
                </a:lnTo>
                <a:lnTo>
                  <a:pt x="1196708" y="153416"/>
                </a:lnTo>
                <a:lnTo>
                  <a:pt x="1196475" y="156748"/>
                </a:lnTo>
                <a:lnTo>
                  <a:pt x="1196061" y="159648"/>
                </a:lnTo>
                <a:lnTo>
                  <a:pt x="1195443" y="162145"/>
                </a:lnTo>
                <a:lnTo>
                  <a:pt x="1194601" y="164269"/>
                </a:lnTo>
                <a:lnTo>
                  <a:pt x="1193514" y="166048"/>
                </a:lnTo>
                <a:lnTo>
                  <a:pt x="1192160" y="167513"/>
                </a:lnTo>
                <a:lnTo>
                  <a:pt x="1190518" y="168692"/>
                </a:lnTo>
                <a:lnTo>
                  <a:pt x="1188566" y="169615"/>
                </a:lnTo>
                <a:lnTo>
                  <a:pt x="1186283" y="170311"/>
                </a:lnTo>
                <a:lnTo>
                  <a:pt x="1183648" y="170809"/>
                </a:lnTo>
                <a:lnTo>
                  <a:pt x="1180639" y="171140"/>
                </a:lnTo>
                <a:lnTo>
                  <a:pt x="1180639" y="174983"/>
                </a:lnTo>
                <a:lnTo>
                  <a:pt x="1233933" y="174983"/>
                </a:lnTo>
                <a:lnTo>
                  <a:pt x="1233933" y="171140"/>
                </a:lnTo>
                <a:lnTo>
                  <a:pt x="1230988" y="170778"/>
                </a:lnTo>
                <a:lnTo>
                  <a:pt x="1228415" y="170315"/>
                </a:lnTo>
                <a:lnTo>
                  <a:pt x="1226194" y="169724"/>
                </a:lnTo>
                <a:lnTo>
                  <a:pt x="1224300" y="168978"/>
                </a:lnTo>
                <a:lnTo>
                  <a:pt x="1222713" y="168050"/>
                </a:lnTo>
                <a:lnTo>
                  <a:pt x="1221409" y="166914"/>
                </a:lnTo>
                <a:lnTo>
                  <a:pt x="1220367" y="165543"/>
                </a:lnTo>
                <a:lnTo>
                  <a:pt x="1219565" y="163911"/>
                </a:lnTo>
                <a:lnTo>
                  <a:pt x="1218979" y="161991"/>
                </a:lnTo>
                <a:lnTo>
                  <a:pt x="1218589" y="159756"/>
                </a:lnTo>
                <a:lnTo>
                  <a:pt x="1218371" y="157179"/>
                </a:lnTo>
                <a:lnTo>
                  <a:pt x="1218303" y="154235"/>
                </a:lnTo>
                <a:lnTo>
                  <a:pt x="1218303" y="95565"/>
                </a:lnTo>
                <a:lnTo>
                  <a:pt x="1218070" y="89750"/>
                </a:lnTo>
                <a:lnTo>
                  <a:pt x="1217380" y="84357"/>
                </a:lnTo>
                <a:lnTo>
                  <a:pt x="1216245" y="79401"/>
                </a:lnTo>
                <a:lnTo>
                  <a:pt x="1214678" y="74899"/>
                </a:lnTo>
                <a:lnTo>
                  <a:pt x="1212691" y="70867"/>
                </a:lnTo>
                <a:lnTo>
                  <a:pt x="1210296" y="67320"/>
                </a:lnTo>
                <a:lnTo>
                  <a:pt x="1207506" y="64274"/>
                </a:lnTo>
                <a:lnTo>
                  <a:pt x="1204334" y="61747"/>
                </a:lnTo>
                <a:lnTo>
                  <a:pt x="1200792" y="59753"/>
                </a:lnTo>
                <a:lnTo>
                  <a:pt x="1196893" y="58308"/>
                </a:lnTo>
                <a:lnTo>
                  <a:pt x="1192648" y="57430"/>
                </a:lnTo>
                <a:lnTo>
                  <a:pt x="1188071" y="57134"/>
                </a:lnTo>
                <a:lnTo>
                  <a:pt x="1185196" y="57229"/>
                </a:lnTo>
                <a:lnTo>
                  <a:pt x="1182436" y="57533"/>
                </a:lnTo>
                <a:lnTo>
                  <a:pt x="1179743" y="58071"/>
                </a:lnTo>
                <a:lnTo>
                  <a:pt x="1177071" y="58871"/>
                </a:lnTo>
                <a:lnTo>
                  <a:pt x="1174375" y="59960"/>
                </a:lnTo>
                <a:lnTo>
                  <a:pt x="1171607" y="61363"/>
                </a:lnTo>
                <a:lnTo>
                  <a:pt x="1168722" y="63108"/>
                </a:lnTo>
                <a:lnTo>
                  <a:pt x="1165674" y="65221"/>
                </a:lnTo>
                <a:lnTo>
                  <a:pt x="1162415" y="67729"/>
                </a:lnTo>
                <a:lnTo>
                  <a:pt x="1158901" y="70659"/>
                </a:lnTo>
                <a:lnTo>
                  <a:pt x="1155084" y="74037"/>
                </a:lnTo>
                <a:lnTo>
                  <a:pt x="1150918" y="77890"/>
                </a:lnTo>
                <a:lnTo>
                  <a:pt x="1150918" y="57650"/>
                </a:lnTo>
                <a:lnTo>
                  <a:pt x="1149124" y="57134"/>
                </a:lnTo>
                <a:lnTo>
                  <a:pt x="1146060" y="58252"/>
                </a:lnTo>
                <a:lnTo>
                  <a:pt x="1143125" y="59305"/>
                </a:lnTo>
                <a:lnTo>
                  <a:pt x="1140285" y="60305"/>
                </a:lnTo>
                <a:lnTo>
                  <a:pt x="1137510" y="61263"/>
                </a:lnTo>
                <a:lnTo>
                  <a:pt x="1134766" y="62188"/>
                </a:lnTo>
                <a:lnTo>
                  <a:pt x="1132023" y="63092"/>
                </a:lnTo>
                <a:lnTo>
                  <a:pt x="1129247" y="63986"/>
                </a:lnTo>
                <a:lnTo>
                  <a:pt x="1126407" y="64879"/>
                </a:lnTo>
                <a:lnTo>
                  <a:pt x="1123471" y="65784"/>
                </a:lnTo>
                <a:lnTo>
                  <a:pt x="1120407" y="66709"/>
                </a:lnTo>
                <a:lnTo>
                  <a:pt x="1117183" y="67667"/>
                </a:lnTo>
                <a:lnTo>
                  <a:pt x="1113766" y="68667"/>
                </a:lnTo>
                <a:lnTo>
                  <a:pt x="1113766" y="73022"/>
                </a:lnTo>
                <a:close/>
                <a:moveTo>
                  <a:pt x="1358194" y="75634"/>
                </a:moveTo>
                <a:lnTo>
                  <a:pt x="1358194" y="65641"/>
                </a:lnTo>
                <a:lnTo>
                  <a:pt x="1338466" y="65641"/>
                </a:lnTo>
                <a:lnTo>
                  <a:pt x="1337210" y="65624"/>
                </a:lnTo>
                <a:lnTo>
                  <a:pt x="1335999" y="65574"/>
                </a:lnTo>
                <a:lnTo>
                  <a:pt x="1334823" y="65488"/>
                </a:lnTo>
                <a:lnTo>
                  <a:pt x="1333674" y="65367"/>
                </a:lnTo>
                <a:lnTo>
                  <a:pt x="1332542" y="65210"/>
                </a:lnTo>
                <a:lnTo>
                  <a:pt x="1331420" y="65015"/>
                </a:lnTo>
                <a:lnTo>
                  <a:pt x="1330298" y="64783"/>
                </a:lnTo>
                <a:lnTo>
                  <a:pt x="1329167" y="64513"/>
                </a:lnTo>
                <a:lnTo>
                  <a:pt x="1328018" y="64203"/>
                </a:lnTo>
                <a:lnTo>
                  <a:pt x="1326843" y="63853"/>
                </a:lnTo>
                <a:lnTo>
                  <a:pt x="1325632" y="63462"/>
                </a:lnTo>
                <a:lnTo>
                  <a:pt x="1324376" y="63029"/>
                </a:lnTo>
                <a:lnTo>
                  <a:pt x="1318739" y="60981"/>
                </a:lnTo>
                <a:lnTo>
                  <a:pt x="1317009" y="60366"/>
                </a:lnTo>
                <a:lnTo>
                  <a:pt x="1315280" y="59805"/>
                </a:lnTo>
                <a:lnTo>
                  <a:pt x="1313554" y="59298"/>
                </a:lnTo>
                <a:lnTo>
                  <a:pt x="1311830" y="58844"/>
                </a:lnTo>
                <a:lnTo>
                  <a:pt x="1310109" y="58443"/>
                </a:lnTo>
                <a:lnTo>
                  <a:pt x="1308393" y="58096"/>
                </a:lnTo>
                <a:lnTo>
                  <a:pt x="1306683" y="57802"/>
                </a:lnTo>
                <a:lnTo>
                  <a:pt x="1304979" y="57561"/>
                </a:lnTo>
                <a:lnTo>
                  <a:pt x="1303281" y="57374"/>
                </a:lnTo>
                <a:lnTo>
                  <a:pt x="1301592" y="57241"/>
                </a:lnTo>
                <a:lnTo>
                  <a:pt x="1299912" y="57161"/>
                </a:lnTo>
                <a:lnTo>
                  <a:pt x="1298241" y="57134"/>
                </a:lnTo>
                <a:lnTo>
                  <a:pt x="1292394" y="57511"/>
                </a:lnTo>
                <a:lnTo>
                  <a:pt x="1286798" y="58612"/>
                </a:lnTo>
                <a:lnTo>
                  <a:pt x="1281503" y="60389"/>
                </a:lnTo>
                <a:lnTo>
                  <a:pt x="1276557" y="62793"/>
                </a:lnTo>
                <a:lnTo>
                  <a:pt x="1272010" y="65779"/>
                </a:lnTo>
                <a:lnTo>
                  <a:pt x="1267911" y="69297"/>
                </a:lnTo>
                <a:lnTo>
                  <a:pt x="1264308" y="73302"/>
                </a:lnTo>
                <a:lnTo>
                  <a:pt x="1261250" y="77744"/>
                </a:lnTo>
                <a:lnTo>
                  <a:pt x="1258786" y="82576"/>
                </a:lnTo>
                <a:lnTo>
                  <a:pt x="1256966" y="87752"/>
                </a:lnTo>
                <a:lnTo>
                  <a:pt x="1255838" y="93223"/>
                </a:lnTo>
                <a:lnTo>
                  <a:pt x="1255451" y="98942"/>
                </a:lnTo>
                <a:lnTo>
                  <a:pt x="1255597" y="102846"/>
                </a:lnTo>
                <a:lnTo>
                  <a:pt x="1256042" y="106501"/>
                </a:lnTo>
                <a:lnTo>
                  <a:pt x="1256797" y="109925"/>
                </a:lnTo>
                <a:lnTo>
                  <a:pt x="1257872" y="113135"/>
                </a:lnTo>
                <a:lnTo>
                  <a:pt x="1259278" y="116149"/>
                </a:lnTo>
                <a:lnTo>
                  <a:pt x="1261025" y="118986"/>
                </a:lnTo>
                <a:lnTo>
                  <a:pt x="1263125" y="121662"/>
                </a:lnTo>
                <a:lnTo>
                  <a:pt x="1265587" y="124196"/>
                </a:lnTo>
                <a:lnTo>
                  <a:pt x="1268423" y="126605"/>
                </a:lnTo>
                <a:lnTo>
                  <a:pt x="1271644" y="128908"/>
                </a:lnTo>
                <a:lnTo>
                  <a:pt x="1275259" y="131121"/>
                </a:lnTo>
                <a:lnTo>
                  <a:pt x="1279280" y="133264"/>
                </a:lnTo>
                <a:lnTo>
                  <a:pt x="1278070" y="134410"/>
                </a:lnTo>
                <a:lnTo>
                  <a:pt x="1276881" y="135536"/>
                </a:lnTo>
                <a:lnTo>
                  <a:pt x="1275722" y="136630"/>
                </a:lnTo>
                <a:lnTo>
                  <a:pt x="1274603" y="137685"/>
                </a:lnTo>
                <a:lnTo>
                  <a:pt x="1273534" y="138689"/>
                </a:lnTo>
                <a:lnTo>
                  <a:pt x="1272524" y="139634"/>
                </a:lnTo>
                <a:lnTo>
                  <a:pt x="1271584" y="140509"/>
                </a:lnTo>
                <a:lnTo>
                  <a:pt x="1270722" y="141306"/>
                </a:lnTo>
                <a:lnTo>
                  <a:pt x="1269950" y="142013"/>
                </a:lnTo>
                <a:lnTo>
                  <a:pt x="1269276" y="142621"/>
                </a:lnTo>
                <a:lnTo>
                  <a:pt x="1268710" y="143121"/>
                </a:lnTo>
                <a:lnTo>
                  <a:pt x="1268263" y="143503"/>
                </a:lnTo>
                <a:lnTo>
                  <a:pt x="1266256" y="145311"/>
                </a:lnTo>
                <a:lnTo>
                  <a:pt x="1264455" y="147030"/>
                </a:lnTo>
                <a:lnTo>
                  <a:pt x="1262856" y="148670"/>
                </a:lnTo>
                <a:lnTo>
                  <a:pt x="1261451" y="150238"/>
                </a:lnTo>
                <a:lnTo>
                  <a:pt x="1260235" y="151742"/>
                </a:lnTo>
                <a:lnTo>
                  <a:pt x="1259202" y="153190"/>
                </a:lnTo>
                <a:lnTo>
                  <a:pt x="1258344" y="154591"/>
                </a:lnTo>
                <a:lnTo>
                  <a:pt x="1257656" y="155951"/>
                </a:lnTo>
                <a:lnTo>
                  <a:pt x="1257132" y="157279"/>
                </a:lnTo>
                <a:lnTo>
                  <a:pt x="1256766" y="158583"/>
                </a:lnTo>
                <a:lnTo>
                  <a:pt x="1256550" y="159871"/>
                </a:lnTo>
                <a:lnTo>
                  <a:pt x="1256480" y="161151"/>
                </a:lnTo>
                <a:lnTo>
                  <a:pt x="1256546" y="162448"/>
                </a:lnTo>
                <a:lnTo>
                  <a:pt x="1256756" y="163665"/>
                </a:lnTo>
                <a:lnTo>
                  <a:pt x="1257124" y="164816"/>
                </a:lnTo>
                <a:lnTo>
                  <a:pt x="1257665" y="165916"/>
                </a:lnTo>
                <a:lnTo>
                  <a:pt x="1258395" y="166981"/>
                </a:lnTo>
                <a:lnTo>
                  <a:pt x="1259329" y="168026"/>
                </a:lnTo>
                <a:lnTo>
                  <a:pt x="1260482" y="169066"/>
                </a:lnTo>
                <a:lnTo>
                  <a:pt x="1261868" y="170115"/>
                </a:lnTo>
                <a:lnTo>
                  <a:pt x="1263504" y="171190"/>
                </a:lnTo>
                <a:lnTo>
                  <a:pt x="1265404" y="172305"/>
                </a:lnTo>
                <a:lnTo>
                  <a:pt x="1267584" y="173476"/>
                </a:lnTo>
                <a:lnTo>
                  <a:pt x="1270057" y="174717"/>
                </a:lnTo>
                <a:lnTo>
                  <a:pt x="1265742" y="177953"/>
                </a:lnTo>
                <a:lnTo>
                  <a:pt x="1261881" y="181006"/>
                </a:lnTo>
                <a:lnTo>
                  <a:pt x="1258460" y="183898"/>
                </a:lnTo>
                <a:lnTo>
                  <a:pt x="1255463" y="186648"/>
                </a:lnTo>
                <a:lnTo>
                  <a:pt x="1252876" y="189277"/>
                </a:lnTo>
                <a:lnTo>
                  <a:pt x="1250682" y="191805"/>
                </a:lnTo>
                <a:lnTo>
                  <a:pt x="1248868" y="194254"/>
                </a:lnTo>
                <a:lnTo>
                  <a:pt x="1247417" y="196642"/>
                </a:lnTo>
                <a:lnTo>
                  <a:pt x="1246315" y="198992"/>
                </a:lnTo>
                <a:lnTo>
                  <a:pt x="1245547" y="201322"/>
                </a:lnTo>
                <a:lnTo>
                  <a:pt x="1245097" y="203654"/>
                </a:lnTo>
                <a:lnTo>
                  <a:pt x="1244950" y="206009"/>
                </a:lnTo>
                <a:lnTo>
                  <a:pt x="1245358" y="209353"/>
                </a:lnTo>
                <a:lnTo>
                  <a:pt x="1246543" y="212569"/>
                </a:lnTo>
                <a:lnTo>
                  <a:pt x="1248453" y="215627"/>
                </a:lnTo>
                <a:lnTo>
                  <a:pt x="1251032" y="218495"/>
                </a:lnTo>
                <a:lnTo>
                  <a:pt x="1254227" y="221142"/>
                </a:lnTo>
                <a:lnTo>
                  <a:pt x="1257984" y="223537"/>
                </a:lnTo>
                <a:lnTo>
                  <a:pt x="1262247" y="225649"/>
                </a:lnTo>
                <a:lnTo>
                  <a:pt x="1266964" y="227447"/>
                </a:lnTo>
                <a:lnTo>
                  <a:pt x="1272079" y="228899"/>
                </a:lnTo>
                <a:lnTo>
                  <a:pt x="1277538" y="229975"/>
                </a:lnTo>
                <a:lnTo>
                  <a:pt x="1283287" y="230644"/>
                </a:lnTo>
                <a:lnTo>
                  <a:pt x="1289273" y="230873"/>
                </a:lnTo>
                <a:lnTo>
                  <a:pt x="1294088" y="230736"/>
                </a:lnTo>
                <a:lnTo>
                  <a:pt x="1298910" y="230330"/>
                </a:lnTo>
                <a:lnTo>
                  <a:pt x="1303713" y="229664"/>
                </a:lnTo>
                <a:lnTo>
                  <a:pt x="1308470" y="228748"/>
                </a:lnTo>
                <a:lnTo>
                  <a:pt x="1313155" y="227589"/>
                </a:lnTo>
                <a:lnTo>
                  <a:pt x="1317744" y="226197"/>
                </a:lnTo>
                <a:lnTo>
                  <a:pt x="1322211" y="224581"/>
                </a:lnTo>
                <a:lnTo>
                  <a:pt x="1326528" y="222750"/>
                </a:lnTo>
                <a:lnTo>
                  <a:pt x="1330672" y="220712"/>
                </a:lnTo>
                <a:lnTo>
                  <a:pt x="1334615" y="218476"/>
                </a:lnTo>
                <a:lnTo>
                  <a:pt x="1338332" y="216052"/>
                </a:lnTo>
                <a:lnTo>
                  <a:pt x="1341797" y="213449"/>
                </a:lnTo>
                <a:lnTo>
                  <a:pt x="1344120" y="211454"/>
                </a:lnTo>
                <a:lnTo>
                  <a:pt x="1346223" y="209445"/>
                </a:lnTo>
                <a:lnTo>
                  <a:pt x="1348108" y="207416"/>
                </a:lnTo>
                <a:lnTo>
                  <a:pt x="1349780" y="205363"/>
                </a:lnTo>
                <a:lnTo>
                  <a:pt x="1351241" y="203282"/>
                </a:lnTo>
                <a:lnTo>
                  <a:pt x="1352496" y="201167"/>
                </a:lnTo>
                <a:lnTo>
                  <a:pt x="1353548" y="199015"/>
                </a:lnTo>
                <a:lnTo>
                  <a:pt x="1354401" y="196822"/>
                </a:lnTo>
                <a:lnTo>
                  <a:pt x="1355059" y="194582"/>
                </a:lnTo>
                <a:lnTo>
                  <a:pt x="1355523" y="192291"/>
                </a:lnTo>
                <a:lnTo>
                  <a:pt x="1355800" y="189945"/>
                </a:lnTo>
                <a:lnTo>
                  <a:pt x="1355891" y="187540"/>
                </a:lnTo>
                <a:lnTo>
                  <a:pt x="1355643" y="183675"/>
                </a:lnTo>
                <a:lnTo>
                  <a:pt x="1354911" y="180042"/>
                </a:lnTo>
                <a:lnTo>
                  <a:pt x="1353713" y="176657"/>
                </a:lnTo>
                <a:lnTo>
                  <a:pt x="1352066" y="173537"/>
                </a:lnTo>
                <a:lnTo>
                  <a:pt x="1349989" y="170700"/>
                </a:lnTo>
                <a:lnTo>
                  <a:pt x="1347499" y="168160"/>
                </a:lnTo>
                <a:lnTo>
                  <a:pt x="1344614" y="165936"/>
                </a:lnTo>
                <a:lnTo>
                  <a:pt x="1341352" y="164044"/>
                </a:lnTo>
                <a:lnTo>
                  <a:pt x="1337730" y="162500"/>
                </a:lnTo>
                <a:lnTo>
                  <a:pt x="1333767" y="161323"/>
                </a:lnTo>
                <a:lnTo>
                  <a:pt x="1329481" y="160527"/>
                </a:lnTo>
                <a:lnTo>
                  <a:pt x="1324889" y="160130"/>
                </a:lnTo>
                <a:lnTo>
                  <a:pt x="1291837" y="158594"/>
                </a:lnTo>
                <a:lnTo>
                  <a:pt x="1288591" y="158429"/>
                </a:lnTo>
                <a:lnTo>
                  <a:pt x="1285641" y="158189"/>
                </a:lnTo>
                <a:lnTo>
                  <a:pt x="1282985" y="157874"/>
                </a:lnTo>
                <a:lnTo>
                  <a:pt x="1280620" y="157485"/>
                </a:lnTo>
                <a:lnTo>
                  <a:pt x="1278543" y="157021"/>
                </a:lnTo>
                <a:lnTo>
                  <a:pt x="1276752" y="156483"/>
                </a:lnTo>
                <a:lnTo>
                  <a:pt x="1275243" y="155871"/>
                </a:lnTo>
                <a:lnTo>
                  <a:pt x="1274015" y="155183"/>
                </a:lnTo>
                <a:lnTo>
                  <a:pt x="1273065" y="154422"/>
                </a:lnTo>
                <a:lnTo>
                  <a:pt x="1272389" y="153585"/>
                </a:lnTo>
                <a:lnTo>
                  <a:pt x="1271986" y="152675"/>
                </a:lnTo>
                <a:lnTo>
                  <a:pt x="1271852" y="151690"/>
                </a:lnTo>
                <a:lnTo>
                  <a:pt x="1272022" y="150337"/>
                </a:lnTo>
                <a:lnTo>
                  <a:pt x="1272510" y="148861"/>
                </a:lnTo>
                <a:lnTo>
                  <a:pt x="1273281" y="147300"/>
                </a:lnTo>
                <a:lnTo>
                  <a:pt x="1274300" y="145691"/>
                </a:lnTo>
                <a:lnTo>
                  <a:pt x="1275532" y="144072"/>
                </a:lnTo>
                <a:lnTo>
                  <a:pt x="1276943" y="142479"/>
                </a:lnTo>
                <a:lnTo>
                  <a:pt x="1278498" y="140951"/>
                </a:lnTo>
                <a:lnTo>
                  <a:pt x="1280163" y="139523"/>
                </a:lnTo>
                <a:lnTo>
                  <a:pt x="1281903" y="138234"/>
                </a:lnTo>
                <a:lnTo>
                  <a:pt x="1283683" y="137121"/>
                </a:lnTo>
                <a:lnTo>
                  <a:pt x="1285468" y="136221"/>
                </a:lnTo>
                <a:lnTo>
                  <a:pt x="1287224" y="135571"/>
                </a:lnTo>
                <a:lnTo>
                  <a:pt x="1287790" y="135635"/>
                </a:lnTo>
                <a:lnTo>
                  <a:pt x="1288332" y="135698"/>
                </a:lnTo>
                <a:lnTo>
                  <a:pt x="1288850" y="135760"/>
                </a:lnTo>
                <a:lnTo>
                  <a:pt x="1289341" y="135818"/>
                </a:lnTo>
                <a:lnTo>
                  <a:pt x="1289803" y="135873"/>
                </a:lnTo>
                <a:lnTo>
                  <a:pt x="1290236" y="135924"/>
                </a:lnTo>
                <a:lnTo>
                  <a:pt x="1290636" y="135969"/>
                </a:lnTo>
                <a:lnTo>
                  <a:pt x="1291002" y="136007"/>
                </a:lnTo>
                <a:lnTo>
                  <a:pt x="1291332" y="136039"/>
                </a:lnTo>
                <a:lnTo>
                  <a:pt x="1291625" y="136063"/>
                </a:lnTo>
                <a:lnTo>
                  <a:pt x="1291879" y="136078"/>
                </a:lnTo>
                <a:lnTo>
                  <a:pt x="1292092" y="136083"/>
                </a:lnTo>
                <a:lnTo>
                  <a:pt x="1293276" y="136206"/>
                </a:lnTo>
                <a:lnTo>
                  <a:pt x="1294396" y="136318"/>
                </a:lnTo>
                <a:lnTo>
                  <a:pt x="1295450" y="136419"/>
                </a:lnTo>
                <a:lnTo>
                  <a:pt x="1296437" y="136510"/>
                </a:lnTo>
                <a:lnTo>
                  <a:pt x="1297357" y="136590"/>
                </a:lnTo>
                <a:lnTo>
                  <a:pt x="1298209" y="136660"/>
                </a:lnTo>
                <a:lnTo>
                  <a:pt x="1298991" y="136719"/>
                </a:lnTo>
                <a:lnTo>
                  <a:pt x="1299702" y="136767"/>
                </a:lnTo>
                <a:lnTo>
                  <a:pt x="1300343" y="136805"/>
                </a:lnTo>
                <a:lnTo>
                  <a:pt x="1300912" y="136832"/>
                </a:lnTo>
                <a:lnTo>
                  <a:pt x="1301408" y="136848"/>
                </a:lnTo>
                <a:lnTo>
                  <a:pt x="1301830" y="136853"/>
                </a:lnTo>
                <a:lnTo>
                  <a:pt x="1304214" y="136773"/>
                </a:lnTo>
                <a:lnTo>
                  <a:pt x="1306619" y="136536"/>
                </a:lnTo>
                <a:lnTo>
                  <a:pt x="1309035" y="136145"/>
                </a:lnTo>
                <a:lnTo>
                  <a:pt x="1311451" y="135601"/>
                </a:lnTo>
                <a:lnTo>
                  <a:pt x="1313856" y="134907"/>
                </a:lnTo>
                <a:lnTo>
                  <a:pt x="1316240" y="134067"/>
                </a:lnTo>
                <a:lnTo>
                  <a:pt x="1318592" y="133083"/>
                </a:lnTo>
                <a:lnTo>
                  <a:pt x="1320902" y="131957"/>
                </a:lnTo>
                <a:lnTo>
                  <a:pt x="1323158" y="130693"/>
                </a:lnTo>
                <a:lnTo>
                  <a:pt x="1325350" y="129292"/>
                </a:lnTo>
                <a:lnTo>
                  <a:pt x="1327467" y="127759"/>
                </a:lnTo>
                <a:lnTo>
                  <a:pt x="1329498" y="126094"/>
                </a:lnTo>
                <a:lnTo>
                  <a:pt x="1331516" y="124262"/>
                </a:lnTo>
                <a:lnTo>
                  <a:pt x="1333345" y="122348"/>
                </a:lnTo>
                <a:lnTo>
                  <a:pt x="1334987" y="120346"/>
                </a:lnTo>
                <a:lnTo>
                  <a:pt x="1336445" y="118247"/>
                </a:lnTo>
                <a:lnTo>
                  <a:pt x="1337721" y="116046"/>
                </a:lnTo>
                <a:lnTo>
                  <a:pt x="1338819" y="113734"/>
                </a:lnTo>
                <a:lnTo>
                  <a:pt x="1339740" y="111305"/>
                </a:lnTo>
                <a:lnTo>
                  <a:pt x="1340488" y="108752"/>
                </a:lnTo>
                <a:lnTo>
                  <a:pt x="1341065" y="106067"/>
                </a:lnTo>
                <a:lnTo>
                  <a:pt x="1341473" y="103243"/>
                </a:lnTo>
                <a:lnTo>
                  <a:pt x="1341717" y="100274"/>
                </a:lnTo>
                <a:lnTo>
                  <a:pt x="1341797" y="97152"/>
                </a:lnTo>
                <a:lnTo>
                  <a:pt x="1341770" y="95325"/>
                </a:lnTo>
                <a:lnTo>
                  <a:pt x="1341686" y="93548"/>
                </a:lnTo>
                <a:lnTo>
                  <a:pt x="1341541" y="91809"/>
                </a:lnTo>
                <a:lnTo>
                  <a:pt x="1341332" y="90094"/>
                </a:lnTo>
                <a:lnTo>
                  <a:pt x="1341056" y="88389"/>
                </a:lnTo>
                <a:lnTo>
                  <a:pt x="1340708" y="86682"/>
                </a:lnTo>
                <a:lnTo>
                  <a:pt x="1340286" y="84958"/>
                </a:lnTo>
                <a:lnTo>
                  <a:pt x="1339785" y="83205"/>
                </a:lnTo>
                <a:lnTo>
                  <a:pt x="1339203" y="81410"/>
                </a:lnTo>
                <a:lnTo>
                  <a:pt x="1338535" y="79558"/>
                </a:lnTo>
                <a:lnTo>
                  <a:pt x="1337779" y="77637"/>
                </a:lnTo>
                <a:lnTo>
                  <a:pt x="1336930" y="75634"/>
                </a:lnTo>
                <a:lnTo>
                  <a:pt x="1358194" y="75634"/>
                </a:lnTo>
                <a:moveTo>
                  <a:pt x="1275437" y="175483"/>
                </a:moveTo>
                <a:lnTo>
                  <a:pt x="1277790" y="175927"/>
                </a:lnTo>
                <a:lnTo>
                  <a:pt x="1280576" y="176355"/>
                </a:lnTo>
                <a:lnTo>
                  <a:pt x="1283725" y="176763"/>
                </a:lnTo>
                <a:lnTo>
                  <a:pt x="1287167" y="177147"/>
                </a:lnTo>
                <a:lnTo>
                  <a:pt x="1290833" y="177502"/>
                </a:lnTo>
                <a:lnTo>
                  <a:pt x="1294654" y="177825"/>
                </a:lnTo>
                <a:lnTo>
                  <a:pt x="1298561" y="178110"/>
                </a:lnTo>
                <a:lnTo>
                  <a:pt x="1302483" y="178353"/>
                </a:lnTo>
                <a:lnTo>
                  <a:pt x="1306352" y="178550"/>
                </a:lnTo>
                <a:lnTo>
                  <a:pt x="1310098" y="178696"/>
                </a:lnTo>
                <a:lnTo>
                  <a:pt x="1313652" y="178787"/>
                </a:lnTo>
                <a:lnTo>
                  <a:pt x="1316944" y="178818"/>
                </a:lnTo>
                <a:lnTo>
                  <a:pt x="1322468" y="178889"/>
                </a:lnTo>
                <a:lnTo>
                  <a:pt x="1327394" y="179108"/>
                </a:lnTo>
                <a:lnTo>
                  <a:pt x="1331746" y="179483"/>
                </a:lnTo>
                <a:lnTo>
                  <a:pt x="1335545" y="180025"/>
                </a:lnTo>
                <a:lnTo>
                  <a:pt x="1338814" y="180740"/>
                </a:lnTo>
                <a:lnTo>
                  <a:pt x="1341574" y="181640"/>
                </a:lnTo>
                <a:lnTo>
                  <a:pt x="1343850" y="182731"/>
                </a:lnTo>
                <a:lnTo>
                  <a:pt x="1345661" y="184024"/>
                </a:lnTo>
                <a:lnTo>
                  <a:pt x="1347032" y="185527"/>
                </a:lnTo>
                <a:lnTo>
                  <a:pt x="1347983" y="187250"/>
                </a:lnTo>
                <a:lnTo>
                  <a:pt x="1348537" y="189200"/>
                </a:lnTo>
                <a:lnTo>
                  <a:pt x="1348717" y="191387"/>
                </a:lnTo>
                <a:lnTo>
                  <a:pt x="1348317" y="195002"/>
                </a:lnTo>
                <a:lnTo>
                  <a:pt x="1347141" y="198397"/>
                </a:lnTo>
                <a:lnTo>
                  <a:pt x="1345222" y="201552"/>
                </a:lnTo>
                <a:lnTo>
                  <a:pt x="1342596" y="204451"/>
                </a:lnTo>
                <a:lnTo>
                  <a:pt x="1339298" y="207075"/>
                </a:lnTo>
                <a:lnTo>
                  <a:pt x="1335361" y="209407"/>
                </a:lnTo>
                <a:lnTo>
                  <a:pt x="1330822" y="211429"/>
                </a:lnTo>
                <a:lnTo>
                  <a:pt x="1325714" y="213123"/>
                </a:lnTo>
                <a:lnTo>
                  <a:pt x="1320072" y="214472"/>
                </a:lnTo>
                <a:lnTo>
                  <a:pt x="1313931" y="215458"/>
                </a:lnTo>
                <a:lnTo>
                  <a:pt x="1307325" y="216062"/>
                </a:lnTo>
                <a:lnTo>
                  <a:pt x="1300290" y="216267"/>
                </a:lnTo>
                <a:lnTo>
                  <a:pt x="1294818" y="216114"/>
                </a:lnTo>
                <a:lnTo>
                  <a:pt x="1289690" y="215664"/>
                </a:lnTo>
                <a:lnTo>
                  <a:pt x="1284933" y="214929"/>
                </a:lnTo>
                <a:lnTo>
                  <a:pt x="1280571" y="213921"/>
                </a:lnTo>
                <a:lnTo>
                  <a:pt x="1276629" y="212654"/>
                </a:lnTo>
                <a:lnTo>
                  <a:pt x="1273132" y="211139"/>
                </a:lnTo>
                <a:lnTo>
                  <a:pt x="1270104" y="209388"/>
                </a:lnTo>
                <a:lnTo>
                  <a:pt x="1267571" y="207415"/>
                </a:lnTo>
                <a:lnTo>
                  <a:pt x="1265558" y="205232"/>
                </a:lnTo>
                <a:lnTo>
                  <a:pt x="1264089" y="202850"/>
                </a:lnTo>
                <a:lnTo>
                  <a:pt x="1263189" y="200284"/>
                </a:lnTo>
                <a:lnTo>
                  <a:pt x="1262883" y="197545"/>
                </a:lnTo>
                <a:lnTo>
                  <a:pt x="1262925" y="196116"/>
                </a:lnTo>
                <a:lnTo>
                  <a:pt x="1263066" y="194753"/>
                </a:lnTo>
                <a:lnTo>
                  <a:pt x="1263332" y="193412"/>
                </a:lnTo>
                <a:lnTo>
                  <a:pt x="1263747" y="192053"/>
                </a:lnTo>
                <a:lnTo>
                  <a:pt x="1264337" y="190634"/>
                </a:lnTo>
                <a:lnTo>
                  <a:pt x="1265126" y="189112"/>
                </a:lnTo>
                <a:lnTo>
                  <a:pt x="1266139" y="187445"/>
                </a:lnTo>
                <a:lnTo>
                  <a:pt x="1267401" y="185593"/>
                </a:lnTo>
                <a:lnTo>
                  <a:pt x="1268937" y="183512"/>
                </a:lnTo>
                <a:lnTo>
                  <a:pt x="1270771" y="181161"/>
                </a:lnTo>
                <a:lnTo>
                  <a:pt x="1272930" y="178499"/>
                </a:lnTo>
                <a:lnTo>
                  <a:pt x="1275437" y="175483"/>
                </a:lnTo>
                <a:moveTo>
                  <a:pt x="1276719" y="88441"/>
                </a:moveTo>
                <a:lnTo>
                  <a:pt x="1276867" y="84792"/>
                </a:lnTo>
                <a:lnTo>
                  <a:pt x="1277305" y="81407"/>
                </a:lnTo>
                <a:lnTo>
                  <a:pt x="1278024" y="78296"/>
                </a:lnTo>
                <a:lnTo>
                  <a:pt x="1279016" y="75470"/>
                </a:lnTo>
                <a:lnTo>
                  <a:pt x="1280271" y="72938"/>
                </a:lnTo>
                <a:lnTo>
                  <a:pt x="1281780" y="70710"/>
                </a:lnTo>
                <a:lnTo>
                  <a:pt x="1283534" y="68797"/>
                </a:lnTo>
                <a:lnTo>
                  <a:pt x="1285526" y="67210"/>
                </a:lnTo>
                <a:lnTo>
                  <a:pt x="1287745" y="65957"/>
                </a:lnTo>
                <a:lnTo>
                  <a:pt x="1290183" y="65050"/>
                </a:lnTo>
                <a:lnTo>
                  <a:pt x="1292831" y="64498"/>
                </a:lnTo>
                <a:lnTo>
                  <a:pt x="1295681" y="64312"/>
                </a:lnTo>
                <a:lnTo>
                  <a:pt x="1297638" y="64403"/>
                </a:lnTo>
                <a:lnTo>
                  <a:pt x="1299538" y="64674"/>
                </a:lnTo>
                <a:lnTo>
                  <a:pt x="1301376" y="65120"/>
                </a:lnTo>
                <a:lnTo>
                  <a:pt x="1303147" y="65739"/>
                </a:lnTo>
                <a:lnTo>
                  <a:pt x="1304847" y="66525"/>
                </a:lnTo>
                <a:lnTo>
                  <a:pt x="1306472" y="67476"/>
                </a:lnTo>
                <a:lnTo>
                  <a:pt x="1308016" y="68586"/>
                </a:lnTo>
                <a:lnTo>
                  <a:pt x="1309477" y="69853"/>
                </a:lnTo>
                <a:lnTo>
                  <a:pt x="1310848" y="71272"/>
                </a:lnTo>
                <a:lnTo>
                  <a:pt x="1312126" y="72839"/>
                </a:lnTo>
                <a:lnTo>
                  <a:pt x="1313306" y="74551"/>
                </a:lnTo>
                <a:lnTo>
                  <a:pt x="1314384" y="76404"/>
                </a:lnTo>
                <a:lnTo>
                  <a:pt x="1315503" y="78701"/>
                </a:lnTo>
                <a:lnTo>
                  <a:pt x="1316554" y="81100"/>
                </a:lnTo>
                <a:lnTo>
                  <a:pt x="1317529" y="83584"/>
                </a:lnTo>
                <a:lnTo>
                  <a:pt x="1318425" y="86137"/>
                </a:lnTo>
                <a:lnTo>
                  <a:pt x="1319235" y="88744"/>
                </a:lnTo>
                <a:lnTo>
                  <a:pt x="1319955" y="91388"/>
                </a:lnTo>
                <a:lnTo>
                  <a:pt x="1320579" y="94054"/>
                </a:lnTo>
                <a:lnTo>
                  <a:pt x="1321101" y="96724"/>
                </a:lnTo>
                <a:lnTo>
                  <a:pt x="1321517" y="99385"/>
                </a:lnTo>
                <a:lnTo>
                  <a:pt x="1321821" y="102018"/>
                </a:lnTo>
                <a:lnTo>
                  <a:pt x="1322007" y="104609"/>
                </a:lnTo>
                <a:lnTo>
                  <a:pt x="1322070" y="107141"/>
                </a:lnTo>
                <a:lnTo>
                  <a:pt x="1321917" y="110612"/>
                </a:lnTo>
                <a:lnTo>
                  <a:pt x="1321465" y="113846"/>
                </a:lnTo>
                <a:lnTo>
                  <a:pt x="1320724" y="116832"/>
                </a:lnTo>
                <a:lnTo>
                  <a:pt x="1319707" y="119556"/>
                </a:lnTo>
                <a:lnTo>
                  <a:pt x="1318422" y="122006"/>
                </a:lnTo>
                <a:lnTo>
                  <a:pt x="1316881" y="124171"/>
                </a:lnTo>
                <a:lnTo>
                  <a:pt x="1315094" y="126036"/>
                </a:lnTo>
                <a:lnTo>
                  <a:pt x="1313073" y="127590"/>
                </a:lnTo>
                <a:lnTo>
                  <a:pt x="1310828" y="128821"/>
                </a:lnTo>
                <a:lnTo>
                  <a:pt x="1308369" y="129715"/>
                </a:lnTo>
                <a:lnTo>
                  <a:pt x="1305708" y="130261"/>
                </a:lnTo>
                <a:lnTo>
                  <a:pt x="1302855" y="130445"/>
                </a:lnTo>
                <a:lnTo>
                  <a:pt x="1299111" y="130104"/>
                </a:lnTo>
                <a:lnTo>
                  <a:pt x="1295581" y="129098"/>
                </a:lnTo>
                <a:lnTo>
                  <a:pt x="1292286" y="127460"/>
                </a:lnTo>
                <a:lnTo>
                  <a:pt x="1289247" y="125219"/>
                </a:lnTo>
                <a:lnTo>
                  <a:pt x="1286485" y="122405"/>
                </a:lnTo>
                <a:lnTo>
                  <a:pt x="1284022" y="119049"/>
                </a:lnTo>
                <a:lnTo>
                  <a:pt x="1281880" y="115180"/>
                </a:lnTo>
                <a:lnTo>
                  <a:pt x="1280079" y="110829"/>
                </a:lnTo>
                <a:lnTo>
                  <a:pt x="1278641" y="106027"/>
                </a:lnTo>
                <a:lnTo>
                  <a:pt x="1277588" y="100803"/>
                </a:lnTo>
                <a:lnTo>
                  <a:pt x="1276940" y="95188"/>
                </a:lnTo>
                <a:lnTo>
                  <a:pt x="1276719" y="89212"/>
                </a:lnTo>
                <a:lnTo>
                  <a:pt x="1276719" y="88441"/>
                </a:lnTo>
                <a:close/>
                <a:moveTo>
                  <a:pt x="1457862" y="74238"/>
                </a:moveTo>
                <a:lnTo>
                  <a:pt x="1458429" y="74180"/>
                </a:lnTo>
                <a:lnTo>
                  <a:pt x="1458977" y="74131"/>
                </a:lnTo>
                <a:lnTo>
                  <a:pt x="1459512" y="74091"/>
                </a:lnTo>
                <a:lnTo>
                  <a:pt x="1460036" y="74059"/>
                </a:lnTo>
                <a:lnTo>
                  <a:pt x="1460553" y="74034"/>
                </a:lnTo>
                <a:lnTo>
                  <a:pt x="1461066" y="74016"/>
                </a:lnTo>
                <a:lnTo>
                  <a:pt x="1461579" y="74002"/>
                </a:lnTo>
                <a:lnTo>
                  <a:pt x="1462096" y="73993"/>
                </a:lnTo>
                <a:lnTo>
                  <a:pt x="1462620" y="73988"/>
                </a:lnTo>
                <a:lnTo>
                  <a:pt x="1463154" y="73985"/>
                </a:lnTo>
                <a:lnTo>
                  <a:pt x="1463703" y="73984"/>
                </a:lnTo>
                <a:lnTo>
                  <a:pt x="1464270" y="73984"/>
                </a:lnTo>
                <a:lnTo>
                  <a:pt x="1466306" y="74041"/>
                </a:lnTo>
                <a:lnTo>
                  <a:pt x="1468072" y="74229"/>
                </a:lnTo>
                <a:lnTo>
                  <a:pt x="1469586" y="74572"/>
                </a:lnTo>
                <a:lnTo>
                  <a:pt x="1470865" y="75094"/>
                </a:lnTo>
                <a:lnTo>
                  <a:pt x="1471926" y="75818"/>
                </a:lnTo>
                <a:lnTo>
                  <a:pt x="1472789" y="76769"/>
                </a:lnTo>
                <a:lnTo>
                  <a:pt x="1473470" y="77972"/>
                </a:lnTo>
                <a:lnTo>
                  <a:pt x="1473987" y="79449"/>
                </a:lnTo>
                <a:lnTo>
                  <a:pt x="1474358" y="81224"/>
                </a:lnTo>
                <a:lnTo>
                  <a:pt x="1474601" y="83323"/>
                </a:lnTo>
                <a:lnTo>
                  <a:pt x="1474734" y="85769"/>
                </a:lnTo>
                <a:lnTo>
                  <a:pt x="1474775" y="88586"/>
                </a:lnTo>
                <a:lnTo>
                  <a:pt x="1474775" y="208495"/>
                </a:lnTo>
                <a:lnTo>
                  <a:pt x="1474711" y="211613"/>
                </a:lnTo>
                <a:lnTo>
                  <a:pt x="1474496" y="214324"/>
                </a:lnTo>
                <a:lnTo>
                  <a:pt x="1474098" y="216662"/>
                </a:lnTo>
                <a:lnTo>
                  <a:pt x="1473484" y="218659"/>
                </a:lnTo>
                <a:lnTo>
                  <a:pt x="1472621" y="220346"/>
                </a:lnTo>
                <a:lnTo>
                  <a:pt x="1471476" y="221755"/>
                </a:lnTo>
                <a:lnTo>
                  <a:pt x="1470015" y="222918"/>
                </a:lnTo>
                <a:lnTo>
                  <a:pt x="1468207" y="223869"/>
                </a:lnTo>
                <a:lnTo>
                  <a:pt x="1466018" y="224637"/>
                </a:lnTo>
                <a:lnTo>
                  <a:pt x="1463416" y="225256"/>
                </a:lnTo>
                <a:lnTo>
                  <a:pt x="1460367" y="225758"/>
                </a:lnTo>
                <a:lnTo>
                  <a:pt x="1456838" y="226174"/>
                </a:lnTo>
                <a:lnTo>
                  <a:pt x="1456838" y="230529"/>
                </a:lnTo>
                <a:lnTo>
                  <a:pt x="1518843" y="230529"/>
                </a:lnTo>
                <a:lnTo>
                  <a:pt x="1518843" y="225920"/>
                </a:lnTo>
                <a:lnTo>
                  <a:pt x="1514363" y="225796"/>
                </a:lnTo>
                <a:lnTo>
                  <a:pt x="1510501" y="225528"/>
                </a:lnTo>
                <a:lnTo>
                  <a:pt x="1507214" y="225078"/>
                </a:lnTo>
                <a:lnTo>
                  <a:pt x="1504457" y="224410"/>
                </a:lnTo>
                <a:lnTo>
                  <a:pt x="1502189" y="223485"/>
                </a:lnTo>
                <a:lnTo>
                  <a:pt x="1500364" y="222267"/>
                </a:lnTo>
                <a:lnTo>
                  <a:pt x="1498940" y="220718"/>
                </a:lnTo>
                <a:lnTo>
                  <a:pt x="1497872" y="218801"/>
                </a:lnTo>
                <a:lnTo>
                  <a:pt x="1497117" y="216478"/>
                </a:lnTo>
                <a:lnTo>
                  <a:pt x="1496632" y="213711"/>
                </a:lnTo>
                <a:lnTo>
                  <a:pt x="1496373" y="210465"/>
                </a:lnTo>
                <a:lnTo>
                  <a:pt x="1496297" y="206701"/>
                </a:lnTo>
                <a:lnTo>
                  <a:pt x="1496297" y="166472"/>
                </a:lnTo>
                <a:lnTo>
                  <a:pt x="1498484" y="168464"/>
                </a:lnTo>
                <a:lnTo>
                  <a:pt x="1500580" y="170222"/>
                </a:lnTo>
                <a:lnTo>
                  <a:pt x="1502610" y="171758"/>
                </a:lnTo>
                <a:lnTo>
                  <a:pt x="1504600" y="173084"/>
                </a:lnTo>
                <a:lnTo>
                  <a:pt x="1506575" y="174210"/>
                </a:lnTo>
                <a:lnTo>
                  <a:pt x="1508562" y="175148"/>
                </a:lnTo>
                <a:lnTo>
                  <a:pt x="1510587" y="175910"/>
                </a:lnTo>
                <a:lnTo>
                  <a:pt x="1512674" y="176508"/>
                </a:lnTo>
                <a:lnTo>
                  <a:pt x="1514851" y="176953"/>
                </a:lnTo>
                <a:lnTo>
                  <a:pt x="1517143" y="177256"/>
                </a:lnTo>
                <a:lnTo>
                  <a:pt x="1519575" y="177430"/>
                </a:lnTo>
                <a:lnTo>
                  <a:pt x="1522174" y="177485"/>
                </a:lnTo>
                <a:lnTo>
                  <a:pt x="1529583" y="176899"/>
                </a:lnTo>
                <a:lnTo>
                  <a:pt x="1536657" y="175188"/>
                </a:lnTo>
                <a:lnTo>
                  <a:pt x="1543335" y="172423"/>
                </a:lnTo>
                <a:lnTo>
                  <a:pt x="1549559" y="168674"/>
                </a:lnTo>
                <a:lnTo>
                  <a:pt x="1555271" y="164011"/>
                </a:lnTo>
                <a:lnTo>
                  <a:pt x="1560412" y="158504"/>
                </a:lnTo>
                <a:lnTo>
                  <a:pt x="1564924" y="152224"/>
                </a:lnTo>
                <a:lnTo>
                  <a:pt x="1568746" y="145240"/>
                </a:lnTo>
                <a:lnTo>
                  <a:pt x="1571822" y="137624"/>
                </a:lnTo>
                <a:lnTo>
                  <a:pt x="1574091" y="129445"/>
                </a:lnTo>
                <a:lnTo>
                  <a:pt x="1575496" y="120773"/>
                </a:lnTo>
                <a:lnTo>
                  <a:pt x="1575977" y="111680"/>
                </a:lnTo>
                <a:lnTo>
                  <a:pt x="1575610" y="103938"/>
                </a:lnTo>
                <a:lnTo>
                  <a:pt x="1574533" y="96616"/>
                </a:lnTo>
                <a:lnTo>
                  <a:pt x="1572786" y="89764"/>
                </a:lnTo>
                <a:lnTo>
                  <a:pt x="1570407" y="83429"/>
                </a:lnTo>
                <a:lnTo>
                  <a:pt x="1567433" y="77659"/>
                </a:lnTo>
                <a:lnTo>
                  <a:pt x="1563904" y="72502"/>
                </a:lnTo>
                <a:lnTo>
                  <a:pt x="1559856" y="68007"/>
                </a:lnTo>
                <a:lnTo>
                  <a:pt x="1555329" y="64221"/>
                </a:lnTo>
                <a:lnTo>
                  <a:pt x="1550361" y="61192"/>
                </a:lnTo>
                <a:lnTo>
                  <a:pt x="1544990" y="58970"/>
                </a:lnTo>
                <a:lnTo>
                  <a:pt x="1539254" y="57601"/>
                </a:lnTo>
                <a:lnTo>
                  <a:pt x="1533191" y="57134"/>
                </a:lnTo>
                <a:lnTo>
                  <a:pt x="1529666" y="57268"/>
                </a:lnTo>
                <a:lnTo>
                  <a:pt x="1526259" y="57673"/>
                </a:lnTo>
                <a:lnTo>
                  <a:pt x="1522958" y="58351"/>
                </a:lnTo>
                <a:lnTo>
                  <a:pt x="1519754" y="59307"/>
                </a:lnTo>
                <a:lnTo>
                  <a:pt x="1516634" y="60545"/>
                </a:lnTo>
                <a:lnTo>
                  <a:pt x="1513590" y="62067"/>
                </a:lnTo>
                <a:lnTo>
                  <a:pt x="1510610" y="63877"/>
                </a:lnTo>
                <a:lnTo>
                  <a:pt x="1507683" y="65979"/>
                </a:lnTo>
                <a:lnTo>
                  <a:pt x="1504799" y="68376"/>
                </a:lnTo>
                <a:lnTo>
                  <a:pt x="1501947" y="71072"/>
                </a:lnTo>
                <a:lnTo>
                  <a:pt x="1499116" y="74070"/>
                </a:lnTo>
                <a:lnTo>
                  <a:pt x="1496297" y="77373"/>
                </a:lnTo>
                <a:lnTo>
                  <a:pt x="1496297" y="57650"/>
                </a:lnTo>
                <a:lnTo>
                  <a:pt x="1494760" y="57134"/>
                </a:lnTo>
                <a:lnTo>
                  <a:pt x="1491397" y="58439"/>
                </a:lnTo>
                <a:lnTo>
                  <a:pt x="1488202" y="59669"/>
                </a:lnTo>
                <a:lnTo>
                  <a:pt x="1485140" y="60835"/>
                </a:lnTo>
                <a:lnTo>
                  <a:pt x="1482177" y="61947"/>
                </a:lnTo>
                <a:lnTo>
                  <a:pt x="1479278" y="63017"/>
                </a:lnTo>
                <a:lnTo>
                  <a:pt x="1476408" y="64054"/>
                </a:lnTo>
                <a:lnTo>
                  <a:pt x="1473533" y="65070"/>
                </a:lnTo>
                <a:lnTo>
                  <a:pt x="1470618" y="66076"/>
                </a:lnTo>
                <a:lnTo>
                  <a:pt x="1467628" y="67081"/>
                </a:lnTo>
                <a:lnTo>
                  <a:pt x="1464528" y="68097"/>
                </a:lnTo>
                <a:lnTo>
                  <a:pt x="1461285" y="69134"/>
                </a:lnTo>
                <a:lnTo>
                  <a:pt x="1457862" y="70203"/>
                </a:lnTo>
                <a:lnTo>
                  <a:pt x="1457862" y="74238"/>
                </a:lnTo>
                <a:moveTo>
                  <a:pt x="1496297" y="89407"/>
                </a:moveTo>
                <a:lnTo>
                  <a:pt x="1496586" y="87461"/>
                </a:lnTo>
                <a:lnTo>
                  <a:pt x="1497414" y="85488"/>
                </a:lnTo>
                <a:lnTo>
                  <a:pt x="1498723" y="83526"/>
                </a:lnTo>
                <a:lnTo>
                  <a:pt x="1500453" y="81612"/>
                </a:lnTo>
                <a:lnTo>
                  <a:pt x="1502546" y="79783"/>
                </a:lnTo>
                <a:lnTo>
                  <a:pt x="1504944" y="78078"/>
                </a:lnTo>
                <a:lnTo>
                  <a:pt x="1507586" y="76532"/>
                </a:lnTo>
                <a:lnTo>
                  <a:pt x="1510416" y="75184"/>
                </a:lnTo>
                <a:lnTo>
                  <a:pt x="1513374" y="74070"/>
                </a:lnTo>
                <a:lnTo>
                  <a:pt x="1516401" y="73228"/>
                </a:lnTo>
                <a:lnTo>
                  <a:pt x="1519439" y="72696"/>
                </a:lnTo>
                <a:lnTo>
                  <a:pt x="1522428" y="72510"/>
                </a:lnTo>
                <a:lnTo>
                  <a:pt x="1527031" y="72910"/>
                </a:lnTo>
                <a:lnTo>
                  <a:pt x="1531346" y="74089"/>
                </a:lnTo>
                <a:lnTo>
                  <a:pt x="1535351" y="76014"/>
                </a:lnTo>
                <a:lnTo>
                  <a:pt x="1539026" y="78655"/>
                </a:lnTo>
                <a:lnTo>
                  <a:pt x="1542348" y="81978"/>
                </a:lnTo>
                <a:lnTo>
                  <a:pt x="1545296" y="85951"/>
                </a:lnTo>
                <a:lnTo>
                  <a:pt x="1547849" y="90544"/>
                </a:lnTo>
                <a:lnTo>
                  <a:pt x="1549986" y="95723"/>
                </a:lnTo>
                <a:lnTo>
                  <a:pt x="1551685" y="101457"/>
                </a:lnTo>
                <a:lnTo>
                  <a:pt x="1552925" y="107714"/>
                </a:lnTo>
                <a:lnTo>
                  <a:pt x="1553685" y="114462"/>
                </a:lnTo>
                <a:lnTo>
                  <a:pt x="1553943" y="121668"/>
                </a:lnTo>
                <a:lnTo>
                  <a:pt x="1553685" y="128575"/>
                </a:lnTo>
                <a:lnTo>
                  <a:pt x="1552927" y="135063"/>
                </a:lnTo>
                <a:lnTo>
                  <a:pt x="1551693" y="141098"/>
                </a:lnTo>
                <a:lnTo>
                  <a:pt x="1550005" y="146644"/>
                </a:lnTo>
                <a:lnTo>
                  <a:pt x="1547886" y="151668"/>
                </a:lnTo>
                <a:lnTo>
                  <a:pt x="1545360" y="156134"/>
                </a:lnTo>
                <a:lnTo>
                  <a:pt x="1542450" y="160009"/>
                </a:lnTo>
                <a:lnTo>
                  <a:pt x="1539179" y="163256"/>
                </a:lnTo>
                <a:lnTo>
                  <a:pt x="1535569" y="165843"/>
                </a:lnTo>
                <a:lnTo>
                  <a:pt x="1531645" y="167733"/>
                </a:lnTo>
                <a:lnTo>
                  <a:pt x="1527429" y="168892"/>
                </a:lnTo>
                <a:lnTo>
                  <a:pt x="1522944" y="169287"/>
                </a:lnTo>
                <a:lnTo>
                  <a:pt x="1519889" y="169101"/>
                </a:lnTo>
                <a:lnTo>
                  <a:pt x="1516788" y="168568"/>
                </a:lnTo>
                <a:lnTo>
                  <a:pt x="1513699" y="167727"/>
                </a:lnTo>
                <a:lnTo>
                  <a:pt x="1510682" y="166613"/>
                </a:lnTo>
                <a:lnTo>
                  <a:pt x="1507797" y="165265"/>
                </a:lnTo>
                <a:lnTo>
                  <a:pt x="1505103" y="163719"/>
                </a:lnTo>
                <a:lnTo>
                  <a:pt x="1502661" y="162013"/>
                </a:lnTo>
                <a:lnTo>
                  <a:pt x="1500529" y="160185"/>
                </a:lnTo>
                <a:lnTo>
                  <a:pt x="1498766" y="158271"/>
                </a:lnTo>
                <a:lnTo>
                  <a:pt x="1497434" y="156309"/>
                </a:lnTo>
                <a:lnTo>
                  <a:pt x="1496591" y="154336"/>
                </a:lnTo>
                <a:lnTo>
                  <a:pt x="1496297" y="152390"/>
                </a:lnTo>
                <a:lnTo>
                  <a:pt x="1496297" y="89407"/>
                </a:lnTo>
                <a:close/>
                <a:moveTo>
                  <a:pt x="1696910" y="158019"/>
                </a:moveTo>
                <a:lnTo>
                  <a:pt x="1695847" y="158867"/>
                </a:lnTo>
                <a:lnTo>
                  <a:pt x="1694830" y="159623"/>
                </a:lnTo>
                <a:lnTo>
                  <a:pt x="1693852" y="160290"/>
                </a:lnTo>
                <a:lnTo>
                  <a:pt x="1692906" y="160872"/>
                </a:lnTo>
                <a:lnTo>
                  <a:pt x="1691986" y="161372"/>
                </a:lnTo>
                <a:lnTo>
                  <a:pt x="1691083" y="161794"/>
                </a:lnTo>
                <a:lnTo>
                  <a:pt x="1690190" y="162141"/>
                </a:lnTo>
                <a:lnTo>
                  <a:pt x="1689301" y="162418"/>
                </a:lnTo>
                <a:lnTo>
                  <a:pt x="1688409" y="162626"/>
                </a:lnTo>
                <a:lnTo>
                  <a:pt x="1687506" y="162771"/>
                </a:lnTo>
                <a:lnTo>
                  <a:pt x="1686585" y="162855"/>
                </a:lnTo>
                <a:lnTo>
                  <a:pt x="1685639" y="162883"/>
                </a:lnTo>
                <a:lnTo>
                  <a:pt x="1684250" y="162806"/>
                </a:lnTo>
                <a:lnTo>
                  <a:pt x="1683024" y="162565"/>
                </a:lnTo>
                <a:lnTo>
                  <a:pt x="1681953" y="162147"/>
                </a:lnTo>
                <a:lnTo>
                  <a:pt x="1681028" y="161536"/>
                </a:lnTo>
                <a:lnTo>
                  <a:pt x="1680242" y="160719"/>
                </a:lnTo>
                <a:lnTo>
                  <a:pt x="1679587" y="159682"/>
                </a:lnTo>
                <a:lnTo>
                  <a:pt x="1679054" y="158410"/>
                </a:lnTo>
                <a:lnTo>
                  <a:pt x="1678636" y="156890"/>
                </a:lnTo>
                <a:lnTo>
                  <a:pt x="1678325" y="155106"/>
                </a:lnTo>
                <a:lnTo>
                  <a:pt x="1678113" y="153045"/>
                </a:lnTo>
                <a:lnTo>
                  <a:pt x="1677992" y="150693"/>
                </a:lnTo>
                <a:lnTo>
                  <a:pt x="1677953" y="148034"/>
                </a:lnTo>
                <a:lnTo>
                  <a:pt x="1677953" y="98106"/>
                </a:lnTo>
                <a:lnTo>
                  <a:pt x="1677925" y="94897"/>
                </a:lnTo>
                <a:lnTo>
                  <a:pt x="1677840" y="91917"/>
                </a:lnTo>
                <a:lnTo>
                  <a:pt x="1677693" y="89151"/>
                </a:lnTo>
                <a:lnTo>
                  <a:pt x="1677478" y="86583"/>
                </a:lnTo>
                <a:lnTo>
                  <a:pt x="1677193" y="84196"/>
                </a:lnTo>
                <a:lnTo>
                  <a:pt x="1676831" y="81974"/>
                </a:lnTo>
                <a:lnTo>
                  <a:pt x="1676390" y="79902"/>
                </a:lnTo>
                <a:lnTo>
                  <a:pt x="1675864" y="77963"/>
                </a:lnTo>
                <a:lnTo>
                  <a:pt x="1675250" y="76141"/>
                </a:lnTo>
                <a:lnTo>
                  <a:pt x="1674542" y="74421"/>
                </a:lnTo>
                <a:lnTo>
                  <a:pt x="1673736" y="72786"/>
                </a:lnTo>
                <a:lnTo>
                  <a:pt x="1672828" y="71220"/>
                </a:lnTo>
                <a:lnTo>
                  <a:pt x="1671307" y="69007"/>
                </a:lnTo>
                <a:lnTo>
                  <a:pt x="1669566" y="66977"/>
                </a:lnTo>
                <a:lnTo>
                  <a:pt x="1667611" y="65131"/>
                </a:lnTo>
                <a:lnTo>
                  <a:pt x="1665444" y="63473"/>
                </a:lnTo>
                <a:lnTo>
                  <a:pt x="1663072" y="62002"/>
                </a:lnTo>
                <a:lnTo>
                  <a:pt x="1660497" y="60721"/>
                </a:lnTo>
                <a:lnTo>
                  <a:pt x="1657725" y="59633"/>
                </a:lnTo>
                <a:lnTo>
                  <a:pt x="1654760" y="58738"/>
                </a:lnTo>
                <a:lnTo>
                  <a:pt x="1651606" y="58039"/>
                </a:lnTo>
                <a:lnTo>
                  <a:pt x="1648268" y="57537"/>
                </a:lnTo>
                <a:lnTo>
                  <a:pt x="1644751" y="57235"/>
                </a:lnTo>
                <a:lnTo>
                  <a:pt x="1641059" y="57134"/>
                </a:lnTo>
                <a:lnTo>
                  <a:pt x="1635152" y="57390"/>
                </a:lnTo>
                <a:lnTo>
                  <a:pt x="1629507" y="58138"/>
                </a:lnTo>
                <a:lnTo>
                  <a:pt x="1624172" y="59347"/>
                </a:lnTo>
                <a:lnTo>
                  <a:pt x="1619194" y="60985"/>
                </a:lnTo>
                <a:lnTo>
                  <a:pt x="1614622" y="63021"/>
                </a:lnTo>
                <a:lnTo>
                  <a:pt x="1610504" y="65425"/>
                </a:lnTo>
                <a:lnTo>
                  <a:pt x="1606888" y="68165"/>
                </a:lnTo>
                <a:lnTo>
                  <a:pt x="1603822" y="71209"/>
                </a:lnTo>
                <a:lnTo>
                  <a:pt x="1601353" y="74528"/>
                </a:lnTo>
                <a:lnTo>
                  <a:pt x="1599531" y="78089"/>
                </a:lnTo>
                <a:lnTo>
                  <a:pt x="1598402" y="81861"/>
                </a:lnTo>
                <a:lnTo>
                  <a:pt x="1598015" y="85814"/>
                </a:lnTo>
                <a:lnTo>
                  <a:pt x="1598119" y="87268"/>
                </a:lnTo>
                <a:lnTo>
                  <a:pt x="1598421" y="88675"/>
                </a:lnTo>
                <a:lnTo>
                  <a:pt x="1598907" y="90020"/>
                </a:lnTo>
                <a:lnTo>
                  <a:pt x="1599561" y="91287"/>
                </a:lnTo>
                <a:lnTo>
                  <a:pt x="1600368" y="92461"/>
                </a:lnTo>
                <a:lnTo>
                  <a:pt x="1601312" y="93528"/>
                </a:lnTo>
                <a:lnTo>
                  <a:pt x="1602380" y="94472"/>
                </a:lnTo>
                <a:lnTo>
                  <a:pt x="1603555" y="95278"/>
                </a:lnTo>
                <a:lnTo>
                  <a:pt x="1604823" y="95932"/>
                </a:lnTo>
                <a:lnTo>
                  <a:pt x="1606169" y="96417"/>
                </a:lnTo>
                <a:lnTo>
                  <a:pt x="1607577" y="96719"/>
                </a:lnTo>
                <a:lnTo>
                  <a:pt x="1609032" y="96823"/>
                </a:lnTo>
                <a:lnTo>
                  <a:pt x="1610550" y="96719"/>
                </a:lnTo>
                <a:lnTo>
                  <a:pt x="1612020" y="96418"/>
                </a:lnTo>
                <a:lnTo>
                  <a:pt x="1613426" y="95936"/>
                </a:lnTo>
                <a:lnTo>
                  <a:pt x="1614752" y="95288"/>
                </a:lnTo>
                <a:lnTo>
                  <a:pt x="1615983" y="94491"/>
                </a:lnTo>
                <a:lnTo>
                  <a:pt x="1617101" y="93560"/>
                </a:lnTo>
                <a:lnTo>
                  <a:pt x="1618091" y="92513"/>
                </a:lnTo>
                <a:lnTo>
                  <a:pt x="1618938" y="91363"/>
                </a:lnTo>
                <a:lnTo>
                  <a:pt x="1619624" y="90129"/>
                </a:lnTo>
                <a:lnTo>
                  <a:pt x="1620134" y="88825"/>
                </a:lnTo>
                <a:lnTo>
                  <a:pt x="1620452" y="87467"/>
                </a:lnTo>
                <a:lnTo>
                  <a:pt x="1620561" y="86072"/>
                </a:lnTo>
                <a:lnTo>
                  <a:pt x="1620556" y="85811"/>
                </a:lnTo>
                <a:lnTo>
                  <a:pt x="1620541" y="85537"/>
                </a:lnTo>
                <a:lnTo>
                  <a:pt x="1620517" y="85252"/>
                </a:lnTo>
                <a:lnTo>
                  <a:pt x="1620485" y="84953"/>
                </a:lnTo>
                <a:lnTo>
                  <a:pt x="1620446" y="84639"/>
                </a:lnTo>
                <a:lnTo>
                  <a:pt x="1620400" y="84311"/>
                </a:lnTo>
                <a:lnTo>
                  <a:pt x="1620350" y="83967"/>
                </a:lnTo>
                <a:lnTo>
                  <a:pt x="1620295" y="83605"/>
                </a:lnTo>
                <a:lnTo>
                  <a:pt x="1620236" y="83227"/>
                </a:lnTo>
                <a:lnTo>
                  <a:pt x="1620175" y="82829"/>
                </a:lnTo>
                <a:lnTo>
                  <a:pt x="1620112" y="82412"/>
                </a:lnTo>
                <a:lnTo>
                  <a:pt x="1620049" y="81975"/>
                </a:lnTo>
                <a:lnTo>
                  <a:pt x="1619926" y="81405"/>
                </a:lnTo>
                <a:lnTo>
                  <a:pt x="1619814" y="80845"/>
                </a:lnTo>
                <a:lnTo>
                  <a:pt x="1619713" y="80296"/>
                </a:lnTo>
                <a:lnTo>
                  <a:pt x="1619622" y="79757"/>
                </a:lnTo>
                <a:lnTo>
                  <a:pt x="1619541" y="79229"/>
                </a:lnTo>
                <a:lnTo>
                  <a:pt x="1619472" y="78712"/>
                </a:lnTo>
                <a:lnTo>
                  <a:pt x="1619413" y="78205"/>
                </a:lnTo>
                <a:lnTo>
                  <a:pt x="1619365" y="77708"/>
                </a:lnTo>
                <a:lnTo>
                  <a:pt x="1619327" y="77223"/>
                </a:lnTo>
                <a:lnTo>
                  <a:pt x="1619300" y="76748"/>
                </a:lnTo>
                <a:lnTo>
                  <a:pt x="1619284" y="76283"/>
                </a:lnTo>
                <a:lnTo>
                  <a:pt x="1619279" y="75829"/>
                </a:lnTo>
                <a:lnTo>
                  <a:pt x="1619446" y="74130"/>
                </a:lnTo>
                <a:lnTo>
                  <a:pt x="1619933" y="72500"/>
                </a:lnTo>
                <a:lnTo>
                  <a:pt x="1620720" y="70953"/>
                </a:lnTo>
                <a:lnTo>
                  <a:pt x="1621784" y="69505"/>
                </a:lnTo>
                <a:lnTo>
                  <a:pt x="1623104" y="68170"/>
                </a:lnTo>
                <a:lnTo>
                  <a:pt x="1624659" y="66964"/>
                </a:lnTo>
                <a:lnTo>
                  <a:pt x="1626428" y="65903"/>
                </a:lnTo>
                <a:lnTo>
                  <a:pt x="1628389" y="65000"/>
                </a:lnTo>
                <a:lnTo>
                  <a:pt x="1630521" y="64272"/>
                </a:lnTo>
                <a:lnTo>
                  <a:pt x="1632802" y="63733"/>
                </a:lnTo>
                <a:lnTo>
                  <a:pt x="1635211" y="63398"/>
                </a:lnTo>
                <a:lnTo>
                  <a:pt x="1637728" y="63284"/>
                </a:lnTo>
                <a:lnTo>
                  <a:pt x="1640748" y="63438"/>
                </a:lnTo>
                <a:lnTo>
                  <a:pt x="1643529" y="63898"/>
                </a:lnTo>
                <a:lnTo>
                  <a:pt x="1646066" y="64660"/>
                </a:lnTo>
                <a:lnTo>
                  <a:pt x="1648355" y="65720"/>
                </a:lnTo>
                <a:lnTo>
                  <a:pt x="1650391" y="67077"/>
                </a:lnTo>
                <a:lnTo>
                  <a:pt x="1652170" y="68724"/>
                </a:lnTo>
                <a:lnTo>
                  <a:pt x="1653688" y="70660"/>
                </a:lnTo>
                <a:lnTo>
                  <a:pt x="1654939" y="72880"/>
                </a:lnTo>
                <a:lnTo>
                  <a:pt x="1655920" y="75381"/>
                </a:lnTo>
                <a:lnTo>
                  <a:pt x="1656627" y="78160"/>
                </a:lnTo>
                <a:lnTo>
                  <a:pt x="1657054" y="81213"/>
                </a:lnTo>
                <a:lnTo>
                  <a:pt x="1657197" y="84536"/>
                </a:lnTo>
                <a:lnTo>
                  <a:pt x="1657197" y="100154"/>
                </a:lnTo>
                <a:lnTo>
                  <a:pt x="1648041" y="103847"/>
                </a:lnTo>
                <a:lnTo>
                  <a:pt x="1640201" y="107038"/>
                </a:lnTo>
                <a:lnTo>
                  <a:pt x="1633535" y="109803"/>
                </a:lnTo>
                <a:lnTo>
                  <a:pt x="1627895" y="112215"/>
                </a:lnTo>
                <a:lnTo>
                  <a:pt x="1623139" y="114351"/>
                </a:lnTo>
                <a:lnTo>
                  <a:pt x="1619119" y="116284"/>
                </a:lnTo>
                <a:lnTo>
                  <a:pt x="1615693" y="118088"/>
                </a:lnTo>
                <a:lnTo>
                  <a:pt x="1612713" y="119840"/>
                </a:lnTo>
                <a:lnTo>
                  <a:pt x="1610036" y="121613"/>
                </a:lnTo>
                <a:lnTo>
                  <a:pt x="1607517" y="123482"/>
                </a:lnTo>
                <a:lnTo>
                  <a:pt x="1605010" y="125521"/>
                </a:lnTo>
                <a:lnTo>
                  <a:pt x="1602370" y="127806"/>
                </a:lnTo>
                <a:lnTo>
                  <a:pt x="1601004" y="129159"/>
                </a:lnTo>
                <a:lnTo>
                  <a:pt x="1599729" y="130648"/>
                </a:lnTo>
                <a:lnTo>
                  <a:pt x="1598550" y="132259"/>
                </a:lnTo>
                <a:lnTo>
                  <a:pt x="1597472" y="133980"/>
                </a:lnTo>
                <a:lnTo>
                  <a:pt x="1596501" y="135796"/>
                </a:lnTo>
                <a:lnTo>
                  <a:pt x="1595643" y="137695"/>
                </a:lnTo>
                <a:lnTo>
                  <a:pt x="1594901" y="139663"/>
                </a:lnTo>
                <a:lnTo>
                  <a:pt x="1594283" y="141688"/>
                </a:lnTo>
                <a:lnTo>
                  <a:pt x="1593792" y="143755"/>
                </a:lnTo>
                <a:lnTo>
                  <a:pt x="1593435" y="145851"/>
                </a:lnTo>
                <a:lnTo>
                  <a:pt x="1593217" y="147964"/>
                </a:lnTo>
                <a:lnTo>
                  <a:pt x="1593144" y="150079"/>
                </a:lnTo>
                <a:lnTo>
                  <a:pt x="1593374" y="154008"/>
                </a:lnTo>
                <a:lnTo>
                  <a:pt x="1594051" y="157711"/>
                </a:lnTo>
                <a:lnTo>
                  <a:pt x="1595149" y="161168"/>
                </a:lnTo>
                <a:lnTo>
                  <a:pt x="1596646" y="164355"/>
                </a:lnTo>
                <a:lnTo>
                  <a:pt x="1598515" y="167251"/>
                </a:lnTo>
                <a:lnTo>
                  <a:pt x="1600735" y="169832"/>
                </a:lnTo>
                <a:lnTo>
                  <a:pt x="1603280" y="172078"/>
                </a:lnTo>
                <a:lnTo>
                  <a:pt x="1606127" y="173965"/>
                </a:lnTo>
                <a:lnTo>
                  <a:pt x="1609251" y="175472"/>
                </a:lnTo>
                <a:lnTo>
                  <a:pt x="1612629" y="176575"/>
                </a:lnTo>
                <a:lnTo>
                  <a:pt x="1616236" y="177254"/>
                </a:lnTo>
                <a:lnTo>
                  <a:pt x="1620049" y="177485"/>
                </a:lnTo>
                <a:lnTo>
                  <a:pt x="1622854" y="177371"/>
                </a:lnTo>
                <a:lnTo>
                  <a:pt x="1625648" y="177025"/>
                </a:lnTo>
                <a:lnTo>
                  <a:pt x="1628451" y="176436"/>
                </a:lnTo>
                <a:lnTo>
                  <a:pt x="1631283" y="175597"/>
                </a:lnTo>
                <a:lnTo>
                  <a:pt x="1634165" y="174497"/>
                </a:lnTo>
                <a:lnTo>
                  <a:pt x="1637117" y="173130"/>
                </a:lnTo>
                <a:lnTo>
                  <a:pt x="1640161" y="171484"/>
                </a:lnTo>
                <a:lnTo>
                  <a:pt x="1643315" y="169552"/>
                </a:lnTo>
                <a:lnTo>
                  <a:pt x="1646602" y="167325"/>
                </a:lnTo>
                <a:lnTo>
                  <a:pt x="1650040" y="164793"/>
                </a:lnTo>
                <a:lnTo>
                  <a:pt x="1653651" y="161949"/>
                </a:lnTo>
                <a:lnTo>
                  <a:pt x="1657455" y="158782"/>
                </a:lnTo>
                <a:lnTo>
                  <a:pt x="1657847" y="161949"/>
                </a:lnTo>
                <a:lnTo>
                  <a:pt x="1658386" y="164793"/>
                </a:lnTo>
                <a:lnTo>
                  <a:pt x="1659081" y="167325"/>
                </a:lnTo>
                <a:lnTo>
                  <a:pt x="1659942" y="169552"/>
                </a:lnTo>
                <a:lnTo>
                  <a:pt x="1660977" y="171484"/>
                </a:lnTo>
                <a:lnTo>
                  <a:pt x="1662195" y="173130"/>
                </a:lnTo>
                <a:lnTo>
                  <a:pt x="1663606" y="174497"/>
                </a:lnTo>
                <a:lnTo>
                  <a:pt x="1665217" y="175597"/>
                </a:lnTo>
                <a:lnTo>
                  <a:pt x="1667038" y="176436"/>
                </a:lnTo>
                <a:lnTo>
                  <a:pt x="1669079" y="177025"/>
                </a:lnTo>
                <a:lnTo>
                  <a:pt x="1671347" y="177371"/>
                </a:lnTo>
                <a:lnTo>
                  <a:pt x="1673852" y="177485"/>
                </a:lnTo>
                <a:lnTo>
                  <a:pt x="1675964" y="177419"/>
                </a:lnTo>
                <a:lnTo>
                  <a:pt x="1677962" y="177212"/>
                </a:lnTo>
                <a:lnTo>
                  <a:pt x="1679869" y="176853"/>
                </a:lnTo>
                <a:lnTo>
                  <a:pt x="1681709" y="176328"/>
                </a:lnTo>
                <a:lnTo>
                  <a:pt x="1683507" y="175625"/>
                </a:lnTo>
                <a:lnTo>
                  <a:pt x="1685286" y="174732"/>
                </a:lnTo>
                <a:lnTo>
                  <a:pt x="1687070" y="173635"/>
                </a:lnTo>
                <a:lnTo>
                  <a:pt x="1688884" y="172324"/>
                </a:lnTo>
                <a:lnTo>
                  <a:pt x="1690750" y="170785"/>
                </a:lnTo>
                <a:lnTo>
                  <a:pt x="1692694" y="169006"/>
                </a:lnTo>
                <a:lnTo>
                  <a:pt x="1694740" y="166974"/>
                </a:lnTo>
                <a:lnTo>
                  <a:pt x="1696910" y="164677"/>
                </a:lnTo>
                <a:lnTo>
                  <a:pt x="1696910" y="158019"/>
                </a:lnTo>
                <a:moveTo>
                  <a:pt x="1657197" y="143409"/>
                </a:moveTo>
                <a:lnTo>
                  <a:pt x="1657169" y="145282"/>
                </a:lnTo>
                <a:lnTo>
                  <a:pt x="1657078" y="146941"/>
                </a:lnTo>
                <a:lnTo>
                  <a:pt x="1656913" y="148410"/>
                </a:lnTo>
                <a:lnTo>
                  <a:pt x="1656666" y="149712"/>
                </a:lnTo>
                <a:lnTo>
                  <a:pt x="1656327" y="150867"/>
                </a:lnTo>
                <a:lnTo>
                  <a:pt x="1655885" y="151898"/>
                </a:lnTo>
                <a:lnTo>
                  <a:pt x="1655331" y="152828"/>
                </a:lnTo>
                <a:lnTo>
                  <a:pt x="1654655" y="153678"/>
                </a:lnTo>
                <a:lnTo>
                  <a:pt x="1653847" y="154472"/>
                </a:lnTo>
                <a:lnTo>
                  <a:pt x="1652898" y="155231"/>
                </a:lnTo>
                <a:lnTo>
                  <a:pt x="1651797" y="155977"/>
                </a:lnTo>
                <a:lnTo>
                  <a:pt x="1650535" y="156733"/>
                </a:lnTo>
                <a:lnTo>
                  <a:pt x="1648979" y="157603"/>
                </a:lnTo>
                <a:lnTo>
                  <a:pt x="1647390" y="158416"/>
                </a:lnTo>
                <a:lnTo>
                  <a:pt x="1645777" y="159168"/>
                </a:lnTo>
                <a:lnTo>
                  <a:pt x="1644151" y="159856"/>
                </a:lnTo>
                <a:lnTo>
                  <a:pt x="1642522" y="160476"/>
                </a:lnTo>
                <a:lnTo>
                  <a:pt x="1640898" y="161025"/>
                </a:lnTo>
                <a:lnTo>
                  <a:pt x="1639290" y="161499"/>
                </a:lnTo>
                <a:lnTo>
                  <a:pt x="1637708" y="161895"/>
                </a:lnTo>
                <a:lnTo>
                  <a:pt x="1636161" y="162209"/>
                </a:lnTo>
                <a:lnTo>
                  <a:pt x="1634660" y="162437"/>
                </a:lnTo>
                <a:lnTo>
                  <a:pt x="1633214" y="162577"/>
                </a:lnTo>
                <a:lnTo>
                  <a:pt x="1631832" y="162625"/>
                </a:lnTo>
                <a:lnTo>
                  <a:pt x="1629632" y="162447"/>
                </a:lnTo>
                <a:lnTo>
                  <a:pt x="1627524" y="161928"/>
                </a:lnTo>
                <a:lnTo>
                  <a:pt x="1625529" y="161092"/>
                </a:lnTo>
                <a:lnTo>
                  <a:pt x="1623664" y="159958"/>
                </a:lnTo>
                <a:lnTo>
                  <a:pt x="1621949" y="158551"/>
                </a:lnTo>
                <a:lnTo>
                  <a:pt x="1620401" y="156892"/>
                </a:lnTo>
                <a:lnTo>
                  <a:pt x="1619041" y="155004"/>
                </a:lnTo>
                <a:lnTo>
                  <a:pt x="1617886" y="152908"/>
                </a:lnTo>
                <a:lnTo>
                  <a:pt x="1616955" y="150627"/>
                </a:lnTo>
                <a:lnTo>
                  <a:pt x="1616267" y="148184"/>
                </a:lnTo>
                <a:lnTo>
                  <a:pt x="1615840" y="145600"/>
                </a:lnTo>
                <a:lnTo>
                  <a:pt x="1615694" y="142897"/>
                </a:lnTo>
                <a:lnTo>
                  <a:pt x="1615694" y="141873"/>
                </a:lnTo>
                <a:lnTo>
                  <a:pt x="1615918" y="138212"/>
                </a:lnTo>
                <a:lnTo>
                  <a:pt x="1616615" y="134768"/>
                </a:lnTo>
                <a:lnTo>
                  <a:pt x="1617819" y="131516"/>
                </a:lnTo>
                <a:lnTo>
                  <a:pt x="1619564" y="128426"/>
                </a:lnTo>
                <a:lnTo>
                  <a:pt x="1621886" y="125471"/>
                </a:lnTo>
                <a:lnTo>
                  <a:pt x="1624820" y="122624"/>
                </a:lnTo>
                <a:lnTo>
                  <a:pt x="1628399" y="119857"/>
                </a:lnTo>
                <a:lnTo>
                  <a:pt x="1632658" y="117142"/>
                </a:lnTo>
                <a:lnTo>
                  <a:pt x="1637633" y="114453"/>
                </a:lnTo>
                <a:lnTo>
                  <a:pt x="1643358" y="111760"/>
                </a:lnTo>
                <a:lnTo>
                  <a:pt x="1649868" y="109038"/>
                </a:lnTo>
                <a:lnTo>
                  <a:pt x="1657197" y="106257"/>
                </a:lnTo>
                <a:lnTo>
                  <a:pt x="1657197" y="143409"/>
                </a:lnTo>
                <a:close/>
                <a:moveTo>
                  <a:pt x="1762758" y="59636"/>
                </a:moveTo>
                <a:lnTo>
                  <a:pt x="1736881" y="59636"/>
                </a:lnTo>
                <a:lnTo>
                  <a:pt x="1736881" y="29916"/>
                </a:lnTo>
                <a:lnTo>
                  <a:pt x="1736875" y="29312"/>
                </a:lnTo>
                <a:lnTo>
                  <a:pt x="1736855" y="28780"/>
                </a:lnTo>
                <a:lnTo>
                  <a:pt x="1736817" y="28315"/>
                </a:lnTo>
                <a:lnTo>
                  <a:pt x="1736758" y="27914"/>
                </a:lnTo>
                <a:lnTo>
                  <a:pt x="1736674" y="27574"/>
                </a:lnTo>
                <a:lnTo>
                  <a:pt x="1736562" y="27290"/>
                </a:lnTo>
                <a:lnTo>
                  <a:pt x="1736417" y="27060"/>
                </a:lnTo>
                <a:lnTo>
                  <a:pt x="1736237" y="26879"/>
                </a:lnTo>
                <a:lnTo>
                  <a:pt x="1736017" y="26745"/>
                </a:lnTo>
                <a:lnTo>
                  <a:pt x="1735754" y="26654"/>
                </a:lnTo>
                <a:lnTo>
                  <a:pt x="1735446" y="26601"/>
                </a:lnTo>
                <a:lnTo>
                  <a:pt x="1735087" y="26585"/>
                </a:lnTo>
                <a:lnTo>
                  <a:pt x="1734644" y="27162"/>
                </a:lnTo>
                <a:lnTo>
                  <a:pt x="1734210" y="27739"/>
                </a:lnTo>
                <a:lnTo>
                  <a:pt x="1733783" y="28319"/>
                </a:lnTo>
                <a:lnTo>
                  <a:pt x="1733361" y="28901"/>
                </a:lnTo>
                <a:lnTo>
                  <a:pt x="1732943" y="29486"/>
                </a:lnTo>
                <a:lnTo>
                  <a:pt x="1732526" y="30076"/>
                </a:lnTo>
                <a:lnTo>
                  <a:pt x="1732109" y="30672"/>
                </a:lnTo>
                <a:lnTo>
                  <a:pt x="1731691" y="31273"/>
                </a:lnTo>
                <a:lnTo>
                  <a:pt x="1731269" y="31882"/>
                </a:lnTo>
                <a:lnTo>
                  <a:pt x="1730842" y="32498"/>
                </a:lnTo>
                <a:lnTo>
                  <a:pt x="1730408" y="33124"/>
                </a:lnTo>
                <a:lnTo>
                  <a:pt x="1729965" y="33759"/>
                </a:lnTo>
                <a:lnTo>
                  <a:pt x="1727509" y="37239"/>
                </a:lnTo>
                <a:lnTo>
                  <a:pt x="1725027" y="40612"/>
                </a:lnTo>
                <a:lnTo>
                  <a:pt x="1722550" y="43845"/>
                </a:lnTo>
                <a:lnTo>
                  <a:pt x="1720104" y="46903"/>
                </a:lnTo>
                <a:lnTo>
                  <a:pt x="1717719" y="49756"/>
                </a:lnTo>
                <a:lnTo>
                  <a:pt x="1715423" y="52369"/>
                </a:lnTo>
                <a:lnTo>
                  <a:pt x="1713245" y="54709"/>
                </a:lnTo>
                <a:lnTo>
                  <a:pt x="1711213" y="56745"/>
                </a:lnTo>
                <a:lnTo>
                  <a:pt x="1709355" y="58442"/>
                </a:lnTo>
                <a:lnTo>
                  <a:pt x="1707700" y="59768"/>
                </a:lnTo>
                <a:lnTo>
                  <a:pt x="1706276" y="60691"/>
                </a:lnTo>
                <a:lnTo>
                  <a:pt x="1705112" y="61176"/>
                </a:lnTo>
                <a:lnTo>
                  <a:pt x="1704434" y="61624"/>
                </a:lnTo>
                <a:lnTo>
                  <a:pt x="1703811" y="62070"/>
                </a:lnTo>
                <a:lnTo>
                  <a:pt x="1703242" y="62512"/>
                </a:lnTo>
                <a:lnTo>
                  <a:pt x="1702729" y="62949"/>
                </a:lnTo>
                <a:lnTo>
                  <a:pt x="1702274" y="63379"/>
                </a:lnTo>
                <a:lnTo>
                  <a:pt x="1701876" y="63801"/>
                </a:lnTo>
                <a:lnTo>
                  <a:pt x="1701537" y="64211"/>
                </a:lnTo>
                <a:lnTo>
                  <a:pt x="1701257" y="64610"/>
                </a:lnTo>
                <a:lnTo>
                  <a:pt x="1701038" y="64994"/>
                </a:lnTo>
                <a:lnTo>
                  <a:pt x="1700880" y="65362"/>
                </a:lnTo>
                <a:lnTo>
                  <a:pt x="1700785" y="65713"/>
                </a:lnTo>
                <a:lnTo>
                  <a:pt x="1700753" y="66044"/>
                </a:lnTo>
                <a:lnTo>
                  <a:pt x="1700759" y="66231"/>
                </a:lnTo>
                <a:lnTo>
                  <a:pt x="1700776" y="66408"/>
                </a:lnTo>
                <a:lnTo>
                  <a:pt x="1700806" y="66577"/>
                </a:lnTo>
                <a:lnTo>
                  <a:pt x="1700849" y="66737"/>
                </a:lnTo>
                <a:lnTo>
                  <a:pt x="1700906" y="66891"/>
                </a:lnTo>
                <a:lnTo>
                  <a:pt x="1700979" y="67038"/>
                </a:lnTo>
                <a:lnTo>
                  <a:pt x="1701067" y="67179"/>
                </a:lnTo>
                <a:lnTo>
                  <a:pt x="1701173" y="67316"/>
                </a:lnTo>
                <a:lnTo>
                  <a:pt x="1701296" y="67450"/>
                </a:lnTo>
                <a:lnTo>
                  <a:pt x="1701438" y="67581"/>
                </a:lnTo>
                <a:lnTo>
                  <a:pt x="1701599" y="67710"/>
                </a:lnTo>
                <a:lnTo>
                  <a:pt x="1701781" y="67838"/>
                </a:lnTo>
                <a:lnTo>
                  <a:pt x="1715359" y="67838"/>
                </a:lnTo>
                <a:lnTo>
                  <a:pt x="1715359" y="144950"/>
                </a:lnTo>
                <a:lnTo>
                  <a:pt x="1715519" y="150110"/>
                </a:lnTo>
                <a:lnTo>
                  <a:pt x="1715999" y="154831"/>
                </a:lnTo>
                <a:lnTo>
                  <a:pt x="1716796" y="159111"/>
                </a:lnTo>
                <a:lnTo>
                  <a:pt x="1717912" y="162948"/>
                </a:lnTo>
                <a:lnTo>
                  <a:pt x="1719344" y="166341"/>
                </a:lnTo>
                <a:lnTo>
                  <a:pt x="1721092" y="169287"/>
                </a:lnTo>
                <a:lnTo>
                  <a:pt x="1723155" y="171784"/>
                </a:lnTo>
                <a:lnTo>
                  <a:pt x="1725532" y="173832"/>
                </a:lnTo>
                <a:lnTo>
                  <a:pt x="1728222" y="175427"/>
                </a:lnTo>
                <a:lnTo>
                  <a:pt x="1731225" y="176569"/>
                </a:lnTo>
                <a:lnTo>
                  <a:pt x="1734539" y="177256"/>
                </a:lnTo>
                <a:lnTo>
                  <a:pt x="1738164" y="177485"/>
                </a:lnTo>
                <a:lnTo>
                  <a:pt x="1741244" y="177356"/>
                </a:lnTo>
                <a:lnTo>
                  <a:pt x="1744212" y="176968"/>
                </a:lnTo>
                <a:lnTo>
                  <a:pt x="1747074" y="176316"/>
                </a:lnTo>
                <a:lnTo>
                  <a:pt x="1749834" y="175398"/>
                </a:lnTo>
                <a:lnTo>
                  <a:pt x="1752499" y="174209"/>
                </a:lnTo>
                <a:lnTo>
                  <a:pt x="1755072" y="172746"/>
                </a:lnTo>
                <a:lnTo>
                  <a:pt x="1757560" y="171006"/>
                </a:lnTo>
                <a:lnTo>
                  <a:pt x="1759969" y="168985"/>
                </a:lnTo>
                <a:lnTo>
                  <a:pt x="1762302" y="166678"/>
                </a:lnTo>
                <a:lnTo>
                  <a:pt x="1764566" y="164084"/>
                </a:lnTo>
                <a:lnTo>
                  <a:pt x="1766766" y="161197"/>
                </a:lnTo>
                <a:lnTo>
                  <a:pt x="1768908" y="158015"/>
                </a:lnTo>
                <a:lnTo>
                  <a:pt x="1765577" y="155197"/>
                </a:lnTo>
                <a:lnTo>
                  <a:pt x="1764252" y="156718"/>
                </a:lnTo>
                <a:lnTo>
                  <a:pt x="1762962" y="158084"/>
                </a:lnTo>
                <a:lnTo>
                  <a:pt x="1761699" y="159299"/>
                </a:lnTo>
                <a:lnTo>
                  <a:pt x="1760454" y="160368"/>
                </a:lnTo>
                <a:lnTo>
                  <a:pt x="1759219" y="161294"/>
                </a:lnTo>
                <a:lnTo>
                  <a:pt x="1757988" y="162082"/>
                </a:lnTo>
                <a:lnTo>
                  <a:pt x="1756751" y="162737"/>
                </a:lnTo>
                <a:lnTo>
                  <a:pt x="1755500" y="163263"/>
                </a:lnTo>
                <a:lnTo>
                  <a:pt x="1754229" y="163664"/>
                </a:lnTo>
                <a:lnTo>
                  <a:pt x="1752927" y="163945"/>
                </a:lnTo>
                <a:lnTo>
                  <a:pt x="1751589" y="164111"/>
                </a:lnTo>
                <a:lnTo>
                  <a:pt x="1750205" y="164165"/>
                </a:lnTo>
                <a:lnTo>
                  <a:pt x="1747951" y="164020"/>
                </a:lnTo>
                <a:lnTo>
                  <a:pt x="1745926" y="163578"/>
                </a:lnTo>
                <a:lnTo>
                  <a:pt x="1744123" y="162832"/>
                </a:lnTo>
                <a:lnTo>
                  <a:pt x="1742537" y="161773"/>
                </a:lnTo>
                <a:lnTo>
                  <a:pt x="1741161" y="160395"/>
                </a:lnTo>
                <a:lnTo>
                  <a:pt x="1739988" y="158688"/>
                </a:lnTo>
                <a:lnTo>
                  <a:pt x="1739013" y="156645"/>
                </a:lnTo>
                <a:lnTo>
                  <a:pt x="1738229" y="154257"/>
                </a:lnTo>
                <a:lnTo>
                  <a:pt x="1737630" y="151518"/>
                </a:lnTo>
                <a:lnTo>
                  <a:pt x="1737210" y="148418"/>
                </a:lnTo>
                <a:lnTo>
                  <a:pt x="1736962" y="144951"/>
                </a:lnTo>
                <a:lnTo>
                  <a:pt x="1736881" y="141107"/>
                </a:lnTo>
                <a:lnTo>
                  <a:pt x="1736881" y="67838"/>
                </a:lnTo>
                <a:lnTo>
                  <a:pt x="1762758" y="67838"/>
                </a:lnTo>
                <a:lnTo>
                  <a:pt x="1762758" y="59636"/>
                </a:lnTo>
                <a:close/>
                <a:moveTo>
                  <a:pt x="1808879" y="87112"/>
                </a:moveTo>
                <a:lnTo>
                  <a:pt x="1811508" y="84319"/>
                </a:lnTo>
                <a:lnTo>
                  <a:pt x="1814027" y="81825"/>
                </a:lnTo>
                <a:lnTo>
                  <a:pt x="1816456" y="79619"/>
                </a:lnTo>
                <a:lnTo>
                  <a:pt x="1818813" y="77690"/>
                </a:lnTo>
                <a:lnTo>
                  <a:pt x="1821117" y="76028"/>
                </a:lnTo>
                <a:lnTo>
                  <a:pt x="1823385" y="74622"/>
                </a:lnTo>
                <a:lnTo>
                  <a:pt x="1825638" y="73462"/>
                </a:lnTo>
                <a:lnTo>
                  <a:pt x="1827894" y="72536"/>
                </a:lnTo>
                <a:lnTo>
                  <a:pt x="1830171" y="71835"/>
                </a:lnTo>
                <a:lnTo>
                  <a:pt x="1832488" y="71347"/>
                </a:lnTo>
                <a:lnTo>
                  <a:pt x="1834864" y="71062"/>
                </a:lnTo>
                <a:lnTo>
                  <a:pt x="1837317" y="70970"/>
                </a:lnTo>
                <a:lnTo>
                  <a:pt x="1840386" y="71162"/>
                </a:lnTo>
                <a:lnTo>
                  <a:pt x="1843189" y="71736"/>
                </a:lnTo>
                <a:lnTo>
                  <a:pt x="1845724" y="72692"/>
                </a:lnTo>
                <a:lnTo>
                  <a:pt x="1847993" y="74026"/>
                </a:lnTo>
                <a:lnTo>
                  <a:pt x="1849994" y="75738"/>
                </a:lnTo>
                <a:lnTo>
                  <a:pt x="1851729" y="77825"/>
                </a:lnTo>
                <a:lnTo>
                  <a:pt x="1853197" y="80285"/>
                </a:lnTo>
                <a:lnTo>
                  <a:pt x="1854398" y="83118"/>
                </a:lnTo>
                <a:lnTo>
                  <a:pt x="1855332" y="86320"/>
                </a:lnTo>
                <a:lnTo>
                  <a:pt x="1855999" y="89891"/>
                </a:lnTo>
                <a:lnTo>
                  <a:pt x="1856399" y="93828"/>
                </a:lnTo>
                <a:lnTo>
                  <a:pt x="1856532" y="98129"/>
                </a:lnTo>
                <a:lnTo>
                  <a:pt x="1856532" y="148851"/>
                </a:lnTo>
                <a:lnTo>
                  <a:pt x="1856473" y="152920"/>
                </a:lnTo>
                <a:lnTo>
                  <a:pt x="1856274" y="156445"/>
                </a:lnTo>
                <a:lnTo>
                  <a:pt x="1855900" y="159467"/>
                </a:lnTo>
                <a:lnTo>
                  <a:pt x="1855318" y="162031"/>
                </a:lnTo>
                <a:lnTo>
                  <a:pt x="1854494" y="164178"/>
                </a:lnTo>
                <a:lnTo>
                  <a:pt x="1853394" y="165952"/>
                </a:lnTo>
                <a:lnTo>
                  <a:pt x="1851985" y="167395"/>
                </a:lnTo>
                <a:lnTo>
                  <a:pt x="1850233" y="168550"/>
                </a:lnTo>
                <a:lnTo>
                  <a:pt x="1848103" y="169459"/>
                </a:lnTo>
                <a:lnTo>
                  <a:pt x="1845562" y="170165"/>
                </a:lnTo>
                <a:lnTo>
                  <a:pt x="1842576" y="170711"/>
                </a:lnTo>
                <a:lnTo>
                  <a:pt x="1839112" y="171140"/>
                </a:lnTo>
                <a:lnTo>
                  <a:pt x="1839112" y="174983"/>
                </a:lnTo>
                <a:lnTo>
                  <a:pt x="1893430" y="174983"/>
                </a:lnTo>
                <a:lnTo>
                  <a:pt x="1893430" y="171140"/>
                </a:lnTo>
                <a:lnTo>
                  <a:pt x="1890221" y="170501"/>
                </a:lnTo>
                <a:lnTo>
                  <a:pt x="1887487" y="169827"/>
                </a:lnTo>
                <a:lnTo>
                  <a:pt x="1885191" y="169063"/>
                </a:lnTo>
                <a:lnTo>
                  <a:pt x="1883295" y="168152"/>
                </a:lnTo>
                <a:lnTo>
                  <a:pt x="1881762" y="167038"/>
                </a:lnTo>
                <a:lnTo>
                  <a:pt x="1880554" y="165665"/>
                </a:lnTo>
                <a:lnTo>
                  <a:pt x="1879635" y="163977"/>
                </a:lnTo>
                <a:lnTo>
                  <a:pt x="1878966" y="161918"/>
                </a:lnTo>
                <a:lnTo>
                  <a:pt x="1878511" y="159432"/>
                </a:lnTo>
                <a:lnTo>
                  <a:pt x="1878232" y="156463"/>
                </a:lnTo>
                <a:lnTo>
                  <a:pt x="1878093" y="152955"/>
                </a:lnTo>
                <a:lnTo>
                  <a:pt x="1878054" y="148851"/>
                </a:lnTo>
                <a:lnTo>
                  <a:pt x="1878054" y="97871"/>
                </a:lnTo>
                <a:lnTo>
                  <a:pt x="1877831" y="91418"/>
                </a:lnTo>
                <a:lnTo>
                  <a:pt x="1877161" y="85513"/>
                </a:lnTo>
                <a:lnTo>
                  <a:pt x="1876049" y="80157"/>
                </a:lnTo>
                <a:lnTo>
                  <a:pt x="1874496" y="75353"/>
                </a:lnTo>
                <a:lnTo>
                  <a:pt x="1872506" y="71105"/>
                </a:lnTo>
                <a:lnTo>
                  <a:pt x="1870080" y="67414"/>
                </a:lnTo>
                <a:lnTo>
                  <a:pt x="1867222" y="64284"/>
                </a:lnTo>
                <a:lnTo>
                  <a:pt x="1863935" y="61717"/>
                </a:lnTo>
                <a:lnTo>
                  <a:pt x="1860220" y="59716"/>
                </a:lnTo>
                <a:lnTo>
                  <a:pt x="1856081" y="58283"/>
                </a:lnTo>
                <a:lnTo>
                  <a:pt x="1851520" y="57422"/>
                </a:lnTo>
                <a:lnTo>
                  <a:pt x="1846540" y="57134"/>
                </a:lnTo>
                <a:lnTo>
                  <a:pt x="1842849" y="57264"/>
                </a:lnTo>
                <a:lnTo>
                  <a:pt x="1839320" y="57661"/>
                </a:lnTo>
                <a:lnTo>
                  <a:pt x="1835936" y="58335"/>
                </a:lnTo>
                <a:lnTo>
                  <a:pt x="1832677" y="59298"/>
                </a:lnTo>
                <a:lnTo>
                  <a:pt x="1829525" y="60559"/>
                </a:lnTo>
                <a:lnTo>
                  <a:pt x="1826460" y="62130"/>
                </a:lnTo>
                <a:lnTo>
                  <a:pt x="1823465" y="64022"/>
                </a:lnTo>
                <a:lnTo>
                  <a:pt x="1820521" y="66244"/>
                </a:lnTo>
                <a:lnTo>
                  <a:pt x="1817609" y="68808"/>
                </a:lnTo>
                <a:lnTo>
                  <a:pt x="1814711" y="71724"/>
                </a:lnTo>
                <a:lnTo>
                  <a:pt x="1811807" y="75003"/>
                </a:lnTo>
                <a:lnTo>
                  <a:pt x="1808879" y="78656"/>
                </a:lnTo>
                <a:lnTo>
                  <a:pt x="1808879" y="770"/>
                </a:lnTo>
                <a:lnTo>
                  <a:pt x="1807597" y="0"/>
                </a:lnTo>
                <a:lnTo>
                  <a:pt x="1805461" y="749"/>
                </a:lnTo>
                <a:lnTo>
                  <a:pt x="1803386" y="1466"/>
                </a:lnTo>
                <a:lnTo>
                  <a:pt x="1801336" y="2161"/>
                </a:lnTo>
                <a:lnTo>
                  <a:pt x="1799275" y="2846"/>
                </a:lnTo>
                <a:lnTo>
                  <a:pt x="1797167" y="3531"/>
                </a:lnTo>
                <a:lnTo>
                  <a:pt x="1794978" y="4227"/>
                </a:lnTo>
                <a:lnTo>
                  <a:pt x="1792671" y="4944"/>
                </a:lnTo>
                <a:lnTo>
                  <a:pt x="1790211" y="5693"/>
                </a:lnTo>
                <a:lnTo>
                  <a:pt x="1787563" y="6485"/>
                </a:lnTo>
                <a:lnTo>
                  <a:pt x="1784690" y="7330"/>
                </a:lnTo>
                <a:lnTo>
                  <a:pt x="1781558" y="8239"/>
                </a:lnTo>
                <a:lnTo>
                  <a:pt x="1778131" y="9223"/>
                </a:lnTo>
                <a:lnTo>
                  <a:pt x="1771215" y="11275"/>
                </a:lnTo>
                <a:lnTo>
                  <a:pt x="1771215" y="15372"/>
                </a:lnTo>
                <a:lnTo>
                  <a:pt x="1771466" y="15314"/>
                </a:lnTo>
                <a:lnTo>
                  <a:pt x="1771709" y="15265"/>
                </a:lnTo>
                <a:lnTo>
                  <a:pt x="1771947" y="15225"/>
                </a:lnTo>
                <a:lnTo>
                  <a:pt x="1772183" y="15193"/>
                </a:lnTo>
                <a:lnTo>
                  <a:pt x="1772418" y="15169"/>
                </a:lnTo>
                <a:lnTo>
                  <a:pt x="1772656" y="15150"/>
                </a:lnTo>
                <a:lnTo>
                  <a:pt x="1772899" y="15137"/>
                </a:lnTo>
                <a:lnTo>
                  <a:pt x="1773150" y="15128"/>
                </a:lnTo>
                <a:lnTo>
                  <a:pt x="1773412" y="15122"/>
                </a:lnTo>
                <a:lnTo>
                  <a:pt x="1773687" y="15119"/>
                </a:lnTo>
                <a:lnTo>
                  <a:pt x="1773978" y="15118"/>
                </a:lnTo>
                <a:lnTo>
                  <a:pt x="1774288" y="15118"/>
                </a:lnTo>
                <a:lnTo>
                  <a:pt x="1776859" y="15165"/>
                </a:lnTo>
                <a:lnTo>
                  <a:pt x="1779081" y="15321"/>
                </a:lnTo>
                <a:lnTo>
                  <a:pt x="1780978" y="15610"/>
                </a:lnTo>
                <a:lnTo>
                  <a:pt x="1782572" y="16057"/>
                </a:lnTo>
                <a:lnTo>
                  <a:pt x="1783890" y="16686"/>
                </a:lnTo>
                <a:lnTo>
                  <a:pt x="1784954" y="17520"/>
                </a:lnTo>
                <a:lnTo>
                  <a:pt x="1785788" y="18583"/>
                </a:lnTo>
                <a:lnTo>
                  <a:pt x="1786417" y="19900"/>
                </a:lnTo>
                <a:lnTo>
                  <a:pt x="1786864" y="21494"/>
                </a:lnTo>
                <a:lnTo>
                  <a:pt x="1787154" y="23391"/>
                </a:lnTo>
                <a:lnTo>
                  <a:pt x="1787310" y="25612"/>
                </a:lnTo>
                <a:lnTo>
                  <a:pt x="1787357" y="28184"/>
                </a:lnTo>
                <a:lnTo>
                  <a:pt x="1787357" y="148851"/>
                </a:lnTo>
                <a:lnTo>
                  <a:pt x="1787318" y="153018"/>
                </a:lnTo>
                <a:lnTo>
                  <a:pt x="1787174" y="156587"/>
                </a:lnTo>
                <a:lnTo>
                  <a:pt x="1786884" y="159611"/>
                </a:lnTo>
                <a:lnTo>
                  <a:pt x="1786407" y="162145"/>
                </a:lnTo>
                <a:lnTo>
                  <a:pt x="1785703" y="164241"/>
                </a:lnTo>
                <a:lnTo>
                  <a:pt x="1784729" y="165952"/>
                </a:lnTo>
                <a:lnTo>
                  <a:pt x="1783447" y="167333"/>
                </a:lnTo>
                <a:lnTo>
                  <a:pt x="1781813" y="168436"/>
                </a:lnTo>
                <a:lnTo>
                  <a:pt x="1779788" y="169315"/>
                </a:lnTo>
                <a:lnTo>
                  <a:pt x="1777331" y="170023"/>
                </a:lnTo>
                <a:lnTo>
                  <a:pt x="1774401" y="170613"/>
                </a:lnTo>
                <a:lnTo>
                  <a:pt x="1770957" y="171140"/>
                </a:lnTo>
                <a:lnTo>
                  <a:pt x="1770957" y="174983"/>
                </a:lnTo>
                <a:lnTo>
                  <a:pt x="1826300" y="174983"/>
                </a:lnTo>
                <a:lnTo>
                  <a:pt x="1826300" y="171140"/>
                </a:lnTo>
                <a:lnTo>
                  <a:pt x="1822836" y="170716"/>
                </a:lnTo>
                <a:lnTo>
                  <a:pt x="1819850" y="170183"/>
                </a:lnTo>
                <a:lnTo>
                  <a:pt x="1817309" y="169495"/>
                </a:lnTo>
                <a:lnTo>
                  <a:pt x="1815179" y="168607"/>
                </a:lnTo>
                <a:lnTo>
                  <a:pt x="1813426" y="167473"/>
                </a:lnTo>
                <a:lnTo>
                  <a:pt x="1812017" y="166049"/>
                </a:lnTo>
                <a:lnTo>
                  <a:pt x="1810917" y="164288"/>
                </a:lnTo>
                <a:lnTo>
                  <a:pt x="1810093" y="162146"/>
                </a:lnTo>
                <a:lnTo>
                  <a:pt x="1809511" y="159576"/>
                </a:lnTo>
                <a:lnTo>
                  <a:pt x="1809138" y="156534"/>
                </a:lnTo>
                <a:lnTo>
                  <a:pt x="1808938" y="152974"/>
                </a:lnTo>
                <a:lnTo>
                  <a:pt x="1808879" y="148851"/>
                </a:lnTo>
                <a:lnTo>
                  <a:pt x="1808879" y="87112"/>
                </a:lnTo>
                <a:close/>
                <a:moveTo>
                  <a:pt x="2088409" y="134973"/>
                </a:moveTo>
                <a:lnTo>
                  <a:pt x="2085393" y="139211"/>
                </a:lnTo>
                <a:lnTo>
                  <a:pt x="2082476" y="142978"/>
                </a:lnTo>
                <a:lnTo>
                  <a:pt x="2079629" y="146294"/>
                </a:lnTo>
                <a:lnTo>
                  <a:pt x="2076822" y="149177"/>
                </a:lnTo>
                <a:lnTo>
                  <a:pt x="2074025" y="151648"/>
                </a:lnTo>
                <a:lnTo>
                  <a:pt x="2071210" y="153727"/>
                </a:lnTo>
                <a:lnTo>
                  <a:pt x="2068347" y="155431"/>
                </a:lnTo>
                <a:lnTo>
                  <a:pt x="2065406" y="156783"/>
                </a:lnTo>
                <a:lnTo>
                  <a:pt x="2062358" y="157799"/>
                </a:lnTo>
                <a:lnTo>
                  <a:pt x="2059174" y="158501"/>
                </a:lnTo>
                <a:lnTo>
                  <a:pt x="2055825" y="158908"/>
                </a:lnTo>
                <a:lnTo>
                  <a:pt x="2052281" y="159040"/>
                </a:lnTo>
                <a:lnTo>
                  <a:pt x="2046601" y="158620"/>
                </a:lnTo>
                <a:lnTo>
                  <a:pt x="2041243" y="157386"/>
                </a:lnTo>
                <a:lnTo>
                  <a:pt x="2036239" y="155379"/>
                </a:lnTo>
                <a:lnTo>
                  <a:pt x="2031622" y="152639"/>
                </a:lnTo>
                <a:lnTo>
                  <a:pt x="2027425" y="149205"/>
                </a:lnTo>
                <a:lnTo>
                  <a:pt x="2023681" y="145118"/>
                </a:lnTo>
                <a:lnTo>
                  <a:pt x="2020422" y="140418"/>
                </a:lnTo>
                <a:lnTo>
                  <a:pt x="2017682" y="135144"/>
                </a:lnTo>
                <a:lnTo>
                  <a:pt x="2015494" y="129337"/>
                </a:lnTo>
                <a:lnTo>
                  <a:pt x="2013890" y="123036"/>
                </a:lnTo>
                <a:lnTo>
                  <a:pt x="2012904" y="116282"/>
                </a:lnTo>
                <a:lnTo>
                  <a:pt x="2012568" y="109115"/>
                </a:lnTo>
                <a:lnTo>
                  <a:pt x="2012857" y="102699"/>
                </a:lnTo>
                <a:lnTo>
                  <a:pt x="2013708" y="96659"/>
                </a:lnTo>
                <a:lnTo>
                  <a:pt x="2015094" y="91029"/>
                </a:lnTo>
                <a:lnTo>
                  <a:pt x="2016990" y="85845"/>
                </a:lnTo>
                <a:lnTo>
                  <a:pt x="2019371" y="81141"/>
                </a:lnTo>
                <a:lnTo>
                  <a:pt x="2022209" y="76952"/>
                </a:lnTo>
                <a:lnTo>
                  <a:pt x="2025479" y="73312"/>
                </a:lnTo>
                <a:lnTo>
                  <a:pt x="2029156" y="70256"/>
                </a:lnTo>
                <a:lnTo>
                  <a:pt x="2033214" y="67818"/>
                </a:lnTo>
                <a:lnTo>
                  <a:pt x="2037627" y="66035"/>
                </a:lnTo>
                <a:lnTo>
                  <a:pt x="2042369" y="64939"/>
                </a:lnTo>
                <a:lnTo>
                  <a:pt x="2047414" y="64566"/>
                </a:lnTo>
                <a:lnTo>
                  <a:pt x="2049599" y="64627"/>
                </a:lnTo>
                <a:lnTo>
                  <a:pt x="2051558" y="64818"/>
                </a:lnTo>
                <a:lnTo>
                  <a:pt x="2053306" y="65154"/>
                </a:lnTo>
                <a:lnTo>
                  <a:pt x="2054862" y="65646"/>
                </a:lnTo>
                <a:lnTo>
                  <a:pt x="2056244" y="66310"/>
                </a:lnTo>
                <a:lnTo>
                  <a:pt x="2057469" y="67157"/>
                </a:lnTo>
                <a:lnTo>
                  <a:pt x="2058556" y="68202"/>
                </a:lnTo>
                <a:lnTo>
                  <a:pt x="2059522" y="69458"/>
                </a:lnTo>
                <a:lnTo>
                  <a:pt x="2060384" y="70937"/>
                </a:lnTo>
                <a:lnTo>
                  <a:pt x="2061162" y="72654"/>
                </a:lnTo>
                <a:lnTo>
                  <a:pt x="2061872" y="74622"/>
                </a:lnTo>
                <a:lnTo>
                  <a:pt x="2062532" y="76854"/>
                </a:lnTo>
                <a:lnTo>
                  <a:pt x="2064068" y="82487"/>
                </a:lnTo>
                <a:lnTo>
                  <a:pt x="2064633" y="84225"/>
                </a:lnTo>
                <a:lnTo>
                  <a:pt x="2065298" y="85849"/>
                </a:lnTo>
                <a:lnTo>
                  <a:pt x="2066057" y="87353"/>
                </a:lnTo>
                <a:lnTo>
                  <a:pt x="2066905" y="88728"/>
                </a:lnTo>
                <a:lnTo>
                  <a:pt x="2067835" y="89968"/>
                </a:lnTo>
                <a:lnTo>
                  <a:pt x="2068840" y="91066"/>
                </a:lnTo>
                <a:lnTo>
                  <a:pt x="2069914" y="92014"/>
                </a:lnTo>
                <a:lnTo>
                  <a:pt x="2071052" y="92806"/>
                </a:lnTo>
                <a:lnTo>
                  <a:pt x="2072247" y="93434"/>
                </a:lnTo>
                <a:lnTo>
                  <a:pt x="2073492" y="93892"/>
                </a:lnTo>
                <a:lnTo>
                  <a:pt x="2074782" y="94172"/>
                </a:lnTo>
                <a:lnTo>
                  <a:pt x="2076109" y="94267"/>
                </a:lnTo>
                <a:lnTo>
                  <a:pt x="2077751" y="94167"/>
                </a:lnTo>
                <a:lnTo>
                  <a:pt x="2079334" y="93879"/>
                </a:lnTo>
                <a:lnTo>
                  <a:pt x="2080842" y="93414"/>
                </a:lnTo>
                <a:lnTo>
                  <a:pt x="2082259" y="92787"/>
                </a:lnTo>
                <a:lnTo>
                  <a:pt x="2083570" y="92010"/>
                </a:lnTo>
                <a:lnTo>
                  <a:pt x="2084757" y="91097"/>
                </a:lnTo>
                <a:lnTo>
                  <a:pt x="2085806" y="90061"/>
                </a:lnTo>
                <a:lnTo>
                  <a:pt x="2086701" y="88917"/>
                </a:lnTo>
                <a:lnTo>
                  <a:pt x="2087424" y="87676"/>
                </a:lnTo>
                <a:lnTo>
                  <a:pt x="2087960" y="86352"/>
                </a:lnTo>
                <a:lnTo>
                  <a:pt x="2088294" y="84960"/>
                </a:lnTo>
                <a:lnTo>
                  <a:pt x="2088409" y="83511"/>
                </a:lnTo>
                <a:lnTo>
                  <a:pt x="2088043" y="79981"/>
                </a:lnTo>
                <a:lnTo>
                  <a:pt x="2086981" y="76580"/>
                </a:lnTo>
                <a:lnTo>
                  <a:pt x="2085270" y="73342"/>
                </a:lnTo>
                <a:lnTo>
                  <a:pt x="2082961" y="70301"/>
                </a:lnTo>
                <a:lnTo>
                  <a:pt x="2080105" y="67491"/>
                </a:lnTo>
                <a:lnTo>
                  <a:pt x="2076750" y="64947"/>
                </a:lnTo>
                <a:lnTo>
                  <a:pt x="2072947" y="62700"/>
                </a:lnTo>
                <a:lnTo>
                  <a:pt x="2068745" y="60787"/>
                </a:lnTo>
                <a:lnTo>
                  <a:pt x="2064195" y="59239"/>
                </a:lnTo>
                <a:lnTo>
                  <a:pt x="2059346" y="58092"/>
                </a:lnTo>
                <a:lnTo>
                  <a:pt x="2054247" y="57379"/>
                </a:lnTo>
                <a:lnTo>
                  <a:pt x="2048950" y="57134"/>
                </a:lnTo>
                <a:lnTo>
                  <a:pt x="2045803" y="57240"/>
                </a:lnTo>
                <a:lnTo>
                  <a:pt x="2042645" y="57556"/>
                </a:lnTo>
                <a:lnTo>
                  <a:pt x="2039487" y="58079"/>
                </a:lnTo>
                <a:lnTo>
                  <a:pt x="2036340" y="58804"/>
                </a:lnTo>
                <a:lnTo>
                  <a:pt x="2033214" y="59729"/>
                </a:lnTo>
                <a:lnTo>
                  <a:pt x="2030120" y="60849"/>
                </a:lnTo>
                <a:lnTo>
                  <a:pt x="2027069" y="62161"/>
                </a:lnTo>
                <a:lnTo>
                  <a:pt x="2024071" y="63662"/>
                </a:lnTo>
                <a:lnTo>
                  <a:pt x="2021137" y="65348"/>
                </a:lnTo>
                <a:lnTo>
                  <a:pt x="2018278" y="67214"/>
                </a:lnTo>
                <a:lnTo>
                  <a:pt x="2015504" y="69259"/>
                </a:lnTo>
                <a:lnTo>
                  <a:pt x="2012826" y="71478"/>
                </a:lnTo>
                <a:lnTo>
                  <a:pt x="2009741" y="74421"/>
                </a:lnTo>
                <a:lnTo>
                  <a:pt x="2006897" y="77608"/>
                </a:lnTo>
                <a:lnTo>
                  <a:pt x="2004298" y="81028"/>
                </a:lnTo>
                <a:lnTo>
                  <a:pt x="2001951" y="84669"/>
                </a:lnTo>
                <a:lnTo>
                  <a:pt x="1999859" y="88520"/>
                </a:lnTo>
                <a:lnTo>
                  <a:pt x="1998029" y="92569"/>
                </a:lnTo>
                <a:lnTo>
                  <a:pt x="1996466" y="96805"/>
                </a:lnTo>
                <a:lnTo>
                  <a:pt x="1995175" y="101216"/>
                </a:lnTo>
                <a:lnTo>
                  <a:pt x="1994162" y="105790"/>
                </a:lnTo>
                <a:lnTo>
                  <a:pt x="1993431" y="110516"/>
                </a:lnTo>
                <a:lnTo>
                  <a:pt x="1992989" y="115383"/>
                </a:lnTo>
                <a:lnTo>
                  <a:pt x="1992840" y="120378"/>
                </a:lnTo>
                <a:lnTo>
                  <a:pt x="1993255" y="128494"/>
                </a:lnTo>
                <a:lnTo>
                  <a:pt x="1994471" y="136166"/>
                </a:lnTo>
                <a:lnTo>
                  <a:pt x="1996447" y="143344"/>
                </a:lnTo>
                <a:lnTo>
                  <a:pt x="1999141" y="149977"/>
                </a:lnTo>
                <a:lnTo>
                  <a:pt x="2002511" y="156017"/>
                </a:lnTo>
                <a:lnTo>
                  <a:pt x="2006515" y="161414"/>
                </a:lnTo>
                <a:lnTo>
                  <a:pt x="2011112" y="166117"/>
                </a:lnTo>
                <a:lnTo>
                  <a:pt x="2016260" y="170076"/>
                </a:lnTo>
                <a:lnTo>
                  <a:pt x="2021917" y="173243"/>
                </a:lnTo>
                <a:lnTo>
                  <a:pt x="2028040" y="175566"/>
                </a:lnTo>
                <a:lnTo>
                  <a:pt x="2034589" y="176997"/>
                </a:lnTo>
                <a:lnTo>
                  <a:pt x="2041522" y="177485"/>
                </a:lnTo>
                <a:lnTo>
                  <a:pt x="2044378" y="177400"/>
                </a:lnTo>
                <a:lnTo>
                  <a:pt x="2047181" y="177145"/>
                </a:lnTo>
                <a:lnTo>
                  <a:pt x="2049932" y="176720"/>
                </a:lnTo>
                <a:lnTo>
                  <a:pt x="2052633" y="176128"/>
                </a:lnTo>
                <a:lnTo>
                  <a:pt x="2055284" y="175369"/>
                </a:lnTo>
                <a:lnTo>
                  <a:pt x="2057887" y="174443"/>
                </a:lnTo>
                <a:lnTo>
                  <a:pt x="2060441" y="173352"/>
                </a:lnTo>
                <a:lnTo>
                  <a:pt x="2062948" y="172096"/>
                </a:lnTo>
                <a:lnTo>
                  <a:pt x="2065409" y="170676"/>
                </a:lnTo>
                <a:lnTo>
                  <a:pt x="2067825" y="169094"/>
                </a:lnTo>
                <a:lnTo>
                  <a:pt x="2070196" y="167349"/>
                </a:lnTo>
                <a:lnTo>
                  <a:pt x="2072524" y="165443"/>
                </a:lnTo>
                <a:lnTo>
                  <a:pt x="2074214" y="163886"/>
                </a:lnTo>
                <a:lnTo>
                  <a:pt x="2075834" y="162271"/>
                </a:lnTo>
                <a:lnTo>
                  <a:pt x="2077403" y="160572"/>
                </a:lnTo>
                <a:lnTo>
                  <a:pt x="2078938" y="158764"/>
                </a:lnTo>
                <a:lnTo>
                  <a:pt x="2080455" y="156822"/>
                </a:lnTo>
                <a:lnTo>
                  <a:pt x="2081970" y="154718"/>
                </a:lnTo>
                <a:lnTo>
                  <a:pt x="2083502" y="152428"/>
                </a:lnTo>
                <a:lnTo>
                  <a:pt x="2085067" y="149926"/>
                </a:lnTo>
                <a:lnTo>
                  <a:pt x="2086682" y="147185"/>
                </a:lnTo>
                <a:lnTo>
                  <a:pt x="2088363" y="144180"/>
                </a:lnTo>
                <a:lnTo>
                  <a:pt x="2090128" y="140885"/>
                </a:lnTo>
                <a:lnTo>
                  <a:pt x="2091994" y="137275"/>
                </a:lnTo>
                <a:lnTo>
                  <a:pt x="2088409" y="134973"/>
                </a:lnTo>
                <a:close/>
                <a:moveTo>
                  <a:pt x="2164250" y="57134"/>
                </a:moveTo>
                <a:lnTo>
                  <a:pt x="2156138" y="57638"/>
                </a:lnTo>
                <a:lnTo>
                  <a:pt x="2148490" y="59119"/>
                </a:lnTo>
                <a:lnTo>
                  <a:pt x="2141350" y="61528"/>
                </a:lnTo>
                <a:lnTo>
                  <a:pt x="2134765" y="64817"/>
                </a:lnTo>
                <a:lnTo>
                  <a:pt x="2128782" y="68938"/>
                </a:lnTo>
                <a:lnTo>
                  <a:pt x="2123446" y="73844"/>
                </a:lnTo>
                <a:lnTo>
                  <a:pt x="2118804" y="79486"/>
                </a:lnTo>
                <a:lnTo>
                  <a:pt x="2114903" y="85816"/>
                </a:lnTo>
                <a:lnTo>
                  <a:pt x="2111788" y="92786"/>
                </a:lnTo>
                <a:lnTo>
                  <a:pt x="2109505" y="100348"/>
                </a:lnTo>
                <a:lnTo>
                  <a:pt x="2108102" y="108454"/>
                </a:lnTo>
                <a:lnTo>
                  <a:pt x="2107624" y="117055"/>
                </a:lnTo>
                <a:lnTo>
                  <a:pt x="2108112" y="125505"/>
                </a:lnTo>
                <a:lnTo>
                  <a:pt x="2109539" y="133533"/>
                </a:lnTo>
                <a:lnTo>
                  <a:pt x="2111852" y="141079"/>
                </a:lnTo>
                <a:lnTo>
                  <a:pt x="2114997" y="148084"/>
                </a:lnTo>
                <a:lnTo>
                  <a:pt x="2118923" y="154488"/>
                </a:lnTo>
                <a:lnTo>
                  <a:pt x="2123574" y="160232"/>
                </a:lnTo>
                <a:lnTo>
                  <a:pt x="2128897" y="165255"/>
                </a:lnTo>
                <a:lnTo>
                  <a:pt x="2134840" y="169499"/>
                </a:lnTo>
                <a:lnTo>
                  <a:pt x="2141348" y="172903"/>
                </a:lnTo>
                <a:lnTo>
                  <a:pt x="2148369" y="175409"/>
                </a:lnTo>
                <a:lnTo>
                  <a:pt x="2155848" y="176956"/>
                </a:lnTo>
                <a:lnTo>
                  <a:pt x="2163734" y="177485"/>
                </a:lnTo>
                <a:lnTo>
                  <a:pt x="2171635" y="176930"/>
                </a:lnTo>
                <a:lnTo>
                  <a:pt x="2179157" y="175311"/>
                </a:lnTo>
                <a:lnTo>
                  <a:pt x="2186241" y="172691"/>
                </a:lnTo>
                <a:lnTo>
                  <a:pt x="2192829" y="169139"/>
                </a:lnTo>
                <a:lnTo>
                  <a:pt x="2198862" y="164718"/>
                </a:lnTo>
                <a:lnTo>
                  <a:pt x="2204280" y="159496"/>
                </a:lnTo>
                <a:lnTo>
                  <a:pt x="2209026" y="153538"/>
                </a:lnTo>
                <a:lnTo>
                  <a:pt x="2213041" y="146909"/>
                </a:lnTo>
                <a:lnTo>
                  <a:pt x="2216266" y="139675"/>
                </a:lnTo>
                <a:lnTo>
                  <a:pt x="2218642" y="131903"/>
                </a:lnTo>
                <a:lnTo>
                  <a:pt x="2220111" y="123659"/>
                </a:lnTo>
                <a:lnTo>
                  <a:pt x="2220613" y="115007"/>
                </a:lnTo>
                <a:lnTo>
                  <a:pt x="2220131" y="106821"/>
                </a:lnTo>
                <a:lnTo>
                  <a:pt x="2218716" y="99073"/>
                </a:lnTo>
                <a:lnTo>
                  <a:pt x="2216418" y="91813"/>
                </a:lnTo>
                <a:lnTo>
                  <a:pt x="2213288" y="85094"/>
                </a:lnTo>
                <a:lnTo>
                  <a:pt x="2209375" y="78970"/>
                </a:lnTo>
                <a:lnTo>
                  <a:pt x="2204729" y="73491"/>
                </a:lnTo>
                <a:lnTo>
                  <a:pt x="2199400" y="68712"/>
                </a:lnTo>
                <a:lnTo>
                  <a:pt x="2193437" y="64684"/>
                </a:lnTo>
                <a:lnTo>
                  <a:pt x="2186891" y="61459"/>
                </a:lnTo>
                <a:lnTo>
                  <a:pt x="2179811" y="59091"/>
                </a:lnTo>
                <a:lnTo>
                  <a:pt x="2172248" y="57632"/>
                </a:lnTo>
                <a:lnTo>
                  <a:pt x="2164250" y="57134"/>
                </a:lnTo>
                <a:moveTo>
                  <a:pt x="2160919" y="64312"/>
                </a:moveTo>
                <a:lnTo>
                  <a:pt x="2166161" y="64816"/>
                </a:lnTo>
                <a:lnTo>
                  <a:pt x="2171105" y="66295"/>
                </a:lnTo>
                <a:lnTo>
                  <a:pt x="2175723" y="68700"/>
                </a:lnTo>
                <a:lnTo>
                  <a:pt x="2179982" y="71983"/>
                </a:lnTo>
                <a:lnTo>
                  <a:pt x="2183854" y="76095"/>
                </a:lnTo>
                <a:lnTo>
                  <a:pt x="2187308" y="80986"/>
                </a:lnTo>
                <a:lnTo>
                  <a:pt x="2190313" y="86608"/>
                </a:lnTo>
                <a:lnTo>
                  <a:pt x="2192839" y="92912"/>
                </a:lnTo>
                <a:lnTo>
                  <a:pt x="2194857" y="99848"/>
                </a:lnTo>
                <a:lnTo>
                  <a:pt x="2196336" y="107369"/>
                </a:lnTo>
                <a:lnTo>
                  <a:pt x="2197245" y="115425"/>
                </a:lnTo>
                <a:lnTo>
                  <a:pt x="2197555" y="123967"/>
                </a:lnTo>
                <a:lnTo>
                  <a:pt x="2197317" y="130957"/>
                </a:lnTo>
                <a:lnTo>
                  <a:pt x="2196612" y="137447"/>
                </a:lnTo>
                <a:lnTo>
                  <a:pt x="2195453" y="143415"/>
                </a:lnTo>
                <a:lnTo>
                  <a:pt x="2193854" y="148842"/>
                </a:lnTo>
                <a:lnTo>
                  <a:pt x="2191828" y="153707"/>
                </a:lnTo>
                <a:lnTo>
                  <a:pt x="2189388" y="157989"/>
                </a:lnTo>
                <a:lnTo>
                  <a:pt x="2186548" y="161669"/>
                </a:lnTo>
                <a:lnTo>
                  <a:pt x="2183321" y="164726"/>
                </a:lnTo>
                <a:lnTo>
                  <a:pt x="2179721" y="167139"/>
                </a:lnTo>
                <a:lnTo>
                  <a:pt x="2175760" y="168887"/>
                </a:lnTo>
                <a:lnTo>
                  <a:pt x="2171452" y="169952"/>
                </a:lnTo>
                <a:lnTo>
                  <a:pt x="2166810" y="170311"/>
                </a:lnTo>
                <a:lnTo>
                  <a:pt x="2164325" y="170184"/>
                </a:lnTo>
                <a:lnTo>
                  <a:pt x="2161873" y="169808"/>
                </a:lnTo>
                <a:lnTo>
                  <a:pt x="2159468" y="169191"/>
                </a:lnTo>
                <a:lnTo>
                  <a:pt x="2157121" y="168339"/>
                </a:lnTo>
                <a:lnTo>
                  <a:pt x="2154846" y="167260"/>
                </a:lnTo>
                <a:lnTo>
                  <a:pt x="2152654" y="165960"/>
                </a:lnTo>
                <a:lnTo>
                  <a:pt x="2150558" y="164446"/>
                </a:lnTo>
                <a:lnTo>
                  <a:pt x="2148571" y="162726"/>
                </a:lnTo>
                <a:lnTo>
                  <a:pt x="2146705" y="160807"/>
                </a:lnTo>
                <a:lnTo>
                  <a:pt x="2144972" y="158696"/>
                </a:lnTo>
                <a:lnTo>
                  <a:pt x="2143386" y="156400"/>
                </a:lnTo>
                <a:lnTo>
                  <a:pt x="2141958" y="153926"/>
                </a:lnTo>
                <a:lnTo>
                  <a:pt x="2140229" y="150504"/>
                </a:lnTo>
                <a:lnTo>
                  <a:pt x="2138631" y="146904"/>
                </a:lnTo>
                <a:lnTo>
                  <a:pt x="2137169" y="143143"/>
                </a:lnTo>
                <a:lnTo>
                  <a:pt x="2135846" y="139236"/>
                </a:lnTo>
                <a:lnTo>
                  <a:pt x="2134665" y="135197"/>
                </a:lnTo>
                <a:lnTo>
                  <a:pt x="2133630" y="131042"/>
                </a:lnTo>
                <a:lnTo>
                  <a:pt x="2132744" y="126785"/>
                </a:lnTo>
                <a:lnTo>
                  <a:pt x="2132011" y="122442"/>
                </a:lnTo>
                <a:lnTo>
                  <a:pt x="2131435" y="118028"/>
                </a:lnTo>
                <a:lnTo>
                  <a:pt x="2131019" y="113558"/>
                </a:lnTo>
                <a:lnTo>
                  <a:pt x="2130767" y="109046"/>
                </a:lnTo>
                <a:lnTo>
                  <a:pt x="2130682" y="104510"/>
                </a:lnTo>
                <a:lnTo>
                  <a:pt x="2130930" y="98609"/>
                </a:lnTo>
                <a:lnTo>
                  <a:pt x="2131659" y="93086"/>
                </a:lnTo>
                <a:lnTo>
                  <a:pt x="2132848" y="87966"/>
                </a:lnTo>
                <a:lnTo>
                  <a:pt x="2134478" y="83277"/>
                </a:lnTo>
                <a:lnTo>
                  <a:pt x="2136528" y="79042"/>
                </a:lnTo>
                <a:lnTo>
                  <a:pt x="2138978" y="75289"/>
                </a:lnTo>
                <a:lnTo>
                  <a:pt x="2141806" y="72042"/>
                </a:lnTo>
                <a:lnTo>
                  <a:pt x="2144993" y="69328"/>
                </a:lnTo>
                <a:lnTo>
                  <a:pt x="2148518" y="67172"/>
                </a:lnTo>
                <a:lnTo>
                  <a:pt x="2152361" y="65600"/>
                </a:lnTo>
                <a:lnTo>
                  <a:pt x="2156502" y="64638"/>
                </a:lnTo>
                <a:lnTo>
                  <a:pt x="2160919" y="64312"/>
                </a:lnTo>
                <a:close/>
                <a:moveTo>
                  <a:pt x="2232401" y="73022"/>
                </a:moveTo>
                <a:lnTo>
                  <a:pt x="2232806" y="72840"/>
                </a:lnTo>
                <a:lnTo>
                  <a:pt x="2233251" y="72679"/>
                </a:lnTo>
                <a:lnTo>
                  <a:pt x="2233734" y="72537"/>
                </a:lnTo>
                <a:lnTo>
                  <a:pt x="2234251" y="72414"/>
                </a:lnTo>
                <a:lnTo>
                  <a:pt x="2234801" y="72309"/>
                </a:lnTo>
                <a:lnTo>
                  <a:pt x="2235380" y="72221"/>
                </a:lnTo>
                <a:lnTo>
                  <a:pt x="2235985" y="72149"/>
                </a:lnTo>
                <a:lnTo>
                  <a:pt x="2236615" y="72092"/>
                </a:lnTo>
                <a:lnTo>
                  <a:pt x="2237266" y="72050"/>
                </a:lnTo>
                <a:lnTo>
                  <a:pt x="2237936" y="72020"/>
                </a:lnTo>
                <a:lnTo>
                  <a:pt x="2238622" y="72003"/>
                </a:lnTo>
                <a:lnTo>
                  <a:pt x="2239320" y="71998"/>
                </a:lnTo>
                <a:lnTo>
                  <a:pt x="2241014" y="72081"/>
                </a:lnTo>
                <a:lnTo>
                  <a:pt x="2242513" y="72341"/>
                </a:lnTo>
                <a:lnTo>
                  <a:pt x="2243828" y="72794"/>
                </a:lnTo>
                <a:lnTo>
                  <a:pt x="2244966" y="73459"/>
                </a:lnTo>
                <a:lnTo>
                  <a:pt x="2245937" y="74351"/>
                </a:lnTo>
                <a:lnTo>
                  <a:pt x="2246749" y="75488"/>
                </a:lnTo>
                <a:lnTo>
                  <a:pt x="2247412" y="76886"/>
                </a:lnTo>
                <a:lnTo>
                  <a:pt x="2247934" y="78563"/>
                </a:lnTo>
                <a:lnTo>
                  <a:pt x="2248325" y="80535"/>
                </a:lnTo>
                <a:lnTo>
                  <a:pt x="2248593" y="82819"/>
                </a:lnTo>
                <a:lnTo>
                  <a:pt x="2248748" y="85432"/>
                </a:lnTo>
                <a:lnTo>
                  <a:pt x="2248797" y="88391"/>
                </a:lnTo>
                <a:lnTo>
                  <a:pt x="2248797" y="151928"/>
                </a:lnTo>
                <a:lnTo>
                  <a:pt x="2248734" y="155354"/>
                </a:lnTo>
                <a:lnTo>
                  <a:pt x="2248528" y="158350"/>
                </a:lnTo>
                <a:lnTo>
                  <a:pt x="2248153" y="160946"/>
                </a:lnTo>
                <a:lnTo>
                  <a:pt x="2247582" y="163171"/>
                </a:lnTo>
                <a:lnTo>
                  <a:pt x="2246792" y="165054"/>
                </a:lnTo>
                <a:lnTo>
                  <a:pt x="2245755" y="166626"/>
                </a:lnTo>
                <a:lnTo>
                  <a:pt x="2244445" y="167914"/>
                </a:lnTo>
                <a:lnTo>
                  <a:pt x="2242838" y="168949"/>
                </a:lnTo>
                <a:lnTo>
                  <a:pt x="2240907" y="169759"/>
                </a:lnTo>
                <a:lnTo>
                  <a:pt x="2238626" y="170375"/>
                </a:lnTo>
                <a:lnTo>
                  <a:pt x="2235970" y="170825"/>
                </a:lnTo>
                <a:lnTo>
                  <a:pt x="2232913" y="171140"/>
                </a:lnTo>
                <a:lnTo>
                  <a:pt x="2232913" y="174983"/>
                </a:lnTo>
                <a:lnTo>
                  <a:pt x="2287232" y="174983"/>
                </a:lnTo>
                <a:lnTo>
                  <a:pt x="2287232" y="171140"/>
                </a:lnTo>
                <a:lnTo>
                  <a:pt x="2284153" y="170839"/>
                </a:lnTo>
                <a:lnTo>
                  <a:pt x="2281441" y="170438"/>
                </a:lnTo>
                <a:lnTo>
                  <a:pt x="2279075" y="169923"/>
                </a:lnTo>
                <a:lnTo>
                  <a:pt x="2277038" y="169281"/>
                </a:lnTo>
                <a:lnTo>
                  <a:pt x="2275311" y="168496"/>
                </a:lnTo>
                <a:lnTo>
                  <a:pt x="2273874" y="167554"/>
                </a:lnTo>
                <a:lnTo>
                  <a:pt x="2272710" y="166442"/>
                </a:lnTo>
                <a:lnTo>
                  <a:pt x="2271800" y="165144"/>
                </a:lnTo>
                <a:lnTo>
                  <a:pt x="2271124" y="163648"/>
                </a:lnTo>
                <a:lnTo>
                  <a:pt x="2270664" y="161938"/>
                </a:lnTo>
                <a:lnTo>
                  <a:pt x="2270402" y="160000"/>
                </a:lnTo>
                <a:lnTo>
                  <a:pt x="2270319" y="157820"/>
                </a:lnTo>
                <a:lnTo>
                  <a:pt x="2270319" y="85830"/>
                </a:lnTo>
                <a:lnTo>
                  <a:pt x="2273261" y="83121"/>
                </a:lnTo>
                <a:lnTo>
                  <a:pt x="2275958" y="80745"/>
                </a:lnTo>
                <a:lnTo>
                  <a:pt x="2278443" y="78684"/>
                </a:lnTo>
                <a:lnTo>
                  <a:pt x="2280749" y="76920"/>
                </a:lnTo>
                <a:lnTo>
                  <a:pt x="2282909" y="75433"/>
                </a:lnTo>
                <a:lnTo>
                  <a:pt x="2284957" y="74205"/>
                </a:lnTo>
                <a:lnTo>
                  <a:pt x="2286924" y="73218"/>
                </a:lnTo>
                <a:lnTo>
                  <a:pt x="2288845" y="72451"/>
                </a:lnTo>
                <a:lnTo>
                  <a:pt x="2290751" y="71888"/>
                </a:lnTo>
                <a:lnTo>
                  <a:pt x="2292675" y="71509"/>
                </a:lnTo>
                <a:lnTo>
                  <a:pt x="2294652" y="71295"/>
                </a:lnTo>
                <a:lnTo>
                  <a:pt x="2296712" y="71228"/>
                </a:lnTo>
                <a:lnTo>
                  <a:pt x="2299717" y="71394"/>
                </a:lnTo>
                <a:lnTo>
                  <a:pt x="2302457" y="71894"/>
                </a:lnTo>
                <a:lnTo>
                  <a:pt x="2304931" y="72733"/>
                </a:lnTo>
                <a:lnTo>
                  <a:pt x="2307141" y="73913"/>
                </a:lnTo>
                <a:lnTo>
                  <a:pt x="2309087" y="75438"/>
                </a:lnTo>
                <a:lnTo>
                  <a:pt x="2310772" y="77311"/>
                </a:lnTo>
                <a:lnTo>
                  <a:pt x="2312194" y="79537"/>
                </a:lnTo>
                <a:lnTo>
                  <a:pt x="2313356" y="82119"/>
                </a:lnTo>
                <a:lnTo>
                  <a:pt x="2314259" y="85061"/>
                </a:lnTo>
                <a:lnTo>
                  <a:pt x="2314902" y="88365"/>
                </a:lnTo>
                <a:lnTo>
                  <a:pt x="2315287" y="92036"/>
                </a:lnTo>
                <a:lnTo>
                  <a:pt x="2315416" y="96077"/>
                </a:lnTo>
                <a:lnTo>
                  <a:pt x="2315416" y="149622"/>
                </a:lnTo>
                <a:lnTo>
                  <a:pt x="2315343" y="153416"/>
                </a:lnTo>
                <a:lnTo>
                  <a:pt x="2315110" y="156748"/>
                </a:lnTo>
                <a:lnTo>
                  <a:pt x="2314695" y="159648"/>
                </a:lnTo>
                <a:lnTo>
                  <a:pt x="2314077" y="162145"/>
                </a:lnTo>
                <a:lnTo>
                  <a:pt x="2313236" y="164269"/>
                </a:lnTo>
                <a:lnTo>
                  <a:pt x="2312149" y="166048"/>
                </a:lnTo>
                <a:lnTo>
                  <a:pt x="2310795" y="167513"/>
                </a:lnTo>
                <a:lnTo>
                  <a:pt x="2309152" y="168692"/>
                </a:lnTo>
                <a:lnTo>
                  <a:pt x="2307200" y="169615"/>
                </a:lnTo>
                <a:lnTo>
                  <a:pt x="2304917" y="170311"/>
                </a:lnTo>
                <a:lnTo>
                  <a:pt x="2302282" y="170809"/>
                </a:lnTo>
                <a:lnTo>
                  <a:pt x="2299273" y="171140"/>
                </a:lnTo>
                <a:lnTo>
                  <a:pt x="2299273" y="174983"/>
                </a:lnTo>
                <a:lnTo>
                  <a:pt x="2352568" y="174983"/>
                </a:lnTo>
                <a:lnTo>
                  <a:pt x="2352568" y="171140"/>
                </a:lnTo>
                <a:lnTo>
                  <a:pt x="2349622" y="170778"/>
                </a:lnTo>
                <a:lnTo>
                  <a:pt x="2347050" y="170315"/>
                </a:lnTo>
                <a:lnTo>
                  <a:pt x="2344828" y="169724"/>
                </a:lnTo>
                <a:lnTo>
                  <a:pt x="2342934" y="168978"/>
                </a:lnTo>
                <a:lnTo>
                  <a:pt x="2341347" y="168050"/>
                </a:lnTo>
                <a:lnTo>
                  <a:pt x="2340044" y="166914"/>
                </a:lnTo>
                <a:lnTo>
                  <a:pt x="2339002" y="165543"/>
                </a:lnTo>
                <a:lnTo>
                  <a:pt x="2338199" y="163911"/>
                </a:lnTo>
                <a:lnTo>
                  <a:pt x="2337614" y="161991"/>
                </a:lnTo>
                <a:lnTo>
                  <a:pt x="2337223" y="159756"/>
                </a:lnTo>
                <a:lnTo>
                  <a:pt x="2337005" y="157179"/>
                </a:lnTo>
                <a:lnTo>
                  <a:pt x="2336938" y="154235"/>
                </a:lnTo>
                <a:lnTo>
                  <a:pt x="2336938" y="95565"/>
                </a:lnTo>
                <a:lnTo>
                  <a:pt x="2336705" y="89750"/>
                </a:lnTo>
                <a:lnTo>
                  <a:pt x="2336015" y="84357"/>
                </a:lnTo>
                <a:lnTo>
                  <a:pt x="2334880" y="79401"/>
                </a:lnTo>
                <a:lnTo>
                  <a:pt x="2333312" y="74899"/>
                </a:lnTo>
                <a:lnTo>
                  <a:pt x="2331325" y="70867"/>
                </a:lnTo>
                <a:lnTo>
                  <a:pt x="2328930" y="67320"/>
                </a:lnTo>
                <a:lnTo>
                  <a:pt x="2326141" y="64274"/>
                </a:lnTo>
                <a:lnTo>
                  <a:pt x="2322969" y="61747"/>
                </a:lnTo>
                <a:lnTo>
                  <a:pt x="2319427" y="59753"/>
                </a:lnTo>
                <a:lnTo>
                  <a:pt x="2315527" y="58308"/>
                </a:lnTo>
                <a:lnTo>
                  <a:pt x="2311282" y="57430"/>
                </a:lnTo>
                <a:lnTo>
                  <a:pt x="2306705" y="57134"/>
                </a:lnTo>
                <a:lnTo>
                  <a:pt x="2303831" y="57229"/>
                </a:lnTo>
                <a:lnTo>
                  <a:pt x="2301070" y="57533"/>
                </a:lnTo>
                <a:lnTo>
                  <a:pt x="2298377" y="58071"/>
                </a:lnTo>
                <a:lnTo>
                  <a:pt x="2295706" y="58871"/>
                </a:lnTo>
                <a:lnTo>
                  <a:pt x="2293009" y="59960"/>
                </a:lnTo>
                <a:lnTo>
                  <a:pt x="2290242" y="61363"/>
                </a:lnTo>
                <a:lnTo>
                  <a:pt x="2287357" y="63108"/>
                </a:lnTo>
                <a:lnTo>
                  <a:pt x="2284308" y="65221"/>
                </a:lnTo>
                <a:lnTo>
                  <a:pt x="2281050" y="67729"/>
                </a:lnTo>
                <a:lnTo>
                  <a:pt x="2277535" y="70659"/>
                </a:lnTo>
                <a:lnTo>
                  <a:pt x="2273718" y="74037"/>
                </a:lnTo>
                <a:lnTo>
                  <a:pt x="2269553" y="77890"/>
                </a:lnTo>
                <a:lnTo>
                  <a:pt x="2269553" y="57650"/>
                </a:lnTo>
                <a:lnTo>
                  <a:pt x="2267758" y="57134"/>
                </a:lnTo>
                <a:lnTo>
                  <a:pt x="2264695" y="58252"/>
                </a:lnTo>
                <a:lnTo>
                  <a:pt x="2261759" y="59305"/>
                </a:lnTo>
                <a:lnTo>
                  <a:pt x="2258920" y="60305"/>
                </a:lnTo>
                <a:lnTo>
                  <a:pt x="2256144" y="61263"/>
                </a:lnTo>
                <a:lnTo>
                  <a:pt x="2253401" y="62188"/>
                </a:lnTo>
                <a:lnTo>
                  <a:pt x="2250657" y="63092"/>
                </a:lnTo>
                <a:lnTo>
                  <a:pt x="2247881" y="63986"/>
                </a:lnTo>
                <a:lnTo>
                  <a:pt x="2245042" y="64879"/>
                </a:lnTo>
                <a:lnTo>
                  <a:pt x="2242106" y="65784"/>
                </a:lnTo>
                <a:lnTo>
                  <a:pt x="2239042" y="66709"/>
                </a:lnTo>
                <a:lnTo>
                  <a:pt x="2235817" y="67667"/>
                </a:lnTo>
                <a:lnTo>
                  <a:pt x="2232401" y="68667"/>
                </a:lnTo>
                <a:lnTo>
                  <a:pt x="2232401" y="73022"/>
                </a:lnTo>
                <a:close/>
                <a:moveTo>
                  <a:pt x="2437115" y="94482"/>
                </a:moveTo>
                <a:lnTo>
                  <a:pt x="2436091" y="59636"/>
                </a:lnTo>
                <a:lnTo>
                  <a:pt x="2433272" y="59636"/>
                </a:lnTo>
                <a:lnTo>
                  <a:pt x="2432760" y="60152"/>
                </a:lnTo>
                <a:lnTo>
                  <a:pt x="2432225" y="60568"/>
                </a:lnTo>
                <a:lnTo>
                  <a:pt x="2431765" y="60925"/>
                </a:lnTo>
                <a:lnTo>
                  <a:pt x="2431371" y="61227"/>
                </a:lnTo>
                <a:lnTo>
                  <a:pt x="2431033" y="61479"/>
                </a:lnTo>
                <a:lnTo>
                  <a:pt x="2430742" y="61684"/>
                </a:lnTo>
                <a:lnTo>
                  <a:pt x="2430487" y="61848"/>
                </a:lnTo>
                <a:lnTo>
                  <a:pt x="2430258" y="61974"/>
                </a:lnTo>
                <a:lnTo>
                  <a:pt x="2430047" y="62067"/>
                </a:lnTo>
                <a:lnTo>
                  <a:pt x="2429843" y="62132"/>
                </a:lnTo>
                <a:lnTo>
                  <a:pt x="2429636" y="62173"/>
                </a:lnTo>
                <a:lnTo>
                  <a:pt x="2429417" y="62194"/>
                </a:lnTo>
                <a:lnTo>
                  <a:pt x="2429175" y="62201"/>
                </a:lnTo>
                <a:lnTo>
                  <a:pt x="2428770" y="62190"/>
                </a:lnTo>
                <a:lnTo>
                  <a:pt x="2428325" y="62157"/>
                </a:lnTo>
                <a:lnTo>
                  <a:pt x="2427842" y="62101"/>
                </a:lnTo>
                <a:lnTo>
                  <a:pt x="2427325" y="62020"/>
                </a:lnTo>
                <a:lnTo>
                  <a:pt x="2426775" y="61915"/>
                </a:lnTo>
                <a:lnTo>
                  <a:pt x="2426196" y="61784"/>
                </a:lnTo>
                <a:lnTo>
                  <a:pt x="2425590" y="61627"/>
                </a:lnTo>
                <a:lnTo>
                  <a:pt x="2424961" y="61441"/>
                </a:lnTo>
                <a:lnTo>
                  <a:pt x="2424309" y="61227"/>
                </a:lnTo>
                <a:lnTo>
                  <a:pt x="2423640" y="60984"/>
                </a:lnTo>
                <a:lnTo>
                  <a:pt x="2422954" y="60711"/>
                </a:lnTo>
                <a:lnTo>
                  <a:pt x="2422255" y="60406"/>
                </a:lnTo>
                <a:lnTo>
                  <a:pt x="2420845" y="59928"/>
                </a:lnTo>
                <a:lnTo>
                  <a:pt x="2419432" y="59490"/>
                </a:lnTo>
                <a:lnTo>
                  <a:pt x="2418012" y="59093"/>
                </a:lnTo>
                <a:lnTo>
                  <a:pt x="2416581" y="58736"/>
                </a:lnTo>
                <a:lnTo>
                  <a:pt x="2415136" y="58421"/>
                </a:lnTo>
                <a:lnTo>
                  <a:pt x="2413673" y="58147"/>
                </a:lnTo>
                <a:lnTo>
                  <a:pt x="2412189" y="57915"/>
                </a:lnTo>
                <a:lnTo>
                  <a:pt x="2410679" y="57724"/>
                </a:lnTo>
                <a:lnTo>
                  <a:pt x="2409142" y="57576"/>
                </a:lnTo>
                <a:lnTo>
                  <a:pt x="2407572" y="57469"/>
                </a:lnTo>
                <a:lnTo>
                  <a:pt x="2405967" y="57405"/>
                </a:lnTo>
                <a:lnTo>
                  <a:pt x="2404322" y="57384"/>
                </a:lnTo>
                <a:lnTo>
                  <a:pt x="2399384" y="57652"/>
                </a:lnTo>
                <a:lnTo>
                  <a:pt x="2394712" y="58437"/>
                </a:lnTo>
                <a:lnTo>
                  <a:pt x="2390337" y="59714"/>
                </a:lnTo>
                <a:lnTo>
                  <a:pt x="2386291" y="61454"/>
                </a:lnTo>
                <a:lnTo>
                  <a:pt x="2382604" y="63633"/>
                </a:lnTo>
                <a:lnTo>
                  <a:pt x="2379308" y="66222"/>
                </a:lnTo>
                <a:lnTo>
                  <a:pt x="2376434" y="69195"/>
                </a:lnTo>
                <a:lnTo>
                  <a:pt x="2374012" y="72525"/>
                </a:lnTo>
                <a:lnTo>
                  <a:pt x="2372074" y="76186"/>
                </a:lnTo>
                <a:lnTo>
                  <a:pt x="2370652" y="80152"/>
                </a:lnTo>
                <a:lnTo>
                  <a:pt x="2369776" y="84394"/>
                </a:lnTo>
                <a:lnTo>
                  <a:pt x="2369477" y="88887"/>
                </a:lnTo>
                <a:lnTo>
                  <a:pt x="2369650" y="92389"/>
                </a:lnTo>
                <a:lnTo>
                  <a:pt x="2370185" y="95742"/>
                </a:lnTo>
                <a:lnTo>
                  <a:pt x="2371098" y="98968"/>
                </a:lnTo>
                <a:lnTo>
                  <a:pt x="2372409" y="102086"/>
                </a:lnTo>
                <a:lnTo>
                  <a:pt x="2374136" y="105120"/>
                </a:lnTo>
                <a:lnTo>
                  <a:pt x="2376298" y="108089"/>
                </a:lnTo>
                <a:lnTo>
                  <a:pt x="2378914" y="111016"/>
                </a:lnTo>
                <a:lnTo>
                  <a:pt x="2382003" y="113922"/>
                </a:lnTo>
                <a:lnTo>
                  <a:pt x="2385582" y="116827"/>
                </a:lnTo>
                <a:lnTo>
                  <a:pt x="2389672" y="119754"/>
                </a:lnTo>
                <a:lnTo>
                  <a:pt x="2394290" y="122724"/>
                </a:lnTo>
                <a:lnTo>
                  <a:pt x="2399455" y="125758"/>
                </a:lnTo>
                <a:lnTo>
                  <a:pt x="2414315" y="134210"/>
                </a:lnTo>
                <a:lnTo>
                  <a:pt x="2416460" y="135512"/>
                </a:lnTo>
                <a:lnTo>
                  <a:pt x="2418415" y="136860"/>
                </a:lnTo>
                <a:lnTo>
                  <a:pt x="2420179" y="138255"/>
                </a:lnTo>
                <a:lnTo>
                  <a:pt x="2421753" y="139702"/>
                </a:lnTo>
                <a:lnTo>
                  <a:pt x="2423140" y="141201"/>
                </a:lnTo>
                <a:lnTo>
                  <a:pt x="2424338" y="142756"/>
                </a:lnTo>
                <a:lnTo>
                  <a:pt x="2425350" y="144371"/>
                </a:lnTo>
                <a:lnTo>
                  <a:pt x="2426176" y="146046"/>
                </a:lnTo>
                <a:lnTo>
                  <a:pt x="2426817" y="147785"/>
                </a:lnTo>
                <a:lnTo>
                  <a:pt x="2427274" y="149591"/>
                </a:lnTo>
                <a:lnTo>
                  <a:pt x="2427548" y="151467"/>
                </a:lnTo>
                <a:lnTo>
                  <a:pt x="2427639" y="153414"/>
                </a:lnTo>
                <a:lnTo>
                  <a:pt x="2427470" y="156144"/>
                </a:lnTo>
                <a:lnTo>
                  <a:pt x="2426971" y="158692"/>
                </a:lnTo>
                <a:lnTo>
                  <a:pt x="2426153" y="161048"/>
                </a:lnTo>
                <a:lnTo>
                  <a:pt x="2425028" y="163202"/>
                </a:lnTo>
                <a:lnTo>
                  <a:pt x="2423608" y="165142"/>
                </a:lnTo>
                <a:lnTo>
                  <a:pt x="2421904" y="166858"/>
                </a:lnTo>
                <a:lnTo>
                  <a:pt x="2419928" y="168339"/>
                </a:lnTo>
                <a:lnTo>
                  <a:pt x="2417692" y="169575"/>
                </a:lnTo>
                <a:lnTo>
                  <a:pt x="2415206" y="170555"/>
                </a:lnTo>
                <a:lnTo>
                  <a:pt x="2412483" y="171268"/>
                </a:lnTo>
                <a:lnTo>
                  <a:pt x="2409534" y="171704"/>
                </a:lnTo>
                <a:lnTo>
                  <a:pt x="2406371" y="171851"/>
                </a:lnTo>
                <a:lnTo>
                  <a:pt x="2404210" y="171782"/>
                </a:lnTo>
                <a:lnTo>
                  <a:pt x="2402090" y="171578"/>
                </a:lnTo>
                <a:lnTo>
                  <a:pt x="2400018" y="171243"/>
                </a:lnTo>
                <a:lnTo>
                  <a:pt x="2398001" y="170779"/>
                </a:lnTo>
                <a:lnTo>
                  <a:pt x="2396049" y="170191"/>
                </a:lnTo>
                <a:lnTo>
                  <a:pt x="2394169" y="169481"/>
                </a:lnTo>
                <a:lnTo>
                  <a:pt x="2392368" y="168655"/>
                </a:lnTo>
                <a:lnTo>
                  <a:pt x="2390656" y="167715"/>
                </a:lnTo>
                <a:lnTo>
                  <a:pt x="2389040" y="166664"/>
                </a:lnTo>
                <a:lnTo>
                  <a:pt x="2387528" y="165507"/>
                </a:lnTo>
                <a:lnTo>
                  <a:pt x="2386128" y="164246"/>
                </a:lnTo>
                <a:lnTo>
                  <a:pt x="2384849" y="162887"/>
                </a:lnTo>
                <a:lnTo>
                  <a:pt x="2383566" y="161292"/>
                </a:lnTo>
                <a:lnTo>
                  <a:pt x="2382396" y="159686"/>
                </a:lnTo>
                <a:lnTo>
                  <a:pt x="2381326" y="158038"/>
                </a:lnTo>
                <a:lnTo>
                  <a:pt x="2380342" y="156315"/>
                </a:lnTo>
                <a:lnTo>
                  <a:pt x="2379428" y="154485"/>
                </a:lnTo>
                <a:lnTo>
                  <a:pt x="2378572" y="152517"/>
                </a:lnTo>
                <a:lnTo>
                  <a:pt x="2377758" y="150377"/>
                </a:lnTo>
                <a:lnTo>
                  <a:pt x="2376973" y="148035"/>
                </a:lnTo>
                <a:lnTo>
                  <a:pt x="2376202" y="145459"/>
                </a:lnTo>
                <a:lnTo>
                  <a:pt x="2375431" y="142615"/>
                </a:lnTo>
                <a:lnTo>
                  <a:pt x="2374645" y="139473"/>
                </a:lnTo>
                <a:lnTo>
                  <a:pt x="2373832" y="136001"/>
                </a:lnTo>
                <a:lnTo>
                  <a:pt x="2369731" y="136001"/>
                </a:lnTo>
                <a:lnTo>
                  <a:pt x="2369731" y="175948"/>
                </a:lnTo>
                <a:lnTo>
                  <a:pt x="2373062" y="175948"/>
                </a:lnTo>
                <a:lnTo>
                  <a:pt x="2373496" y="175350"/>
                </a:lnTo>
                <a:lnTo>
                  <a:pt x="2373908" y="174832"/>
                </a:lnTo>
                <a:lnTo>
                  <a:pt x="2374307" y="174388"/>
                </a:lnTo>
                <a:lnTo>
                  <a:pt x="2374704" y="174014"/>
                </a:lnTo>
                <a:lnTo>
                  <a:pt x="2375108" y="173703"/>
                </a:lnTo>
                <a:lnTo>
                  <a:pt x="2375528" y="173452"/>
                </a:lnTo>
                <a:lnTo>
                  <a:pt x="2375976" y="173253"/>
                </a:lnTo>
                <a:lnTo>
                  <a:pt x="2376460" y="173103"/>
                </a:lnTo>
                <a:lnTo>
                  <a:pt x="2376990" y="172995"/>
                </a:lnTo>
                <a:lnTo>
                  <a:pt x="2377577" y="172925"/>
                </a:lnTo>
                <a:lnTo>
                  <a:pt x="2378229" y="172887"/>
                </a:lnTo>
                <a:lnTo>
                  <a:pt x="2378957" y="172875"/>
                </a:lnTo>
                <a:lnTo>
                  <a:pt x="2379561" y="172900"/>
                </a:lnTo>
                <a:lnTo>
                  <a:pt x="2380222" y="172945"/>
                </a:lnTo>
                <a:lnTo>
                  <a:pt x="2380943" y="173013"/>
                </a:lnTo>
                <a:lnTo>
                  <a:pt x="2381728" y="173106"/>
                </a:lnTo>
                <a:lnTo>
                  <a:pt x="2382581" y="173226"/>
                </a:lnTo>
                <a:lnTo>
                  <a:pt x="2383504" y="173375"/>
                </a:lnTo>
                <a:lnTo>
                  <a:pt x="2384503" y="173554"/>
                </a:lnTo>
                <a:lnTo>
                  <a:pt x="2385580" y="173767"/>
                </a:lnTo>
                <a:lnTo>
                  <a:pt x="2386738" y="174013"/>
                </a:lnTo>
                <a:lnTo>
                  <a:pt x="2387982" y="174297"/>
                </a:lnTo>
                <a:lnTo>
                  <a:pt x="2389315" y="174620"/>
                </a:lnTo>
                <a:lnTo>
                  <a:pt x="2390740" y="174983"/>
                </a:lnTo>
                <a:lnTo>
                  <a:pt x="2392527" y="175342"/>
                </a:lnTo>
                <a:lnTo>
                  <a:pt x="2394297" y="175681"/>
                </a:lnTo>
                <a:lnTo>
                  <a:pt x="2396041" y="175997"/>
                </a:lnTo>
                <a:lnTo>
                  <a:pt x="2397754" y="176288"/>
                </a:lnTo>
                <a:lnTo>
                  <a:pt x="2399427" y="176552"/>
                </a:lnTo>
                <a:lnTo>
                  <a:pt x="2401054" y="176788"/>
                </a:lnTo>
                <a:lnTo>
                  <a:pt x="2402627" y="176993"/>
                </a:lnTo>
                <a:lnTo>
                  <a:pt x="2404140" y="177165"/>
                </a:lnTo>
                <a:lnTo>
                  <a:pt x="2405586" y="177302"/>
                </a:lnTo>
                <a:lnTo>
                  <a:pt x="2406956" y="177402"/>
                </a:lnTo>
                <a:lnTo>
                  <a:pt x="2408244" y="177464"/>
                </a:lnTo>
                <a:lnTo>
                  <a:pt x="2409444" y="177485"/>
                </a:lnTo>
                <a:lnTo>
                  <a:pt x="2414299" y="177182"/>
                </a:lnTo>
                <a:lnTo>
                  <a:pt x="2418971" y="176302"/>
                </a:lnTo>
                <a:lnTo>
                  <a:pt x="2423413" y="174884"/>
                </a:lnTo>
                <a:lnTo>
                  <a:pt x="2427580" y="172970"/>
                </a:lnTo>
                <a:lnTo>
                  <a:pt x="2431426" y="170601"/>
                </a:lnTo>
                <a:lnTo>
                  <a:pt x="2434907" y="167818"/>
                </a:lnTo>
                <a:lnTo>
                  <a:pt x="2437977" y="164661"/>
                </a:lnTo>
                <a:lnTo>
                  <a:pt x="2440590" y="161172"/>
                </a:lnTo>
                <a:lnTo>
                  <a:pt x="2442701" y="157391"/>
                </a:lnTo>
                <a:lnTo>
                  <a:pt x="2444266" y="153359"/>
                </a:lnTo>
                <a:lnTo>
                  <a:pt x="2445238" y="149118"/>
                </a:lnTo>
                <a:lnTo>
                  <a:pt x="2445572" y="144707"/>
                </a:lnTo>
                <a:lnTo>
                  <a:pt x="2445442" y="141594"/>
                </a:lnTo>
                <a:lnTo>
                  <a:pt x="2445045" y="138645"/>
                </a:lnTo>
                <a:lnTo>
                  <a:pt x="2444371" y="135841"/>
                </a:lnTo>
                <a:lnTo>
                  <a:pt x="2443408" y="133166"/>
                </a:lnTo>
                <a:lnTo>
                  <a:pt x="2442146" y="130600"/>
                </a:lnTo>
                <a:lnTo>
                  <a:pt x="2440575" y="128127"/>
                </a:lnTo>
                <a:lnTo>
                  <a:pt x="2438684" y="125729"/>
                </a:lnTo>
                <a:lnTo>
                  <a:pt x="2436462" y="123388"/>
                </a:lnTo>
                <a:lnTo>
                  <a:pt x="2433898" y="121086"/>
                </a:lnTo>
                <a:lnTo>
                  <a:pt x="2430981" y="118805"/>
                </a:lnTo>
                <a:lnTo>
                  <a:pt x="2427702" y="116528"/>
                </a:lnTo>
                <a:lnTo>
                  <a:pt x="2424050" y="114236"/>
                </a:lnTo>
                <a:lnTo>
                  <a:pt x="2396378" y="97848"/>
                </a:lnTo>
                <a:lnTo>
                  <a:pt x="2394654" y="96776"/>
                </a:lnTo>
                <a:lnTo>
                  <a:pt x="2393071" y="95615"/>
                </a:lnTo>
                <a:lnTo>
                  <a:pt x="2391630" y="94371"/>
                </a:lnTo>
                <a:lnTo>
                  <a:pt x="2390333" y="93049"/>
                </a:lnTo>
                <a:lnTo>
                  <a:pt x="2389182" y="91656"/>
                </a:lnTo>
                <a:lnTo>
                  <a:pt x="2388179" y="90198"/>
                </a:lnTo>
                <a:lnTo>
                  <a:pt x="2387325" y="88682"/>
                </a:lnTo>
                <a:lnTo>
                  <a:pt x="2386623" y="87112"/>
                </a:lnTo>
                <a:lnTo>
                  <a:pt x="2386074" y="85497"/>
                </a:lnTo>
                <a:lnTo>
                  <a:pt x="2385679" y="83841"/>
                </a:lnTo>
                <a:lnTo>
                  <a:pt x="2385441" y="82152"/>
                </a:lnTo>
                <a:lnTo>
                  <a:pt x="2385361" y="80435"/>
                </a:lnTo>
                <a:lnTo>
                  <a:pt x="2385524" y="77940"/>
                </a:lnTo>
                <a:lnTo>
                  <a:pt x="2386004" y="75588"/>
                </a:lnTo>
                <a:lnTo>
                  <a:pt x="2386786" y="73393"/>
                </a:lnTo>
                <a:lnTo>
                  <a:pt x="2387857" y="71368"/>
                </a:lnTo>
                <a:lnTo>
                  <a:pt x="2389202" y="69528"/>
                </a:lnTo>
                <a:lnTo>
                  <a:pt x="2390806" y="67887"/>
                </a:lnTo>
                <a:lnTo>
                  <a:pt x="2392656" y="66460"/>
                </a:lnTo>
                <a:lnTo>
                  <a:pt x="2394737" y="65260"/>
                </a:lnTo>
                <a:lnTo>
                  <a:pt x="2397035" y="64302"/>
                </a:lnTo>
                <a:lnTo>
                  <a:pt x="2399536" y="63600"/>
                </a:lnTo>
                <a:lnTo>
                  <a:pt x="2402225" y="63169"/>
                </a:lnTo>
                <a:lnTo>
                  <a:pt x="2405088" y="63022"/>
                </a:lnTo>
                <a:lnTo>
                  <a:pt x="2408599" y="63206"/>
                </a:lnTo>
                <a:lnTo>
                  <a:pt x="2411838" y="63772"/>
                </a:lnTo>
                <a:lnTo>
                  <a:pt x="2414826" y="64738"/>
                </a:lnTo>
                <a:lnTo>
                  <a:pt x="2417578" y="66123"/>
                </a:lnTo>
                <a:lnTo>
                  <a:pt x="2420113" y="67945"/>
                </a:lnTo>
                <a:lnTo>
                  <a:pt x="2422448" y="70224"/>
                </a:lnTo>
                <a:lnTo>
                  <a:pt x="2424602" y="72977"/>
                </a:lnTo>
                <a:lnTo>
                  <a:pt x="2426593" y="76224"/>
                </a:lnTo>
                <a:lnTo>
                  <a:pt x="2428437" y="79983"/>
                </a:lnTo>
                <a:lnTo>
                  <a:pt x="2430153" y="84273"/>
                </a:lnTo>
                <a:lnTo>
                  <a:pt x="2431759" y="89113"/>
                </a:lnTo>
                <a:lnTo>
                  <a:pt x="2433272" y="94521"/>
                </a:lnTo>
                <a:lnTo>
                  <a:pt x="2437115" y="94482"/>
                </a:lnTo>
                <a:close/>
                <a:moveTo>
                  <a:pt x="2521411" y="59636"/>
                </a:moveTo>
                <a:lnTo>
                  <a:pt x="2495533" y="59636"/>
                </a:lnTo>
                <a:lnTo>
                  <a:pt x="2495533" y="29916"/>
                </a:lnTo>
                <a:lnTo>
                  <a:pt x="2495528" y="29312"/>
                </a:lnTo>
                <a:lnTo>
                  <a:pt x="2495507" y="28780"/>
                </a:lnTo>
                <a:lnTo>
                  <a:pt x="2495470" y="28315"/>
                </a:lnTo>
                <a:lnTo>
                  <a:pt x="2495411" y="27914"/>
                </a:lnTo>
                <a:lnTo>
                  <a:pt x="2495326" y="27574"/>
                </a:lnTo>
                <a:lnTo>
                  <a:pt x="2495214" y="27290"/>
                </a:lnTo>
                <a:lnTo>
                  <a:pt x="2495069" y="27060"/>
                </a:lnTo>
                <a:lnTo>
                  <a:pt x="2494889" y="26879"/>
                </a:lnTo>
                <a:lnTo>
                  <a:pt x="2494669" y="26745"/>
                </a:lnTo>
                <a:lnTo>
                  <a:pt x="2494407" y="26654"/>
                </a:lnTo>
                <a:lnTo>
                  <a:pt x="2494098" y="26601"/>
                </a:lnTo>
                <a:lnTo>
                  <a:pt x="2493739" y="26585"/>
                </a:lnTo>
                <a:lnTo>
                  <a:pt x="2493296" y="27162"/>
                </a:lnTo>
                <a:lnTo>
                  <a:pt x="2492862" y="27739"/>
                </a:lnTo>
                <a:lnTo>
                  <a:pt x="2492435" y="28319"/>
                </a:lnTo>
                <a:lnTo>
                  <a:pt x="2492013" y="28901"/>
                </a:lnTo>
                <a:lnTo>
                  <a:pt x="2491595" y="29486"/>
                </a:lnTo>
                <a:lnTo>
                  <a:pt x="2491178" y="30076"/>
                </a:lnTo>
                <a:lnTo>
                  <a:pt x="2490762" y="30672"/>
                </a:lnTo>
                <a:lnTo>
                  <a:pt x="2490343" y="31273"/>
                </a:lnTo>
                <a:lnTo>
                  <a:pt x="2489921" y="31882"/>
                </a:lnTo>
                <a:lnTo>
                  <a:pt x="2489494" y="32498"/>
                </a:lnTo>
                <a:lnTo>
                  <a:pt x="2489060" y="33124"/>
                </a:lnTo>
                <a:lnTo>
                  <a:pt x="2488617" y="33759"/>
                </a:lnTo>
                <a:lnTo>
                  <a:pt x="2486161" y="37239"/>
                </a:lnTo>
                <a:lnTo>
                  <a:pt x="2483680" y="40612"/>
                </a:lnTo>
                <a:lnTo>
                  <a:pt x="2481202" y="43845"/>
                </a:lnTo>
                <a:lnTo>
                  <a:pt x="2478756" y="46903"/>
                </a:lnTo>
                <a:lnTo>
                  <a:pt x="2476371" y="49756"/>
                </a:lnTo>
                <a:lnTo>
                  <a:pt x="2474075" y="52369"/>
                </a:lnTo>
                <a:lnTo>
                  <a:pt x="2471897" y="54709"/>
                </a:lnTo>
                <a:lnTo>
                  <a:pt x="2469865" y="56745"/>
                </a:lnTo>
                <a:lnTo>
                  <a:pt x="2468007" y="58442"/>
                </a:lnTo>
                <a:lnTo>
                  <a:pt x="2466352" y="59768"/>
                </a:lnTo>
                <a:lnTo>
                  <a:pt x="2464928" y="60691"/>
                </a:lnTo>
                <a:lnTo>
                  <a:pt x="2463765" y="61176"/>
                </a:lnTo>
                <a:lnTo>
                  <a:pt x="2463087" y="61624"/>
                </a:lnTo>
                <a:lnTo>
                  <a:pt x="2462463" y="62070"/>
                </a:lnTo>
                <a:lnTo>
                  <a:pt x="2461894" y="62512"/>
                </a:lnTo>
                <a:lnTo>
                  <a:pt x="2461382" y="62949"/>
                </a:lnTo>
                <a:lnTo>
                  <a:pt x="2460926" y="63379"/>
                </a:lnTo>
                <a:lnTo>
                  <a:pt x="2460528" y="63801"/>
                </a:lnTo>
                <a:lnTo>
                  <a:pt x="2460189" y="64211"/>
                </a:lnTo>
                <a:lnTo>
                  <a:pt x="2459909" y="64610"/>
                </a:lnTo>
                <a:lnTo>
                  <a:pt x="2459690" y="64994"/>
                </a:lnTo>
                <a:lnTo>
                  <a:pt x="2459533" y="65362"/>
                </a:lnTo>
                <a:lnTo>
                  <a:pt x="2459437" y="65713"/>
                </a:lnTo>
                <a:lnTo>
                  <a:pt x="2459405" y="66044"/>
                </a:lnTo>
                <a:lnTo>
                  <a:pt x="2459411" y="66231"/>
                </a:lnTo>
                <a:lnTo>
                  <a:pt x="2459428" y="66408"/>
                </a:lnTo>
                <a:lnTo>
                  <a:pt x="2459458" y="66577"/>
                </a:lnTo>
                <a:lnTo>
                  <a:pt x="2459501" y="66737"/>
                </a:lnTo>
                <a:lnTo>
                  <a:pt x="2459558" y="66891"/>
                </a:lnTo>
                <a:lnTo>
                  <a:pt x="2459631" y="67038"/>
                </a:lnTo>
                <a:lnTo>
                  <a:pt x="2459719" y="67179"/>
                </a:lnTo>
                <a:lnTo>
                  <a:pt x="2459825" y="67316"/>
                </a:lnTo>
                <a:lnTo>
                  <a:pt x="2459948" y="67450"/>
                </a:lnTo>
                <a:lnTo>
                  <a:pt x="2460090" y="67581"/>
                </a:lnTo>
                <a:lnTo>
                  <a:pt x="2460252" y="67710"/>
                </a:lnTo>
                <a:lnTo>
                  <a:pt x="2460434" y="67838"/>
                </a:lnTo>
                <a:lnTo>
                  <a:pt x="2474011" y="67838"/>
                </a:lnTo>
                <a:lnTo>
                  <a:pt x="2474011" y="144950"/>
                </a:lnTo>
                <a:lnTo>
                  <a:pt x="2474171" y="150110"/>
                </a:lnTo>
                <a:lnTo>
                  <a:pt x="2474651" y="154831"/>
                </a:lnTo>
                <a:lnTo>
                  <a:pt x="2475449" y="159111"/>
                </a:lnTo>
                <a:lnTo>
                  <a:pt x="2476564" y="162948"/>
                </a:lnTo>
                <a:lnTo>
                  <a:pt x="2477996" y="166341"/>
                </a:lnTo>
                <a:lnTo>
                  <a:pt x="2479744" y="169287"/>
                </a:lnTo>
                <a:lnTo>
                  <a:pt x="2481807" y="171784"/>
                </a:lnTo>
                <a:lnTo>
                  <a:pt x="2484184" y="173832"/>
                </a:lnTo>
                <a:lnTo>
                  <a:pt x="2486875" y="175427"/>
                </a:lnTo>
                <a:lnTo>
                  <a:pt x="2489877" y="176569"/>
                </a:lnTo>
                <a:lnTo>
                  <a:pt x="2493191" y="177256"/>
                </a:lnTo>
                <a:lnTo>
                  <a:pt x="2496816" y="177485"/>
                </a:lnTo>
                <a:lnTo>
                  <a:pt x="2499896" y="177356"/>
                </a:lnTo>
                <a:lnTo>
                  <a:pt x="2502865" y="176968"/>
                </a:lnTo>
                <a:lnTo>
                  <a:pt x="2505726" y="176316"/>
                </a:lnTo>
                <a:lnTo>
                  <a:pt x="2508487" y="175398"/>
                </a:lnTo>
                <a:lnTo>
                  <a:pt x="2511151" y="174209"/>
                </a:lnTo>
                <a:lnTo>
                  <a:pt x="2513724" y="172746"/>
                </a:lnTo>
                <a:lnTo>
                  <a:pt x="2516213" y="171006"/>
                </a:lnTo>
                <a:lnTo>
                  <a:pt x="2518621" y="168985"/>
                </a:lnTo>
                <a:lnTo>
                  <a:pt x="2520954" y="166678"/>
                </a:lnTo>
                <a:lnTo>
                  <a:pt x="2523218" y="164084"/>
                </a:lnTo>
                <a:lnTo>
                  <a:pt x="2525419" y="161197"/>
                </a:lnTo>
                <a:lnTo>
                  <a:pt x="2527560" y="158015"/>
                </a:lnTo>
                <a:lnTo>
                  <a:pt x="2524229" y="155197"/>
                </a:lnTo>
                <a:lnTo>
                  <a:pt x="2522905" y="156718"/>
                </a:lnTo>
                <a:lnTo>
                  <a:pt x="2521614" y="158084"/>
                </a:lnTo>
                <a:lnTo>
                  <a:pt x="2520351" y="159299"/>
                </a:lnTo>
                <a:lnTo>
                  <a:pt x="2519106" y="160368"/>
                </a:lnTo>
                <a:lnTo>
                  <a:pt x="2517872" y="161294"/>
                </a:lnTo>
                <a:lnTo>
                  <a:pt x="2516640" y="162082"/>
                </a:lnTo>
                <a:lnTo>
                  <a:pt x="2515403" y="162737"/>
                </a:lnTo>
                <a:lnTo>
                  <a:pt x="2514153" y="163263"/>
                </a:lnTo>
                <a:lnTo>
                  <a:pt x="2512881" y="163664"/>
                </a:lnTo>
                <a:lnTo>
                  <a:pt x="2511580" y="163945"/>
                </a:lnTo>
                <a:lnTo>
                  <a:pt x="2510241" y="164111"/>
                </a:lnTo>
                <a:lnTo>
                  <a:pt x="2508857" y="164165"/>
                </a:lnTo>
                <a:lnTo>
                  <a:pt x="2506603" y="164020"/>
                </a:lnTo>
                <a:lnTo>
                  <a:pt x="2504578" y="163578"/>
                </a:lnTo>
                <a:lnTo>
                  <a:pt x="2502776" y="162832"/>
                </a:lnTo>
                <a:lnTo>
                  <a:pt x="2501189" y="161773"/>
                </a:lnTo>
                <a:lnTo>
                  <a:pt x="2499813" y="160395"/>
                </a:lnTo>
                <a:lnTo>
                  <a:pt x="2498640" y="158688"/>
                </a:lnTo>
                <a:lnTo>
                  <a:pt x="2497665" y="156645"/>
                </a:lnTo>
                <a:lnTo>
                  <a:pt x="2496881" y="154257"/>
                </a:lnTo>
                <a:lnTo>
                  <a:pt x="2496282" y="151518"/>
                </a:lnTo>
                <a:lnTo>
                  <a:pt x="2495862" y="148418"/>
                </a:lnTo>
                <a:lnTo>
                  <a:pt x="2495615" y="144951"/>
                </a:lnTo>
                <a:lnTo>
                  <a:pt x="2495533" y="141107"/>
                </a:lnTo>
                <a:lnTo>
                  <a:pt x="2495533" y="67838"/>
                </a:lnTo>
                <a:lnTo>
                  <a:pt x="2521411" y="67838"/>
                </a:lnTo>
                <a:lnTo>
                  <a:pt x="2521411" y="59636"/>
                </a:lnTo>
                <a:close/>
                <a:moveTo>
                  <a:pt x="2529097" y="75071"/>
                </a:moveTo>
                <a:lnTo>
                  <a:pt x="2529969" y="74889"/>
                </a:lnTo>
                <a:lnTo>
                  <a:pt x="2530794" y="74727"/>
                </a:lnTo>
                <a:lnTo>
                  <a:pt x="2531580" y="74585"/>
                </a:lnTo>
                <a:lnTo>
                  <a:pt x="2532334" y="74462"/>
                </a:lnTo>
                <a:lnTo>
                  <a:pt x="2533063" y="74356"/>
                </a:lnTo>
                <a:lnTo>
                  <a:pt x="2533775" y="74268"/>
                </a:lnTo>
                <a:lnTo>
                  <a:pt x="2534475" y="74195"/>
                </a:lnTo>
                <a:lnTo>
                  <a:pt x="2535172" y="74138"/>
                </a:lnTo>
                <a:lnTo>
                  <a:pt x="2535872" y="74095"/>
                </a:lnTo>
                <a:lnTo>
                  <a:pt x="2536583" y="74065"/>
                </a:lnTo>
                <a:lnTo>
                  <a:pt x="2537312" y="74048"/>
                </a:lnTo>
                <a:lnTo>
                  <a:pt x="2538065" y="74043"/>
                </a:lnTo>
                <a:lnTo>
                  <a:pt x="2539582" y="74130"/>
                </a:lnTo>
                <a:lnTo>
                  <a:pt x="2540934" y="74399"/>
                </a:lnTo>
                <a:lnTo>
                  <a:pt x="2542128" y="74859"/>
                </a:lnTo>
                <a:lnTo>
                  <a:pt x="2543170" y="75523"/>
                </a:lnTo>
                <a:lnTo>
                  <a:pt x="2544066" y="76401"/>
                </a:lnTo>
                <a:lnTo>
                  <a:pt x="2544822" y="77502"/>
                </a:lnTo>
                <a:lnTo>
                  <a:pt x="2545445" y="78838"/>
                </a:lnTo>
                <a:lnTo>
                  <a:pt x="2545940" y="80420"/>
                </a:lnTo>
                <a:lnTo>
                  <a:pt x="2546315" y="82258"/>
                </a:lnTo>
                <a:lnTo>
                  <a:pt x="2546575" y="84363"/>
                </a:lnTo>
                <a:lnTo>
                  <a:pt x="2546727" y="86745"/>
                </a:lnTo>
                <a:lnTo>
                  <a:pt x="2546776" y="89415"/>
                </a:lnTo>
                <a:lnTo>
                  <a:pt x="2546776" y="153465"/>
                </a:lnTo>
                <a:lnTo>
                  <a:pt x="2546731" y="156444"/>
                </a:lnTo>
                <a:lnTo>
                  <a:pt x="2546567" y="159008"/>
                </a:lnTo>
                <a:lnTo>
                  <a:pt x="2546239" y="161197"/>
                </a:lnTo>
                <a:lnTo>
                  <a:pt x="2545703" y="163056"/>
                </a:lnTo>
                <a:lnTo>
                  <a:pt x="2544915" y="164627"/>
                </a:lnTo>
                <a:lnTo>
                  <a:pt x="2543829" y="165953"/>
                </a:lnTo>
                <a:lnTo>
                  <a:pt x="2542402" y="167075"/>
                </a:lnTo>
                <a:lnTo>
                  <a:pt x="2540588" y="168038"/>
                </a:lnTo>
                <a:lnTo>
                  <a:pt x="2538344" y="168883"/>
                </a:lnTo>
                <a:lnTo>
                  <a:pt x="2535625" y="169653"/>
                </a:lnTo>
                <a:lnTo>
                  <a:pt x="2532387" y="170391"/>
                </a:lnTo>
                <a:lnTo>
                  <a:pt x="2528585" y="171140"/>
                </a:lnTo>
                <a:lnTo>
                  <a:pt x="2528585" y="174983"/>
                </a:lnTo>
                <a:lnTo>
                  <a:pt x="2590078" y="174983"/>
                </a:lnTo>
                <a:lnTo>
                  <a:pt x="2590078" y="171140"/>
                </a:lnTo>
                <a:lnTo>
                  <a:pt x="2585989" y="170880"/>
                </a:lnTo>
                <a:lnTo>
                  <a:pt x="2582414" y="170465"/>
                </a:lnTo>
                <a:lnTo>
                  <a:pt x="2579323" y="169868"/>
                </a:lnTo>
                <a:lnTo>
                  <a:pt x="2576687" y="169063"/>
                </a:lnTo>
                <a:lnTo>
                  <a:pt x="2574473" y="168024"/>
                </a:lnTo>
                <a:lnTo>
                  <a:pt x="2572653" y="166722"/>
                </a:lnTo>
                <a:lnTo>
                  <a:pt x="2571196" y="165133"/>
                </a:lnTo>
                <a:lnTo>
                  <a:pt x="2570072" y="163228"/>
                </a:lnTo>
                <a:lnTo>
                  <a:pt x="2569250" y="160982"/>
                </a:lnTo>
                <a:lnTo>
                  <a:pt x="2568701" y="158368"/>
                </a:lnTo>
                <a:lnTo>
                  <a:pt x="2568393" y="155359"/>
                </a:lnTo>
                <a:lnTo>
                  <a:pt x="2568298" y="151928"/>
                </a:lnTo>
                <a:lnTo>
                  <a:pt x="2568298" y="94282"/>
                </a:lnTo>
                <a:lnTo>
                  <a:pt x="2568518" y="92147"/>
                </a:lnTo>
                <a:lnTo>
                  <a:pt x="2569146" y="89880"/>
                </a:lnTo>
                <a:lnTo>
                  <a:pt x="2570127" y="87541"/>
                </a:lnTo>
                <a:lnTo>
                  <a:pt x="2571410" y="85193"/>
                </a:lnTo>
                <a:lnTo>
                  <a:pt x="2572942" y="82894"/>
                </a:lnTo>
                <a:lnTo>
                  <a:pt x="2574671" y="80705"/>
                </a:lnTo>
                <a:lnTo>
                  <a:pt x="2576544" y="78687"/>
                </a:lnTo>
                <a:lnTo>
                  <a:pt x="2578509" y="76900"/>
                </a:lnTo>
                <a:lnTo>
                  <a:pt x="2580513" y="75406"/>
                </a:lnTo>
                <a:lnTo>
                  <a:pt x="2582503" y="74263"/>
                </a:lnTo>
                <a:lnTo>
                  <a:pt x="2584428" y="73533"/>
                </a:lnTo>
                <a:lnTo>
                  <a:pt x="2586235" y="73276"/>
                </a:lnTo>
                <a:lnTo>
                  <a:pt x="2586635" y="73303"/>
                </a:lnTo>
                <a:lnTo>
                  <a:pt x="2587066" y="73383"/>
                </a:lnTo>
                <a:lnTo>
                  <a:pt x="2587527" y="73517"/>
                </a:lnTo>
                <a:lnTo>
                  <a:pt x="2588018" y="73704"/>
                </a:lnTo>
                <a:lnTo>
                  <a:pt x="2588538" y="73944"/>
                </a:lnTo>
                <a:lnTo>
                  <a:pt x="2589085" y="74238"/>
                </a:lnTo>
                <a:lnTo>
                  <a:pt x="2589658" y="74585"/>
                </a:lnTo>
                <a:lnTo>
                  <a:pt x="2590258" y="74985"/>
                </a:lnTo>
                <a:lnTo>
                  <a:pt x="2590882" y="75439"/>
                </a:lnTo>
                <a:lnTo>
                  <a:pt x="2591531" y="75946"/>
                </a:lnTo>
                <a:lnTo>
                  <a:pt x="2592203" y="76506"/>
                </a:lnTo>
                <a:lnTo>
                  <a:pt x="2592896" y="77119"/>
                </a:lnTo>
                <a:lnTo>
                  <a:pt x="2593895" y="77973"/>
                </a:lnTo>
                <a:lnTo>
                  <a:pt x="2594847" y="78744"/>
                </a:lnTo>
                <a:lnTo>
                  <a:pt x="2595758" y="79432"/>
                </a:lnTo>
                <a:lnTo>
                  <a:pt x="2596634" y="80041"/>
                </a:lnTo>
                <a:lnTo>
                  <a:pt x="2597482" y="80571"/>
                </a:lnTo>
                <a:lnTo>
                  <a:pt x="2598307" y="81025"/>
                </a:lnTo>
                <a:lnTo>
                  <a:pt x="2599117" y="81404"/>
                </a:lnTo>
                <a:lnTo>
                  <a:pt x="2599917" y="81710"/>
                </a:lnTo>
                <a:lnTo>
                  <a:pt x="2600713" y="81945"/>
                </a:lnTo>
                <a:lnTo>
                  <a:pt x="2601512" y="82110"/>
                </a:lnTo>
                <a:lnTo>
                  <a:pt x="2602320" y="82209"/>
                </a:lnTo>
                <a:lnTo>
                  <a:pt x="2603143" y="82241"/>
                </a:lnTo>
                <a:lnTo>
                  <a:pt x="2604632" y="82151"/>
                </a:lnTo>
                <a:lnTo>
                  <a:pt x="2606019" y="81885"/>
                </a:lnTo>
                <a:lnTo>
                  <a:pt x="2607299" y="81448"/>
                </a:lnTo>
                <a:lnTo>
                  <a:pt x="2608467" y="80846"/>
                </a:lnTo>
                <a:lnTo>
                  <a:pt x="2609518" y="80084"/>
                </a:lnTo>
                <a:lnTo>
                  <a:pt x="2610446" y="79167"/>
                </a:lnTo>
                <a:lnTo>
                  <a:pt x="2611246" y="78101"/>
                </a:lnTo>
                <a:lnTo>
                  <a:pt x="2611912" y="76890"/>
                </a:lnTo>
                <a:lnTo>
                  <a:pt x="2612439" y="75541"/>
                </a:lnTo>
                <a:lnTo>
                  <a:pt x="2612823" y="74059"/>
                </a:lnTo>
                <a:lnTo>
                  <a:pt x="2613057" y="72449"/>
                </a:lnTo>
                <a:lnTo>
                  <a:pt x="2613136" y="70716"/>
                </a:lnTo>
                <a:lnTo>
                  <a:pt x="2613025" y="68672"/>
                </a:lnTo>
                <a:lnTo>
                  <a:pt x="2612697" y="66773"/>
                </a:lnTo>
                <a:lnTo>
                  <a:pt x="2612159" y="65026"/>
                </a:lnTo>
                <a:lnTo>
                  <a:pt x="2611419" y="63436"/>
                </a:lnTo>
                <a:lnTo>
                  <a:pt x="2610482" y="62010"/>
                </a:lnTo>
                <a:lnTo>
                  <a:pt x="2609357" y="60754"/>
                </a:lnTo>
                <a:lnTo>
                  <a:pt x="2608051" y="59674"/>
                </a:lnTo>
                <a:lnTo>
                  <a:pt x="2606570" y="58776"/>
                </a:lnTo>
                <a:lnTo>
                  <a:pt x="2604922" y="58067"/>
                </a:lnTo>
                <a:lnTo>
                  <a:pt x="2603114" y="57553"/>
                </a:lnTo>
                <a:lnTo>
                  <a:pt x="2601153" y="57240"/>
                </a:lnTo>
                <a:lnTo>
                  <a:pt x="2599046" y="57134"/>
                </a:lnTo>
                <a:lnTo>
                  <a:pt x="2596420" y="57260"/>
                </a:lnTo>
                <a:lnTo>
                  <a:pt x="2593903" y="57655"/>
                </a:lnTo>
                <a:lnTo>
                  <a:pt x="2591467" y="58339"/>
                </a:lnTo>
                <a:lnTo>
                  <a:pt x="2589081" y="59336"/>
                </a:lnTo>
                <a:lnTo>
                  <a:pt x="2586717" y="60667"/>
                </a:lnTo>
                <a:lnTo>
                  <a:pt x="2584345" y="62355"/>
                </a:lnTo>
                <a:lnTo>
                  <a:pt x="2581935" y="64422"/>
                </a:lnTo>
                <a:lnTo>
                  <a:pt x="2579459" y="66890"/>
                </a:lnTo>
                <a:lnTo>
                  <a:pt x="2576886" y="69781"/>
                </a:lnTo>
                <a:lnTo>
                  <a:pt x="2574188" y="73118"/>
                </a:lnTo>
                <a:lnTo>
                  <a:pt x="2571335" y="76922"/>
                </a:lnTo>
                <a:lnTo>
                  <a:pt x="2568298" y="81217"/>
                </a:lnTo>
                <a:lnTo>
                  <a:pt x="2568298" y="57650"/>
                </a:lnTo>
                <a:lnTo>
                  <a:pt x="2567019" y="57134"/>
                </a:lnTo>
                <a:lnTo>
                  <a:pt x="2563709" y="58497"/>
                </a:lnTo>
                <a:lnTo>
                  <a:pt x="2560544" y="59778"/>
                </a:lnTo>
                <a:lnTo>
                  <a:pt x="2557490" y="60990"/>
                </a:lnTo>
                <a:lnTo>
                  <a:pt x="2554511" y="62145"/>
                </a:lnTo>
                <a:lnTo>
                  <a:pt x="2551571" y="63257"/>
                </a:lnTo>
                <a:lnTo>
                  <a:pt x="2548634" y="64341"/>
                </a:lnTo>
                <a:lnTo>
                  <a:pt x="2545666" y="65408"/>
                </a:lnTo>
                <a:lnTo>
                  <a:pt x="2542630" y="66472"/>
                </a:lnTo>
                <a:lnTo>
                  <a:pt x="2539490" y="67547"/>
                </a:lnTo>
                <a:lnTo>
                  <a:pt x="2536212" y="68646"/>
                </a:lnTo>
                <a:lnTo>
                  <a:pt x="2532759" y="69783"/>
                </a:lnTo>
                <a:lnTo>
                  <a:pt x="2529097" y="70970"/>
                </a:lnTo>
                <a:lnTo>
                  <a:pt x="2529097" y="75071"/>
                </a:lnTo>
                <a:close/>
                <a:moveTo>
                  <a:pt x="2735350" y="162124"/>
                </a:moveTo>
                <a:lnTo>
                  <a:pt x="2734071" y="162124"/>
                </a:lnTo>
                <a:lnTo>
                  <a:pt x="2731308" y="162062"/>
                </a:lnTo>
                <a:lnTo>
                  <a:pt x="2728897" y="161861"/>
                </a:lnTo>
                <a:lnTo>
                  <a:pt x="2726816" y="161500"/>
                </a:lnTo>
                <a:lnTo>
                  <a:pt x="2725046" y="160957"/>
                </a:lnTo>
                <a:lnTo>
                  <a:pt x="2723564" y="160211"/>
                </a:lnTo>
                <a:lnTo>
                  <a:pt x="2722348" y="159241"/>
                </a:lnTo>
                <a:lnTo>
                  <a:pt x="2721378" y="158026"/>
                </a:lnTo>
                <a:lnTo>
                  <a:pt x="2720633" y="156544"/>
                </a:lnTo>
                <a:lnTo>
                  <a:pt x="2720090" y="154773"/>
                </a:lnTo>
                <a:lnTo>
                  <a:pt x="2719729" y="152693"/>
                </a:lnTo>
                <a:lnTo>
                  <a:pt x="2719528" y="150282"/>
                </a:lnTo>
                <a:lnTo>
                  <a:pt x="2719465" y="147518"/>
                </a:lnTo>
                <a:lnTo>
                  <a:pt x="2719465" y="59636"/>
                </a:lnTo>
                <a:lnTo>
                  <a:pt x="2678982" y="59636"/>
                </a:lnTo>
                <a:lnTo>
                  <a:pt x="2678982" y="63995"/>
                </a:lnTo>
                <a:lnTo>
                  <a:pt x="2682693" y="64229"/>
                </a:lnTo>
                <a:lnTo>
                  <a:pt x="2685903" y="64567"/>
                </a:lnTo>
                <a:lnTo>
                  <a:pt x="2688648" y="65039"/>
                </a:lnTo>
                <a:lnTo>
                  <a:pt x="2690960" y="65674"/>
                </a:lnTo>
                <a:lnTo>
                  <a:pt x="2692873" y="66500"/>
                </a:lnTo>
                <a:lnTo>
                  <a:pt x="2694421" y="67549"/>
                </a:lnTo>
                <a:lnTo>
                  <a:pt x="2695638" y="68848"/>
                </a:lnTo>
                <a:lnTo>
                  <a:pt x="2696558" y="70428"/>
                </a:lnTo>
                <a:lnTo>
                  <a:pt x="2697215" y="72317"/>
                </a:lnTo>
                <a:lnTo>
                  <a:pt x="2697642" y="74544"/>
                </a:lnTo>
                <a:lnTo>
                  <a:pt x="2697874" y="77140"/>
                </a:lnTo>
                <a:lnTo>
                  <a:pt x="2697943" y="80134"/>
                </a:lnTo>
                <a:lnTo>
                  <a:pt x="2697943" y="140336"/>
                </a:lnTo>
                <a:lnTo>
                  <a:pt x="2697916" y="142057"/>
                </a:lnTo>
                <a:lnTo>
                  <a:pt x="2697832" y="143638"/>
                </a:lnTo>
                <a:lnTo>
                  <a:pt x="2697687" y="145089"/>
                </a:lnTo>
                <a:lnTo>
                  <a:pt x="2697478" y="146420"/>
                </a:lnTo>
                <a:lnTo>
                  <a:pt x="2697202" y="147640"/>
                </a:lnTo>
                <a:lnTo>
                  <a:pt x="2696854" y="148760"/>
                </a:lnTo>
                <a:lnTo>
                  <a:pt x="2696432" y="149789"/>
                </a:lnTo>
                <a:lnTo>
                  <a:pt x="2695931" y="150737"/>
                </a:lnTo>
                <a:lnTo>
                  <a:pt x="2695349" y="151614"/>
                </a:lnTo>
                <a:lnTo>
                  <a:pt x="2694681" y="152429"/>
                </a:lnTo>
                <a:lnTo>
                  <a:pt x="2693925" y="153193"/>
                </a:lnTo>
                <a:lnTo>
                  <a:pt x="2693076" y="153914"/>
                </a:lnTo>
                <a:lnTo>
                  <a:pt x="2691326" y="155270"/>
                </a:lnTo>
                <a:lnTo>
                  <a:pt x="2689537" y="156517"/>
                </a:lnTo>
                <a:lnTo>
                  <a:pt x="2687715" y="157654"/>
                </a:lnTo>
                <a:lnTo>
                  <a:pt x="2685863" y="158678"/>
                </a:lnTo>
                <a:lnTo>
                  <a:pt x="2683987" y="159589"/>
                </a:lnTo>
                <a:lnTo>
                  <a:pt x="2682090" y="160384"/>
                </a:lnTo>
                <a:lnTo>
                  <a:pt x="2680178" y="161061"/>
                </a:lnTo>
                <a:lnTo>
                  <a:pt x="2678253" y="161619"/>
                </a:lnTo>
                <a:lnTo>
                  <a:pt x="2676322" y="162056"/>
                </a:lnTo>
                <a:lnTo>
                  <a:pt x="2674388" y="162371"/>
                </a:lnTo>
                <a:lnTo>
                  <a:pt x="2672456" y="162561"/>
                </a:lnTo>
                <a:lnTo>
                  <a:pt x="2670530" y="162625"/>
                </a:lnTo>
                <a:lnTo>
                  <a:pt x="2668073" y="162447"/>
                </a:lnTo>
                <a:lnTo>
                  <a:pt x="2665713" y="161930"/>
                </a:lnTo>
                <a:lnTo>
                  <a:pt x="2663472" y="161096"/>
                </a:lnTo>
                <a:lnTo>
                  <a:pt x="2661372" y="159968"/>
                </a:lnTo>
                <a:lnTo>
                  <a:pt x="2659437" y="158570"/>
                </a:lnTo>
                <a:lnTo>
                  <a:pt x="2657687" y="156925"/>
                </a:lnTo>
                <a:lnTo>
                  <a:pt x="2656145" y="155055"/>
                </a:lnTo>
                <a:lnTo>
                  <a:pt x="2654834" y="152985"/>
                </a:lnTo>
                <a:lnTo>
                  <a:pt x="2653776" y="150736"/>
                </a:lnTo>
                <a:lnTo>
                  <a:pt x="2652992" y="148333"/>
                </a:lnTo>
                <a:lnTo>
                  <a:pt x="2652506" y="145798"/>
                </a:lnTo>
                <a:lnTo>
                  <a:pt x="2652339" y="143155"/>
                </a:lnTo>
                <a:lnTo>
                  <a:pt x="2652339" y="59636"/>
                </a:lnTo>
                <a:lnTo>
                  <a:pt x="2614928" y="59636"/>
                </a:lnTo>
                <a:lnTo>
                  <a:pt x="2614928" y="63225"/>
                </a:lnTo>
                <a:lnTo>
                  <a:pt x="2617825" y="63484"/>
                </a:lnTo>
                <a:lnTo>
                  <a:pt x="2620376" y="63889"/>
                </a:lnTo>
                <a:lnTo>
                  <a:pt x="2622600" y="64455"/>
                </a:lnTo>
                <a:lnTo>
                  <a:pt x="2624514" y="65200"/>
                </a:lnTo>
                <a:lnTo>
                  <a:pt x="2626136" y="66140"/>
                </a:lnTo>
                <a:lnTo>
                  <a:pt x="2627485" y="67293"/>
                </a:lnTo>
                <a:lnTo>
                  <a:pt x="2628577" y="68676"/>
                </a:lnTo>
                <a:lnTo>
                  <a:pt x="2629431" y="70305"/>
                </a:lnTo>
                <a:lnTo>
                  <a:pt x="2630064" y="72197"/>
                </a:lnTo>
                <a:lnTo>
                  <a:pt x="2630494" y="74369"/>
                </a:lnTo>
                <a:lnTo>
                  <a:pt x="2630739" y="76838"/>
                </a:lnTo>
                <a:lnTo>
                  <a:pt x="2630817" y="79621"/>
                </a:lnTo>
                <a:lnTo>
                  <a:pt x="2630817" y="144180"/>
                </a:lnTo>
                <a:lnTo>
                  <a:pt x="2631070" y="149087"/>
                </a:lnTo>
                <a:lnTo>
                  <a:pt x="2631814" y="153674"/>
                </a:lnTo>
                <a:lnTo>
                  <a:pt x="2633030" y="157922"/>
                </a:lnTo>
                <a:lnTo>
                  <a:pt x="2634697" y="161810"/>
                </a:lnTo>
                <a:lnTo>
                  <a:pt x="2636795" y="165316"/>
                </a:lnTo>
                <a:lnTo>
                  <a:pt x="2639302" y="168422"/>
                </a:lnTo>
                <a:lnTo>
                  <a:pt x="2642200" y="171106"/>
                </a:lnTo>
                <a:lnTo>
                  <a:pt x="2645466" y="173348"/>
                </a:lnTo>
                <a:lnTo>
                  <a:pt x="2649081" y="175127"/>
                </a:lnTo>
                <a:lnTo>
                  <a:pt x="2653025" y="176423"/>
                </a:lnTo>
                <a:lnTo>
                  <a:pt x="2657277" y="177216"/>
                </a:lnTo>
                <a:lnTo>
                  <a:pt x="2661815" y="177485"/>
                </a:lnTo>
                <a:lnTo>
                  <a:pt x="2664194" y="177400"/>
                </a:lnTo>
                <a:lnTo>
                  <a:pt x="2666582" y="177149"/>
                </a:lnTo>
                <a:lnTo>
                  <a:pt x="2668966" y="176736"/>
                </a:lnTo>
                <a:lnTo>
                  <a:pt x="2671334" y="176166"/>
                </a:lnTo>
                <a:lnTo>
                  <a:pt x="2673674" y="175443"/>
                </a:lnTo>
                <a:lnTo>
                  <a:pt x="2675972" y="174571"/>
                </a:lnTo>
                <a:lnTo>
                  <a:pt x="2678218" y="173555"/>
                </a:lnTo>
                <a:lnTo>
                  <a:pt x="2680397" y="172400"/>
                </a:lnTo>
                <a:lnTo>
                  <a:pt x="2682499" y="171108"/>
                </a:lnTo>
                <a:lnTo>
                  <a:pt x="2684509" y="169687"/>
                </a:lnTo>
                <a:lnTo>
                  <a:pt x="2686417" y="168138"/>
                </a:lnTo>
                <a:lnTo>
                  <a:pt x="2688209" y="166468"/>
                </a:lnTo>
                <a:lnTo>
                  <a:pt x="2699226" y="155455"/>
                </a:lnTo>
                <a:lnTo>
                  <a:pt x="2699226" y="176719"/>
                </a:lnTo>
                <a:lnTo>
                  <a:pt x="2700250" y="177235"/>
                </a:lnTo>
                <a:lnTo>
                  <a:pt x="2703382" y="176000"/>
                </a:lnTo>
                <a:lnTo>
                  <a:pt x="2706391" y="174852"/>
                </a:lnTo>
                <a:lnTo>
                  <a:pt x="2709302" y="173777"/>
                </a:lnTo>
                <a:lnTo>
                  <a:pt x="2712140" y="172767"/>
                </a:lnTo>
                <a:lnTo>
                  <a:pt x="2714933" y="171810"/>
                </a:lnTo>
                <a:lnTo>
                  <a:pt x="2717705" y="170895"/>
                </a:lnTo>
                <a:lnTo>
                  <a:pt x="2720482" y="170013"/>
                </a:lnTo>
                <a:lnTo>
                  <a:pt x="2723290" y="169151"/>
                </a:lnTo>
                <a:lnTo>
                  <a:pt x="2726155" y="168301"/>
                </a:lnTo>
                <a:lnTo>
                  <a:pt x="2729103" y="167450"/>
                </a:lnTo>
                <a:lnTo>
                  <a:pt x="2732159" y="166588"/>
                </a:lnTo>
                <a:lnTo>
                  <a:pt x="2735350" y="165705"/>
                </a:lnTo>
                <a:lnTo>
                  <a:pt x="2735350" y="162124"/>
                </a:lnTo>
                <a:close/>
                <a:moveTo>
                  <a:pt x="2842705" y="134973"/>
                </a:moveTo>
                <a:lnTo>
                  <a:pt x="2839690" y="139211"/>
                </a:lnTo>
                <a:lnTo>
                  <a:pt x="2836773" y="142978"/>
                </a:lnTo>
                <a:lnTo>
                  <a:pt x="2833926" y="146294"/>
                </a:lnTo>
                <a:lnTo>
                  <a:pt x="2831118" y="149177"/>
                </a:lnTo>
                <a:lnTo>
                  <a:pt x="2828322" y="151648"/>
                </a:lnTo>
                <a:lnTo>
                  <a:pt x="2825506" y="153727"/>
                </a:lnTo>
                <a:lnTo>
                  <a:pt x="2822643" y="155431"/>
                </a:lnTo>
                <a:lnTo>
                  <a:pt x="2819702" y="156783"/>
                </a:lnTo>
                <a:lnTo>
                  <a:pt x="2816655" y="157799"/>
                </a:lnTo>
                <a:lnTo>
                  <a:pt x="2813471" y="158501"/>
                </a:lnTo>
                <a:lnTo>
                  <a:pt x="2810122" y="158908"/>
                </a:lnTo>
                <a:lnTo>
                  <a:pt x="2806577" y="159040"/>
                </a:lnTo>
                <a:lnTo>
                  <a:pt x="2800898" y="158620"/>
                </a:lnTo>
                <a:lnTo>
                  <a:pt x="2795540" y="157386"/>
                </a:lnTo>
                <a:lnTo>
                  <a:pt x="2790536" y="155379"/>
                </a:lnTo>
                <a:lnTo>
                  <a:pt x="2785919" y="152639"/>
                </a:lnTo>
                <a:lnTo>
                  <a:pt x="2781722" y="149205"/>
                </a:lnTo>
                <a:lnTo>
                  <a:pt x="2777977" y="145118"/>
                </a:lnTo>
                <a:lnTo>
                  <a:pt x="2774719" y="140418"/>
                </a:lnTo>
                <a:lnTo>
                  <a:pt x="2771979" y="135144"/>
                </a:lnTo>
                <a:lnTo>
                  <a:pt x="2769791" y="129337"/>
                </a:lnTo>
                <a:lnTo>
                  <a:pt x="2768187" y="123036"/>
                </a:lnTo>
                <a:lnTo>
                  <a:pt x="2767201" y="116282"/>
                </a:lnTo>
                <a:lnTo>
                  <a:pt x="2766864" y="109115"/>
                </a:lnTo>
                <a:lnTo>
                  <a:pt x="2767154" y="102699"/>
                </a:lnTo>
                <a:lnTo>
                  <a:pt x="2768005" y="96659"/>
                </a:lnTo>
                <a:lnTo>
                  <a:pt x="2769391" y="91029"/>
                </a:lnTo>
                <a:lnTo>
                  <a:pt x="2771287" y="85845"/>
                </a:lnTo>
                <a:lnTo>
                  <a:pt x="2773667" y="81141"/>
                </a:lnTo>
                <a:lnTo>
                  <a:pt x="2776505" y="76952"/>
                </a:lnTo>
                <a:lnTo>
                  <a:pt x="2779776" y="73312"/>
                </a:lnTo>
                <a:lnTo>
                  <a:pt x="2783453" y="70256"/>
                </a:lnTo>
                <a:lnTo>
                  <a:pt x="2787511" y="67818"/>
                </a:lnTo>
                <a:lnTo>
                  <a:pt x="2791923" y="66035"/>
                </a:lnTo>
                <a:lnTo>
                  <a:pt x="2796665" y="64939"/>
                </a:lnTo>
                <a:lnTo>
                  <a:pt x="2801710" y="64566"/>
                </a:lnTo>
                <a:lnTo>
                  <a:pt x="2803896" y="64627"/>
                </a:lnTo>
                <a:lnTo>
                  <a:pt x="2805854" y="64818"/>
                </a:lnTo>
                <a:lnTo>
                  <a:pt x="2807602" y="65154"/>
                </a:lnTo>
                <a:lnTo>
                  <a:pt x="2809159" y="65646"/>
                </a:lnTo>
                <a:lnTo>
                  <a:pt x="2810541" y="66310"/>
                </a:lnTo>
                <a:lnTo>
                  <a:pt x="2811766" y="67157"/>
                </a:lnTo>
                <a:lnTo>
                  <a:pt x="2812853" y="68202"/>
                </a:lnTo>
                <a:lnTo>
                  <a:pt x="2813818" y="69458"/>
                </a:lnTo>
                <a:lnTo>
                  <a:pt x="2814681" y="70937"/>
                </a:lnTo>
                <a:lnTo>
                  <a:pt x="2815458" y="72654"/>
                </a:lnTo>
                <a:lnTo>
                  <a:pt x="2816168" y="74622"/>
                </a:lnTo>
                <a:lnTo>
                  <a:pt x="2816828" y="76854"/>
                </a:lnTo>
                <a:lnTo>
                  <a:pt x="2818365" y="82487"/>
                </a:lnTo>
                <a:lnTo>
                  <a:pt x="2818929" y="84225"/>
                </a:lnTo>
                <a:lnTo>
                  <a:pt x="2819594" y="85849"/>
                </a:lnTo>
                <a:lnTo>
                  <a:pt x="2820354" y="87353"/>
                </a:lnTo>
                <a:lnTo>
                  <a:pt x="2821202" y="88728"/>
                </a:lnTo>
                <a:lnTo>
                  <a:pt x="2822131" y="89968"/>
                </a:lnTo>
                <a:lnTo>
                  <a:pt x="2823136" y="91066"/>
                </a:lnTo>
                <a:lnTo>
                  <a:pt x="2824211" y="92014"/>
                </a:lnTo>
                <a:lnTo>
                  <a:pt x="2825349" y="92806"/>
                </a:lnTo>
                <a:lnTo>
                  <a:pt x="2826543" y="93434"/>
                </a:lnTo>
                <a:lnTo>
                  <a:pt x="2827788" y="93892"/>
                </a:lnTo>
                <a:lnTo>
                  <a:pt x="2829078" y="94172"/>
                </a:lnTo>
                <a:lnTo>
                  <a:pt x="2830406" y="94267"/>
                </a:lnTo>
                <a:lnTo>
                  <a:pt x="2832048" y="94167"/>
                </a:lnTo>
                <a:lnTo>
                  <a:pt x="2833630" y="93879"/>
                </a:lnTo>
                <a:lnTo>
                  <a:pt x="2835138" y="93414"/>
                </a:lnTo>
                <a:lnTo>
                  <a:pt x="2836556" y="92787"/>
                </a:lnTo>
                <a:lnTo>
                  <a:pt x="2837866" y="92010"/>
                </a:lnTo>
                <a:lnTo>
                  <a:pt x="2839054" y="91097"/>
                </a:lnTo>
                <a:lnTo>
                  <a:pt x="2840103" y="90061"/>
                </a:lnTo>
                <a:lnTo>
                  <a:pt x="2840997" y="88917"/>
                </a:lnTo>
                <a:lnTo>
                  <a:pt x="2841720" y="87676"/>
                </a:lnTo>
                <a:lnTo>
                  <a:pt x="2842257" y="86352"/>
                </a:lnTo>
                <a:lnTo>
                  <a:pt x="2842591" y="84960"/>
                </a:lnTo>
                <a:lnTo>
                  <a:pt x="2842705" y="83511"/>
                </a:lnTo>
                <a:lnTo>
                  <a:pt x="2842340" y="79981"/>
                </a:lnTo>
                <a:lnTo>
                  <a:pt x="2841277" y="76580"/>
                </a:lnTo>
                <a:lnTo>
                  <a:pt x="2839567" y="73342"/>
                </a:lnTo>
                <a:lnTo>
                  <a:pt x="2837258" y="70301"/>
                </a:lnTo>
                <a:lnTo>
                  <a:pt x="2834401" y="67491"/>
                </a:lnTo>
                <a:lnTo>
                  <a:pt x="2831047" y="64947"/>
                </a:lnTo>
                <a:lnTo>
                  <a:pt x="2827244" y="62700"/>
                </a:lnTo>
                <a:lnTo>
                  <a:pt x="2823042" y="60787"/>
                </a:lnTo>
                <a:lnTo>
                  <a:pt x="2818492" y="59239"/>
                </a:lnTo>
                <a:lnTo>
                  <a:pt x="2813642" y="58092"/>
                </a:lnTo>
                <a:lnTo>
                  <a:pt x="2808544" y="57379"/>
                </a:lnTo>
                <a:lnTo>
                  <a:pt x="2803247" y="57134"/>
                </a:lnTo>
                <a:lnTo>
                  <a:pt x="2800099" y="57240"/>
                </a:lnTo>
                <a:lnTo>
                  <a:pt x="2796941" y="57556"/>
                </a:lnTo>
                <a:lnTo>
                  <a:pt x="2793783" y="58079"/>
                </a:lnTo>
                <a:lnTo>
                  <a:pt x="2790636" y="58804"/>
                </a:lnTo>
                <a:lnTo>
                  <a:pt x="2787510" y="59729"/>
                </a:lnTo>
                <a:lnTo>
                  <a:pt x="2784416" y="60849"/>
                </a:lnTo>
                <a:lnTo>
                  <a:pt x="2781365" y="62161"/>
                </a:lnTo>
                <a:lnTo>
                  <a:pt x="2778367" y="63662"/>
                </a:lnTo>
                <a:lnTo>
                  <a:pt x="2775433" y="65348"/>
                </a:lnTo>
                <a:lnTo>
                  <a:pt x="2772574" y="67214"/>
                </a:lnTo>
                <a:lnTo>
                  <a:pt x="2769800" y="69259"/>
                </a:lnTo>
                <a:lnTo>
                  <a:pt x="2767123" y="71478"/>
                </a:lnTo>
                <a:lnTo>
                  <a:pt x="2764038" y="74421"/>
                </a:lnTo>
                <a:lnTo>
                  <a:pt x="2761194" y="77608"/>
                </a:lnTo>
                <a:lnTo>
                  <a:pt x="2758595" y="81028"/>
                </a:lnTo>
                <a:lnTo>
                  <a:pt x="2756247" y="84669"/>
                </a:lnTo>
                <a:lnTo>
                  <a:pt x="2754155" y="88520"/>
                </a:lnTo>
                <a:lnTo>
                  <a:pt x="2752325" y="92569"/>
                </a:lnTo>
                <a:lnTo>
                  <a:pt x="2750762" y="96805"/>
                </a:lnTo>
                <a:lnTo>
                  <a:pt x="2749471" y="101216"/>
                </a:lnTo>
                <a:lnTo>
                  <a:pt x="2748458" y="105790"/>
                </a:lnTo>
                <a:lnTo>
                  <a:pt x="2747728" y="110516"/>
                </a:lnTo>
                <a:lnTo>
                  <a:pt x="2747286" y="115383"/>
                </a:lnTo>
                <a:lnTo>
                  <a:pt x="2747137" y="120378"/>
                </a:lnTo>
                <a:lnTo>
                  <a:pt x="2747552" y="128494"/>
                </a:lnTo>
                <a:lnTo>
                  <a:pt x="2748768" y="136166"/>
                </a:lnTo>
                <a:lnTo>
                  <a:pt x="2750744" y="143344"/>
                </a:lnTo>
                <a:lnTo>
                  <a:pt x="2753438" y="149977"/>
                </a:lnTo>
                <a:lnTo>
                  <a:pt x="2756808" y="156017"/>
                </a:lnTo>
                <a:lnTo>
                  <a:pt x="2760812" y="161414"/>
                </a:lnTo>
                <a:lnTo>
                  <a:pt x="2765409" y="166117"/>
                </a:lnTo>
                <a:lnTo>
                  <a:pt x="2770557" y="170076"/>
                </a:lnTo>
                <a:lnTo>
                  <a:pt x="2776213" y="173243"/>
                </a:lnTo>
                <a:lnTo>
                  <a:pt x="2782337" y="175566"/>
                </a:lnTo>
                <a:lnTo>
                  <a:pt x="2788886" y="176997"/>
                </a:lnTo>
                <a:lnTo>
                  <a:pt x="2795818" y="177485"/>
                </a:lnTo>
                <a:lnTo>
                  <a:pt x="2798674" y="177400"/>
                </a:lnTo>
                <a:lnTo>
                  <a:pt x="2801477" y="177145"/>
                </a:lnTo>
                <a:lnTo>
                  <a:pt x="2804229" y="176720"/>
                </a:lnTo>
                <a:lnTo>
                  <a:pt x="2806930" y="176128"/>
                </a:lnTo>
                <a:lnTo>
                  <a:pt x="2809581" y="175369"/>
                </a:lnTo>
                <a:lnTo>
                  <a:pt x="2812183" y="174443"/>
                </a:lnTo>
                <a:lnTo>
                  <a:pt x="2814738" y="173352"/>
                </a:lnTo>
                <a:lnTo>
                  <a:pt x="2817245" y="172096"/>
                </a:lnTo>
                <a:lnTo>
                  <a:pt x="2819706" y="170676"/>
                </a:lnTo>
                <a:lnTo>
                  <a:pt x="2822122" y="169094"/>
                </a:lnTo>
                <a:lnTo>
                  <a:pt x="2824493" y="167349"/>
                </a:lnTo>
                <a:lnTo>
                  <a:pt x="2826821" y="165443"/>
                </a:lnTo>
                <a:lnTo>
                  <a:pt x="2828510" y="163886"/>
                </a:lnTo>
                <a:lnTo>
                  <a:pt x="2830131" y="162271"/>
                </a:lnTo>
                <a:lnTo>
                  <a:pt x="2831700" y="160572"/>
                </a:lnTo>
                <a:lnTo>
                  <a:pt x="2833234" y="158764"/>
                </a:lnTo>
                <a:lnTo>
                  <a:pt x="2834751" y="156822"/>
                </a:lnTo>
                <a:lnTo>
                  <a:pt x="2836267" y="154718"/>
                </a:lnTo>
                <a:lnTo>
                  <a:pt x="2837799" y="152428"/>
                </a:lnTo>
                <a:lnTo>
                  <a:pt x="2839364" y="149926"/>
                </a:lnTo>
                <a:lnTo>
                  <a:pt x="2840978" y="147185"/>
                </a:lnTo>
                <a:lnTo>
                  <a:pt x="2842660" y="144180"/>
                </a:lnTo>
                <a:lnTo>
                  <a:pt x="2844425" y="140885"/>
                </a:lnTo>
                <a:lnTo>
                  <a:pt x="2846290" y="137275"/>
                </a:lnTo>
                <a:lnTo>
                  <a:pt x="2842705" y="134973"/>
                </a:lnTo>
                <a:close/>
                <a:moveTo>
                  <a:pt x="2919825" y="59636"/>
                </a:moveTo>
                <a:lnTo>
                  <a:pt x="2893948" y="59636"/>
                </a:lnTo>
                <a:lnTo>
                  <a:pt x="2893948" y="29916"/>
                </a:lnTo>
                <a:lnTo>
                  <a:pt x="2893942" y="29312"/>
                </a:lnTo>
                <a:lnTo>
                  <a:pt x="2893922" y="28780"/>
                </a:lnTo>
                <a:lnTo>
                  <a:pt x="2893884" y="28315"/>
                </a:lnTo>
                <a:lnTo>
                  <a:pt x="2893825" y="27914"/>
                </a:lnTo>
                <a:lnTo>
                  <a:pt x="2893741" y="27574"/>
                </a:lnTo>
                <a:lnTo>
                  <a:pt x="2893628" y="27290"/>
                </a:lnTo>
                <a:lnTo>
                  <a:pt x="2893483" y="27060"/>
                </a:lnTo>
                <a:lnTo>
                  <a:pt x="2893303" y="26879"/>
                </a:lnTo>
                <a:lnTo>
                  <a:pt x="2893083" y="26745"/>
                </a:lnTo>
                <a:lnTo>
                  <a:pt x="2892821" y="26654"/>
                </a:lnTo>
                <a:lnTo>
                  <a:pt x="2892512" y="26601"/>
                </a:lnTo>
                <a:lnTo>
                  <a:pt x="2892153" y="26585"/>
                </a:lnTo>
                <a:lnTo>
                  <a:pt x="2891710" y="27162"/>
                </a:lnTo>
                <a:lnTo>
                  <a:pt x="2891276" y="27739"/>
                </a:lnTo>
                <a:lnTo>
                  <a:pt x="2890849" y="28319"/>
                </a:lnTo>
                <a:lnTo>
                  <a:pt x="2890427" y="28901"/>
                </a:lnTo>
                <a:lnTo>
                  <a:pt x="2890009" y="29486"/>
                </a:lnTo>
                <a:lnTo>
                  <a:pt x="2889592" y="30076"/>
                </a:lnTo>
                <a:lnTo>
                  <a:pt x="2889176" y="30672"/>
                </a:lnTo>
                <a:lnTo>
                  <a:pt x="2888757" y="31273"/>
                </a:lnTo>
                <a:lnTo>
                  <a:pt x="2888335" y="31882"/>
                </a:lnTo>
                <a:lnTo>
                  <a:pt x="2887908" y="32498"/>
                </a:lnTo>
                <a:lnTo>
                  <a:pt x="2887474" y="33124"/>
                </a:lnTo>
                <a:lnTo>
                  <a:pt x="2887032" y="33759"/>
                </a:lnTo>
                <a:lnTo>
                  <a:pt x="2884575" y="37239"/>
                </a:lnTo>
                <a:lnTo>
                  <a:pt x="2882094" y="40612"/>
                </a:lnTo>
                <a:lnTo>
                  <a:pt x="2879616" y="43845"/>
                </a:lnTo>
                <a:lnTo>
                  <a:pt x="2877170" y="46903"/>
                </a:lnTo>
                <a:lnTo>
                  <a:pt x="2874785" y="49756"/>
                </a:lnTo>
                <a:lnTo>
                  <a:pt x="2872490" y="52369"/>
                </a:lnTo>
                <a:lnTo>
                  <a:pt x="2870311" y="54709"/>
                </a:lnTo>
                <a:lnTo>
                  <a:pt x="2868279" y="56745"/>
                </a:lnTo>
                <a:lnTo>
                  <a:pt x="2866421" y="58442"/>
                </a:lnTo>
                <a:lnTo>
                  <a:pt x="2864766" y="59768"/>
                </a:lnTo>
                <a:lnTo>
                  <a:pt x="2863342" y="60691"/>
                </a:lnTo>
                <a:lnTo>
                  <a:pt x="2862179" y="61176"/>
                </a:lnTo>
                <a:lnTo>
                  <a:pt x="2861501" y="61624"/>
                </a:lnTo>
                <a:lnTo>
                  <a:pt x="2860877" y="62070"/>
                </a:lnTo>
                <a:lnTo>
                  <a:pt x="2860308" y="62512"/>
                </a:lnTo>
                <a:lnTo>
                  <a:pt x="2859796" y="62949"/>
                </a:lnTo>
                <a:lnTo>
                  <a:pt x="2859340" y="63379"/>
                </a:lnTo>
                <a:lnTo>
                  <a:pt x="2858942" y="63801"/>
                </a:lnTo>
                <a:lnTo>
                  <a:pt x="2858603" y="64211"/>
                </a:lnTo>
                <a:lnTo>
                  <a:pt x="2858323" y="64610"/>
                </a:lnTo>
                <a:lnTo>
                  <a:pt x="2858104" y="64994"/>
                </a:lnTo>
                <a:lnTo>
                  <a:pt x="2857947" y="65362"/>
                </a:lnTo>
                <a:lnTo>
                  <a:pt x="2857851" y="65713"/>
                </a:lnTo>
                <a:lnTo>
                  <a:pt x="2857820" y="66044"/>
                </a:lnTo>
                <a:lnTo>
                  <a:pt x="2857825" y="66231"/>
                </a:lnTo>
                <a:lnTo>
                  <a:pt x="2857842" y="66408"/>
                </a:lnTo>
                <a:lnTo>
                  <a:pt x="2857872" y="66577"/>
                </a:lnTo>
                <a:lnTo>
                  <a:pt x="2857915" y="66737"/>
                </a:lnTo>
                <a:lnTo>
                  <a:pt x="2857972" y="66891"/>
                </a:lnTo>
                <a:lnTo>
                  <a:pt x="2858045" y="67038"/>
                </a:lnTo>
                <a:lnTo>
                  <a:pt x="2858133" y="67179"/>
                </a:lnTo>
                <a:lnTo>
                  <a:pt x="2858239" y="67316"/>
                </a:lnTo>
                <a:lnTo>
                  <a:pt x="2858362" y="67450"/>
                </a:lnTo>
                <a:lnTo>
                  <a:pt x="2858504" y="67581"/>
                </a:lnTo>
                <a:lnTo>
                  <a:pt x="2858666" y="67710"/>
                </a:lnTo>
                <a:lnTo>
                  <a:pt x="2858848" y="67838"/>
                </a:lnTo>
                <a:lnTo>
                  <a:pt x="2872426" y="67838"/>
                </a:lnTo>
                <a:lnTo>
                  <a:pt x="2872426" y="144950"/>
                </a:lnTo>
                <a:lnTo>
                  <a:pt x="2872586" y="150110"/>
                </a:lnTo>
                <a:lnTo>
                  <a:pt x="2873065" y="154831"/>
                </a:lnTo>
                <a:lnTo>
                  <a:pt x="2873863" y="159111"/>
                </a:lnTo>
                <a:lnTo>
                  <a:pt x="2874978" y="162948"/>
                </a:lnTo>
                <a:lnTo>
                  <a:pt x="2876410" y="166341"/>
                </a:lnTo>
                <a:lnTo>
                  <a:pt x="2878158" y="169287"/>
                </a:lnTo>
                <a:lnTo>
                  <a:pt x="2880221" y="171784"/>
                </a:lnTo>
                <a:lnTo>
                  <a:pt x="2882598" y="173832"/>
                </a:lnTo>
                <a:lnTo>
                  <a:pt x="2885289" y="175427"/>
                </a:lnTo>
                <a:lnTo>
                  <a:pt x="2888291" y="176569"/>
                </a:lnTo>
                <a:lnTo>
                  <a:pt x="2891605" y="177256"/>
                </a:lnTo>
                <a:lnTo>
                  <a:pt x="2895230" y="177485"/>
                </a:lnTo>
                <a:lnTo>
                  <a:pt x="2898310" y="177356"/>
                </a:lnTo>
                <a:lnTo>
                  <a:pt x="2901279" y="176968"/>
                </a:lnTo>
                <a:lnTo>
                  <a:pt x="2904141" y="176316"/>
                </a:lnTo>
                <a:lnTo>
                  <a:pt x="2906901" y="175398"/>
                </a:lnTo>
                <a:lnTo>
                  <a:pt x="2909565" y="174209"/>
                </a:lnTo>
                <a:lnTo>
                  <a:pt x="2912139" y="172746"/>
                </a:lnTo>
                <a:lnTo>
                  <a:pt x="2914627" y="171006"/>
                </a:lnTo>
                <a:lnTo>
                  <a:pt x="2917035" y="168985"/>
                </a:lnTo>
                <a:lnTo>
                  <a:pt x="2919368" y="166678"/>
                </a:lnTo>
                <a:lnTo>
                  <a:pt x="2921633" y="164084"/>
                </a:lnTo>
                <a:lnTo>
                  <a:pt x="2923833" y="161197"/>
                </a:lnTo>
                <a:lnTo>
                  <a:pt x="2925974" y="158015"/>
                </a:lnTo>
                <a:lnTo>
                  <a:pt x="2922643" y="155197"/>
                </a:lnTo>
                <a:lnTo>
                  <a:pt x="2921319" y="156718"/>
                </a:lnTo>
                <a:lnTo>
                  <a:pt x="2920028" y="158084"/>
                </a:lnTo>
                <a:lnTo>
                  <a:pt x="2918765" y="159299"/>
                </a:lnTo>
                <a:lnTo>
                  <a:pt x="2917520" y="160368"/>
                </a:lnTo>
                <a:lnTo>
                  <a:pt x="2916286" y="161294"/>
                </a:lnTo>
                <a:lnTo>
                  <a:pt x="2915054" y="162082"/>
                </a:lnTo>
                <a:lnTo>
                  <a:pt x="2913817" y="162737"/>
                </a:lnTo>
                <a:lnTo>
                  <a:pt x="2912567" y="163263"/>
                </a:lnTo>
                <a:lnTo>
                  <a:pt x="2911295" y="163664"/>
                </a:lnTo>
                <a:lnTo>
                  <a:pt x="2909994" y="163945"/>
                </a:lnTo>
                <a:lnTo>
                  <a:pt x="2908655" y="164111"/>
                </a:lnTo>
                <a:lnTo>
                  <a:pt x="2907271" y="164165"/>
                </a:lnTo>
                <a:lnTo>
                  <a:pt x="2905017" y="164020"/>
                </a:lnTo>
                <a:lnTo>
                  <a:pt x="2902992" y="163578"/>
                </a:lnTo>
                <a:lnTo>
                  <a:pt x="2901190" y="162832"/>
                </a:lnTo>
                <a:lnTo>
                  <a:pt x="2899603" y="161773"/>
                </a:lnTo>
                <a:lnTo>
                  <a:pt x="2898227" y="160395"/>
                </a:lnTo>
                <a:lnTo>
                  <a:pt x="2897054" y="158688"/>
                </a:lnTo>
                <a:lnTo>
                  <a:pt x="2896079" y="156645"/>
                </a:lnTo>
                <a:lnTo>
                  <a:pt x="2895295" y="154257"/>
                </a:lnTo>
                <a:lnTo>
                  <a:pt x="2894696" y="151518"/>
                </a:lnTo>
                <a:lnTo>
                  <a:pt x="2894276" y="148418"/>
                </a:lnTo>
                <a:lnTo>
                  <a:pt x="2894029" y="144951"/>
                </a:lnTo>
                <a:lnTo>
                  <a:pt x="2893948" y="141107"/>
                </a:lnTo>
                <a:lnTo>
                  <a:pt x="2893948" y="67838"/>
                </a:lnTo>
                <a:lnTo>
                  <a:pt x="2919825" y="67838"/>
                </a:lnTo>
                <a:lnTo>
                  <a:pt x="2919825" y="59636"/>
                </a:lnTo>
                <a:close/>
                <a:moveTo>
                  <a:pt x="2970555" y="57134"/>
                </a:moveTo>
                <a:lnTo>
                  <a:pt x="2930842" y="71146"/>
                </a:lnTo>
                <a:lnTo>
                  <a:pt x="2930842" y="74993"/>
                </a:lnTo>
                <a:lnTo>
                  <a:pt x="2932894" y="74735"/>
                </a:lnTo>
                <a:lnTo>
                  <a:pt x="2933667" y="74612"/>
                </a:lnTo>
                <a:lnTo>
                  <a:pt x="2934446" y="74500"/>
                </a:lnTo>
                <a:lnTo>
                  <a:pt x="2935227" y="74398"/>
                </a:lnTo>
                <a:lnTo>
                  <a:pt x="2936006" y="74307"/>
                </a:lnTo>
                <a:lnTo>
                  <a:pt x="2936777" y="74227"/>
                </a:lnTo>
                <a:lnTo>
                  <a:pt x="2937537" y="74157"/>
                </a:lnTo>
                <a:lnTo>
                  <a:pt x="2938281" y="74098"/>
                </a:lnTo>
                <a:lnTo>
                  <a:pt x="2939004" y="74050"/>
                </a:lnTo>
                <a:lnTo>
                  <a:pt x="2939703" y="74013"/>
                </a:lnTo>
                <a:lnTo>
                  <a:pt x="2940372" y="73986"/>
                </a:lnTo>
                <a:lnTo>
                  <a:pt x="2941007" y="73970"/>
                </a:lnTo>
                <a:lnTo>
                  <a:pt x="2941605" y="73964"/>
                </a:lnTo>
                <a:lnTo>
                  <a:pt x="2943063" y="74052"/>
                </a:lnTo>
                <a:lnTo>
                  <a:pt x="2944366" y="74320"/>
                </a:lnTo>
                <a:lnTo>
                  <a:pt x="2945520" y="74781"/>
                </a:lnTo>
                <a:lnTo>
                  <a:pt x="2946529" y="75446"/>
                </a:lnTo>
                <a:lnTo>
                  <a:pt x="2947400" y="76323"/>
                </a:lnTo>
                <a:lnTo>
                  <a:pt x="2948137" y="77425"/>
                </a:lnTo>
                <a:lnTo>
                  <a:pt x="2948746" y="78762"/>
                </a:lnTo>
                <a:lnTo>
                  <a:pt x="2949232" y="80345"/>
                </a:lnTo>
                <a:lnTo>
                  <a:pt x="2949601" y="82185"/>
                </a:lnTo>
                <a:lnTo>
                  <a:pt x="2949858" y="84291"/>
                </a:lnTo>
                <a:lnTo>
                  <a:pt x="2950008" y="86675"/>
                </a:lnTo>
                <a:lnTo>
                  <a:pt x="2950057" y="89348"/>
                </a:lnTo>
                <a:lnTo>
                  <a:pt x="2950057" y="148836"/>
                </a:lnTo>
                <a:lnTo>
                  <a:pt x="2949997" y="153133"/>
                </a:lnTo>
                <a:lnTo>
                  <a:pt x="2949786" y="156827"/>
                </a:lnTo>
                <a:lnTo>
                  <a:pt x="2949381" y="159965"/>
                </a:lnTo>
                <a:lnTo>
                  <a:pt x="2948738" y="162595"/>
                </a:lnTo>
                <a:lnTo>
                  <a:pt x="2947815" y="164767"/>
                </a:lnTo>
                <a:lnTo>
                  <a:pt x="2946567" y="166526"/>
                </a:lnTo>
                <a:lnTo>
                  <a:pt x="2944950" y="167923"/>
                </a:lnTo>
                <a:lnTo>
                  <a:pt x="2942922" y="169004"/>
                </a:lnTo>
                <a:lnTo>
                  <a:pt x="2940438" y="169819"/>
                </a:lnTo>
                <a:lnTo>
                  <a:pt x="2937455" y="170414"/>
                </a:lnTo>
                <a:lnTo>
                  <a:pt x="2933930" y="170838"/>
                </a:lnTo>
                <a:lnTo>
                  <a:pt x="2929817" y="171140"/>
                </a:lnTo>
                <a:lnTo>
                  <a:pt x="2929817" y="174983"/>
                </a:lnTo>
                <a:lnTo>
                  <a:pt x="2990540" y="174983"/>
                </a:lnTo>
                <a:lnTo>
                  <a:pt x="2990540" y="171140"/>
                </a:lnTo>
                <a:lnTo>
                  <a:pt x="2986615" y="170785"/>
                </a:lnTo>
                <a:lnTo>
                  <a:pt x="2983265" y="170326"/>
                </a:lnTo>
                <a:lnTo>
                  <a:pt x="2980444" y="169711"/>
                </a:lnTo>
                <a:lnTo>
                  <a:pt x="2978109" y="168891"/>
                </a:lnTo>
                <a:lnTo>
                  <a:pt x="2976216" y="167815"/>
                </a:lnTo>
                <a:lnTo>
                  <a:pt x="2974719" y="166431"/>
                </a:lnTo>
                <a:lnTo>
                  <a:pt x="2973574" y="164689"/>
                </a:lnTo>
                <a:lnTo>
                  <a:pt x="2972737" y="162539"/>
                </a:lnTo>
                <a:lnTo>
                  <a:pt x="2972164" y="159929"/>
                </a:lnTo>
                <a:lnTo>
                  <a:pt x="2971809" y="156809"/>
                </a:lnTo>
                <a:lnTo>
                  <a:pt x="2971629" y="153128"/>
                </a:lnTo>
                <a:lnTo>
                  <a:pt x="2971579" y="148836"/>
                </a:lnTo>
                <a:lnTo>
                  <a:pt x="2971579" y="57904"/>
                </a:lnTo>
                <a:lnTo>
                  <a:pt x="2970555" y="57134"/>
                </a:lnTo>
                <a:moveTo>
                  <a:pt x="2958513" y="86"/>
                </a:moveTo>
                <a:lnTo>
                  <a:pt x="2956809" y="206"/>
                </a:lnTo>
                <a:lnTo>
                  <a:pt x="2955163" y="556"/>
                </a:lnTo>
                <a:lnTo>
                  <a:pt x="2953594" y="1119"/>
                </a:lnTo>
                <a:lnTo>
                  <a:pt x="2952118" y="1880"/>
                </a:lnTo>
                <a:lnTo>
                  <a:pt x="2950753" y="2823"/>
                </a:lnTo>
                <a:lnTo>
                  <a:pt x="2949514" y="3931"/>
                </a:lnTo>
                <a:lnTo>
                  <a:pt x="2948420" y="5188"/>
                </a:lnTo>
                <a:lnTo>
                  <a:pt x="2947487" y="6579"/>
                </a:lnTo>
                <a:lnTo>
                  <a:pt x="2946731" y="8087"/>
                </a:lnTo>
                <a:lnTo>
                  <a:pt x="2946171" y="9696"/>
                </a:lnTo>
                <a:lnTo>
                  <a:pt x="2945822" y="11391"/>
                </a:lnTo>
                <a:lnTo>
                  <a:pt x="2945702" y="13156"/>
                </a:lnTo>
                <a:lnTo>
                  <a:pt x="2945817" y="14920"/>
                </a:lnTo>
                <a:lnTo>
                  <a:pt x="2946153" y="16614"/>
                </a:lnTo>
                <a:lnTo>
                  <a:pt x="2946695" y="18224"/>
                </a:lnTo>
                <a:lnTo>
                  <a:pt x="2947429" y="19731"/>
                </a:lnTo>
                <a:lnTo>
                  <a:pt x="2948341" y="21122"/>
                </a:lnTo>
                <a:lnTo>
                  <a:pt x="2949417" y="22379"/>
                </a:lnTo>
                <a:lnTo>
                  <a:pt x="2950643" y="23486"/>
                </a:lnTo>
                <a:lnTo>
                  <a:pt x="2952003" y="24428"/>
                </a:lnTo>
                <a:lnTo>
                  <a:pt x="2953485" y="25189"/>
                </a:lnTo>
                <a:lnTo>
                  <a:pt x="2955073" y="25752"/>
                </a:lnTo>
                <a:lnTo>
                  <a:pt x="2956754" y="26101"/>
                </a:lnTo>
                <a:lnTo>
                  <a:pt x="2958513" y="26221"/>
                </a:lnTo>
                <a:lnTo>
                  <a:pt x="2960337" y="26106"/>
                </a:lnTo>
                <a:lnTo>
                  <a:pt x="2962081" y="25769"/>
                </a:lnTo>
                <a:lnTo>
                  <a:pt x="2963731" y="25224"/>
                </a:lnTo>
                <a:lnTo>
                  <a:pt x="2965271" y="24485"/>
                </a:lnTo>
                <a:lnTo>
                  <a:pt x="2966686" y="23563"/>
                </a:lnTo>
                <a:lnTo>
                  <a:pt x="2967962" y="22474"/>
                </a:lnTo>
                <a:lnTo>
                  <a:pt x="2969083" y="21230"/>
                </a:lnTo>
                <a:lnTo>
                  <a:pt x="2970034" y="19844"/>
                </a:lnTo>
                <a:lnTo>
                  <a:pt x="2970800" y="18331"/>
                </a:lnTo>
                <a:lnTo>
                  <a:pt x="2971366" y="16703"/>
                </a:lnTo>
                <a:lnTo>
                  <a:pt x="2971717" y="14973"/>
                </a:lnTo>
                <a:lnTo>
                  <a:pt x="2971837" y="13156"/>
                </a:lnTo>
                <a:lnTo>
                  <a:pt x="2971717" y="11391"/>
                </a:lnTo>
                <a:lnTo>
                  <a:pt x="2971366" y="9696"/>
                </a:lnTo>
                <a:lnTo>
                  <a:pt x="2970800" y="8087"/>
                </a:lnTo>
                <a:lnTo>
                  <a:pt x="2970034" y="6579"/>
                </a:lnTo>
                <a:lnTo>
                  <a:pt x="2969083" y="5188"/>
                </a:lnTo>
                <a:lnTo>
                  <a:pt x="2967962" y="3931"/>
                </a:lnTo>
                <a:lnTo>
                  <a:pt x="2966686" y="2823"/>
                </a:lnTo>
                <a:lnTo>
                  <a:pt x="2965271" y="1880"/>
                </a:lnTo>
                <a:lnTo>
                  <a:pt x="2963731" y="1119"/>
                </a:lnTo>
                <a:lnTo>
                  <a:pt x="2962081" y="556"/>
                </a:lnTo>
                <a:lnTo>
                  <a:pt x="2960337" y="206"/>
                </a:lnTo>
                <a:lnTo>
                  <a:pt x="2958513" y="86"/>
                </a:lnTo>
                <a:close/>
                <a:moveTo>
                  <a:pt x="3061002" y="57134"/>
                </a:moveTo>
                <a:lnTo>
                  <a:pt x="3052890" y="57638"/>
                </a:lnTo>
                <a:lnTo>
                  <a:pt x="3045242" y="59119"/>
                </a:lnTo>
                <a:lnTo>
                  <a:pt x="3038102" y="61528"/>
                </a:lnTo>
                <a:lnTo>
                  <a:pt x="3031517" y="64817"/>
                </a:lnTo>
                <a:lnTo>
                  <a:pt x="3025534" y="68938"/>
                </a:lnTo>
                <a:lnTo>
                  <a:pt x="3020198" y="73844"/>
                </a:lnTo>
                <a:lnTo>
                  <a:pt x="3015556" y="79486"/>
                </a:lnTo>
                <a:lnTo>
                  <a:pt x="3011655" y="85816"/>
                </a:lnTo>
                <a:lnTo>
                  <a:pt x="3008540" y="92786"/>
                </a:lnTo>
                <a:lnTo>
                  <a:pt x="3006258" y="100348"/>
                </a:lnTo>
                <a:lnTo>
                  <a:pt x="3004854" y="108454"/>
                </a:lnTo>
                <a:lnTo>
                  <a:pt x="3004376" y="117055"/>
                </a:lnTo>
                <a:lnTo>
                  <a:pt x="3004864" y="125505"/>
                </a:lnTo>
                <a:lnTo>
                  <a:pt x="3006291" y="133533"/>
                </a:lnTo>
                <a:lnTo>
                  <a:pt x="3008604" y="141079"/>
                </a:lnTo>
                <a:lnTo>
                  <a:pt x="3011750" y="148084"/>
                </a:lnTo>
                <a:lnTo>
                  <a:pt x="3015675" y="154488"/>
                </a:lnTo>
                <a:lnTo>
                  <a:pt x="3020326" y="160232"/>
                </a:lnTo>
                <a:lnTo>
                  <a:pt x="3025649" y="165255"/>
                </a:lnTo>
                <a:lnTo>
                  <a:pt x="3031592" y="169499"/>
                </a:lnTo>
                <a:lnTo>
                  <a:pt x="3038100" y="172903"/>
                </a:lnTo>
                <a:lnTo>
                  <a:pt x="3045121" y="175409"/>
                </a:lnTo>
                <a:lnTo>
                  <a:pt x="3052600" y="176956"/>
                </a:lnTo>
                <a:lnTo>
                  <a:pt x="3060486" y="177485"/>
                </a:lnTo>
                <a:lnTo>
                  <a:pt x="3068387" y="176930"/>
                </a:lnTo>
                <a:lnTo>
                  <a:pt x="3075909" y="175311"/>
                </a:lnTo>
                <a:lnTo>
                  <a:pt x="3082993" y="172691"/>
                </a:lnTo>
                <a:lnTo>
                  <a:pt x="3089581" y="169139"/>
                </a:lnTo>
                <a:lnTo>
                  <a:pt x="3095614" y="164718"/>
                </a:lnTo>
                <a:lnTo>
                  <a:pt x="3101032" y="159496"/>
                </a:lnTo>
                <a:lnTo>
                  <a:pt x="3105779" y="153538"/>
                </a:lnTo>
                <a:lnTo>
                  <a:pt x="3109793" y="146909"/>
                </a:lnTo>
                <a:lnTo>
                  <a:pt x="3113018" y="139675"/>
                </a:lnTo>
                <a:lnTo>
                  <a:pt x="3115394" y="131903"/>
                </a:lnTo>
                <a:lnTo>
                  <a:pt x="3116863" y="123659"/>
                </a:lnTo>
                <a:lnTo>
                  <a:pt x="3117365" y="115007"/>
                </a:lnTo>
                <a:lnTo>
                  <a:pt x="3116883" y="106821"/>
                </a:lnTo>
                <a:lnTo>
                  <a:pt x="3115468" y="99073"/>
                </a:lnTo>
                <a:lnTo>
                  <a:pt x="3113170" y="91813"/>
                </a:lnTo>
                <a:lnTo>
                  <a:pt x="3110040" y="85094"/>
                </a:lnTo>
                <a:lnTo>
                  <a:pt x="3106127" y="78970"/>
                </a:lnTo>
                <a:lnTo>
                  <a:pt x="3101481" y="73491"/>
                </a:lnTo>
                <a:lnTo>
                  <a:pt x="3096152" y="68712"/>
                </a:lnTo>
                <a:lnTo>
                  <a:pt x="3090189" y="64684"/>
                </a:lnTo>
                <a:lnTo>
                  <a:pt x="3083643" y="61459"/>
                </a:lnTo>
                <a:lnTo>
                  <a:pt x="3076563" y="59091"/>
                </a:lnTo>
                <a:lnTo>
                  <a:pt x="3069000" y="57632"/>
                </a:lnTo>
                <a:lnTo>
                  <a:pt x="3061002" y="57134"/>
                </a:lnTo>
                <a:moveTo>
                  <a:pt x="3057671" y="64312"/>
                </a:moveTo>
                <a:lnTo>
                  <a:pt x="3062913" y="64816"/>
                </a:lnTo>
                <a:lnTo>
                  <a:pt x="3067858" y="66295"/>
                </a:lnTo>
                <a:lnTo>
                  <a:pt x="3072475" y="68700"/>
                </a:lnTo>
                <a:lnTo>
                  <a:pt x="3076734" y="71983"/>
                </a:lnTo>
                <a:lnTo>
                  <a:pt x="3080606" y="76095"/>
                </a:lnTo>
                <a:lnTo>
                  <a:pt x="3084060" y="80986"/>
                </a:lnTo>
                <a:lnTo>
                  <a:pt x="3087065" y="86608"/>
                </a:lnTo>
                <a:lnTo>
                  <a:pt x="3089591" y="92912"/>
                </a:lnTo>
                <a:lnTo>
                  <a:pt x="3091609" y="99848"/>
                </a:lnTo>
                <a:lnTo>
                  <a:pt x="3093088" y="107369"/>
                </a:lnTo>
                <a:lnTo>
                  <a:pt x="3093997" y="115425"/>
                </a:lnTo>
                <a:lnTo>
                  <a:pt x="3094307" y="123967"/>
                </a:lnTo>
                <a:lnTo>
                  <a:pt x="3094069" y="130957"/>
                </a:lnTo>
                <a:lnTo>
                  <a:pt x="3093364" y="137447"/>
                </a:lnTo>
                <a:lnTo>
                  <a:pt x="3092205" y="143415"/>
                </a:lnTo>
                <a:lnTo>
                  <a:pt x="3090606" y="148842"/>
                </a:lnTo>
                <a:lnTo>
                  <a:pt x="3088580" y="153707"/>
                </a:lnTo>
                <a:lnTo>
                  <a:pt x="3086141" y="157989"/>
                </a:lnTo>
                <a:lnTo>
                  <a:pt x="3083301" y="161669"/>
                </a:lnTo>
                <a:lnTo>
                  <a:pt x="3080073" y="164726"/>
                </a:lnTo>
                <a:lnTo>
                  <a:pt x="3076473" y="167139"/>
                </a:lnTo>
                <a:lnTo>
                  <a:pt x="3072512" y="168887"/>
                </a:lnTo>
                <a:lnTo>
                  <a:pt x="3068204" y="169952"/>
                </a:lnTo>
                <a:lnTo>
                  <a:pt x="3063563" y="170311"/>
                </a:lnTo>
                <a:lnTo>
                  <a:pt x="3061077" y="170184"/>
                </a:lnTo>
                <a:lnTo>
                  <a:pt x="3058625" y="169808"/>
                </a:lnTo>
                <a:lnTo>
                  <a:pt x="3056220" y="169191"/>
                </a:lnTo>
                <a:lnTo>
                  <a:pt x="3053873" y="168339"/>
                </a:lnTo>
                <a:lnTo>
                  <a:pt x="3051598" y="167260"/>
                </a:lnTo>
                <a:lnTo>
                  <a:pt x="3049406" y="165960"/>
                </a:lnTo>
                <a:lnTo>
                  <a:pt x="3047310" y="164446"/>
                </a:lnTo>
                <a:lnTo>
                  <a:pt x="3045323" y="162726"/>
                </a:lnTo>
                <a:lnTo>
                  <a:pt x="3043457" y="160807"/>
                </a:lnTo>
                <a:lnTo>
                  <a:pt x="3041725" y="158696"/>
                </a:lnTo>
                <a:lnTo>
                  <a:pt x="3040138" y="156400"/>
                </a:lnTo>
                <a:lnTo>
                  <a:pt x="3038710" y="153926"/>
                </a:lnTo>
                <a:lnTo>
                  <a:pt x="3036981" y="150504"/>
                </a:lnTo>
                <a:lnTo>
                  <a:pt x="3035383" y="146904"/>
                </a:lnTo>
                <a:lnTo>
                  <a:pt x="3033921" y="143143"/>
                </a:lnTo>
                <a:lnTo>
                  <a:pt x="3032598" y="139236"/>
                </a:lnTo>
                <a:lnTo>
                  <a:pt x="3031417" y="135197"/>
                </a:lnTo>
                <a:lnTo>
                  <a:pt x="3030382" y="131042"/>
                </a:lnTo>
                <a:lnTo>
                  <a:pt x="3029496" y="126785"/>
                </a:lnTo>
                <a:lnTo>
                  <a:pt x="3028764" y="122442"/>
                </a:lnTo>
                <a:lnTo>
                  <a:pt x="3028187" y="118028"/>
                </a:lnTo>
                <a:lnTo>
                  <a:pt x="3027772" y="113558"/>
                </a:lnTo>
                <a:lnTo>
                  <a:pt x="3027519" y="109046"/>
                </a:lnTo>
                <a:lnTo>
                  <a:pt x="3027435" y="104510"/>
                </a:lnTo>
                <a:lnTo>
                  <a:pt x="3027682" y="98609"/>
                </a:lnTo>
                <a:lnTo>
                  <a:pt x="3028411" y="93086"/>
                </a:lnTo>
                <a:lnTo>
                  <a:pt x="3029600" y="87966"/>
                </a:lnTo>
                <a:lnTo>
                  <a:pt x="3031230" y="83277"/>
                </a:lnTo>
                <a:lnTo>
                  <a:pt x="3033280" y="79042"/>
                </a:lnTo>
                <a:lnTo>
                  <a:pt x="3035730" y="75289"/>
                </a:lnTo>
                <a:lnTo>
                  <a:pt x="3038558" y="72042"/>
                </a:lnTo>
                <a:lnTo>
                  <a:pt x="3041745" y="69328"/>
                </a:lnTo>
                <a:lnTo>
                  <a:pt x="3045270" y="67172"/>
                </a:lnTo>
                <a:lnTo>
                  <a:pt x="3049113" y="65600"/>
                </a:lnTo>
                <a:lnTo>
                  <a:pt x="3053254" y="64638"/>
                </a:lnTo>
                <a:lnTo>
                  <a:pt x="3057671" y="64312"/>
                </a:lnTo>
                <a:close/>
                <a:moveTo>
                  <a:pt x="3129153" y="73022"/>
                </a:moveTo>
                <a:lnTo>
                  <a:pt x="3129558" y="72840"/>
                </a:lnTo>
                <a:lnTo>
                  <a:pt x="3130003" y="72679"/>
                </a:lnTo>
                <a:lnTo>
                  <a:pt x="3130486" y="72537"/>
                </a:lnTo>
                <a:lnTo>
                  <a:pt x="3131003" y="72414"/>
                </a:lnTo>
                <a:lnTo>
                  <a:pt x="3131553" y="72309"/>
                </a:lnTo>
                <a:lnTo>
                  <a:pt x="3132132" y="72221"/>
                </a:lnTo>
                <a:lnTo>
                  <a:pt x="3132737" y="72149"/>
                </a:lnTo>
                <a:lnTo>
                  <a:pt x="3133367" y="72092"/>
                </a:lnTo>
                <a:lnTo>
                  <a:pt x="3134018" y="72050"/>
                </a:lnTo>
                <a:lnTo>
                  <a:pt x="3134688" y="72020"/>
                </a:lnTo>
                <a:lnTo>
                  <a:pt x="3135374" y="72003"/>
                </a:lnTo>
                <a:lnTo>
                  <a:pt x="3136073" y="71998"/>
                </a:lnTo>
                <a:lnTo>
                  <a:pt x="3137766" y="72081"/>
                </a:lnTo>
                <a:lnTo>
                  <a:pt x="3139266" y="72341"/>
                </a:lnTo>
                <a:lnTo>
                  <a:pt x="3140580" y="72794"/>
                </a:lnTo>
                <a:lnTo>
                  <a:pt x="3141718" y="73459"/>
                </a:lnTo>
                <a:lnTo>
                  <a:pt x="3142689" y="74351"/>
                </a:lnTo>
                <a:lnTo>
                  <a:pt x="3143501" y="75488"/>
                </a:lnTo>
                <a:lnTo>
                  <a:pt x="3144164" y="76886"/>
                </a:lnTo>
                <a:lnTo>
                  <a:pt x="3144687" y="78563"/>
                </a:lnTo>
                <a:lnTo>
                  <a:pt x="3145077" y="80535"/>
                </a:lnTo>
                <a:lnTo>
                  <a:pt x="3145345" y="82819"/>
                </a:lnTo>
                <a:lnTo>
                  <a:pt x="3145500" y="85432"/>
                </a:lnTo>
                <a:lnTo>
                  <a:pt x="3145549" y="88391"/>
                </a:lnTo>
                <a:lnTo>
                  <a:pt x="3145549" y="151928"/>
                </a:lnTo>
                <a:lnTo>
                  <a:pt x="3145486" y="155354"/>
                </a:lnTo>
                <a:lnTo>
                  <a:pt x="3145280" y="158350"/>
                </a:lnTo>
                <a:lnTo>
                  <a:pt x="3144905" y="160946"/>
                </a:lnTo>
                <a:lnTo>
                  <a:pt x="3144335" y="163171"/>
                </a:lnTo>
                <a:lnTo>
                  <a:pt x="3143544" y="165054"/>
                </a:lnTo>
                <a:lnTo>
                  <a:pt x="3142507" y="166626"/>
                </a:lnTo>
                <a:lnTo>
                  <a:pt x="3141197" y="167914"/>
                </a:lnTo>
                <a:lnTo>
                  <a:pt x="3139590" y="168949"/>
                </a:lnTo>
                <a:lnTo>
                  <a:pt x="3137659" y="169759"/>
                </a:lnTo>
                <a:lnTo>
                  <a:pt x="3135378" y="170375"/>
                </a:lnTo>
                <a:lnTo>
                  <a:pt x="3132722" y="170825"/>
                </a:lnTo>
                <a:lnTo>
                  <a:pt x="3129665" y="171140"/>
                </a:lnTo>
                <a:lnTo>
                  <a:pt x="3129665" y="174983"/>
                </a:lnTo>
                <a:lnTo>
                  <a:pt x="3183984" y="174983"/>
                </a:lnTo>
                <a:lnTo>
                  <a:pt x="3183984" y="171140"/>
                </a:lnTo>
                <a:lnTo>
                  <a:pt x="3180906" y="170839"/>
                </a:lnTo>
                <a:lnTo>
                  <a:pt x="3178193" y="170438"/>
                </a:lnTo>
                <a:lnTo>
                  <a:pt x="3175828" y="169923"/>
                </a:lnTo>
                <a:lnTo>
                  <a:pt x="3173790" y="169281"/>
                </a:lnTo>
                <a:lnTo>
                  <a:pt x="3172063" y="168496"/>
                </a:lnTo>
                <a:lnTo>
                  <a:pt x="3170626" y="167554"/>
                </a:lnTo>
                <a:lnTo>
                  <a:pt x="3169462" y="166442"/>
                </a:lnTo>
                <a:lnTo>
                  <a:pt x="3168552" y="165144"/>
                </a:lnTo>
                <a:lnTo>
                  <a:pt x="3167876" y="163648"/>
                </a:lnTo>
                <a:lnTo>
                  <a:pt x="3167416" y="161938"/>
                </a:lnTo>
                <a:lnTo>
                  <a:pt x="3167154" y="160000"/>
                </a:lnTo>
                <a:lnTo>
                  <a:pt x="3167071" y="157820"/>
                </a:lnTo>
                <a:lnTo>
                  <a:pt x="3167071" y="85830"/>
                </a:lnTo>
                <a:lnTo>
                  <a:pt x="3170013" y="83121"/>
                </a:lnTo>
                <a:lnTo>
                  <a:pt x="3172710" y="80745"/>
                </a:lnTo>
                <a:lnTo>
                  <a:pt x="3175195" y="78684"/>
                </a:lnTo>
                <a:lnTo>
                  <a:pt x="3177501" y="76920"/>
                </a:lnTo>
                <a:lnTo>
                  <a:pt x="3179662" y="75433"/>
                </a:lnTo>
                <a:lnTo>
                  <a:pt x="3181709" y="74205"/>
                </a:lnTo>
                <a:lnTo>
                  <a:pt x="3183676" y="73218"/>
                </a:lnTo>
                <a:lnTo>
                  <a:pt x="3185597" y="72451"/>
                </a:lnTo>
                <a:lnTo>
                  <a:pt x="3187503" y="71888"/>
                </a:lnTo>
                <a:lnTo>
                  <a:pt x="3189427" y="71509"/>
                </a:lnTo>
                <a:lnTo>
                  <a:pt x="3191404" y="71295"/>
                </a:lnTo>
                <a:lnTo>
                  <a:pt x="3193464" y="71228"/>
                </a:lnTo>
                <a:lnTo>
                  <a:pt x="3196470" y="71394"/>
                </a:lnTo>
                <a:lnTo>
                  <a:pt x="3199209" y="71894"/>
                </a:lnTo>
                <a:lnTo>
                  <a:pt x="3201683" y="72733"/>
                </a:lnTo>
                <a:lnTo>
                  <a:pt x="3203893" y="73913"/>
                </a:lnTo>
                <a:lnTo>
                  <a:pt x="3205839" y="75438"/>
                </a:lnTo>
                <a:lnTo>
                  <a:pt x="3207524" y="77311"/>
                </a:lnTo>
                <a:lnTo>
                  <a:pt x="3208946" y="79537"/>
                </a:lnTo>
                <a:lnTo>
                  <a:pt x="3210108" y="82119"/>
                </a:lnTo>
                <a:lnTo>
                  <a:pt x="3211011" y="85061"/>
                </a:lnTo>
                <a:lnTo>
                  <a:pt x="3211654" y="88365"/>
                </a:lnTo>
                <a:lnTo>
                  <a:pt x="3212039" y="92036"/>
                </a:lnTo>
                <a:lnTo>
                  <a:pt x="3212168" y="96077"/>
                </a:lnTo>
                <a:lnTo>
                  <a:pt x="3212168" y="149622"/>
                </a:lnTo>
                <a:lnTo>
                  <a:pt x="3212095" y="153416"/>
                </a:lnTo>
                <a:lnTo>
                  <a:pt x="3211862" y="156748"/>
                </a:lnTo>
                <a:lnTo>
                  <a:pt x="3211447" y="159648"/>
                </a:lnTo>
                <a:lnTo>
                  <a:pt x="3210830" y="162145"/>
                </a:lnTo>
                <a:lnTo>
                  <a:pt x="3209988" y="164269"/>
                </a:lnTo>
                <a:lnTo>
                  <a:pt x="3208901" y="166048"/>
                </a:lnTo>
                <a:lnTo>
                  <a:pt x="3207547" y="167513"/>
                </a:lnTo>
                <a:lnTo>
                  <a:pt x="3205904" y="168692"/>
                </a:lnTo>
                <a:lnTo>
                  <a:pt x="3203952" y="169615"/>
                </a:lnTo>
                <a:lnTo>
                  <a:pt x="3201669" y="170311"/>
                </a:lnTo>
                <a:lnTo>
                  <a:pt x="3199034" y="170809"/>
                </a:lnTo>
                <a:lnTo>
                  <a:pt x="3196025" y="171140"/>
                </a:lnTo>
                <a:lnTo>
                  <a:pt x="3196025" y="174983"/>
                </a:lnTo>
                <a:lnTo>
                  <a:pt x="3249320" y="174983"/>
                </a:lnTo>
                <a:lnTo>
                  <a:pt x="3249320" y="171140"/>
                </a:lnTo>
                <a:lnTo>
                  <a:pt x="3246374" y="170778"/>
                </a:lnTo>
                <a:lnTo>
                  <a:pt x="3243802" y="170315"/>
                </a:lnTo>
                <a:lnTo>
                  <a:pt x="3241580" y="169724"/>
                </a:lnTo>
                <a:lnTo>
                  <a:pt x="3239687" y="168978"/>
                </a:lnTo>
                <a:lnTo>
                  <a:pt x="3238099" y="168050"/>
                </a:lnTo>
                <a:lnTo>
                  <a:pt x="3236796" y="166914"/>
                </a:lnTo>
                <a:lnTo>
                  <a:pt x="3235754" y="165543"/>
                </a:lnTo>
                <a:lnTo>
                  <a:pt x="3234951" y="163911"/>
                </a:lnTo>
                <a:lnTo>
                  <a:pt x="3234366" y="161991"/>
                </a:lnTo>
                <a:lnTo>
                  <a:pt x="3233975" y="159756"/>
                </a:lnTo>
                <a:lnTo>
                  <a:pt x="3233757" y="157179"/>
                </a:lnTo>
                <a:lnTo>
                  <a:pt x="3233690" y="154235"/>
                </a:lnTo>
                <a:lnTo>
                  <a:pt x="3233690" y="95565"/>
                </a:lnTo>
                <a:lnTo>
                  <a:pt x="3233457" y="89750"/>
                </a:lnTo>
                <a:lnTo>
                  <a:pt x="3232767" y="84357"/>
                </a:lnTo>
                <a:lnTo>
                  <a:pt x="3231632" y="79401"/>
                </a:lnTo>
                <a:lnTo>
                  <a:pt x="3230064" y="74899"/>
                </a:lnTo>
                <a:lnTo>
                  <a:pt x="3228077" y="70867"/>
                </a:lnTo>
                <a:lnTo>
                  <a:pt x="3225682" y="67320"/>
                </a:lnTo>
                <a:lnTo>
                  <a:pt x="3222893" y="64274"/>
                </a:lnTo>
                <a:lnTo>
                  <a:pt x="3219721" y="61747"/>
                </a:lnTo>
                <a:lnTo>
                  <a:pt x="3216179" y="59753"/>
                </a:lnTo>
                <a:lnTo>
                  <a:pt x="3212279" y="58308"/>
                </a:lnTo>
                <a:lnTo>
                  <a:pt x="3208034" y="57430"/>
                </a:lnTo>
                <a:lnTo>
                  <a:pt x="3203457" y="57134"/>
                </a:lnTo>
                <a:lnTo>
                  <a:pt x="3200583" y="57229"/>
                </a:lnTo>
                <a:lnTo>
                  <a:pt x="3197822" y="57533"/>
                </a:lnTo>
                <a:lnTo>
                  <a:pt x="3195129" y="58071"/>
                </a:lnTo>
                <a:lnTo>
                  <a:pt x="3192458" y="58871"/>
                </a:lnTo>
                <a:lnTo>
                  <a:pt x="3189761" y="59960"/>
                </a:lnTo>
                <a:lnTo>
                  <a:pt x="3186994" y="61363"/>
                </a:lnTo>
                <a:lnTo>
                  <a:pt x="3184109" y="63108"/>
                </a:lnTo>
                <a:lnTo>
                  <a:pt x="3181060" y="65221"/>
                </a:lnTo>
                <a:lnTo>
                  <a:pt x="3177802" y="67729"/>
                </a:lnTo>
                <a:lnTo>
                  <a:pt x="3174287" y="70659"/>
                </a:lnTo>
                <a:lnTo>
                  <a:pt x="3170470" y="74037"/>
                </a:lnTo>
                <a:lnTo>
                  <a:pt x="3166305" y="77890"/>
                </a:lnTo>
                <a:lnTo>
                  <a:pt x="3166305" y="57650"/>
                </a:lnTo>
                <a:lnTo>
                  <a:pt x="3164510" y="57134"/>
                </a:lnTo>
                <a:lnTo>
                  <a:pt x="3161447" y="58252"/>
                </a:lnTo>
                <a:lnTo>
                  <a:pt x="3158511" y="59305"/>
                </a:lnTo>
                <a:lnTo>
                  <a:pt x="3155672" y="60305"/>
                </a:lnTo>
                <a:lnTo>
                  <a:pt x="3152896" y="61263"/>
                </a:lnTo>
                <a:lnTo>
                  <a:pt x="3150153" y="62188"/>
                </a:lnTo>
                <a:lnTo>
                  <a:pt x="3147409" y="63092"/>
                </a:lnTo>
                <a:lnTo>
                  <a:pt x="3144634" y="63986"/>
                </a:lnTo>
                <a:lnTo>
                  <a:pt x="3141794" y="64879"/>
                </a:lnTo>
                <a:lnTo>
                  <a:pt x="3138858" y="65784"/>
                </a:lnTo>
                <a:lnTo>
                  <a:pt x="3135794" y="66709"/>
                </a:lnTo>
                <a:lnTo>
                  <a:pt x="3132569" y="67667"/>
                </a:lnTo>
                <a:lnTo>
                  <a:pt x="3129153" y="68667"/>
                </a:lnTo>
                <a:lnTo>
                  <a:pt x="3129153" y="73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3" name="Original vector context 23">
            <a:extLst xmlns:a="http://schemas.openxmlformats.org/drawingml/2006/main">
              <a:ext uri="{FF2B5EF4-FFF2-40B4-BE49-F238E27FC236}">
                <a16:creationId xmlns:a16="http://schemas.microsoft.com/office/drawing/2014/main" id="{D68163B6-BE51-4182-9AC6-F0CF1D44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" y="7627802"/>
            <a:ext cx="6610251" cy="4017996"/>
          </a:xfrm>
          <a:custGeom xmlns:a="http://schemas.openxmlformats.org/drawingml/2006/main">
            <a:pathLst>
              <a:path w="6610251" h="4017996">
                <a:moveTo>
                  <a:pt x="0" y="0"/>
                </a:moveTo>
                <a:lnTo>
                  <a:pt x="6610251" y="0"/>
                </a:lnTo>
                <a:lnTo>
                  <a:pt x="6610251" y="4017996"/>
                </a:lnTo>
                <a:lnTo>
                  <a:pt x="0" y="4017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Original vector context 24">
            <a:extLst xmlns:a="http://schemas.openxmlformats.org/drawingml/2006/main">
              <a:ext uri="{FF2B5EF4-FFF2-40B4-BE49-F238E27FC236}">
                <a16:creationId xmlns:a16="http://schemas.microsoft.com/office/drawing/2014/main" id="{8D2961BC-7042-4C1F-B657-4CC0CBCB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137" y="7638740"/>
            <a:ext cx="1190576" cy="262519"/>
          </a:xfrm>
          <a:custGeom xmlns:a="http://schemas.openxmlformats.org/drawingml/2006/main">
            <a:pathLst>
              <a:path w="1190576" h="262519">
                <a:moveTo>
                  <a:pt x="0" y="43755"/>
                </a:moveTo>
                <a:lnTo>
                  <a:pt x="400" y="37817"/>
                </a:lnTo>
                <a:lnTo>
                  <a:pt x="1566" y="32123"/>
                </a:lnTo>
                <a:lnTo>
                  <a:pt x="3444" y="26723"/>
                </a:lnTo>
                <a:lnTo>
                  <a:pt x="5984" y="21671"/>
                </a:lnTo>
                <a:lnTo>
                  <a:pt x="9132" y="17017"/>
                </a:lnTo>
                <a:lnTo>
                  <a:pt x="12836" y="12815"/>
                </a:lnTo>
                <a:lnTo>
                  <a:pt x="17045" y="9117"/>
                </a:lnTo>
                <a:lnTo>
                  <a:pt x="21706" y="5974"/>
                </a:lnTo>
                <a:lnTo>
                  <a:pt x="26767" y="3438"/>
                </a:lnTo>
                <a:lnTo>
                  <a:pt x="32176" y="1563"/>
                </a:lnTo>
                <a:lnTo>
                  <a:pt x="37879" y="399"/>
                </a:lnTo>
                <a:lnTo>
                  <a:pt x="43826" y="0"/>
                </a:lnTo>
                <a:lnTo>
                  <a:pt x="1146749" y="0"/>
                </a:lnTo>
                <a:lnTo>
                  <a:pt x="1152696" y="399"/>
                </a:lnTo>
                <a:lnTo>
                  <a:pt x="1158400" y="1563"/>
                </a:lnTo>
                <a:lnTo>
                  <a:pt x="1163809" y="3438"/>
                </a:lnTo>
                <a:lnTo>
                  <a:pt x="1168869" y="5974"/>
                </a:lnTo>
                <a:lnTo>
                  <a:pt x="1173530" y="9117"/>
                </a:lnTo>
                <a:lnTo>
                  <a:pt x="1177739" y="12815"/>
                </a:lnTo>
                <a:lnTo>
                  <a:pt x="1181444" y="17017"/>
                </a:lnTo>
                <a:lnTo>
                  <a:pt x="1184592" y="21671"/>
                </a:lnTo>
                <a:lnTo>
                  <a:pt x="1187132" y="26723"/>
                </a:lnTo>
                <a:lnTo>
                  <a:pt x="1189010" y="32123"/>
                </a:lnTo>
                <a:lnTo>
                  <a:pt x="1190176" y="37817"/>
                </a:lnTo>
                <a:lnTo>
                  <a:pt x="1190576" y="43755"/>
                </a:lnTo>
                <a:lnTo>
                  <a:pt x="1190576" y="218764"/>
                </a:lnTo>
                <a:lnTo>
                  <a:pt x="1190176" y="224701"/>
                </a:lnTo>
                <a:lnTo>
                  <a:pt x="1189010" y="230396"/>
                </a:lnTo>
                <a:lnTo>
                  <a:pt x="1187132" y="235795"/>
                </a:lnTo>
                <a:lnTo>
                  <a:pt x="1184592" y="240848"/>
                </a:lnTo>
                <a:lnTo>
                  <a:pt x="1181444" y="245501"/>
                </a:lnTo>
                <a:lnTo>
                  <a:pt x="1177739" y="249703"/>
                </a:lnTo>
                <a:lnTo>
                  <a:pt x="1173530" y="253402"/>
                </a:lnTo>
                <a:lnTo>
                  <a:pt x="1168869" y="256545"/>
                </a:lnTo>
                <a:lnTo>
                  <a:pt x="1163809" y="259080"/>
                </a:lnTo>
                <a:lnTo>
                  <a:pt x="1158400" y="260956"/>
                </a:lnTo>
                <a:lnTo>
                  <a:pt x="1152696" y="262119"/>
                </a:lnTo>
                <a:lnTo>
                  <a:pt x="1146749" y="262519"/>
                </a:lnTo>
                <a:lnTo>
                  <a:pt x="43826" y="262519"/>
                </a:lnTo>
                <a:lnTo>
                  <a:pt x="37879" y="262119"/>
                </a:lnTo>
                <a:lnTo>
                  <a:pt x="32176" y="260956"/>
                </a:lnTo>
                <a:lnTo>
                  <a:pt x="26767" y="259080"/>
                </a:lnTo>
                <a:lnTo>
                  <a:pt x="21706" y="256545"/>
                </a:lnTo>
                <a:lnTo>
                  <a:pt x="17045" y="253402"/>
                </a:lnTo>
                <a:lnTo>
                  <a:pt x="12836" y="249703"/>
                </a:lnTo>
                <a:lnTo>
                  <a:pt x="9132" y="245501"/>
                </a:lnTo>
                <a:lnTo>
                  <a:pt x="5984" y="240848"/>
                </a:lnTo>
                <a:lnTo>
                  <a:pt x="3444" y="235795"/>
                </a:lnTo>
                <a:lnTo>
                  <a:pt x="1566" y="230396"/>
                </a:lnTo>
                <a:lnTo>
                  <a:pt x="400" y="224701"/>
                </a:lnTo>
                <a:lnTo>
                  <a:pt x="0" y="218764"/>
                </a:lnTo>
                <a:lnTo>
                  <a:pt x="0" y="437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25" name="Original vector context 25">
            <a:extLst xmlns:a="http://schemas.openxmlformats.org/drawingml/2006/main">
              <a:ext uri="{FF2B5EF4-FFF2-40B4-BE49-F238E27FC236}">
                <a16:creationId xmlns:a16="http://schemas.microsoft.com/office/drawing/2014/main" id="{F23ABF53-FA1B-4225-A891-9C84004E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869" y="7712289"/>
            <a:ext cx="947256" cy="136016"/>
          </a:xfrm>
          <a:custGeom xmlns:a="http://schemas.openxmlformats.org/drawingml/2006/main">
            <a:pathLst>
              <a:path w="947256" h="136016">
                <a:moveTo>
                  <a:pt x="70830" y="101799"/>
                </a:moveTo>
                <a:lnTo>
                  <a:pt x="69309" y="102434"/>
                </a:lnTo>
                <a:lnTo>
                  <a:pt x="67858" y="103024"/>
                </a:lnTo>
                <a:lnTo>
                  <a:pt x="66479" y="103571"/>
                </a:lnTo>
                <a:lnTo>
                  <a:pt x="65171" y="104073"/>
                </a:lnTo>
                <a:lnTo>
                  <a:pt x="63935" y="104531"/>
                </a:lnTo>
                <a:lnTo>
                  <a:pt x="62770" y="104944"/>
                </a:lnTo>
                <a:lnTo>
                  <a:pt x="61676" y="105313"/>
                </a:lnTo>
                <a:lnTo>
                  <a:pt x="60654" y="105638"/>
                </a:lnTo>
                <a:lnTo>
                  <a:pt x="59703" y="105919"/>
                </a:lnTo>
                <a:lnTo>
                  <a:pt x="58823" y="106155"/>
                </a:lnTo>
                <a:lnTo>
                  <a:pt x="58015" y="106347"/>
                </a:lnTo>
                <a:lnTo>
                  <a:pt x="57278" y="106494"/>
                </a:lnTo>
                <a:lnTo>
                  <a:pt x="56578" y="106614"/>
                </a:lnTo>
                <a:lnTo>
                  <a:pt x="55883" y="106724"/>
                </a:lnTo>
                <a:lnTo>
                  <a:pt x="55191" y="106823"/>
                </a:lnTo>
                <a:lnTo>
                  <a:pt x="54504" y="106912"/>
                </a:lnTo>
                <a:lnTo>
                  <a:pt x="53820" y="106990"/>
                </a:lnTo>
                <a:lnTo>
                  <a:pt x="53141" y="107058"/>
                </a:lnTo>
                <a:lnTo>
                  <a:pt x="52465" y="107116"/>
                </a:lnTo>
                <a:lnTo>
                  <a:pt x="51793" y="107163"/>
                </a:lnTo>
                <a:lnTo>
                  <a:pt x="51125" y="107199"/>
                </a:lnTo>
                <a:lnTo>
                  <a:pt x="50462" y="107226"/>
                </a:lnTo>
                <a:lnTo>
                  <a:pt x="49802" y="107241"/>
                </a:lnTo>
                <a:lnTo>
                  <a:pt x="49146" y="107246"/>
                </a:lnTo>
                <a:lnTo>
                  <a:pt x="47765" y="107224"/>
                </a:lnTo>
                <a:lnTo>
                  <a:pt x="46404" y="107157"/>
                </a:lnTo>
                <a:lnTo>
                  <a:pt x="45062" y="107046"/>
                </a:lnTo>
                <a:lnTo>
                  <a:pt x="43741" y="106890"/>
                </a:lnTo>
                <a:lnTo>
                  <a:pt x="42439" y="106690"/>
                </a:lnTo>
                <a:lnTo>
                  <a:pt x="41157" y="106445"/>
                </a:lnTo>
                <a:lnTo>
                  <a:pt x="39895" y="106156"/>
                </a:lnTo>
                <a:lnTo>
                  <a:pt x="38653" y="105822"/>
                </a:lnTo>
                <a:lnTo>
                  <a:pt x="37430" y="105444"/>
                </a:lnTo>
                <a:lnTo>
                  <a:pt x="36227" y="105021"/>
                </a:lnTo>
                <a:lnTo>
                  <a:pt x="35045" y="104554"/>
                </a:lnTo>
                <a:lnTo>
                  <a:pt x="33882" y="104042"/>
                </a:lnTo>
                <a:lnTo>
                  <a:pt x="32752" y="103487"/>
                </a:lnTo>
                <a:lnTo>
                  <a:pt x="31669" y="102889"/>
                </a:lnTo>
                <a:lnTo>
                  <a:pt x="30634" y="102248"/>
                </a:lnTo>
                <a:lnTo>
                  <a:pt x="29645" y="101565"/>
                </a:lnTo>
                <a:lnTo>
                  <a:pt x="28704" y="100840"/>
                </a:lnTo>
                <a:lnTo>
                  <a:pt x="27810" y="100072"/>
                </a:lnTo>
                <a:lnTo>
                  <a:pt x="26962" y="99261"/>
                </a:lnTo>
                <a:lnTo>
                  <a:pt x="26162" y="98408"/>
                </a:lnTo>
                <a:lnTo>
                  <a:pt x="25409" y="97513"/>
                </a:lnTo>
                <a:lnTo>
                  <a:pt x="24703" y="96574"/>
                </a:lnTo>
                <a:lnTo>
                  <a:pt x="24044" y="95594"/>
                </a:lnTo>
                <a:lnTo>
                  <a:pt x="23432" y="94571"/>
                </a:lnTo>
                <a:lnTo>
                  <a:pt x="22868" y="93479"/>
                </a:lnTo>
                <a:lnTo>
                  <a:pt x="22353" y="92292"/>
                </a:lnTo>
                <a:lnTo>
                  <a:pt x="21887" y="91010"/>
                </a:lnTo>
                <a:lnTo>
                  <a:pt x="21470" y="89633"/>
                </a:lnTo>
                <a:lnTo>
                  <a:pt x="21102" y="88161"/>
                </a:lnTo>
                <a:lnTo>
                  <a:pt x="20784" y="86595"/>
                </a:lnTo>
                <a:lnTo>
                  <a:pt x="20514" y="84933"/>
                </a:lnTo>
                <a:lnTo>
                  <a:pt x="20293" y="83177"/>
                </a:lnTo>
                <a:lnTo>
                  <a:pt x="20122" y="81325"/>
                </a:lnTo>
                <a:lnTo>
                  <a:pt x="19999" y="79379"/>
                </a:lnTo>
                <a:lnTo>
                  <a:pt x="19925" y="77337"/>
                </a:lnTo>
                <a:lnTo>
                  <a:pt x="19901" y="75201"/>
                </a:lnTo>
                <a:lnTo>
                  <a:pt x="19901" y="43155"/>
                </a:lnTo>
                <a:lnTo>
                  <a:pt x="0" y="43155"/>
                </a:lnTo>
                <a:lnTo>
                  <a:pt x="0" y="32046"/>
                </a:lnTo>
                <a:lnTo>
                  <a:pt x="19901" y="32046"/>
                </a:lnTo>
                <a:lnTo>
                  <a:pt x="19901" y="0"/>
                </a:lnTo>
                <a:lnTo>
                  <a:pt x="33168" y="0"/>
                </a:lnTo>
                <a:lnTo>
                  <a:pt x="33168" y="32046"/>
                </a:lnTo>
                <a:lnTo>
                  <a:pt x="68619" y="32046"/>
                </a:lnTo>
                <a:lnTo>
                  <a:pt x="68619" y="43155"/>
                </a:lnTo>
                <a:lnTo>
                  <a:pt x="33168" y="43155"/>
                </a:lnTo>
                <a:lnTo>
                  <a:pt x="33168" y="74945"/>
                </a:lnTo>
                <a:lnTo>
                  <a:pt x="33184" y="76506"/>
                </a:lnTo>
                <a:lnTo>
                  <a:pt x="33232" y="77988"/>
                </a:lnTo>
                <a:lnTo>
                  <a:pt x="33311" y="79392"/>
                </a:lnTo>
                <a:lnTo>
                  <a:pt x="33422" y="80717"/>
                </a:lnTo>
                <a:lnTo>
                  <a:pt x="33565" y="81964"/>
                </a:lnTo>
                <a:lnTo>
                  <a:pt x="33739" y="83132"/>
                </a:lnTo>
                <a:lnTo>
                  <a:pt x="33945" y="84222"/>
                </a:lnTo>
                <a:lnTo>
                  <a:pt x="34183" y="85233"/>
                </a:lnTo>
                <a:lnTo>
                  <a:pt x="34452" y="86166"/>
                </a:lnTo>
                <a:lnTo>
                  <a:pt x="34753" y="87020"/>
                </a:lnTo>
                <a:lnTo>
                  <a:pt x="35086" y="87796"/>
                </a:lnTo>
                <a:lnTo>
                  <a:pt x="35451" y="88493"/>
                </a:lnTo>
                <a:lnTo>
                  <a:pt x="35842" y="89136"/>
                </a:lnTo>
                <a:lnTo>
                  <a:pt x="36254" y="89750"/>
                </a:lnTo>
                <a:lnTo>
                  <a:pt x="36688" y="90335"/>
                </a:lnTo>
                <a:lnTo>
                  <a:pt x="37143" y="90890"/>
                </a:lnTo>
                <a:lnTo>
                  <a:pt x="37619" y="91417"/>
                </a:lnTo>
                <a:lnTo>
                  <a:pt x="38117" y="91915"/>
                </a:lnTo>
                <a:lnTo>
                  <a:pt x="38636" y="92383"/>
                </a:lnTo>
                <a:lnTo>
                  <a:pt x="39176" y="92822"/>
                </a:lnTo>
                <a:lnTo>
                  <a:pt x="39737" y="93232"/>
                </a:lnTo>
                <a:lnTo>
                  <a:pt x="40320" y="93613"/>
                </a:lnTo>
                <a:lnTo>
                  <a:pt x="40924" y="93965"/>
                </a:lnTo>
                <a:lnTo>
                  <a:pt x="41549" y="94288"/>
                </a:lnTo>
                <a:lnTo>
                  <a:pt x="42195" y="94583"/>
                </a:lnTo>
                <a:lnTo>
                  <a:pt x="42860" y="94853"/>
                </a:lnTo>
                <a:lnTo>
                  <a:pt x="43544" y="95097"/>
                </a:lnTo>
                <a:lnTo>
                  <a:pt x="44248" y="95315"/>
                </a:lnTo>
                <a:lnTo>
                  <a:pt x="44971" y="95508"/>
                </a:lnTo>
                <a:lnTo>
                  <a:pt x="45713" y="95675"/>
                </a:lnTo>
                <a:lnTo>
                  <a:pt x="46475" y="95816"/>
                </a:lnTo>
                <a:lnTo>
                  <a:pt x="47256" y="95932"/>
                </a:lnTo>
                <a:lnTo>
                  <a:pt x="48056" y="96022"/>
                </a:lnTo>
                <a:lnTo>
                  <a:pt x="48876" y="96086"/>
                </a:lnTo>
                <a:lnTo>
                  <a:pt x="49714" y="96124"/>
                </a:lnTo>
                <a:lnTo>
                  <a:pt x="50573" y="96137"/>
                </a:lnTo>
                <a:lnTo>
                  <a:pt x="52184" y="96095"/>
                </a:lnTo>
                <a:lnTo>
                  <a:pt x="53810" y="95969"/>
                </a:lnTo>
                <a:lnTo>
                  <a:pt x="55450" y="95759"/>
                </a:lnTo>
                <a:lnTo>
                  <a:pt x="57103" y="95466"/>
                </a:lnTo>
                <a:lnTo>
                  <a:pt x="58771" y="95088"/>
                </a:lnTo>
                <a:lnTo>
                  <a:pt x="60452" y="94626"/>
                </a:lnTo>
                <a:lnTo>
                  <a:pt x="62147" y="94081"/>
                </a:lnTo>
                <a:lnTo>
                  <a:pt x="63856" y="93451"/>
                </a:lnTo>
                <a:lnTo>
                  <a:pt x="65579" y="92737"/>
                </a:lnTo>
                <a:lnTo>
                  <a:pt x="67315" y="91940"/>
                </a:lnTo>
                <a:lnTo>
                  <a:pt x="69066" y="91058"/>
                </a:lnTo>
                <a:lnTo>
                  <a:pt x="70830" y="90093"/>
                </a:lnTo>
                <a:lnTo>
                  <a:pt x="70830" y="101799"/>
                </a:lnTo>
                <a:close/>
                <a:moveTo>
                  <a:pt x="124670" y="107246"/>
                </a:moveTo>
                <a:lnTo>
                  <a:pt x="121864" y="107164"/>
                </a:lnTo>
                <a:lnTo>
                  <a:pt x="119154" y="106915"/>
                </a:lnTo>
                <a:lnTo>
                  <a:pt x="116538" y="106502"/>
                </a:lnTo>
                <a:lnTo>
                  <a:pt x="114018" y="105922"/>
                </a:lnTo>
                <a:lnTo>
                  <a:pt x="111593" y="105178"/>
                </a:lnTo>
                <a:lnTo>
                  <a:pt x="109263" y="104267"/>
                </a:lnTo>
                <a:lnTo>
                  <a:pt x="107028" y="103191"/>
                </a:lnTo>
                <a:lnTo>
                  <a:pt x="104888" y="101950"/>
                </a:lnTo>
                <a:lnTo>
                  <a:pt x="102843" y="100543"/>
                </a:lnTo>
                <a:lnTo>
                  <a:pt x="100893" y="98971"/>
                </a:lnTo>
                <a:lnTo>
                  <a:pt x="99039" y="97233"/>
                </a:lnTo>
                <a:lnTo>
                  <a:pt x="97279" y="95329"/>
                </a:lnTo>
                <a:lnTo>
                  <a:pt x="95639" y="93300"/>
                </a:lnTo>
                <a:lnTo>
                  <a:pt x="94141" y="91183"/>
                </a:lnTo>
                <a:lnTo>
                  <a:pt x="92786" y="88981"/>
                </a:lnTo>
                <a:lnTo>
                  <a:pt x="91573" y="86692"/>
                </a:lnTo>
                <a:lnTo>
                  <a:pt x="90503" y="84316"/>
                </a:lnTo>
                <a:lnTo>
                  <a:pt x="89576" y="81854"/>
                </a:lnTo>
                <a:lnTo>
                  <a:pt x="88791" y="79306"/>
                </a:lnTo>
                <a:lnTo>
                  <a:pt x="88149" y="76671"/>
                </a:lnTo>
                <a:lnTo>
                  <a:pt x="87650" y="73949"/>
                </a:lnTo>
                <a:lnTo>
                  <a:pt x="87293" y="71141"/>
                </a:lnTo>
                <a:lnTo>
                  <a:pt x="87079" y="68247"/>
                </a:lnTo>
                <a:lnTo>
                  <a:pt x="87008" y="65267"/>
                </a:lnTo>
                <a:lnTo>
                  <a:pt x="87079" y="62286"/>
                </a:lnTo>
                <a:lnTo>
                  <a:pt x="87293" y="59393"/>
                </a:lnTo>
                <a:lnTo>
                  <a:pt x="87650" y="56586"/>
                </a:lnTo>
                <a:lnTo>
                  <a:pt x="88149" y="53867"/>
                </a:lnTo>
                <a:lnTo>
                  <a:pt x="88791" y="51234"/>
                </a:lnTo>
                <a:lnTo>
                  <a:pt x="89576" y="48688"/>
                </a:lnTo>
                <a:lnTo>
                  <a:pt x="90503" y="46230"/>
                </a:lnTo>
                <a:lnTo>
                  <a:pt x="91573" y="43858"/>
                </a:lnTo>
                <a:lnTo>
                  <a:pt x="92786" y="41574"/>
                </a:lnTo>
                <a:lnTo>
                  <a:pt x="94141" y="39376"/>
                </a:lnTo>
                <a:lnTo>
                  <a:pt x="95639" y="37265"/>
                </a:lnTo>
                <a:lnTo>
                  <a:pt x="97279" y="35241"/>
                </a:lnTo>
                <a:lnTo>
                  <a:pt x="99039" y="33343"/>
                </a:lnTo>
                <a:lnTo>
                  <a:pt x="100893" y="31610"/>
                </a:lnTo>
                <a:lnTo>
                  <a:pt x="102843" y="30042"/>
                </a:lnTo>
                <a:lnTo>
                  <a:pt x="104888" y="28639"/>
                </a:lnTo>
                <a:lnTo>
                  <a:pt x="107028" y="27402"/>
                </a:lnTo>
                <a:lnTo>
                  <a:pt x="109263" y="26329"/>
                </a:lnTo>
                <a:lnTo>
                  <a:pt x="111593" y="25421"/>
                </a:lnTo>
                <a:lnTo>
                  <a:pt x="114018" y="24678"/>
                </a:lnTo>
                <a:lnTo>
                  <a:pt x="116538" y="24101"/>
                </a:lnTo>
                <a:lnTo>
                  <a:pt x="119154" y="23688"/>
                </a:lnTo>
                <a:lnTo>
                  <a:pt x="121864" y="23440"/>
                </a:lnTo>
                <a:lnTo>
                  <a:pt x="124670" y="23358"/>
                </a:lnTo>
                <a:lnTo>
                  <a:pt x="127464" y="23440"/>
                </a:lnTo>
                <a:lnTo>
                  <a:pt x="130164" y="23688"/>
                </a:lnTo>
                <a:lnTo>
                  <a:pt x="132770" y="24101"/>
                </a:lnTo>
                <a:lnTo>
                  <a:pt x="135282" y="24678"/>
                </a:lnTo>
                <a:lnTo>
                  <a:pt x="137700" y="25421"/>
                </a:lnTo>
                <a:lnTo>
                  <a:pt x="140024" y="26329"/>
                </a:lnTo>
                <a:lnTo>
                  <a:pt x="142253" y="27402"/>
                </a:lnTo>
                <a:lnTo>
                  <a:pt x="144389" y="28639"/>
                </a:lnTo>
                <a:lnTo>
                  <a:pt x="146430" y="30042"/>
                </a:lnTo>
                <a:lnTo>
                  <a:pt x="148377" y="31610"/>
                </a:lnTo>
                <a:lnTo>
                  <a:pt x="150230" y="33343"/>
                </a:lnTo>
                <a:lnTo>
                  <a:pt x="151989" y="35241"/>
                </a:lnTo>
                <a:lnTo>
                  <a:pt x="153630" y="37265"/>
                </a:lnTo>
                <a:lnTo>
                  <a:pt x="155128" y="39376"/>
                </a:lnTo>
                <a:lnTo>
                  <a:pt x="156483" y="41574"/>
                </a:lnTo>
                <a:lnTo>
                  <a:pt x="157695" y="43858"/>
                </a:lnTo>
                <a:lnTo>
                  <a:pt x="158765" y="46230"/>
                </a:lnTo>
                <a:lnTo>
                  <a:pt x="159693" y="48688"/>
                </a:lnTo>
                <a:lnTo>
                  <a:pt x="160477" y="51234"/>
                </a:lnTo>
                <a:lnTo>
                  <a:pt x="161119" y="53867"/>
                </a:lnTo>
                <a:lnTo>
                  <a:pt x="161619" y="56586"/>
                </a:lnTo>
                <a:lnTo>
                  <a:pt x="161975" y="59393"/>
                </a:lnTo>
                <a:lnTo>
                  <a:pt x="162189" y="62286"/>
                </a:lnTo>
                <a:lnTo>
                  <a:pt x="162261" y="65267"/>
                </a:lnTo>
                <a:lnTo>
                  <a:pt x="162189" y="68247"/>
                </a:lnTo>
                <a:lnTo>
                  <a:pt x="161975" y="71141"/>
                </a:lnTo>
                <a:lnTo>
                  <a:pt x="161619" y="73949"/>
                </a:lnTo>
                <a:lnTo>
                  <a:pt x="161119" y="76671"/>
                </a:lnTo>
                <a:lnTo>
                  <a:pt x="160477" y="79306"/>
                </a:lnTo>
                <a:lnTo>
                  <a:pt x="159693" y="81854"/>
                </a:lnTo>
                <a:lnTo>
                  <a:pt x="158765" y="84316"/>
                </a:lnTo>
                <a:lnTo>
                  <a:pt x="157695" y="86692"/>
                </a:lnTo>
                <a:lnTo>
                  <a:pt x="156483" y="88981"/>
                </a:lnTo>
                <a:lnTo>
                  <a:pt x="155128" y="91183"/>
                </a:lnTo>
                <a:lnTo>
                  <a:pt x="153630" y="93300"/>
                </a:lnTo>
                <a:lnTo>
                  <a:pt x="151989" y="95329"/>
                </a:lnTo>
                <a:lnTo>
                  <a:pt x="150230" y="97233"/>
                </a:lnTo>
                <a:lnTo>
                  <a:pt x="148377" y="98971"/>
                </a:lnTo>
                <a:lnTo>
                  <a:pt x="146430" y="100543"/>
                </a:lnTo>
                <a:lnTo>
                  <a:pt x="144389" y="101950"/>
                </a:lnTo>
                <a:lnTo>
                  <a:pt x="142253" y="103191"/>
                </a:lnTo>
                <a:lnTo>
                  <a:pt x="140024" y="104267"/>
                </a:lnTo>
                <a:lnTo>
                  <a:pt x="137700" y="105178"/>
                </a:lnTo>
                <a:lnTo>
                  <a:pt x="135282" y="105922"/>
                </a:lnTo>
                <a:lnTo>
                  <a:pt x="132770" y="106502"/>
                </a:lnTo>
                <a:lnTo>
                  <a:pt x="130164" y="106915"/>
                </a:lnTo>
                <a:lnTo>
                  <a:pt x="127464" y="107164"/>
                </a:lnTo>
                <a:lnTo>
                  <a:pt x="124670" y="107246"/>
                </a:lnTo>
                <a:moveTo>
                  <a:pt x="124670" y="96137"/>
                </a:moveTo>
                <a:lnTo>
                  <a:pt x="126411" y="96080"/>
                </a:lnTo>
                <a:lnTo>
                  <a:pt x="128092" y="95909"/>
                </a:lnTo>
                <a:lnTo>
                  <a:pt x="129712" y="95623"/>
                </a:lnTo>
                <a:lnTo>
                  <a:pt x="131272" y="95223"/>
                </a:lnTo>
                <a:lnTo>
                  <a:pt x="132771" y="94708"/>
                </a:lnTo>
                <a:lnTo>
                  <a:pt x="134210" y="94079"/>
                </a:lnTo>
                <a:lnTo>
                  <a:pt x="135589" y="93336"/>
                </a:lnTo>
                <a:lnTo>
                  <a:pt x="136907" y="92479"/>
                </a:lnTo>
                <a:lnTo>
                  <a:pt x="138165" y="91507"/>
                </a:lnTo>
                <a:lnTo>
                  <a:pt x="139362" y="90421"/>
                </a:lnTo>
                <a:lnTo>
                  <a:pt x="140499" y="89220"/>
                </a:lnTo>
                <a:lnTo>
                  <a:pt x="141575" y="87905"/>
                </a:lnTo>
                <a:lnTo>
                  <a:pt x="142578" y="86491"/>
                </a:lnTo>
                <a:lnTo>
                  <a:pt x="143493" y="84990"/>
                </a:lnTo>
                <a:lnTo>
                  <a:pt x="144321" y="83404"/>
                </a:lnTo>
                <a:lnTo>
                  <a:pt x="145062" y="81731"/>
                </a:lnTo>
                <a:lnTo>
                  <a:pt x="145716" y="79974"/>
                </a:lnTo>
                <a:lnTo>
                  <a:pt x="146283" y="78130"/>
                </a:lnTo>
                <a:lnTo>
                  <a:pt x="146762" y="76200"/>
                </a:lnTo>
                <a:lnTo>
                  <a:pt x="147155" y="74185"/>
                </a:lnTo>
                <a:lnTo>
                  <a:pt x="147460" y="72084"/>
                </a:lnTo>
                <a:lnTo>
                  <a:pt x="147678" y="69897"/>
                </a:lnTo>
                <a:lnTo>
                  <a:pt x="147808" y="67625"/>
                </a:lnTo>
                <a:lnTo>
                  <a:pt x="147852" y="65267"/>
                </a:lnTo>
                <a:lnTo>
                  <a:pt x="147808" y="62920"/>
                </a:lnTo>
                <a:lnTo>
                  <a:pt x="147678" y="60657"/>
                </a:lnTo>
                <a:lnTo>
                  <a:pt x="147460" y="58480"/>
                </a:lnTo>
                <a:lnTo>
                  <a:pt x="147155" y="56387"/>
                </a:lnTo>
                <a:lnTo>
                  <a:pt x="146762" y="54380"/>
                </a:lnTo>
                <a:lnTo>
                  <a:pt x="146283" y="52457"/>
                </a:lnTo>
                <a:lnTo>
                  <a:pt x="145716" y="50618"/>
                </a:lnTo>
                <a:lnTo>
                  <a:pt x="145062" y="48865"/>
                </a:lnTo>
                <a:lnTo>
                  <a:pt x="144321" y="47196"/>
                </a:lnTo>
                <a:lnTo>
                  <a:pt x="143493" y="45612"/>
                </a:lnTo>
                <a:lnTo>
                  <a:pt x="142578" y="44113"/>
                </a:lnTo>
                <a:lnTo>
                  <a:pt x="141575" y="42699"/>
                </a:lnTo>
                <a:lnTo>
                  <a:pt x="140499" y="41384"/>
                </a:lnTo>
                <a:lnTo>
                  <a:pt x="139362" y="40183"/>
                </a:lnTo>
                <a:lnTo>
                  <a:pt x="138165" y="39097"/>
                </a:lnTo>
                <a:lnTo>
                  <a:pt x="136907" y="38126"/>
                </a:lnTo>
                <a:lnTo>
                  <a:pt x="135589" y="37268"/>
                </a:lnTo>
                <a:lnTo>
                  <a:pt x="134210" y="36525"/>
                </a:lnTo>
                <a:lnTo>
                  <a:pt x="132771" y="35896"/>
                </a:lnTo>
                <a:lnTo>
                  <a:pt x="131272" y="35382"/>
                </a:lnTo>
                <a:lnTo>
                  <a:pt x="129712" y="34981"/>
                </a:lnTo>
                <a:lnTo>
                  <a:pt x="128092" y="34696"/>
                </a:lnTo>
                <a:lnTo>
                  <a:pt x="126411" y="34524"/>
                </a:lnTo>
                <a:lnTo>
                  <a:pt x="124670" y="34467"/>
                </a:lnTo>
                <a:lnTo>
                  <a:pt x="122917" y="34524"/>
                </a:lnTo>
                <a:lnTo>
                  <a:pt x="121226" y="34696"/>
                </a:lnTo>
                <a:lnTo>
                  <a:pt x="119597" y="34981"/>
                </a:lnTo>
                <a:lnTo>
                  <a:pt x="118028" y="35382"/>
                </a:lnTo>
                <a:lnTo>
                  <a:pt x="116521" y="35896"/>
                </a:lnTo>
                <a:lnTo>
                  <a:pt x="115076" y="36525"/>
                </a:lnTo>
                <a:lnTo>
                  <a:pt x="113692" y="37268"/>
                </a:lnTo>
                <a:lnTo>
                  <a:pt x="112369" y="38126"/>
                </a:lnTo>
                <a:lnTo>
                  <a:pt x="111108" y="39097"/>
                </a:lnTo>
                <a:lnTo>
                  <a:pt x="109909" y="40183"/>
                </a:lnTo>
                <a:lnTo>
                  <a:pt x="108770" y="41384"/>
                </a:lnTo>
                <a:lnTo>
                  <a:pt x="107693" y="42699"/>
                </a:lnTo>
                <a:lnTo>
                  <a:pt x="106691" y="44113"/>
                </a:lnTo>
                <a:lnTo>
                  <a:pt x="105775" y="45612"/>
                </a:lnTo>
                <a:lnTo>
                  <a:pt x="104947" y="47196"/>
                </a:lnTo>
                <a:lnTo>
                  <a:pt x="104206" y="48865"/>
                </a:lnTo>
                <a:lnTo>
                  <a:pt x="103552" y="50618"/>
                </a:lnTo>
                <a:lnTo>
                  <a:pt x="102986" y="52457"/>
                </a:lnTo>
                <a:lnTo>
                  <a:pt x="102506" y="54380"/>
                </a:lnTo>
                <a:lnTo>
                  <a:pt x="102114" y="56387"/>
                </a:lnTo>
                <a:lnTo>
                  <a:pt x="101809" y="58480"/>
                </a:lnTo>
                <a:lnTo>
                  <a:pt x="101591" y="60657"/>
                </a:lnTo>
                <a:lnTo>
                  <a:pt x="101460" y="62920"/>
                </a:lnTo>
                <a:lnTo>
                  <a:pt x="101416" y="65267"/>
                </a:lnTo>
                <a:lnTo>
                  <a:pt x="101460" y="67625"/>
                </a:lnTo>
                <a:lnTo>
                  <a:pt x="101591" y="69897"/>
                </a:lnTo>
                <a:lnTo>
                  <a:pt x="101809" y="72084"/>
                </a:lnTo>
                <a:lnTo>
                  <a:pt x="102114" y="74185"/>
                </a:lnTo>
                <a:lnTo>
                  <a:pt x="102506" y="76200"/>
                </a:lnTo>
                <a:lnTo>
                  <a:pt x="102986" y="78130"/>
                </a:lnTo>
                <a:lnTo>
                  <a:pt x="103552" y="79974"/>
                </a:lnTo>
                <a:lnTo>
                  <a:pt x="104206" y="81731"/>
                </a:lnTo>
                <a:lnTo>
                  <a:pt x="104947" y="83404"/>
                </a:lnTo>
                <a:lnTo>
                  <a:pt x="105775" y="84990"/>
                </a:lnTo>
                <a:lnTo>
                  <a:pt x="106691" y="86491"/>
                </a:lnTo>
                <a:lnTo>
                  <a:pt x="107693" y="87905"/>
                </a:lnTo>
                <a:lnTo>
                  <a:pt x="108770" y="89220"/>
                </a:lnTo>
                <a:lnTo>
                  <a:pt x="109909" y="90421"/>
                </a:lnTo>
                <a:lnTo>
                  <a:pt x="111108" y="91507"/>
                </a:lnTo>
                <a:lnTo>
                  <a:pt x="112369" y="92479"/>
                </a:lnTo>
                <a:lnTo>
                  <a:pt x="113692" y="93336"/>
                </a:lnTo>
                <a:lnTo>
                  <a:pt x="115076" y="94079"/>
                </a:lnTo>
                <a:lnTo>
                  <a:pt x="116521" y="94708"/>
                </a:lnTo>
                <a:lnTo>
                  <a:pt x="118028" y="95223"/>
                </a:lnTo>
                <a:lnTo>
                  <a:pt x="119597" y="95623"/>
                </a:lnTo>
                <a:lnTo>
                  <a:pt x="121226" y="95909"/>
                </a:lnTo>
                <a:lnTo>
                  <a:pt x="122917" y="96080"/>
                </a:lnTo>
                <a:lnTo>
                  <a:pt x="124670" y="96137"/>
                </a:lnTo>
                <a:close/>
                <a:moveTo>
                  <a:pt x="180435" y="100795"/>
                </a:moveTo>
                <a:lnTo>
                  <a:pt x="180435" y="86737"/>
                </a:lnTo>
                <a:lnTo>
                  <a:pt x="181773" y="87582"/>
                </a:lnTo>
                <a:lnTo>
                  <a:pt x="183124" y="88384"/>
                </a:lnTo>
                <a:lnTo>
                  <a:pt x="184488" y="89143"/>
                </a:lnTo>
                <a:lnTo>
                  <a:pt x="185864" y="89859"/>
                </a:lnTo>
                <a:lnTo>
                  <a:pt x="187254" y="90531"/>
                </a:lnTo>
                <a:lnTo>
                  <a:pt x="188656" y="91161"/>
                </a:lnTo>
                <a:lnTo>
                  <a:pt x="190071" y="91748"/>
                </a:lnTo>
                <a:lnTo>
                  <a:pt x="191499" y="92292"/>
                </a:lnTo>
                <a:lnTo>
                  <a:pt x="192940" y="92792"/>
                </a:lnTo>
                <a:lnTo>
                  <a:pt x="194394" y="93250"/>
                </a:lnTo>
                <a:lnTo>
                  <a:pt x="195861" y="93665"/>
                </a:lnTo>
                <a:lnTo>
                  <a:pt x="197340" y="94036"/>
                </a:lnTo>
                <a:lnTo>
                  <a:pt x="198808" y="94372"/>
                </a:lnTo>
                <a:lnTo>
                  <a:pt x="200237" y="94678"/>
                </a:lnTo>
                <a:lnTo>
                  <a:pt x="201629" y="94956"/>
                </a:lnTo>
                <a:lnTo>
                  <a:pt x="202983" y="95204"/>
                </a:lnTo>
                <a:lnTo>
                  <a:pt x="204300" y="95422"/>
                </a:lnTo>
                <a:lnTo>
                  <a:pt x="205579" y="95612"/>
                </a:lnTo>
                <a:lnTo>
                  <a:pt x="206820" y="95773"/>
                </a:lnTo>
                <a:lnTo>
                  <a:pt x="208024" y="95904"/>
                </a:lnTo>
                <a:lnTo>
                  <a:pt x="209190" y="96006"/>
                </a:lnTo>
                <a:lnTo>
                  <a:pt x="210318" y="96079"/>
                </a:lnTo>
                <a:lnTo>
                  <a:pt x="211409" y="96123"/>
                </a:lnTo>
                <a:lnTo>
                  <a:pt x="212462" y="96137"/>
                </a:lnTo>
                <a:lnTo>
                  <a:pt x="214099" y="96115"/>
                </a:lnTo>
                <a:lnTo>
                  <a:pt x="215658" y="96048"/>
                </a:lnTo>
                <a:lnTo>
                  <a:pt x="217139" y="95935"/>
                </a:lnTo>
                <a:lnTo>
                  <a:pt x="218541" y="95778"/>
                </a:lnTo>
                <a:lnTo>
                  <a:pt x="219865" y="95577"/>
                </a:lnTo>
                <a:lnTo>
                  <a:pt x="221111" y="95330"/>
                </a:lnTo>
                <a:lnTo>
                  <a:pt x="222278" y="95038"/>
                </a:lnTo>
                <a:lnTo>
                  <a:pt x="223368" y="94702"/>
                </a:lnTo>
                <a:lnTo>
                  <a:pt x="224379" y="94321"/>
                </a:lnTo>
                <a:lnTo>
                  <a:pt x="225311" y="93895"/>
                </a:lnTo>
                <a:lnTo>
                  <a:pt x="226166" y="93424"/>
                </a:lnTo>
                <a:lnTo>
                  <a:pt x="226942" y="92908"/>
                </a:lnTo>
                <a:lnTo>
                  <a:pt x="227649" y="92359"/>
                </a:lnTo>
                <a:lnTo>
                  <a:pt x="228293" y="91788"/>
                </a:lnTo>
                <a:lnTo>
                  <a:pt x="228877" y="91194"/>
                </a:lnTo>
                <a:lnTo>
                  <a:pt x="229399" y="90578"/>
                </a:lnTo>
                <a:lnTo>
                  <a:pt x="229860" y="89940"/>
                </a:lnTo>
                <a:lnTo>
                  <a:pt x="230259" y="89280"/>
                </a:lnTo>
                <a:lnTo>
                  <a:pt x="230597" y="88598"/>
                </a:lnTo>
                <a:lnTo>
                  <a:pt x="230873" y="87894"/>
                </a:lnTo>
                <a:lnTo>
                  <a:pt x="231088" y="87167"/>
                </a:lnTo>
                <a:lnTo>
                  <a:pt x="231242" y="86418"/>
                </a:lnTo>
                <a:lnTo>
                  <a:pt x="231334" y="85648"/>
                </a:lnTo>
                <a:lnTo>
                  <a:pt x="231365" y="84854"/>
                </a:lnTo>
                <a:lnTo>
                  <a:pt x="231350" y="84329"/>
                </a:lnTo>
                <a:lnTo>
                  <a:pt x="231307" y="83816"/>
                </a:lnTo>
                <a:lnTo>
                  <a:pt x="231235" y="83315"/>
                </a:lnTo>
                <a:lnTo>
                  <a:pt x="231135" y="82828"/>
                </a:lnTo>
                <a:lnTo>
                  <a:pt x="231005" y="82353"/>
                </a:lnTo>
                <a:lnTo>
                  <a:pt x="230847" y="81891"/>
                </a:lnTo>
                <a:lnTo>
                  <a:pt x="230661" y="81442"/>
                </a:lnTo>
                <a:lnTo>
                  <a:pt x="230445" y="81006"/>
                </a:lnTo>
                <a:lnTo>
                  <a:pt x="230201" y="80583"/>
                </a:lnTo>
                <a:lnTo>
                  <a:pt x="229928" y="80172"/>
                </a:lnTo>
                <a:lnTo>
                  <a:pt x="229626" y="79774"/>
                </a:lnTo>
                <a:lnTo>
                  <a:pt x="229296" y="79389"/>
                </a:lnTo>
                <a:lnTo>
                  <a:pt x="228909" y="79003"/>
                </a:lnTo>
                <a:lnTo>
                  <a:pt x="228436" y="78603"/>
                </a:lnTo>
                <a:lnTo>
                  <a:pt x="227878" y="78187"/>
                </a:lnTo>
                <a:lnTo>
                  <a:pt x="227235" y="77757"/>
                </a:lnTo>
                <a:lnTo>
                  <a:pt x="226507" y="77312"/>
                </a:lnTo>
                <a:lnTo>
                  <a:pt x="225694" y="76852"/>
                </a:lnTo>
                <a:lnTo>
                  <a:pt x="224795" y="76378"/>
                </a:lnTo>
                <a:lnTo>
                  <a:pt x="223812" y="75889"/>
                </a:lnTo>
                <a:lnTo>
                  <a:pt x="222743" y="75384"/>
                </a:lnTo>
                <a:lnTo>
                  <a:pt x="221588" y="74865"/>
                </a:lnTo>
                <a:lnTo>
                  <a:pt x="220349" y="74332"/>
                </a:lnTo>
                <a:lnTo>
                  <a:pt x="219025" y="73783"/>
                </a:lnTo>
                <a:lnTo>
                  <a:pt x="214459" y="71938"/>
                </a:lnTo>
                <a:lnTo>
                  <a:pt x="205258" y="68318"/>
                </a:lnTo>
                <a:lnTo>
                  <a:pt x="202862" y="67365"/>
                </a:lnTo>
                <a:lnTo>
                  <a:pt x="200618" y="66425"/>
                </a:lnTo>
                <a:lnTo>
                  <a:pt x="198526" y="65496"/>
                </a:lnTo>
                <a:lnTo>
                  <a:pt x="196587" y="64579"/>
                </a:lnTo>
                <a:lnTo>
                  <a:pt x="194801" y="63673"/>
                </a:lnTo>
                <a:lnTo>
                  <a:pt x="193168" y="62779"/>
                </a:lnTo>
                <a:lnTo>
                  <a:pt x="191687" y="61897"/>
                </a:lnTo>
                <a:lnTo>
                  <a:pt x="190358" y="61026"/>
                </a:lnTo>
                <a:lnTo>
                  <a:pt x="189182" y="60167"/>
                </a:lnTo>
                <a:lnTo>
                  <a:pt x="188159" y="59320"/>
                </a:lnTo>
                <a:lnTo>
                  <a:pt x="187288" y="58484"/>
                </a:lnTo>
                <a:lnTo>
                  <a:pt x="186570" y="57660"/>
                </a:lnTo>
                <a:lnTo>
                  <a:pt x="185943" y="56839"/>
                </a:lnTo>
                <a:lnTo>
                  <a:pt x="185371" y="55987"/>
                </a:lnTo>
                <a:lnTo>
                  <a:pt x="184853" y="55107"/>
                </a:lnTo>
                <a:lnTo>
                  <a:pt x="184390" y="54196"/>
                </a:lnTo>
                <a:lnTo>
                  <a:pt x="183981" y="53256"/>
                </a:lnTo>
                <a:lnTo>
                  <a:pt x="183627" y="52286"/>
                </a:lnTo>
                <a:lnTo>
                  <a:pt x="183328" y="51287"/>
                </a:lnTo>
                <a:lnTo>
                  <a:pt x="183082" y="50258"/>
                </a:lnTo>
                <a:lnTo>
                  <a:pt x="182892" y="49199"/>
                </a:lnTo>
                <a:lnTo>
                  <a:pt x="182755" y="48111"/>
                </a:lnTo>
                <a:lnTo>
                  <a:pt x="182674" y="46993"/>
                </a:lnTo>
                <a:lnTo>
                  <a:pt x="182647" y="45845"/>
                </a:lnTo>
                <a:lnTo>
                  <a:pt x="182699" y="44233"/>
                </a:lnTo>
                <a:lnTo>
                  <a:pt x="182858" y="42669"/>
                </a:lnTo>
                <a:lnTo>
                  <a:pt x="183121" y="41153"/>
                </a:lnTo>
                <a:lnTo>
                  <a:pt x="183491" y="39686"/>
                </a:lnTo>
                <a:lnTo>
                  <a:pt x="183965" y="38267"/>
                </a:lnTo>
                <a:lnTo>
                  <a:pt x="184546" y="36897"/>
                </a:lnTo>
                <a:lnTo>
                  <a:pt x="185231" y="35575"/>
                </a:lnTo>
                <a:lnTo>
                  <a:pt x="186023" y="34301"/>
                </a:lnTo>
                <a:lnTo>
                  <a:pt x="186920" y="33076"/>
                </a:lnTo>
                <a:lnTo>
                  <a:pt x="187922" y="31899"/>
                </a:lnTo>
                <a:lnTo>
                  <a:pt x="189030" y="30771"/>
                </a:lnTo>
                <a:lnTo>
                  <a:pt x="190243" y="29691"/>
                </a:lnTo>
                <a:lnTo>
                  <a:pt x="191575" y="28680"/>
                </a:lnTo>
                <a:lnTo>
                  <a:pt x="193038" y="27756"/>
                </a:lnTo>
                <a:lnTo>
                  <a:pt x="194632" y="26920"/>
                </a:lnTo>
                <a:lnTo>
                  <a:pt x="196358" y="26173"/>
                </a:lnTo>
                <a:lnTo>
                  <a:pt x="198214" y="25513"/>
                </a:lnTo>
                <a:lnTo>
                  <a:pt x="200202" y="24941"/>
                </a:lnTo>
                <a:lnTo>
                  <a:pt x="202322" y="24457"/>
                </a:lnTo>
                <a:lnTo>
                  <a:pt x="204572" y="24062"/>
                </a:lnTo>
                <a:lnTo>
                  <a:pt x="206954" y="23754"/>
                </a:lnTo>
                <a:lnTo>
                  <a:pt x="209467" y="23534"/>
                </a:lnTo>
                <a:lnTo>
                  <a:pt x="212112" y="23402"/>
                </a:lnTo>
                <a:lnTo>
                  <a:pt x="214887" y="23358"/>
                </a:lnTo>
                <a:lnTo>
                  <a:pt x="217006" y="23383"/>
                </a:lnTo>
                <a:lnTo>
                  <a:pt x="219106" y="23461"/>
                </a:lnTo>
                <a:lnTo>
                  <a:pt x="221187" y="23589"/>
                </a:lnTo>
                <a:lnTo>
                  <a:pt x="223249" y="23769"/>
                </a:lnTo>
                <a:lnTo>
                  <a:pt x="225292" y="24001"/>
                </a:lnTo>
                <a:lnTo>
                  <a:pt x="227317" y="24284"/>
                </a:lnTo>
                <a:lnTo>
                  <a:pt x="229322" y="24618"/>
                </a:lnTo>
                <a:lnTo>
                  <a:pt x="231309" y="25004"/>
                </a:lnTo>
                <a:lnTo>
                  <a:pt x="233277" y="25441"/>
                </a:lnTo>
                <a:lnTo>
                  <a:pt x="235226" y="25929"/>
                </a:lnTo>
                <a:lnTo>
                  <a:pt x="237157" y="26469"/>
                </a:lnTo>
                <a:lnTo>
                  <a:pt x="239068" y="27061"/>
                </a:lnTo>
                <a:lnTo>
                  <a:pt x="239068" y="39167"/>
                </a:lnTo>
                <a:lnTo>
                  <a:pt x="236892" y="38416"/>
                </a:lnTo>
                <a:lnTo>
                  <a:pt x="234737" y="37731"/>
                </a:lnTo>
                <a:lnTo>
                  <a:pt x="232604" y="37111"/>
                </a:lnTo>
                <a:lnTo>
                  <a:pt x="230493" y="36556"/>
                </a:lnTo>
                <a:lnTo>
                  <a:pt x="228403" y="36066"/>
                </a:lnTo>
                <a:lnTo>
                  <a:pt x="226336" y="35642"/>
                </a:lnTo>
                <a:lnTo>
                  <a:pt x="224290" y="35283"/>
                </a:lnTo>
                <a:lnTo>
                  <a:pt x="222266" y="34989"/>
                </a:lnTo>
                <a:lnTo>
                  <a:pt x="220264" y="34761"/>
                </a:lnTo>
                <a:lnTo>
                  <a:pt x="218284" y="34598"/>
                </a:lnTo>
                <a:lnTo>
                  <a:pt x="216325" y="34500"/>
                </a:lnTo>
                <a:lnTo>
                  <a:pt x="214388" y="34467"/>
                </a:lnTo>
                <a:lnTo>
                  <a:pt x="213011" y="34487"/>
                </a:lnTo>
                <a:lnTo>
                  <a:pt x="211685" y="34549"/>
                </a:lnTo>
                <a:lnTo>
                  <a:pt x="210409" y="34651"/>
                </a:lnTo>
                <a:lnTo>
                  <a:pt x="209185" y="34794"/>
                </a:lnTo>
                <a:lnTo>
                  <a:pt x="208012" y="34979"/>
                </a:lnTo>
                <a:lnTo>
                  <a:pt x="206890" y="35204"/>
                </a:lnTo>
                <a:lnTo>
                  <a:pt x="205818" y="35470"/>
                </a:lnTo>
                <a:lnTo>
                  <a:pt x="204798" y="35777"/>
                </a:lnTo>
                <a:lnTo>
                  <a:pt x="203829" y="36124"/>
                </a:lnTo>
                <a:lnTo>
                  <a:pt x="202911" y="36513"/>
                </a:lnTo>
                <a:lnTo>
                  <a:pt x="202044" y="36943"/>
                </a:lnTo>
                <a:lnTo>
                  <a:pt x="201228" y="37413"/>
                </a:lnTo>
                <a:lnTo>
                  <a:pt x="200470" y="37914"/>
                </a:lnTo>
                <a:lnTo>
                  <a:pt x="199778" y="38435"/>
                </a:lnTo>
                <a:lnTo>
                  <a:pt x="199153" y="38976"/>
                </a:lnTo>
                <a:lnTo>
                  <a:pt x="198593" y="39538"/>
                </a:lnTo>
                <a:lnTo>
                  <a:pt x="198099" y="40120"/>
                </a:lnTo>
                <a:lnTo>
                  <a:pt x="197670" y="40721"/>
                </a:lnTo>
                <a:lnTo>
                  <a:pt x="197308" y="41344"/>
                </a:lnTo>
                <a:lnTo>
                  <a:pt x="197011" y="41986"/>
                </a:lnTo>
                <a:lnTo>
                  <a:pt x="196781" y="42648"/>
                </a:lnTo>
                <a:lnTo>
                  <a:pt x="196616" y="43331"/>
                </a:lnTo>
                <a:lnTo>
                  <a:pt x="196517" y="44034"/>
                </a:lnTo>
                <a:lnTo>
                  <a:pt x="196484" y="44757"/>
                </a:lnTo>
                <a:lnTo>
                  <a:pt x="196513" y="45455"/>
                </a:lnTo>
                <a:lnTo>
                  <a:pt x="196599" y="46129"/>
                </a:lnTo>
                <a:lnTo>
                  <a:pt x="196743" y="46779"/>
                </a:lnTo>
                <a:lnTo>
                  <a:pt x="196944" y="47406"/>
                </a:lnTo>
                <a:lnTo>
                  <a:pt x="197203" y="48009"/>
                </a:lnTo>
                <a:lnTo>
                  <a:pt x="197519" y="48589"/>
                </a:lnTo>
                <a:lnTo>
                  <a:pt x="197892" y="49145"/>
                </a:lnTo>
                <a:lnTo>
                  <a:pt x="198323" y="49677"/>
                </a:lnTo>
                <a:lnTo>
                  <a:pt x="198812" y="50185"/>
                </a:lnTo>
                <a:lnTo>
                  <a:pt x="199357" y="50670"/>
                </a:lnTo>
                <a:lnTo>
                  <a:pt x="199961" y="51132"/>
                </a:lnTo>
                <a:lnTo>
                  <a:pt x="200622" y="51569"/>
                </a:lnTo>
                <a:lnTo>
                  <a:pt x="201335" y="52000"/>
                </a:lnTo>
                <a:lnTo>
                  <a:pt x="202119" y="52442"/>
                </a:lnTo>
                <a:lnTo>
                  <a:pt x="202975" y="52895"/>
                </a:lnTo>
                <a:lnTo>
                  <a:pt x="203903" y="53359"/>
                </a:lnTo>
                <a:lnTo>
                  <a:pt x="204901" y="53834"/>
                </a:lnTo>
                <a:lnTo>
                  <a:pt x="205971" y="54319"/>
                </a:lnTo>
                <a:lnTo>
                  <a:pt x="207113" y="54816"/>
                </a:lnTo>
                <a:lnTo>
                  <a:pt x="208325" y="55323"/>
                </a:lnTo>
                <a:lnTo>
                  <a:pt x="209609" y="55841"/>
                </a:lnTo>
                <a:lnTo>
                  <a:pt x="210964" y="56370"/>
                </a:lnTo>
                <a:lnTo>
                  <a:pt x="212391" y="56909"/>
                </a:lnTo>
                <a:lnTo>
                  <a:pt x="213889" y="57460"/>
                </a:lnTo>
                <a:lnTo>
                  <a:pt x="222876" y="60724"/>
                </a:lnTo>
                <a:lnTo>
                  <a:pt x="224882" y="61475"/>
                </a:lnTo>
                <a:lnTo>
                  <a:pt x="226786" y="62237"/>
                </a:lnTo>
                <a:lnTo>
                  <a:pt x="228587" y="63010"/>
                </a:lnTo>
                <a:lnTo>
                  <a:pt x="230287" y="63793"/>
                </a:lnTo>
                <a:lnTo>
                  <a:pt x="231884" y="64588"/>
                </a:lnTo>
                <a:lnTo>
                  <a:pt x="233380" y="65394"/>
                </a:lnTo>
                <a:lnTo>
                  <a:pt x="234773" y="66211"/>
                </a:lnTo>
                <a:lnTo>
                  <a:pt x="236064" y="67039"/>
                </a:lnTo>
                <a:lnTo>
                  <a:pt x="237254" y="67878"/>
                </a:lnTo>
                <a:lnTo>
                  <a:pt x="238341" y="68728"/>
                </a:lnTo>
                <a:lnTo>
                  <a:pt x="239326" y="69589"/>
                </a:lnTo>
                <a:lnTo>
                  <a:pt x="240209" y="70461"/>
                </a:lnTo>
                <a:lnTo>
                  <a:pt x="241007" y="71356"/>
                </a:lnTo>
                <a:lnTo>
                  <a:pt x="241735" y="72289"/>
                </a:lnTo>
                <a:lnTo>
                  <a:pt x="242394" y="73258"/>
                </a:lnTo>
                <a:lnTo>
                  <a:pt x="242983" y="74263"/>
                </a:lnTo>
                <a:lnTo>
                  <a:pt x="243503" y="75305"/>
                </a:lnTo>
                <a:lnTo>
                  <a:pt x="243954" y="76384"/>
                </a:lnTo>
                <a:lnTo>
                  <a:pt x="244336" y="77499"/>
                </a:lnTo>
                <a:lnTo>
                  <a:pt x="244648" y="78651"/>
                </a:lnTo>
                <a:lnTo>
                  <a:pt x="244890" y="79839"/>
                </a:lnTo>
                <a:lnTo>
                  <a:pt x="245064" y="81064"/>
                </a:lnTo>
                <a:lnTo>
                  <a:pt x="245168" y="82326"/>
                </a:lnTo>
                <a:lnTo>
                  <a:pt x="245203" y="83624"/>
                </a:lnTo>
                <a:lnTo>
                  <a:pt x="245147" y="85318"/>
                </a:lnTo>
                <a:lnTo>
                  <a:pt x="244982" y="86961"/>
                </a:lnTo>
                <a:lnTo>
                  <a:pt x="244705" y="88553"/>
                </a:lnTo>
                <a:lnTo>
                  <a:pt x="244319" y="90095"/>
                </a:lnTo>
                <a:lnTo>
                  <a:pt x="243822" y="91585"/>
                </a:lnTo>
                <a:lnTo>
                  <a:pt x="243214" y="93025"/>
                </a:lnTo>
                <a:lnTo>
                  <a:pt x="242496" y="94414"/>
                </a:lnTo>
                <a:lnTo>
                  <a:pt x="241668" y="95752"/>
                </a:lnTo>
                <a:lnTo>
                  <a:pt x="240729" y="97039"/>
                </a:lnTo>
                <a:lnTo>
                  <a:pt x="239679" y="98275"/>
                </a:lnTo>
                <a:lnTo>
                  <a:pt x="238520" y="99460"/>
                </a:lnTo>
                <a:lnTo>
                  <a:pt x="237249" y="100595"/>
                </a:lnTo>
                <a:lnTo>
                  <a:pt x="235858" y="101657"/>
                </a:lnTo>
                <a:lnTo>
                  <a:pt x="234334" y="102627"/>
                </a:lnTo>
                <a:lnTo>
                  <a:pt x="232678" y="103505"/>
                </a:lnTo>
                <a:lnTo>
                  <a:pt x="230889" y="104290"/>
                </a:lnTo>
                <a:lnTo>
                  <a:pt x="228968" y="104983"/>
                </a:lnTo>
                <a:lnTo>
                  <a:pt x="226915" y="105584"/>
                </a:lnTo>
                <a:lnTo>
                  <a:pt x="224730" y="106092"/>
                </a:lnTo>
                <a:lnTo>
                  <a:pt x="222413" y="106507"/>
                </a:lnTo>
                <a:lnTo>
                  <a:pt x="219963" y="106831"/>
                </a:lnTo>
                <a:lnTo>
                  <a:pt x="217381" y="107062"/>
                </a:lnTo>
                <a:lnTo>
                  <a:pt x="214667" y="107200"/>
                </a:lnTo>
                <a:lnTo>
                  <a:pt x="211820" y="107246"/>
                </a:lnTo>
                <a:lnTo>
                  <a:pt x="209270" y="107202"/>
                </a:lnTo>
                <a:lnTo>
                  <a:pt x="206708" y="107067"/>
                </a:lnTo>
                <a:lnTo>
                  <a:pt x="204135" y="106843"/>
                </a:lnTo>
                <a:lnTo>
                  <a:pt x="201549" y="106530"/>
                </a:lnTo>
                <a:lnTo>
                  <a:pt x="198951" y="106126"/>
                </a:lnTo>
                <a:lnTo>
                  <a:pt x="196342" y="105634"/>
                </a:lnTo>
                <a:lnTo>
                  <a:pt x="193720" y="105051"/>
                </a:lnTo>
                <a:lnTo>
                  <a:pt x="191087" y="104379"/>
                </a:lnTo>
                <a:lnTo>
                  <a:pt x="188442" y="103618"/>
                </a:lnTo>
                <a:lnTo>
                  <a:pt x="185785" y="102766"/>
                </a:lnTo>
                <a:lnTo>
                  <a:pt x="183116" y="101825"/>
                </a:lnTo>
                <a:lnTo>
                  <a:pt x="180435" y="100795"/>
                </a:lnTo>
                <a:close/>
                <a:moveTo>
                  <a:pt x="319514" y="87084"/>
                </a:moveTo>
                <a:lnTo>
                  <a:pt x="318486" y="88718"/>
                </a:lnTo>
                <a:lnTo>
                  <a:pt x="317424" y="90284"/>
                </a:lnTo>
                <a:lnTo>
                  <a:pt x="316328" y="91781"/>
                </a:lnTo>
                <a:lnTo>
                  <a:pt x="315198" y="93209"/>
                </a:lnTo>
                <a:lnTo>
                  <a:pt x="314034" y="94569"/>
                </a:lnTo>
                <a:lnTo>
                  <a:pt x="312835" y="95861"/>
                </a:lnTo>
                <a:lnTo>
                  <a:pt x="311603" y="97084"/>
                </a:lnTo>
                <a:lnTo>
                  <a:pt x="310336" y="98238"/>
                </a:lnTo>
                <a:lnTo>
                  <a:pt x="309035" y="99324"/>
                </a:lnTo>
                <a:lnTo>
                  <a:pt x="307700" y="100341"/>
                </a:lnTo>
                <a:lnTo>
                  <a:pt x="306330" y="101290"/>
                </a:lnTo>
                <a:lnTo>
                  <a:pt x="304927" y="102170"/>
                </a:lnTo>
                <a:lnTo>
                  <a:pt x="303516" y="102981"/>
                </a:lnTo>
                <a:lnTo>
                  <a:pt x="302124" y="103721"/>
                </a:lnTo>
                <a:lnTo>
                  <a:pt x="300752" y="104391"/>
                </a:lnTo>
                <a:lnTo>
                  <a:pt x="299399" y="104990"/>
                </a:lnTo>
                <a:lnTo>
                  <a:pt x="298065" y="105519"/>
                </a:lnTo>
                <a:lnTo>
                  <a:pt x="296751" y="105977"/>
                </a:lnTo>
                <a:lnTo>
                  <a:pt x="295456" y="106365"/>
                </a:lnTo>
                <a:lnTo>
                  <a:pt x="294180" y="106682"/>
                </a:lnTo>
                <a:lnTo>
                  <a:pt x="292923" y="106929"/>
                </a:lnTo>
                <a:lnTo>
                  <a:pt x="291686" y="107105"/>
                </a:lnTo>
                <a:lnTo>
                  <a:pt x="290468" y="107211"/>
                </a:lnTo>
                <a:lnTo>
                  <a:pt x="289270" y="107246"/>
                </a:lnTo>
                <a:lnTo>
                  <a:pt x="287620" y="107187"/>
                </a:lnTo>
                <a:lnTo>
                  <a:pt x="285998" y="107007"/>
                </a:lnTo>
                <a:lnTo>
                  <a:pt x="284404" y="106708"/>
                </a:lnTo>
                <a:lnTo>
                  <a:pt x="282838" y="106289"/>
                </a:lnTo>
                <a:lnTo>
                  <a:pt x="281301" y="105750"/>
                </a:lnTo>
                <a:lnTo>
                  <a:pt x="279792" y="105092"/>
                </a:lnTo>
                <a:lnTo>
                  <a:pt x="278311" y="104314"/>
                </a:lnTo>
                <a:lnTo>
                  <a:pt x="276859" y="103417"/>
                </a:lnTo>
                <a:lnTo>
                  <a:pt x="275434" y="102400"/>
                </a:lnTo>
                <a:lnTo>
                  <a:pt x="274038" y="101263"/>
                </a:lnTo>
                <a:lnTo>
                  <a:pt x="272670" y="100006"/>
                </a:lnTo>
                <a:lnTo>
                  <a:pt x="271331" y="98630"/>
                </a:lnTo>
                <a:lnTo>
                  <a:pt x="270060" y="97132"/>
                </a:lnTo>
                <a:lnTo>
                  <a:pt x="268900" y="95510"/>
                </a:lnTo>
                <a:lnTo>
                  <a:pt x="267851" y="93765"/>
                </a:lnTo>
                <a:lnTo>
                  <a:pt x="266912" y="91896"/>
                </a:lnTo>
                <a:lnTo>
                  <a:pt x="266084" y="89904"/>
                </a:lnTo>
                <a:lnTo>
                  <a:pt x="265366" y="87788"/>
                </a:lnTo>
                <a:lnTo>
                  <a:pt x="264758" y="85548"/>
                </a:lnTo>
                <a:lnTo>
                  <a:pt x="264261" y="83184"/>
                </a:lnTo>
                <a:lnTo>
                  <a:pt x="263874" y="80697"/>
                </a:lnTo>
                <a:lnTo>
                  <a:pt x="263598" y="78087"/>
                </a:lnTo>
                <a:lnTo>
                  <a:pt x="263433" y="75353"/>
                </a:lnTo>
                <a:lnTo>
                  <a:pt x="263377" y="72495"/>
                </a:lnTo>
                <a:lnTo>
                  <a:pt x="263414" y="70213"/>
                </a:lnTo>
                <a:lnTo>
                  <a:pt x="263524" y="67972"/>
                </a:lnTo>
                <a:lnTo>
                  <a:pt x="263707" y="65772"/>
                </a:lnTo>
                <a:lnTo>
                  <a:pt x="263964" y="63613"/>
                </a:lnTo>
                <a:lnTo>
                  <a:pt x="264294" y="61495"/>
                </a:lnTo>
                <a:lnTo>
                  <a:pt x="264697" y="59418"/>
                </a:lnTo>
                <a:lnTo>
                  <a:pt x="265173" y="57382"/>
                </a:lnTo>
                <a:lnTo>
                  <a:pt x="265723" y="55388"/>
                </a:lnTo>
                <a:lnTo>
                  <a:pt x="266346" y="53434"/>
                </a:lnTo>
                <a:lnTo>
                  <a:pt x="267043" y="51521"/>
                </a:lnTo>
                <a:lnTo>
                  <a:pt x="267813" y="49650"/>
                </a:lnTo>
                <a:lnTo>
                  <a:pt x="268656" y="47819"/>
                </a:lnTo>
                <a:lnTo>
                  <a:pt x="269560" y="46041"/>
                </a:lnTo>
                <a:lnTo>
                  <a:pt x="270514" y="44326"/>
                </a:lnTo>
                <a:lnTo>
                  <a:pt x="271518" y="42674"/>
                </a:lnTo>
                <a:lnTo>
                  <a:pt x="272571" y="41086"/>
                </a:lnTo>
                <a:lnTo>
                  <a:pt x="273674" y="39561"/>
                </a:lnTo>
                <a:lnTo>
                  <a:pt x="274826" y="38099"/>
                </a:lnTo>
                <a:lnTo>
                  <a:pt x="276027" y="36700"/>
                </a:lnTo>
                <a:lnTo>
                  <a:pt x="277279" y="35365"/>
                </a:lnTo>
                <a:lnTo>
                  <a:pt x="278579" y="34093"/>
                </a:lnTo>
                <a:lnTo>
                  <a:pt x="279930" y="32884"/>
                </a:lnTo>
                <a:lnTo>
                  <a:pt x="281330" y="31739"/>
                </a:lnTo>
                <a:lnTo>
                  <a:pt x="282779" y="30657"/>
                </a:lnTo>
                <a:lnTo>
                  <a:pt x="284282" y="29650"/>
                </a:lnTo>
                <a:lnTo>
                  <a:pt x="285844" y="28731"/>
                </a:lnTo>
                <a:lnTo>
                  <a:pt x="287464" y="27900"/>
                </a:lnTo>
                <a:lnTo>
                  <a:pt x="289143" y="27156"/>
                </a:lnTo>
                <a:lnTo>
                  <a:pt x="290880" y="26499"/>
                </a:lnTo>
                <a:lnTo>
                  <a:pt x="292676" y="25930"/>
                </a:lnTo>
                <a:lnTo>
                  <a:pt x="294530" y="25449"/>
                </a:lnTo>
                <a:lnTo>
                  <a:pt x="296443" y="25055"/>
                </a:lnTo>
                <a:lnTo>
                  <a:pt x="298414" y="24749"/>
                </a:lnTo>
                <a:lnTo>
                  <a:pt x="300443" y="24530"/>
                </a:lnTo>
                <a:lnTo>
                  <a:pt x="302531" y="24399"/>
                </a:lnTo>
                <a:lnTo>
                  <a:pt x="304677" y="24355"/>
                </a:lnTo>
                <a:lnTo>
                  <a:pt x="305334" y="24360"/>
                </a:lnTo>
                <a:lnTo>
                  <a:pt x="306044" y="24377"/>
                </a:lnTo>
                <a:lnTo>
                  <a:pt x="306808" y="24404"/>
                </a:lnTo>
                <a:lnTo>
                  <a:pt x="307625" y="24442"/>
                </a:lnTo>
                <a:lnTo>
                  <a:pt x="308496" y="24491"/>
                </a:lnTo>
                <a:lnTo>
                  <a:pt x="309421" y="24551"/>
                </a:lnTo>
                <a:lnTo>
                  <a:pt x="310398" y="24621"/>
                </a:lnTo>
                <a:lnTo>
                  <a:pt x="311430" y="24703"/>
                </a:lnTo>
                <a:lnTo>
                  <a:pt x="312514" y="24795"/>
                </a:lnTo>
                <a:lnTo>
                  <a:pt x="313653" y="24899"/>
                </a:lnTo>
                <a:lnTo>
                  <a:pt x="314845" y="25013"/>
                </a:lnTo>
                <a:lnTo>
                  <a:pt x="316090" y="25138"/>
                </a:lnTo>
                <a:lnTo>
                  <a:pt x="316288" y="25162"/>
                </a:lnTo>
                <a:lnTo>
                  <a:pt x="316502" y="25188"/>
                </a:lnTo>
                <a:lnTo>
                  <a:pt x="316732" y="25214"/>
                </a:lnTo>
                <a:lnTo>
                  <a:pt x="316978" y="25241"/>
                </a:lnTo>
                <a:lnTo>
                  <a:pt x="317239" y="25269"/>
                </a:lnTo>
                <a:lnTo>
                  <a:pt x="317516" y="25298"/>
                </a:lnTo>
                <a:lnTo>
                  <a:pt x="317810" y="25329"/>
                </a:lnTo>
                <a:lnTo>
                  <a:pt x="318119" y="25360"/>
                </a:lnTo>
                <a:lnTo>
                  <a:pt x="318444" y="25392"/>
                </a:lnTo>
                <a:lnTo>
                  <a:pt x="318785" y="25425"/>
                </a:lnTo>
                <a:lnTo>
                  <a:pt x="319141" y="25459"/>
                </a:lnTo>
                <a:lnTo>
                  <a:pt x="319514" y="25494"/>
                </a:lnTo>
                <a:lnTo>
                  <a:pt x="332852" y="25494"/>
                </a:lnTo>
                <a:lnTo>
                  <a:pt x="332852" y="81681"/>
                </a:lnTo>
                <a:lnTo>
                  <a:pt x="332873" y="84048"/>
                </a:lnTo>
                <a:lnTo>
                  <a:pt x="332936" y="86340"/>
                </a:lnTo>
                <a:lnTo>
                  <a:pt x="333040" y="88556"/>
                </a:lnTo>
                <a:lnTo>
                  <a:pt x="333185" y="90697"/>
                </a:lnTo>
                <a:lnTo>
                  <a:pt x="333372" y="92763"/>
                </a:lnTo>
                <a:lnTo>
                  <a:pt x="333601" y="94753"/>
                </a:lnTo>
                <a:lnTo>
                  <a:pt x="333872" y="96668"/>
                </a:lnTo>
                <a:lnTo>
                  <a:pt x="334184" y="98507"/>
                </a:lnTo>
                <a:lnTo>
                  <a:pt x="334537" y="100271"/>
                </a:lnTo>
                <a:lnTo>
                  <a:pt x="334933" y="101959"/>
                </a:lnTo>
                <a:lnTo>
                  <a:pt x="335370" y="103572"/>
                </a:lnTo>
                <a:lnTo>
                  <a:pt x="335848" y="105110"/>
                </a:lnTo>
                <a:lnTo>
                  <a:pt x="322010" y="105110"/>
                </a:lnTo>
                <a:lnTo>
                  <a:pt x="321753" y="103975"/>
                </a:lnTo>
                <a:lnTo>
                  <a:pt x="321505" y="102774"/>
                </a:lnTo>
                <a:lnTo>
                  <a:pt x="321266" y="101506"/>
                </a:lnTo>
                <a:lnTo>
                  <a:pt x="321035" y="100171"/>
                </a:lnTo>
                <a:lnTo>
                  <a:pt x="320814" y="98769"/>
                </a:lnTo>
                <a:lnTo>
                  <a:pt x="320601" y="97300"/>
                </a:lnTo>
                <a:lnTo>
                  <a:pt x="320398" y="95764"/>
                </a:lnTo>
                <a:lnTo>
                  <a:pt x="320203" y="94162"/>
                </a:lnTo>
                <a:lnTo>
                  <a:pt x="320017" y="92493"/>
                </a:lnTo>
                <a:lnTo>
                  <a:pt x="319841" y="90757"/>
                </a:lnTo>
                <a:lnTo>
                  <a:pt x="319673" y="88954"/>
                </a:lnTo>
                <a:lnTo>
                  <a:pt x="319514" y="87084"/>
                </a:lnTo>
                <a:moveTo>
                  <a:pt x="319514" y="71426"/>
                </a:moveTo>
                <a:lnTo>
                  <a:pt x="319514" y="37315"/>
                </a:lnTo>
                <a:lnTo>
                  <a:pt x="318344" y="37020"/>
                </a:lnTo>
                <a:lnTo>
                  <a:pt x="317188" y="36750"/>
                </a:lnTo>
                <a:lnTo>
                  <a:pt x="316045" y="36505"/>
                </a:lnTo>
                <a:lnTo>
                  <a:pt x="314917" y="36287"/>
                </a:lnTo>
                <a:lnTo>
                  <a:pt x="313802" y="36094"/>
                </a:lnTo>
                <a:lnTo>
                  <a:pt x="312702" y="35927"/>
                </a:lnTo>
                <a:lnTo>
                  <a:pt x="311615" y="35785"/>
                </a:lnTo>
                <a:lnTo>
                  <a:pt x="310542" y="35670"/>
                </a:lnTo>
                <a:lnTo>
                  <a:pt x="309483" y="35580"/>
                </a:lnTo>
                <a:lnTo>
                  <a:pt x="308438" y="35515"/>
                </a:lnTo>
                <a:lnTo>
                  <a:pt x="307407" y="35477"/>
                </a:lnTo>
                <a:lnTo>
                  <a:pt x="306389" y="35464"/>
                </a:lnTo>
                <a:lnTo>
                  <a:pt x="304373" y="35530"/>
                </a:lnTo>
                <a:lnTo>
                  <a:pt x="302413" y="35727"/>
                </a:lnTo>
                <a:lnTo>
                  <a:pt x="300511" y="36056"/>
                </a:lnTo>
                <a:lnTo>
                  <a:pt x="298666" y="36516"/>
                </a:lnTo>
                <a:lnTo>
                  <a:pt x="296877" y="37108"/>
                </a:lnTo>
                <a:lnTo>
                  <a:pt x="295146" y="37832"/>
                </a:lnTo>
                <a:lnTo>
                  <a:pt x="293471" y="38687"/>
                </a:lnTo>
                <a:lnTo>
                  <a:pt x="291854" y="39673"/>
                </a:lnTo>
                <a:lnTo>
                  <a:pt x="290293" y="40792"/>
                </a:lnTo>
                <a:lnTo>
                  <a:pt x="288789" y="42041"/>
                </a:lnTo>
                <a:lnTo>
                  <a:pt x="287343" y="43422"/>
                </a:lnTo>
                <a:lnTo>
                  <a:pt x="285953" y="44935"/>
                </a:lnTo>
                <a:lnTo>
                  <a:pt x="284649" y="46561"/>
                </a:lnTo>
                <a:lnTo>
                  <a:pt x="283458" y="48282"/>
                </a:lnTo>
                <a:lnTo>
                  <a:pt x="282380" y="50098"/>
                </a:lnTo>
                <a:lnTo>
                  <a:pt x="281416" y="52009"/>
                </a:lnTo>
                <a:lnTo>
                  <a:pt x="280565" y="54015"/>
                </a:lnTo>
                <a:lnTo>
                  <a:pt x="279828" y="56116"/>
                </a:lnTo>
                <a:lnTo>
                  <a:pt x="279204" y="58311"/>
                </a:lnTo>
                <a:lnTo>
                  <a:pt x="278693" y="60602"/>
                </a:lnTo>
                <a:lnTo>
                  <a:pt x="278296" y="62988"/>
                </a:lnTo>
                <a:lnTo>
                  <a:pt x="278013" y="65468"/>
                </a:lnTo>
                <a:lnTo>
                  <a:pt x="277843" y="68044"/>
                </a:lnTo>
                <a:lnTo>
                  <a:pt x="277786" y="70714"/>
                </a:lnTo>
                <a:lnTo>
                  <a:pt x="277817" y="72644"/>
                </a:lnTo>
                <a:lnTo>
                  <a:pt x="277910" y="74494"/>
                </a:lnTo>
                <a:lnTo>
                  <a:pt x="278065" y="76262"/>
                </a:lnTo>
                <a:lnTo>
                  <a:pt x="278281" y="77950"/>
                </a:lnTo>
                <a:lnTo>
                  <a:pt x="278560" y="79558"/>
                </a:lnTo>
                <a:lnTo>
                  <a:pt x="278900" y="81085"/>
                </a:lnTo>
                <a:lnTo>
                  <a:pt x="279303" y="82531"/>
                </a:lnTo>
                <a:lnTo>
                  <a:pt x="279767" y="83897"/>
                </a:lnTo>
                <a:lnTo>
                  <a:pt x="280294" y="85182"/>
                </a:lnTo>
                <a:lnTo>
                  <a:pt x="280882" y="86386"/>
                </a:lnTo>
                <a:lnTo>
                  <a:pt x="281532" y="87510"/>
                </a:lnTo>
                <a:lnTo>
                  <a:pt x="282244" y="88553"/>
                </a:lnTo>
                <a:lnTo>
                  <a:pt x="282996" y="89514"/>
                </a:lnTo>
                <a:lnTo>
                  <a:pt x="283765" y="90392"/>
                </a:lnTo>
                <a:lnTo>
                  <a:pt x="284551" y="91186"/>
                </a:lnTo>
                <a:lnTo>
                  <a:pt x="285355" y="91896"/>
                </a:lnTo>
                <a:lnTo>
                  <a:pt x="286176" y="92523"/>
                </a:lnTo>
                <a:lnTo>
                  <a:pt x="287014" y="93066"/>
                </a:lnTo>
                <a:lnTo>
                  <a:pt x="287870" y="93526"/>
                </a:lnTo>
                <a:lnTo>
                  <a:pt x="288743" y="93902"/>
                </a:lnTo>
                <a:lnTo>
                  <a:pt x="289633" y="94194"/>
                </a:lnTo>
                <a:lnTo>
                  <a:pt x="290541" y="94403"/>
                </a:lnTo>
                <a:lnTo>
                  <a:pt x="291466" y="94529"/>
                </a:lnTo>
                <a:lnTo>
                  <a:pt x="292408" y="94571"/>
                </a:lnTo>
                <a:lnTo>
                  <a:pt x="293452" y="94527"/>
                </a:lnTo>
                <a:lnTo>
                  <a:pt x="294513" y="94396"/>
                </a:lnTo>
                <a:lnTo>
                  <a:pt x="295592" y="94179"/>
                </a:lnTo>
                <a:lnTo>
                  <a:pt x="296688" y="93874"/>
                </a:lnTo>
                <a:lnTo>
                  <a:pt x="297803" y="93483"/>
                </a:lnTo>
                <a:lnTo>
                  <a:pt x="298935" y="93004"/>
                </a:lnTo>
                <a:lnTo>
                  <a:pt x="300085" y="92438"/>
                </a:lnTo>
                <a:lnTo>
                  <a:pt x="301253" y="91785"/>
                </a:lnTo>
                <a:lnTo>
                  <a:pt x="302439" y="91046"/>
                </a:lnTo>
                <a:lnTo>
                  <a:pt x="303643" y="90219"/>
                </a:lnTo>
                <a:lnTo>
                  <a:pt x="304864" y="89305"/>
                </a:lnTo>
                <a:lnTo>
                  <a:pt x="306104" y="88304"/>
                </a:lnTo>
                <a:lnTo>
                  <a:pt x="307341" y="87229"/>
                </a:lnTo>
                <a:lnTo>
                  <a:pt x="308557" y="86094"/>
                </a:lnTo>
                <a:lnTo>
                  <a:pt x="309750" y="84899"/>
                </a:lnTo>
                <a:lnTo>
                  <a:pt x="310922" y="83643"/>
                </a:lnTo>
                <a:lnTo>
                  <a:pt x="312073" y="82327"/>
                </a:lnTo>
                <a:lnTo>
                  <a:pt x="313201" y="80951"/>
                </a:lnTo>
                <a:lnTo>
                  <a:pt x="314308" y="79515"/>
                </a:lnTo>
                <a:lnTo>
                  <a:pt x="315392" y="78018"/>
                </a:lnTo>
                <a:lnTo>
                  <a:pt x="316455" y="76460"/>
                </a:lnTo>
                <a:lnTo>
                  <a:pt x="317497" y="74843"/>
                </a:lnTo>
                <a:lnTo>
                  <a:pt x="318516" y="73165"/>
                </a:lnTo>
                <a:lnTo>
                  <a:pt x="319514" y="71426"/>
                </a:lnTo>
                <a:close/>
                <a:moveTo>
                  <a:pt x="373995" y="136016"/>
                </a:moveTo>
                <a:lnTo>
                  <a:pt x="373995" y="127186"/>
                </a:lnTo>
                <a:lnTo>
                  <a:pt x="374834" y="126952"/>
                </a:lnTo>
                <a:lnTo>
                  <a:pt x="375639" y="126702"/>
                </a:lnTo>
                <a:lnTo>
                  <a:pt x="376409" y="126436"/>
                </a:lnTo>
                <a:lnTo>
                  <a:pt x="377146" y="126153"/>
                </a:lnTo>
                <a:lnTo>
                  <a:pt x="377848" y="125854"/>
                </a:lnTo>
                <a:lnTo>
                  <a:pt x="378516" y="125539"/>
                </a:lnTo>
                <a:lnTo>
                  <a:pt x="379150" y="125208"/>
                </a:lnTo>
                <a:lnTo>
                  <a:pt x="379749" y="124860"/>
                </a:lnTo>
                <a:lnTo>
                  <a:pt x="380315" y="124496"/>
                </a:lnTo>
                <a:lnTo>
                  <a:pt x="380846" y="124115"/>
                </a:lnTo>
                <a:lnTo>
                  <a:pt x="381343" y="123718"/>
                </a:lnTo>
                <a:lnTo>
                  <a:pt x="381806" y="123305"/>
                </a:lnTo>
                <a:lnTo>
                  <a:pt x="382244" y="122874"/>
                </a:lnTo>
                <a:lnTo>
                  <a:pt x="382668" y="122425"/>
                </a:lnTo>
                <a:lnTo>
                  <a:pt x="383076" y="121956"/>
                </a:lnTo>
                <a:lnTo>
                  <a:pt x="383470" y="121469"/>
                </a:lnTo>
                <a:lnTo>
                  <a:pt x="383849" y="120963"/>
                </a:lnTo>
                <a:lnTo>
                  <a:pt x="384213" y="120439"/>
                </a:lnTo>
                <a:lnTo>
                  <a:pt x="384562" y="119895"/>
                </a:lnTo>
                <a:lnTo>
                  <a:pt x="384897" y="119333"/>
                </a:lnTo>
                <a:lnTo>
                  <a:pt x="385216" y="118752"/>
                </a:lnTo>
                <a:lnTo>
                  <a:pt x="385521" y="118152"/>
                </a:lnTo>
                <a:lnTo>
                  <a:pt x="385811" y="117533"/>
                </a:lnTo>
                <a:lnTo>
                  <a:pt x="386086" y="116896"/>
                </a:lnTo>
                <a:lnTo>
                  <a:pt x="386342" y="116238"/>
                </a:lnTo>
                <a:lnTo>
                  <a:pt x="386576" y="115558"/>
                </a:lnTo>
                <a:lnTo>
                  <a:pt x="386788" y="114855"/>
                </a:lnTo>
                <a:lnTo>
                  <a:pt x="386977" y="114130"/>
                </a:lnTo>
                <a:lnTo>
                  <a:pt x="387144" y="113383"/>
                </a:lnTo>
                <a:lnTo>
                  <a:pt x="387289" y="112614"/>
                </a:lnTo>
                <a:lnTo>
                  <a:pt x="387412" y="111823"/>
                </a:lnTo>
                <a:lnTo>
                  <a:pt x="387512" y="111009"/>
                </a:lnTo>
                <a:lnTo>
                  <a:pt x="387590" y="110173"/>
                </a:lnTo>
                <a:lnTo>
                  <a:pt x="387646" y="109315"/>
                </a:lnTo>
                <a:lnTo>
                  <a:pt x="387679" y="108434"/>
                </a:lnTo>
                <a:lnTo>
                  <a:pt x="387691" y="107531"/>
                </a:lnTo>
                <a:lnTo>
                  <a:pt x="386609" y="107505"/>
                </a:lnTo>
                <a:lnTo>
                  <a:pt x="385576" y="107427"/>
                </a:lnTo>
                <a:lnTo>
                  <a:pt x="384592" y="107297"/>
                </a:lnTo>
                <a:lnTo>
                  <a:pt x="383656" y="107115"/>
                </a:lnTo>
                <a:lnTo>
                  <a:pt x="382769" y="106880"/>
                </a:lnTo>
                <a:lnTo>
                  <a:pt x="381931" y="106594"/>
                </a:lnTo>
                <a:lnTo>
                  <a:pt x="381141" y="106255"/>
                </a:lnTo>
                <a:lnTo>
                  <a:pt x="380399" y="105865"/>
                </a:lnTo>
                <a:lnTo>
                  <a:pt x="379706" y="105422"/>
                </a:lnTo>
                <a:lnTo>
                  <a:pt x="379062" y="104927"/>
                </a:lnTo>
                <a:lnTo>
                  <a:pt x="378466" y="104380"/>
                </a:lnTo>
                <a:lnTo>
                  <a:pt x="377918" y="103781"/>
                </a:lnTo>
                <a:lnTo>
                  <a:pt x="377417" y="103153"/>
                </a:lnTo>
                <a:lnTo>
                  <a:pt x="376959" y="102517"/>
                </a:lnTo>
                <a:lnTo>
                  <a:pt x="376545" y="101873"/>
                </a:lnTo>
                <a:lnTo>
                  <a:pt x="376175" y="101222"/>
                </a:lnTo>
                <a:lnTo>
                  <a:pt x="375848" y="100564"/>
                </a:lnTo>
                <a:lnTo>
                  <a:pt x="375565" y="99898"/>
                </a:lnTo>
                <a:lnTo>
                  <a:pt x="375325" y="99224"/>
                </a:lnTo>
                <a:lnTo>
                  <a:pt x="375129" y="98543"/>
                </a:lnTo>
                <a:lnTo>
                  <a:pt x="374976" y="97855"/>
                </a:lnTo>
                <a:lnTo>
                  <a:pt x="374867" y="97159"/>
                </a:lnTo>
                <a:lnTo>
                  <a:pt x="374802" y="96456"/>
                </a:lnTo>
                <a:lnTo>
                  <a:pt x="374780" y="95746"/>
                </a:lnTo>
                <a:lnTo>
                  <a:pt x="374804" y="94935"/>
                </a:lnTo>
                <a:lnTo>
                  <a:pt x="374877" y="94145"/>
                </a:lnTo>
                <a:lnTo>
                  <a:pt x="374998" y="93377"/>
                </a:lnTo>
                <a:lnTo>
                  <a:pt x="375168" y="92630"/>
                </a:lnTo>
                <a:lnTo>
                  <a:pt x="375387" y="91905"/>
                </a:lnTo>
                <a:lnTo>
                  <a:pt x="375654" y="91201"/>
                </a:lnTo>
                <a:lnTo>
                  <a:pt x="375969" y="90518"/>
                </a:lnTo>
                <a:lnTo>
                  <a:pt x="376333" y="89857"/>
                </a:lnTo>
                <a:lnTo>
                  <a:pt x="376746" y="89217"/>
                </a:lnTo>
                <a:lnTo>
                  <a:pt x="377207" y="88598"/>
                </a:lnTo>
                <a:lnTo>
                  <a:pt x="377717" y="88001"/>
                </a:lnTo>
                <a:lnTo>
                  <a:pt x="378275" y="87425"/>
                </a:lnTo>
                <a:lnTo>
                  <a:pt x="378866" y="86883"/>
                </a:lnTo>
                <a:lnTo>
                  <a:pt x="379472" y="86388"/>
                </a:lnTo>
                <a:lnTo>
                  <a:pt x="380094" y="85940"/>
                </a:lnTo>
                <a:lnTo>
                  <a:pt x="380732" y="85539"/>
                </a:lnTo>
                <a:lnTo>
                  <a:pt x="381386" y="85186"/>
                </a:lnTo>
                <a:lnTo>
                  <a:pt x="382056" y="84880"/>
                </a:lnTo>
                <a:lnTo>
                  <a:pt x="382741" y="84620"/>
                </a:lnTo>
                <a:lnTo>
                  <a:pt x="383442" y="84408"/>
                </a:lnTo>
                <a:lnTo>
                  <a:pt x="384160" y="84243"/>
                </a:lnTo>
                <a:lnTo>
                  <a:pt x="384893" y="84125"/>
                </a:lnTo>
                <a:lnTo>
                  <a:pt x="385642" y="84055"/>
                </a:lnTo>
                <a:lnTo>
                  <a:pt x="386407" y="84031"/>
                </a:lnTo>
                <a:lnTo>
                  <a:pt x="387394" y="84067"/>
                </a:lnTo>
                <a:lnTo>
                  <a:pt x="388358" y="84175"/>
                </a:lnTo>
                <a:lnTo>
                  <a:pt x="389300" y="84354"/>
                </a:lnTo>
                <a:lnTo>
                  <a:pt x="390219" y="84605"/>
                </a:lnTo>
                <a:lnTo>
                  <a:pt x="391115" y="84929"/>
                </a:lnTo>
                <a:lnTo>
                  <a:pt x="391988" y="85323"/>
                </a:lnTo>
                <a:lnTo>
                  <a:pt x="392839" y="85790"/>
                </a:lnTo>
                <a:lnTo>
                  <a:pt x="393666" y="86329"/>
                </a:lnTo>
                <a:lnTo>
                  <a:pt x="394471" y="86939"/>
                </a:lnTo>
                <a:lnTo>
                  <a:pt x="395253" y="87621"/>
                </a:lnTo>
                <a:lnTo>
                  <a:pt x="396013" y="88375"/>
                </a:lnTo>
                <a:lnTo>
                  <a:pt x="396749" y="89201"/>
                </a:lnTo>
                <a:lnTo>
                  <a:pt x="397444" y="90089"/>
                </a:lnTo>
                <a:lnTo>
                  <a:pt x="398079" y="91030"/>
                </a:lnTo>
                <a:lnTo>
                  <a:pt x="398653" y="92024"/>
                </a:lnTo>
                <a:lnTo>
                  <a:pt x="399167" y="93071"/>
                </a:lnTo>
                <a:lnTo>
                  <a:pt x="399620" y="94171"/>
                </a:lnTo>
                <a:lnTo>
                  <a:pt x="400013" y="95324"/>
                </a:lnTo>
                <a:lnTo>
                  <a:pt x="400345" y="96531"/>
                </a:lnTo>
                <a:lnTo>
                  <a:pt x="400617" y="97790"/>
                </a:lnTo>
                <a:lnTo>
                  <a:pt x="400829" y="99102"/>
                </a:lnTo>
                <a:lnTo>
                  <a:pt x="400980" y="100467"/>
                </a:lnTo>
                <a:lnTo>
                  <a:pt x="401070" y="101885"/>
                </a:lnTo>
                <a:lnTo>
                  <a:pt x="401101" y="103356"/>
                </a:lnTo>
                <a:lnTo>
                  <a:pt x="401077" y="104658"/>
                </a:lnTo>
                <a:lnTo>
                  <a:pt x="401005" y="105946"/>
                </a:lnTo>
                <a:lnTo>
                  <a:pt x="400887" y="107223"/>
                </a:lnTo>
                <a:lnTo>
                  <a:pt x="400720" y="108487"/>
                </a:lnTo>
                <a:lnTo>
                  <a:pt x="400506" y="109739"/>
                </a:lnTo>
                <a:lnTo>
                  <a:pt x="400245" y="110978"/>
                </a:lnTo>
                <a:lnTo>
                  <a:pt x="399935" y="112205"/>
                </a:lnTo>
                <a:lnTo>
                  <a:pt x="399579" y="113419"/>
                </a:lnTo>
                <a:lnTo>
                  <a:pt x="399175" y="114621"/>
                </a:lnTo>
                <a:lnTo>
                  <a:pt x="398723" y="115811"/>
                </a:lnTo>
                <a:lnTo>
                  <a:pt x="398224" y="116988"/>
                </a:lnTo>
                <a:lnTo>
                  <a:pt x="397677" y="118153"/>
                </a:lnTo>
                <a:lnTo>
                  <a:pt x="397089" y="119298"/>
                </a:lnTo>
                <a:lnTo>
                  <a:pt x="396467" y="120414"/>
                </a:lnTo>
                <a:lnTo>
                  <a:pt x="395811" y="121502"/>
                </a:lnTo>
                <a:lnTo>
                  <a:pt x="395121" y="122562"/>
                </a:lnTo>
                <a:lnTo>
                  <a:pt x="394396" y="123594"/>
                </a:lnTo>
                <a:lnTo>
                  <a:pt x="393638" y="124597"/>
                </a:lnTo>
                <a:lnTo>
                  <a:pt x="392845" y="125573"/>
                </a:lnTo>
                <a:lnTo>
                  <a:pt x="392018" y="126520"/>
                </a:lnTo>
                <a:lnTo>
                  <a:pt x="391157" y="127438"/>
                </a:lnTo>
                <a:lnTo>
                  <a:pt x="390261" y="128329"/>
                </a:lnTo>
                <a:lnTo>
                  <a:pt x="389332" y="129191"/>
                </a:lnTo>
                <a:lnTo>
                  <a:pt x="388368" y="130026"/>
                </a:lnTo>
                <a:lnTo>
                  <a:pt x="387369" y="130819"/>
                </a:lnTo>
                <a:lnTo>
                  <a:pt x="386334" y="131559"/>
                </a:lnTo>
                <a:lnTo>
                  <a:pt x="385263" y="132245"/>
                </a:lnTo>
                <a:lnTo>
                  <a:pt x="384156" y="132878"/>
                </a:lnTo>
                <a:lnTo>
                  <a:pt x="383012" y="133458"/>
                </a:lnTo>
                <a:lnTo>
                  <a:pt x="381833" y="133983"/>
                </a:lnTo>
                <a:lnTo>
                  <a:pt x="380617" y="134456"/>
                </a:lnTo>
                <a:lnTo>
                  <a:pt x="379365" y="134875"/>
                </a:lnTo>
                <a:lnTo>
                  <a:pt x="378077" y="135241"/>
                </a:lnTo>
                <a:lnTo>
                  <a:pt x="376752" y="135553"/>
                </a:lnTo>
                <a:lnTo>
                  <a:pt x="375392" y="135811"/>
                </a:lnTo>
                <a:lnTo>
                  <a:pt x="373995" y="136016"/>
                </a:lnTo>
                <a:close/>
                <a:moveTo>
                  <a:pt x="509079" y="101799"/>
                </a:moveTo>
                <a:lnTo>
                  <a:pt x="507558" y="102434"/>
                </a:lnTo>
                <a:lnTo>
                  <a:pt x="506107" y="103024"/>
                </a:lnTo>
                <a:lnTo>
                  <a:pt x="504728" y="103571"/>
                </a:lnTo>
                <a:lnTo>
                  <a:pt x="503420" y="104073"/>
                </a:lnTo>
                <a:lnTo>
                  <a:pt x="502184" y="104531"/>
                </a:lnTo>
                <a:lnTo>
                  <a:pt x="501019" y="104944"/>
                </a:lnTo>
                <a:lnTo>
                  <a:pt x="499925" y="105313"/>
                </a:lnTo>
                <a:lnTo>
                  <a:pt x="498903" y="105638"/>
                </a:lnTo>
                <a:lnTo>
                  <a:pt x="497952" y="105919"/>
                </a:lnTo>
                <a:lnTo>
                  <a:pt x="497072" y="106155"/>
                </a:lnTo>
                <a:lnTo>
                  <a:pt x="496264" y="106347"/>
                </a:lnTo>
                <a:lnTo>
                  <a:pt x="495527" y="106494"/>
                </a:lnTo>
                <a:lnTo>
                  <a:pt x="494827" y="106614"/>
                </a:lnTo>
                <a:lnTo>
                  <a:pt x="494132" y="106724"/>
                </a:lnTo>
                <a:lnTo>
                  <a:pt x="493440" y="106823"/>
                </a:lnTo>
                <a:lnTo>
                  <a:pt x="492753" y="106912"/>
                </a:lnTo>
                <a:lnTo>
                  <a:pt x="492069" y="106990"/>
                </a:lnTo>
                <a:lnTo>
                  <a:pt x="491390" y="107058"/>
                </a:lnTo>
                <a:lnTo>
                  <a:pt x="490714" y="107116"/>
                </a:lnTo>
                <a:lnTo>
                  <a:pt x="490042" y="107163"/>
                </a:lnTo>
                <a:lnTo>
                  <a:pt x="489374" y="107199"/>
                </a:lnTo>
                <a:lnTo>
                  <a:pt x="488711" y="107226"/>
                </a:lnTo>
                <a:lnTo>
                  <a:pt x="488051" y="107241"/>
                </a:lnTo>
                <a:lnTo>
                  <a:pt x="487395" y="107246"/>
                </a:lnTo>
                <a:lnTo>
                  <a:pt x="486014" y="107224"/>
                </a:lnTo>
                <a:lnTo>
                  <a:pt x="484653" y="107157"/>
                </a:lnTo>
                <a:lnTo>
                  <a:pt x="483311" y="107046"/>
                </a:lnTo>
                <a:lnTo>
                  <a:pt x="481990" y="106890"/>
                </a:lnTo>
                <a:lnTo>
                  <a:pt x="480688" y="106690"/>
                </a:lnTo>
                <a:lnTo>
                  <a:pt x="479406" y="106445"/>
                </a:lnTo>
                <a:lnTo>
                  <a:pt x="478144" y="106156"/>
                </a:lnTo>
                <a:lnTo>
                  <a:pt x="476902" y="105822"/>
                </a:lnTo>
                <a:lnTo>
                  <a:pt x="475679" y="105444"/>
                </a:lnTo>
                <a:lnTo>
                  <a:pt x="474476" y="105021"/>
                </a:lnTo>
                <a:lnTo>
                  <a:pt x="473294" y="104554"/>
                </a:lnTo>
                <a:lnTo>
                  <a:pt x="472131" y="104042"/>
                </a:lnTo>
                <a:lnTo>
                  <a:pt x="471001" y="103487"/>
                </a:lnTo>
                <a:lnTo>
                  <a:pt x="469918" y="102889"/>
                </a:lnTo>
                <a:lnTo>
                  <a:pt x="468883" y="102248"/>
                </a:lnTo>
                <a:lnTo>
                  <a:pt x="467894" y="101565"/>
                </a:lnTo>
                <a:lnTo>
                  <a:pt x="466953" y="100840"/>
                </a:lnTo>
                <a:lnTo>
                  <a:pt x="466059" y="100072"/>
                </a:lnTo>
                <a:lnTo>
                  <a:pt x="465211" y="99261"/>
                </a:lnTo>
                <a:lnTo>
                  <a:pt x="464411" y="98408"/>
                </a:lnTo>
                <a:lnTo>
                  <a:pt x="463658" y="97513"/>
                </a:lnTo>
                <a:lnTo>
                  <a:pt x="462952" y="96574"/>
                </a:lnTo>
                <a:lnTo>
                  <a:pt x="462293" y="95594"/>
                </a:lnTo>
                <a:lnTo>
                  <a:pt x="461681" y="94571"/>
                </a:lnTo>
                <a:lnTo>
                  <a:pt x="461117" y="93479"/>
                </a:lnTo>
                <a:lnTo>
                  <a:pt x="460602" y="92292"/>
                </a:lnTo>
                <a:lnTo>
                  <a:pt x="460136" y="91010"/>
                </a:lnTo>
                <a:lnTo>
                  <a:pt x="459719" y="89633"/>
                </a:lnTo>
                <a:lnTo>
                  <a:pt x="459351" y="88161"/>
                </a:lnTo>
                <a:lnTo>
                  <a:pt x="459033" y="86595"/>
                </a:lnTo>
                <a:lnTo>
                  <a:pt x="458763" y="84933"/>
                </a:lnTo>
                <a:lnTo>
                  <a:pt x="458542" y="83177"/>
                </a:lnTo>
                <a:lnTo>
                  <a:pt x="458371" y="81325"/>
                </a:lnTo>
                <a:lnTo>
                  <a:pt x="458248" y="79379"/>
                </a:lnTo>
                <a:lnTo>
                  <a:pt x="458174" y="77337"/>
                </a:lnTo>
                <a:lnTo>
                  <a:pt x="458150" y="75201"/>
                </a:lnTo>
                <a:lnTo>
                  <a:pt x="458150" y="43155"/>
                </a:lnTo>
                <a:lnTo>
                  <a:pt x="438249" y="43155"/>
                </a:lnTo>
                <a:lnTo>
                  <a:pt x="438249" y="32046"/>
                </a:lnTo>
                <a:lnTo>
                  <a:pt x="458150" y="32046"/>
                </a:lnTo>
                <a:lnTo>
                  <a:pt x="458150" y="0"/>
                </a:lnTo>
                <a:lnTo>
                  <a:pt x="471417" y="0"/>
                </a:lnTo>
                <a:lnTo>
                  <a:pt x="471417" y="32046"/>
                </a:lnTo>
                <a:lnTo>
                  <a:pt x="506868" y="32046"/>
                </a:lnTo>
                <a:lnTo>
                  <a:pt x="506868" y="43155"/>
                </a:lnTo>
                <a:lnTo>
                  <a:pt x="471417" y="43155"/>
                </a:lnTo>
                <a:lnTo>
                  <a:pt x="471417" y="74945"/>
                </a:lnTo>
                <a:lnTo>
                  <a:pt x="471433" y="76506"/>
                </a:lnTo>
                <a:lnTo>
                  <a:pt x="471481" y="77988"/>
                </a:lnTo>
                <a:lnTo>
                  <a:pt x="471560" y="79392"/>
                </a:lnTo>
                <a:lnTo>
                  <a:pt x="471671" y="80717"/>
                </a:lnTo>
                <a:lnTo>
                  <a:pt x="471814" y="81964"/>
                </a:lnTo>
                <a:lnTo>
                  <a:pt x="471988" y="83132"/>
                </a:lnTo>
                <a:lnTo>
                  <a:pt x="472194" y="84222"/>
                </a:lnTo>
                <a:lnTo>
                  <a:pt x="472432" y="85233"/>
                </a:lnTo>
                <a:lnTo>
                  <a:pt x="472701" y="86166"/>
                </a:lnTo>
                <a:lnTo>
                  <a:pt x="473002" y="87020"/>
                </a:lnTo>
                <a:lnTo>
                  <a:pt x="473335" y="87796"/>
                </a:lnTo>
                <a:lnTo>
                  <a:pt x="473700" y="88493"/>
                </a:lnTo>
                <a:lnTo>
                  <a:pt x="474091" y="89136"/>
                </a:lnTo>
                <a:lnTo>
                  <a:pt x="474503" y="89750"/>
                </a:lnTo>
                <a:lnTo>
                  <a:pt x="474937" y="90335"/>
                </a:lnTo>
                <a:lnTo>
                  <a:pt x="475392" y="90890"/>
                </a:lnTo>
                <a:lnTo>
                  <a:pt x="475868" y="91417"/>
                </a:lnTo>
                <a:lnTo>
                  <a:pt x="476366" y="91915"/>
                </a:lnTo>
                <a:lnTo>
                  <a:pt x="476885" y="92383"/>
                </a:lnTo>
                <a:lnTo>
                  <a:pt x="477425" y="92822"/>
                </a:lnTo>
                <a:lnTo>
                  <a:pt x="477986" y="93232"/>
                </a:lnTo>
                <a:lnTo>
                  <a:pt x="478569" y="93613"/>
                </a:lnTo>
                <a:lnTo>
                  <a:pt x="479173" y="93965"/>
                </a:lnTo>
                <a:lnTo>
                  <a:pt x="479798" y="94288"/>
                </a:lnTo>
                <a:lnTo>
                  <a:pt x="480444" y="94583"/>
                </a:lnTo>
                <a:lnTo>
                  <a:pt x="481109" y="94853"/>
                </a:lnTo>
                <a:lnTo>
                  <a:pt x="481793" y="95097"/>
                </a:lnTo>
                <a:lnTo>
                  <a:pt x="482497" y="95315"/>
                </a:lnTo>
                <a:lnTo>
                  <a:pt x="483220" y="95508"/>
                </a:lnTo>
                <a:lnTo>
                  <a:pt x="483962" y="95675"/>
                </a:lnTo>
                <a:lnTo>
                  <a:pt x="484724" y="95816"/>
                </a:lnTo>
                <a:lnTo>
                  <a:pt x="485505" y="95932"/>
                </a:lnTo>
                <a:lnTo>
                  <a:pt x="486305" y="96022"/>
                </a:lnTo>
                <a:lnTo>
                  <a:pt x="487125" y="96086"/>
                </a:lnTo>
                <a:lnTo>
                  <a:pt x="487963" y="96124"/>
                </a:lnTo>
                <a:lnTo>
                  <a:pt x="488822" y="96137"/>
                </a:lnTo>
                <a:lnTo>
                  <a:pt x="490434" y="96095"/>
                </a:lnTo>
                <a:lnTo>
                  <a:pt x="492059" y="95969"/>
                </a:lnTo>
                <a:lnTo>
                  <a:pt x="493699" y="95759"/>
                </a:lnTo>
                <a:lnTo>
                  <a:pt x="495352" y="95466"/>
                </a:lnTo>
                <a:lnTo>
                  <a:pt x="497020" y="95088"/>
                </a:lnTo>
                <a:lnTo>
                  <a:pt x="498701" y="94626"/>
                </a:lnTo>
                <a:lnTo>
                  <a:pt x="500396" y="94081"/>
                </a:lnTo>
                <a:lnTo>
                  <a:pt x="502105" y="93451"/>
                </a:lnTo>
                <a:lnTo>
                  <a:pt x="503828" y="92737"/>
                </a:lnTo>
                <a:lnTo>
                  <a:pt x="505564" y="91940"/>
                </a:lnTo>
                <a:lnTo>
                  <a:pt x="507315" y="91058"/>
                </a:lnTo>
                <a:lnTo>
                  <a:pt x="509079" y="90093"/>
                </a:lnTo>
                <a:lnTo>
                  <a:pt x="509079" y="101799"/>
                </a:lnTo>
                <a:close/>
                <a:moveTo>
                  <a:pt x="596372" y="99698"/>
                </a:moveTo>
                <a:lnTo>
                  <a:pt x="593733" y="100904"/>
                </a:lnTo>
                <a:lnTo>
                  <a:pt x="591118" y="102004"/>
                </a:lnTo>
                <a:lnTo>
                  <a:pt x="588526" y="103000"/>
                </a:lnTo>
                <a:lnTo>
                  <a:pt x="585958" y="103892"/>
                </a:lnTo>
                <a:lnTo>
                  <a:pt x="583414" y="104678"/>
                </a:lnTo>
                <a:lnTo>
                  <a:pt x="580894" y="105359"/>
                </a:lnTo>
                <a:lnTo>
                  <a:pt x="578397" y="105936"/>
                </a:lnTo>
                <a:lnTo>
                  <a:pt x="575924" y="106408"/>
                </a:lnTo>
                <a:lnTo>
                  <a:pt x="573475" y="106775"/>
                </a:lnTo>
                <a:lnTo>
                  <a:pt x="571050" y="107037"/>
                </a:lnTo>
                <a:lnTo>
                  <a:pt x="568649" y="107194"/>
                </a:lnTo>
                <a:lnTo>
                  <a:pt x="566271" y="107246"/>
                </a:lnTo>
                <a:lnTo>
                  <a:pt x="564492" y="107209"/>
                </a:lnTo>
                <a:lnTo>
                  <a:pt x="562744" y="107098"/>
                </a:lnTo>
                <a:lnTo>
                  <a:pt x="561028" y="106913"/>
                </a:lnTo>
                <a:lnTo>
                  <a:pt x="559344" y="106654"/>
                </a:lnTo>
                <a:lnTo>
                  <a:pt x="557692" y="106321"/>
                </a:lnTo>
                <a:lnTo>
                  <a:pt x="556071" y="105913"/>
                </a:lnTo>
                <a:lnTo>
                  <a:pt x="554482" y="105432"/>
                </a:lnTo>
                <a:lnTo>
                  <a:pt x="552925" y="104877"/>
                </a:lnTo>
                <a:lnTo>
                  <a:pt x="551399" y="104247"/>
                </a:lnTo>
                <a:lnTo>
                  <a:pt x="549905" y="103544"/>
                </a:lnTo>
                <a:lnTo>
                  <a:pt x="548443" y="102766"/>
                </a:lnTo>
                <a:lnTo>
                  <a:pt x="547012" y="101914"/>
                </a:lnTo>
                <a:lnTo>
                  <a:pt x="545621" y="100994"/>
                </a:lnTo>
                <a:lnTo>
                  <a:pt x="544277" y="100010"/>
                </a:lnTo>
                <a:lnTo>
                  <a:pt x="542980" y="98962"/>
                </a:lnTo>
                <a:lnTo>
                  <a:pt x="541730" y="97850"/>
                </a:lnTo>
                <a:lnTo>
                  <a:pt x="540527" y="96675"/>
                </a:lnTo>
                <a:lnTo>
                  <a:pt x="539371" y="95436"/>
                </a:lnTo>
                <a:lnTo>
                  <a:pt x="538262" y="94134"/>
                </a:lnTo>
                <a:lnTo>
                  <a:pt x="537200" y="92767"/>
                </a:lnTo>
                <a:lnTo>
                  <a:pt x="536186" y="91338"/>
                </a:lnTo>
                <a:lnTo>
                  <a:pt x="535218" y="89844"/>
                </a:lnTo>
                <a:lnTo>
                  <a:pt x="534297" y="88287"/>
                </a:lnTo>
                <a:lnTo>
                  <a:pt x="533424" y="86666"/>
                </a:lnTo>
                <a:lnTo>
                  <a:pt x="532609" y="85003"/>
                </a:lnTo>
                <a:lnTo>
                  <a:pt x="531866" y="83321"/>
                </a:lnTo>
                <a:lnTo>
                  <a:pt x="531193" y="81620"/>
                </a:lnTo>
                <a:lnTo>
                  <a:pt x="530590" y="79900"/>
                </a:lnTo>
                <a:lnTo>
                  <a:pt x="530059" y="78160"/>
                </a:lnTo>
                <a:lnTo>
                  <a:pt x="529599" y="76401"/>
                </a:lnTo>
                <a:lnTo>
                  <a:pt x="529209" y="74623"/>
                </a:lnTo>
                <a:lnTo>
                  <a:pt x="528890" y="72826"/>
                </a:lnTo>
                <a:lnTo>
                  <a:pt x="528643" y="71009"/>
                </a:lnTo>
                <a:lnTo>
                  <a:pt x="528465" y="69174"/>
                </a:lnTo>
                <a:lnTo>
                  <a:pt x="528359" y="67319"/>
                </a:lnTo>
                <a:lnTo>
                  <a:pt x="528324" y="65445"/>
                </a:lnTo>
                <a:lnTo>
                  <a:pt x="528357" y="63638"/>
                </a:lnTo>
                <a:lnTo>
                  <a:pt x="528459" y="61842"/>
                </a:lnTo>
                <a:lnTo>
                  <a:pt x="528627" y="60059"/>
                </a:lnTo>
                <a:lnTo>
                  <a:pt x="528863" y="58288"/>
                </a:lnTo>
                <a:lnTo>
                  <a:pt x="529166" y="56528"/>
                </a:lnTo>
                <a:lnTo>
                  <a:pt x="529536" y="54780"/>
                </a:lnTo>
                <a:lnTo>
                  <a:pt x="529974" y="53045"/>
                </a:lnTo>
                <a:lnTo>
                  <a:pt x="530480" y="51321"/>
                </a:lnTo>
                <a:lnTo>
                  <a:pt x="531052" y="49609"/>
                </a:lnTo>
                <a:lnTo>
                  <a:pt x="531692" y="47908"/>
                </a:lnTo>
                <a:lnTo>
                  <a:pt x="532399" y="46220"/>
                </a:lnTo>
                <a:lnTo>
                  <a:pt x="533174" y="44544"/>
                </a:lnTo>
                <a:lnTo>
                  <a:pt x="534009" y="42904"/>
                </a:lnTo>
                <a:lnTo>
                  <a:pt x="534898" y="41325"/>
                </a:lnTo>
                <a:lnTo>
                  <a:pt x="535840" y="39809"/>
                </a:lnTo>
                <a:lnTo>
                  <a:pt x="536836" y="38354"/>
                </a:lnTo>
                <a:lnTo>
                  <a:pt x="537885" y="36961"/>
                </a:lnTo>
                <a:lnTo>
                  <a:pt x="538988" y="35630"/>
                </a:lnTo>
                <a:lnTo>
                  <a:pt x="540144" y="34360"/>
                </a:lnTo>
                <a:lnTo>
                  <a:pt x="541353" y="33153"/>
                </a:lnTo>
                <a:lnTo>
                  <a:pt x="542616" y="32007"/>
                </a:lnTo>
                <a:lnTo>
                  <a:pt x="543933" y="30922"/>
                </a:lnTo>
                <a:lnTo>
                  <a:pt x="545303" y="29900"/>
                </a:lnTo>
                <a:lnTo>
                  <a:pt x="546727" y="28939"/>
                </a:lnTo>
                <a:lnTo>
                  <a:pt x="548191" y="28048"/>
                </a:lnTo>
                <a:lnTo>
                  <a:pt x="549683" y="27234"/>
                </a:lnTo>
                <a:lnTo>
                  <a:pt x="551203" y="26497"/>
                </a:lnTo>
                <a:lnTo>
                  <a:pt x="552750" y="25838"/>
                </a:lnTo>
                <a:lnTo>
                  <a:pt x="554325" y="25257"/>
                </a:lnTo>
                <a:lnTo>
                  <a:pt x="555928" y="24753"/>
                </a:lnTo>
                <a:lnTo>
                  <a:pt x="557559" y="24327"/>
                </a:lnTo>
                <a:lnTo>
                  <a:pt x="559217" y="23978"/>
                </a:lnTo>
                <a:lnTo>
                  <a:pt x="560904" y="23707"/>
                </a:lnTo>
                <a:lnTo>
                  <a:pt x="562617" y="23513"/>
                </a:lnTo>
                <a:lnTo>
                  <a:pt x="564359" y="23397"/>
                </a:lnTo>
                <a:lnTo>
                  <a:pt x="566128" y="23358"/>
                </a:lnTo>
                <a:lnTo>
                  <a:pt x="568455" y="23428"/>
                </a:lnTo>
                <a:lnTo>
                  <a:pt x="570704" y="23638"/>
                </a:lnTo>
                <a:lnTo>
                  <a:pt x="572876" y="23988"/>
                </a:lnTo>
                <a:lnTo>
                  <a:pt x="574969" y="24478"/>
                </a:lnTo>
                <a:lnTo>
                  <a:pt x="576985" y="25108"/>
                </a:lnTo>
                <a:lnTo>
                  <a:pt x="578923" y="25878"/>
                </a:lnTo>
                <a:lnTo>
                  <a:pt x="580783" y="26788"/>
                </a:lnTo>
                <a:lnTo>
                  <a:pt x="582566" y="27838"/>
                </a:lnTo>
                <a:lnTo>
                  <a:pt x="584271" y="29028"/>
                </a:lnTo>
                <a:lnTo>
                  <a:pt x="585898" y="30359"/>
                </a:lnTo>
                <a:lnTo>
                  <a:pt x="587447" y="31829"/>
                </a:lnTo>
                <a:lnTo>
                  <a:pt x="588918" y="33439"/>
                </a:lnTo>
                <a:lnTo>
                  <a:pt x="590291" y="35195"/>
                </a:lnTo>
                <a:lnTo>
                  <a:pt x="591545" y="37102"/>
                </a:lnTo>
                <a:lnTo>
                  <a:pt x="592679" y="39161"/>
                </a:lnTo>
                <a:lnTo>
                  <a:pt x="593693" y="41373"/>
                </a:lnTo>
                <a:lnTo>
                  <a:pt x="594589" y="43736"/>
                </a:lnTo>
                <a:lnTo>
                  <a:pt x="595365" y="46250"/>
                </a:lnTo>
                <a:lnTo>
                  <a:pt x="596021" y="48917"/>
                </a:lnTo>
                <a:lnTo>
                  <a:pt x="596558" y="51736"/>
                </a:lnTo>
                <a:lnTo>
                  <a:pt x="596976" y="54706"/>
                </a:lnTo>
                <a:lnTo>
                  <a:pt x="597275" y="57828"/>
                </a:lnTo>
                <a:lnTo>
                  <a:pt x="597454" y="61102"/>
                </a:lnTo>
                <a:lnTo>
                  <a:pt x="597513" y="64528"/>
                </a:lnTo>
                <a:lnTo>
                  <a:pt x="597513" y="67367"/>
                </a:lnTo>
                <a:lnTo>
                  <a:pt x="542590" y="67367"/>
                </a:lnTo>
                <a:lnTo>
                  <a:pt x="542614" y="68734"/>
                </a:lnTo>
                <a:lnTo>
                  <a:pt x="542686" y="70081"/>
                </a:lnTo>
                <a:lnTo>
                  <a:pt x="542806" y="71409"/>
                </a:lnTo>
                <a:lnTo>
                  <a:pt x="542974" y="72716"/>
                </a:lnTo>
                <a:lnTo>
                  <a:pt x="543190" y="74004"/>
                </a:lnTo>
                <a:lnTo>
                  <a:pt x="543455" y="75272"/>
                </a:lnTo>
                <a:lnTo>
                  <a:pt x="543767" y="76520"/>
                </a:lnTo>
                <a:lnTo>
                  <a:pt x="544127" y="77749"/>
                </a:lnTo>
                <a:lnTo>
                  <a:pt x="544536" y="78957"/>
                </a:lnTo>
                <a:lnTo>
                  <a:pt x="544992" y="80146"/>
                </a:lnTo>
                <a:lnTo>
                  <a:pt x="545497" y="81315"/>
                </a:lnTo>
                <a:lnTo>
                  <a:pt x="546049" y="82464"/>
                </a:lnTo>
                <a:lnTo>
                  <a:pt x="546641" y="83580"/>
                </a:lnTo>
                <a:lnTo>
                  <a:pt x="547263" y="84648"/>
                </a:lnTo>
                <a:lnTo>
                  <a:pt x="547915" y="85669"/>
                </a:lnTo>
                <a:lnTo>
                  <a:pt x="548597" y="86642"/>
                </a:lnTo>
                <a:lnTo>
                  <a:pt x="549310" y="87568"/>
                </a:lnTo>
                <a:lnTo>
                  <a:pt x="550053" y="88446"/>
                </a:lnTo>
                <a:lnTo>
                  <a:pt x="550826" y="89277"/>
                </a:lnTo>
                <a:lnTo>
                  <a:pt x="551629" y="90060"/>
                </a:lnTo>
                <a:lnTo>
                  <a:pt x="552462" y="90796"/>
                </a:lnTo>
                <a:lnTo>
                  <a:pt x="553326" y="91485"/>
                </a:lnTo>
                <a:lnTo>
                  <a:pt x="554220" y="92126"/>
                </a:lnTo>
                <a:lnTo>
                  <a:pt x="555144" y="92719"/>
                </a:lnTo>
                <a:lnTo>
                  <a:pt x="556094" y="93265"/>
                </a:lnTo>
                <a:lnTo>
                  <a:pt x="557066" y="93763"/>
                </a:lnTo>
                <a:lnTo>
                  <a:pt x="558059" y="94215"/>
                </a:lnTo>
                <a:lnTo>
                  <a:pt x="559075" y="94618"/>
                </a:lnTo>
                <a:lnTo>
                  <a:pt x="560112" y="94974"/>
                </a:lnTo>
                <a:lnTo>
                  <a:pt x="561171" y="95283"/>
                </a:lnTo>
                <a:lnTo>
                  <a:pt x="562252" y="95544"/>
                </a:lnTo>
                <a:lnTo>
                  <a:pt x="563355" y="95757"/>
                </a:lnTo>
                <a:lnTo>
                  <a:pt x="564479" y="95924"/>
                </a:lnTo>
                <a:lnTo>
                  <a:pt x="565625" y="96042"/>
                </a:lnTo>
                <a:lnTo>
                  <a:pt x="566793" y="96114"/>
                </a:lnTo>
                <a:lnTo>
                  <a:pt x="567983" y="96137"/>
                </a:lnTo>
                <a:lnTo>
                  <a:pt x="570142" y="96078"/>
                </a:lnTo>
                <a:lnTo>
                  <a:pt x="572338" y="95900"/>
                </a:lnTo>
                <a:lnTo>
                  <a:pt x="574572" y="95603"/>
                </a:lnTo>
                <a:lnTo>
                  <a:pt x="576844" y="95188"/>
                </a:lnTo>
                <a:lnTo>
                  <a:pt x="579153" y="94654"/>
                </a:lnTo>
                <a:lnTo>
                  <a:pt x="581500" y="94001"/>
                </a:lnTo>
                <a:lnTo>
                  <a:pt x="583885" y="93229"/>
                </a:lnTo>
                <a:lnTo>
                  <a:pt x="586307" y="92339"/>
                </a:lnTo>
                <a:lnTo>
                  <a:pt x="588767" y="91330"/>
                </a:lnTo>
                <a:lnTo>
                  <a:pt x="591264" y="90203"/>
                </a:lnTo>
                <a:lnTo>
                  <a:pt x="593799" y="88957"/>
                </a:lnTo>
                <a:lnTo>
                  <a:pt x="596372" y="87592"/>
                </a:lnTo>
                <a:lnTo>
                  <a:pt x="596372" y="99698"/>
                </a:lnTo>
                <a:moveTo>
                  <a:pt x="543374" y="57397"/>
                </a:moveTo>
                <a:lnTo>
                  <a:pt x="583105" y="57397"/>
                </a:lnTo>
                <a:lnTo>
                  <a:pt x="583105" y="55499"/>
                </a:lnTo>
                <a:lnTo>
                  <a:pt x="583072" y="53920"/>
                </a:lnTo>
                <a:lnTo>
                  <a:pt x="582972" y="52396"/>
                </a:lnTo>
                <a:lnTo>
                  <a:pt x="582806" y="50926"/>
                </a:lnTo>
                <a:lnTo>
                  <a:pt x="582574" y="49512"/>
                </a:lnTo>
                <a:lnTo>
                  <a:pt x="582275" y="48152"/>
                </a:lnTo>
                <a:lnTo>
                  <a:pt x="581910" y="46846"/>
                </a:lnTo>
                <a:lnTo>
                  <a:pt x="581479" y="45596"/>
                </a:lnTo>
                <a:lnTo>
                  <a:pt x="580981" y="44400"/>
                </a:lnTo>
                <a:lnTo>
                  <a:pt x="580417" y="43259"/>
                </a:lnTo>
                <a:lnTo>
                  <a:pt x="579786" y="42172"/>
                </a:lnTo>
                <a:lnTo>
                  <a:pt x="579089" y="41141"/>
                </a:lnTo>
                <a:lnTo>
                  <a:pt x="578326" y="40164"/>
                </a:lnTo>
                <a:lnTo>
                  <a:pt x="577507" y="39254"/>
                </a:lnTo>
                <a:lnTo>
                  <a:pt x="576644" y="38423"/>
                </a:lnTo>
                <a:lnTo>
                  <a:pt x="575736" y="37672"/>
                </a:lnTo>
                <a:lnTo>
                  <a:pt x="574783" y="36999"/>
                </a:lnTo>
                <a:lnTo>
                  <a:pt x="573786" y="36406"/>
                </a:lnTo>
                <a:lnTo>
                  <a:pt x="572744" y="35891"/>
                </a:lnTo>
                <a:lnTo>
                  <a:pt x="571658" y="35456"/>
                </a:lnTo>
                <a:lnTo>
                  <a:pt x="570527" y="35100"/>
                </a:lnTo>
                <a:lnTo>
                  <a:pt x="569352" y="34823"/>
                </a:lnTo>
                <a:lnTo>
                  <a:pt x="568132" y="34625"/>
                </a:lnTo>
                <a:lnTo>
                  <a:pt x="566867" y="34507"/>
                </a:lnTo>
                <a:lnTo>
                  <a:pt x="565558" y="34467"/>
                </a:lnTo>
                <a:lnTo>
                  <a:pt x="564230" y="34507"/>
                </a:lnTo>
                <a:lnTo>
                  <a:pt x="562932" y="34628"/>
                </a:lnTo>
                <a:lnTo>
                  <a:pt x="561664" y="34830"/>
                </a:lnTo>
                <a:lnTo>
                  <a:pt x="560426" y="35112"/>
                </a:lnTo>
                <a:lnTo>
                  <a:pt x="559219" y="35475"/>
                </a:lnTo>
                <a:lnTo>
                  <a:pt x="558041" y="35918"/>
                </a:lnTo>
                <a:lnTo>
                  <a:pt x="556894" y="36442"/>
                </a:lnTo>
                <a:lnTo>
                  <a:pt x="555778" y="37046"/>
                </a:lnTo>
                <a:lnTo>
                  <a:pt x="554691" y="37732"/>
                </a:lnTo>
                <a:lnTo>
                  <a:pt x="553635" y="38497"/>
                </a:lnTo>
                <a:lnTo>
                  <a:pt x="552609" y="39344"/>
                </a:lnTo>
                <a:lnTo>
                  <a:pt x="551613" y="40271"/>
                </a:lnTo>
                <a:lnTo>
                  <a:pt x="550657" y="41276"/>
                </a:lnTo>
                <a:lnTo>
                  <a:pt x="549749" y="42358"/>
                </a:lnTo>
                <a:lnTo>
                  <a:pt x="548891" y="43517"/>
                </a:lnTo>
                <a:lnTo>
                  <a:pt x="548082" y="44752"/>
                </a:lnTo>
                <a:lnTo>
                  <a:pt x="547322" y="46064"/>
                </a:lnTo>
                <a:lnTo>
                  <a:pt x="546611" y="47453"/>
                </a:lnTo>
                <a:lnTo>
                  <a:pt x="545949" y="48919"/>
                </a:lnTo>
                <a:lnTo>
                  <a:pt x="545336" y="50461"/>
                </a:lnTo>
                <a:lnTo>
                  <a:pt x="544772" y="52080"/>
                </a:lnTo>
                <a:lnTo>
                  <a:pt x="544257" y="53776"/>
                </a:lnTo>
                <a:lnTo>
                  <a:pt x="543791" y="55548"/>
                </a:lnTo>
                <a:lnTo>
                  <a:pt x="543374" y="57397"/>
                </a:lnTo>
                <a:close/>
                <a:moveTo>
                  <a:pt x="617757" y="105110"/>
                </a:moveTo>
                <a:lnTo>
                  <a:pt x="617757" y="25494"/>
                </a:lnTo>
                <a:lnTo>
                  <a:pt x="631024" y="25494"/>
                </a:lnTo>
                <a:lnTo>
                  <a:pt x="631024" y="43006"/>
                </a:lnTo>
                <a:lnTo>
                  <a:pt x="631992" y="41497"/>
                </a:lnTo>
                <a:lnTo>
                  <a:pt x="632992" y="40045"/>
                </a:lnTo>
                <a:lnTo>
                  <a:pt x="634024" y="38647"/>
                </a:lnTo>
                <a:lnTo>
                  <a:pt x="635090" y="37306"/>
                </a:lnTo>
                <a:lnTo>
                  <a:pt x="636188" y="36020"/>
                </a:lnTo>
                <a:lnTo>
                  <a:pt x="637319" y="34789"/>
                </a:lnTo>
                <a:lnTo>
                  <a:pt x="638483" y="33614"/>
                </a:lnTo>
                <a:lnTo>
                  <a:pt x="639679" y="32495"/>
                </a:lnTo>
                <a:lnTo>
                  <a:pt x="640908" y="31431"/>
                </a:lnTo>
                <a:lnTo>
                  <a:pt x="642169" y="30423"/>
                </a:lnTo>
                <a:lnTo>
                  <a:pt x="643464" y="29471"/>
                </a:lnTo>
                <a:lnTo>
                  <a:pt x="644791" y="28574"/>
                </a:lnTo>
                <a:lnTo>
                  <a:pt x="646134" y="27741"/>
                </a:lnTo>
                <a:lnTo>
                  <a:pt x="647477" y="26980"/>
                </a:lnTo>
                <a:lnTo>
                  <a:pt x="648821" y="26292"/>
                </a:lnTo>
                <a:lnTo>
                  <a:pt x="650164" y="25676"/>
                </a:lnTo>
                <a:lnTo>
                  <a:pt x="651508" y="25133"/>
                </a:lnTo>
                <a:lnTo>
                  <a:pt x="652851" y="24662"/>
                </a:lnTo>
                <a:lnTo>
                  <a:pt x="654194" y="24263"/>
                </a:lnTo>
                <a:lnTo>
                  <a:pt x="655538" y="23937"/>
                </a:lnTo>
                <a:lnTo>
                  <a:pt x="656881" y="23684"/>
                </a:lnTo>
                <a:lnTo>
                  <a:pt x="658224" y="23503"/>
                </a:lnTo>
                <a:lnTo>
                  <a:pt x="659568" y="23394"/>
                </a:lnTo>
                <a:lnTo>
                  <a:pt x="660911" y="23358"/>
                </a:lnTo>
                <a:lnTo>
                  <a:pt x="662079" y="23384"/>
                </a:lnTo>
                <a:lnTo>
                  <a:pt x="663229" y="23462"/>
                </a:lnTo>
                <a:lnTo>
                  <a:pt x="664362" y="23591"/>
                </a:lnTo>
                <a:lnTo>
                  <a:pt x="665476" y="23773"/>
                </a:lnTo>
                <a:lnTo>
                  <a:pt x="666573" y="24007"/>
                </a:lnTo>
                <a:lnTo>
                  <a:pt x="667652" y="24292"/>
                </a:lnTo>
                <a:lnTo>
                  <a:pt x="668713" y="24630"/>
                </a:lnTo>
                <a:lnTo>
                  <a:pt x="669756" y="25019"/>
                </a:lnTo>
                <a:lnTo>
                  <a:pt x="670781" y="25461"/>
                </a:lnTo>
                <a:lnTo>
                  <a:pt x="671789" y="25954"/>
                </a:lnTo>
                <a:lnTo>
                  <a:pt x="672779" y="26499"/>
                </a:lnTo>
                <a:lnTo>
                  <a:pt x="673751" y="27096"/>
                </a:lnTo>
                <a:lnTo>
                  <a:pt x="674689" y="27736"/>
                </a:lnTo>
                <a:lnTo>
                  <a:pt x="675580" y="28407"/>
                </a:lnTo>
                <a:lnTo>
                  <a:pt x="676423" y="29110"/>
                </a:lnTo>
                <a:lnTo>
                  <a:pt x="677218" y="29846"/>
                </a:lnTo>
                <a:lnTo>
                  <a:pt x="677965" y="30614"/>
                </a:lnTo>
                <a:lnTo>
                  <a:pt x="678663" y="31414"/>
                </a:lnTo>
                <a:lnTo>
                  <a:pt x="679314" y="32246"/>
                </a:lnTo>
                <a:lnTo>
                  <a:pt x="679917" y="33110"/>
                </a:lnTo>
                <a:lnTo>
                  <a:pt x="680471" y="34006"/>
                </a:lnTo>
                <a:lnTo>
                  <a:pt x="680978" y="34935"/>
                </a:lnTo>
                <a:lnTo>
                  <a:pt x="681436" y="35895"/>
                </a:lnTo>
                <a:lnTo>
                  <a:pt x="681846" y="36888"/>
                </a:lnTo>
                <a:lnTo>
                  <a:pt x="682217" y="37978"/>
                </a:lnTo>
                <a:lnTo>
                  <a:pt x="682555" y="39230"/>
                </a:lnTo>
                <a:lnTo>
                  <a:pt x="682861" y="40645"/>
                </a:lnTo>
                <a:lnTo>
                  <a:pt x="683134" y="42221"/>
                </a:lnTo>
                <a:lnTo>
                  <a:pt x="683376" y="43960"/>
                </a:lnTo>
                <a:lnTo>
                  <a:pt x="683585" y="45861"/>
                </a:lnTo>
                <a:lnTo>
                  <a:pt x="683762" y="47924"/>
                </a:lnTo>
                <a:lnTo>
                  <a:pt x="683907" y="50150"/>
                </a:lnTo>
                <a:lnTo>
                  <a:pt x="684020" y="52537"/>
                </a:lnTo>
                <a:lnTo>
                  <a:pt x="684100" y="55087"/>
                </a:lnTo>
                <a:lnTo>
                  <a:pt x="684149" y="57799"/>
                </a:lnTo>
                <a:lnTo>
                  <a:pt x="684165" y="60673"/>
                </a:lnTo>
                <a:lnTo>
                  <a:pt x="684165" y="105110"/>
                </a:lnTo>
                <a:lnTo>
                  <a:pt x="670897" y="105110"/>
                </a:lnTo>
                <a:lnTo>
                  <a:pt x="670897" y="59082"/>
                </a:lnTo>
                <a:lnTo>
                  <a:pt x="670890" y="57227"/>
                </a:lnTo>
                <a:lnTo>
                  <a:pt x="670867" y="55480"/>
                </a:lnTo>
                <a:lnTo>
                  <a:pt x="670828" y="53842"/>
                </a:lnTo>
                <a:lnTo>
                  <a:pt x="670775" y="52312"/>
                </a:lnTo>
                <a:lnTo>
                  <a:pt x="670705" y="50890"/>
                </a:lnTo>
                <a:lnTo>
                  <a:pt x="670621" y="49576"/>
                </a:lnTo>
                <a:lnTo>
                  <a:pt x="670521" y="48370"/>
                </a:lnTo>
                <a:lnTo>
                  <a:pt x="670406" y="47273"/>
                </a:lnTo>
                <a:lnTo>
                  <a:pt x="670275" y="46283"/>
                </a:lnTo>
                <a:lnTo>
                  <a:pt x="670130" y="45402"/>
                </a:lnTo>
                <a:lnTo>
                  <a:pt x="669968" y="44630"/>
                </a:lnTo>
                <a:lnTo>
                  <a:pt x="669792" y="43965"/>
                </a:lnTo>
                <a:lnTo>
                  <a:pt x="669595" y="43364"/>
                </a:lnTo>
                <a:lnTo>
                  <a:pt x="669372" y="42781"/>
                </a:lnTo>
                <a:lnTo>
                  <a:pt x="669123" y="42216"/>
                </a:lnTo>
                <a:lnTo>
                  <a:pt x="668849" y="41669"/>
                </a:lnTo>
                <a:lnTo>
                  <a:pt x="668548" y="41141"/>
                </a:lnTo>
                <a:lnTo>
                  <a:pt x="668222" y="40631"/>
                </a:lnTo>
                <a:lnTo>
                  <a:pt x="667871" y="40139"/>
                </a:lnTo>
                <a:lnTo>
                  <a:pt x="667493" y="39666"/>
                </a:lnTo>
                <a:lnTo>
                  <a:pt x="667090" y="39210"/>
                </a:lnTo>
                <a:lnTo>
                  <a:pt x="666661" y="38773"/>
                </a:lnTo>
                <a:lnTo>
                  <a:pt x="666206" y="38355"/>
                </a:lnTo>
                <a:lnTo>
                  <a:pt x="665726" y="37954"/>
                </a:lnTo>
                <a:lnTo>
                  <a:pt x="665229" y="37579"/>
                </a:lnTo>
                <a:lnTo>
                  <a:pt x="664724" y="37237"/>
                </a:lnTo>
                <a:lnTo>
                  <a:pt x="664212" y="36927"/>
                </a:lnTo>
                <a:lnTo>
                  <a:pt x="663693" y="36650"/>
                </a:lnTo>
                <a:lnTo>
                  <a:pt x="663166" y="36405"/>
                </a:lnTo>
                <a:lnTo>
                  <a:pt x="662632" y="36193"/>
                </a:lnTo>
                <a:lnTo>
                  <a:pt x="662090" y="36014"/>
                </a:lnTo>
                <a:lnTo>
                  <a:pt x="661541" y="35867"/>
                </a:lnTo>
                <a:lnTo>
                  <a:pt x="660985" y="35753"/>
                </a:lnTo>
                <a:lnTo>
                  <a:pt x="660421" y="35672"/>
                </a:lnTo>
                <a:lnTo>
                  <a:pt x="659849" y="35623"/>
                </a:lnTo>
                <a:lnTo>
                  <a:pt x="659271" y="35606"/>
                </a:lnTo>
                <a:lnTo>
                  <a:pt x="658098" y="35652"/>
                </a:lnTo>
                <a:lnTo>
                  <a:pt x="656912" y="35790"/>
                </a:lnTo>
                <a:lnTo>
                  <a:pt x="655711" y="36020"/>
                </a:lnTo>
                <a:lnTo>
                  <a:pt x="654496" y="36342"/>
                </a:lnTo>
                <a:lnTo>
                  <a:pt x="653266" y="36755"/>
                </a:lnTo>
                <a:lnTo>
                  <a:pt x="652022" y="37260"/>
                </a:lnTo>
                <a:lnTo>
                  <a:pt x="650763" y="37858"/>
                </a:lnTo>
                <a:lnTo>
                  <a:pt x="649491" y="38547"/>
                </a:lnTo>
                <a:lnTo>
                  <a:pt x="648203" y="39328"/>
                </a:lnTo>
                <a:lnTo>
                  <a:pt x="646902" y="40201"/>
                </a:lnTo>
                <a:lnTo>
                  <a:pt x="645586" y="41166"/>
                </a:lnTo>
                <a:lnTo>
                  <a:pt x="644256" y="42222"/>
                </a:lnTo>
                <a:lnTo>
                  <a:pt x="642938" y="43348"/>
                </a:lnTo>
                <a:lnTo>
                  <a:pt x="641659" y="44521"/>
                </a:lnTo>
                <a:lnTo>
                  <a:pt x="640420" y="45739"/>
                </a:lnTo>
                <a:lnTo>
                  <a:pt x="639219" y="47005"/>
                </a:lnTo>
                <a:lnTo>
                  <a:pt x="638058" y="48316"/>
                </a:lnTo>
                <a:lnTo>
                  <a:pt x="636936" y="49674"/>
                </a:lnTo>
                <a:lnTo>
                  <a:pt x="635853" y="51079"/>
                </a:lnTo>
                <a:lnTo>
                  <a:pt x="634809" y="52530"/>
                </a:lnTo>
                <a:lnTo>
                  <a:pt x="633804" y="54027"/>
                </a:lnTo>
                <a:lnTo>
                  <a:pt x="632838" y="55571"/>
                </a:lnTo>
                <a:lnTo>
                  <a:pt x="631912" y="57161"/>
                </a:lnTo>
                <a:lnTo>
                  <a:pt x="631024" y="58797"/>
                </a:lnTo>
                <a:lnTo>
                  <a:pt x="631024" y="105110"/>
                </a:lnTo>
                <a:lnTo>
                  <a:pt x="617757" y="105110"/>
                </a:lnTo>
                <a:close/>
                <a:moveTo>
                  <a:pt x="706334" y="100795"/>
                </a:moveTo>
                <a:lnTo>
                  <a:pt x="706334" y="86737"/>
                </a:lnTo>
                <a:lnTo>
                  <a:pt x="707672" y="87582"/>
                </a:lnTo>
                <a:lnTo>
                  <a:pt x="709023" y="88384"/>
                </a:lnTo>
                <a:lnTo>
                  <a:pt x="710386" y="89143"/>
                </a:lnTo>
                <a:lnTo>
                  <a:pt x="711763" y="89859"/>
                </a:lnTo>
                <a:lnTo>
                  <a:pt x="713152" y="90531"/>
                </a:lnTo>
                <a:lnTo>
                  <a:pt x="714555" y="91161"/>
                </a:lnTo>
                <a:lnTo>
                  <a:pt x="715970" y="91748"/>
                </a:lnTo>
                <a:lnTo>
                  <a:pt x="717398" y="92292"/>
                </a:lnTo>
                <a:lnTo>
                  <a:pt x="718839" y="92792"/>
                </a:lnTo>
                <a:lnTo>
                  <a:pt x="720293" y="93250"/>
                </a:lnTo>
                <a:lnTo>
                  <a:pt x="721759" y="93665"/>
                </a:lnTo>
                <a:lnTo>
                  <a:pt x="723239" y="94036"/>
                </a:lnTo>
                <a:lnTo>
                  <a:pt x="724706" y="94372"/>
                </a:lnTo>
                <a:lnTo>
                  <a:pt x="726136" y="94678"/>
                </a:lnTo>
                <a:lnTo>
                  <a:pt x="727528" y="94956"/>
                </a:lnTo>
                <a:lnTo>
                  <a:pt x="728882" y="95204"/>
                </a:lnTo>
                <a:lnTo>
                  <a:pt x="730199" y="95422"/>
                </a:lnTo>
                <a:lnTo>
                  <a:pt x="731478" y="95612"/>
                </a:lnTo>
                <a:lnTo>
                  <a:pt x="732719" y="95773"/>
                </a:lnTo>
                <a:lnTo>
                  <a:pt x="733923" y="95904"/>
                </a:lnTo>
                <a:lnTo>
                  <a:pt x="735089" y="96006"/>
                </a:lnTo>
                <a:lnTo>
                  <a:pt x="736217" y="96079"/>
                </a:lnTo>
                <a:lnTo>
                  <a:pt x="737308" y="96123"/>
                </a:lnTo>
                <a:lnTo>
                  <a:pt x="738361" y="96137"/>
                </a:lnTo>
                <a:lnTo>
                  <a:pt x="739998" y="96115"/>
                </a:lnTo>
                <a:lnTo>
                  <a:pt x="741557" y="96048"/>
                </a:lnTo>
                <a:lnTo>
                  <a:pt x="743037" y="95935"/>
                </a:lnTo>
                <a:lnTo>
                  <a:pt x="744440" y="95778"/>
                </a:lnTo>
                <a:lnTo>
                  <a:pt x="745764" y="95577"/>
                </a:lnTo>
                <a:lnTo>
                  <a:pt x="747010" y="95330"/>
                </a:lnTo>
                <a:lnTo>
                  <a:pt x="748177" y="95038"/>
                </a:lnTo>
                <a:lnTo>
                  <a:pt x="749266" y="94702"/>
                </a:lnTo>
                <a:lnTo>
                  <a:pt x="750277" y="94321"/>
                </a:lnTo>
                <a:lnTo>
                  <a:pt x="751210" y="93895"/>
                </a:lnTo>
                <a:lnTo>
                  <a:pt x="752065" y="93424"/>
                </a:lnTo>
                <a:lnTo>
                  <a:pt x="752841" y="92908"/>
                </a:lnTo>
                <a:lnTo>
                  <a:pt x="753547" y="92359"/>
                </a:lnTo>
                <a:lnTo>
                  <a:pt x="754192" y="91788"/>
                </a:lnTo>
                <a:lnTo>
                  <a:pt x="754776" y="91194"/>
                </a:lnTo>
                <a:lnTo>
                  <a:pt x="755298" y="90578"/>
                </a:lnTo>
                <a:lnTo>
                  <a:pt x="755758" y="89940"/>
                </a:lnTo>
                <a:lnTo>
                  <a:pt x="756158" y="89280"/>
                </a:lnTo>
                <a:lnTo>
                  <a:pt x="756495" y="88598"/>
                </a:lnTo>
                <a:lnTo>
                  <a:pt x="756772" y="87894"/>
                </a:lnTo>
                <a:lnTo>
                  <a:pt x="756987" y="87167"/>
                </a:lnTo>
                <a:lnTo>
                  <a:pt x="757140" y="86418"/>
                </a:lnTo>
                <a:lnTo>
                  <a:pt x="757233" y="85648"/>
                </a:lnTo>
                <a:lnTo>
                  <a:pt x="757263" y="84854"/>
                </a:lnTo>
                <a:lnTo>
                  <a:pt x="757249" y="84329"/>
                </a:lnTo>
                <a:lnTo>
                  <a:pt x="757206" y="83816"/>
                </a:lnTo>
                <a:lnTo>
                  <a:pt x="757134" y="83315"/>
                </a:lnTo>
                <a:lnTo>
                  <a:pt x="757033" y="82828"/>
                </a:lnTo>
                <a:lnTo>
                  <a:pt x="756904" y="82353"/>
                </a:lnTo>
                <a:lnTo>
                  <a:pt x="756746" y="81891"/>
                </a:lnTo>
                <a:lnTo>
                  <a:pt x="756559" y="81442"/>
                </a:lnTo>
                <a:lnTo>
                  <a:pt x="756344" y="81006"/>
                </a:lnTo>
                <a:lnTo>
                  <a:pt x="756100" y="80583"/>
                </a:lnTo>
                <a:lnTo>
                  <a:pt x="755827" y="80172"/>
                </a:lnTo>
                <a:lnTo>
                  <a:pt x="755525" y="79774"/>
                </a:lnTo>
                <a:lnTo>
                  <a:pt x="755195" y="79389"/>
                </a:lnTo>
                <a:lnTo>
                  <a:pt x="754807" y="79003"/>
                </a:lnTo>
                <a:lnTo>
                  <a:pt x="754335" y="78603"/>
                </a:lnTo>
                <a:lnTo>
                  <a:pt x="753777" y="78187"/>
                </a:lnTo>
                <a:lnTo>
                  <a:pt x="753134" y="77757"/>
                </a:lnTo>
                <a:lnTo>
                  <a:pt x="752406" y="77312"/>
                </a:lnTo>
                <a:lnTo>
                  <a:pt x="751593" y="76852"/>
                </a:lnTo>
                <a:lnTo>
                  <a:pt x="750694" y="76378"/>
                </a:lnTo>
                <a:lnTo>
                  <a:pt x="749710" y="75889"/>
                </a:lnTo>
                <a:lnTo>
                  <a:pt x="748641" y="75384"/>
                </a:lnTo>
                <a:lnTo>
                  <a:pt x="747487" y="74865"/>
                </a:lnTo>
                <a:lnTo>
                  <a:pt x="746248" y="74332"/>
                </a:lnTo>
                <a:lnTo>
                  <a:pt x="744923" y="73783"/>
                </a:lnTo>
                <a:lnTo>
                  <a:pt x="740358" y="71938"/>
                </a:lnTo>
                <a:lnTo>
                  <a:pt x="731157" y="68318"/>
                </a:lnTo>
                <a:lnTo>
                  <a:pt x="728760" y="67365"/>
                </a:lnTo>
                <a:lnTo>
                  <a:pt x="726516" y="66425"/>
                </a:lnTo>
                <a:lnTo>
                  <a:pt x="724425" y="65496"/>
                </a:lnTo>
                <a:lnTo>
                  <a:pt x="722486" y="64579"/>
                </a:lnTo>
                <a:lnTo>
                  <a:pt x="720700" y="63673"/>
                </a:lnTo>
                <a:lnTo>
                  <a:pt x="719066" y="62779"/>
                </a:lnTo>
                <a:lnTo>
                  <a:pt x="717585" y="61897"/>
                </a:lnTo>
                <a:lnTo>
                  <a:pt x="716257" y="61026"/>
                </a:lnTo>
                <a:lnTo>
                  <a:pt x="715081" y="60167"/>
                </a:lnTo>
                <a:lnTo>
                  <a:pt x="714057" y="59320"/>
                </a:lnTo>
                <a:lnTo>
                  <a:pt x="713187" y="58484"/>
                </a:lnTo>
                <a:lnTo>
                  <a:pt x="712468" y="57660"/>
                </a:lnTo>
                <a:lnTo>
                  <a:pt x="711842" y="56839"/>
                </a:lnTo>
                <a:lnTo>
                  <a:pt x="711270" y="55987"/>
                </a:lnTo>
                <a:lnTo>
                  <a:pt x="710752" y="55107"/>
                </a:lnTo>
                <a:lnTo>
                  <a:pt x="710289" y="54196"/>
                </a:lnTo>
                <a:lnTo>
                  <a:pt x="709880" y="53256"/>
                </a:lnTo>
                <a:lnTo>
                  <a:pt x="709526" y="52286"/>
                </a:lnTo>
                <a:lnTo>
                  <a:pt x="709226" y="51287"/>
                </a:lnTo>
                <a:lnTo>
                  <a:pt x="708981" y="50258"/>
                </a:lnTo>
                <a:lnTo>
                  <a:pt x="708790" y="49199"/>
                </a:lnTo>
                <a:lnTo>
                  <a:pt x="708654" y="48111"/>
                </a:lnTo>
                <a:lnTo>
                  <a:pt x="708572" y="46993"/>
                </a:lnTo>
                <a:lnTo>
                  <a:pt x="708545" y="45845"/>
                </a:lnTo>
                <a:lnTo>
                  <a:pt x="708598" y="44233"/>
                </a:lnTo>
                <a:lnTo>
                  <a:pt x="708756" y="42669"/>
                </a:lnTo>
                <a:lnTo>
                  <a:pt x="709020" y="41153"/>
                </a:lnTo>
                <a:lnTo>
                  <a:pt x="709389" y="39686"/>
                </a:lnTo>
                <a:lnTo>
                  <a:pt x="709864" y="38267"/>
                </a:lnTo>
                <a:lnTo>
                  <a:pt x="710444" y="36897"/>
                </a:lnTo>
                <a:lnTo>
                  <a:pt x="711130" y="35575"/>
                </a:lnTo>
                <a:lnTo>
                  <a:pt x="711921" y="34301"/>
                </a:lnTo>
                <a:lnTo>
                  <a:pt x="712818" y="33076"/>
                </a:lnTo>
                <a:lnTo>
                  <a:pt x="713821" y="31899"/>
                </a:lnTo>
                <a:lnTo>
                  <a:pt x="714928" y="30771"/>
                </a:lnTo>
                <a:lnTo>
                  <a:pt x="716142" y="29691"/>
                </a:lnTo>
                <a:lnTo>
                  <a:pt x="717473" y="28680"/>
                </a:lnTo>
                <a:lnTo>
                  <a:pt x="718936" y="27756"/>
                </a:lnTo>
                <a:lnTo>
                  <a:pt x="720531" y="26920"/>
                </a:lnTo>
                <a:lnTo>
                  <a:pt x="722256" y="26173"/>
                </a:lnTo>
                <a:lnTo>
                  <a:pt x="724113" y="25513"/>
                </a:lnTo>
                <a:lnTo>
                  <a:pt x="726101" y="24941"/>
                </a:lnTo>
                <a:lnTo>
                  <a:pt x="728220" y="24457"/>
                </a:lnTo>
                <a:lnTo>
                  <a:pt x="730471" y="24062"/>
                </a:lnTo>
                <a:lnTo>
                  <a:pt x="732853" y="23754"/>
                </a:lnTo>
                <a:lnTo>
                  <a:pt x="735366" y="23534"/>
                </a:lnTo>
                <a:lnTo>
                  <a:pt x="738010" y="23402"/>
                </a:lnTo>
                <a:lnTo>
                  <a:pt x="740786" y="23358"/>
                </a:lnTo>
                <a:lnTo>
                  <a:pt x="742905" y="23383"/>
                </a:lnTo>
                <a:lnTo>
                  <a:pt x="745004" y="23461"/>
                </a:lnTo>
                <a:lnTo>
                  <a:pt x="747085" y="23589"/>
                </a:lnTo>
                <a:lnTo>
                  <a:pt x="749148" y="23769"/>
                </a:lnTo>
                <a:lnTo>
                  <a:pt x="751191" y="24001"/>
                </a:lnTo>
                <a:lnTo>
                  <a:pt x="753215" y="24284"/>
                </a:lnTo>
                <a:lnTo>
                  <a:pt x="755221" y="24618"/>
                </a:lnTo>
                <a:lnTo>
                  <a:pt x="757208" y="25004"/>
                </a:lnTo>
                <a:lnTo>
                  <a:pt x="759176" y="25441"/>
                </a:lnTo>
                <a:lnTo>
                  <a:pt x="761125" y="25929"/>
                </a:lnTo>
                <a:lnTo>
                  <a:pt x="763055" y="26469"/>
                </a:lnTo>
                <a:lnTo>
                  <a:pt x="764967" y="27061"/>
                </a:lnTo>
                <a:lnTo>
                  <a:pt x="764967" y="39167"/>
                </a:lnTo>
                <a:lnTo>
                  <a:pt x="762790" y="38416"/>
                </a:lnTo>
                <a:lnTo>
                  <a:pt x="760636" y="37731"/>
                </a:lnTo>
                <a:lnTo>
                  <a:pt x="758503" y="37111"/>
                </a:lnTo>
                <a:lnTo>
                  <a:pt x="756391" y="36556"/>
                </a:lnTo>
                <a:lnTo>
                  <a:pt x="754302" y="36066"/>
                </a:lnTo>
                <a:lnTo>
                  <a:pt x="752235" y="35642"/>
                </a:lnTo>
                <a:lnTo>
                  <a:pt x="750189" y="35283"/>
                </a:lnTo>
                <a:lnTo>
                  <a:pt x="748165" y="34989"/>
                </a:lnTo>
                <a:lnTo>
                  <a:pt x="746163" y="34761"/>
                </a:lnTo>
                <a:lnTo>
                  <a:pt x="744182" y="34598"/>
                </a:lnTo>
                <a:lnTo>
                  <a:pt x="742224" y="34500"/>
                </a:lnTo>
                <a:lnTo>
                  <a:pt x="740287" y="34467"/>
                </a:lnTo>
                <a:lnTo>
                  <a:pt x="738909" y="34487"/>
                </a:lnTo>
                <a:lnTo>
                  <a:pt x="737583" y="34549"/>
                </a:lnTo>
                <a:lnTo>
                  <a:pt x="736308" y="34651"/>
                </a:lnTo>
                <a:lnTo>
                  <a:pt x="735084" y="34794"/>
                </a:lnTo>
                <a:lnTo>
                  <a:pt x="733910" y="34979"/>
                </a:lnTo>
                <a:lnTo>
                  <a:pt x="732788" y="35204"/>
                </a:lnTo>
                <a:lnTo>
                  <a:pt x="731717" y="35470"/>
                </a:lnTo>
                <a:lnTo>
                  <a:pt x="730697" y="35777"/>
                </a:lnTo>
                <a:lnTo>
                  <a:pt x="729728" y="36124"/>
                </a:lnTo>
                <a:lnTo>
                  <a:pt x="728810" y="36513"/>
                </a:lnTo>
                <a:lnTo>
                  <a:pt x="727943" y="36943"/>
                </a:lnTo>
                <a:lnTo>
                  <a:pt x="727127" y="37413"/>
                </a:lnTo>
                <a:lnTo>
                  <a:pt x="726369" y="37914"/>
                </a:lnTo>
                <a:lnTo>
                  <a:pt x="725677" y="38435"/>
                </a:lnTo>
                <a:lnTo>
                  <a:pt x="725051" y="38976"/>
                </a:lnTo>
                <a:lnTo>
                  <a:pt x="724491" y="39538"/>
                </a:lnTo>
                <a:lnTo>
                  <a:pt x="723997" y="40120"/>
                </a:lnTo>
                <a:lnTo>
                  <a:pt x="723569" y="40721"/>
                </a:lnTo>
                <a:lnTo>
                  <a:pt x="723207" y="41344"/>
                </a:lnTo>
                <a:lnTo>
                  <a:pt x="722910" y="41986"/>
                </a:lnTo>
                <a:lnTo>
                  <a:pt x="722680" y="42648"/>
                </a:lnTo>
                <a:lnTo>
                  <a:pt x="722515" y="43331"/>
                </a:lnTo>
                <a:lnTo>
                  <a:pt x="722416" y="44034"/>
                </a:lnTo>
                <a:lnTo>
                  <a:pt x="722383" y="44757"/>
                </a:lnTo>
                <a:lnTo>
                  <a:pt x="722412" y="45455"/>
                </a:lnTo>
                <a:lnTo>
                  <a:pt x="722498" y="46129"/>
                </a:lnTo>
                <a:lnTo>
                  <a:pt x="722642" y="46779"/>
                </a:lnTo>
                <a:lnTo>
                  <a:pt x="722843" y="47406"/>
                </a:lnTo>
                <a:lnTo>
                  <a:pt x="723101" y="48009"/>
                </a:lnTo>
                <a:lnTo>
                  <a:pt x="723417" y="48589"/>
                </a:lnTo>
                <a:lnTo>
                  <a:pt x="723791" y="49145"/>
                </a:lnTo>
                <a:lnTo>
                  <a:pt x="724222" y="49677"/>
                </a:lnTo>
                <a:lnTo>
                  <a:pt x="724710" y="50185"/>
                </a:lnTo>
                <a:lnTo>
                  <a:pt x="725256" y="50670"/>
                </a:lnTo>
                <a:lnTo>
                  <a:pt x="725859" y="51132"/>
                </a:lnTo>
                <a:lnTo>
                  <a:pt x="726520" y="51569"/>
                </a:lnTo>
                <a:lnTo>
                  <a:pt x="727233" y="52000"/>
                </a:lnTo>
                <a:lnTo>
                  <a:pt x="728018" y="52442"/>
                </a:lnTo>
                <a:lnTo>
                  <a:pt x="728874" y="52895"/>
                </a:lnTo>
                <a:lnTo>
                  <a:pt x="729801" y="53359"/>
                </a:lnTo>
                <a:lnTo>
                  <a:pt x="730800" y="53834"/>
                </a:lnTo>
                <a:lnTo>
                  <a:pt x="731870" y="54319"/>
                </a:lnTo>
                <a:lnTo>
                  <a:pt x="733011" y="54816"/>
                </a:lnTo>
                <a:lnTo>
                  <a:pt x="734224" y="55323"/>
                </a:lnTo>
                <a:lnTo>
                  <a:pt x="735508" y="55841"/>
                </a:lnTo>
                <a:lnTo>
                  <a:pt x="736863" y="56370"/>
                </a:lnTo>
                <a:lnTo>
                  <a:pt x="738290" y="56909"/>
                </a:lnTo>
                <a:lnTo>
                  <a:pt x="739787" y="57460"/>
                </a:lnTo>
                <a:lnTo>
                  <a:pt x="748775" y="60724"/>
                </a:lnTo>
                <a:lnTo>
                  <a:pt x="750781" y="61475"/>
                </a:lnTo>
                <a:lnTo>
                  <a:pt x="752684" y="62237"/>
                </a:lnTo>
                <a:lnTo>
                  <a:pt x="754486" y="63010"/>
                </a:lnTo>
                <a:lnTo>
                  <a:pt x="756185" y="63793"/>
                </a:lnTo>
                <a:lnTo>
                  <a:pt x="757783" y="64588"/>
                </a:lnTo>
                <a:lnTo>
                  <a:pt x="759278" y="65394"/>
                </a:lnTo>
                <a:lnTo>
                  <a:pt x="760672" y="66211"/>
                </a:lnTo>
                <a:lnTo>
                  <a:pt x="761963" y="67039"/>
                </a:lnTo>
                <a:lnTo>
                  <a:pt x="763152" y="67878"/>
                </a:lnTo>
                <a:lnTo>
                  <a:pt x="764240" y="68728"/>
                </a:lnTo>
                <a:lnTo>
                  <a:pt x="765225" y="69589"/>
                </a:lnTo>
                <a:lnTo>
                  <a:pt x="766108" y="70461"/>
                </a:lnTo>
                <a:lnTo>
                  <a:pt x="766906" y="71356"/>
                </a:lnTo>
                <a:lnTo>
                  <a:pt x="767634" y="72289"/>
                </a:lnTo>
                <a:lnTo>
                  <a:pt x="768293" y="73258"/>
                </a:lnTo>
                <a:lnTo>
                  <a:pt x="768882" y="74263"/>
                </a:lnTo>
                <a:lnTo>
                  <a:pt x="769402" y="75305"/>
                </a:lnTo>
                <a:lnTo>
                  <a:pt x="769853" y="76384"/>
                </a:lnTo>
                <a:lnTo>
                  <a:pt x="770234" y="77499"/>
                </a:lnTo>
                <a:lnTo>
                  <a:pt x="770546" y="78651"/>
                </a:lnTo>
                <a:lnTo>
                  <a:pt x="770789" y="79839"/>
                </a:lnTo>
                <a:lnTo>
                  <a:pt x="770962" y="81064"/>
                </a:lnTo>
                <a:lnTo>
                  <a:pt x="771066" y="82326"/>
                </a:lnTo>
                <a:lnTo>
                  <a:pt x="771101" y="83624"/>
                </a:lnTo>
                <a:lnTo>
                  <a:pt x="771046" y="85318"/>
                </a:lnTo>
                <a:lnTo>
                  <a:pt x="770880" y="86961"/>
                </a:lnTo>
                <a:lnTo>
                  <a:pt x="770604" y="88553"/>
                </a:lnTo>
                <a:lnTo>
                  <a:pt x="770217" y="90095"/>
                </a:lnTo>
                <a:lnTo>
                  <a:pt x="769720" y="91585"/>
                </a:lnTo>
                <a:lnTo>
                  <a:pt x="769113" y="93025"/>
                </a:lnTo>
                <a:lnTo>
                  <a:pt x="768395" y="94414"/>
                </a:lnTo>
                <a:lnTo>
                  <a:pt x="767566" y="95752"/>
                </a:lnTo>
                <a:lnTo>
                  <a:pt x="766627" y="97039"/>
                </a:lnTo>
                <a:lnTo>
                  <a:pt x="765578" y="98275"/>
                </a:lnTo>
                <a:lnTo>
                  <a:pt x="764418" y="99460"/>
                </a:lnTo>
                <a:lnTo>
                  <a:pt x="763148" y="100595"/>
                </a:lnTo>
                <a:lnTo>
                  <a:pt x="761756" y="101657"/>
                </a:lnTo>
                <a:lnTo>
                  <a:pt x="760232" y="102627"/>
                </a:lnTo>
                <a:lnTo>
                  <a:pt x="758576" y="103505"/>
                </a:lnTo>
                <a:lnTo>
                  <a:pt x="756788" y="104290"/>
                </a:lnTo>
                <a:lnTo>
                  <a:pt x="754867" y="104983"/>
                </a:lnTo>
                <a:lnTo>
                  <a:pt x="752814" y="105584"/>
                </a:lnTo>
                <a:lnTo>
                  <a:pt x="750629" y="106092"/>
                </a:lnTo>
                <a:lnTo>
                  <a:pt x="748311" y="106507"/>
                </a:lnTo>
                <a:lnTo>
                  <a:pt x="745862" y="106831"/>
                </a:lnTo>
                <a:lnTo>
                  <a:pt x="743280" y="107062"/>
                </a:lnTo>
                <a:lnTo>
                  <a:pt x="740565" y="107200"/>
                </a:lnTo>
                <a:lnTo>
                  <a:pt x="737719" y="107246"/>
                </a:lnTo>
                <a:lnTo>
                  <a:pt x="735169" y="107202"/>
                </a:lnTo>
                <a:lnTo>
                  <a:pt x="732607" y="107067"/>
                </a:lnTo>
                <a:lnTo>
                  <a:pt x="730033" y="106843"/>
                </a:lnTo>
                <a:lnTo>
                  <a:pt x="727447" y="106530"/>
                </a:lnTo>
                <a:lnTo>
                  <a:pt x="724850" y="106126"/>
                </a:lnTo>
                <a:lnTo>
                  <a:pt x="722240" y="105634"/>
                </a:lnTo>
                <a:lnTo>
                  <a:pt x="719619" y="105051"/>
                </a:lnTo>
                <a:lnTo>
                  <a:pt x="716986" y="104379"/>
                </a:lnTo>
                <a:lnTo>
                  <a:pt x="714341" y="103618"/>
                </a:lnTo>
                <a:lnTo>
                  <a:pt x="711684" y="102766"/>
                </a:lnTo>
                <a:lnTo>
                  <a:pt x="709015" y="101825"/>
                </a:lnTo>
                <a:lnTo>
                  <a:pt x="706334" y="100795"/>
                </a:lnTo>
                <a:close/>
                <a:moveTo>
                  <a:pt x="825868" y="107246"/>
                </a:moveTo>
                <a:lnTo>
                  <a:pt x="823062" y="107164"/>
                </a:lnTo>
                <a:lnTo>
                  <a:pt x="820352" y="106915"/>
                </a:lnTo>
                <a:lnTo>
                  <a:pt x="817736" y="106502"/>
                </a:lnTo>
                <a:lnTo>
                  <a:pt x="815216" y="105922"/>
                </a:lnTo>
                <a:lnTo>
                  <a:pt x="812791" y="105178"/>
                </a:lnTo>
                <a:lnTo>
                  <a:pt x="810461" y="104267"/>
                </a:lnTo>
                <a:lnTo>
                  <a:pt x="808226" y="103191"/>
                </a:lnTo>
                <a:lnTo>
                  <a:pt x="806086" y="101950"/>
                </a:lnTo>
                <a:lnTo>
                  <a:pt x="804041" y="100543"/>
                </a:lnTo>
                <a:lnTo>
                  <a:pt x="802091" y="98971"/>
                </a:lnTo>
                <a:lnTo>
                  <a:pt x="800237" y="97233"/>
                </a:lnTo>
                <a:lnTo>
                  <a:pt x="798477" y="95329"/>
                </a:lnTo>
                <a:lnTo>
                  <a:pt x="796837" y="93300"/>
                </a:lnTo>
                <a:lnTo>
                  <a:pt x="795339" y="91183"/>
                </a:lnTo>
                <a:lnTo>
                  <a:pt x="793983" y="88981"/>
                </a:lnTo>
                <a:lnTo>
                  <a:pt x="792771" y="86692"/>
                </a:lnTo>
                <a:lnTo>
                  <a:pt x="791701" y="84316"/>
                </a:lnTo>
                <a:lnTo>
                  <a:pt x="790774" y="81854"/>
                </a:lnTo>
                <a:lnTo>
                  <a:pt x="789989" y="79306"/>
                </a:lnTo>
                <a:lnTo>
                  <a:pt x="789347" y="76671"/>
                </a:lnTo>
                <a:lnTo>
                  <a:pt x="788848" y="73949"/>
                </a:lnTo>
                <a:lnTo>
                  <a:pt x="788491" y="71141"/>
                </a:lnTo>
                <a:lnTo>
                  <a:pt x="788277" y="68247"/>
                </a:lnTo>
                <a:lnTo>
                  <a:pt x="788206" y="65267"/>
                </a:lnTo>
                <a:lnTo>
                  <a:pt x="788277" y="62286"/>
                </a:lnTo>
                <a:lnTo>
                  <a:pt x="788491" y="59393"/>
                </a:lnTo>
                <a:lnTo>
                  <a:pt x="788848" y="56586"/>
                </a:lnTo>
                <a:lnTo>
                  <a:pt x="789347" y="53867"/>
                </a:lnTo>
                <a:lnTo>
                  <a:pt x="789989" y="51234"/>
                </a:lnTo>
                <a:lnTo>
                  <a:pt x="790774" y="48688"/>
                </a:lnTo>
                <a:lnTo>
                  <a:pt x="791701" y="46230"/>
                </a:lnTo>
                <a:lnTo>
                  <a:pt x="792771" y="43858"/>
                </a:lnTo>
                <a:lnTo>
                  <a:pt x="793983" y="41574"/>
                </a:lnTo>
                <a:lnTo>
                  <a:pt x="795339" y="39376"/>
                </a:lnTo>
                <a:lnTo>
                  <a:pt x="796837" y="37265"/>
                </a:lnTo>
                <a:lnTo>
                  <a:pt x="798477" y="35241"/>
                </a:lnTo>
                <a:lnTo>
                  <a:pt x="800237" y="33343"/>
                </a:lnTo>
                <a:lnTo>
                  <a:pt x="802091" y="31610"/>
                </a:lnTo>
                <a:lnTo>
                  <a:pt x="804041" y="30042"/>
                </a:lnTo>
                <a:lnTo>
                  <a:pt x="806086" y="28639"/>
                </a:lnTo>
                <a:lnTo>
                  <a:pt x="808226" y="27402"/>
                </a:lnTo>
                <a:lnTo>
                  <a:pt x="810461" y="26329"/>
                </a:lnTo>
                <a:lnTo>
                  <a:pt x="812791" y="25421"/>
                </a:lnTo>
                <a:lnTo>
                  <a:pt x="815216" y="24678"/>
                </a:lnTo>
                <a:lnTo>
                  <a:pt x="817736" y="24101"/>
                </a:lnTo>
                <a:lnTo>
                  <a:pt x="820352" y="23688"/>
                </a:lnTo>
                <a:lnTo>
                  <a:pt x="823062" y="23440"/>
                </a:lnTo>
                <a:lnTo>
                  <a:pt x="825868" y="23358"/>
                </a:lnTo>
                <a:lnTo>
                  <a:pt x="828662" y="23440"/>
                </a:lnTo>
                <a:lnTo>
                  <a:pt x="831362" y="23688"/>
                </a:lnTo>
                <a:lnTo>
                  <a:pt x="833968" y="24101"/>
                </a:lnTo>
                <a:lnTo>
                  <a:pt x="836480" y="24678"/>
                </a:lnTo>
                <a:lnTo>
                  <a:pt x="838898" y="25421"/>
                </a:lnTo>
                <a:lnTo>
                  <a:pt x="841221" y="26329"/>
                </a:lnTo>
                <a:lnTo>
                  <a:pt x="843451" y="27402"/>
                </a:lnTo>
                <a:lnTo>
                  <a:pt x="845586" y="28639"/>
                </a:lnTo>
                <a:lnTo>
                  <a:pt x="847628" y="30042"/>
                </a:lnTo>
                <a:lnTo>
                  <a:pt x="849575" y="31610"/>
                </a:lnTo>
                <a:lnTo>
                  <a:pt x="851428" y="33343"/>
                </a:lnTo>
                <a:lnTo>
                  <a:pt x="853187" y="35241"/>
                </a:lnTo>
                <a:lnTo>
                  <a:pt x="854828" y="37265"/>
                </a:lnTo>
                <a:lnTo>
                  <a:pt x="856325" y="39376"/>
                </a:lnTo>
                <a:lnTo>
                  <a:pt x="857681" y="41574"/>
                </a:lnTo>
                <a:lnTo>
                  <a:pt x="858893" y="43858"/>
                </a:lnTo>
                <a:lnTo>
                  <a:pt x="859963" y="46230"/>
                </a:lnTo>
                <a:lnTo>
                  <a:pt x="860891" y="48688"/>
                </a:lnTo>
                <a:lnTo>
                  <a:pt x="861675" y="51234"/>
                </a:lnTo>
                <a:lnTo>
                  <a:pt x="862317" y="53867"/>
                </a:lnTo>
                <a:lnTo>
                  <a:pt x="862816" y="56586"/>
                </a:lnTo>
                <a:lnTo>
                  <a:pt x="863173" y="59393"/>
                </a:lnTo>
                <a:lnTo>
                  <a:pt x="863387" y="62286"/>
                </a:lnTo>
                <a:lnTo>
                  <a:pt x="863458" y="65267"/>
                </a:lnTo>
                <a:lnTo>
                  <a:pt x="863387" y="68247"/>
                </a:lnTo>
                <a:lnTo>
                  <a:pt x="863173" y="71141"/>
                </a:lnTo>
                <a:lnTo>
                  <a:pt x="862816" y="73949"/>
                </a:lnTo>
                <a:lnTo>
                  <a:pt x="862317" y="76671"/>
                </a:lnTo>
                <a:lnTo>
                  <a:pt x="861675" y="79306"/>
                </a:lnTo>
                <a:lnTo>
                  <a:pt x="860891" y="81854"/>
                </a:lnTo>
                <a:lnTo>
                  <a:pt x="859963" y="84316"/>
                </a:lnTo>
                <a:lnTo>
                  <a:pt x="858893" y="86692"/>
                </a:lnTo>
                <a:lnTo>
                  <a:pt x="857681" y="88981"/>
                </a:lnTo>
                <a:lnTo>
                  <a:pt x="856325" y="91183"/>
                </a:lnTo>
                <a:lnTo>
                  <a:pt x="854828" y="93300"/>
                </a:lnTo>
                <a:lnTo>
                  <a:pt x="853187" y="95329"/>
                </a:lnTo>
                <a:lnTo>
                  <a:pt x="851428" y="97233"/>
                </a:lnTo>
                <a:lnTo>
                  <a:pt x="849575" y="98971"/>
                </a:lnTo>
                <a:lnTo>
                  <a:pt x="847628" y="100543"/>
                </a:lnTo>
                <a:lnTo>
                  <a:pt x="845586" y="101950"/>
                </a:lnTo>
                <a:lnTo>
                  <a:pt x="843451" y="103191"/>
                </a:lnTo>
                <a:lnTo>
                  <a:pt x="841221" y="104267"/>
                </a:lnTo>
                <a:lnTo>
                  <a:pt x="838898" y="105178"/>
                </a:lnTo>
                <a:lnTo>
                  <a:pt x="836480" y="105922"/>
                </a:lnTo>
                <a:lnTo>
                  <a:pt x="833968" y="106502"/>
                </a:lnTo>
                <a:lnTo>
                  <a:pt x="831362" y="106915"/>
                </a:lnTo>
                <a:lnTo>
                  <a:pt x="828662" y="107164"/>
                </a:lnTo>
                <a:lnTo>
                  <a:pt x="825868" y="107246"/>
                </a:lnTo>
                <a:moveTo>
                  <a:pt x="825868" y="96137"/>
                </a:moveTo>
                <a:lnTo>
                  <a:pt x="827609" y="96080"/>
                </a:lnTo>
                <a:lnTo>
                  <a:pt x="829290" y="95909"/>
                </a:lnTo>
                <a:lnTo>
                  <a:pt x="830910" y="95623"/>
                </a:lnTo>
                <a:lnTo>
                  <a:pt x="832470" y="95223"/>
                </a:lnTo>
                <a:lnTo>
                  <a:pt x="833969" y="94708"/>
                </a:lnTo>
                <a:lnTo>
                  <a:pt x="835408" y="94079"/>
                </a:lnTo>
                <a:lnTo>
                  <a:pt x="836787" y="93336"/>
                </a:lnTo>
                <a:lnTo>
                  <a:pt x="838105" y="92479"/>
                </a:lnTo>
                <a:lnTo>
                  <a:pt x="839362" y="91507"/>
                </a:lnTo>
                <a:lnTo>
                  <a:pt x="840560" y="90421"/>
                </a:lnTo>
                <a:lnTo>
                  <a:pt x="841696" y="89220"/>
                </a:lnTo>
                <a:lnTo>
                  <a:pt x="842773" y="87905"/>
                </a:lnTo>
                <a:lnTo>
                  <a:pt x="843775" y="86491"/>
                </a:lnTo>
                <a:lnTo>
                  <a:pt x="844691" y="84990"/>
                </a:lnTo>
                <a:lnTo>
                  <a:pt x="845519" y="83404"/>
                </a:lnTo>
                <a:lnTo>
                  <a:pt x="846260" y="81731"/>
                </a:lnTo>
                <a:lnTo>
                  <a:pt x="846914" y="79974"/>
                </a:lnTo>
                <a:lnTo>
                  <a:pt x="847481" y="78130"/>
                </a:lnTo>
                <a:lnTo>
                  <a:pt x="847960" y="76200"/>
                </a:lnTo>
                <a:lnTo>
                  <a:pt x="848352" y="74185"/>
                </a:lnTo>
                <a:lnTo>
                  <a:pt x="848658" y="72084"/>
                </a:lnTo>
                <a:lnTo>
                  <a:pt x="848876" y="69897"/>
                </a:lnTo>
                <a:lnTo>
                  <a:pt x="849006" y="67625"/>
                </a:lnTo>
                <a:lnTo>
                  <a:pt x="849050" y="65267"/>
                </a:lnTo>
                <a:lnTo>
                  <a:pt x="849006" y="62920"/>
                </a:lnTo>
                <a:lnTo>
                  <a:pt x="848876" y="60657"/>
                </a:lnTo>
                <a:lnTo>
                  <a:pt x="848658" y="58480"/>
                </a:lnTo>
                <a:lnTo>
                  <a:pt x="848352" y="56387"/>
                </a:lnTo>
                <a:lnTo>
                  <a:pt x="847960" y="54380"/>
                </a:lnTo>
                <a:lnTo>
                  <a:pt x="847481" y="52457"/>
                </a:lnTo>
                <a:lnTo>
                  <a:pt x="846914" y="50618"/>
                </a:lnTo>
                <a:lnTo>
                  <a:pt x="846260" y="48865"/>
                </a:lnTo>
                <a:lnTo>
                  <a:pt x="845519" y="47196"/>
                </a:lnTo>
                <a:lnTo>
                  <a:pt x="844691" y="45612"/>
                </a:lnTo>
                <a:lnTo>
                  <a:pt x="843775" y="44113"/>
                </a:lnTo>
                <a:lnTo>
                  <a:pt x="842773" y="42699"/>
                </a:lnTo>
                <a:lnTo>
                  <a:pt x="841696" y="41384"/>
                </a:lnTo>
                <a:lnTo>
                  <a:pt x="840560" y="40183"/>
                </a:lnTo>
                <a:lnTo>
                  <a:pt x="839362" y="39097"/>
                </a:lnTo>
                <a:lnTo>
                  <a:pt x="838105" y="38126"/>
                </a:lnTo>
                <a:lnTo>
                  <a:pt x="836787" y="37268"/>
                </a:lnTo>
                <a:lnTo>
                  <a:pt x="835408" y="36525"/>
                </a:lnTo>
                <a:lnTo>
                  <a:pt x="833969" y="35896"/>
                </a:lnTo>
                <a:lnTo>
                  <a:pt x="832470" y="35382"/>
                </a:lnTo>
                <a:lnTo>
                  <a:pt x="830910" y="34981"/>
                </a:lnTo>
                <a:lnTo>
                  <a:pt x="829290" y="34696"/>
                </a:lnTo>
                <a:lnTo>
                  <a:pt x="827609" y="34524"/>
                </a:lnTo>
                <a:lnTo>
                  <a:pt x="825868" y="34467"/>
                </a:lnTo>
                <a:lnTo>
                  <a:pt x="824115" y="34524"/>
                </a:lnTo>
                <a:lnTo>
                  <a:pt x="822424" y="34696"/>
                </a:lnTo>
                <a:lnTo>
                  <a:pt x="820794" y="34981"/>
                </a:lnTo>
                <a:lnTo>
                  <a:pt x="819226" y="35382"/>
                </a:lnTo>
                <a:lnTo>
                  <a:pt x="817719" y="35896"/>
                </a:lnTo>
                <a:lnTo>
                  <a:pt x="816274" y="36525"/>
                </a:lnTo>
                <a:lnTo>
                  <a:pt x="814890" y="37268"/>
                </a:lnTo>
                <a:lnTo>
                  <a:pt x="813567" y="38126"/>
                </a:lnTo>
                <a:lnTo>
                  <a:pt x="812306" y="39097"/>
                </a:lnTo>
                <a:lnTo>
                  <a:pt x="811107" y="40183"/>
                </a:lnTo>
                <a:lnTo>
                  <a:pt x="809968" y="41384"/>
                </a:lnTo>
                <a:lnTo>
                  <a:pt x="808891" y="42699"/>
                </a:lnTo>
                <a:lnTo>
                  <a:pt x="807889" y="44113"/>
                </a:lnTo>
                <a:lnTo>
                  <a:pt x="806973" y="45612"/>
                </a:lnTo>
                <a:lnTo>
                  <a:pt x="806145" y="47196"/>
                </a:lnTo>
                <a:lnTo>
                  <a:pt x="805404" y="48865"/>
                </a:lnTo>
                <a:lnTo>
                  <a:pt x="804750" y="50618"/>
                </a:lnTo>
                <a:lnTo>
                  <a:pt x="804184" y="52457"/>
                </a:lnTo>
                <a:lnTo>
                  <a:pt x="803704" y="54380"/>
                </a:lnTo>
                <a:lnTo>
                  <a:pt x="803312" y="56387"/>
                </a:lnTo>
                <a:lnTo>
                  <a:pt x="803007" y="58480"/>
                </a:lnTo>
                <a:lnTo>
                  <a:pt x="802789" y="60657"/>
                </a:lnTo>
                <a:lnTo>
                  <a:pt x="802658" y="62920"/>
                </a:lnTo>
                <a:lnTo>
                  <a:pt x="802614" y="65267"/>
                </a:lnTo>
                <a:lnTo>
                  <a:pt x="802658" y="67625"/>
                </a:lnTo>
                <a:lnTo>
                  <a:pt x="802789" y="69897"/>
                </a:lnTo>
                <a:lnTo>
                  <a:pt x="803007" y="72084"/>
                </a:lnTo>
                <a:lnTo>
                  <a:pt x="803312" y="74185"/>
                </a:lnTo>
                <a:lnTo>
                  <a:pt x="803704" y="76200"/>
                </a:lnTo>
                <a:lnTo>
                  <a:pt x="804184" y="78130"/>
                </a:lnTo>
                <a:lnTo>
                  <a:pt x="804750" y="79974"/>
                </a:lnTo>
                <a:lnTo>
                  <a:pt x="805404" y="81731"/>
                </a:lnTo>
                <a:lnTo>
                  <a:pt x="806145" y="83404"/>
                </a:lnTo>
                <a:lnTo>
                  <a:pt x="806973" y="84990"/>
                </a:lnTo>
                <a:lnTo>
                  <a:pt x="807889" y="86491"/>
                </a:lnTo>
                <a:lnTo>
                  <a:pt x="808891" y="87905"/>
                </a:lnTo>
                <a:lnTo>
                  <a:pt x="809968" y="89220"/>
                </a:lnTo>
                <a:lnTo>
                  <a:pt x="811107" y="90421"/>
                </a:lnTo>
                <a:lnTo>
                  <a:pt x="812306" y="91507"/>
                </a:lnTo>
                <a:lnTo>
                  <a:pt x="813567" y="92479"/>
                </a:lnTo>
                <a:lnTo>
                  <a:pt x="814890" y="93336"/>
                </a:lnTo>
                <a:lnTo>
                  <a:pt x="816274" y="94079"/>
                </a:lnTo>
                <a:lnTo>
                  <a:pt x="817719" y="94708"/>
                </a:lnTo>
                <a:lnTo>
                  <a:pt x="819226" y="95223"/>
                </a:lnTo>
                <a:lnTo>
                  <a:pt x="820794" y="95623"/>
                </a:lnTo>
                <a:lnTo>
                  <a:pt x="822424" y="95909"/>
                </a:lnTo>
                <a:lnTo>
                  <a:pt x="824115" y="96080"/>
                </a:lnTo>
                <a:lnTo>
                  <a:pt x="825868" y="96137"/>
                </a:lnTo>
                <a:close/>
                <a:moveTo>
                  <a:pt x="887482" y="105110"/>
                </a:moveTo>
                <a:lnTo>
                  <a:pt x="887482" y="25494"/>
                </a:lnTo>
                <a:lnTo>
                  <a:pt x="900750" y="25494"/>
                </a:lnTo>
                <a:lnTo>
                  <a:pt x="900750" y="42984"/>
                </a:lnTo>
                <a:lnTo>
                  <a:pt x="901797" y="41376"/>
                </a:lnTo>
                <a:lnTo>
                  <a:pt x="902869" y="39838"/>
                </a:lnTo>
                <a:lnTo>
                  <a:pt x="903966" y="38369"/>
                </a:lnTo>
                <a:lnTo>
                  <a:pt x="905089" y="36969"/>
                </a:lnTo>
                <a:lnTo>
                  <a:pt x="906237" y="35637"/>
                </a:lnTo>
                <a:lnTo>
                  <a:pt x="907410" y="34375"/>
                </a:lnTo>
                <a:lnTo>
                  <a:pt x="908608" y="33181"/>
                </a:lnTo>
                <a:lnTo>
                  <a:pt x="909832" y="32056"/>
                </a:lnTo>
                <a:lnTo>
                  <a:pt x="911081" y="31001"/>
                </a:lnTo>
                <a:lnTo>
                  <a:pt x="912356" y="30014"/>
                </a:lnTo>
                <a:lnTo>
                  <a:pt x="913655" y="29096"/>
                </a:lnTo>
                <a:lnTo>
                  <a:pt x="914980" y="28247"/>
                </a:lnTo>
                <a:lnTo>
                  <a:pt x="916330" y="27466"/>
                </a:lnTo>
                <a:lnTo>
                  <a:pt x="917705" y="26753"/>
                </a:lnTo>
                <a:lnTo>
                  <a:pt x="919106" y="26108"/>
                </a:lnTo>
                <a:lnTo>
                  <a:pt x="920532" y="25531"/>
                </a:lnTo>
                <a:lnTo>
                  <a:pt x="921983" y="25021"/>
                </a:lnTo>
                <a:lnTo>
                  <a:pt x="923459" y="24580"/>
                </a:lnTo>
                <a:lnTo>
                  <a:pt x="924961" y="24207"/>
                </a:lnTo>
                <a:lnTo>
                  <a:pt x="926488" y="23901"/>
                </a:lnTo>
                <a:lnTo>
                  <a:pt x="928040" y="23663"/>
                </a:lnTo>
                <a:lnTo>
                  <a:pt x="929617" y="23494"/>
                </a:lnTo>
                <a:lnTo>
                  <a:pt x="931220" y="23392"/>
                </a:lnTo>
                <a:lnTo>
                  <a:pt x="932848" y="23358"/>
                </a:lnTo>
                <a:lnTo>
                  <a:pt x="934049" y="23373"/>
                </a:lnTo>
                <a:lnTo>
                  <a:pt x="935249" y="23417"/>
                </a:lnTo>
                <a:lnTo>
                  <a:pt x="936450" y="23491"/>
                </a:lnTo>
                <a:lnTo>
                  <a:pt x="937651" y="23595"/>
                </a:lnTo>
                <a:lnTo>
                  <a:pt x="938851" y="23729"/>
                </a:lnTo>
                <a:lnTo>
                  <a:pt x="940052" y="23892"/>
                </a:lnTo>
                <a:lnTo>
                  <a:pt x="941253" y="24085"/>
                </a:lnTo>
                <a:lnTo>
                  <a:pt x="942454" y="24307"/>
                </a:lnTo>
                <a:lnTo>
                  <a:pt x="943654" y="24559"/>
                </a:lnTo>
                <a:lnTo>
                  <a:pt x="944855" y="24841"/>
                </a:lnTo>
                <a:lnTo>
                  <a:pt x="946056" y="25153"/>
                </a:lnTo>
                <a:lnTo>
                  <a:pt x="947256" y="25494"/>
                </a:lnTo>
                <a:lnTo>
                  <a:pt x="947256" y="54264"/>
                </a:lnTo>
                <a:lnTo>
                  <a:pt x="934488" y="54264"/>
                </a:lnTo>
                <a:lnTo>
                  <a:pt x="934488" y="36174"/>
                </a:lnTo>
                <a:lnTo>
                  <a:pt x="933940" y="36083"/>
                </a:lnTo>
                <a:lnTo>
                  <a:pt x="933411" y="36000"/>
                </a:lnTo>
                <a:lnTo>
                  <a:pt x="932901" y="35926"/>
                </a:lnTo>
                <a:lnTo>
                  <a:pt x="932412" y="35859"/>
                </a:lnTo>
                <a:lnTo>
                  <a:pt x="931942" y="35799"/>
                </a:lnTo>
                <a:lnTo>
                  <a:pt x="931493" y="35748"/>
                </a:lnTo>
                <a:lnTo>
                  <a:pt x="931063" y="35705"/>
                </a:lnTo>
                <a:lnTo>
                  <a:pt x="930653" y="35669"/>
                </a:lnTo>
                <a:lnTo>
                  <a:pt x="930262" y="35642"/>
                </a:lnTo>
                <a:lnTo>
                  <a:pt x="929892" y="35622"/>
                </a:lnTo>
                <a:lnTo>
                  <a:pt x="929541" y="35610"/>
                </a:lnTo>
                <a:lnTo>
                  <a:pt x="929210" y="35606"/>
                </a:lnTo>
                <a:lnTo>
                  <a:pt x="927976" y="35647"/>
                </a:lnTo>
                <a:lnTo>
                  <a:pt x="926745" y="35768"/>
                </a:lnTo>
                <a:lnTo>
                  <a:pt x="925519" y="35970"/>
                </a:lnTo>
                <a:lnTo>
                  <a:pt x="924296" y="36253"/>
                </a:lnTo>
                <a:lnTo>
                  <a:pt x="923078" y="36617"/>
                </a:lnTo>
                <a:lnTo>
                  <a:pt x="921863" y="37062"/>
                </a:lnTo>
                <a:lnTo>
                  <a:pt x="920653" y="37587"/>
                </a:lnTo>
                <a:lnTo>
                  <a:pt x="919446" y="38194"/>
                </a:lnTo>
                <a:lnTo>
                  <a:pt x="918243" y="38881"/>
                </a:lnTo>
                <a:lnTo>
                  <a:pt x="917044" y="39649"/>
                </a:lnTo>
                <a:lnTo>
                  <a:pt x="915850" y="40498"/>
                </a:lnTo>
                <a:lnTo>
                  <a:pt x="914659" y="41428"/>
                </a:lnTo>
                <a:lnTo>
                  <a:pt x="913473" y="42439"/>
                </a:lnTo>
                <a:lnTo>
                  <a:pt x="912291" y="43530"/>
                </a:lnTo>
                <a:lnTo>
                  <a:pt x="911115" y="44703"/>
                </a:lnTo>
                <a:lnTo>
                  <a:pt x="909943" y="45956"/>
                </a:lnTo>
                <a:lnTo>
                  <a:pt x="908777" y="47290"/>
                </a:lnTo>
                <a:lnTo>
                  <a:pt x="907615" y="48705"/>
                </a:lnTo>
                <a:lnTo>
                  <a:pt x="906458" y="50201"/>
                </a:lnTo>
                <a:lnTo>
                  <a:pt x="905307" y="51778"/>
                </a:lnTo>
                <a:lnTo>
                  <a:pt x="904160" y="53435"/>
                </a:lnTo>
                <a:lnTo>
                  <a:pt x="903018" y="55174"/>
                </a:lnTo>
                <a:lnTo>
                  <a:pt x="901881" y="56993"/>
                </a:lnTo>
                <a:lnTo>
                  <a:pt x="900750" y="58893"/>
                </a:lnTo>
                <a:lnTo>
                  <a:pt x="900750" y="105110"/>
                </a:lnTo>
                <a:lnTo>
                  <a:pt x="887482" y="105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6" name="Original vector context 26">
            <a:extLst xmlns:a="http://schemas.openxmlformats.org/drawingml/2006/main">
              <a:ext uri="{FF2B5EF4-FFF2-40B4-BE49-F238E27FC236}">
                <a16:creationId xmlns:a16="http://schemas.microsoft.com/office/drawing/2014/main" id="{34397022-0766-4C7F-A72D-06F20E07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306" y="7892251"/>
            <a:ext cx="1970811" cy="413376"/>
          </a:xfrm>
          <a:custGeom xmlns:a="http://schemas.openxmlformats.org/drawingml/2006/main">
            <a:pathLst>
              <a:path w="1970811" h="413376">
                <a:moveTo>
                  <a:pt x="1968653" y="0"/>
                </a:moveTo>
                <a:lnTo>
                  <a:pt x="34727" y="388002"/>
                </a:lnTo>
                <a:lnTo>
                  <a:pt x="36885" y="398727"/>
                </a:lnTo>
                <a:lnTo>
                  <a:pt x="1970811" y="10724"/>
                </a:lnTo>
                <a:lnTo>
                  <a:pt x="1968653" y="0"/>
                </a:lnTo>
                <a:close/>
                <a:moveTo>
                  <a:pt x="38648" y="370481"/>
                </a:moveTo>
                <a:lnTo>
                  <a:pt x="0" y="400549"/>
                </a:lnTo>
                <a:lnTo>
                  <a:pt x="47284" y="413376"/>
                </a:lnTo>
                <a:lnTo>
                  <a:pt x="38648" y="370481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27" name="Original vector context 27">
            <a:extLst xmlns:a="http://schemas.openxmlformats.org/drawingml/2006/main">
              <a:ext uri="{FF2B5EF4-FFF2-40B4-BE49-F238E27FC236}">
                <a16:creationId xmlns:a16="http://schemas.microsoft.com/office/drawing/2014/main" id="{9F340449-6DAD-436D-98CB-17188176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19" y="8295038"/>
            <a:ext cx="1548479" cy="335441"/>
          </a:xfrm>
          <a:custGeom xmlns:a="http://schemas.openxmlformats.org/drawingml/2006/main">
            <a:pathLst>
              <a:path w="1548479" h="335441">
                <a:moveTo>
                  <a:pt x="0" y="55907"/>
                </a:moveTo>
                <a:lnTo>
                  <a:pt x="511" y="48321"/>
                </a:lnTo>
                <a:lnTo>
                  <a:pt x="2000" y="41045"/>
                </a:lnTo>
                <a:lnTo>
                  <a:pt x="4401" y="34146"/>
                </a:lnTo>
                <a:lnTo>
                  <a:pt x="7645" y="27690"/>
                </a:lnTo>
                <a:lnTo>
                  <a:pt x="11668" y="21744"/>
                </a:lnTo>
                <a:lnTo>
                  <a:pt x="16402" y="16375"/>
                </a:lnTo>
                <a:lnTo>
                  <a:pt x="21780" y="11649"/>
                </a:lnTo>
                <a:lnTo>
                  <a:pt x="27735" y="7633"/>
                </a:lnTo>
                <a:lnTo>
                  <a:pt x="34201" y="4393"/>
                </a:lnTo>
                <a:lnTo>
                  <a:pt x="41112" y="1997"/>
                </a:lnTo>
                <a:lnTo>
                  <a:pt x="48400" y="510"/>
                </a:lnTo>
                <a:lnTo>
                  <a:pt x="55999" y="0"/>
                </a:lnTo>
                <a:lnTo>
                  <a:pt x="1492480" y="0"/>
                </a:lnTo>
                <a:lnTo>
                  <a:pt x="1500079" y="510"/>
                </a:lnTo>
                <a:lnTo>
                  <a:pt x="1507367" y="1997"/>
                </a:lnTo>
                <a:lnTo>
                  <a:pt x="1514277" y="4393"/>
                </a:lnTo>
                <a:lnTo>
                  <a:pt x="1520744" y="7633"/>
                </a:lnTo>
                <a:lnTo>
                  <a:pt x="1526699" y="11649"/>
                </a:lnTo>
                <a:lnTo>
                  <a:pt x="1532077" y="16375"/>
                </a:lnTo>
                <a:lnTo>
                  <a:pt x="1536811" y="21744"/>
                </a:lnTo>
                <a:lnTo>
                  <a:pt x="1540833" y="27690"/>
                </a:lnTo>
                <a:lnTo>
                  <a:pt x="1544078" y="34146"/>
                </a:lnTo>
                <a:lnTo>
                  <a:pt x="1546479" y="41045"/>
                </a:lnTo>
                <a:lnTo>
                  <a:pt x="1547968" y="48321"/>
                </a:lnTo>
                <a:lnTo>
                  <a:pt x="1548479" y="55907"/>
                </a:lnTo>
                <a:lnTo>
                  <a:pt x="1548479" y="279534"/>
                </a:lnTo>
                <a:lnTo>
                  <a:pt x="1547968" y="287120"/>
                </a:lnTo>
                <a:lnTo>
                  <a:pt x="1546479" y="294396"/>
                </a:lnTo>
                <a:lnTo>
                  <a:pt x="1544078" y="301295"/>
                </a:lnTo>
                <a:lnTo>
                  <a:pt x="1540833" y="307751"/>
                </a:lnTo>
                <a:lnTo>
                  <a:pt x="1536811" y="313697"/>
                </a:lnTo>
                <a:lnTo>
                  <a:pt x="1532077" y="319066"/>
                </a:lnTo>
                <a:lnTo>
                  <a:pt x="1526699" y="323792"/>
                </a:lnTo>
                <a:lnTo>
                  <a:pt x="1520744" y="327808"/>
                </a:lnTo>
                <a:lnTo>
                  <a:pt x="1514277" y="331047"/>
                </a:lnTo>
                <a:lnTo>
                  <a:pt x="1507367" y="333444"/>
                </a:lnTo>
                <a:lnTo>
                  <a:pt x="1500079" y="334930"/>
                </a:lnTo>
                <a:lnTo>
                  <a:pt x="1492480" y="335441"/>
                </a:lnTo>
                <a:lnTo>
                  <a:pt x="55999" y="335441"/>
                </a:lnTo>
                <a:lnTo>
                  <a:pt x="48400" y="334930"/>
                </a:lnTo>
                <a:lnTo>
                  <a:pt x="41112" y="333444"/>
                </a:lnTo>
                <a:lnTo>
                  <a:pt x="34201" y="331047"/>
                </a:lnTo>
                <a:lnTo>
                  <a:pt x="27735" y="327808"/>
                </a:lnTo>
                <a:lnTo>
                  <a:pt x="21780" y="323792"/>
                </a:lnTo>
                <a:lnTo>
                  <a:pt x="16402" y="319066"/>
                </a:lnTo>
                <a:lnTo>
                  <a:pt x="11668" y="313697"/>
                </a:lnTo>
                <a:lnTo>
                  <a:pt x="7645" y="307751"/>
                </a:lnTo>
                <a:lnTo>
                  <a:pt x="4401" y="301295"/>
                </a:lnTo>
                <a:lnTo>
                  <a:pt x="2000" y="294396"/>
                </a:lnTo>
                <a:lnTo>
                  <a:pt x="511" y="287120"/>
                </a:lnTo>
                <a:lnTo>
                  <a:pt x="0" y="279534"/>
                </a:lnTo>
                <a:lnTo>
                  <a:pt x="0" y="559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28" name="Original vector context 28">
            <a:extLst xmlns:a="http://schemas.openxmlformats.org/drawingml/2006/main">
              <a:ext uri="{FF2B5EF4-FFF2-40B4-BE49-F238E27FC236}">
                <a16:creationId xmlns:a16="http://schemas.microsoft.com/office/drawing/2014/main" id="{66D436AC-7AA1-414F-B9A5-521913F1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" y="8307714"/>
            <a:ext cx="841132" cy="145844"/>
          </a:xfrm>
          <a:custGeom xmlns:a="http://schemas.openxmlformats.org/drawingml/2006/main">
            <a:pathLst>
              <a:path w="841132" h="145844">
                <a:moveTo>
                  <a:pt x="0" y="114937"/>
                </a:moveTo>
                <a:lnTo>
                  <a:pt x="0" y="35322"/>
                </a:lnTo>
                <a:lnTo>
                  <a:pt x="11627" y="35322"/>
                </a:lnTo>
                <a:lnTo>
                  <a:pt x="11627" y="53623"/>
                </a:lnTo>
                <a:lnTo>
                  <a:pt x="12537" y="51739"/>
                </a:lnTo>
                <a:lnTo>
                  <a:pt x="13437" y="49954"/>
                </a:lnTo>
                <a:lnTo>
                  <a:pt x="14326" y="48269"/>
                </a:lnTo>
                <a:lnTo>
                  <a:pt x="15205" y="46684"/>
                </a:lnTo>
                <a:lnTo>
                  <a:pt x="16074" y="45199"/>
                </a:lnTo>
                <a:lnTo>
                  <a:pt x="16932" y="43814"/>
                </a:lnTo>
                <a:lnTo>
                  <a:pt x="17780" y="42528"/>
                </a:lnTo>
                <a:lnTo>
                  <a:pt x="18617" y="41343"/>
                </a:lnTo>
                <a:lnTo>
                  <a:pt x="19444" y="40257"/>
                </a:lnTo>
                <a:lnTo>
                  <a:pt x="20261" y="39272"/>
                </a:lnTo>
                <a:lnTo>
                  <a:pt x="21067" y="38386"/>
                </a:lnTo>
                <a:lnTo>
                  <a:pt x="21863" y="37600"/>
                </a:lnTo>
                <a:lnTo>
                  <a:pt x="22654" y="36895"/>
                </a:lnTo>
                <a:lnTo>
                  <a:pt x="23447" y="36251"/>
                </a:lnTo>
                <a:lnTo>
                  <a:pt x="24241" y="35669"/>
                </a:lnTo>
                <a:lnTo>
                  <a:pt x="25037" y="35147"/>
                </a:lnTo>
                <a:lnTo>
                  <a:pt x="25834" y="34688"/>
                </a:lnTo>
                <a:lnTo>
                  <a:pt x="26633" y="34289"/>
                </a:lnTo>
                <a:lnTo>
                  <a:pt x="27433" y="33952"/>
                </a:lnTo>
                <a:lnTo>
                  <a:pt x="28235" y="33676"/>
                </a:lnTo>
                <a:lnTo>
                  <a:pt x="29038" y="33461"/>
                </a:lnTo>
                <a:lnTo>
                  <a:pt x="29842" y="33308"/>
                </a:lnTo>
                <a:lnTo>
                  <a:pt x="30649" y="33216"/>
                </a:lnTo>
                <a:lnTo>
                  <a:pt x="31456" y="33185"/>
                </a:lnTo>
                <a:lnTo>
                  <a:pt x="32404" y="33217"/>
                </a:lnTo>
                <a:lnTo>
                  <a:pt x="33320" y="33311"/>
                </a:lnTo>
                <a:lnTo>
                  <a:pt x="34205" y="33468"/>
                </a:lnTo>
                <a:lnTo>
                  <a:pt x="35058" y="33688"/>
                </a:lnTo>
                <a:lnTo>
                  <a:pt x="35881" y="33970"/>
                </a:lnTo>
                <a:lnTo>
                  <a:pt x="36672" y="34316"/>
                </a:lnTo>
                <a:lnTo>
                  <a:pt x="37432" y="34724"/>
                </a:lnTo>
                <a:lnTo>
                  <a:pt x="38161" y="35195"/>
                </a:lnTo>
                <a:lnTo>
                  <a:pt x="38859" y="35729"/>
                </a:lnTo>
                <a:lnTo>
                  <a:pt x="39525" y="36325"/>
                </a:lnTo>
                <a:lnTo>
                  <a:pt x="40161" y="36985"/>
                </a:lnTo>
                <a:lnTo>
                  <a:pt x="40765" y="37707"/>
                </a:lnTo>
                <a:lnTo>
                  <a:pt x="41329" y="38487"/>
                </a:lnTo>
                <a:lnTo>
                  <a:pt x="41844" y="39320"/>
                </a:lnTo>
                <a:lnTo>
                  <a:pt x="42310" y="40206"/>
                </a:lnTo>
                <a:lnTo>
                  <a:pt x="42726" y="41145"/>
                </a:lnTo>
                <a:lnTo>
                  <a:pt x="43094" y="42137"/>
                </a:lnTo>
                <a:lnTo>
                  <a:pt x="43413" y="43182"/>
                </a:lnTo>
                <a:lnTo>
                  <a:pt x="43683" y="44279"/>
                </a:lnTo>
                <a:lnTo>
                  <a:pt x="43903" y="45430"/>
                </a:lnTo>
                <a:lnTo>
                  <a:pt x="44075" y="46633"/>
                </a:lnTo>
                <a:lnTo>
                  <a:pt x="44198" y="47890"/>
                </a:lnTo>
                <a:lnTo>
                  <a:pt x="44271" y="49199"/>
                </a:lnTo>
                <a:lnTo>
                  <a:pt x="44296" y="50561"/>
                </a:lnTo>
                <a:lnTo>
                  <a:pt x="44296" y="54834"/>
                </a:lnTo>
                <a:lnTo>
                  <a:pt x="44695" y="53642"/>
                </a:lnTo>
                <a:lnTo>
                  <a:pt x="45107" y="52489"/>
                </a:lnTo>
                <a:lnTo>
                  <a:pt x="45533" y="51373"/>
                </a:lnTo>
                <a:lnTo>
                  <a:pt x="45972" y="50296"/>
                </a:lnTo>
                <a:lnTo>
                  <a:pt x="46424" y="49257"/>
                </a:lnTo>
                <a:lnTo>
                  <a:pt x="46890" y="48256"/>
                </a:lnTo>
                <a:lnTo>
                  <a:pt x="47370" y="47292"/>
                </a:lnTo>
                <a:lnTo>
                  <a:pt x="47862" y="46367"/>
                </a:lnTo>
                <a:lnTo>
                  <a:pt x="48368" y="45480"/>
                </a:lnTo>
                <a:lnTo>
                  <a:pt x="48887" y="44632"/>
                </a:lnTo>
                <a:lnTo>
                  <a:pt x="49420" y="43821"/>
                </a:lnTo>
                <a:lnTo>
                  <a:pt x="49966" y="43048"/>
                </a:lnTo>
                <a:lnTo>
                  <a:pt x="50521" y="42307"/>
                </a:lnTo>
                <a:lnTo>
                  <a:pt x="51079" y="41592"/>
                </a:lnTo>
                <a:lnTo>
                  <a:pt x="51640" y="40903"/>
                </a:lnTo>
                <a:lnTo>
                  <a:pt x="52205" y="40239"/>
                </a:lnTo>
                <a:lnTo>
                  <a:pt x="52774" y="39601"/>
                </a:lnTo>
                <a:lnTo>
                  <a:pt x="53346" y="38989"/>
                </a:lnTo>
                <a:lnTo>
                  <a:pt x="53921" y="38402"/>
                </a:lnTo>
                <a:lnTo>
                  <a:pt x="54500" y="37842"/>
                </a:lnTo>
                <a:lnTo>
                  <a:pt x="55082" y="37307"/>
                </a:lnTo>
                <a:lnTo>
                  <a:pt x="55668" y="36797"/>
                </a:lnTo>
                <a:lnTo>
                  <a:pt x="56257" y="36314"/>
                </a:lnTo>
                <a:lnTo>
                  <a:pt x="56850" y="35856"/>
                </a:lnTo>
                <a:lnTo>
                  <a:pt x="57451" y="35429"/>
                </a:lnTo>
                <a:lnTo>
                  <a:pt x="58068" y="35040"/>
                </a:lnTo>
                <a:lnTo>
                  <a:pt x="58700" y="34687"/>
                </a:lnTo>
                <a:lnTo>
                  <a:pt x="59346" y="34372"/>
                </a:lnTo>
                <a:lnTo>
                  <a:pt x="60007" y="34094"/>
                </a:lnTo>
                <a:lnTo>
                  <a:pt x="60684" y="33853"/>
                </a:lnTo>
                <a:lnTo>
                  <a:pt x="61375" y="33649"/>
                </a:lnTo>
                <a:lnTo>
                  <a:pt x="62080" y="33482"/>
                </a:lnTo>
                <a:lnTo>
                  <a:pt x="62801" y="33352"/>
                </a:lnTo>
                <a:lnTo>
                  <a:pt x="63537" y="33259"/>
                </a:lnTo>
                <a:lnTo>
                  <a:pt x="64287" y="33204"/>
                </a:lnTo>
                <a:lnTo>
                  <a:pt x="65053" y="33185"/>
                </a:lnTo>
                <a:lnTo>
                  <a:pt x="65898" y="33215"/>
                </a:lnTo>
                <a:lnTo>
                  <a:pt x="66723" y="33306"/>
                </a:lnTo>
                <a:lnTo>
                  <a:pt x="67527" y="33457"/>
                </a:lnTo>
                <a:lnTo>
                  <a:pt x="68310" y="33668"/>
                </a:lnTo>
                <a:lnTo>
                  <a:pt x="69072" y="33939"/>
                </a:lnTo>
                <a:lnTo>
                  <a:pt x="69814" y="34271"/>
                </a:lnTo>
                <a:lnTo>
                  <a:pt x="70535" y="34663"/>
                </a:lnTo>
                <a:lnTo>
                  <a:pt x="71234" y="35116"/>
                </a:lnTo>
                <a:lnTo>
                  <a:pt x="71914" y="35629"/>
                </a:lnTo>
                <a:lnTo>
                  <a:pt x="72572" y="36202"/>
                </a:lnTo>
                <a:lnTo>
                  <a:pt x="73209" y="36835"/>
                </a:lnTo>
                <a:lnTo>
                  <a:pt x="73826" y="37529"/>
                </a:lnTo>
                <a:lnTo>
                  <a:pt x="74407" y="38313"/>
                </a:lnTo>
                <a:lnTo>
                  <a:pt x="74938" y="39216"/>
                </a:lnTo>
                <a:lnTo>
                  <a:pt x="75418" y="40240"/>
                </a:lnTo>
                <a:lnTo>
                  <a:pt x="75847" y="41383"/>
                </a:lnTo>
                <a:lnTo>
                  <a:pt x="76226" y="42645"/>
                </a:lnTo>
                <a:lnTo>
                  <a:pt x="76554" y="44027"/>
                </a:lnTo>
                <a:lnTo>
                  <a:pt x="76832" y="45529"/>
                </a:lnTo>
                <a:lnTo>
                  <a:pt x="77060" y="47151"/>
                </a:lnTo>
                <a:lnTo>
                  <a:pt x="77237" y="48892"/>
                </a:lnTo>
                <a:lnTo>
                  <a:pt x="77363" y="50753"/>
                </a:lnTo>
                <a:lnTo>
                  <a:pt x="77439" y="52734"/>
                </a:lnTo>
                <a:lnTo>
                  <a:pt x="77464" y="54834"/>
                </a:lnTo>
                <a:lnTo>
                  <a:pt x="77464" y="114937"/>
                </a:lnTo>
                <a:lnTo>
                  <a:pt x="65837" y="114937"/>
                </a:lnTo>
                <a:lnTo>
                  <a:pt x="65837" y="60602"/>
                </a:lnTo>
                <a:lnTo>
                  <a:pt x="65834" y="59516"/>
                </a:lnTo>
                <a:lnTo>
                  <a:pt x="65825" y="58488"/>
                </a:lnTo>
                <a:lnTo>
                  <a:pt x="65810" y="57520"/>
                </a:lnTo>
                <a:lnTo>
                  <a:pt x="65790" y="56610"/>
                </a:lnTo>
                <a:lnTo>
                  <a:pt x="65763" y="55759"/>
                </a:lnTo>
                <a:lnTo>
                  <a:pt x="65730" y="54967"/>
                </a:lnTo>
                <a:lnTo>
                  <a:pt x="65692" y="54234"/>
                </a:lnTo>
                <a:lnTo>
                  <a:pt x="65647" y="53560"/>
                </a:lnTo>
                <a:lnTo>
                  <a:pt x="65596" y="52944"/>
                </a:lnTo>
                <a:lnTo>
                  <a:pt x="65540" y="52388"/>
                </a:lnTo>
                <a:lnTo>
                  <a:pt x="65478" y="51890"/>
                </a:lnTo>
                <a:lnTo>
                  <a:pt x="65409" y="51451"/>
                </a:lnTo>
                <a:lnTo>
                  <a:pt x="65332" y="51050"/>
                </a:lnTo>
                <a:lnTo>
                  <a:pt x="65243" y="50665"/>
                </a:lnTo>
                <a:lnTo>
                  <a:pt x="65142" y="50296"/>
                </a:lnTo>
                <a:lnTo>
                  <a:pt x="65029" y="49944"/>
                </a:lnTo>
                <a:lnTo>
                  <a:pt x="64904" y="49608"/>
                </a:lnTo>
                <a:lnTo>
                  <a:pt x="64767" y="49288"/>
                </a:lnTo>
                <a:lnTo>
                  <a:pt x="64619" y="48985"/>
                </a:lnTo>
                <a:lnTo>
                  <a:pt x="64458" y="48698"/>
                </a:lnTo>
                <a:lnTo>
                  <a:pt x="64286" y="48427"/>
                </a:lnTo>
                <a:lnTo>
                  <a:pt x="64101" y="48172"/>
                </a:lnTo>
                <a:lnTo>
                  <a:pt x="63905" y="47934"/>
                </a:lnTo>
                <a:lnTo>
                  <a:pt x="63697" y="47713"/>
                </a:lnTo>
                <a:lnTo>
                  <a:pt x="63482" y="47508"/>
                </a:lnTo>
                <a:lnTo>
                  <a:pt x="63263" y="47321"/>
                </a:lnTo>
                <a:lnTo>
                  <a:pt x="63042" y="47152"/>
                </a:lnTo>
                <a:lnTo>
                  <a:pt x="62818" y="47000"/>
                </a:lnTo>
                <a:lnTo>
                  <a:pt x="62590" y="46867"/>
                </a:lnTo>
                <a:lnTo>
                  <a:pt x="62360" y="46751"/>
                </a:lnTo>
                <a:lnTo>
                  <a:pt x="62127" y="46653"/>
                </a:lnTo>
                <a:lnTo>
                  <a:pt x="61890" y="46573"/>
                </a:lnTo>
                <a:lnTo>
                  <a:pt x="61651" y="46511"/>
                </a:lnTo>
                <a:lnTo>
                  <a:pt x="61409" y="46466"/>
                </a:lnTo>
                <a:lnTo>
                  <a:pt x="61164" y="46440"/>
                </a:lnTo>
                <a:lnTo>
                  <a:pt x="60915" y="46431"/>
                </a:lnTo>
                <a:lnTo>
                  <a:pt x="60294" y="46470"/>
                </a:lnTo>
                <a:lnTo>
                  <a:pt x="59664" y="46588"/>
                </a:lnTo>
                <a:lnTo>
                  <a:pt x="59027" y="46785"/>
                </a:lnTo>
                <a:lnTo>
                  <a:pt x="58383" y="47060"/>
                </a:lnTo>
                <a:lnTo>
                  <a:pt x="57732" y="47414"/>
                </a:lnTo>
                <a:lnTo>
                  <a:pt x="57073" y="47846"/>
                </a:lnTo>
                <a:lnTo>
                  <a:pt x="56406" y="48357"/>
                </a:lnTo>
                <a:lnTo>
                  <a:pt x="55732" y="48947"/>
                </a:lnTo>
                <a:lnTo>
                  <a:pt x="55051" y="49615"/>
                </a:lnTo>
                <a:lnTo>
                  <a:pt x="54362" y="50362"/>
                </a:lnTo>
                <a:lnTo>
                  <a:pt x="53666" y="51188"/>
                </a:lnTo>
                <a:lnTo>
                  <a:pt x="52962" y="52092"/>
                </a:lnTo>
                <a:lnTo>
                  <a:pt x="52254" y="53087"/>
                </a:lnTo>
                <a:lnTo>
                  <a:pt x="51543" y="54186"/>
                </a:lnTo>
                <a:lnTo>
                  <a:pt x="50829" y="55388"/>
                </a:lnTo>
                <a:lnTo>
                  <a:pt x="50113" y="56693"/>
                </a:lnTo>
                <a:lnTo>
                  <a:pt x="49394" y="58102"/>
                </a:lnTo>
                <a:lnTo>
                  <a:pt x="48673" y="59614"/>
                </a:lnTo>
                <a:lnTo>
                  <a:pt x="47950" y="61229"/>
                </a:lnTo>
                <a:lnTo>
                  <a:pt x="47224" y="62948"/>
                </a:lnTo>
                <a:lnTo>
                  <a:pt x="46496" y="64770"/>
                </a:lnTo>
                <a:lnTo>
                  <a:pt x="45765" y="66696"/>
                </a:lnTo>
                <a:lnTo>
                  <a:pt x="45031" y="68725"/>
                </a:lnTo>
                <a:lnTo>
                  <a:pt x="44296" y="70857"/>
                </a:lnTo>
                <a:lnTo>
                  <a:pt x="44296" y="114937"/>
                </a:lnTo>
                <a:lnTo>
                  <a:pt x="33168" y="114937"/>
                </a:lnTo>
                <a:lnTo>
                  <a:pt x="33168" y="60673"/>
                </a:lnTo>
                <a:lnTo>
                  <a:pt x="33154" y="58977"/>
                </a:lnTo>
                <a:lnTo>
                  <a:pt x="33111" y="57401"/>
                </a:lnTo>
                <a:lnTo>
                  <a:pt x="33039" y="55947"/>
                </a:lnTo>
                <a:lnTo>
                  <a:pt x="32938" y="54612"/>
                </a:lnTo>
                <a:lnTo>
                  <a:pt x="32809" y="53399"/>
                </a:lnTo>
                <a:lnTo>
                  <a:pt x="32651" y="52306"/>
                </a:lnTo>
                <a:lnTo>
                  <a:pt x="32464" y="51334"/>
                </a:lnTo>
                <a:lnTo>
                  <a:pt x="32249" y="50482"/>
                </a:lnTo>
                <a:lnTo>
                  <a:pt x="32005" y="49751"/>
                </a:lnTo>
                <a:lnTo>
                  <a:pt x="31732" y="49141"/>
                </a:lnTo>
                <a:lnTo>
                  <a:pt x="31430" y="48651"/>
                </a:lnTo>
                <a:lnTo>
                  <a:pt x="31100" y="48282"/>
                </a:lnTo>
                <a:lnTo>
                  <a:pt x="30758" y="47987"/>
                </a:lnTo>
                <a:lnTo>
                  <a:pt x="30422" y="47717"/>
                </a:lnTo>
                <a:lnTo>
                  <a:pt x="30092" y="47472"/>
                </a:lnTo>
                <a:lnTo>
                  <a:pt x="29768" y="47254"/>
                </a:lnTo>
                <a:lnTo>
                  <a:pt x="29450" y="47061"/>
                </a:lnTo>
                <a:lnTo>
                  <a:pt x="29138" y="46894"/>
                </a:lnTo>
                <a:lnTo>
                  <a:pt x="28832" y="46752"/>
                </a:lnTo>
                <a:lnTo>
                  <a:pt x="28532" y="46636"/>
                </a:lnTo>
                <a:lnTo>
                  <a:pt x="28238" y="46546"/>
                </a:lnTo>
                <a:lnTo>
                  <a:pt x="27949" y="46482"/>
                </a:lnTo>
                <a:lnTo>
                  <a:pt x="27667" y="46444"/>
                </a:lnTo>
                <a:lnTo>
                  <a:pt x="27391" y="46431"/>
                </a:lnTo>
                <a:lnTo>
                  <a:pt x="26781" y="46475"/>
                </a:lnTo>
                <a:lnTo>
                  <a:pt x="26163" y="46607"/>
                </a:lnTo>
                <a:lnTo>
                  <a:pt x="25538" y="46827"/>
                </a:lnTo>
                <a:lnTo>
                  <a:pt x="24906" y="47135"/>
                </a:lnTo>
                <a:lnTo>
                  <a:pt x="24266" y="47531"/>
                </a:lnTo>
                <a:lnTo>
                  <a:pt x="23619" y="48015"/>
                </a:lnTo>
                <a:lnTo>
                  <a:pt x="22964" y="48587"/>
                </a:lnTo>
                <a:lnTo>
                  <a:pt x="22302" y="49248"/>
                </a:lnTo>
                <a:lnTo>
                  <a:pt x="21633" y="49996"/>
                </a:lnTo>
                <a:lnTo>
                  <a:pt x="20956" y="50832"/>
                </a:lnTo>
                <a:lnTo>
                  <a:pt x="20272" y="51756"/>
                </a:lnTo>
                <a:lnTo>
                  <a:pt x="19580" y="52769"/>
                </a:lnTo>
                <a:lnTo>
                  <a:pt x="18887" y="53850"/>
                </a:lnTo>
                <a:lnTo>
                  <a:pt x="18200" y="54980"/>
                </a:lnTo>
                <a:lnTo>
                  <a:pt x="17518" y="56160"/>
                </a:lnTo>
                <a:lnTo>
                  <a:pt x="16842" y="57390"/>
                </a:lnTo>
                <a:lnTo>
                  <a:pt x="16171" y="58668"/>
                </a:lnTo>
                <a:lnTo>
                  <a:pt x="15505" y="59997"/>
                </a:lnTo>
                <a:lnTo>
                  <a:pt x="14845" y="61375"/>
                </a:lnTo>
                <a:lnTo>
                  <a:pt x="14191" y="62802"/>
                </a:lnTo>
                <a:lnTo>
                  <a:pt x="13541" y="64278"/>
                </a:lnTo>
                <a:lnTo>
                  <a:pt x="12898" y="65805"/>
                </a:lnTo>
                <a:lnTo>
                  <a:pt x="12260" y="67380"/>
                </a:lnTo>
                <a:lnTo>
                  <a:pt x="11627" y="69005"/>
                </a:lnTo>
                <a:lnTo>
                  <a:pt x="11627" y="114937"/>
                </a:lnTo>
                <a:lnTo>
                  <a:pt x="0" y="114937"/>
                </a:lnTo>
                <a:close/>
                <a:moveTo>
                  <a:pt x="145997" y="96912"/>
                </a:moveTo>
                <a:lnTo>
                  <a:pt x="144970" y="98546"/>
                </a:lnTo>
                <a:lnTo>
                  <a:pt x="143908" y="100111"/>
                </a:lnTo>
                <a:lnTo>
                  <a:pt x="142812" y="101608"/>
                </a:lnTo>
                <a:lnTo>
                  <a:pt x="141682" y="103037"/>
                </a:lnTo>
                <a:lnTo>
                  <a:pt x="140517" y="104397"/>
                </a:lnTo>
                <a:lnTo>
                  <a:pt x="139319" y="105688"/>
                </a:lnTo>
                <a:lnTo>
                  <a:pt x="138086" y="106911"/>
                </a:lnTo>
                <a:lnTo>
                  <a:pt x="136820" y="108065"/>
                </a:lnTo>
                <a:lnTo>
                  <a:pt x="135518" y="109151"/>
                </a:lnTo>
                <a:lnTo>
                  <a:pt x="134183" y="110169"/>
                </a:lnTo>
                <a:lnTo>
                  <a:pt x="132814" y="111117"/>
                </a:lnTo>
                <a:lnTo>
                  <a:pt x="131410" y="111998"/>
                </a:lnTo>
                <a:lnTo>
                  <a:pt x="129999" y="112808"/>
                </a:lnTo>
                <a:lnTo>
                  <a:pt x="128608" y="113549"/>
                </a:lnTo>
                <a:lnTo>
                  <a:pt x="127235" y="114218"/>
                </a:lnTo>
                <a:lnTo>
                  <a:pt x="125882" y="114818"/>
                </a:lnTo>
                <a:lnTo>
                  <a:pt x="124549" y="115347"/>
                </a:lnTo>
                <a:lnTo>
                  <a:pt x="123234" y="115805"/>
                </a:lnTo>
                <a:lnTo>
                  <a:pt x="121939" y="116193"/>
                </a:lnTo>
                <a:lnTo>
                  <a:pt x="120663" y="116510"/>
                </a:lnTo>
                <a:lnTo>
                  <a:pt x="119407" y="116757"/>
                </a:lnTo>
                <a:lnTo>
                  <a:pt x="118170" y="116933"/>
                </a:lnTo>
                <a:lnTo>
                  <a:pt x="116952" y="117039"/>
                </a:lnTo>
                <a:lnTo>
                  <a:pt x="115754" y="117074"/>
                </a:lnTo>
                <a:lnTo>
                  <a:pt x="114103" y="117014"/>
                </a:lnTo>
                <a:lnTo>
                  <a:pt x="112481" y="116834"/>
                </a:lnTo>
                <a:lnTo>
                  <a:pt x="110887" y="116535"/>
                </a:lnTo>
                <a:lnTo>
                  <a:pt x="109322" y="116116"/>
                </a:lnTo>
                <a:lnTo>
                  <a:pt x="107785" y="115578"/>
                </a:lnTo>
                <a:lnTo>
                  <a:pt x="106276" y="114920"/>
                </a:lnTo>
                <a:lnTo>
                  <a:pt x="104795" y="114142"/>
                </a:lnTo>
                <a:lnTo>
                  <a:pt x="103342" y="113244"/>
                </a:lnTo>
                <a:lnTo>
                  <a:pt x="101918" y="112227"/>
                </a:lnTo>
                <a:lnTo>
                  <a:pt x="100522" y="111090"/>
                </a:lnTo>
                <a:lnTo>
                  <a:pt x="99154" y="109833"/>
                </a:lnTo>
                <a:lnTo>
                  <a:pt x="97814" y="108457"/>
                </a:lnTo>
                <a:lnTo>
                  <a:pt x="96544" y="106959"/>
                </a:lnTo>
                <a:lnTo>
                  <a:pt x="95384" y="105338"/>
                </a:lnTo>
                <a:lnTo>
                  <a:pt x="94335" y="103592"/>
                </a:lnTo>
                <a:lnTo>
                  <a:pt x="93396" y="101723"/>
                </a:lnTo>
                <a:lnTo>
                  <a:pt x="92567" y="99731"/>
                </a:lnTo>
                <a:lnTo>
                  <a:pt x="91849" y="97615"/>
                </a:lnTo>
                <a:lnTo>
                  <a:pt x="91242" y="95375"/>
                </a:lnTo>
                <a:lnTo>
                  <a:pt x="90745" y="93012"/>
                </a:lnTo>
                <a:lnTo>
                  <a:pt x="90358" y="90525"/>
                </a:lnTo>
                <a:lnTo>
                  <a:pt x="90082" y="87914"/>
                </a:lnTo>
                <a:lnTo>
                  <a:pt x="89916" y="85180"/>
                </a:lnTo>
                <a:lnTo>
                  <a:pt x="89861" y="82322"/>
                </a:lnTo>
                <a:lnTo>
                  <a:pt x="89898" y="80040"/>
                </a:lnTo>
                <a:lnTo>
                  <a:pt x="90008" y="77799"/>
                </a:lnTo>
                <a:lnTo>
                  <a:pt x="90191" y="75599"/>
                </a:lnTo>
                <a:lnTo>
                  <a:pt x="90447" y="73440"/>
                </a:lnTo>
                <a:lnTo>
                  <a:pt x="90777" y="71322"/>
                </a:lnTo>
                <a:lnTo>
                  <a:pt x="91180" y="69246"/>
                </a:lnTo>
                <a:lnTo>
                  <a:pt x="91657" y="67210"/>
                </a:lnTo>
                <a:lnTo>
                  <a:pt x="92207" y="65215"/>
                </a:lnTo>
                <a:lnTo>
                  <a:pt x="92830" y="63261"/>
                </a:lnTo>
                <a:lnTo>
                  <a:pt x="93526" y="61349"/>
                </a:lnTo>
                <a:lnTo>
                  <a:pt x="94296" y="59477"/>
                </a:lnTo>
                <a:lnTo>
                  <a:pt x="95139" y="57647"/>
                </a:lnTo>
                <a:lnTo>
                  <a:pt x="96044" y="55868"/>
                </a:lnTo>
                <a:lnTo>
                  <a:pt x="96998" y="54153"/>
                </a:lnTo>
                <a:lnTo>
                  <a:pt x="98001" y="52502"/>
                </a:lnTo>
                <a:lnTo>
                  <a:pt x="99054" y="50913"/>
                </a:lnTo>
                <a:lnTo>
                  <a:pt x="100157" y="49388"/>
                </a:lnTo>
                <a:lnTo>
                  <a:pt x="101309" y="47926"/>
                </a:lnTo>
                <a:lnTo>
                  <a:pt x="102511" y="46528"/>
                </a:lnTo>
                <a:lnTo>
                  <a:pt x="103762" y="45192"/>
                </a:lnTo>
                <a:lnTo>
                  <a:pt x="105063" y="43920"/>
                </a:lnTo>
                <a:lnTo>
                  <a:pt x="106413" y="42712"/>
                </a:lnTo>
                <a:lnTo>
                  <a:pt x="107813" y="41567"/>
                </a:lnTo>
                <a:lnTo>
                  <a:pt x="109263" y="40484"/>
                </a:lnTo>
                <a:lnTo>
                  <a:pt x="110766" y="39478"/>
                </a:lnTo>
                <a:lnTo>
                  <a:pt x="112328" y="38559"/>
                </a:lnTo>
                <a:lnTo>
                  <a:pt x="113948" y="37727"/>
                </a:lnTo>
                <a:lnTo>
                  <a:pt x="115627" y="36983"/>
                </a:lnTo>
                <a:lnTo>
                  <a:pt x="117364" y="36327"/>
                </a:lnTo>
                <a:lnTo>
                  <a:pt x="119159" y="35758"/>
                </a:lnTo>
                <a:lnTo>
                  <a:pt x="121014" y="35276"/>
                </a:lnTo>
                <a:lnTo>
                  <a:pt x="122926" y="34882"/>
                </a:lnTo>
                <a:lnTo>
                  <a:pt x="124897" y="34576"/>
                </a:lnTo>
                <a:lnTo>
                  <a:pt x="126926" y="34357"/>
                </a:lnTo>
                <a:lnTo>
                  <a:pt x="129014" y="34226"/>
                </a:lnTo>
                <a:lnTo>
                  <a:pt x="131161" y="34182"/>
                </a:lnTo>
                <a:lnTo>
                  <a:pt x="131818" y="34188"/>
                </a:lnTo>
                <a:lnTo>
                  <a:pt x="132528" y="34204"/>
                </a:lnTo>
                <a:lnTo>
                  <a:pt x="133292" y="34231"/>
                </a:lnTo>
                <a:lnTo>
                  <a:pt x="134109" y="34269"/>
                </a:lnTo>
                <a:lnTo>
                  <a:pt x="134980" y="34318"/>
                </a:lnTo>
                <a:lnTo>
                  <a:pt x="135904" y="34378"/>
                </a:lnTo>
                <a:lnTo>
                  <a:pt x="136882" y="34449"/>
                </a:lnTo>
                <a:lnTo>
                  <a:pt x="137913" y="34530"/>
                </a:lnTo>
                <a:lnTo>
                  <a:pt x="138998" y="34623"/>
                </a:lnTo>
                <a:lnTo>
                  <a:pt x="140136" y="34726"/>
                </a:lnTo>
                <a:lnTo>
                  <a:pt x="141328" y="34840"/>
                </a:lnTo>
                <a:lnTo>
                  <a:pt x="142573" y="34965"/>
                </a:lnTo>
                <a:lnTo>
                  <a:pt x="142772" y="34990"/>
                </a:lnTo>
                <a:lnTo>
                  <a:pt x="142986" y="35015"/>
                </a:lnTo>
                <a:lnTo>
                  <a:pt x="143215" y="35041"/>
                </a:lnTo>
                <a:lnTo>
                  <a:pt x="143461" y="35068"/>
                </a:lnTo>
                <a:lnTo>
                  <a:pt x="143723" y="35097"/>
                </a:lnTo>
                <a:lnTo>
                  <a:pt x="144000" y="35126"/>
                </a:lnTo>
                <a:lnTo>
                  <a:pt x="144293" y="35156"/>
                </a:lnTo>
                <a:lnTo>
                  <a:pt x="144602" y="35187"/>
                </a:lnTo>
                <a:lnTo>
                  <a:pt x="144927" y="35219"/>
                </a:lnTo>
                <a:lnTo>
                  <a:pt x="145268" y="35252"/>
                </a:lnTo>
                <a:lnTo>
                  <a:pt x="145625" y="35286"/>
                </a:lnTo>
                <a:lnTo>
                  <a:pt x="145997" y="35322"/>
                </a:lnTo>
                <a:lnTo>
                  <a:pt x="159336" y="35322"/>
                </a:lnTo>
                <a:lnTo>
                  <a:pt x="159336" y="91508"/>
                </a:lnTo>
                <a:lnTo>
                  <a:pt x="159357" y="93876"/>
                </a:lnTo>
                <a:lnTo>
                  <a:pt x="159419" y="96167"/>
                </a:lnTo>
                <a:lnTo>
                  <a:pt x="159523" y="98384"/>
                </a:lnTo>
                <a:lnTo>
                  <a:pt x="159669" y="100525"/>
                </a:lnTo>
                <a:lnTo>
                  <a:pt x="159856" y="102590"/>
                </a:lnTo>
                <a:lnTo>
                  <a:pt x="160085" y="104580"/>
                </a:lnTo>
                <a:lnTo>
                  <a:pt x="160355" y="106495"/>
                </a:lnTo>
                <a:lnTo>
                  <a:pt x="160667" y="108334"/>
                </a:lnTo>
                <a:lnTo>
                  <a:pt x="161021" y="110098"/>
                </a:lnTo>
                <a:lnTo>
                  <a:pt x="161416" y="111787"/>
                </a:lnTo>
                <a:lnTo>
                  <a:pt x="161853" y="113400"/>
                </a:lnTo>
                <a:lnTo>
                  <a:pt x="162332" y="114937"/>
                </a:lnTo>
                <a:lnTo>
                  <a:pt x="148494" y="114937"/>
                </a:lnTo>
                <a:lnTo>
                  <a:pt x="148237" y="113803"/>
                </a:lnTo>
                <a:lnTo>
                  <a:pt x="147989" y="112601"/>
                </a:lnTo>
                <a:lnTo>
                  <a:pt x="147749" y="111333"/>
                </a:lnTo>
                <a:lnTo>
                  <a:pt x="147519" y="109998"/>
                </a:lnTo>
                <a:lnTo>
                  <a:pt x="147298" y="108596"/>
                </a:lnTo>
                <a:lnTo>
                  <a:pt x="147085" y="107127"/>
                </a:lnTo>
                <a:lnTo>
                  <a:pt x="146881" y="105592"/>
                </a:lnTo>
                <a:lnTo>
                  <a:pt x="146687" y="103989"/>
                </a:lnTo>
                <a:lnTo>
                  <a:pt x="146501" y="102320"/>
                </a:lnTo>
                <a:lnTo>
                  <a:pt x="146324" y="100584"/>
                </a:lnTo>
                <a:lnTo>
                  <a:pt x="146156" y="98781"/>
                </a:lnTo>
                <a:lnTo>
                  <a:pt x="145997" y="96912"/>
                </a:lnTo>
                <a:moveTo>
                  <a:pt x="145997" y="81254"/>
                </a:moveTo>
                <a:lnTo>
                  <a:pt x="145997" y="47143"/>
                </a:lnTo>
                <a:lnTo>
                  <a:pt x="144827" y="46847"/>
                </a:lnTo>
                <a:lnTo>
                  <a:pt x="143671" y="46577"/>
                </a:lnTo>
                <a:lnTo>
                  <a:pt x="142529" y="46333"/>
                </a:lnTo>
                <a:lnTo>
                  <a:pt x="141400" y="46114"/>
                </a:lnTo>
                <a:lnTo>
                  <a:pt x="140286" y="45921"/>
                </a:lnTo>
                <a:lnTo>
                  <a:pt x="139185" y="45754"/>
                </a:lnTo>
                <a:lnTo>
                  <a:pt x="138098" y="45613"/>
                </a:lnTo>
                <a:lnTo>
                  <a:pt x="137026" y="45497"/>
                </a:lnTo>
                <a:lnTo>
                  <a:pt x="135967" y="45407"/>
                </a:lnTo>
                <a:lnTo>
                  <a:pt x="134921" y="45343"/>
                </a:lnTo>
                <a:lnTo>
                  <a:pt x="133890" y="45304"/>
                </a:lnTo>
                <a:lnTo>
                  <a:pt x="132873" y="45291"/>
                </a:lnTo>
                <a:lnTo>
                  <a:pt x="130856" y="45357"/>
                </a:lnTo>
                <a:lnTo>
                  <a:pt x="128897" y="45554"/>
                </a:lnTo>
                <a:lnTo>
                  <a:pt x="126995" y="45883"/>
                </a:lnTo>
                <a:lnTo>
                  <a:pt x="125149" y="46344"/>
                </a:lnTo>
                <a:lnTo>
                  <a:pt x="123361" y="46936"/>
                </a:lnTo>
                <a:lnTo>
                  <a:pt x="121629" y="47659"/>
                </a:lnTo>
                <a:lnTo>
                  <a:pt x="119955" y="48514"/>
                </a:lnTo>
                <a:lnTo>
                  <a:pt x="118337" y="49501"/>
                </a:lnTo>
                <a:lnTo>
                  <a:pt x="116777" y="50619"/>
                </a:lnTo>
                <a:lnTo>
                  <a:pt x="115273" y="51869"/>
                </a:lnTo>
                <a:lnTo>
                  <a:pt x="113826" y="53250"/>
                </a:lnTo>
                <a:lnTo>
                  <a:pt x="112437" y="54763"/>
                </a:lnTo>
                <a:lnTo>
                  <a:pt x="111132" y="56389"/>
                </a:lnTo>
                <a:lnTo>
                  <a:pt x="109941" y="58110"/>
                </a:lnTo>
                <a:lnTo>
                  <a:pt x="108864" y="59926"/>
                </a:lnTo>
                <a:lnTo>
                  <a:pt x="107899" y="61836"/>
                </a:lnTo>
                <a:lnTo>
                  <a:pt x="107049" y="63842"/>
                </a:lnTo>
                <a:lnTo>
                  <a:pt x="106311" y="65943"/>
                </a:lnTo>
                <a:lnTo>
                  <a:pt x="105687" y="68139"/>
                </a:lnTo>
                <a:lnTo>
                  <a:pt x="105177" y="70429"/>
                </a:lnTo>
                <a:lnTo>
                  <a:pt x="104780" y="72815"/>
                </a:lnTo>
                <a:lnTo>
                  <a:pt x="104496" y="75296"/>
                </a:lnTo>
                <a:lnTo>
                  <a:pt x="104326" y="77871"/>
                </a:lnTo>
                <a:lnTo>
                  <a:pt x="104269" y="80542"/>
                </a:lnTo>
                <a:lnTo>
                  <a:pt x="104300" y="82472"/>
                </a:lnTo>
                <a:lnTo>
                  <a:pt x="104393" y="84321"/>
                </a:lnTo>
                <a:lnTo>
                  <a:pt x="104548" y="86090"/>
                </a:lnTo>
                <a:lnTo>
                  <a:pt x="104765" y="87778"/>
                </a:lnTo>
                <a:lnTo>
                  <a:pt x="105043" y="89385"/>
                </a:lnTo>
                <a:lnTo>
                  <a:pt x="105384" y="90912"/>
                </a:lnTo>
                <a:lnTo>
                  <a:pt x="105786" y="92358"/>
                </a:lnTo>
                <a:lnTo>
                  <a:pt x="106251" y="93724"/>
                </a:lnTo>
                <a:lnTo>
                  <a:pt x="106777" y="95009"/>
                </a:lnTo>
                <a:lnTo>
                  <a:pt x="107365" y="96213"/>
                </a:lnTo>
                <a:lnTo>
                  <a:pt x="108015" y="97337"/>
                </a:lnTo>
                <a:lnTo>
                  <a:pt x="108728" y="98380"/>
                </a:lnTo>
                <a:lnTo>
                  <a:pt x="109479" y="99342"/>
                </a:lnTo>
                <a:lnTo>
                  <a:pt x="110248" y="100219"/>
                </a:lnTo>
                <a:lnTo>
                  <a:pt x="111035" y="101013"/>
                </a:lnTo>
                <a:lnTo>
                  <a:pt x="111838" y="101723"/>
                </a:lnTo>
                <a:lnTo>
                  <a:pt x="112659" y="102350"/>
                </a:lnTo>
                <a:lnTo>
                  <a:pt x="113498" y="102894"/>
                </a:lnTo>
                <a:lnTo>
                  <a:pt x="114353" y="103353"/>
                </a:lnTo>
                <a:lnTo>
                  <a:pt x="115226" y="103729"/>
                </a:lnTo>
                <a:lnTo>
                  <a:pt x="116117" y="104022"/>
                </a:lnTo>
                <a:lnTo>
                  <a:pt x="117025" y="104231"/>
                </a:lnTo>
                <a:lnTo>
                  <a:pt x="117950" y="104356"/>
                </a:lnTo>
                <a:lnTo>
                  <a:pt x="118892" y="104398"/>
                </a:lnTo>
                <a:lnTo>
                  <a:pt x="119935" y="104354"/>
                </a:lnTo>
                <a:lnTo>
                  <a:pt x="120996" y="104224"/>
                </a:lnTo>
                <a:lnTo>
                  <a:pt x="122075" y="104006"/>
                </a:lnTo>
                <a:lnTo>
                  <a:pt x="123172" y="103702"/>
                </a:lnTo>
                <a:lnTo>
                  <a:pt x="124286" y="103310"/>
                </a:lnTo>
                <a:lnTo>
                  <a:pt x="125419" y="102831"/>
                </a:lnTo>
                <a:lnTo>
                  <a:pt x="126569" y="102266"/>
                </a:lnTo>
                <a:lnTo>
                  <a:pt x="127737" y="101613"/>
                </a:lnTo>
                <a:lnTo>
                  <a:pt x="128923" y="100873"/>
                </a:lnTo>
                <a:lnTo>
                  <a:pt x="130126" y="100046"/>
                </a:lnTo>
                <a:lnTo>
                  <a:pt x="131348" y="99132"/>
                </a:lnTo>
                <a:lnTo>
                  <a:pt x="132587" y="98131"/>
                </a:lnTo>
                <a:lnTo>
                  <a:pt x="133825" y="97057"/>
                </a:lnTo>
                <a:lnTo>
                  <a:pt x="135040" y="95922"/>
                </a:lnTo>
                <a:lnTo>
                  <a:pt x="136234" y="94726"/>
                </a:lnTo>
                <a:lnTo>
                  <a:pt x="137406" y="93471"/>
                </a:lnTo>
                <a:lnTo>
                  <a:pt x="138556" y="92155"/>
                </a:lnTo>
                <a:lnTo>
                  <a:pt x="139685" y="90778"/>
                </a:lnTo>
                <a:lnTo>
                  <a:pt x="140791" y="89342"/>
                </a:lnTo>
                <a:lnTo>
                  <a:pt x="141876" y="87845"/>
                </a:lnTo>
                <a:lnTo>
                  <a:pt x="142939" y="86288"/>
                </a:lnTo>
                <a:lnTo>
                  <a:pt x="143980" y="84670"/>
                </a:lnTo>
                <a:lnTo>
                  <a:pt x="145000" y="82992"/>
                </a:lnTo>
                <a:lnTo>
                  <a:pt x="145997" y="81254"/>
                </a:lnTo>
                <a:close/>
                <a:moveTo>
                  <a:pt x="247913" y="111626"/>
                </a:moveTo>
                <a:lnTo>
                  <a:pt x="246391" y="112261"/>
                </a:lnTo>
                <a:lnTo>
                  <a:pt x="244941" y="112852"/>
                </a:lnTo>
                <a:lnTo>
                  <a:pt x="243562" y="113398"/>
                </a:lnTo>
                <a:lnTo>
                  <a:pt x="242254" y="113900"/>
                </a:lnTo>
                <a:lnTo>
                  <a:pt x="241018" y="114358"/>
                </a:lnTo>
                <a:lnTo>
                  <a:pt x="239853" y="114772"/>
                </a:lnTo>
                <a:lnTo>
                  <a:pt x="238759" y="115141"/>
                </a:lnTo>
                <a:lnTo>
                  <a:pt x="237737" y="115466"/>
                </a:lnTo>
                <a:lnTo>
                  <a:pt x="236786" y="115746"/>
                </a:lnTo>
                <a:lnTo>
                  <a:pt x="235906" y="115982"/>
                </a:lnTo>
                <a:lnTo>
                  <a:pt x="235097" y="116174"/>
                </a:lnTo>
                <a:lnTo>
                  <a:pt x="234360" y="116322"/>
                </a:lnTo>
                <a:lnTo>
                  <a:pt x="233661" y="116442"/>
                </a:lnTo>
                <a:lnTo>
                  <a:pt x="232965" y="116551"/>
                </a:lnTo>
                <a:lnTo>
                  <a:pt x="232274" y="116651"/>
                </a:lnTo>
                <a:lnTo>
                  <a:pt x="231586" y="116740"/>
                </a:lnTo>
                <a:lnTo>
                  <a:pt x="230903" y="116818"/>
                </a:lnTo>
                <a:lnTo>
                  <a:pt x="230223" y="116886"/>
                </a:lnTo>
                <a:lnTo>
                  <a:pt x="229548" y="116943"/>
                </a:lnTo>
                <a:lnTo>
                  <a:pt x="228876" y="116990"/>
                </a:lnTo>
                <a:lnTo>
                  <a:pt x="228208" y="117027"/>
                </a:lnTo>
                <a:lnTo>
                  <a:pt x="227544" y="117053"/>
                </a:lnTo>
                <a:lnTo>
                  <a:pt x="226885" y="117069"/>
                </a:lnTo>
                <a:lnTo>
                  <a:pt x="226229" y="117074"/>
                </a:lnTo>
                <a:lnTo>
                  <a:pt x="224848" y="117052"/>
                </a:lnTo>
                <a:lnTo>
                  <a:pt x="223487" y="116985"/>
                </a:lnTo>
                <a:lnTo>
                  <a:pt x="222145" y="116874"/>
                </a:lnTo>
                <a:lnTo>
                  <a:pt x="220824" y="116718"/>
                </a:lnTo>
                <a:lnTo>
                  <a:pt x="219522" y="116517"/>
                </a:lnTo>
                <a:lnTo>
                  <a:pt x="218240" y="116273"/>
                </a:lnTo>
                <a:lnTo>
                  <a:pt x="216978" y="115983"/>
                </a:lnTo>
                <a:lnTo>
                  <a:pt x="215735" y="115650"/>
                </a:lnTo>
                <a:lnTo>
                  <a:pt x="214513" y="115271"/>
                </a:lnTo>
                <a:lnTo>
                  <a:pt x="213310" y="114848"/>
                </a:lnTo>
                <a:lnTo>
                  <a:pt x="212127" y="114381"/>
                </a:lnTo>
                <a:lnTo>
                  <a:pt x="210964" y="113869"/>
                </a:lnTo>
                <a:lnTo>
                  <a:pt x="209835" y="113314"/>
                </a:lnTo>
                <a:lnTo>
                  <a:pt x="208752" y="112716"/>
                </a:lnTo>
                <a:lnTo>
                  <a:pt x="207717" y="112076"/>
                </a:lnTo>
                <a:lnTo>
                  <a:pt x="206728" y="111393"/>
                </a:lnTo>
                <a:lnTo>
                  <a:pt x="205787" y="110667"/>
                </a:lnTo>
                <a:lnTo>
                  <a:pt x="204892" y="109899"/>
                </a:lnTo>
                <a:lnTo>
                  <a:pt x="204045" y="109089"/>
                </a:lnTo>
                <a:lnTo>
                  <a:pt x="203245" y="108236"/>
                </a:lnTo>
                <a:lnTo>
                  <a:pt x="202492" y="107340"/>
                </a:lnTo>
                <a:lnTo>
                  <a:pt x="201786" y="106402"/>
                </a:lnTo>
                <a:lnTo>
                  <a:pt x="201126" y="105421"/>
                </a:lnTo>
                <a:lnTo>
                  <a:pt x="200514" y="104398"/>
                </a:lnTo>
                <a:lnTo>
                  <a:pt x="199951" y="103306"/>
                </a:lnTo>
                <a:lnTo>
                  <a:pt x="199436" y="102119"/>
                </a:lnTo>
                <a:lnTo>
                  <a:pt x="198970" y="100837"/>
                </a:lnTo>
                <a:lnTo>
                  <a:pt x="198553" y="99461"/>
                </a:lnTo>
                <a:lnTo>
                  <a:pt x="198185" y="97989"/>
                </a:lnTo>
                <a:lnTo>
                  <a:pt x="197866" y="96422"/>
                </a:lnTo>
                <a:lnTo>
                  <a:pt x="197597" y="94760"/>
                </a:lnTo>
                <a:lnTo>
                  <a:pt x="197376" y="93004"/>
                </a:lnTo>
                <a:lnTo>
                  <a:pt x="197204" y="91152"/>
                </a:lnTo>
                <a:lnTo>
                  <a:pt x="197082" y="89206"/>
                </a:lnTo>
                <a:lnTo>
                  <a:pt x="197008" y="87164"/>
                </a:lnTo>
                <a:lnTo>
                  <a:pt x="196984" y="85028"/>
                </a:lnTo>
                <a:lnTo>
                  <a:pt x="196984" y="52982"/>
                </a:lnTo>
                <a:lnTo>
                  <a:pt x="177083" y="52982"/>
                </a:lnTo>
                <a:lnTo>
                  <a:pt x="177083" y="41873"/>
                </a:lnTo>
                <a:lnTo>
                  <a:pt x="196984" y="41873"/>
                </a:lnTo>
                <a:lnTo>
                  <a:pt x="196984" y="9827"/>
                </a:lnTo>
                <a:lnTo>
                  <a:pt x="210251" y="9827"/>
                </a:lnTo>
                <a:lnTo>
                  <a:pt x="210251" y="41873"/>
                </a:lnTo>
                <a:lnTo>
                  <a:pt x="245702" y="41873"/>
                </a:lnTo>
                <a:lnTo>
                  <a:pt x="245702" y="52982"/>
                </a:lnTo>
                <a:lnTo>
                  <a:pt x="210251" y="52982"/>
                </a:lnTo>
                <a:lnTo>
                  <a:pt x="210251" y="84772"/>
                </a:lnTo>
                <a:lnTo>
                  <a:pt x="210267" y="86333"/>
                </a:lnTo>
                <a:lnTo>
                  <a:pt x="210314" y="87815"/>
                </a:lnTo>
                <a:lnTo>
                  <a:pt x="210394" y="89219"/>
                </a:lnTo>
                <a:lnTo>
                  <a:pt x="210505" y="90544"/>
                </a:lnTo>
                <a:lnTo>
                  <a:pt x="210647" y="91791"/>
                </a:lnTo>
                <a:lnTo>
                  <a:pt x="210822" y="92959"/>
                </a:lnTo>
                <a:lnTo>
                  <a:pt x="211028" y="94049"/>
                </a:lnTo>
                <a:lnTo>
                  <a:pt x="211265" y="95060"/>
                </a:lnTo>
                <a:lnTo>
                  <a:pt x="211535" y="95993"/>
                </a:lnTo>
                <a:lnTo>
                  <a:pt x="211836" y="96847"/>
                </a:lnTo>
                <a:lnTo>
                  <a:pt x="212169" y="97623"/>
                </a:lnTo>
                <a:lnTo>
                  <a:pt x="212534" y="98320"/>
                </a:lnTo>
                <a:lnTo>
                  <a:pt x="212925" y="98963"/>
                </a:lnTo>
                <a:lnTo>
                  <a:pt x="213337" y="99577"/>
                </a:lnTo>
                <a:lnTo>
                  <a:pt x="213771" y="100162"/>
                </a:lnTo>
                <a:lnTo>
                  <a:pt x="214226" y="100718"/>
                </a:lnTo>
                <a:lnTo>
                  <a:pt x="214702" y="101244"/>
                </a:lnTo>
                <a:lnTo>
                  <a:pt x="215199" y="101742"/>
                </a:lnTo>
                <a:lnTo>
                  <a:pt x="215718" y="102210"/>
                </a:lnTo>
                <a:lnTo>
                  <a:pt x="216258" y="102650"/>
                </a:lnTo>
                <a:lnTo>
                  <a:pt x="216820" y="103060"/>
                </a:lnTo>
                <a:lnTo>
                  <a:pt x="217403" y="103441"/>
                </a:lnTo>
                <a:lnTo>
                  <a:pt x="218007" y="103793"/>
                </a:lnTo>
                <a:lnTo>
                  <a:pt x="218632" y="104115"/>
                </a:lnTo>
                <a:lnTo>
                  <a:pt x="219278" y="104411"/>
                </a:lnTo>
                <a:lnTo>
                  <a:pt x="219943" y="104680"/>
                </a:lnTo>
                <a:lnTo>
                  <a:pt x="220627" y="104924"/>
                </a:lnTo>
                <a:lnTo>
                  <a:pt x="221331" y="105143"/>
                </a:lnTo>
                <a:lnTo>
                  <a:pt x="222054" y="105335"/>
                </a:lnTo>
                <a:lnTo>
                  <a:pt x="222796" y="105502"/>
                </a:lnTo>
                <a:lnTo>
                  <a:pt x="223558" y="105644"/>
                </a:lnTo>
                <a:lnTo>
                  <a:pt x="224339" y="105759"/>
                </a:lnTo>
                <a:lnTo>
                  <a:pt x="225139" y="105849"/>
                </a:lnTo>
                <a:lnTo>
                  <a:pt x="225958" y="105913"/>
                </a:lnTo>
                <a:lnTo>
                  <a:pt x="226797" y="105952"/>
                </a:lnTo>
                <a:lnTo>
                  <a:pt x="227655" y="105965"/>
                </a:lnTo>
                <a:lnTo>
                  <a:pt x="229267" y="105923"/>
                </a:lnTo>
                <a:lnTo>
                  <a:pt x="230893" y="105797"/>
                </a:lnTo>
                <a:lnTo>
                  <a:pt x="232533" y="105587"/>
                </a:lnTo>
                <a:lnTo>
                  <a:pt x="234186" y="105293"/>
                </a:lnTo>
                <a:lnTo>
                  <a:pt x="235853" y="104915"/>
                </a:lnTo>
                <a:lnTo>
                  <a:pt x="237535" y="104454"/>
                </a:lnTo>
                <a:lnTo>
                  <a:pt x="239230" y="103908"/>
                </a:lnTo>
                <a:lnTo>
                  <a:pt x="240939" y="103278"/>
                </a:lnTo>
                <a:lnTo>
                  <a:pt x="242661" y="102565"/>
                </a:lnTo>
                <a:lnTo>
                  <a:pt x="244398" y="101767"/>
                </a:lnTo>
                <a:lnTo>
                  <a:pt x="246149" y="100886"/>
                </a:lnTo>
                <a:lnTo>
                  <a:pt x="247913" y="99920"/>
                </a:lnTo>
                <a:lnTo>
                  <a:pt x="247913" y="111626"/>
                </a:lnTo>
                <a:close/>
                <a:moveTo>
                  <a:pt x="268941" y="114937"/>
                </a:moveTo>
                <a:lnTo>
                  <a:pt x="268941" y="0"/>
                </a:lnTo>
                <a:lnTo>
                  <a:pt x="282208" y="0"/>
                </a:lnTo>
                <a:lnTo>
                  <a:pt x="282208" y="52833"/>
                </a:lnTo>
                <a:lnTo>
                  <a:pt x="283176" y="51325"/>
                </a:lnTo>
                <a:lnTo>
                  <a:pt x="284176" y="49872"/>
                </a:lnTo>
                <a:lnTo>
                  <a:pt x="285209" y="48475"/>
                </a:lnTo>
                <a:lnTo>
                  <a:pt x="286274" y="47133"/>
                </a:lnTo>
                <a:lnTo>
                  <a:pt x="287372" y="45847"/>
                </a:lnTo>
                <a:lnTo>
                  <a:pt x="288503" y="44616"/>
                </a:lnTo>
                <a:lnTo>
                  <a:pt x="289667" y="43442"/>
                </a:lnTo>
                <a:lnTo>
                  <a:pt x="290863" y="42322"/>
                </a:lnTo>
                <a:lnTo>
                  <a:pt x="292092" y="41259"/>
                </a:lnTo>
                <a:lnTo>
                  <a:pt x="293353" y="40251"/>
                </a:lnTo>
                <a:lnTo>
                  <a:pt x="294648" y="39298"/>
                </a:lnTo>
                <a:lnTo>
                  <a:pt x="295975" y="38401"/>
                </a:lnTo>
                <a:lnTo>
                  <a:pt x="297318" y="37568"/>
                </a:lnTo>
                <a:lnTo>
                  <a:pt x="298662" y="36808"/>
                </a:lnTo>
                <a:lnTo>
                  <a:pt x="300005" y="36119"/>
                </a:lnTo>
                <a:lnTo>
                  <a:pt x="301348" y="35504"/>
                </a:lnTo>
                <a:lnTo>
                  <a:pt x="302692" y="34960"/>
                </a:lnTo>
                <a:lnTo>
                  <a:pt x="304035" y="34489"/>
                </a:lnTo>
                <a:lnTo>
                  <a:pt x="305378" y="34091"/>
                </a:lnTo>
                <a:lnTo>
                  <a:pt x="306722" y="33765"/>
                </a:lnTo>
                <a:lnTo>
                  <a:pt x="308065" y="33511"/>
                </a:lnTo>
                <a:lnTo>
                  <a:pt x="309409" y="33330"/>
                </a:lnTo>
                <a:lnTo>
                  <a:pt x="310752" y="33221"/>
                </a:lnTo>
                <a:lnTo>
                  <a:pt x="312095" y="33185"/>
                </a:lnTo>
                <a:lnTo>
                  <a:pt x="313217" y="33209"/>
                </a:lnTo>
                <a:lnTo>
                  <a:pt x="314321" y="33281"/>
                </a:lnTo>
                <a:lnTo>
                  <a:pt x="315410" y="33401"/>
                </a:lnTo>
                <a:lnTo>
                  <a:pt x="316482" y="33569"/>
                </a:lnTo>
                <a:lnTo>
                  <a:pt x="317538" y="33785"/>
                </a:lnTo>
                <a:lnTo>
                  <a:pt x="318577" y="34049"/>
                </a:lnTo>
                <a:lnTo>
                  <a:pt x="319601" y="34360"/>
                </a:lnTo>
                <a:lnTo>
                  <a:pt x="320607" y="34720"/>
                </a:lnTo>
                <a:lnTo>
                  <a:pt x="321598" y="35128"/>
                </a:lnTo>
                <a:lnTo>
                  <a:pt x="322572" y="35584"/>
                </a:lnTo>
                <a:lnTo>
                  <a:pt x="323530" y="36087"/>
                </a:lnTo>
                <a:lnTo>
                  <a:pt x="324471" y="36639"/>
                </a:lnTo>
                <a:lnTo>
                  <a:pt x="325381" y="37225"/>
                </a:lnTo>
                <a:lnTo>
                  <a:pt x="326243" y="37831"/>
                </a:lnTo>
                <a:lnTo>
                  <a:pt x="327059" y="38457"/>
                </a:lnTo>
                <a:lnTo>
                  <a:pt x="327827" y="39104"/>
                </a:lnTo>
                <a:lnTo>
                  <a:pt x="328549" y="39771"/>
                </a:lnTo>
                <a:lnTo>
                  <a:pt x="329223" y="40458"/>
                </a:lnTo>
                <a:lnTo>
                  <a:pt x="329851" y="41165"/>
                </a:lnTo>
                <a:lnTo>
                  <a:pt x="330431" y="41893"/>
                </a:lnTo>
                <a:lnTo>
                  <a:pt x="330964" y="42641"/>
                </a:lnTo>
                <a:lnTo>
                  <a:pt x="331450" y="43409"/>
                </a:lnTo>
                <a:lnTo>
                  <a:pt x="331889" y="44198"/>
                </a:lnTo>
                <a:lnTo>
                  <a:pt x="332282" y="45006"/>
                </a:lnTo>
                <a:lnTo>
                  <a:pt x="332571" y="45639"/>
                </a:lnTo>
                <a:lnTo>
                  <a:pt x="332844" y="46277"/>
                </a:lnTo>
                <a:lnTo>
                  <a:pt x="333102" y="46923"/>
                </a:lnTo>
                <a:lnTo>
                  <a:pt x="333344" y="47574"/>
                </a:lnTo>
                <a:lnTo>
                  <a:pt x="333569" y="48232"/>
                </a:lnTo>
                <a:lnTo>
                  <a:pt x="333779" y="48896"/>
                </a:lnTo>
                <a:lnTo>
                  <a:pt x="333974" y="49567"/>
                </a:lnTo>
                <a:lnTo>
                  <a:pt x="334152" y="50245"/>
                </a:lnTo>
                <a:lnTo>
                  <a:pt x="334314" y="50928"/>
                </a:lnTo>
                <a:lnTo>
                  <a:pt x="334461" y="51618"/>
                </a:lnTo>
                <a:lnTo>
                  <a:pt x="334592" y="52315"/>
                </a:lnTo>
                <a:lnTo>
                  <a:pt x="334707" y="53018"/>
                </a:lnTo>
                <a:lnTo>
                  <a:pt x="334809" y="53787"/>
                </a:lnTo>
                <a:lnTo>
                  <a:pt x="334903" y="54681"/>
                </a:lnTo>
                <a:lnTo>
                  <a:pt x="334988" y="55700"/>
                </a:lnTo>
                <a:lnTo>
                  <a:pt x="335063" y="56844"/>
                </a:lnTo>
                <a:lnTo>
                  <a:pt x="335130" y="58113"/>
                </a:lnTo>
                <a:lnTo>
                  <a:pt x="335188" y="59507"/>
                </a:lnTo>
                <a:lnTo>
                  <a:pt x="335237" y="61027"/>
                </a:lnTo>
                <a:lnTo>
                  <a:pt x="335277" y="62671"/>
                </a:lnTo>
                <a:lnTo>
                  <a:pt x="335309" y="64441"/>
                </a:lnTo>
                <a:lnTo>
                  <a:pt x="335331" y="66336"/>
                </a:lnTo>
                <a:lnTo>
                  <a:pt x="335344" y="68356"/>
                </a:lnTo>
                <a:lnTo>
                  <a:pt x="335349" y="70501"/>
                </a:lnTo>
                <a:lnTo>
                  <a:pt x="335349" y="114937"/>
                </a:lnTo>
                <a:lnTo>
                  <a:pt x="322081" y="114937"/>
                </a:lnTo>
                <a:lnTo>
                  <a:pt x="322081" y="68909"/>
                </a:lnTo>
                <a:lnTo>
                  <a:pt x="322074" y="67055"/>
                </a:lnTo>
                <a:lnTo>
                  <a:pt x="322051" y="65308"/>
                </a:lnTo>
                <a:lnTo>
                  <a:pt x="322012" y="63669"/>
                </a:lnTo>
                <a:lnTo>
                  <a:pt x="321959" y="62139"/>
                </a:lnTo>
                <a:lnTo>
                  <a:pt x="321889" y="60717"/>
                </a:lnTo>
                <a:lnTo>
                  <a:pt x="321805" y="59403"/>
                </a:lnTo>
                <a:lnTo>
                  <a:pt x="321705" y="58197"/>
                </a:lnTo>
                <a:lnTo>
                  <a:pt x="321590" y="57100"/>
                </a:lnTo>
                <a:lnTo>
                  <a:pt x="321460" y="56111"/>
                </a:lnTo>
                <a:lnTo>
                  <a:pt x="321314" y="55230"/>
                </a:lnTo>
                <a:lnTo>
                  <a:pt x="321152" y="54457"/>
                </a:lnTo>
                <a:lnTo>
                  <a:pt x="320976" y="53792"/>
                </a:lnTo>
                <a:lnTo>
                  <a:pt x="320779" y="53191"/>
                </a:lnTo>
                <a:lnTo>
                  <a:pt x="320556" y="52608"/>
                </a:lnTo>
                <a:lnTo>
                  <a:pt x="320307" y="52043"/>
                </a:lnTo>
                <a:lnTo>
                  <a:pt x="320033" y="51496"/>
                </a:lnTo>
                <a:lnTo>
                  <a:pt x="319733" y="50968"/>
                </a:lnTo>
                <a:lnTo>
                  <a:pt x="319407" y="50458"/>
                </a:lnTo>
                <a:lnTo>
                  <a:pt x="319055" y="49966"/>
                </a:lnTo>
                <a:lnTo>
                  <a:pt x="318677" y="49493"/>
                </a:lnTo>
                <a:lnTo>
                  <a:pt x="318274" y="49038"/>
                </a:lnTo>
                <a:lnTo>
                  <a:pt x="317845" y="48601"/>
                </a:lnTo>
                <a:lnTo>
                  <a:pt x="317391" y="48182"/>
                </a:lnTo>
                <a:lnTo>
                  <a:pt x="316910" y="47782"/>
                </a:lnTo>
                <a:lnTo>
                  <a:pt x="316413" y="47407"/>
                </a:lnTo>
                <a:lnTo>
                  <a:pt x="315908" y="47064"/>
                </a:lnTo>
                <a:lnTo>
                  <a:pt x="315397" y="46754"/>
                </a:lnTo>
                <a:lnTo>
                  <a:pt x="314877" y="46477"/>
                </a:lnTo>
                <a:lnTo>
                  <a:pt x="314350" y="46233"/>
                </a:lnTo>
                <a:lnTo>
                  <a:pt x="313816" y="46021"/>
                </a:lnTo>
                <a:lnTo>
                  <a:pt x="313274" y="45841"/>
                </a:lnTo>
                <a:lnTo>
                  <a:pt x="312725" y="45695"/>
                </a:lnTo>
                <a:lnTo>
                  <a:pt x="312169" y="45580"/>
                </a:lnTo>
                <a:lnTo>
                  <a:pt x="311605" y="45499"/>
                </a:lnTo>
                <a:lnTo>
                  <a:pt x="311034" y="45450"/>
                </a:lnTo>
                <a:lnTo>
                  <a:pt x="310455" y="45434"/>
                </a:lnTo>
                <a:lnTo>
                  <a:pt x="309282" y="45480"/>
                </a:lnTo>
                <a:lnTo>
                  <a:pt x="308096" y="45618"/>
                </a:lnTo>
                <a:lnTo>
                  <a:pt x="306895" y="45847"/>
                </a:lnTo>
                <a:lnTo>
                  <a:pt x="305680" y="46169"/>
                </a:lnTo>
                <a:lnTo>
                  <a:pt x="304450" y="46582"/>
                </a:lnTo>
                <a:lnTo>
                  <a:pt x="303206" y="47088"/>
                </a:lnTo>
                <a:lnTo>
                  <a:pt x="301947" y="47685"/>
                </a:lnTo>
                <a:lnTo>
                  <a:pt x="300675" y="48374"/>
                </a:lnTo>
                <a:lnTo>
                  <a:pt x="299387" y="49155"/>
                </a:lnTo>
                <a:lnTo>
                  <a:pt x="298086" y="50028"/>
                </a:lnTo>
                <a:lnTo>
                  <a:pt x="296770" y="50993"/>
                </a:lnTo>
                <a:lnTo>
                  <a:pt x="295440" y="52050"/>
                </a:lnTo>
                <a:lnTo>
                  <a:pt x="294122" y="53176"/>
                </a:lnTo>
                <a:lnTo>
                  <a:pt x="292843" y="54348"/>
                </a:lnTo>
                <a:lnTo>
                  <a:pt x="291604" y="55567"/>
                </a:lnTo>
                <a:lnTo>
                  <a:pt x="290403" y="56832"/>
                </a:lnTo>
                <a:lnTo>
                  <a:pt x="289242" y="58144"/>
                </a:lnTo>
                <a:lnTo>
                  <a:pt x="288120" y="59502"/>
                </a:lnTo>
                <a:lnTo>
                  <a:pt x="287037" y="60906"/>
                </a:lnTo>
                <a:lnTo>
                  <a:pt x="285993" y="62357"/>
                </a:lnTo>
                <a:lnTo>
                  <a:pt x="284988" y="63854"/>
                </a:lnTo>
                <a:lnTo>
                  <a:pt x="284022" y="65398"/>
                </a:lnTo>
                <a:lnTo>
                  <a:pt x="283096" y="66988"/>
                </a:lnTo>
                <a:lnTo>
                  <a:pt x="282208" y="68625"/>
                </a:lnTo>
                <a:lnTo>
                  <a:pt x="282208" y="114937"/>
                </a:lnTo>
                <a:lnTo>
                  <a:pt x="268941" y="114937"/>
                </a:lnTo>
                <a:close/>
                <a:moveTo>
                  <a:pt x="375778" y="145844"/>
                </a:moveTo>
                <a:lnTo>
                  <a:pt x="375778" y="137013"/>
                </a:lnTo>
                <a:lnTo>
                  <a:pt x="376617" y="136780"/>
                </a:lnTo>
                <a:lnTo>
                  <a:pt x="377422" y="136530"/>
                </a:lnTo>
                <a:lnTo>
                  <a:pt x="378192" y="136263"/>
                </a:lnTo>
                <a:lnTo>
                  <a:pt x="378929" y="135981"/>
                </a:lnTo>
                <a:lnTo>
                  <a:pt x="379631" y="135682"/>
                </a:lnTo>
                <a:lnTo>
                  <a:pt x="380299" y="135367"/>
                </a:lnTo>
                <a:lnTo>
                  <a:pt x="380933" y="135035"/>
                </a:lnTo>
                <a:lnTo>
                  <a:pt x="381532" y="134687"/>
                </a:lnTo>
                <a:lnTo>
                  <a:pt x="382098" y="134323"/>
                </a:lnTo>
                <a:lnTo>
                  <a:pt x="382629" y="133942"/>
                </a:lnTo>
                <a:lnTo>
                  <a:pt x="383126" y="133545"/>
                </a:lnTo>
                <a:lnTo>
                  <a:pt x="383589" y="133132"/>
                </a:lnTo>
                <a:lnTo>
                  <a:pt x="384027" y="132702"/>
                </a:lnTo>
                <a:lnTo>
                  <a:pt x="384451" y="132252"/>
                </a:lnTo>
                <a:lnTo>
                  <a:pt x="384860" y="131784"/>
                </a:lnTo>
                <a:lnTo>
                  <a:pt x="385253" y="131297"/>
                </a:lnTo>
                <a:lnTo>
                  <a:pt x="385632" y="130791"/>
                </a:lnTo>
                <a:lnTo>
                  <a:pt x="385996" y="130266"/>
                </a:lnTo>
                <a:lnTo>
                  <a:pt x="386346" y="129722"/>
                </a:lnTo>
                <a:lnTo>
                  <a:pt x="386680" y="129160"/>
                </a:lnTo>
                <a:lnTo>
                  <a:pt x="386999" y="128579"/>
                </a:lnTo>
                <a:lnTo>
                  <a:pt x="387304" y="127979"/>
                </a:lnTo>
                <a:lnTo>
                  <a:pt x="387594" y="127361"/>
                </a:lnTo>
                <a:lnTo>
                  <a:pt x="387869" y="126723"/>
                </a:lnTo>
                <a:lnTo>
                  <a:pt x="388125" y="126065"/>
                </a:lnTo>
                <a:lnTo>
                  <a:pt x="388359" y="125385"/>
                </a:lnTo>
                <a:lnTo>
                  <a:pt x="388571" y="124682"/>
                </a:lnTo>
                <a:lnTo>
                  <a:pt x="388760" y="123958"/>
                </a:lnTo>
                <a:lnTo>
                  <a:pt x="388928" y="123211"/>
                </a:lnTo>
                <a:lnTo>
                  <a:pt x="389072" y="122441"/>
                </a:lnTo>
                <a:lnTo>
                  <a:pt x="389195" y="121650"/>
                </a:lnTo>
                <a:lnTo>
                  <a:pt x="389295" y="120836"/>
                </a:lnTo>
                <a:lnTo>
                  <a:pt x="389373" y="120000"/>
                </a:lnTo>
                <a:lnTo>
                  <a:pt x="389429" y="119142"/>
                </a:lnTo>
                <a:lnTo>
                  <a:pt x="389463" y="118261"/>
                </a:lnTo>
                <a:lnTo>
                  <a:pt x="389474" y="117359"/>
                </a:lnTo>
                <a:lnTo>
                  <a:pt x="388392" y="117333"/>
                </a:lnTo>
                <a:lnTo>
                  <a:pt x="387360" y="117254"/>
                </a:lnTo>
                <a:lnTo>
                  <a:pt x="386375" y="117124"/>
                </a:lnTo>
                <a:lnTo>
                  <a:pt x="385440" y="116942"/>
                </a:lnTo>
                <a:lnTo>
                  <a:pt x="384552" y="116708"/>
                </a:lnTo>
                <a:lnTo>
                  <a:pt x="383714" y="116421"/>
                </a:lnTo>
                <a:lnTo>
                  <a:pt x="382924" y="116083"/>
                </a:lnTo>
                <a:lnTo>
                  <a:pt x="382182" y="115692"/>
                </a:lnTo>
                <a:lnTo>
                  <a:pt x="381489" y="115249"/>
                </a:lnTo>
                <a:lnTo>
                  <a:pt x="380845" y="114755"/>
                </a:lnTo>
                <a:lnTo>
                  <a:pt x="380249" y="114208"/>
                </a:lnTo>
                <a:lnTo>
                  <a:pt x="379702" y="113609"/>
                </a:lnTo>
                <a:lnTo>
                  <a:pt x="379200" y="112980"/>
                </a:lnTo>
                <a:lnTo>
                  <a:pt x="378743" y="112344"/>
                </a:lnTo>
                <a:lnTo>
                  <a:pt x="378328" y="111700"/>
                </a:lnTo>
                <a:lnTo>
                  <a:pt x="377958" y="111049"/>
                </a:lnTo>
                <a:lnTo>
                  <a:pt x="377631" y="110391"/>
                </a:lnTo>
                <a:lnTo>
                  <a:pt x="377348" y="109725"/>
                </a:lnTo>
                <a:lnTo>
                  <a:pt x="377108" y="109052"/>
                </a:lnTo>
                <a:lnTo>
                  <a:pt x="376912" y="108371"/>
                </a:lnTo>
                <a:lnTo>
                  <a:pt x="376759" y="107682"/>
                </a:lnTo>
                <a:lnTo>
                  <a:pt x="376650" y="106987"/>
                </a:lnTo>
                <a:lnTo>
                  <a:pt x="376585" y="106284"/>
                </a:lnTo>
                <a:lnTo>
                  <a:pt x="376563" y="105573"/>
                </a:lnTo>
                <a:lnTo>
                  <a:pt x="376587" y="104762"/>
                </a:lnTo>
                <a:lnTo>
                  <a:pt x="376660" y="103973"/>
                </a:lnTo>
                <a:lnTo>
                  <a:pt x="376781" y="103204"/>
                </a:lnTo>
                <a:lnTo>
                  <a:pt x="376951" y="102458"/>
                </a:lnTo>
                <a:lnTo>
                  <a:pt x="377170" y="101732"/>
                </a:lnTo>
                <a:lnTo>
                  <a:pt x="377437" y="101028"/>
                </a:lnTo>
                <a:lnTo>
                  <a:pt x="377752" y="100345"/>
                </a:lnTo>
                <a:lnTo>
                  <a:pt x="378116" y="99684"/>
                </a:lnTo>
                <a:lnTo>
                  <a:pt x="378529" y="99044"/>
                </a:lnTo>
                <a:lnTo>
                  <a:pt x="378990" y="98425"/>
                </a:lnTo>
                <a:lnTo>
                  <a:pt x="379500" y="97828"/>
                </a:lnTo>
                <a:lnTo>
                  <a:pt x="380058" y="97252"/>
                </a:lnTo>
                <a:lnTo>
                  <a:pt x="380649" y="96710"/>
                </a:lnTo>
                <a:lnTo>
                  <a:pt x="381255" y="96215"/>
                </a:lnTo>
                <a:lnTo>
                  <a:pt x="381877" y="95767"/>
                </a:lnTo>
                <a:lnTo>
                  <a:pt x="382515" y="95367"/>
                </a:lnTo>
                <a:lnTo>
                  <a:pt x="383169" y="95013"/>
                </a:lnTo>
                <a:lnTo>
                  <a:pt x="383839" y="94707"/>
                </a:lnTo>
                <a:lnTo>
                  <a:pt x="384524" y="94448"/>
                </a:lnTo>
                <a:lnTo>
                  <a:pt x="385226" y="94236"/>
                </a:lnTo>
                <a:lnTo>
                  <a:pt x="385943" y="94071"/>
                </a:lnTo>
                <a:lnTo>
                  <a:pt x="386676" y="93953"/>
                </a:lnTo>
                <a:lnTo>
                  <a:pt x="387425" y="93882"/>
                </a:lnTo>
                <a:lnTo>
                  <a:pt x="388190" y="93858"/>
                </a:lnTo>
                <a:lnTo>
                  <a:pt x="389177" y="93894"/>
                </a:lnTo>
                <a:lnTo>
                  <a:pt x="390141" y="94002"/>
                </a:lnTo>
                <a:lnTo>
                  <a:pt x="391083" y="94182"/>
                </a:lnTo>
                <a:lnTo>
                  <a:pt x="392002" y="94433"/>
                </a:lnTo>
                <a:lnTo>
                  <a:pt x="392898" y="94756"/>
                </a:lnTo>
                <a:lnTo>
                  <a:pt x="393771" y="95151"/>
                </a:lnTo>
                <a:lnTo>
                  <a:pt x="394622" y="95618"/>
                </a:lnTo>
                <a:lnTo>
                  <a:pt x="395449" y="96156"/>
                </a:lnTo>
                <a:lnTo>
                  <a:pt x="396254" y="96766"/>
                </a:lnTo>
                <a:lnTo>
                  <a:pt x="397037" y="97448"/>
                </a:lnTo>
                <a:lnTo>
                  <a:pt x="397796" y="98202"/>
                </a:lnTo>
                <a:lnTo>
                  <a:pt x="398533" y="99028"/>
                </a:lnTo>
                <a:lnTo>
                  <a:pt x="399227" y="99916"/>
                </a:lnTo>
                <a:lnTo>
                  <a:pt x="399862" y="100857"/>
                </a:lnTo>
                <a:lnTo>
                  <a:pt x="400436" y="101851"/>
                </a:lnTo>
                <a:lnTo>
                  <a:pt x="400950" y="102899"/>
                </a:lnTo>
                <a:lnTo>
                  <a:pt x="401403" y="103999"/>
                </a:lnTo>
                <a:lnTo>
                  <a:pt x="401796" y="105152"/>
                </a:lnTo>
                <a:lnTo>
                  <a:pt x="402128" y="106358"/>
                </a:lnTo>
                <a:lnTo>
                  <a:pt x="402400" y="107617"/>
                </a:lnTo>
                <a:lnTo>
                  <a:pt x="402612" y="108929"/>
                </a:lnTo>
                <a:lnTo>
                  <a:pt x="402763" y="110294"/>
                </a:lnTo>
                <a:lnTo>
                  <a:pt x="402853" y="111713"/>
                </a:lnTo>
                <a:lnTo>
                  <a:pt x="402884" y="113184"/>
                </a:lnTo>
                <a:lnTo>
                  <a:pt x="402860" y="114485"/>
                </a:lnTo>
                <a:lnTo>
                  <a:pt x="402789" y="115774"/>
                </a:lnTo>
                <a:lnTo>
                  <a:pt x="402670" y="117050"/>
                </a:lnTo>
                <a:lnTo>
                  <a:pt x="402503" y="118314"/>
                </a:lnTo>
                <a:lnTo>
                  <a:pt x="402289" y="119566"/>
                </a:lnTo>
                <a:lnTo>
                  <a:pt x="402028" y="120805"/>
                </a:lnTo>
                <a:lnTo>
                  <a:pt x="401719" y="122032"/>
                </a:lnTo>
                <a:lnTo>
                  <a:pt x="401362" y="123247"/>
                </a:lnTo>
                <a:lnTo>
                  <a:pt x="400958" y="124449"/>
                </a:lnTo>
                <a:lnTo>
                  <a:pt x="400506" y="125638"/>
                </a:lnTo>
                <a:lnTo>
                  <a:pt x="400007" y="126816"/>
                </a:lnTo>
                <a:lnTo>
                  <a:pt x="399460" y="127980"/>
                </a:lnTo>
                <a:lnTo>
                  <a:pt x="398872" y="129125"/>
                </a:lnTo>
                <a:lnTo>
                  <a:pt x="398250" y="130241"/>
                </a:lnTo>
                <a:lnTo>
                  <a:pt x="397594" y="131330"/>
                </a:lnTo>
                <a:lnTo>
                  <a:pt x="396904" y="132390"/>
                </a:lnTo>
                <a:lnTo>
                  <a:pt x="396179" y="133421"/>
                </a:lnTo>
                <a:lnTo>
                  <a:pt x="395421" y="134425"/>
                </a:lnTo>
                <a:lnTo>
                  <a:pt x="394628" y="135400"/>
                </a:lnTo>
                <a:lnTo>
                  <a:pt x="393801" y="136347"/>
                </a:lnTo>
                <a:lnTo>
                  <a:pt x="392940" y="137266"/>
                </a:lnTo>
                <a:lnTo>
                  <a:pt x="392044" y="138156"/>
                </a:lnTo>
                <a:lnTo>
                  <a:pt x="391115" y="139019"/>
                </a:lnTo>
                <a:lnTo>
                  <a:pt x="390151" y="139853"/>
                </a:lnTo>
                <a:lnTo>
                  <a:pt x="389152" y="140646"/>
                </a:lnTo>
                <a:lnTo>
                  <a:pt x="388117" y="141386"/>
                </a:lnTo>
                <a:lnTo>
                  <a:pt x="387046" y="142073"/>
                </a:lnTo>
                <a:lnTo>
                  <a:pt x="385939" y="142705"/>
                </a:lnTo>
                <a:lnTo>
                  <a:pt x="384795" y="143285"/>
                </a:lnTo>
                <a:lnTo>
                  <a:pt x="383616" y="143811"/>
                </a:lnTo>
                <a:lnTo>
                  <a:pt x="382400" y="144283"/>
                </a:lnTo>
                <a:lnTo>
                  <a:pt x="381148" y="144702"/>
                </a:lnTo>
                <a:lnTo>
                  <a:pt x="379860" y="145068"/>
                </a:lnTo>
                <a:lnTo>
                  <a:pt x="378535" y="145380"/>
                </a:lnTo>
                <a:lnTo>
                  <a:pt x="377175" y="145639"/>
                </a:lnTo>
                <a:lnTo>
                  <a:pt x="375778" y="145844"/>
                </a:lnTo>
                <a:close/>
                <a:moveTo>
                  <a:pt x="510862" y="111626"/>
                </a:moveTo>
                <a:lnTo>
                  <a:pt x="509341" y="112261"/>
                </a:lnTo>
                <a:lnTo>
                  <a:pt x="507890" y="112852"/>
                </a:lnTo>
                <a:lnTo>
                  <a:pt x="506511" y="113398"/>
                </a:lnTo>
                <a:lnTo>
                  <a:pt x="505203" y="113900"/>
                </a:lnTo>
                <a:lnTo>
                  <a:pt x="503967" y="114358"/>
                </a:lnTo>
                <a:lnTo>
                  <a:pt x="502802" y="114772"/>
                </a:lnTo>
                <a:lnTo>
                  <a:pt x="501708" y="115141"/>
                </a:lnTo>
                <a:lnTo>
                  <a:pt x="500686" y="115466"/>
                </a:lnTo>
                <a:lnTo>
                  <a:pt x="499735" y="115746"/>
                </a:lnTo>
                <a:lnTo>
                  <a:pt x="498855" y="115982"/>
                </a:lnTo>
                <a:lnTo>
                  <a:pt x="498047" y="116174"/>
                </a:lnTo>
                <a:lnTo>
                  <a:pt x="497310" y="116322"/>
                </a:lnTo>
                <a:lnTo>
                  <a:pt x="496610" y="116442"/>
                </a:lnTo>
                <a:lnTo>
                  <a:pt x="495915" y="116551"/>
                </a:lnTo>
                <a:lnTo>
                  <a:pt x="495223" y="116651"/>
                </a:lnTo>
                <a:lnTo>
                  <a:pt x="494536" y="116740"/>
                </a:lnTo>
                <a:lnTo>
                  <a:pt x="493852" y="116818"/>
                </a:lnTo>
                <a:lnTo>
                  <a:pt x="493172" y="116886"/>
                </a:lnTo>
                <a:lnTo>
                  <a:pt x="492497" y="116943"/>
                </a:lnTo>
                <a:lnTo>
                  <a:pt x="491825" y="116990"/>
                </a:lnTo>
                <a:lnTo>
                  <a:pt x="491157" y="117027"/>
                </a:lnTo>
                <a:lnTo>
                  <a:pt x="490494" y="117053"/>
                </a:lnTo>
                <a:lnTo>
                  <a:pt x="489834" y="117069"/>
                </a:lnTo>
                <a:lnTo>
                  <a:pt x="489178" y="117074"/>
                </a:lnTo>
                <a:lnTo>
                  <a:pt x="487797" y="117052"/>
                </a:lnTo>
                <a:lnTo>
                  <a:pt x="486436" y="116985"/>
                </a:lnTo>
                <a:lnTo>
                  <a:pt x="485094" y="116874"/>
                </a:lnTo>
                <a:lnTo>
                  <a:pt x="483773" y="116718"/>
                </a:lnTo>
                <a:lnTo>
                  <a:pt x="482471" y="116517"/>
                </a:lnTo>
                <a:lnTo>
                  <a:pt x="481189" y="116273"/>
                </a:lnTo>
                <a:lnTo>
                  <a:pt x="479927" y="115983"/>
                </a:lnTo>
                <a:lnTo>
                  <a:pt x="478685" y="115650"/>
                </a:lnTo>
                <a:lnTo>
                  <a:pt x="477462" y="115271"/>
                </a:lnTo>
                <a:lnTo>
                  <a:pt x="476259" y="114848"/>
                </a:lnTo>
                <a:lnTo>
                  <a:pt x="475077" y="114381"/>
                </a:lnTo>
                <a:lnTo>
                  <a:pt x="473914" y="113869"/>
                </a:lnTo>
                <a:lnTo>
                  <a:pt x="472784" y="113314"/>
                </a:lnTo>
                <a:lnTo>
                  <a:pt x="471701" y="112716"/>
                </a:lnTo>
                <a:lnTo>
                  <a:pt x="470666" y="112076"/>
                </a:lnTo>
                <a:lnTo>
                  <a:pt x="469677" y="111393"/>
                </a:lnTo>
                <a:lnTo>
                  <a:pt x="468736" y="110667"/>
                </a:lnTo>
                <a:lnTo>
                  <a:pt x="467842" y="109899"/>
                </a:lnTo>
                <a:lnTo>
                  <a:pt x="466994" y="109089"/>
                </a:lnTo>
                <a:lnTo>
                  <a:pt x="466194" y="108236"/>
                </a:lnTo>
                <a:lnTo>
                  <a:pt x="465441" y="107340"/>
                </a:lnTo>
                <a:lnTo>
                  <a:pt x="464735" y="106402"/>
                </a:lnTo>
                <a:lnTo>
                  <a:pt x="464076" y="105421"/>
                </a:lnTo>
                <a:lnTo>
                  <a:pt x="463464" y="104398"/>
                </a:lnTo>
                <a:lnTo>
                  <a:pt x="462900" y="103306"/>
                </a:lnTo>
                <a:lnTo>
                  <a:pt x="462385" y="102119"/>
                </a:lnTo>
                <a:lnTo>
                  <a:pt x="461919" y="100837"/>
                </a:lnTo>
                <a:lnTo>
                  <a:pt x="461502" y="99461"/>
                </a:lnTo>
                <a:lnTo>
                  <a:pt x="461134" y="97989"/>
                </a:lnTo>
                <a:lnTo>
                  <a:pt x="460816" y="96422"/>
                </a:lnTo>
                <a:lnTo>
                  <a:pt x="460546" y="94760"/>
                </a:lnTo>
                <a:lnTo>
                  <a:pt x="460325" y="93004"/>
                </a:lnTo>
                <a:lnTo>
                  <a:pt x="460154" y="91152"/>
                </a:lnTo>
                <a:lnTo>
                  <a:pt x="460031" y="89206"/>
                </a:lnTo>
                <a:lnTo>
                  <a:pt x="459957" y="87164"/>
                </a:lnTo>
                <a:lnTo>
                  <a:pt x="459933" y="85028"/>
                </a:lnTo>
                <a:lnTo>
                  <a:pt x="459933" y="52982"/>
                </a:lnTo>
                <a:lnTo>
                  <a:pt x="440032" y="52982"/>
                </a:lnTo>
                <a:lnTo>
                  <a:pt x="440032" y="41873"/>
                </a:lnTo>
                <a:lnTo>
                  <a:pt x="459933" y="41873"/>
                </a:lnTo>
                <a:lnTo>
                  <a:pt x="459933" y="9827"/>
                </a:lnTo>
                <a:lnTo>
                  <a:pt x="473200" y="9827"/>
                </a:lnTo>
                <a:lnTo>
                  <a:pt x="473200" y="41873"/>
                </a:lnTo>
                <a:lnTo>
                  <a:pt x="508651" y="41873"/>
                </a:lnTo>
                <a:lnTo>
                  <a:pt x="508651" y="52982"/>
                </a:lnTo>
                <a:lnTo>
                  <a:pt x="473200" y="52982"/>
                </a:lnTo>
                <a:lnTo>
                  <a:pt x="473200" y="84772"/>
                </a:lnTo>
                <a:lnTo>
                  <a:pt x="473216" y="86333"/>
                </a:lnTo>
                <a:lnTo>
                  <a:pt x="473264" y="87815"/>
                </a:lnTo>
                <a:lnTo>
                  <a:pt x="473343" y="89219"/>
                </a:lnTo>
                <a:lnTo>
                  <a:pt x="473454" y="90544"/>
                </a:lnTo>
                <a:lnTo>
                  <a:pt x="473597" y="91791"/>
                </a:lnTo>
                <a:lnTo>
                  <a:pt x="473771" y="92959"/>
                </a:lnTo>
                <a:lnTo>
                  <a:pt x="473977" y="94049"/>
                </a:lnTo>
                <a:lnTo>
                  <a:pt x="474215" y="95060"/>
                </a:lnTo>
                <a:lnTo>
                  <a:pt x="474484" y="95993"/>
                </a:lnTo>
                <a:lnTo>
                  <a:pt x="474785" y="96847"/>
                </a:lnTo>
                <a:lnTo>
                  <a:pt x="475118" y="97623"/>
                </a:lnTo>
                <a:lnTo>
                  <a:pt x="475483" y="98320"/>
                </a:lnTo>
                <a:lnTo>
                  <a:pt x="475874" y="98963"/>
                </a:lnTo>
                <a:lnTo>
                  <a:pt x="476286" y="99577"/>
                </a:lnTo>
                <a:lnTo>
                  <a:pt x="476720" y="100162"/>
                </a:lnTo>
                <a:lnTo>
                  <a:pt x="477175" y="100718"/>
                </a:lnTo>
                <a:lnTo>
                  <a:pt x="477651" y="101244"/>
                </a:lnTo>
                <a:lnTo>
                  <a:pt x="478149" y="101742"/>
                </a:lnTo>
                <a:lnTo>
                  <a:pt x="478668" y="102210"/>
                </a:lnTo>
                <a:lnTo>
                  <a:pt x="479208" y="102650"/>
                </a:lnTo>
                <a:lnTo>
                  <a:pt x="479769" y="103060"/>
                </a:lnTo>
                <a:lnTo>
                  <a:pt x="480352" y="103441"/>
                </a:lnTo>
                <a:lnTo>
                  <a:pt x="480956" y="103793"/>
                </a:lnTo>
                <a:lnTo>
                  <a:pt x="481581" y="104115"/>
                </a:lnTo>
                <a:lnTo>
                  <a:pt x="482227" y="104411"/>
                </a:lnTo>
                <a:lnTo>
                  <a:pt x="482892" y="104680"/>
                </a:lnTo>
                <a:lnTo>
                  <a:pt x="483576" y="104924"/>
                </a:lnTo>
                <a:lnTo>
                  <a:pt x="484280" y="105143"/>
                </a:lnTo>
                <a:lnTo>
                  <a:pt x="485003" y="105335"/>
                </a:lnTo>
                <a:lnTo>
                  <a:pt x="485745" y="105502"/>
                </a:lnTo>
                <a:lnTo>
                  <a:pt x="486507" y="105644"/>
                </a:lnTo>
                <a:lnTo>
                  <a:pt x="487288" y="105759"/>
                </a:lnTo>
                <a:lnTo>
                  <a:pt x="488088" y="105849"/>
                </a:lnTo>
                <a:lnTo>
                  <a:pt x="488908" y="105913"/>
                </a:lnTo>
                <a:lnTo>
                  <a:pt x="489746" y="105952"/>
                </a:lnTo>
                <a:lnTo>
                  <a:pt x="490605" y="105965"/>
                </a:lnTo>
                <a:lnTo>
                  <a:pt x="492216" y="105923"/>
                </a:lnTo>
                <a:lnTo>
                  <a:pt x="493842" y="105797"/>
                </a:lnTo>
                <a:lnTo>
                  <a:pt x="495482" y="105587"/>
                </a:lnTo>
                <a:lnTo>
                  <a:pt x="497135" y="105293"/>
                </a:lnTo>
                <a:lnTo>
                  <a:pt x="498803" y="104915"/>
                </a:lnTo>
                <a:lnTo>
                  <a:pt x="500484" y="104454"/>
                </a:lnTo>
                <a:lnTo>
                  <a:pt x="502179" y="103908"/>
                </a:lnTo>
                <a:lnTo>
                  <a:pt x="503888" y="103278"/>
                </a:lnTo>
                <a:lnTo>
                  <a:pt x="505611" y="102565"/>
                </a:lnTo>
                <a:lnTo>
                  <a:pt x="507347" y="101767"/>
                </a:lnTo>
                <a:lnTo>
                  <a:pt x="509098" y="100886"/>
                </a:lnTo>
                <a:lnTo>
                  <a:pt x="510862" y="99920"/>
                </a:lnTo>
                <a:lnTo>
                  <a:pt x="510862" y="111626"/>
                </a:lnTo>
                <a:close/>
                <a:moveTo>
                  <a:pt x="564702" y="117074"/>
                </a:moveTo>
                <a:lnTo>
                  <a:pt x="561896" y="116991"/>
                </a:lnTo>
                <a:lnTo>
                  <a:pt x="559186" y="116743"/>
                </a:lnTo>
                <a:lnTo>
                  <a:pt x="556570" y="116329"/>
                </a:lnTo>
                <a:lnTo>
                  <a:pt x="554050" y="115750"/>
                </a:lnTo>
                <a:lnTo>
                  <a:pt x="551625" y="115005"/>
                </a:lnTo>
                <a:lnTo>
                  <a:pt x="549295" y="114095"/>
                </a:lnTo>
                <a:lnTo>
                  <a:pt x="547060" y="113019"/>
                </a:lnTo>
                <a:lnTo>
                  <a:pt x="544920" y="111777"/>
                </a:lnTo>
                <a:lnTo>
                  <a:pt x="542875" y="110370"/>
                </a:lnTo>
                <a:lnTo>
                  <a:pt x="540925" y="108798"/>
                </a:lnTo>
                <a:lnTo>
                  <a:pt x="539071" y="107060"/>
                </a:lnTo>
                <a:lnTo>
                  <a:pt x="537311" y="105157"/>
                </a:lnTo>
                <a:lnTo>
                  <a:pt x="535671" y="103127"/>
                </a:lnTo>
                <a:lnTo>
                  <a:pt x="534173" y="101011"/>
                </a:lnTo>
                <a:lnTo>
                  <a:pt x="532817" y="98808"/>
                </a:lnTo>
                <a:lnTo>
                  <a:pt x="531605" y="96519"/>
                </a:lnTo>
                <a:lnTo>
                  <a:pt x="530535" y="94143"/>
                </a:lnTo>
                <a:lnTo>
                  <a:pt x="529608" y="91681"/>
                </a:lnTo>
                <a:lnTo>
                  <a:pt x="528823" y="89133"/>
                </a:lnTo>
                <a:lnTo>
                  <a:pt x="528181" y="86498"/>
                </a:lnTo>
                <a:lnTo>
                  <a:pt x="527682" y="83777"/>
                </a:lnTo>
                <a:lnTo>
                  <a:pt x="527325" y="80969"/>
                </a:lnTo>
                <a:lnTo>
                  <a:pt x="527111" y="78075"/>
                </a:lnTo>
                <a:lnTo>
                  <a:pt x="527040" y="75094"/>
                </a:lnTo>
                <a:lnTo>
                  <a:pt x="527111" y="72113"/>
                </a:lnTo>
                <a:lnTo>
                  <a:pt x="527325" y="69220"/>
                </a:lnTo>
                <a:lnTo>
                  <a:pt x="527682" y="66413"/>
                </a:lnTo>
                <a:lnTo>
                  <a:pt x="528181" y="63694"/>
                </a:lnTo>
                <a:lnTo>
                  <a:pt x="528823" y="61061"/>
                </a:lnTo>
                <a:lnTo>
                  <a:pt x="529608" y="58516"/>
                </a:lnTo>
                <a:lnTo>
                  <a:pt x="530535" y="56057"/>
                </a:lnTo>
                <a:lnTo>
                  <a:pt x="531605" y="53686"/>
                </a:lnTo>
                <a:lnTo>
                  <a:pt x="532817" y="51401"/>
                </a:lnTo>
                <a:lnTo>
                  <a:pt x="534173" y="49203"/>
                </a:lnTo>
                <a:lnTo>
                  <a:pt x="535671" y="47093"/>
                </a:lnTo>
                <a:lnTo>
                  <a:pt x="537311" y="45069"/>
                </a:lnTo>
                <a:lnTo>
                  <a:pt x="539071" y="43171"/>
                </a:lnTo>
                <a:lnTo>
                  <a:pt x="540925" y="41438"/>
                </a:lnTo>
                <a:lnTo>
                  <a:pt x="542875" y="39870"/>
                </a:lnTo>
                <a:lnTo>
                  <a:pt x="544920" y="38467"/>
                </a:lnTo>
                <a:lnTo>
                  <a:pt x="547060" y="37229"/>
                </a:lnTo>
                <a:lnTo>
                  <a:pt x="549295" y="36156"/>
                </a:lnTo>
                <a:lnTo>
                  <a:pt x="551625" y="35248"/>
                </a:lnTo>
                <a:lnTo>
                  <a:pt x="554050" y="34506"/>
                </a:lnTo>
                <a:lnTo>
                  <a:pt x="556570" y="33928"/>
                </a:lnTo>
                <a:lnTo>
                  <a:pt x="559186" y="33515"/>
                </a:lnTo>
                <a:lnTo>
                  <a:pt x="561896" y="33268"/>
                </a:lnTo>
                <a:lnTo>
                  <a:pt x="564702" y="33185"/>
                </a:lnTo>
                <a:lnTo>
                  <a:pt x="567496" y="33268"/>
                </a:lnTo>
                <a:lnTo>
                  <a:pt x="570196" y="33515"/>
                </a:lnTo>
                <a:lnTo>
                  <a:pt x="572802" y="33928"/>
                </a:lnTo>
                <a:lnTo>
                  <a:pt x="575314" y="34506"/>
                </a:lnTo>
                <a:lnTo>
                  <a:pt x="577732" y="35248"/>
                </a:lnTo>
                <a:lnTo>
                  <a:pt x="580055" y="36156"/>
                </a:lnTo>
                <a:lnTo>
                  <a:pt x="582285" y="37229"/>
                </a:lnTo>
                <a:lnTo>
                  <a:pt x="584420" y="38467"/>
                </a:lnTo>
                <a:lnTo>
                  <a:pt x="586462" y="39870"/>
                </a:lnTo>
                <a:lnTo>
                  <a:pt x="588409" y="41438"/>
                </a:lnTo>
                <a:lnTo>
                  <a:pt x="590262" y="43171"/>
                </a:lnTo>
                <a:lnTo>
                  <a:pt x="592021" y="45069"/>
                </a:lnTo>
                <a:lnTo>
                  <a:pt x="593662" y="47093"/>
                </a:lnTo>
                <a:lnTo>
                  <a:pt x="595159" y="49203"/>
                </a:lnTo>
                <a:lnTo>
                  <a:pt x="596515" y="51401"/>
                </a:lnTo>
                <a:lnTo>
                  <a:pt x="597727" y="53686"/>
                </a:lnTo>
                <a:lnTo>
                  <a:pt x="598797" y="56057"/>
                </a:lnTo>
                <a:lnTo>
                  <a:pt x="599725" y="58516"/>
                </a:lnTo>
                <a:lnTo>
                  <a:pt x="600509" y="61061"/>
                </a:lnTo>
                <a:lnTo>
                  <a:pt x="601151" y="63694"/>
                </a:lnTo>
                <a:lnTo>
                  <a:pt x="601650" y="66413"/>
                </a:lnTo>
                <a:lnTo>
                  <a:pt x="602007" y="69220"/>
                </a:lnTo>
                <a:lnTo>
                  <a:pt x="602221" y="72113"/>
                </a:lnTo>
                <a:lnTo>
                  <a:pt x="602292" y="75094"/>
                </a:lnTo>
                <a:lnTo>
                  <a:pt x="602221" y="78075"/>
                </a:lnTo>
                <a:lnTo>
                  <a:pt x="602007" y="80969"/>
                </a:lnTo>
                <a:lnTo>
                  <a:pt x="601650" y="83777"/>
                </a:lnTo>
                <a:lnTo>
                  <a:pt x="601151" y="86498"/>
                </a:lnTo>
                <a:lnTo>
                  <a:pt x="600509" y="89133"/>
                </a:lnTo>
                <a:lnTo>
                  <a:pt x="599725" y="91681"/>
                </a:lnTo>
                <a:lnTo>
                  <a:pt x="598797" y="94143"/>
                </a:lnTo>
                <a:lnTo>
                  <a:pt x="597727" y="96519"/>
                </a:lnTo>
                <a:lnTo>
                  <a:pt x="596515" y="98808"/>
                </a:lnTo>
                <a:lnTo>
                  <a:pt x="595159" y="101011"/>
                </a:lnTo>
                <a:lnTo>
                  <a:pt x="593662" y="103127"/>
                </a:lnTo>
                <a:lnTo>
                  <a:pt x="592021" y="105157"/>
                </a:lnTo>
                <a:lnTo>
                  <a:pt x="590262" y="107060"/>
                </a:lnTo>
                <a:lnTo>
                  <a:pt x="588409" y="108798"/>
                </a:lnTo>
                <a:lnTo>
                  <a:pt x="586462" y="110370"/>
                </a:lnTo>
                <a:lnTo>
                  <a:pt x="584420" y="111777"/>
                </a:lnTo>
                <a:lnTo>
                  <a:pt x="582285" y="113019"/>
                </a:lnTo>
                <a:lnTo>
                  <a:pt x="580055" y="114095"/>
                </a:lnTo>
                <a:lnTo>
                  <a:pt x="577732" y="115005"/>
                </a:lnTo>
                <a:lnTo>
                  <a:pt x="575314" y="115750"/>
                </a:lnTo>
                <a:lnTo>
                  <a:pt x="572802" y="116329"/>
                </a:lnTo>
                <a:lnTo>
                  <a:pt x="570196" y="116743"/>
                </a:lnTo>
                <a:lnTo>
                  <a:pt x="567496" y="116991"/>
                </a:lnTo>
                <a:lnTo>
                  <a:pt x="564702" y="117074"/>
                </a:lnTo>
                <a:moveTo>
                  <a:pt x="564702" y="105965"/>
                </a:moveTo>
                <a:lnTo>
                  <a:pt x="566443" y="105907"/>
                </a:lnTo>
                <a:lnTo>
                  <a:pt x="568124" y="105736"/>
                </a:lnTo>
                <a:lnTo>
                  <a:pt x="569744" y="105450"/>
                </a:lnTo>
                <a:lnTo>
                  <a:pt x="571304" y="105050"/>
                </a:lnTo>
                <a:lnTo>
                  <a:pt x="572803" y="104535"/>
                </a:lnTo>
                <a:lnTo>
                  <a:pt x="574242" y="103907"/>
                </a:lnTo>
                <a:lnTo>
                  <a:pt x="575621" y="103164"/>
                </a:lnTo>
                <a:lnTo>
                  <a:pt x="576939" y="102306"/>
                </a:lnTo>
                <a:lnTo>
                  <a:pt x="578196" y="101334"/>
                </a:lnTo>
                <a:lnTo>
                  <a:pt x="579394" y="100248"/>
                </a:lnTo>
                <a:lnTo>
                  <a:pt x="580530" y="99048"/>
                </a:lnTo>
                <a:lnTo>
                  <a:pt x="581607" y="97733"/>
                </a:lnTo>
                <a:lnTo>
                  <a:pt x="582609" y="96318"/>
                </a:lnTo>
                <a:lnTo>
                  <a:pt x="583525" y="94817"/>
                </a:lnTo>
                <a:lnTo>
                  <a:pt x="584353" y="93231"/>
                </a:lnTo>
                <a:lnTo>
                  <a:pt x="585094" y="91559"/>
                </a:lnTo>
                <a:lnTo>
                  <a:pt x="585748" y="89801"/>
                </a:lnTo>
                <a:lnTo>
                  <a:pt x="586315" y="87957"/>
                </a:lnTo>
                <a:lnTo>
                  <a:pt x="586794" y="86028"/>
                </a:lnTo>
                <a:lnTo>
                  <a:pt x="587186" y="84013"/>
                </a:lnTo>
                <a:lnTo>
                  <a:pt x="587492" y="81912"/>
                </a:lnTo>
                <a:lnTo>
                  <a:pt x="587709" y="79725"/>
                </a:lnTo>
                <a:lnTo>
                  <a:pt x="587840" y="77452"/>
                </a:lnTo>
                <a:lnTo>
                  <a:pt x="587884" y="75094"/>
                </a:lnTo>
                <a:lnTo>
                  <a:pt x="587840" y="72747"/>
                </a:lnTo>
                <a:lnTo>
                  <a:pt x="587709" y="70485"/>
                </a:lnTo>
                <a:lnTo>
                  <a:pt x="587492" y="68307"/>
                </a:lnTo>
                <a:lnTo>
                  <a:pt x="587186" y="66215"/>
                </a:lnTo>
                <a:lnTo>
                  <a:pt x="586794" y="64207"/>
                </a:lnTo>
                <a:lnTo>
                  <a:pt x="586315" y="62284"/>
                </a:lnTo>
                <a:lnTo>
                  <a:pt x="585748" y="60446"/>
                </a:lnTo>
                <a:lnTo>
                  <a:pt x="585094" y="58692"/>
                </a:lnTo>
                <a:lnTo>
                  <a:pt x="584353" y="57023"/>
                </a:lnTo>
                <a:lnTo>
                  <a:pt x="583525" y="55440"/>
                </a:lnTo>
                <a:lnTo>
                  <a:pt x="582609" y="53940"/>
                </a:lnTo>
                <a:lnTo>
                  <a:pt x="581607" y="52526"/>
                </a:lnTo>
                <a:lnTo>
                  <a:pt x="580530" y="51211"/>
                </a:lnTo>
                <a:lnTo>
                  <a:pt x="579394" y="50011"/>
                </a:lnTo>
                <a:lnTo>
                  <a:pt x="578196" y="48925"/>
                </a:lnTo>
                <a:lnTo>
                  <a:pt x="576939" y="47953"/>
                </a:lnTo>
                <a:lnTo>
                  <a:pt x="575621" y="47095"/>
                </a:lnTo>
                <a:lnTo>
                  <a:pt x="574242" y="46352"/>
                </a:lnTo>
                <a:lnTo>
                  <a:pt x="572803" y="45723"/>
                </a:lnTo>
                <a:lnTo>
                  <a:pt x="571304" y="45209"/>
                </a:lnTo>
                <a:lnTo>
                  <a:pt x="569744" y="44809"/>
                </a:lnTo>
                <a:lnTo>
                  <a:pt x="568124" y="44523"/>
                </a:lnTo>
                <a:lnTo>
                  <a:pt x="566443" y="44352"/>
                </a:lnTo>
                <a:lnTo>
                  <a:pt x="564702" y="44294"/>
                </a:lnTo>
                <a:lnTo>
                  <a:pt x="562949" y="44352"/>
                </a:lnTo>
                <a:lnTo>
                  <a:pt x="561258" y="44523"/>
                </a:lnTo>
                <a:lnTo>
                  <a:pt x="559628" y="44809"/>
                </a:lnTo>
                <a:lnTo>
                  <a:pt x="558060" y="45209"/>
                </a:lnTo>
                <a:lnTo>
                  <a:pt x="556553" y="45723"/>
                </a:lnTo>
                <a:lnTo>
                  <a:pt x="555108" y="46352"/>
                </a:lnTo>
                <a:lnTo>
                  <a:pt x="553724" y="47095"/>
                </a:lnTo>
                <a:lnTo>
                  <a:pt x="552401" y="47953"/>
                </a:lnTo>
                <a:lnTo>
                  <a:pt x="551140" y="48925"/>
                </a:lnTo>
                <a:lnTo>
                  <a:pt x="549940" y="50011"/>
                </a:lnTo>
                <a:lnTo>
                  <a:pt x="548802" y="51211"/>
                </a:lnTo>
                <a:lnTo>
                  <a:pt x="547725" y="52526"/>
                </a:lnTo>
                <a:lnTo>
                  <a:pt x="546723" y="53940"/>
                </a:lnTo>
                <a:lnTo>
                  <a:pt x="545807" y="55440"/>
                </a:lnTo>
                <a:lnTo>
                  <a:pt x="544979" y="57023"/>
                </a:lnTo>
                <a:lnTo>
                  <a:pt x="544238" y="58692"/>
                </a:lnTo>
                <a:lnTo>
                  <a:pt x="543584" y="60446"/>
                </a:lnTo>
                <a:lnTo>
                  <a:pt x="543018" y="62284"/>
                </a:lnTo>
                <a:lnTo>
                  <a:pt x="542538" y="64207"/>
                </a:lnTo>
                <a:lnTo>
                  <a:pt x="542146" y="66215"/>
                </a:lnTo>
                <a:lnTo>
                  <a:pt x="541841" y="68307"/>
                </a:lnTo>
                <a:lnTo>
                  <a:pt x="541623" y="70485"/>
                </a:lnTo>
                <a:lnTo>
                  <a:pt x="541492" y="72747"/>
                </a:lnTo>
                <a:lnTo>
                  <a:pt x="541448" y="75094"/>
                </a:lnTo>
                <a:lnTo>
                  <a:pt x="541492" y="77452"/>
                </a:lnTo>
                <a:lnTo>
                  <a:pt x="541623" y="79725"/>
                </a:lnTo>
                <a:lnTo>
                  <a:pt x="541841" y="81912"/>
                </a:lnTo>
                <a:lnTo>
                  <a:pt x="542146" y="84013"/>
                </a:lnTo>
                <a:lnTo>
                  <a:pt x="542538" y="86028"/>
                </a:lnTo>
                <a:lnTo>
                  <a:pt x="543018" y="87957"/>
                </a:lnTo>
                <a:lnTo>
                  <a:pt x="543584" y="89801"/>
                </a:lnTo>
                <a:lnTo>
                  <a:pt x="544238" y="91559"/>
                </a:lnTo>
                <a:lnTo>
                  <a:pt x="544979" y="93231"/>
                </a:lnTo>
                <a:lnTo>
                  <a:pt x="545807" y="94817"/>
                </a:lnTo>
                <a:lnTo>
                  <a:pt x="546723" y="96318"/>
                </a:lnTo>
                <a:lnTo>
                  <a:pt x="547725" y="97733"/>
                </a:lnTo>
                <a:lnTo>
                  <a:pt x="548802" y="99048"/>
                </a:lnTo>
                <a:lnTo>
                  <a:pt x="549940" y="100248"/>
                </a:lnTo>
                <a:lnTo>
                  <a:pt x="551140" y="101334"/>
                </a:lnTo>
                <a:lnTo>
                  <a:pt x="552401" y="102306"/>
                </a:lnTo>
                <a:lnTo>
                  <a:pt x="553724" y="103164"/>
                </a:lnTo>
                <a:lnTo>
                  <a:pt x="555108" y="103907"/>
                </a:lnTo>
                <a:lnTo>
                  <a:pt x="556553" y="104535"/>
                </a:lnTo>
                <a:lnTo>
                  <a:pt x="558060" y="105050"/>
                </a:lnTo>
                <a:lnTo>
                  <a:pt x="559628" y="105450"/>
                </a:lnTo>
                <a:lnTo>
                  <a:pt x="561258" y="105736"/>
                </a:lnTo>
                <a:lnTo>
                  <a:pt x="562949" y="105907"/>
                </a:lnTo>
                <a:lnTo>
                  <a:pt x="564702" y="105965"/>
                </a:lnTo>
                <a:close/>
                <a:moveTo>
                  <a:pt x="620467" y="110622"/>
                </a:moveTo>
                <a:lnTo>
                  <a:pt x="620467" y="96565"/>
                </a:lnTo>
                <a:lnTo>
                  <a:pt x="621805" y="97409"/>
                </a:lnTo>
                <a:lnTo>
                  <a:pt x="623156" y="98211"/>
                </a:lnTo>
                <a:lnTo>
                  <a:pt x="624520" y="98970"/>
                </a:lnTo>
                <a:lnTo>
                  <a:pt x="625896" y="99686"/>
                </a:lnTo>
                <a:lnTo>
                  <a:pt x="627286" y="100359"/>
                </a:lnTo>
                <a:lnTo>
                  <a:pt x="628688" y="100989"/>
                </a:lnTo>
                <a:lnTo>
                  <a:pt x="630103" y="101575"/>
                </a:lnTo>
                <a:lnTo>
                  <a:pt x="631531" y="102119"/>
                </a:lnTo>
                <a:lnTo>
                  <a:pt x="632972" y="102620"/>
                </a:lnTo>
                <a:lnTo>
                  <a:pt x="634426" y="103078"/>
                </a:lnTo>
                <a:lnTo>
                  <a:pt x="635893" y="103492"/>
                </a:lnTo>
                <a:lnTo>
                  <a:pt x="637372" y="103864"/>
                </a:lnTo>
                <a:lnTo>
                  <a:pt x="638840" y="104199"/>
                </a:lnTo>
                <a:lnTo>
                  <a:pt x="640269" y="104506"/>
                </a:lnTo>
                <a:lnTo>
                  <a:pt x="641661" y="104783"/>
                </a:lnTo>
                <a:lnTo>
                  <a:pt x="643015" y="105031"/>
                </a:lnTo>
                <a:lnTo>
                  <a:pt x="644332" y="105250"/>
                </a:lnTo>
                <a:lnTo>
                  <a:pt x="645611" y="105439"/>
                </a:lnTo>
                <a:lnTo>
                  <a:pt x="646852" y="105600"/>
                </a:lnTo>
                <a:lnTo>
                  <a:pt x="648056" y="105731"/>
                </a:lnTo>
                <a:lnTo>
                  <a:pt x="649222" y="105833"/>
                </a:lnTo>
                <a:lnTo>
                  <a:pt x="650350" y="105906"/>
                </a:lnTo>
                <a:lnTo>
                  <a:pt x="651441" y="105950"/>
                </a:lnTo>
                <a:lnTo>
                  <a:pt x="652494" y="105965"/>
                </a:lnTo>
                <a:lnTo>
                  <a:pt x="654131" y="105942"/>
                </a:lnTo>
                <a:lnTo>
                  <a:pt x="655690" y="105875"/>
                </a:lnTo>
                <a:lnTo>
                  <a:pt x="657171" y="105763"/>
                </a:lnTo>
                <a:lnTo>
                  <a:pt x="658573" y="105606"/>
                </a:lnTo>
                <a:lnTo>
                  <a:pt x="659897" y="105404"/>
                </a:lnTo>
                <a:lnTo>
                  <a:pt x="661143" y="105157"/>
                </a:lnTo>
                <a:lnTo>
                  <a:pt x="662310" y="104866"/>
                </a:lnTo>
                <a:lnTo>
                  <a:pt x="663400" y="104529"/>
                </a:lnTo>
                <a:lnTo>
                  <a:pt x="664411" y="104148"/>
                </a:lnTo>
                <a:lnTo>
                  <a:pt x="665343" y="103722"/>
                </a:lnTo>
                <a:lnTo>
                  <a:pt x="666198" y="103251"/>
                </a:lnTo>
                <a:lnTo>
                  <a:pt x="666974" y="102736"/>
                </a:lnTo>
                <a:lnTo>
                  <a:pt x="667680" y="102186"/>
                </a:lnTo>
                <a:lnTo>
                  <a:pt x="668325" y="101615"/>
                </a:lnTo>
                <a:lnTo>
                  <a:pt x="668909" y="101021"/>
                </a:lnTo>
                <a:lnTo>
                  <a:pt x="669431" y="100406"/>
                </a:lnTo>
                <a:lnTo>
                  <a:pt x="669892" y="99768"/>
                </a:lnTo>
                <a:lnTo>
                  <a:pt x="670291" y="99108"/>
                </a:lnTo>
                <a:lnTo>
                  <a:pt x="670629" y="98425"/>
                </a:lnTo>
                <a:lnTo>
                  <a:pt x="670905" y="97721"/>
                </a:lnTo>
                <a:lnTo>
                  <a:pt x="671120" y="96994"/>
                </a:lnTo>
                <a:lnTo>
                  <a:pt x="671274" y="96246"/>
                </a:lnTo>
                <a:lnTo>
                  <a:pt x="671366" y="95475"/>
                </a:lnTo>
                <a:lnTo>
                  <a:pt x="671397" y="94682"/>
                </a:lnTo>
                <a:lnTo>
                  <a:pt x="671382" y="94156"/>
                </a:lnTo>
                <a:lnTo>
                  <a:pt x="671339" y="93643"/>
                </a:lnTo>
                <a:lnTo>
                  <a:pt x="671267" y="93143"/>
                </a:lnTo>
                <a:lnTo>
                  <a:pt x="671167" y="92655"/>
                </a:lnTo>
                <a:lnTo>
                  <a:pt x="671037" y="92181"/>
                </a:lnTo>
                <a:lnTo>
                  <a:pt x="670879" y="91719"/>
                </a:lnTo>
                <a:lnTo>
                  <a:pt x="670693" y="91270"/>
                </a:lnTo>
                <a:lnTo>
                  <a:pt x="670477" y="90833"/>
                </a:lnTo>
                <a:lnTo>
                  <a:pt x="670233" y="90410"/>
                </a:lnTo>
                <a:lnTo>
                  <a:pt x="669960" y="89999"/>
                </a:lnTo>
                <a:lnTo>
                  <a:pt x="669658" y="89601"/>
                </a:lnTo>
                <a:lnTo>
                  <a:pt x="669328" y="89216"/>
                </a:lnTo>
                <a:lnTo>
                  <a:pt x="668941" y="88831"/>
                </a:lnTo>
                <a:lnTo>
                  <a:pt x="668468" y="88430"/>
                </a:lnTo>
                <a:lnTo>
                  <a:pt x="667910" y="88015"/>
                </a:lnTo>
                <a:lnTo>
                  <a:pt x="667267" y="87585"/>
                </a:lnTo>
                <a:lnTo>
                  <a:pt x="666539" y="87140"/>
                </a:lnTo>
                <a:lnTo>
                  <a:pt x="665726" y="86680"/>
                </a:lnTo>
                <a:lnTo>
                  <a:pt x="664827" y="86205"/>
                </a:lnTo>
                <a:lnTo>
                  <a:pt x="663844" y="85716"/>
                </a:lnTo>
                <a:lnTo>
                  <a:pt x="662775" y="85212"/>
                </a:lnTo>
                <a:lnTo>
                  <a:pt x="661620" y="84693"/>
                </a:lnTo>
                <a:lnTo>
                  <a:pt x="660381" y="84159"/>
                </a:lnTo>
                <a:lnTo>
                  <a:pt x="659057" y="83610"/>
                </a:lnTo>
                <a:lnTo>
                  <a:pt x="654491" y="81766"/>
                </a:lnTo>
                <a:lnTo>
                  <a:pt x="645290" y="78145"/>
                </a:lnTo>
                <a:lnTo>
                  <a:pt x="642893" y="77193"/>
                </a:lnTo>
                <a:lnTo>
                  <a:pt x="640650" y="76252"/>
                </a:lnTo>
                <a:lnTo>
                  <a:pt x="638558" y="75323"/>
                </a:lnTo>
                <a:lnTo>
                  <a:pt x="636619" y="74406"/>
                </a:lnTo>
                <a:lnTo>
                  <a:pt x="634833" y="73500"/>
                </a:lnTo>
                <a:lnTo>
                  <a:pt x="633200" y="72606"/>
                </a:lnTo>
                <a:lnTo>
                  <a:pt x="631718" y="71724"/>
                </a:lnTo>
                <a:lnTo>
                  <a:pt x="630390" y="70854"/>
                </a:lnTo>
                <a:lnTo>
                  <a:pt x="629214" y="69995"/>
                </a:lnTo>
                <a:lnTo>
                  <a:pt x="628191" y="69147"/>
                </a:lnTo>
                <a:lnTo>
                  <a:pt x="627320" y="68311"/>
                </a:lnTo>
                <a:lnTo>
                  <a:pt x="626602" y="67487"/>
                </a:lnTo>
                <a:lnTo>
                  <a:pt x="625975" y="66666"/>
                </a:lnTo>
                <a:lnTo>
                  <a:pt x="625403" y="65815"/>
                </a:lnTo>
                <a:lnTo>
                  <a:pt x="624885" y="64934"/>
                </a:lnTo>
                <a:lnTo>
                  <a:pt x="624422" y="64024"/>
                </a:lnTo>
                <a:lnTo>
                  <a:pt x="624013" y="63083"/>
                </a:lnTo>
                <a:lnTo>
                  <a:pt x="623659" y="62114"/>
                </a:lnTo>
                <a:lnTo>
                  <a:pt x="623360" y="61114"/>
                </a:lnTo>
                <a:lnTo>
                  <a:pt x="623114" y="60085"/>
                </a:lnTo>
                <a:lnTo>
                  <a:pt x="622924" y="59027"/>
                </a:lnTo>
                <a:lnTo>
                  <a:pt x="622787" y="57938"/>
                </a:lnTo>
                <a:lnTo>
                  <a:pt x="622706" y="56820"/>
                </a:lnTo>
                <a:lnTo>
                  <a:pt x="622678" y="55673"/>
                </a:lnTo>
                <a:lnTo>
                  <a:pt x="622731" y="54060"/>
                </a:lnTo>
                <a:lnTo>
                  <a:pt x="622889" y="52496"/>
                </a:lnTo>
                <a:lnTo>
                  <a:pt x="623153" y="50980"/>
                </a:lnTo>
                <a:lnTo>
                  <a:pt x="623523" y="49513"/>
                </a:lnTo>
                <a:lnTo>
                  <a:pt x="623997" y="48094"/>
                </a:lnTo>
                <a:lnTo>
                  <a:pt x="624578" y="46724"/>
                </a:lnTo>
                <a:lnTo>
                  <a:pt x="625263" y="45402"/>
                </a:lnTo>
                <a:lnTo>
                  <a:pt x="626055" y="44128"/>
                </a:lnTo>
                <a:lnTo>
                  <a:pt x="626952" y="42903"/>
                </a:lnTo>
                <a:lnTo>
                  <a:pt x="627954" y="41727"/>
                </a:lnTo>
                <a:lnTo>
                  <a:pt x="629062" y="40598"/>
                </a:lnTo>
                <a:lnTo>
                  <a:pt x="630275" y="39519"/>
                </a:lnTo>
                <a:lnTo>
                  <a:pt x="631607" y="38507"/>
                </a:lnTo>
                <a:lnTo>
                  <a:pt x="633070" y="37583"/>
                </a:lnTo>
                <a:lnTo>
                  <a:pt x="634664" y="36748"/>
                </a:lnTo>
                <a:lnTo>
                  <a:pt x="636390" y="36000"/>
                </a:lnTo>
                <a:lnTo>
                  <a:pt x="638246" y="35340"/>
                </a:lnTo>
                <a:lnTo>
                  <a:pt x="640234" y="34769"/>
                </a:lnTo>
                <a:lnTo>
                  <a:pt x="642354" y="34285"/>
                </a:lnTo>
                <a:lnTo>
                  <a:pt x="644604" y="33889"/>
                </a:lnTo>
                <a:lnTo>
                  <a:pt x="646986" y="33581"/>
                </a:lnTo>
                <a:lnTo>
                  <a:pt x="649499" y="33361"/>
                </a:lnTo>
                <a:lnTo>
                  <a:pt x="652144" y="33229"/>
                </a:lnTo>
                <a:lnTo>
                  <a:pt x="654919" y="33185"/>
                </a:lnTo>
                <a:lnTo>
                  <a:pt x="657038" y="33211"/>
                </a:lnTo>
                <a:lnTo>
                  <a:pt x="659138" y="33288"/>
                </a:lnTo>
                <a:lnTo>
                  <a:pt x="661219" y="33417"/>
                </a:lnTo>
                <a:lnTo>
                  <a:pt x="663281" y="33597"/>
                </a:lnTo>
                <a:lnTo>
                  <a:pt x="665324" y="33828"/>
                </a:lnTo>
                <a:lnTo>
                  <a:pt x="667349" y="34111"/>
                </a:lnTo>
                <a:lnTo>
                  <a:pt x="669354" y="34445"/>
                </a:lnTo>
                <a:lnTo>
                  <a:pt x="671341" y="34831"/>
                </a:lnTo>
                <a:lnTo>
                  <a:pt x="673309" y="35268"/>
                </a:lnTo>
                <a:lnTo>
                  <a:pt x="675258" y="35757"/>
                </a:lnTo>
                <a:lnTo>
                  <a:pt x="677189" y="36297"/>
                </a:lnTo>
                <a:lnTo>
                  <a:pt x="679100" y="36888"/>
                </a:lnTo>
                <a:lnTo>
                  <a:pt x="679100" y="48994"/>
                </a:lnTo>
                <a:lnTo>
                  <a:pt x="676924" y="48244"/>
                </a:lnTo>
                <a:lnTo>
                  <a:pt x="674769" y="47558"/>
                </a:lnTo>
                <a:lnTo>
                  <a:pt x="672636" y="46938"/>
                </a:lnTo>
                <a:lnTo>
                  <a:pt x="670525" y="46383"/>
                </a:lnTo>
                <a:lnTo>
                  <a:pt x="668435" y="45894"/>
                </a:lnTo>
                <a:lnTo>
                  <a:pt x="666368" y="45469"/>
                </a:lnTo>
                <a:lnTo>
                  <a:pt x="664322" y="45110"/>
                </a:lnTo>
                <a:lnTo>
                  <a:pt x="662298" y="44817"/>
                </a:lnTo>
                <a:lnTo>
                  <a:pt x="660296" y="44588"/>
                </a:lnTo>
                <a:lnTo>
                  <a:pt x="658315" y="44425"/>
                </a:lnTo>
                <a:lnTo>
                  <a:pt x="656357" y="44327"/>
                </a:lnTo>
                <a:lnTo>
                  <a:pt x="654420" y="44294"/>
                </a:lnTo>
                <a:lnTo>
                  <a:pt x="653043" y="44315"/>
                </a:lnTo>
                <a:lnTo>
                  <a:pt x="651716" y="44376"/>
                </a:lnTo>
                <a:lnTo>
                  <a:pt x="650441" y="44479"/>
                </a:lnTo>
                <a:lnTo>
                  <a:pt x="649217" y="44622"/>
                </a:lnTo>
                <a:lnTo>
                  <a:pt x="648044" y="44806"/>
                </a:lnTo>
                <a:lnTo>
                  <a:pt x="646922" y="45031"/>
                </a:lnTo>
                <a:lnTo>
                  <a:pt x="645850" y="45297"/>
                </a:lnTo>
                <a:lnTo>
                  <a:pt x="644830" y="45604"/>
                </a:lnTo>
                <a:lnTo>
                  <a:pt x="643861" y="45952"/>
                </a:lnTo>
                <a:lnTo>
                  <a:pt x="642943" y="46340"/>
                </a:lnTo>
                <a:lnTo>
                  <a:pt x="642076" y="46770"/>
                </a:lnTo>
                <a:lnTo>
                  <a:pt x="641260" y="47241"/>
                </a:lnTo>
                <a:lnTo>
                  <a:pt x="640502" y="47742"/>
                </a:lnTo>
                <a:lnTo>
                  <a:pt x="639810" y="48263"/>
                </a:lnTo>
                <a:lnTo>
                  <a:pt x="639185" y="48804"/>
                </a:lnTo>
                <a:lnTo>
                  <a:pt x="638625" y="49365"/>
                </a:lnTo>
                <a:lnTo>
                  <a:pt x="638130" y="49947"/>
                </a:lnTo>
                <a:lnTo>
                  <a:pt x="637702" y="50549"/>
                </a:lnTo>
                <a:lnTo>
                  <a:pt x="637340" y="51171"/>
                </a:lnTo>
                <a:lnTo>
                  <a:pt x="637043" y="51813"/>
                </a:lnTo>
                <a:lnTo>
                  <a:pt x="636813" y="52476"/>
                </a:lnTo>
                <a:lnTo>
                  <a:pt x="636648" y="53158"/>
                </a:lnTo>
                <a:lnTo>
                  <a:pt x="636549" y="53861"/>
                </a:lnTo>
                <a:lnTo>
                  <a:pt x="636516" y="54585"/>
                </a:lnTo>
                <a:lnTo>
                  <a:pt x="636545" y="55282"/>
                </a:lnTo>
                <a:lnTo>
                  <a:pt x="636631" y="55956"/>
                </a:lnTo>
                <a:lnTo>
                  <a:pt x="636775" y="56607"/>
                </a:lnTo>
                <a:lnTo>
                  <a:pt x="636976" y="57234"/>
                </a:lnTo>
                <a:lnTo>
                  <a:pt x="637235" y="57837"/>
                </a:lnTo>
                <a:lnTo>
                  <a:pt x="637551" y="58416"/>
                </a:lnTo>
                <a:lnTo>
                  <a:pt x="637924" y="58972"/>
                </a:lnTo>
                <a:lnTo>
                  <a:pt x="638355" y="59504"/>
                </a:lnTo>
                <a:lnTo>
                  <a:pt x="638843" y="60013"/>
                </a:lnTo>
                <a:lnTo>
                  <a:pt x="639389" y="60498"/>
                </a:lnTo>
                <a:lnTo>
                  <a:pt x="639993" y="60959"/>
                </a:lnTo>
                <a:lnTo>
                  <a:pt x="640653" y="61397"/>
                </a:lnTo>
                <a:lnTo>
                  <a:pt x="641367" y="61828"/>
                </a:lnTo>
                <a:lnTo>
                  <a:pt x="642151" y="62270"/>
                </a:lnTo>
                <a:lnTo>
                  <a:pt x="643007" y="62723"/>
                </a:lnTo>
                <a:lnTo>
                  <a:pt x="643935" y="63187"/>
                </a:lnTo>
                <a:lnTo>
                  <a:pt x="644933" y="63661"/>
                </a:lnTo>
                <a:lnTo>
                  <a:pt x="646003" y="64147"/>
                </a:lnTo>
                <a:lnTo>
                  <a:pt x="647144" y="64643"/>
                </a:lnTo>
                <a:lnTo>
                  <a:pt x="648357" y="65150"/>
                </a:lnTo>
                <a:lnTo>
                  <a:pt x="649641" y="65668"/>
                </a:lnTo>
                <a:lnTo>
                  <a:pt x="650996" y="66197"/>
                </a:lnTo>
                <a:lnTo>
                  <a:pt x="652423" y="66737"/>
                </a:lnTo>
                <a:lnTo>
                  <a:pt x="653921" y="67287"/>
                </a:lnTo>
                <a:lnTo>
                  <a:pt x="662908" y="70552"/>
                </a:lnTo>
                <a:lnTo>
                  <a:pt x="664914" y="71302"/>
                </a:lnTo>
                <a:lnTo>
                  <a:pt x="666818" y="72064"/>
                </a:lnTo>
                <a:lnTo>
                  <a:pt x="668619" y="72837"/>
                </a:lnTo>
                <a:lnTo>
                  <a:pt x="670319" y="73621"/>
                </a:lnTo>
                <a:lnTo>
                  <a:pt x="671916" y="74415"/>
                </a:lnTo>
                <a:lnTo>
                  <a:pt x="673412" y="75221"/>
                </a:lnTo>
                <a:lnTo>
                  <a:pt x="674805" y="76038"/>
                </a:lnTo>
                <a:lnTo>
                  <a:pt x="676096" y="76866"/>
                </a:lnTo>
                <a:lnTo>
                  <a:pt x="677286" y="77705"/>
                </a:lnTo>
                <a:lnTo>
                  <a:pt x="678373" y="78555"/>
                </a:lnTo>
                <a:lnTo>
                  <a:pt x="679358" y="79416"/>
                </a:lnTo>
                <a:lnTo>
                  <a:pt x="680241" y="80288"/>
                </a:lnTo>
                <a:lnTo>
                  <a:pt x="681039" y="81184"/>
                </a:lnTo>
                <a:lnTo>
                  <a:pt x="681767" y="82116"/>
                </a:lnTo>
                <a:lnTo>
                  <a:pt x="682426" y="83085"/>
                </a:lnTo>
                <a:lnTo>
                  <a:pt x="683015" y="84091"/>
                </a:lnTo>
                <a:lnTo>
                  <a:pt x="683535" y="85133"/>
                </a:lnTo>
                <a:lnTo>
                  <a:pt x="683986" y="86211"/>
                </a:lnTo>
                <a:lnTo>
                  <a:pt x="684368" y="87327"/>
                </a:lnTo>
                <a:lnTo>
                  <a:pt x="684680" y="88478"/>
                </a:lnTo>
                <a:lnTo>
                  <a:pt x="684922" y="89667"/>
                </a:lnTo>
                <a:lnTo>
                  <a:pt x="685096" y="90892"/>
                </a:lnTo>
                <a:lnTo>
                  <a:pt x="685200" y="92153"/>
                </a:lnTo>
                <a:lnTo>
                  <a:pt x="685234" y="93451"/>
                </a:lnTo>
                <a:lnTo>
                  <a:pt x="685179" y="95145"/>
                </a:lnTo>
                <a:lnTo>
                  <a:pt x="685014" y="96788"/>
                </a:lnTo>
                <a:lnTo>
                  <a:pt x="684737" y="98381"/>
                </a:lnTo>
                <a:lnTo>
                  <a:pt x="684351" y="99922"/>
                </a:lnTo>
                <a:lnTo>
                  <a:pt x="683854" y="101413"/>
                </a:lnTo>
                <a:lnTo>
                  <a:pt x="683246" y="102852"/>
                </a:lnTo>
                <a:lnTo>
                  <a:pt x="682528" y="104241"/>
                </a:lnTo>
                <a:lnTo>
                  <a:pt x="681700" y="105579"/>
                </a:lnTo>
                <a:lnTo>
                  <a:pt x="680761" y="106866"/>
                </a:lnTo>
                <a:lnTo>
                  <a:pt x="679711" y="108102"/>
                </a:lnTo>
                <a:lnTo>
                  <a:pt x="678552" y="109288"/>
                </a:lnTo>
                <a:lnTo>
                  <a:pt x="677281" y="110422"/>
                </a:lnTo>
                <a:lnTo>
                  <a:pt x="675890" y="111485"/>
                </a:lnTo>
                <a:lnTo>
                  <a:pt x="674366" y="112455"/>
                </a:lnTo>
                <a:lnTo>
                  <a:pt x="672709" y="113332"/>
                </a:lnTo>
                <a:lnTo>
                  <a:pt x="670921" y="114117"/>
                </a:lnTo>
                <a:lnTo>
                  <a:pt x="669000" y="114810"/>
                </a:lnTo>
                <a:lnTo>
                  <a:pt x="666947" y="115411"/>
                </a:lnTo>
                <a:lnTo>
                  <a:pt x="664762" y="115919"/>
                </a:lnTo>
                <a:lnTo>
                  <a:pt x="662445" y="116335"/>
                </a:lnTo>
                <a:lnTo>
                  <a:pt x="659995" y="116658"/>
                </a:lnTo>
                <a:lnTo>
                  <a:pt x="657413" y="116889"/>
                </a:lnTo>
                <a:lnTo>
                  <a:pt x="654699" y="117028"/>
                </a:lnTo>
                <a:lnTo>
                  <a:pt x="651852" y="117074"/>
                </a:lnTo>
                <a:lnTo>
                  <a:pt x="649302" y="117029"/>
                </a:lnTo>
                <a:lnTo>
                  <a:pt x="646740" y="116895"/>
                </a:lnTo>
                <a:lnTo>
                  <a:pt x="644166" y="116671"/>
                </a:lnTo>
                <a:lnTo>
                  <a:pt x="641581" y="116357"/>
                </a:lnTo>
                <a:lnTo>
                  <a:pt x="638983" y="115954"/>
                </a:lnTo>
                <a:lnTo>
                  <a:pt x="636374" y="115461"/>
                </a:lnTo>
                <a:lnTo>
                  <a:pt x="633752" y="114879"/>
                </a:lnTo>
                <a:lnTo>
                  <a:pt x="631119" y="114207"/>
                </a:lnTo>
                <a:lnTo>
                  <a:pt x="628474" y="113445"/>
                </a:lnTo>
                <a:lnTo>
                  <a:pt x="625817" y="112594"/>
                </a:lnTo>
                <a:lnTo>
                  <a:pt x="623148" y="111653"/>
                </a:lnTo>
                <a:lnTo>
                  <a:pt x="620467" y="110622"/>
                </a:lnTo>
                <a:close/>
                <a:moveTo>
                  <a:pt x="759546" y="96912"/>
                </a:moveTo>
                <a:lnTo>
                  <a:pt x="758518" y="98546"/>
                </a:lnTo>
                <a:lnTo>
                  <a:pt x="757456" y="100111"/>
                </a:lnTo>
                <a:lnTo>
                  <a:pt x="756360" y="101608"/>
                </a:lnTo>
                <a:lnTo>
                  <a:pt x="755230" y="103037"/>
                </a:lnTo>
                <a:lnTo>
                  <a:pt x="754066" y="104397"/>
                </a:lnTo>
                <a:lnTo>
                  <a:pt x="752867" y="105688"/>
                </a:lnTo>
                <a:lnTo>
                  <a:pt x="751635" y="106911"/>
                </a:lnTo>
                <a:lnTo>
                  <a:pt x="750368" y="108065"/>
                </a:lnTo>
                <a:lnTo>
                  <a:pt x="749067" y="109151"/>
                </a:lnTo>
                <a:lnTo>
                  <a:pt x="747732" y="110169"/>
                </a:lnTo>
                <a:lnTo>
                  <a:pt x="746362" y="111117"/>
                </a:lnTo>
                <a:lnTo>
                  <a:pt x="744959" y="111998"/>
                </a:lnTo>
                <a:lnTo>
                  <a:pt x="743548" y="112808"/>
                </a:lnTo>
                <a:lnTo>
                  <a:pt x="742156" y="113549"/>
                </a:lnTo>
                <a:lnTo>
                  <a:pt x="740784" y="114218"/>
                </a:lnTo>
                <a:lnTo>
                  <a:pt x="739431" y="114818"/>
                </a:lnTo>
                <a:lnTo>
                  <a:pt x="738097" y="115347"/>
                </a:lnTo>
                <a:lnTo>
                  <a:pt x="736783" y="115805"/>
                </a:lnTo>
                <a:lnTo>
                  <a:pt x="735488" y="116193"/>
                </a:lnTo>
                <a:lnTo>
                  <a:pt x="734212" y="116510"/>
                </a:lnTo>
                <a:lnTo>
                  <a:pt x="732955" y="116757"/>
                </a:lnTo>
                <a:lnTo>
                  <a:pt x="731718" y="116933"/>
                </a:lnTo>
                <a:lnTo>
                  <a:pt x="730500" y="117039"/>
                </a:lnTo>
                <a:lnTo>
                  <a:pt x="729302" y="117074"/>
                </a:lnTo>
                <a:lnTo>
                  <a:pt x="727652" y="117014"/>
                </a:lnTo>
                <a:lnTo>
                  <a:pt x="726030" y="116834"/>
                </a:lnTo>
                <a:lnTo>
                  <a:pt x="724436" y="116535"/>
                </a:lnTo>
                <a:lnTo>
                  <a:pt x="722870" y="116116"/>
                </a:lnTo>
                <a:lnTo>
                  <a:pt x="721333" y="115578"/>
                </a:lnTo>
                <a:lnTo>
                  <a:pt x="719824" y="114920"/>
                </a:lnTo>
                <a:lnTo>
                  <a:pt x="718343" y="114142"/>
                </a:lnTo>
                <a:lnTo>
                  <a:pt x="716891" y="113244"/>
                </a:lnTo>
                <a:lnTo>
                  <a:pt x="715466" y="112227"/>
                </a:lnTo>
                <a:lnTo>
                  <a:pt x="714070" y="111090"/>
                </a:lnTo>
                <a:lnTo>
                  <a:pt x="712702" y="109833"/>
                </a:lnTo>
                <a:lnTo>
                  <a:pt x="711363" y="108457"/>
                </a:lnTo>
                <a:lnTo>
                  <a:pt x="710092" y="106959"/>
                </a:lnTo>
                <a:lnTo>
                  <a:pt x="708932" y="105338"/>
                </a:lnTo>
                <a:lnTo>
                  <a:pt x="707883" y="103592"/>
                </a:lnTo>
                <a:lnTo>
                  <a:pt x="706944" y="101723"/>
                </a:lnTo>
                <a:lnTo>
                  <a:pt x="706116" y="99731"/>
                </a:lnTo>
                <a:lnTo>
                  <a:pt x="705398" y="97615"/>
                </a:lnTo>
                <a:lnTo>
                  <a:pt x="704790" y="95375"/>
                </a:lnTo>
                <a:lnTo>
                  <a:pt x="704293" y="93012"/>
                </a:lnTo>
                <a:lnTo>
                  <a:pt x="703906" y="90525"/>
                </a:lnTo>
                <a:lnTo>
                  <a:pt x="703630" y="87914"/>
                </a:lnTo>
                <a:lnTo>
                  <a:pt x="703465" y="85180"/>
                </a:lnTo>
                <a:lnTo>
                  <a:pt x="703409" y="82322"/>
                </a:lnTo>
                <a:lnTo>
                  <a:pt x="703446" y="80040"/>
                </a:lnTo>
                <a:lnTo>
                  <a:pt x="703556" y="77799"/>
                </a:lnTo>
                <a:lnTo>
                  <a:pt x="703739" y="75599"/>
                </a:lnTo>
                <a:lnTo>
                  <a:pt x="703996" y="73440"/>
                </a:lnTo>
                <a:lnTo>
                  <a:pt x="704326" y="71322"/>
                </a:lnTo>
                <a:lnTo>
                  <a:pt x="704729" y="69246"/>
                </a:lnTo>
                <a:lnTo>
                  <a:pt x="705205" y="67210"/>
                </a:lnTo>
                <a:lnTo>
                  <a:pt x="705755" y="65215"/>
                </a:lnTo>
                <a:lnTo>
                  <a:pt x="706378" y="63261"/>
                </a:lnTo>
                <a:lnTo>
                  <a:pt x="707075" y="61349"/>
                </a:lnTo>
                <a:lnTo>
                  <a:pt x="707845" y="59477"/>
                </a:lnTo>
                <a:lnTo>
                  <a:pt x="708688" y="57647"/>
                </a:lnTo>
                <a:lnTo>
                  <a:pt x="709592" y="55868"/>
                </a:lnTo>
                <a:lnTo>
                  <a:pt x="710546" y="54153"/>
                </a:lnTo>
                <a:lnTo>
                  <a:pt x="711550" y="52502"/>
                </a:lnTo>
                <a:lnTo>
                  <a:pt x="712603" y="50913"/>
                </a:lnTo>
                <a:lnTo>
                  <a:pt x="713706" y="49388"/>
                </a:lnTo>
                <a:lnTo>
                  <a:pt x="714858" y="47926"/>
                </a:lnTo>
                <a:lnTo>
                  <a:pt x="716059" y="46528"/>
                </a:lnTo>
                <a:lnTo>
                  <a:pt x="717311" y="45192"/>
                </a:lnTo>
                <a:lnTo>
                  <a:pt x="718611" y="43920"/>
                </a:lnTo>
                <a:lnTo>
                  <a:pt x="719962" y="42712"/>
                </a:lnTo>
                <a:lnTo>
                  <a:pt x="721362" y="41567"/>
                </a:lnTo>
                <a:lnTo>
                  <a:pt x="722811" y="40484"/>
                </a:lnTo>
                <a:lnTo>
                  <a:pt x="724314" y="39478"/>
                </a:lnTo>
                <a:lnTo>
                  <a:pt x="725876" y="38559"/>
                </a:lnTo>
                <a:lnTo>
                  <a:pt x="727496" y="37727"/>
                </a:lnTo>
                <a:lnTo>
                  <a:pt x="729175" y="36983"/>
                </a:lnTo>
                <a:lnTo>
                  <a:pt x="730912" y="36327"/>
                </a:lnTo>
                <a:lnTo>
                  <a:pt x="732708" y="35758"/>
                </a:lnTo>
                <a:lnTo>
                  <a:pt x="734562" y="35276"/>
                </a:lnTo>
                <a:lnTo>
                  <a:pt x="736474" y="34882"/>
                </a:lnTo>
                <a:lnTo>
                  <a:pt x="738445" y="34576"/>
                </a:lnTo>
                <a:lnTo>
                  <a:pt x="740475" y="34357"/>
                </a:lnTo>
                <a:lnTo>
                  <a:pt x="742563" y="34226"/>
                </a:lnTo>
                <a:lnTo>
                  <a:pt x="744709" y="34182"/>
                </a:lnTo>
                <a:lnTo>
                  <a:pt x="745366" y="34188"/>
                </a:lnTo>
                <a:lnTo>
                  <a:pt x="746076" y="34204"/>
                </a:lnTo>
                <a:lnTo>
                  <a:pt x="746840" y="34231"/>
                </a:lnTo>
                <a:lnTo>
                  <a:pt x="747657" y="34269"/>
                </a:lnTo>
                <a:lnTo>
                  <a:pt x="748528" y="34318"/>
                </a:lnTo>
                <a:lnTo>
                  <a:pt x="749453" y="34378"/>
                </a:lnTo>
                <a:lnTo>
                  <a:pt x="750430" y="34449"/>
                </a:lnTo>
                <a:lnTo>
                  <a:pt x="751462" y="34530"/>
                </a:lnTo>
                <a:lnTo>
                  <a:pt x="752546" y="34623"/>
                </a:lnTo>
                <a:lnTo>
                  <a:pt x="753685" y="34726"/>
                </a:lnTo>
                <a:lnTo>
                  <a:pt x="754877" y="34840"/>
                </a:lnTo>
                <a:lnTo>
                  <a:pt x="756122" y="34965"/>
                </a:lnTo>
                <a:lnTo>
                  <a:pt x="756320" y="34990"/>
                </a:lnTo>
                <a:lnTo>
                  <a:pt x="756534" y="35015"/>
                </a:lnTo>
                <a:lnTo>
                  <a:pt x="756764" y="35041"/>
                </a:lnTo>
                <a:lnTo>
                  <a:pt x="757009" y="35068"/>
                </a:lnTo>
                <a:lnTo>
                  <a:pt x="757271" y="35097"/>
                </a:lnTo>
                <a:lnTo>
                  <a:pt x="757548" y="35126"/>
                </a:lnTo>
                <a:lnTo>
                  <a:pt x="757842" y="35156"/>
                </a:lnTo>
                <a:lnTo>
                  <a:pt x="758151" y="35187"/>
                </a:lnTo>
                <a:lnTo>
                  <a:pt x="758476" y="35219"/>
                </a:lnTo>
                <a:lnTo>
                  <a:pt x="758816" y="35252"/>
                </a:lnTo>
                <a:lnTo>
                  <a:pt x="759173" y="35286"/>
                </a:lnTo>
                <a:lnTo>
                  <a:pt x="759546" y="35322"/>
                </a:lnTo>
                <a:lnTo>
                  <a:pt x="772884" y="35322"/>
                </a:lnTo>
                <a:lnTo>
                  <a:pt x="772884" y="91508"/>
                </a:lnTo>
                <a:lnTo>
                  <a:pt x="772905" y="93876"/>
                </a:lnTo>
                <a:lnTo>
                  <a:pt x="772967" y="96167"/>
                </a:lnTo>
                <a:lnTo>
                  <a:pt x="773071" y="98384"/>
                </a:lnTo>
                <a:lnTo>
                  <a:pt x="773217" y="100525"/>
                </a:lnTo>
                <a:lnTo>
                  <a:pt x="773404" y="102590"/>
                </a:lnTo>
                <a:lnTo>
                  <a:pt x="773633" y="104580"/>
                </a:lnTo>
                <a:lnTo>
                  <a:pt x="773904" y="106495"/>
                </a:lnTo>
                <a:lnTo>
                  <a:pt x="774216" y="108334"/>
                </a:lnTo>
                <a:lnTo>
                  <a:pt x="774569" y="110098"/>
                </a:lnTo>
                <a:lnTo>
                  <a:pt x="774965" y="111787"/>
                </a:lnTo>
                <a:lnTo>
                  <a:pt x="775402" y="113400"/>
                </a:lnTo>
                <a:lnTo>
                  <a:pt x="775880" y="114937"/>
                </a:lnTo>
                <a:lnTo>
                  <a:pt x="762042" y="114937"/>
                </a:lnTo>
                <a:lnTo>
                  <a:pt x="761785" y="113803"/>
                </a:lnTo>
                <a:lnTo>
                  <a:pt x="761537" y="112601"/>
                </a:lnTo>
                <a:lnTo>
                  <a:pt x="761298" y="111333"/>
                </a:lnTo>
                <a:lnTo>
                  <a:pt x="761067" y="109998"/>
                </a:lnTo>
                <a:lnTo>
                  <a:pt x="760846" y="108596"/>
                </a:lnTo>
                <a:lnTo>
                  <a:pt x="760633" y="107127"/>
                </a:lnTo>
                <a:lnTo>
                  <a:pt x="760430" y="105592"/>
                </a:lnTo>
                <a:lnTo>
                  <a:pt x="760235" y="103989"/>
                </a:lnTo>
                <a:lnTo>
                  <a:pt x="760049" y="102320"/>
                </a:lnTo>
                <a:lnTo>
                  <a:pt x="759873" y="100584"/>
                </a:lnTo>
                <a:lnTo>
                  <a:pt x="759705" y="98781"/>
                </a:lnTo>
                <a:lnTo>
                  <a:pt x="759546" y="96912"/>
                </a:lnTo>
                <a:moveTo>
                  <a:pt x="759546" y="81254"/>
                </a:moveTo>
                <a:lnTo>
                  <a:pt x="759546" y="47143"/>
                </a:lnTo>
                <a:lnTo>
                  <a:pt x="758376" y="46847"/>
                </a:lnTo>
                <a:lnTo>
                  <a:pt x="757220" y="46577"/>
                </a:lnTo>
                <a:lnTo>
                  <a:pt x="756077" y="46333"/>
                </a:lnTo>
                <a:lnTo>
                  <a:pt x="754949" y="46114"/>
                </a:lnTo>
                <a:lnTo>
                  <a:pt x="753834" y="45921"/>
                </a:lnTo>
                <a:lnTo>
                  <a:pt x="752734" y="45754"/>
                </a:lnTo>
                <a:lnTo>
                  <a:pt x="751647" y="45613"/>
                </a:lnTo>
                <a:lnTo>
                  <a:pt x="750574" y="45497"/>
                </a:lnTo>
                <a:lnTo>
                  <a:pt x="749515" y="45407"/>
                </a:lnTo>
                <a:lnTo>
                  <a:pt x="748470" y="45343"/>
                </a:lnTo>
                <a:lnTo>
                  <a:pt x="747438" y="45304"/>
                </a:lnTo>
                <a:lnTo>
                  <a:pt x="746421" y="45291"/>
                </a:lnTo>
                <a:lnTo>
                  <a:pt x="744405" y="45357"/>
                </a:lnTo>
                <a:lnTo>
                  <a:pt x="742445" y="45554"/>
                </a:lnTo>
                <a:lnTo>
                  <a:pt x="740543" y="45883"/>
                </a:lnTo>
                <a:lnTo>
                  <a:pt x="738698" y="46344"/>
                </a:lnTo>
                <a:lnTo>
                  <a:pt x="736909" y="46936"/>
                </a:lnTo>
                <a:lnTo>
                  <a:pt x="735178" y="47659"/>
                </a:lnTo>
                <a:lnTo>
                  <a:pt x="733503" y="48514"/>
                </a:lnTo>
                <a:lnTo>
                  <a:pt x="731886" y="49501"/>
                </a:lnTo>
                <a:lnTo>
                  <a:pt x="730325" y="50619"/>
                </a:lnTo>
                <a:lnTo>
                  <a:pt x="728821" y="51869"/>
                </a:lnTo>
                <a:lnTo>
                  <a:pt x="727375" y="53250"/>
                </a:lnTo>
                <a:lnTo>
                  <a:pt x="725985" y="54763"/>
                </a:lnTo>
                <a:lnTo>
                  <a:pt x="724681" y="56389"/>
                </a:lnTo>
                <a:lnTo>
                  <a:pt x="723490" y="58110"/>
                </a:lnTo>
                <a:lnTo>
                  <a:pt x="722412" y="59926"/>
                </a:lnTo>
                <a:lnTo>
                  <a:pt x="721448" y="61836"/>
                </a:lnTo>
                <a:lnTo>
                  <a:pt x="720597" y="63842"/>
                </a:lnTo>
                <a:lnTo>
                  <a:pt x="719860" y="65943"/>
                </a:lnTo>
                <a:lnTo>
                  <a:pt x="719236" y="68139"/>
                </a:lnTo>
                <a:lnTo>
                  <a:pt x="718725" y="70429"/>
                </a:lnTo>
                <a:lnTo>
                  <a:pt x="718328" y="72815"/>
                </a:lnTo>
                <a:lnTo>
                  <a:pt x="718045" y="75296"/>
                </a:lnTo>
                <a:lnTo>
                  <a:pt x="717875" y="77871"/>
                </a:lnTo>
                <a:lnTo>
                  <a:pt x="717818" y="80542"/>
                </a:lnTo>
                <a:lnTo>
                  <a:pt x="717849" y="82472"/>
                </a:lnTo>
                <a:lnTo>
                  <a:pt x="717942" y="84321"/>
                </a:lnTo>
                <a:lnTo>
                  <a:pt x="718096" y="86090"/>
                </a:lnTo>
                <a:lnTo>
                  <a:pt x="718313" y="87778"/>
                </a:lnTo>
                <a:lnTo>
                  <a:pt x="718592" y="89385"/>
                </a:lnTo>
                <a:lnTo>
                  <a:pt x="718932" y="90912"/>
                </a:lnTo>
                <a:lnTo>
                  <a:pt x="719335" y="92358"/>
                </a:lnTo>
                <a:lnTo>
                  <a:pt x="719799" y="93724"/>
                </a:lnTo>
                <a:lnTo>
                  <a:pt x="720326" y="95009"/>
                </a:lnTo>
                <a:lnTo>
                  <a:pt x="720914" y="96213"/>
                </a:lnTo>
                <a:lnTo>
                  <a:pt x="721564" y="97337"/>
                </a:lnTo>
                <a:lnTo>
                  <a:pt x="722276" y="98380"/>
                </a:lnTo>
                <a:lnTo>
                  <a:pt x="723028" y="99342"/>
                </a:lnTo>
                <a:lnTo>
                  <a:pt x="723797" y="100219"/>
                </a:lnTo>
                <a:lnTo>
                  <a:pt x="724583" y="101013"/>
                </a:lnTo>
                <a:lnTo>
                  <a:pt x="725387" y="101723"/>
                </a:lnTo>
                <a:lnTo>
                  <a:pt x="726208" y="102350"/>
                </a:lnTo>
                <a:lnTo>
                  <a:pt x="727046" y="102894"/>
                </a:lnTo>
                <a:lnTo>
                  <a:pt x="727902" y="103353"/>
                </a:lnTo>
                <a:lnTo>
                  <a:pt x="728775" y="103729"/>
                </a:lnTo>
                <a:lnTo>
                  <a:pt x="729665" y="104022"/>
                </a:lnTo>
                <a:lnTo>
                  <a:pt x="730573" y="104231"/>
                </a:lnTo>
                <a:lnTo>
                  <a:pt x="731498" y="104356"/>
                </a:lnTo>
                <a:lnTo>
                  <a:pt x="732440" y="104398"/>
                </a:lnTo>
                <a:lnTo>
                  <a:pt x="733484" y="104354"/>
                </a:lnTo>
                <a:lnTo>
                  <a:pt x="734545" y="104224"/>
                </a:lnTo>
                <a:lnTo>
                  <a:pt x="735623" y="104006"/>
                </a:lnTo>
                <a:lnTo>
                  <a:pt x="736720" y="103702"/>
                </a:lnTo>
                <a:lnTo>
                  <a:pt x="737835" y="103310"/>
                </a:lnTo>
                <a:lnTo>
                  <a:pt x="738967" y="102831"/>
                </a:lnTo>
                <a:lnTo>
                  <a:pt x="740117" y="102266"/>
                </a:lnTo>
                <a:lnTo>
                  <a:pt x="741285" y="101613"/>
                </a:lnTo>
                <a:lnTo>
                  <a:pt x="742471" y="100873"/>
                </a:lnTo>
                <a:lnTo>
                  <a:pt x="743675" y="100046"/>
                </a:lnTo>
                <a:lnTo>
                  <a:pt x="744896" y="99132"/>
                </a:lnTo>
                <a:lnTo>
                  <a:pt x="746136" y="98131"/>
                </a:lnTo>
                <a:lnTo>
                  <a:pt x="747373" y="97057"/>
                </a:lnTo>
                <a:lnTo>
                  <a:pt x="748589" y="95922"/>
                </a:lnTo>
                <a:lnTo>
                  <a:pt x="749782" y="94726"/>
                </a:lnTo>
                <a:lnTo>
                  <a:pt x="750954" y="93471"/>
                </a:lnTo>
                <a:lnTo>
                  <a:pt x="752105" y="92155"/>
                </a:lnTo>
                <a:lnTo>
                  <a:pt x="753233" y="90778"/>
                </a:lnTo>
                <a:lnTo>
                  <a:pt x="754340" y="89342"/>
                </a:lnTo>
                <a:lnTo>
                  <a:pt x="755424" y="87845"/>
                </a:lnTo>
                <a:lnTo>
                  <a:pt x="756487" y="86288"/>
                </a:lnTo>
                <a:lnTo>
                  <a:pt x="757529" y="84670"/>
                </a:lnTo>
                <a:lnTo>
                  <a:pt x="758548" y="82992"/>
                </a:lnTo>
                <a:lnTo>
                  <a:pt x="759546" y="81254"/>
                </a:lnTo>
                <a:close/>
                <a:moveTo>
                  <a:pt x="814027" y="145844"/>
                </a:moveTo>
                <a:lnTo>
                  <a:pt x="814027" y="137013"/>
                </a:lnTo>
                <a:lnTo>
                  <a:pt x="814866" y="136780"/>
                </a:lnTo>
                <a:lnTo>
                  <a:pt x="815670" y="136530"/>
                </a:lnTo>
                <a:lnTo>
                  <a:pt x="816441" y="136263"/>
                </a:lnTo>
                <a:lnTo>
                  <a:pt x="817177" y="135981"/>
                </a:lnTo>
                <a:lnTo>
                  <a:pt x="817879" y="135682"/>
                </a:lnTo>
                <a:lnTo>
                  <a:pt x="818547" y="135367"/>
                </a:lnTo>
                <a:lnTo>
                  <a:pt x="819181" y="135035"/>
                </a:lnTo>
                <a:lnTo>
                  <a:pt x="819781" y="134687"/>
                </a:lnTo>
                <a:lnTo>
                  <a:pt x="820346" y="134323"/>
                </a:lnTo>
                <a:lnTo>
                  <a:pt x="820877" y="133942"/>
                </a:lnTo>
                <a:lnTo>
                  <a:pt x="821374" y="133545"/>
                </a:lnTo>
                <a:lnTo>
                  <a:pt x="821837" y="133132"/>
                </a:lnTo>
                <a:lnTo>
                  <a:pt x="822276" y="132702"/>
                </a:lnTo>
                <a:lnTo>
                  <a:pt x="822699" y="132252"/>
                </a:lnTo>
                <a:lnTo>
                  <a:pt x="823108" y="131784"/>
                </a:lnTo>
                <a:lnTo>
                  <a:pt x="823502" y="131297"/>
                </a:lnTo>
                <a:lnTo>
                  <a:pt x="823881" y="130791"/>
                </a:lnTo>
                <a:lnTo>
                  <a:pt x="824245" y="130266"/>
                </a:lnTo>
                <a:lnTo>
                  <a:pt x="824594" y="129722"/>
                </a:lnTo>
                <a:lnTo>
                  <a:pt x="824928" y="129160"/>
                </a:lnTo>
                <a:lnTo>
                  <a:pt x="825248" y="128579"/>
                </a:lnTo>
                <a:lnTo>
                  <a:pt x="825552" y="127979"/>
                </a:lnTo>
                <a:lnTo>
                  <a:pt x="825842" y="127361"/>
                </a:lnTo>
                <a:lnTo>
                  <a:pt x="826117" y="126723"/>
                </a:lnTo>
                <a:lnTo>
                  <a:pt x="826373" y="126065"/>
                </a:lnTo>
                <a:lnTo>
                  <a:pt x="826607" y="125385"/>
                </a:lnTo>
                <a:lnTo>
                  <a:pt x="826819" y="124682"/>
                </a:lnTo>
                <a:lnTo>
                  <a:pt x="827009" y="123958"/>
                </a:lnTo>
                <a:lnTo>
                  <a:pt x="827176" y="123211"/>
                </a:lnTo>
                <a:lnTo>
                  <a:pt x="827321" y="122441"/>
                </a:lnTo>
                <a:lnTo>
                  <a:pt x="827443" y="121650"/>
                </a:lnTo>
                <a:lnTo>
                  <a:pt x="827544" y="120836"/>
                </a:lnTo>
                <a:lnTo>
                  <a:pt x="827622" y="120000"/>
                </a:lnTo>
                <a:lnTo>
                  <a:pt x="827677" y="119142"/>
                </a:lnTo>
                <a:lnTo>
                  <a:pt x="827711" y="118261"/>
                </a:lnTo>
                <a:lnTo>
                  <a:pt x="827722" y="117359"/>
                </a:lnTo>
                <a:lnTo>
                  <a:pt x="826641" y="117333"/>
                </a:lnTo>
                <a:lnTo>
                  <a:pt x="825608" y="117254"/>
                </a:lnTo>
                <a:lnTo>
                  <a:pt x="824624" y="117124"/>
                </a:lnTo>
                <a:lnTo>
                  <a:pt x="823688" y="116942"/>
                </a:lnTo>
                <a:lnTo>
                  <a:pt x="822801" y="116708"/>
                </a:lnTo>
                <a:lnTo>
                  <a:pt x="821962" y="116421"/>
                </a:lnTo>
                <a:lnTo>
                  <a:pt x="821172" y="116083"/>
                </a:lnTo>
                <a:lnTo>
                  <a:pt x="820430" y="115692"/>
                </a:lnTo>
                <a:lnTo>
                  <a:pt x="819737" y="115249"/>
                </a:lnTo>
                <a:lnTo>
                  <a:pt x="819093" y="114755"/>
                </a:lnTo>
                <a:lnTo>
                  <a:pt x="818497" y="114208"/>
                </a:lnTo>
                <a:lnTo>
                  <a:pt x="817950" y="113609"/>
                </a:lnTo>
                <a:lnTo>
                  <a:pt x="817448" y="112980"/>
                </a:lnTo>
                <a:lnTo>
                  <a:pt x="816991" y="112344"/>
                </a:lnTo>
                <a:lnTo>
                  <a:pt x="816577" y="111700"/>
                </a:lnTo>
                <a:lnTo>
                  <a:pt x="816206" y="111049"/>
                </a:lnTo>
                <a:lnTo>
                  <a:pt x="815879" y="110391"/>
                </a:lnTo>
                <a:lnTo>
                  <a:pt x="815596" y="109725"/>
                </a:lnTo>
                <a:lnTo>
                  <a:pt x="815356" y="109052"/>
                </a:lnTo>
                <a:lnTo>
                  <a:pt x="815160" y="108371"/>
                </a:lnTo>
                <a:lnTo>
                  <a:pt x="815007" y="107682"/>
                </a:lnTo>
                <a:lnTo>
                  <a:pt x="814898" y="106987"/>
                </a:lnTo>
                <a:lnTo>
                  <a:pt x="814833" y="106284"/>
                </a:lnTo>
                <a:lnTo>
                  <a:pt x="814811" y="105573"/>
                </a:lnTo>
                <a:lnTo>
                  <a:pt x="814836" y="104762"/>
                </a:lnTo>
                <a:lnTo>
                  <a:pt x="814908" y="103973"/>
                </a:lnTo>
                <a:lnTo>
                  <a:pt x="815030" y="103204"/>
                </a:lnTo>
                <a:lnTo>
                  <a:pt x="815200" y="102458"/>
                </a:lnTo>
                <a:lnTo>
                  <a:pt x="815418" y="101732"/>
                </a:lnTo>
                <a:lnTo>
                  <a:pt x="815685" y="101028"/>
                </a:lnTo>
                <a:lnTo>
                  <a:pt x="816001" y="100345"/>
                </a:lnTo>
                <a:lnTo>
                  <a:pt x="816365" y="99684"/>
                </a:lnTo>
                <a:lnTo>
                  <a:pt x="816777" y="99044"/>
                </a:lnTo>
                <a:lnTo>
                  <a:pt x="817238" y="98425"/>
                </a:lnTo>
                <a:lnTo>
                  <a:pt x="817748" y="97828"/>
                </a:lnTo>
                <a:lnTo>
                  <a:pt x="818306" y="97252"/>
                </a:lnTo>
                <a:lnTo>
                  <a:pt x="818897" y="96710"/>
                </a:lnTo>
                <a:lnTo>
                  <a:pt x="819503" y="96215"/>
                </a:lnTo>
                <a:lnTo>
                  <a:pt x="820125" y="95767"/>
                </a:lnTo>
                <a:lnTo>
                  <a:pt x="820763" y="95367"/>
                </a:lnTo>
                <a:lnTo>
                  <a:pt x="821417" y="95013"/>
                </a:lnTo>
                <a:lnTo>
                  <a:pt x="822087" y="94707"/>
                </a:lnTo>
                <a:lnTo>
                  <a:pt x="822772" y="94448"/>
                </a:lnTo>
                <a:lnTo>
                  <a:pt x="823474" y="94236"/>
                </a:lnTo>
                <a:lnTo>
                  <a:pt x="824191" y="94071"/>
                </a:lnTo>
                <a:lnTo>
                  <a:pt x="824924" y="93953"/>
                </a:lnTo>
                <a:lnTo>
                  <a:pt x="825673" y="93882"/>
                </a:lnTo>
                <a:lnTo>
                  <a:pt x="826438" y="93858"/>
                </a:lnTo>
                <a:lnTo>
                  <a:pt x="827425" y="93894"/>
                </a:lnTo>
                <a:lnTo>
                  <a:pt x="828390" y="94002"/>
                </a:lnTo>
                <a:lnTo>
                  <a:pt x="829331" y="94182"/>
                </a:lnTo>
                <a:lnTo>
                  <a:pt x="830250" y="94433"/>
                </a:lnTo>
                <a:lnTo>
                  <a:pt x="831146" y="94756"/>
                </a:lnTo>
                <a:lnTo>
                  <a:pt x="832020" y="95151"/>
                </a:lnTo>
                <a:lnTo>
                  <a:pt x="832870" y="95618"/>
                </a:lnTo>
                <a:lnTo>
                  <a:pt x="833698" y="96156"/>
                </a:lnTo>
                <a:lnTo>
                  <a:pt x="834503" y="96766"/>
                </a:lnTo>
                <a:lnTo>
                  <a:pt x="835285" y="97448"/>
                </a:lnTo>
                <a:lnTo>
                  <a:pt x="836044" y="98202"/>
                </a:lnTo>
                <a:lnTo>
                  <a:pt x="836781" y="99028"/>
                </a:lnTo>
                <a:lnTo>
                  <a:pt x="837476" y="99916"/>
                </a:lnTo>
                <a:lnTo>
                  <a:pt x="838110" y="100857"/>
                </a:lnTo>
                <a:lnTo>
                  <a:pt x="838684" y="101851"/>
                </a:lnTo>
                <a:lnTo>
                  <a:pt x="839198" y="102899"/>
                </a:lnTo>
                <a:lnTo>
                  <a:pt x="839651" y="103999"/>
                </a:lnTo>
                <a:lnTo>
                  <a:pt x="840044" y="105152"/>
                </a:lnTo>
                <a:lnTo>
                  <a:pt x="840376" y="106358"/>
                </a:lnTo>
                <a:lnTo>
                  <a:pt x="840648" y="107617"/>
                </a:lnTo>
                <a:lnTo>
                  <a:pt x="840860" y="108929"/>
                </a:lnTo>
                <a:lnTo>
                  <a:pt x="841011" y="110294"/>
                </a:lnTo>
                <a:lnTo>
                  <a:pt x="841102" y="111713"/>
                </a:lnTo>
                <a:lnTo>
                  <a:pt x="841132" y="113184"/>
                </a:lnTo>
                <a:lnTo>
                  <a:pt x="841108" y="114485"/>
                </a:lnTo>
                <a:lnTo>
                  <a:pt x="841037" y="115774"/>
                </a:lnTo>
                <a:lnTo>
                  <a:pt x="840918" y="117050"/>
                </a:lnTo>
                <a:lnTo>
                  <a:pt x="840751" y="118314"/>
                </a:lnTo>
                <a:lnTo>
                  <a:pt x="840537" y="119566"/>
                </a:lnTo>
                <a:lnTo>
                  <a:pt x="840276" y="120805"/>
                </a:lnTo>
                <a:lnTo>
                  <a:pt x="839967" y="122032"/>
                </a:lnTo>
                <a:lnTo>
                  <a:pt x="839610" y="123247"/>
                </a:lnTo>
                <a:lnTo>
                  <a:pt x="839206" y="124449"/>
                </a:lnTo>
                <a:lnTo>
                  <a:pt x="838754" y="125638"/>
                </a:lnTo>
                <a:lnTo>
                  <a:pt x="838255" y="126816"/>
                </a:lnTo>
                <a:lnTo>
                  <a:pt x="837708" y="127980"/>
                </a:lnTo>
                <a:lnTo>
                  <a:pt x="837120" y="129125"/>
                </a:lnTo>
                <a:lnTo>
                  <a:pt x="836498" y="130241"/>
                </a:lnTo>
                <a:lnTo>
                  <a:pt x="835842" y="131330"/>
                </a:lnTo>
                <a:lnTo>
                  <a:pt x="835152" y="132390"/>
                </a:lnTo>
                <a:lnTo>
                  <a:pt x="834428" y="133421"/>
                </a:lnTo>
                <a:lnTo>
                  <a:pt x="833669" y="134425"/>
                </a:lnTo>
                <a:lnTo>
                  <a:pt x="832876" y="135400"/>
                </a:lnTo>
                <a:lnTo>
                  <a:pt x="832049" y="136347"/>
                </a:lnTo>
                <a:lnTo>
                  <a:pt x="831188" y="137266"/>
                </a:lnTo>
                <a:lnTo>
                  <a:pt x="830293" y="138156"/>
                </a:lnTo>
                <a:lnTo>
                  <a:pt x="829363" y="139019"/>
                </a:lnTo>
                <a:lnTo>
                  <a:pt x="828400" y="139853"/>
                </a:lnTo>
                <a:lnTo>
                  <a:pt x="827401" y="140646"/>
                </a:lnTo>
                <a:lnTo>
                  <a:pt x="826366" y="141386"/>
                </a:lnTo>
                <a:lnTo>
                  <a:pt x="825294" y="142073"/>
                </a:lnTo>
                <a:lnTo>
                  <a:pt x="824187" y="142705"/>
                </a:lnTo>
                <a:lnTo>
                  <a:pt x="823044" y="143285"/>
                </a:lnTo>
                <a:lnTo>
                  <a:pt x="821864" y="143811"/>
                </a:lnTo>
                <a:lnTo>
                  <a:pt x="820648" y="144283"/>
                </a:lnTo>
                <a:lnTo>
                  <a:pt x="819396" y="144702"/>
                </a:lnTo>
                <a:lnTo>
                  <a:pt x="818108" y="145068"/>
                </a:lnTo>
                <a:lnTo>
                  <a:pt x="816784" y="145380"/>
                </a:lnTo>
                <a:lnTo>
                  <a:pt x="815423" y="145639"/>
                </a:lnTo>
                <a:lnTo>
                  <a:pt x="814027" y="145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9" name="Original vector context 29">
            <a:extLst xmlns:a="http://schemas.openxmlformats.org/drawingml/2006/main">
              <a:ext uri="{FF2B5EF4-FFF2-40B4-BE49-F238E27FC236}">
                <a16:creationId xmlns:a16="http://schemas.microsoft.com/office/drawing/2014/main" id="{AE299398-C114-461A-A425-5E750F6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71" y="8480589"/>
            <a:ext cx="1120773" cy="150117"/>
          </a:xfrm>
          <a:custGeom xmlns:a="http://schemas.openxmlformats.org/drawingml/2006/main">
            <a:pathLst>
              <a:path w="1120773" h="150117">
                <a:moveTo>
                  <a:pt x="23824" y="117074"/>
                </a:moveTo>
                <a:lnTo>
                  <a:pt x="23824" y="13246"/>
                </a:lnTo>
                <a:lnTo>
                  <a:pt x="0" y="13246"/>
                </a:lnTo>
                <a:lnTo>
                  <a:pt x="0" y="2136"/>
                </a:lnTo>
                <a:lnTo>
                  <a:pt x="37091" y="2136"/>
                </a:lnTo>
                <a:lnTo>
                  <a:pt x="37091" y="105965"/>
                </a:lnTo>
                <a:lnTo>
                  <a:pt x="61985" y="105965"/>
                </a:lnTo>
                <a:lnTo>
                  <a:pt x="61985" y="117074"/>
                </a:lnTo>
                <a:lnTo>
                  <a:pt x="23824" y="117074"/>
                </a:lnTo>
                <a:close/>
                <a:moveTo>
                  <a:pt x="112401" y="117074"/>
                </a:moveTo>
                <a:lnTo>
                  <a:pt x="112401" y="48567"/>
                </a:lnTo>
                <a:lnTo>
                  <a:pt x="90289" y="48567"/>
                </a:lnTo>
                <a:lnTo>
                  <a:pt x="90289" y="37458"/>
                </a:lnTo>
                <a:lnTo>
                  <a:pt x="125668" y="37458"/>
                </a:lnTo>
                <a:lnTo>
                  <a:pt x="125668" y="105965"/>
                </a:lnTo>
                <a:lnTo>
                  <a:pt x="147852" y="105965"/>
                </a:lnTo>
                <a:lnTo>
                  <a:pt x="147852" y="117074"/>
                </a:lnTo>
                <a:lnTo>
                  <a:pt x="112401" y="117074"/>
                </a:lnTo>
                <a:moveTo>
                  <a:pt x="110190" y="8866"/>
                </a:moveTo>
                <a:lnTo>
                  <a:pt x="110211" y="8137"/>
                </a:lnTo>
                <a:lnTo>
                  <a:pt x="110275" y="7440"/>
                </a:lnTo>
                <a:lnTo>
                  <a:pt x="110382" y="6774"/>
                </a:lnTo>
                <a:lnTo>
                  <a:pt x="110531" y="6139"/>
                </a:lnTo>
                <a:lnTo>
                  <a:pt x="110722" y="5536"/>
                </a:lnTo>
                <a:lnTo>
                  <a:pt x="110957" y="4965"/>
                </a:lnTo>
                <a:lnTo>
                  <a:pt x="111234" y="4425"/>
                </a:lnTo>
                <a:lnTo>
                  <a:pt x="111553" y="3917"/>
                </a:lnTo>
                <a:lnTo>
                  <a:pt x="111915" y="3440"/>
                </a:lnTo>
                <a:lnTo>
                  <a:pt x="112320" y="2995"/>
                </a:lnTo>
                <a:lnTo>
                  <a:pt x="112767" y="2581"/>
                </a:lnTo>
                <a:lnTo>
                  <a:pt x="113257" y="2199"/>
                </a:lnTo>
                <a:lnTo>
                  <a:pt x="113766" y="1848"/>
                </a:lnTo>
                <a:lnTo>
                  <a:pt x="114270" y="1527"/>
                </a:lnTo>
                <a:lnTo>
                  <a:pt x="114768" y="1237"/>
                </a:lnTo>
                <a:lnTo>
                  <a:pt x="115262" y="977"/>
                </a:lnTo>
                <a:lnTo>
                  <a:pt x="115751" y="748"/>
                </a:lnTo>
                <a:lnTo>
                  <a:pt x="116235" y="550"/>
                </a:lnTo>
                <a:lnTo>
                  <a:pt x="116714" y="382"/>
                </a:lnTo>
                <a:lnTo>
                  <a:pt x="117188" y="244"/>
                </a:lnTo>
                <a:lnTo>
                  <a:pt x="117657" y="137"/>
                </a:lnTo>
                <a:lnTo>
                  <a:pt x="118121" y="61"/>
                </a:lnTo>
                <a:lnTo>
                  <a:pt x="118580" y="15"/>
                </a:lnTo>
                <a:lnTo>
                  <a:pt x="119035" y="0"/>
                </a:lnTo>
                <a:lnTo>
                  <a:pt x="119500" y="15"/>
                </a:lnTo>
                <a:lnTo>
                  <a:pt x="119970" y="61"/>
                </a:lnTo>
                <a:lnTo>
                  <a:pt x="120443" y="137"/>
                </a:lnTo>
                <a:lnTo>
                  <a:pt x="120921" y="244"/>
                </a:lnTo>
                <a:lnTo>
                  <a:pt x="121402" y="382"/>
                </a:lnTo>
                <a:lnTo>
                  <a:pt x="121888" y="550"/>
                </a:lnTo>
                <a:lnTo>
                  <a:pt x="122377" y="748"/>
                </a:lnTo>
                <a:lnTo>
                  <a:pt x="122871" y="977"/>
                </a:lnTo>
                <a:lnTo>
                  <a:pt x="123368" y="1237"/>
                </a:lnTo>
                <a:lnTo>
                  <a:pt x="123869" y="1527"/>
                </a:lnTo>
                <a:lnTo>
                  <a:pt x="124375" y="1848"/>
                </a:lnTo>
                <a:lnTo>
                  <a:pt x="124884" y="2199"/>
                </a:lnTo>
                <a:lnTo>
                  <a:pt x="125374" y="2581"/>
                </a:lnTo>
                <a:lnTo>
                  <a:pt x="125821" y="2995"/>
                </a:lnTo>
                <a:lnTo>
                  <a:pt x="126226" y="3440"/>
                </a:lnTo>
                <a:lnTo>
                  <a:pt x="126588" y="3917"/>
                </a:lnTo>
                <a:lnTo>
                  <a:pt x="126907" y="4425"/>
                </a:lnTo>
                <a:lnTo>
                  <a:pt x="127184" y="4965"/>
                </a:lnTo>
                <a:lnTo>
                  <a:pt x="127418" y="5536"/>
                </a:lnTo>
                <a:lnTo>
                  <a:pt x="127610" y="6139"/>
                </a:lnTo>
                <a:lnTo>
                  <a:pt x="127759" y="6774"/>
                </a:lnTo>
                <a:lnTo>
                  <a:pt x="127866" y="7440"/>
                </a:lnTo>
                <a:lnTo>
                  <a:pt x="127930" y="8137"/>
                </a:lnTo>
                <a:lnTo>
                  <a:pt x="127951" y="8866"/>
                </a:lnTo>
                <a:lnTo>
                  <a:pt x="127930" y="9584"/>
                </a:lnTo>
                <a:lnTo>
                  <a:pt x="127866" y="10271"/>
                </a:lnTo>
                <a:lnTo>
                  <a:pt x="127759" y="10927"/>
                </a:lnTo>
                <a:lnTo>
                  <a:pt x="127610" y="11553"/>
                </a:lnTo>
                <a:lnTo>
                  <a:pt x="127418" y="12149"/>
                </a:lnTo>
                <a:lnTo>
                  <a:pt x="127184" y="12714"/>
                </a:lnTo>
                <a:lnTo>
                  <a:pt x="126907" y="13248"/>
                </a:lnTo>
                <a:lnTo>
                  <a:pt x="126588" y="13752"/>
                </a:lnTo>
                <a:lnTo>
                  <a:pt x="126226" y="14225"/>
                </a:lnTo>
                <a:lnTo>
                  <a:pt x="125821" y="14668"/>
                </a:lnTo>
                <a:lnTo>
                  <a:pt x="125374" y="15080"/>
                </a:lnTo>
                <a:lnTo>
                  <a:pt x="124884" y="15462"/>
                </a:lnTo>
                <a:lnTo>
                  <a:pt x="124375" y="15813"/>
                </a:lnTo>
                <a:lnTo>
                  <a:pt x="123869" y="16134"/>
                </a:lnTo>
                <a:lnTo>
                  <a:pt x="123368" y="16424"/>
                </a:lnTo>
                <a:lnTo>
                  <a:pt x="122871" y="16684"/>
                </a:lnTo>
                <a:lnTo>
                  <a:pt x="122377" y="16913"/>
                </a:lnTo>
                <a:lnTo>
                  <a:pt x="121888" y="17111"/>
                </a:lnTo>
                <a:lnTo>
                  <a:pt x="121402" y="17279"/>
                </a:lnTo>
                <a:lnTo>
                  <a:pt x="120921" y="17416"/>
                </a:lnTo>
                <a:lnTo>
                  <a:pt x="120443" y="17523"/>
                </a:lnTo>
                <a:lnTo>
                  <a:pt x="119970" y="17600"/>
                </a:lnTo>
                <a:lnTo>
                  <a:pt x="119500" y="17646"/>
                </a:lnTo>
                <a:lnTo>
                  <a:pt x="119035" y="17661"/>
                </a:lnTo>
                <a:lnTo>
                  <a:pt x="118580" y="17646"/>
                </a:lnTo>
                <a:lnTo>
                  <a:pt x="118121" y="17600"/>
                </a:lnTo>
                <a:lnTo>
                  <a:pt x="117657" y="17523"/>
                </a:lnTo>
                <a:lnTo>
                  <a:pt x="117188" y="17416"/>
                </a:lnTo>
                <a:lnTo>
                  <a:pt x="116714" y="17279"/>
                </a:lnTo>
                <a:lnTo>
                  <a:pt x="116235" y="17111"/>
                </a:lnTo>
                <a:lnTo>
                  <a:pt x="115751" y="16913"/>
                </a:lnTo>
                <a:lnTo>
                  <a:pt x="115262" y="16684"/>
                </a:lnTo>
                <a:lnTo>
                  <a:pt x="114768" y="16424"/>
                </a:lnTo>
                <a:lnTo>
                  <a:pt x="114270" y="16134"/>
                </a:lnTo>
                <a:lnTo>
                  <a:pt x="113766" y="15813"/>
                </a:lnTo>
                <a:lnTo>
                  <a:pt x="113257" y="15462"/>
                </a:lnTo>
                <a:lnTo>
                  <a:pt x="112767" y="15080"/>
                </a:lnTo>
                <a:lnTo>
                  <a:pt x="112320" y="14668"/>
                </a:lnTo>
                <a:lnTo>
                  <a:pt x="111915" y="14225"/>
                </a:lnTo>
                <a:lnTo>
                  <a:pt x="111553" y="13752"/>
                </a:lnTo>
                <a:lnTo>
                  <a:pt x="111234" y="13248"/>
                </a:lnTo>
                <a:lnTo>
                  <a:pt x="110957" y="12714"/>
                </a:lnTo>
                <a:lnTo>
                  <a:pt x="110722" y="12149"/>
                </a:lnTo>
                <a:lnTo>
                  <a:pt x="110531" y="11553"/>
                </a:lnTo>
                <a:lnTo>
                  <a:pt x="110382" y="10927"/>
                </a:lnTo>
                <a:lnTo>
                  <a:pt x="110275" y="10271"/>
                </a:lnTo>
                <a:lnTo>
                  <a:pt x="110211" y="9584"/>
                </a:lnTo>
                <a:lnTo>
                  <a:pt x="110190" y="8866"/>
                </a:lnTo>
                <a:close/>
                <a:moveTo>
                  <a:pt x="177725" y="117074"/>
                </a:moveTo>
                <a:lnTo>
                  <a:pt x="177725" y="37458"/>
                </a:lnTo>
                <a:lnTo>
                  <a:pt x="190992" y="37458"/>
                </a:lnTo>
                <a:lnTo>
                  <a:pt x="190992" y="54970"/>
                </a:lnTo>
                <a:lnTo>
                  <a:pt x="191959" y="53461"/>
                </a:lnTo>
                <a:lnTo>
                  <a:pt x="192960" y="52008"/>
                </a:lnTo>
                <a:lnTo>
                  <a:pt x="193992" y="50611"/>
                </a:lnTo>
                <a:lnTo>
                  <a:pt x="195058" y="49269"/>
                </a:lnTo>
                <a:lnTo>
                  <a:pt x="196156" y="47983"/>
                </a:lnTo>
                <a:lnTo>
                  <a:pt x="197287" y="46753"/>
                </a:lnTo>
                <a:lnTo>
                  <a:pt x="198450" y="45578"/>
                </a:lnTo>
                <a:lnTo>
                  <a:pt x="199647" y="44459"/>
                </a:lnTo>
                <a:lnTo>
                  <a:pt x="200876" y="43395"/>
                </a:lnTo>
                <a:lnTo>
                  <a:pt x="202137" y="42387"/>
                </a:lnTo>
                <a:lnTo>
                  <a:pt x="203432" y="41435"/>
                </a:lnTo>
                <a:lnTo>
                  <a:pt x="204759" y="40538"/>
                </a:lnTo>
                <a:lnTo>
                  <a:pt x="206102" y="39705"/>
                </a:lnTo>
                <a:lnTo>
                  <a:pt x="207445" y="38944"/>
                </a:lnTo>
                <a:lnTo>
                  <a:pt x="208789" y="38256"/>
                </a:lnTo>
                <a:lnTo>
                  <a:pt x="210132" y="37640"/>
                </a:lnTo>
                <a:lnTo>
                  <a:pt x="211475" y="37097"/>
                </a:lnTo>
                <a:lnTo>
                  <a:pt x="212819" y="36626"/>
                </a:lnTo>
                <a:lnTo>
                  <a:pt x="214162" y="36227"/>
                </a:lnTo>
                <a:lnTo>
                  <a:pt x="215506" y="35901"/>
                </a:lnTo>
                <a:lnTo>
                  <a:pt x="216849" y="35648"/>
                </a:lnTo>
                <a:lnTo>
                  <a:pt x="218192" y="35466"/>
                </a:lnTo>
                <a:lnTo>
                  <a:pt x="219536" y="35358"/>
                </a:lnTo>
                <a:lnTo>
                  <a:pt x="220879" y="35322"/>
                </a:lnTo>
                <a:lnTo>
                  <a:pt x="222047" y="35348"/>
                </a:lnTo>
                <a:lnTo>
                  <a:pt x="223197" y="35425"/>
                </a:lnTo>
                <a:lnTo>
                  <a:pt x="224330" y="35555"/>
                </a:lnTo>
                <a:lnTo>
                  <a:pt x="225444" y="35737"/>
                </a:lnTo>
                <a:lnTo>
                  <a:pt x="226541" y="35971"/>
                </a:lnTo>
                <a:lnTo>
                  <a:pt x="227620" y="36256"/>
                </a:lnTo>
                <a:lnTo>
                  <a:pt x="228681" y="36594"/>
                </a:lnTo>
                <a:lnTo>
                  <a:pt x="229724" y="36983"/>
                </a:lnTo>
                <a:lnTo>
                  <a:pt x="230749" y="37425"/>
                </a:lnTo>
                <a:lnTo>
                  <a:pt x="231757" y="37918"/>
                </a:lnTo>
                <a:lnTo>
                  <a:pt x="232747" y="38463"/>
                </a:lnTo>
                <a:lnTo>
                  <a:pt x="233718" y="39060"/>
                </a:lnTo>
                <a:lnTo>
                  <a:pt x="234657" y="39699"/>
                </a:lnTo>
                <a:lnTo>
                  <a:pt x="235548" y="40371"/>
                </a:lnTo>
                <a:lnTo>
                  <a:pt x="236391" y="41074"/>
                </a:lnTo>
                <a:lnTo>
                  <a:pt x="237186" y="41810"/>
                </a:lnTo>
                <a:lnTo>
                  <a:pt x="237933" y="42578"/>
                </a:lnTo>
                <a:lnTo>
                  <a:pt x="238631" y="43377"/>
                </a:lnTo>
                <a:lnTo>
                  <a:pt x="239282" y="44210"/>
                </a:lnTo>
                <a:lnTo>
                  <a:pt x="239884" y="45074"/>
                </a:lnTo>
                <a:lnTo>
                  <a:pt x="240439" y="45970"/>
                </a:lnTo>
                <a:lnTo>
                  <a:pt x="240945" y="46899"/>
                </a:lnTo>
                <a:lnTo>
                  <a:pt x="241404" y="47859"/>
                </a:lnTo>
                <a:lnTo>
                  <a:pt x="241814" y="48852"/>
                </a:lnTo>
                <a:lnTo>
                  <a:pt x="242185" y="49942"/>
                </a:lnTo>
                <a:lnTo>
                  <a:pt x="242523" y="51194"/>
                </a:lnTo>
                <a:lnTo>
                  <a:pt x="242829" y="52608"/>
                </a:lnTo>
                <a:lnTo>
                  <a:pt x="243102" y="54185"/>
                </a:lnTo>
                <a:lnTo>
                  <a:pt x="243344" y="55924"/>
                </a:lnTo>
                <a:lnTo>
                  <a:pt x="243553" y="57825"/>
                </a:lnTo>
                <a:lnTo>
                  <a:pt x="243730" y="59888"/>
                </a:lnTo>
                <a:lnTo>
                  <a:pt x="243875" y="62113"/>
                </a:lnTo>
                <a:lnTo>
                  <a:pt x="243988" y="64501"/>
                </a:lnTo>
                <a:lnTo>
                  <a:pt x="244068" y="67051"/>
                </a:lnTo>
                <a:lnTo>
                  <a:pt x="244116" y="69763"/>
                </a:lnTo>
                <a:lnTo>
                  <a:pt x="244133" y="72637"/>
                </a:lnTo>
                <a:lnTo>
                  <a:pt x="244133" y="117074"/>
                </a:lnTo>
                <a:lnTo>
                  <a:pt x="230865" y="117074"/>
                </a:lnTo>
                <a:lnTo>
                  <a:pt x="230865" y="71046"/>
                </a:lnTo>
                <a:lnTo>
                  <a:pt x="230858" y="69191"/>
                </a:lnTo>
                <a:lnTo>
                  <a:pt x="230835" y="67444"/>
                </a:lnTo>
                <a:lnTo>
                  <a:pt x="230796" y="65806"/>
                </a:lnTo>
                <a:lnTo>
                  <a:pt x="230742" y="64275"/>
                </a:lnTo>
                <a:lnTo>
                  <a:pt x="230673" y="62853"/>
                </a:lnTo>
                <a:lnTo>
                  <a:pt x="230589" y="61540"/>
                </a:lnTo>
                <a:lnTo>
                  <a:pt x="230489" y="60334"/>
                </a:lnTo>
                <a:lnTo>
                  <a:pt x="230374" y="59236"/>
                </a:lnTo>
                <a:lnTo>
                  <a:pt x="230243" y="58247"/>
                </a:lnTo>
                <a:lnTo>
                  <a:pt x="230097" y="57366"/>
                </a:lnTo>
                <a:lnTo>
                  <a:pt x="229936" y="56593"/>
                </a:lnTo>
                <a:lnTo>
                  <a:pt x="229760" y="55929"/>
                </a:lnTo>
                <a:lnTo>
                  <a:pt x="229562" y="55327"/>
                </a:lnTo>
                <a:lnTo>
                  <a:pt x="229340" y="54744"/>
                </a:lnTo>
                <a:lnTo>
                  <a:pt x="229091" y="54179"/>
                </a:lnTo>
                <a:lnTo>
                  <a:pt x="228816" y="53633"/>
                </a:lnTo>
                <a:lnTo>
                  <a:pt x="228516" y="53105"/>
                </a:lnTo>
                <a:lnTo>
                  <a:pt x="228190" y="52595"/>
                </a:lnTo>
                <a:lnTo>
                  <a:pt x="227839" y="52103"/>
                </a:lnTo>
                <a:lnTo>
                  <a:pt x="227461" y="51629"/>
                </a:lnTo>
                <a:lnTo>
                  <a:pt x="227058" y="51174"/>
                </a:lnTo>
                <a:lnTo>
                  <a:pt x="226629" y="50737"/>
                </a:lnTo>
                <a:lnTo>
                  <a:pt x="226174" y="50318"/>
                </a:lnTo>
                <a:lnTo>
                  <a:pt x="225694" y="49918"/>
                </a:lnTo>
                <a:lnTo>
                  <a:pt x="225197" y="49543"/>
                </a:lnTo>
                <a:lnTo>
                  <a:pt x="224692" y="49201"/>
                </a:lnTo>
                <a:lnTo>
                  <a:pt x="224180" y="48891"/>
                </a:lnTo>
                <a:lnTo>
                  <a:pt x="223661" y="48614"/>
                </a:lnTo>
                <a:lnTo>
                  <a:pt x="223134" y="48369"/>
                </a:lnTo>
                <a:lnTo>
                  <a:pt x="222600" y="48157"/>
                </a:lnTo>
                <a:lnTo>
                  <a:pt x="222058" y="47978"/>
                </a:lnTo>
                <a:lnTo>
                  <a:pt x="221509" y="47831"/>
                </a:lnTo>
                <a:lnTo>
                  <a:pt x="220953" y="47717"/>
                </a:lnTo>
                <a:lnTo>
                  <a:pt x="220389" y="47635"/>
                </a:lnTo>
                <a:lnTo>
                  <a:pt x="219817" y="47586"/>
                </a:lnTo>
                <a:lnTo>
                  <a:pt x="219239" y="47570"/>
                </a:lnTo>
                <a:lnTo>
                  <a:pt x="218066" y="47616"/>
                </a:lnTo>
                <a:lnTo>
                  <a:pt x="216880" y="47754"/>
                </a:lnTo>
                <a:lnTo>
                  <a:pt x="215679" y="47984"/>
                </a:lnTo>
                <a:lnTo>
                  <a:pt x="214463" y="48305"/>
                </a:lnTo>
                <a:lnTo>
                  <a:pt x="213234" y="48719"/>
                </a:lnTo>
                <a:lnTo>
                  <a:pt x="211990" y="49224"/>
                </a:lnTo>
                <a:lnTo>
                  <a:pt x="210731" y="49821"/>
                </a:lnTo>
                <a:lnTo>
                  <a:pt x="209458" y="50511"/>
                </a:lnTo>
                <a:lnTo>
                  <a:pt x="208171" y="51292"/>
                </a:lnTo>
                <a:lnTo>
                  <a:pt x="206870" y="52165"/>
                </a:lnTo>
                <a:lnTo>
                  <a:pt x="205554" y="53130"/>
                </a:lnTo>
                <a:lnTo>
                  <a:pt x="204224" y="54186"/>
                </a:lnTo>
                <a:lnTo>
                  <a:pt x="202906" y="55312"/>
                </a:lnTo>
                <a:lnTo>
                  <a:pt x="201627" y="56484"/>
                </a:lnTo>
                <a:lnTo>
                  <a:pt x="200387" y="57703"/>
                </a:lnTo>
                <a:lnTo>
                  <a:pt x="199187" y="58968"/>
                </a:lnTo>
                <a:lnTo>
                  <a:pt x="198026" y="60280"/>
                </a:lnTo>
                <a:lnTo>
                  <a:pt x="196903" y="61638"/>
                </a:lnTo>
                <a:lnTo>
                  <a:pt x="195820" y="63042"/>
                </a:lnTo>
                <a:lnTo>
                  <a:pt x="194776" y="64493"/>
                </a:lnTo>
                <a:lnTo>
                  <a:pt x="193772" y="65991"/>
                </a:lnTo>
                <a:lnTo>
                  <a:pt x="192806" y="67534"/>
                </a:lnTo>
                <a:lnTo>
                  <a:pt x="191879" y="69124"/>
                </a:lnTo>
                <a:lnTo>
                  <a:pt x="190992" y="70761"/>
                </a:lnTo>
                <a:lnTo>
                  <a:pt x="190992" y="117074"/>
                </a:lnTo>
                <a:lnTo>
                  <a:pt x="177725" y="117074"/>
                </a:lnTo>
                <a:close/>
                <a:moveTo>
                  <a:pt x="317730" y="99048"/>
                </a:moveTo>
                <a:lnTo>
                  <a:pt x="316703" y="100682"/>
                </a:lnTo>
                <a:lnTo>
                  <a:pt x="315641" y="102248"/>
                </a:lnTo>
                <a:lnTo>
                  <a:pt x="314545" y="103745"/>
                </a:lnTo>
                <a:lnTo>
                  <a:pt x="313415" y="105173"/>
                </a:lnTo>
                <a:lnTo>
                  <a:pt x="312251" y="106533"/>
                </a:lnTo>
                <a:lnTo>
                  <a:pt x="311052" y="107824"/>
                </a:lnTo>
                <a:lnTo>
                  <a:pt x="309819" y="109047"/>
                </a:lnTo>
                <a:lnTo>
                  <a:pt x="308553" y="110202"/>
                </a:lnTo>
                <a:lnTo>
                  <a:pt x="307252" y="111288"/>
                </a:lnTo>
                <a:lnTo>
                  <a:pt x="305916" y="112305"/>
                </a:lnTo>
                <a:lnTo>
                  <a:pt x="304547" y="113254"/>
                </a:lnTo>
                <a:lnTo>
                  <a:pt x="303143" y="114134"/>
                </a:lnTo>
                <a:lnTo>
                  <a:pt x="301732" y="114945"/>
                </a:lnTo>
                <a:lnTo>
                  <a:pt x="300341" y="115685"/>
                </a:lnTo>
                <a:lnTo>
                  <a:pt x="298968" y="116355"/>
                </a:lnTo>
                <a:lnTo>
                  <a:pt x="297615" y="116954"/>
                </a:lnTo>
                <a:lnTo>
                  <a:pt x="296282" y="117483"/>
                </a:lnTo>
                <a:lnTo>
                  <a:pt x="294967" y="117941"/>
                </a:lnTo>
                <a:lnTo>
                  <a:pt x="293672" y="118329"/>
                </a:lnTo>
                <a:lnTo>
                  <a:pt x="292396" y="118646"/>
                </a:lnTo>
                <a:lnTo>
                  <a:pt x="291140" y="118893"/>
                </a:lnTo>
                <a:lnTo>
                  <a:pt x="289903" y="119069"/>
                </a:lnTo>
                <a:lnTo>
                  <a:pt x="288685" y="119175"/>
                </a:lnTo>
                <a:lnTo>
                  <a:pt x="287487" y="119210"/>
                </a:lnTo>
                <a:lnTo>
                  <a:pt x="285836" y="119150"/>
                </a:lnTo>
                <a:lnTo>
                  <a:pt x="284214" y="118971"/>
                </a:lnTo>
                <a:lnTo>
                  <a:pt x="282621" y="118672"/>
                </a:lnTo>
                <a:lnTo>
                  <a:pt x="281055" y="118253"/>
                </a:lnTo>
                <a:lnTo>
                  <a:pt x="279518" y="117714"/>
                </a:lnTo>
                <a:lnTo>
                  <a:pt x="278009" y="117056"/>
                </a:lnTo>
                <a:lnTo>
                  <a:pt x="276528" y="116278"/>
                </a:lnTo>
                <a:lnTo>
                  <a:pt x="275075" y="115381"/>
                </a:lnTo>
                <a:lnTo>
                  <a:pt x="273651" y="114363"/>
                </a:lnTo>
                <a:lnTo>
                  <a:pt x="272255" y="113226"/>
                </a:lnTo>
                <a:lnTo>
                  <a:pt x="270887" y="111970"/>
                </a:lnTo>
                <a:lnTo>
                  <a:pt x="269547" y="110593"/>
                </a:lnTo>
                <a:lnTo>
                  <a:pt x="268277" y="109096"/>
                </a:lnTo>
                <a:lnTo>
                  <a:pt x="267117" y="107474"/>
                </a:lnTo>
                <a:lnTo>
                  <a:pt x="266068" y="105729"/>
                </a:lnTo>
                <a:lnTo>
                  <a:pt x="265129" y="103860"/>
                </a:lnTo>
                <a:lnTo>
                  <a:pt x="264300" y="101867"/>
                </a:lnTo>
                <a:lnTo>
                  <a:pt x="263582" y="99751"/>
                </a:lnTo>
                <a:lnTo>
                  <a:pt x="262975" y="97512"/>
                </a:lnTo>
                <a:lnTo>
                  <a:pt x="262478" y="95148"/>
                </a:lnTo>
                <a:lnTo>
                  <a:pt x="262091" y="92661"/>
                </a:lnTo>
                <a:lnTo>
                  <a:pt x="261815" y="90051"/>
                </a:lnTo>
                <a:lnTo>
                  <a:pt x="261649" y="87316"/>
                </a:lnTo>
                <a:lnTo>
                  <a:pt x="261594" y="84458"/>
                </a:lnTo>
                <a:lnTo>
                  <a:pt x="261631" y="82176"/>
                </a:lnTo>
                <a:lnTo>
                  <a:pt x="261741" y="79935"/>
                </a:lnTo>
                <a:lnTo>
                  <a:pt x="261924" y="77735"/>
                </a:lnTo>
                <a:lnTo>
                  <a:pt x="262180" y="75577"/>
                </a:lnTo>
                <a:lnTo>
                  <a:pt x="262510" y="73459"/>
                </a:lnTo>
                <a:lnTo>
                  <a:pt x="262914" y="71382"/>
                </a:lnTo>
                <a:lnTo>
                  <a:pt x="263390" y="69346"/>
                </a:lnTo>
                <a:lnTo>
                  <a:pt x="263940" y="67351"/>
                </a:lnTo>
                <a:lnTo>
                  <a:pt x="264563" y="65398"/>
                </a:lnTo>
                <a:lnTo>
                  <a:pt x="265260" y="63485"/>
                </a:lnTo>
                <a:lnTo>
                  <a:pt x="266029" y="61614"/>
                </a:lnTo>
                <a:lnTo>
                  <a:pt x="266872" y="59783"/>
                </a:lnTo>
                <a:lnTo>
                  <a:pt x="267777" y="58005"/>
                </a:lnTo>
                <a:lnTo>
                  <a:pt x="268731" y="56290"/>
                </a:lnTo>
                <a:lnTo>
                  <a:pt x="269734" y="54638"/>
                </a:lnTo>
                <a:lnTo>
                  <a:pt x="270788" y="53050"/>
                </a:lnTo>
                <a:lnTo>
                  <a:pt x="271890" y="51524"/>
                </a:lnTo>
                <a:lnTo>
                  <a:pt x="273042" y="50063"/>
                </a:lnTo>
                <a:lnTo>
                  <a:pt x="274244" y="48664"/>
                </a:lnTo>
                <a:lnTo>
                  <a:pt x="275495" y="47329"/>
                </a:lnTo>
                <a:lnTo>
                  <a:pt x="276796" y="46057"/>
                </a:lnTo>
                <a:lnTo>
                  <a:pt x="278146" y="44848"/>
                </a:lnTo>
                <a:lnTo>
                  <a:pt x="279546" y="43703"/>
                </a:lnTo>
                <a:lnTo>
                  <a:pt x="280996" y="42621"/>
                </a:lnTo>
                <a:lnTo>
                  <a:pt x="282499" y="41614"/>
                </a:lnTo>
                <a:lnTo>
                  <a:pt x="284061" y="40695"/>
                </a:lnTo>
                <a:lnTo>
                  <a:pt x="285681" y="39864"/>
                </a:lnTo>
                <a:lnTo>
                  <a:pt x="287360" y="39120"/>
                </a:lnTo>
                <a:lnTo>
                  <a:pt x="289097" y="38463"/>
                </a:lnTo>
                <a:lnTo>
                  <a:pt x="290893" y="37894"/>
                </a:lnTo>
                <a:lnTo>
                  <a:pt x="292747" y="37413"/>
                </a:lnTo>
                <a:lnTo>
                  <a:pt x="294659" y="37019"/>
                </a:lnTo>
                <a:lnTo>
                  <a:pt x="296630" y="36712"/>
                </a:lnTo>
                <a:lnTo>
                  <a:pt x="298660" y="36494"/>
                </a:lnTo>
                <a:lnTo>
                  <a:pt x="300747" y="36362"/>
                </a:lnTo>
                <a:lnTo>
                  <a:pt x="302894" y="36319"/>
                </a:lnTo>
                <a:lnTo>
                  <a:pt x="303551" y="36324"/>
                </a:lnTo>
                <a:lnTo>
                  <a:pt x="304261" y="36340"/>
                </a:lnTo>
                <a:lnTo>
                  <a:pt x="305025" y="36367"/>
                </a:lnTo>
                <a:lnTo>
                  <a:pt x="305842" y="36406"/>
                </a:lnTo>
                <a:lnTo>
                  <a:pt x="306713" y="36455"/>
                </a:lnTo>
                <a:lnTo>
                  <a:pt x="307637" y="36514"/>
                </a:lnTo>
                <a:lnTo>
                  <a:pt x="308615" y="36585"/>
                </a:lnTo>
                <a:lnTo>
                  <a:pt x="309646" y="36667"/>
                </a:lnTo>
                <a:lnTo>
                  <a:pt x="310731" y="36759"/>
                </a:lnTo>
                <a:lnTo>
                  <a:pt x="311869" y="36863"/>
                </a:lnTo>
                <a:lnTo>
                  <a:pt x="313061" y="36977"/>
                </a:lnTo>
                <a:lnTo>
                  <a:pt x="314307" y="37102"/>
                </a:lnTo>
                <a:lnTo>
                  <a:pt x="314505" y="37126"/>
                </a:lnTo>
                <a:lnTo>
                  <a:pt x="314719" y="37151"/>
                </a:lnTo>
                <a:lnTo>
                  <a:pt x="314948" y="37178"/>
                </a:lnTo>
                <a:lnTo>
                  <a:pt x="315194" y="37205"/>
                </a:lnTo>
                <a:lnTo>
                  <a:pt x="315456" y="37233"/>
                </a:lnTo>
                <a:lnTo>
                  <a:pt x="315733" y="37262"/>
                </a:lnTo>
                <a:lnTo>
                  <a:pt x="316026" y="37292"/>
                </a:lnTo>
                <a:lnTo>
                  <a:pt x="316335" y="37323"/>
                </a:lnTo>
                <a:lnTo>
                  <a:pt x="316660" y="37356"/>
                </a:lnTo>
                <a:lnTo>
                  <a:pt x="317001" y="37389"/>
                </a:lnTo>
                <a:lnTo>
                  <a:pt x="317358" y="37423"/>
                </a:lnTo>
                <a:lnTo>
                  <a:pt x="317730" y="37458"/>
                </a:lnTo>
                <a:lnTo>
                  <a:pt x="331069" y="37458"/>
                </a:lnTo>
                <a:lnTo>
                  <a:pt x="331069" y="93645"/>
                </a:lnTo>
                <a:lnTo>
                  <a:pt x="331090" y="96012"/>
                </a:lnTo>
                <a:lnTo>
                  <a:pt x="331152" y="98304"/>
                </a:lnTo>
                <a:lnTo>
                  <a:pt x="331256" y="100520"/>
                </a:lnTo>
                <a:lnTo>
                  <a:pt x="331402" y="102661"/>
                </a:lnTo>
                <a:lnTo>
                  <a:pt x="331589" y="104727"/>
                </a:lnTo>
                <a:lnTo>
                  <a:pt x="331818" y="106717"/>
                </a:lnTo>
                <a:lnTo>
                  <a:pt x="332088" y="108632"/>
                </a:lnTo>
                <a:lnTo>
                  <a:pt x="332400" y="110471"/>
                </a:lnTo>
                <a:lnTo>
                  <a:pt x="332754" y="112235"/>
                </a:lnTo>
                <a:lnTo>
                  <a:pt x="333149" y="113923"/>
                </a:lnTo>
                <a:lnTo>
                  <a:pt x="333586" y="115536"/>
                </a:lnTo>
                <a:lnTo>
                  <a:pt x="334065" y="117074"/>
                </a:lnTo>
                <a:lnTo>
                  <a:pt x="320227" y="117074"/>
                </a:lnTo>
                <a:lnTo>
                  <a:pt x="319970" y="115939"/>
                </a:lnTo>
                <a:lnTo>
                  <a:pt x="319722" y="114738"/>
                </a:lnTo>
                <a:lnTo>
                  <a:pt x="319482" y="113469"/>
                </a:lnTo>
                <a:lnTo>
                  <a:pt x="319252" y="112134"/>
                </a:lnTo>
                <a:lnTo>
                  <a:pt x="319031" y="110733"/>
                </a:lnTo>
                <a:lnTo>
                  <a:pt x="318818" y="109264"/>
                </a:lnTo>
                <a:lnTo>
                  <a:pt x="318615" y="107728"/>
                </a:lnTo>
                <a:lnTo>
                  <a:pt x="318420" y="106126"/>
                </a:lnTo>
                <a:lnTo>
                  <a:pt x="318234" y="104457"/>
                </a:lnTo>
                <a:lnTo>
                  <a:pt x="318057" y="102721"/>
                </a:lnTo>
                <a:lnTo>
                  <a:pt x="317889" y="100918"/>
                </a:lnTo>
                <a:lnTo>
                  <a:pt x="317730" y="99048"/>
                </a:lnTo>
                <a:moveTo>
                  <a:pt x="317730" y="83390"/>
                </a:moveTo>
                <a:lnTo>
                  <a:pt x="317730" y="49279"/>
                </a:lnTo>
                <a:lnTo>
                  <a:pt x="316560" y="48984"/>
                </a:lnTo>
                <a:lnTo>
                  <a:pt x="315404" y="48713"/>
                </a:lnTo>
                <a:lnTo>
                  <a:pt x="314262" y="48469"/>
                </a:lnTo>
                <a:lnTo>
                  <a:pt x="313134" y="48251"/>
                </a:lnTo>
                <a:lnTo>
                  <a:pt x="312019" y="48058"/>
                </a:lnTo>
                <a:lnTo>
                  <a:pt x="310918" y="47891"/>
                </a:lnTo>
                <a:lnTo>
                  <a:pt x="309832" y="47749"/>
                </a:lnTo>
                <a:lnTo>
                  <a:pt x="308759" y="47633"/>
                </a:lnTo>
                <a:lnTo>
                  <a:pt x="307700" y="47543"/>
                </a:lnTo>
                <a:lnTo>
                  <a:pt x="306654" y="47479"/>
                </a:lnTo>
                <a:lnTo>
                  <a:pt x="305623" y="47441"/>
                </a:lnTo>
                <a:lnTo>
                  <a:pt x="304606" y="47428"/>
                </a:lnTo>
                <a:lnTo>
                  <a:pt x="302589" y="47493"/>
                </a:lnTo>
                <a:lnTo>
                  <a:pt x="300630" y="47691"/>
                </a:lnTo>
                <a:lnTo>
                  <a:pt x="298728" y="48020"/>
                </a:lnTo>
                <a:lnTo>
                  <a:pt x="296882" y="48480"/>
                </a:lnTo>
                <a:lnTo>
                  <a:pt x="295094" y="49072"/>
                </a:lnTo>
                <a:lnTo>
                  <a:pt x="293362" y="49796"/>
                </a:lnTo>
                <a:lnTo>
                  <a:pt x="291688" y="50651"/>
                </a:lnTo>
                <a:lnTo>
                  <a:pt x="290070" y="51637"/>
                </a:lnTo>
                <a:lnTo>
                  <a:pt x="288510" y="52755"/>
                </a:lnTo>
                <a:lnTo>
                  <a:pt x="287006" y="54005"/>
                </a:lnTo>
                <a:lnTo>
                  <a:pt x="285559" y="55386"/>
                </a:lnTo>
                <a:lnTo>
                  <a:pt x="284170" y="56899"/>
                </a:lnTo>
                <a:lnTo>
                  <a:pt x="282865" y="58525"/>
                </a:lnTo>
                <a:lnTo>
                  <a:pt x="281674" y="60246"/>
                </a:lnTo>
                <a:lnTo>
                  <a:pt x="280597" y="62062"/>
                </a:lnTo>
                <a:lnTo>
                  <a:pt x="279632" y="63973"/>
                </a:lnTo>
                <a:lnTo>
                  <a:pt x="278782" y="65979"/>
                </a:lnTo>
                <a:lnTo>
                  <a:pt x="278044" y="68079"/>
                </a:lnTo>
                <a:lnTo>
                  <a:pt x="277420" y="70275"/>
                </a:lnTo>
                <a:lnTo>
                  <a:pt x="276910" y="72566"/>
                </a:lnTo>
                <a:lnTo>
                  <a:pt x="276513" y="74951"/>
                </a:lnTo>
                <a:lnTo>
                  <a:pt x="276229" y="77432"/>
                </a:lnTo>
                <a:lnTo>
                  <a:pt x="276059" y="80008"/>
                </a:lnTo>
                <a:lnTo>
                  <a:pt x="276003" y="82678"/>
                </a:lnTo>
                <a:lnTo>
                  <a:pt x="276034" y="84608"/>
                </a:lnTo>
                <a:lnTo>
                  <a:pt x="276126" y="86457"/>
                </a:lnTo>
                <a:lnTo>
                  <a:pt x="276281" y="88226"/>
                </a:lnTo>
                <a:lnTo>
                  <a:pt x="276498" y="89914"/>
                </a:lnTo>
                <a:lnTo>
                  <a:pt x="276777" y="91522"/>
                </a:lnTo>
                <a:lnTo>
                  <a:pt x="277117" y="93048"/>
                </a:lnTo>
                <a:lnTo>
                  <a:pt x="277520" y="94495"/>
                </a:lnTo>
                <a:lnTo>
                  <a:pt x="277984" y="95860"/>
                </a:lnTo>
                <a:lnTo>
                  <a:pt x="278510" y="97145"/>
                </a:lnTo>
                <a:lnTo>
                  <a:pt x="279098" y="98350"/>
                </a:lnTo>
                <a:lnTo>
                  <a:pt x="279749" y="99474"/>
                </a:lnTo>
                <a:lnTo>
                  <a:pt x="280461" y="100517"/>
                </a:lnTo>
                <a:lnTo>
                  <a:pt x="281212" y="101478"/>
                </a:lnTo>
                <a:lnTo>
                  <a:pt x="281981" y="102356"/>
                </a:lnTo>
                <a:lnTo>
                  <a:pt x="282768" y="103149"/>
                </a:lnTo>
                <a:lnTo>
                  <a:pt x="283571" y="103860"/>
                </a:lnTo>
                <a:lnTo>
                  <a:pt x="284392" y="104487"/>
                </a:lnTo>
                <a:lnTo>
                  <a:pt x="285231" y="105030"/>
                </a:lnTo>
                <a:lnTo>
                  <a:pt x="286087" y="105490"/>
                </a:lnTo>
                <a:lnTo>
                  <a:pt x="286960" y="105866"/>
                </a:lnTo>
                <a:lnTo>
                  <a:pt x="287850" y="106158"/>
                </a:lnTo>
                <a:lnTo>
                  <a:pt x="288758" y="106367"/>
                </a:lnTo>
                <a:lnTo>
                  <a:pt x="289683" y="106493"/>
                </a:lnTo>
                <a:lnTo>
                  <a:pt x="290625" y="106534"/>
                </a:lnTo>
                <a:lnTo>
                  <a:pt x="291668" y="106491"/>
                </a:lnTo>
                <a:lnTo>
                  <a:pt x="292729" y="106360"/>
                </a:lnTo>
                <a:lnTo>
                  <a:pt x="293808" y="106143"/>
                </a:lnTo>
                <a:lnTo>
                  <a:pt x="294905" y="105838"/>
                </a:lnTo>
                <a:lnTo>
                  <a:pt x="296019" y="105446"/>
                </a:lnTo>
                <a:lnTo>
                  <a:pt x="297152" y="104968"/>
                </a:lnTo>
                <a:lnTo>
                  <a:pt x="298302" y="104402"/>
                </a:lnTo>
                <a:lnTo>
                  <a:pt x="299470" y="103749"/>
                </a:lnTo>
                <a:lnTo>
                  <a:pt x="300656" y="103009"/>
                </a:lnTo>
                <a:lnTo>
                  <a:pt x="301860" y="102182"/>
                </a:lnTo>
                <a:lnTo>
                  <a:pt x="303081" y="101269"/>
                </a:lnTo>
                <a:lnTo>
                  <a:pt x="304320" y="100268"/>
                </a:lnTo>
                <a:lnTo>
                  <a:pt x="305558" y="99193"/>
                </a:lnTo>
                <a:lnTo>
                  <a:pt x="306773" y="98058"/>
                </a:lnTo>
                <a:lnTo>
                  <a:pt x="307967" y="96863"/>
                </a:lnTo>
                <a:lnTo>
                  <a:pt x="309139" y="95607"/>
                </a:lnTo>
                <a:lnTo>
                  <a:pt x="310289" y="94291"/>
                </a:lnTo>
                <a:lnTo>
                  <a:pt x="311418" y="92915"/>
                </a:lnTo>
                <a:lnTo>
                  <a:pt x="312524" y="91478"/>
                </a:lnTo>
                <a:lnTo>
                  <a:pt x="313609" y="89981"/>
                </a:lnTo>
                <a:lnTo>
                  <a:pt x="314672" y="88424"/>
                </a:lnTo>
                <a:lnTo>
                  <a:pt x="315713" y="86806"/>
                </a:lnTo>
                <a:lnTo>
                  <a:pt x="316733" y="85128"/>
                </a:lnTo>
                <a:lnTo>
                  <a:pt x="317730" y="83390"/>
                </a:lnTo>
                <a:close/>
                <a:moveTo>
                  <a:pt x="374423" y="117074"/>
                </a:moveTo>
                <a:lnTo>
                  <a:pt x="374423" y="13246"/>
                </a:lnTo>
                <a:lnTo>
                  <a:pt x="350599" y="13246"/>
                </a:lnTo>
                <a:lnTo>
                  <a:pt x="350599" y="2136"/>
                </a:lnTo>
                <a:lnTo>
                  <a:pt x="387690" y="2136"/>
                </a:lnTo>
                <a:lnTo>
                  <a:pt x="387690" y="105965"/>
                </a:lnTo>
                <a:lnTo>
                  <a:pt x="412584" y="105965"/>
                </a:lnTo>
                <a:lnTo>
                  <a:pt x="412584" y="117074"/>
                </a:lnTo>
                <a:lnTo>
                  <a:pt x="374423" y="117074"/>
                </a:lnTo>
                <a:close/>
                <a:moveTo>
                  <a:pt x="493886" y="99128"/>
                </a:moveTo>
                <a:lnTo>
                  <a:pt x="492858" y="100756"/>
                </a:lnTo>
                <a:lnTo>
                  <a:pt x="491796" y="102315"/>
                </a:lnTo>
                <a:lnTo>
                  <a:pt x="490700" y="103806"/>
                </a:lnTo>
                <a:lnTo>
                  <a:pt x="489570" y="105229"/>
                </a:lnTo>
                <a:lnTo>
                  <a:pt x="488406" y="106583"/>
                </a:lnTo>
                <a:lnTo>
                  <a:pt x="487208" y="107870"/>
                </a:lnTo>
                <a:lnTo>
                  <a:pt x="485975" y="109088"/>
                </a:lnTo>
                <a:lnTo>
                  <a:pt x="484708" y="110237"/>
                </a:lnTo>
                <a:lnTo>
                  <a:pt x="483407" y="111319"/>
                </a:lnTo>
                <a:lnTo>
                  <a:pt x="482072" y="112332"/>
                </a:lnTo>
                <a:lnTo>
                  <a:pt x="480702" y="113277"/>
                </a:lnTo>
                <a:lnTo>
                  <a:pt x="479299" y="114154"/>
                </a:lnTo>
                <a:lnTo>
                  <a:pt x="477888" y="114962"/>
                </a:lnTo>
                <a:lnTo>
                  <a:pt x="476496" y="115699"/>
                </a:lnTo>
                <a:lnTo>
                  <a:pt x="475124" y="116366"/>
                </a:lnTo>
                <a:lnTo>
                  <a:pt x="473771" y="116963"/>
                </a:lnTo>
                <a:lnTo>
                  <a:pt x="472437" y="117490"/>
                </a:lnTo>
                <a:lnTo>
                  <a:pt x="471123" y="117946"/>
                </a:lnTo>
                <a:lnTo>
                  <a:pt x="469828" y="118332"/>
                </a:lnTo>
                <a:lnTo>
                  <a:pt x="468552" y="118648"/>
                </a:lnTo>
                <a:lnTo>
                  <a:pt x="467295" y="118894"/>
                </a:lnTo>
                <a:lnTo>
                  <a:pt x="466058" y="119070"/>
                </a:lnTo>
                <a:lnTo>
                  <a:pt x="464840" y="119175"/>
                </a:lnTo>
                <a:lnTo>
                  <a:pt x="463642" y="119210"/>
                </a:lnTo>
                <a:lnTo>
                  <a:pt x="461992" y="119150"/>
                </a:lnTo>
                <a:lnTo>
                  <a:pt x="460370" y="118971"/>
                </a:lnTo>
                <a:lnTo>
                  <a:pt x="458776" y="118672"/>
                </a:lnTo>
                <a:lnTo>
                  <a:pt x="457210" y="118253"/>
                </a:lnTo>
                <a:lnTo>
                  <a:pt x="455673" y="117714"/>
                </a:lnTo>
                <a:lnTo>
                  <a:pt x="454164" y="117056"/>
                </a:lnTo>
                <a:lnTo>
                  <a:pt x="452683" y="116278"/>
                </a:lnTo>
                <a:lnTo>
                  <a:pt x="451231" y="115381"/>
                </a:lnTo>
                <a:lnTo>
                  <a:pt x="449806" y="114363"/>
                </a:lnTo>
                <a:lnTo>
                  <a:pt x="448410" y="113226"/>
                </a:lnTo>
                <a:lnTo>
                  <a:pt x="447042" y="111970"/>
                </a:lnTo>
                <a:lnTo>
                  <a:pt x="445703" y="110593"/>
                </a:lnTo>
                <a:lnTo>
                  <a:pt x="444432" y="109096"/>
                </a:lnTo>
                <a:lnTo>
                  <a:pt x="443272" y="107474"/>
                </a:lnTo>
                <a:lnTo>
                  <a:pt x="442223" y="105729"/>
                </a:lnTo>
                <a:lnTo>
                  <a:pt x="441284" y="103860"/>
                </a:lnTo>
                <a:lnTo>
                  <a:pt x="440456" y="101867"/>
                </a:lnTo>
                <a:lnTo>
                  <a:pt x="439738" y="99751"/>
                </a:lnTo>
                <a:lnTo>
                  <a:pt x="439130" y="97512"/>
                </a:lnTo>
                <a:lnTo>
                  <a:pt x="438633" y="95148"/>
                </a:lnTo>
                <a:lnTo>
                  <a:pt x="438246" y="92661"/>
                </a:lnTo>
                <a:lnTo>
                  <a:pt x="437970" y="90051"/>
                </a:lnTo>
                <a:lnTo>
                  <a:pt x="437805" y="87316"/>
                </a:lnTo>
                <a:lnTo>
                  <a:pt x="437749" y="84458"/>
                </a:lnTo>
                <a:lnTo>
                  <a:pt x="437786" y="82176"/>
                </a:lnTo>
                <a:lnTo>
                  <a:pt x="437896" y="79935"/>
                </a:lnTo>
                <a:lnTo>
                  <a:pt x="438079" y="77735"/>
                </a:lnTo>
                <a:lnTo>
                  <a:pt x="438336" y="75577"/>
                </a:lnTo>
                <a:lnTo>
                  <a:pt x="438666" y="73459"/>
                </a:lnTo>
                <a:lnTo>
                  <a:pt x="439069" y="71382"/>
                </a:lnTo>
                <a:lnTo>
                  <a:pt x="439546" y="69346"/>
                </a:lnTo>
                <a:lnTo>
                  <a:pt x="440095" y="67351"/>
                </a:lnTo>
                <a:lnTo>
                  <a:pt x="440718" y="65398"/>
                </a:lnTo>
                <a:lnTo>
                  <a:pt x="441415" y="63485"/>
                </a:lnTo>
                <a:lnTo>
                  <a:pt x="442185" y="61614"/>
                </a:lnTo>
                <a:lnTo>
                  <a:pt x="443028" y="59783"/>
                </a:lnTo>
                <a:lnTo>
                  <a:pt x="443932" y="58005"/>
                </a:lnTo>
                <a:lnTo>
                  <a:pt x="444886" y="56290"/>
                </a:lnTo>
                <a:lnTo>
                  <a:pt x="445890" y="54638"/>
                </a:lnTo>
                <a:lnTo>
                  <a:pt x="446943" y="53050"/>
                </a:lnTo>
                <a:lnTo>
                  <a:pt x="448046" y="51524"/>
                </a:lnTo>
                <a:lnTo>
                  <a:pt x="449198" y="50063"/>
                </a:lnTo>
                <a:lnTo>
                  <a:pt x="450399" y="48664"/>
                </a:lnTo>
                <a:lnTo>
                  <a:pt x="451651" y="47329"/>
                </a:lnTo>
                <a:lnTo>
                  <a:pt x="452951" y="46057"/>
                </a:lnTo>
                <a:lnTo>
                  <a:pt x="454302" y="44848"/>
                </a:lnTo>
                <a:lnTo>
                  <a:pt x="455702" y="43703"/>
                </a:lnTo>
                <a:lnTo>
                  <a:pt x="457151" y="42621"/>
                </a:lnTo>
                <a:lnTo>
                  <a:pt x="458654" y="41614"/>
                </a:lnTo>
                <a:lnTo>
                  <a:pt x="460216" y="40695"/>
                </a:lnTo>
                <a:lnTo>
                  <a:pt x="461836" y="39864"/>
                </a:lnTo>
                <a:lnTo>
                  <a:pt x="463515" y="39120"/>
                </a:lnTo>
                <a:lnTo>
                  <a:pt x="465252" y="38463"/>
                </a:lnTo>
                <a:lnTo>
                  <a:pt x="467048" y="37894"/>
                </a:lnTo>
                <a:lnTo>
                  <a:pt x="468902" y="37413"/>
                </a:lnTo>
                <a:lnTo>
                  <a:pt x="470815" y="37019"/>
                </a:lnTo>
                <a:lnTo>
                  <a:pt x="472786" y="36712"/>
                </a:lnTo>
                <a:lnTo>
                  <a:pt x="474815" y="36494"/>
                </a:lnTo>
                <a:lnTo>
                  <a:pt x="476903" y="36362"/>
                </a:lnTo>
                <a:lnTo>
                  <a:pt x="479049" y="36319"/>
                </a:lnTo>
                <a:lnTo>
                  <a:pt x="479706" y="36324"/>
                </a:lnTo>
                <a:lnTo>
                  <a:pt x="480416" y="36340"/>
                </a:lnTo>
                <a:lnTo>
                  <a:pt x="481180" y="36367"/>
                </a:lnTo>
                <a:lnTo>
                  <a:pt x="481997" y="36406"/>
                </a:lnTo>
                <a:lnTo>
                  <a:pt x="482868" y="36455"/>
                </a:lnTo>
                <a:lnTo>
                  <a:pt x="483793" y="36514"/>
                </a:lnTo>
                <a:lnTo>
                  <a:pt x="484770" y="36585"/>
                </a:lnTo>
                <a:lnTo>
                  <a:pt x="485802" y="36667"/>
                </a:lnTo>
                <a:lnTo>
                  <a:pt x="486887" y="36759"/>
                </a:lnTo>
                <a:lnTo>
                  <a:pt x="488025" y="36863"/>
                </a:lnTo>
                <a:lnTo>
                  <a:pt x="489217" y="36977"/>
                </a:lnTo>
                <a:lnTo>
                  <a:pt x="490462" y="37102"/>
                </a:lnTo>
                <a:lnTo>
                  <a:pt x="490660" y="37126"/>
                </a:lnTo>
                <a:lnTo>
                  <a:pt x="490874" y="37151"/>
                </a:lnTo>
                <a:lnTo>
                  <a:pt x="491104" y="37178"/>
                </a:lnTo>
                <a:lnTo>
                  <a:pt x="491350" y="37205"/>
                </a:lnTo>
                <a:lnTo>
                  <a:pt x="491611" y="37233"/>
                </a:lnTo>
                <a:lnTo>
                  <a:pt x="491889" y="37262"/>
                </a:lnTo>
                <a:lnTo>
                  <a:pt x="492182" y="37292"/>
                </a:lnTo>
                <a:lnTo>
                  <a:pt x="492491" y="37323"/>
                </a:lnTo>
                <a:lnTo>
                  <a:pt x="492816" y="37356"/>
                </a:lnTo>
                <a:lnTo>
                  <a:pt x="493157" y="37389"/>
                </a:lnTo>
                <a:lnTo>
                  <a:pt x="493513" y="37423"/>
                </a:lnTo>
                <a:lnTo>
                  <a:pt x="493886" y="37458"/>
                </a:lnTo>
                <a:lnTo>
                  <a:pt x="507224" y="37458"/>
                </a:lnTo>
                <a:lnTo>
                  <a:pt x="507224" y="93716"/>
                </a:lnTo>
                <a:lnTo>
                  <a:pt x="507221" y="96954"/>
                </a:lnTo>
                <a:lnTo>
                  <a:pt x="507210" y="99976"/>
                </a:lnTo>
                <a:lnTo>
                  <a:pt x="507191" y="102780"/>
                </a:lnTo>
                <a:lnTo>
                  <a:pt x="507165" y="105367"/>
                </a:lnTo>
                <a:lnTo>
                  <a:pt x="507131" y="107737"/>
                </a:lnTo>
                <a:lnTo>
                  <a:pt x="507091" y="109890"/>
                </a:lnTo>
                <a:lnTo>
                  <a:pt x="507042" y="111826"/>
                </a:lnTo>
                <a:lnTo>
                  <a:pt x="506987" y="113545"/>
                </a:lnTo>
                <a:lnTo>
                  <a:pt x="506923" y="115046"/>
                </a:lnTo>
                <a:lnTo>
                  <a:pt x="506853" y="116331"/>
                </a:lnTo>
                <a:lnTo>
                  <a:pt x="506775" y="117398"/>
                </a:lnTo>
                <a:lnTo>
                  <a:pt x="506689" y="118249"/>
                </a:lnTo>
                <a:lnTo>
                  <a:pt x="506596" y="118991"/>
                </a:lnTo>
                <a:lnTo>
                  <a:pt x="506492" y="119735"/>
                </a:lnTo>
                <a:lnTo>
                  <a:pt x="506380" y="120481"/>
                </a:lnTo>
                <a:lnTo>
                  <a:pt x="506257" y="121228"/>
                </a:lnTo>
                <a:lnTo>
                  <a:pt x="506126" y="121976"/>
                </a:lnTo>
                <a:lnTo>
                  <a:pt x="505985" y="122726"/>
                </a:lnTo>
                <a:lnTo>
                  <a:pt x="505835" y="123478"/>
                </a:lnTo>
                <a:lnTo>
                  <a:pt x="505675" y="124231"/>
                </a:lnTo>
                <a:lnTo>
                  <a:pt x="505506" y="124985"/>
                </a:lnTo>
                <a:lnTo>
                  <a:pt x="505327" y="125741"/>
                </a:lnTo>
                <a:lnTo>
                  <a:pt x="505139" y="126498"/>
                </a:lnTo>
                <a:lnTo>
                  <a:pt x="504942" y="127257"/>
                </a:lnTo>
                <a:lnTo>
                  <a:pt x="504416" y="128995"/>
                </a:lnTo>
                <a:lnTo>
                  <a:pt x="503788" y="130670"/>
                </a:lnTo>
                <a:lnTo>
                  <a:pt x="503058" y="132282"/>
                </a:lnTo>
                <a:lnTo>
                  <a:pt x="502227" y="133833"/>
                </a:lnTo>
                <a:lnTo>
                  <a:pt x="501295" y="135321"/>
                </a:lnTo>
                <a:lnTo>
                  <a:pt x="500261" y="136746"/>
                </a:lnTo>
                <a:lnTo>
                  <a:pt x="499125" y="138110"/>
                </a:lnTo>
                <a:lnTo>
                  <a:pt x="497888" y="139411"/>
                </a:lnTo>
                <a:lnTo>
                  <a:pt x="496549" y="140650"/>
                </a:lnTo>
                <a:lnTo>
                  <a:pt x="495109" y="141826"/>
                </a:lnTo>
                <a:lnTo>
                  <a:pt x="493567" y="142940"/>
                </a:lnTo>
                <a:lnTo>
                  <a:pt x="491924" y="143992"/>
                </a:lnTo>
                <a:lnTo>
                  <a:pt x="490201" y="144970"/>
                </a:lnTo>
                <a:lnTo>
                  <a:pt x="488418" y="145864"/>
                </a:lnTo>
                <a:lnTo>
                  <a:pt x="486577" y="146672"/>
                </a:lnTo>
                <a:lnTo>
                  <a:pt x="484676" y="147395"/>
                </a:lnTo>
                <a:lnTo>
                  <a:pt x="482717" y="148033"/>
                </a:lnTo>
                <a:lnTo>
                  <a:pt x="480699" y="148585"/>
                </a:lnTo>
                <a:lnTo>
                  <a:pt x="478621" y="149053"/>
                </a:lnTo>
                <a:lnTo>
                  <a:pt x="476485" y="149436"/>
                </a:lnTo>
                <a:lnTo>
                  <a:pt x="474290" y="149734"/>
                </a:lnTo>
                <a:lnTo>
                  <a:pt x="472036" y="149946"/>
                </a:lnTo>
                <a:lnTo>
                  <a:pt x="469723" y="150074"/>
                </a:lnTo>
                <a:lnTo>
                  <a:pt x="467351" y="150117"/>
                </a:lnTo>
                <a:lnTo>
                  <a:pt x="464935" y="150065"/>
                </a:lnTo>
                <a:lnTo>
                  <a:pt x="462515" y="149910"/>
                </a:lnTo>
                <a:lnTo>
                  <a:pt x="460089" y="149651"/>
                </a:lnTo>
                <a:lnTo>
                  <a:pt x="457658" y="149288"/>
                </a:lnTo>
                <a:lnTo>
                  <a:pt x="455223" y="148823"/>
                </a:lnTo>
                <a:lnTo>
                  <a:pt x="452782" y="148253"/>
                </a:lnTo>
                <a:lnTo>
                  <a:pt x="450337" y="147580"/>
                </a:lnTo>
                <a:lnTo>
                  <a:pt x="447886" y="146804"/>
                </a:lnTo>
                <a:lnTo>
                  <a:pt x="445431" y="145924"/>
                </a:lnTo>
                <a:lnTo>
                  <a:pt x="442970" y="144941"/>
                </a:lnTo>
                <a:lnTo>
                  <a:pt x="440505" y="143854"/>
                </a:lnTo>
                <a:lnTo>
                  <a:pt x="438035" y="142664"/>
                </a:lnTo>
                <a:lnTo>
                  <a:pt x="438035" y="129287"/>
                </a:lnTo>
                <a:lnTo>
                  <a:pt x="438992" y="129919"/>
                </a:lnTo>
                <a:lnTo>
                  <a:pt x="439985" y="130540"/>
                </a:lnTo>
                <a:lnTo>
                  <a:pt x="441015" y="131147"/>
                </a:lnTo>
                <a:lnTo>
                  <a:pt x="442081" y="131743"/>
                </a:lnTo>
                <a:lnTo>
                  <a:pt x="443183" y="132326"/>
                </a:lnTo>
                <a:lnTo>
                  <a:pt x="444321" y="132897"/>
                </a:lnTo>
                <a:lnTo>
                  <a:pt x="445495" y="133455"/>
                </a:lnTo>
                <a:lnTo>
                  <a:pt x="446705" y="134002"/>
                </a:lnTo>
                <a:lnTo>
                  <a:pt x="447952" y="134536"/>
                </a:lnTo>
                <a:lnTo>
                  <a:pt x="449234" y="135057"/>
                </a:lnTo>
                <a:lnTo>
                  <a:pt x="450553" y="135566"/>
                </a:lnTo>
                <a:lnTo>
                  <a:pt x="451908" y="136063"/>
                </a:lnTo>
                <a:lnTo>
                  <a:pt x="453278" y="136533"/>
                </a:lnTo>
                <a:lnTo>
                  <a:pt x="454640" y="136963"/>
                </a:lnTo>
                <a:lnTo>
                  <a:pt x="455994" y="137351"/>
                </a:lnTo>
                <a:lnTo>
                  <a:pt x="457341" y="137699"/>
                </a:lnTo>
                <a:lnTo>
                  <a:pt x="458681" y="138005"/>
                </a:lnTo>
                <a:lnTo>
                  <a:pt x="460013" y="138271"/>
                </a:lnTo>
                <a:lnTo>
                  <a:pt x="461338" y="138496"/>
                </a:lnTo>
                <a:lnTo>
                  <a:pt x="462655" y="138680"/>
                </a:lnTo>
                <a:lnTo>
                  <a:pt x="463965" y="138823"/>
                </a:lnTo>
                <a:lnTo>
                  <a:pt x="465268" y="138926"/>
                </a:lnTo>
                <a:lnTo>
                  <a:pt x="466563" y="138987"/>
                </a:lnTo>
                <a:lnTo>
                  <a:pt x="467850" y="139007"/>
                </a:lnTo>
                <a:lnTo>
                  <a:pt x="468856" y="138994"/>
                </a:lnTo>
                <a:lnTo>
                  <a:pt x="469854" y="138954"/>
                </a:lnTo>
                <a:lnTo>
                  <a:pt x="470842" y="138887"/>
                </a:lnTo>
                <a:lnTo>
                  <a:pt x="471821" y="138794"/>
                </a:lnTo>
                <a:lnTo>
                  <a:pt x="472792" y="138674"/>
                </a:lnTo>
                <a:lnTo>
                  <a:pt x="473753" y="138527"/>
                </a:lnTo>
                <a:lnTo>
                  <a:pt x="474706" y="138354"/>
                </a:lnTo>
                <a:lnTo>
                  <a:pt x="475649" y="138154"/>
                </a:lnTo>
                <a:lnTo>
                  <a:pt x="476584" y="137927"/>
                </a:lnTo>
                <a:lnTo>
                  <a:pt x="477510" y="137674"/>
                </a:lnTo>
                <a:lnTo>
                  <a:pt x="478427" y="137394"/>
                </a:lnTo>
                <a:lnTo>
                  <a:pt x="479335" y="137087"/>
                </a:lnTo>
                <a:lnTo>
                  <a:pt x="480224" y="136755"/>
                </a:lnTo>
                <a:lnTo>
                  <a:pt x="481084" y="136400"/>
                </a:lnTo>
                <a:lnTo>
                  <a:pt x="481916" y="136021"/>
                </a:lnTo>
                <a:lnTo>
                  <a:pt x="482719" y="135618"/>
                </a:lnTo>
                <a:lnTo>
                  <a:pt x="483493" y="135192"/>
                </a:lnTo>
                <a:lnTo>
                  <a:pt x="484238" y="134742"/>
                </a:lnTo>
                <a:lnTo>
                  <a:pt x="484955" y="134268"/>
                </a:lnTo>
                <a:lnTo>
                  <a:pt x="485643" y="133770"/>
                </a:lnTo>
                <a:lnTo>
                  <a:pt x="486303" y="133249"/>
                </a:lnTo>
                <a:lnTo>
                  <a:pt x="486933" y="132704"/>
                </a:lnTo>
                <a:lnTo>
                  <a:pt x="487535" y="132136"/>
                </a:lnTo>
                <a:lnTo>
                  <a:pt x="488108" y="131543"/>
                </a:lnTo>
                <a:lnTo>
                  <a:pt x="488652" y="130931"/>
                </a:lnTo>
                <a:lnTo>
                  <a:pt x="489166" y="130302"/>
                </a:lnTo>
                <a:lnTo>
                  <a:pt x="489651" y="129657"/>
                </a:lnTo>
                <a:lnTo>
                  <a:pt x="490105" y="128996"/>
                </a:lnTo>
                <a:lnTo>
                  <a:pt x="490530" y="128319"/>
                </a:lnTo>
                <a:lnTo>
                  <a:pt x="490926" y="127625"/>
                </a:lnTo>
                <a:lnTo>
                  <a:pt x="491291" y="126915"/>
                </a:lnTo>
                <a:lnTo>
                  <a:pt x="491627" y="126189"/>
                </a:lnTo>
                <a:lnTo>
                  <a:pt x="491933" y="125446"/>
                </a:lnTo>
                <a:lnTo>
                  <a:pt x="492209" y="124687"/>
                </a:lnTo>
                <a:lnTo>
                  <a:pt x="492456" y="123912"/>
                </a:lnTo>
                <a:lnTo>
                  <a:pt x="492673" y="123120"/>
                </a:lnTo>
                <a:lnTo>
                  <a:pt x="492867" y="122299"/>
                </a:lnTo>
                <a:lnTo>
                  <a:pt x="493044" y="121433"/>
                </a:lnTo>
                <a:lnTo>
                  <a:pt x="493204" y="120523"/>
                </a:lnTo>
                <a:lnTo>
                  <a:pt x="493347" y="119570"/>
                </a:lnTo>
                <a:lnTo>
                  <a:pt x="493473" y="118573"/>
                </a:lnTo>
                <a:lnTo>
                  <a:pt x="493583" y="117531"/>
                </a:lnTo>
                <a:lnTo>
                  <a:pt x="493675" y="116446"/>
                </a:lnTo>
                <a:lnTo>
                  <a:pt x="493751" y="115316"/>
                </a:lnTo>
                <a:lnTo>
                  <a:pt x="493810" y="114143"/>
                </a:lnTo>
                <a:lnTo>
                  <a:pt x="493852" y="112926"/>
                </a:lnTo>
                <a:lnTo>
                  <a:pt x="493877" y="111665"/>
                </a:lnTo>
                <a:lnTo>
                  <a:pt x="493886" y="110360"/>
                </a:lnTo>
                <a:lnTo>
                  <a:pt x="493886" y="99128"/>
                </a:lnTo>
                <a:moveTo>
                  <a:pt x="493886" y="83390"/>
                </a:moveTo>
                <a:lnTo>
                  <a:pt x="493886" y="49279"/>
                </a:lnTo>
                <a:lnTo>
                  <a:pt x="492716" y="48984"/>
                </a:lnTo>
                <a:lnTo>
                  <a:pt x="491560" y="48713"/>
                </a:lnTo>
                <a:lnTo>
                  <a:pt x="490417" y="48469"/>
                </a:lnTo>
                <a:lnTo>
                  <a:pt x="489289" y="48251"/>
                </a:lnTo>
                <a:lnTo>
                  <a:pt x="488174" y="48058"/>
                </a:lnTo>
                <a:lnTo>
                  <a:pt x="487074" y="47891"/>
                </a:lnTo>
                <a:lnTo>
                  <a:pt x="485987" y="47749"/>
                </a:lnTo>
                <a:lnTo>
                  <a:pt x="484914" y="47633"/>
                </a:lnTo>
                <a:lnTo>
                  <a:pt x="483855" y="47543"/>
                </a:lnTo>
                <a:lnTo>
                  <a:pt x="482810" y="47479"/>
                </a:lnTo>
                <a:lnTo>
                  <a:pt x="481779" y="47441"/>
                </a:lnTo>
                <a:lnTo>
                  <a:pt x="480761" y="47428"/>
                </a:lnTo>
                <a:lnTo>
                  <a:pt x="478745" y="47493"/>
                </a:lnTo>
                <a:lnTo>
                  <a:pt x="476785" y="47691"/>
                </a:lnTo>
                <a:lnTo>
                  <a:pt x="474883" y="48020"/>
                </a:lnTo>
                <a:lnTo>
                  <a:pt x="473038" y="48480"/>
                </a:lnTo>
                <a:lnTo>
                  <a:pt x="471249" y="49072"/>
                </a:lnTo>
                <a:lnTo>
                  <a:pt x="469518" y="49796"/>
                </a:lnTo>
                <a:lnTo>
                  <a:pt x="467843" y="50651"/>
                </a:lnTo>
                <a:lnTo>
                  <a:pt x="466226" y="51637"/>
                </a:lnTo>
                <a:lnTo>
                  <a:pt x="464665" y="52755"/>
                </a:lnTo>
                <a:lnTo>
                  <a:pt x="463162" y="54005"/>
                </a:lnTo>
                <a:lnTo>
                  <a:pt x="461715" y="55386"/>
                </a:lnTo>
                <a:lnTo>
                  <a:pt x="460325" y="56899"/>
                </a:lnTo>
                <a:lnTo>
                  <a:pt x="459021" y="58525"/>
                </a:lnTo>
                <a:lnTo>
                  <a:pt x="457830" y="60246"/>
                </a:lnTo>
                <a:lnTo>
                  <a:pt x="456752" y="62062"/>
                </a:lnTo>
                <a:lnTo>
                  <a:pt x="455788" y="63973"/>
                </a:lnTo>
                <a:lnTo>
                  <a:pt x="454937" y="65979"/>
                </a:lnTo>
                <a:lnTo>
                  <a:pt x="454200" y="68079"/>
                </a:lnTo>
                <a:lnTo>
                  <a:pt x="453576" y="70275"/>
                </a:lnTo>
                <a:lnTo>
                  <a:pt x="453065" y="72566"/>
                </a:lnTo>
                <a:lnTo>
                  <a:pt x="452668" y="74951"/>
                </a:lnTo>
                <a:lnTo>
                  <a:pt x="452385" y="77432"/>
                </a:lnTo>
                <a:lnTo>
                  <a:pt x="452215" y="80008"/>
                </a:lnTo>
                <a:lnTo>
                  <a:pt x="452158" y="82678"/>
                </a:lnTo>
                <a:lnTo>
                  <a:pt x="452189" y="84608"/>
                </a:lnTo>
                <a:lnTo>
                  <a:pt x="452282" y="86457"/>
                </a:lnTo>
                <a:lnTo>
                  <a:pt x="452437" y="88226"/>
                </a:lnTo>
                <a:lnTo>
                  <a:pt x="452653" y="89914"/>
                </a:lnTo>
                <a:lnTo>
                  <a:pt x="452932" y="91522"/>
                </a:lnTo>
                <a:lnTo>
                  <a:pt x="453272" y="93048"/>
                </a:lnTo>
                <a:lnTo>
                  <a:pt x="453675" y="94495"/>
                </a:lnTo>
                <a:lnTo>
                  <a:pt x="454139" y="95860"/>
                </a:lnTo>
                <a:lnTo>
                  <a:pt x="454666" y="97145"/>
                </a:lnTo>
                <a:lnTo>
                  <a:pt x="455254" y="98350"/>
                </a:lnTo>
                <a:lnTo>
                  <a:pt x="455904" y="99474"/>
                </a:lnTo>
                <a:lnTo>
                  <a:pt x="456616" y="100517"/>
                </a:lnTo>
                <a:lnTo>
                  <a:pt x="457368" y="101478"/>
                </a:lnTo>
                <a:lnTo>
                  <a:pt x="458137" y="102356"/>
                </a:lnTo>
                <a:lnTo>
                  <a:pt x="458923" y="103149"/>
                </a:lnTo>
                <a:lnTo>
                  <a:pt x="459727" y="103860"/>
                </a:lnTo>
                <a:lnTo>
                  <a:pt x="460548" y="104487"/>
                </a:lnTo>
                <a:lnTo>
                  <a:pt x="461386" y="105030"/>
                </a:lnTo>
                <a:lnTo>
                  <a:pt x="462242" y="105490"/>
                </a:lnTo>
                <a:lnTo>
                  <a:pt x="463115" y="105866"/>
                </a:lnTo>
                <a:lnTo>
                  <a:pt x="464005" y="106158"/>
                </a:lnTo>
                <a:lnTo>
                  <a:pt x="464913" y="106367"/>
                </a:lnTo>
                <a:lnTo>
                  <a:pt x="465838" y="106493"/>
                </a:lnTo>
                <a:lnTo>
                  <a:pt x="466781" y="106534"/>
                </a:lnTo>
                <a:lnTo>
                  <a:pt x="467824" y="106491"/>
                </a:lnTo>
                <a:lnTo>
                  <a:pt x="468885" y="106360"/>
                </a:lnTo>
                <a:lnTo>
                  <a:pt x="469964" y="106143"/>
                </a:lnTo>
                <a:lnTo>
                  <a:pt x="471060" y="105838"/>
                </a:lnTo>
                <a:lnTo>
                  <a:pt x="472175" y="105446"/>
                </a:lnTo>
                <a:lnTo>
                  <a:pt x="473307" y="104968"/>
                </a:lnTo>
                <a:lnTo>
                  <a:pt x="474457" y="104402"/>
                </a:lnTo>
                <a:lnTo>
                  <a:pt x="475625" y="103749"/>
                </a:lnTo>
                <a:lnTo>
                  <a:pt x="476811" y="103009"/>
                </a:lnTo>
                <a:lnTo>
                  <a:pt x="478015" y="102182"/>
                </a:lnTo>
                <a:lnTo>
                  <a:pt x="479236" y="101269"/>
                </a:lnTo>
                <a:lnTo>
                  <a:pt x="480476" y="100268"/>
                </a:lnTo>
                <a:lnTo>
                  <a:pt x="481713" y="99193"/>
                </a:lnTo>
                <a:lnTo>
                  <a:pt x="482929" y="98058"/>
                </a:lnTo>
                <a:lnTo>
                  <a:pt x="484123" y="96863"/>
                </a:lnTo>
                <a:lnTo>
                  <a:pt x="485294" y="95607"/>
                </a:lnTo>
                <a:lnTo>
                  <a:pt x="486445" y="94291"/>
                </a:lnTo>
                <a:lnTo>
                  <a:pt x="487573" y="92915"/>
                </a:lnTo>
                <a:lnTo>
                  <a:pt x="488680" y="91478"/>
                </a:lnTo>
                <a:lnTo>
                  <a:pt x="489764" y="89981"/>
                </a:lnTo>
                <a:lnTo>
                  <a:pt x="490827" y="88424"/>
                </a:lnTo>
                <a:lnTo>
                  <a:pt x="491869" y="86806"/>
                </a:lnTo>
                <a:lnTo>
                  <a:pt x="492888" y="85128"/>
                </a:lnTo>
                <a:lnTo>
                  <a:pt x="493886" y="83390"/>
                </a:lnTo>
                <a:close/>
                <a:moveTo>
                  <a:pt x="547511" y="147980"/>
                </a:moveTo>
                <a:lnTo>
                  <a:pt x="547511" y="139150"/>
                </a:lnTo>
                <a:lnTo>
                  <a:pt x="548350" y="138916"/>
                </a:lnTo>
                <a:lnTo>
                  <a:pt x="549155" y="138666"/>
                </a:lnTo>
                <a:lnTo>
                  <a:pt x="549925" y="138400"/>
                </a:lnTo>
                <a:lnTo>
                  <a:pt x="550662" y="138117"/>
                </a:lnTo>
                <a:lnTo>
                  <a:pt x="551364" y="137818"/>
                </a:lnTo>
                <a:lnTo>
                  <a:pt x="552032" y="137503"/>
                </a:lnTo>
                <a:lnTo>
                  <a:pt x="552666" y="137171"/>
                </a:lnTo>
                <a:lnTo>
                  <a:pt x="553265" y="136823"/>
                </a:lnTo>
                <a:lnTo>
                  <a:pt x="553831" y="136459"/>
                </a:lnTo>
                <a:lnTo>
                  <a:pt x="554362" y="136079"/>
                </a:lnTo>
                <a:lnTo>
                  <a:pt x="554859" y="135682"/>
                </a:lnTo>
                <a:lnTo>
                  <a:pt x="555322" y="135269"/>
                </a:lnTo>
                <a:lnTo>
                  <a:pt x="555760" y="134838"/>
                </a:lnTo>
                <a:lnTo>
                  <a:pt x="556184" y="134388"/>
                </a:lnTo>
                <a:lnTo>
                  <a:pt x="556592" y="133920"/>
                </a:lnTo>
                <a:lnTo>
                  <a:pt x="556986" y="133433"/>
                </a:lnTo>
                <a:lnTo>
                  <a:pt x="557365" y="132927"/>
                </a:lnTo>
                <a:lnTo>
                  <a:pt x="557729" y="132402"/>
                </a:lnTo>
                <a:lnTo>
                  <a:pt x="558079" y="131859"/>
                </a:lnTo>
                <a:lnTo>
                  <a:pt x="558413" y="131297"/>
                </a:lnTo>
                <a:lnTo>
                  <a:pt x="558732" y="130716"/>
                </a:lnTo>
                <a:lnTo>
                  <a:pt x="559037" y="130116"/>
                </a:lnTo>
                <a:lnTo>
                  <a:pt x="559327" y="129497"/>
                </a:lnTo>
                <a:lnTo>
                  <a:pt x="559602" y="128860"/>
                </a:lnTo>
                <a:lnTo>
                  <a:pt x="559858" y="128202"/>
                </a:lnTo>
                <a:lnTo>
                  <a:pt x="560092" y="127521"/>
                </a:lnTo>
                <a:lnTo>
                  <a:pt x="560304" y="126819"/>
                </a:lnTo>
                <a:lnTo>
                  <a:pt x="560493" y="126094"/>
                </a:lnTo>
                <a:lnTo>
                  <a:pt x="560661" y="125347"/>
                </a:lnTo>
                <a:lnTo>
                  <a:pt x="560805" y="124578"/>
                </a:lnTo>
                <a:lnTo>
                  <a:pt x="560928" y="123786"/>
                </a:lnTo>
                <a:lnTo>
                  <a:pt x="561028" y="122973"/>
                </a:lnTo>
                <a:lnTo>
                  <a:pt x="561106" y="122137"/>
                </a:lnTo>
                <a:lnTo>
                  <a:pt x="561162" y="121278"/>
                </a:lnTo>
                <a:lnTo>
                  <a:pt x="561195" y="120398"/>
                </a:lnTo>
                <a:lnTo>
                  <a:pt x="561207" y="119495"/>
                </a:lnTo>
                <a:lnTo>
                  <a:pt x="560125" y="119469"/>
                </a:lnTo>
                <a:lnTo>
                  <a:pt x="559092" y="119391"/>
                </a:lnTo>
                <a:lnTo>
                  <a:pt x="558108" y="119261"/>
                </a:lnTo>
                <a:lnTo>
                  <a:pt x="557173" y="119078"/>
                </a:lnTo>
                <a:lnTo>
                  <a:pt x="556285" y="118844"/>
                </a:lnTo>
                <a:lnTo>
                  <a:pt x="555447" y="118558"/>
                </a:lnTo>
                <a:lnTo>
                  <a:pt x="554657" y="118219"/>
                </a:lnTo>
                <a:lnTo>
                  <a:pt x="553915" y="117828"/>
                </a:lnTo>
                <a:lnTo>
                  <a:pt x="553222" y="117386"/>
                </a:lnTo>
                <a:lnTo>
                  <a:pt x="552578" y="116891"/>
                </a:lnTo>
                <a:lnTo>
                  <a:pt x="551982" y="116344"/>
                </a:lnTo>
                <a:lnTo>
                  <a:pt x="551434" y="115745"/>
                </a:lnTo>
                <a:lnTo>
                  <a:pt x="550933" y="115117"/>
                </a:lnTo>
                <a:lnTo>
                  <a:pt x="550475" y="114480"/>
                </a:lnTo>
                <a:lnTo>
                  <a:pt x="550061" y="113837"/>
                </a:lnTo>
                <a:lnTo>
                  <a:pt x="549691" y="113186"/>
                </a:lnTo>
                <a:lnTo>
                  <a:pt x="549364" y="112527"/>
                </a:lnTo>
                <a:lnTo>
                  <a:pt x="549081" y="111861"/>
                </a:lnTo>
                <a:lnTo>
                  <a:pt x="548841" y="111188"/>
                </a:lnTo>
                <a:lnTo>
                  <a:pt x="548645" y="110507"/>
                </a:lnTo>
                <a:lnTo>
                  <a:pt x="548492" y="109819"/>
                </a:lnTo>
                <a:lnTo>
                  <a:pt x="548383" y="109123"/>
                </a:lnTo>
                <a:lnTo>
                  <a:pt x="548318" y="108420"/>
                </a:lnTo>
                <a:lnTo>
                  <a:pt x="548296" y="107709"/>
                </a:lnTo>
                <a:lnTo>
                  <a:pt x="548320" y="106898"/>
                </a:lnTo>
                <a:lnTo>
                  <a:pt x="548393" y="106109"/>
                </a:lnTo>
                <a:lnTo>
                  <a:pt x="548514" y="105341"/>
                </a:lnTo>
                <a:lnTo>
                  <a:pt x="548684" y="104594"/>
                </a:lnTo>
                <a:lnTo>
                  <a:pt x="548903" y="103869"/>
                </a:lnTo>
                <a:lnTo>
                  <a:pt x="549170" y="103165"/>
                </a:lnTo>
                <a:lnTo>
                  <a:pt x="549485" y="102482"/>
                </a:lnTo>
                <a:lnTo>
                  <a:pt x="549849" y="101820"/>
                </a:lnTo>
                <a:lnTo>
                  <a:pt x="550262" y="101180"/>
                </a:lnTo>
                <a:lnTo>
                  <a:pt x="550723" y="100562"/>
                </a:lnTo>
                <a:lnTo>
                  <a:pt x="551233" y="99964"/>
                </a:lnTo>
                <a:lnTo>
                  <a:pt x="551791" y="99389"/>
                </a:lnTo>
                <a:lnTo>
                  <a:pt x="552382" y="98847"/>
                </a:lnTo>
                <a:lnTo>
                  <a:pt x="552988" y="98352"/>
                </a:lnTo>
                <a:lnTo>
                  <a:pt x="553610" y="97904"/>
                </a:lnTo>
                <a:lnTo>
                  <a:pt x="554248" y="97503"/>
                </a:lnTo>
                <a:lnTo>
                  <a:pt x="554902" y="97150"/>
                </a:lnTo>
                <a:lnTo>
                  <a:pt x="555572" y="96843"/>
                </a:lnTo>
                <a:lnTo>
                  <a:pt x="556257" y="96584"/>
                </a:lnTo>
                <a:lnTo>
                  <a:pt x="556959" y="96372"/>
                </a:lnTo>
                <a:lnTo>
                  <a:pt x="557676" y="96207"/>
                </a:lnTo>
                <a:lnTo>
                  <a:pt x="558409" y="96089"/>
                </a:lnTo>
                <a:lnTo>
                  <a:pt x="559158" y="96018"/>
                </a:lnTo>
                <a:lnTo>
                  <a:pt x="559923" y="95995"/>
                </a:lnTo>
                <a:lnTo>
                  <a:pt x="560910" y="96031"/>
                </a:lnTo>
                <a:lnTo>
                  <a:pt x="561874" y="96138"/>
                </a:lnTo>
                <a:lnTo>
                  <a:pt x="562816" y="96318"/>
                </a:lnTo>
                <a:lnTo>
                  <a:pt x="563735" y="96569"/>
                </a:lnTo>
                <a:lnTo>
                  <a:pt x="564631" y="96892"/>
                </a:lnTo>
                <a:lnTo>
                  <a:pt x="565504" y="97287"/>
                </a:lnTo>
                <a:lnTo>
                  <a:pt x="566355" y="97754"/>
                </a:lnTo>
                <a:lnTo>
                  <a:pt x="567182" y="98292"/>
                </a:lnTo>
                <a:lnTo>
                  <a:pt x="567987" y="98903"/>
                </a:lnTo>
                <a:lnTo>
                  <a:pt x="568770" y="99585"/>
                </a:lnTo>
                <a:lnTo>
                  <a:pt x="569529" y="100339"/>
                </a:lnTo>
                <a:lnTo>
                  <a:pt x="570265" y="101164"/>
                </a:lnTo>
                <a:lnTo>
                  <a:pt x="570960" y="102053"/>
                </a:lnTo>
                <a:lnTo>
                  <a:pt x="571595" y="102994"/>
                </a:lnTo>
                <a:lnTo>
                  <a:pt x="572169" y="103988"/>
                </a:lnTo>
                <a:lnTo>
                  <a:pt x="572683" y="105035"/>
                </a:lnTo>
                <a:lnTo>
                  <a:pt x="573136" y="106135"/>
                </a:lnTo>
                <a:lnTo>
                  <a:pt x="573529" y="107288"/>
                </a:lnTo>
                <a:lnTo>
                  <a:pt x="573861" y="108494"/>
                </a:lnTo>
                <a:lnTo>
                  <a:pt x="574133" y="109753"/>
                </a:lnTo>
                <a:lnTo>
                  <a:pt x="574345" y="111066"/>
                </a:lnTo>
                <a:lnTo>
                  <a:pt x="574496" y="112431"/>
                </a:lnTo>
                <a:lnTo>
                  <a:pt x="574586" y="113849"/>
                </a:lnTo>
                <a:lnTo>
                  <a:pt x="574617" y="115320"/>
                </a:lnTo>
                <a:lnTo>
                  <a:pt x="574593" y="116621"/>
                </a:lnTo>
                <a:lnTo>
                  <a:pt x="574521" y="117910"/>
                </a:lnTo>
                <a:lnTo>
                  <a:pt x="574403" y="119187"/>
                </a:lnTo>
                <a:lnTo>
                  <a:pt x="574236" y="120451"/>
                </a:lnTo>
                <a:lnTo>
                  <a:pt x="574022" y="121702"/>
                </a:lnTo>
                <a:lnTo>
                  <a:pt x="573761" y="122942"/>
                </a:lnTo>
                <a:lnTo>
                  <a:pt x="573452" y="124168"/>
                </a:lnTo>
                <a:lnTo>
                  <a:pt x="573095" y="125383"/>
                </a:lnTo>
                <a:lnTo>
                  <a:pt x="572691" y="126585"/>
                </a:lnTo>
                <a:lnTo>
                  <a:pt x="572239" y="127775"/>
                </a:lnTo>
                <a:lnTo>
                  <a:pt x="571740" y="128952"/>
                </a:lnTo>
                <a:lnTo>
                  <a:pt x="571193" y="130117"/>
                </a:lnTo>
                <a:lnTo>
                  <a:pt x="570605" y="131261"/>
                </a:lnTo>
                <a:lnTo>
                  <a:pt x="569983" y="132378"/>
                </a:lnTo>
                <a:lnTo>
                  <a:pt x="569327" y="133466"/>
                </a:lnTo>
                <a:lnTo>
                  <a:pt x="568637" y="134526"/>
                </a:lnTo>
                <a:lnTo>
                  <a:pt x="567912" y="135558"/>
                </a:lnTo>
                <a:lnTo>
                  <a:pt x="567154" y="136561"/>
                </a:lnTo>
                <a:lnTo>
                  <a:pt x="566361" y="137536"/>
                </a:lnTo>
                <a:lnTo>
                  <a:pt x="565534" y="138483"/>
                </a:lnTo>
                <a:lnTo>
                  <a:pt x="564673" y="139402"/>
                </a:lnTo>
                <a:lnTo>
                  <a:pt x="563777" y="140293"/>
                </a:lnTo>
                <a:lnTo>
                  <a:pt x="562848" y="141155"/>
                </a:lnTo>
                <a:lnTo>
                  <a:pt x="561884" y="141989"/>
                </a:lnTo>
                <a:lnTo>
                  <a:pt x="560885" y="142783"/>
                </a:lnTo>
                <a:lnTo>
                  <a:pt x="559850" y="143523"/>
                </a:lnTo>
                <a:lnTo>
                  <a:pt x="558779" y="144209"/>
                </a:lnTo>
                <a:lnTo>
                  <a:pt x="557672" y="144842"/>
                </a:lnTo>
                <a:lnTo>
                  <a:pt x="556528" y="145421"/>
                </a:lnTo>
                <a:lnTo>
                  <a:pt x="555349" y="145947"/>
                </a:lnTo>
                <a:lnTo>
                  <a:pt x="554133" y="146420"/>
                </a:lnTo>
                <a:lnTo>
                  <a:pt x="552881" y="146839"/>
                </a:lnTo>
                <a:lnTo>
                  <a:pt x="551593" y="147204"/>
                </a:lnTo>
                <a:lnTo>
                  <a:pt x="550268" y="147516"/>
                </a:lnTo>
                <a:lnTo>
                  <a:pt x="548908" y="147775"/>
                </a:lnTo>
                <a:lnTo>
                  <a:pt x="547511" y="147980"/>
                </a:lnTo>
                <a:close/>
                <a:moveTo>
                  <a:pt x="682595" y="113762"/>
                </a:moveTo>
                <a:lnTo>
                  <a:pt x="681074" y="114397"/>
                </a:lnTo>
                <a:lnTo>
                  <a:pt x="679623" y="114988"/>
                </a:lnTo>
                <a:lnTo>
                  <a:pt x="678244" y="115535"/>
                </a:lnTo>
                <a:lnTo>
                  <a:pt x="676936" y="116037"/>
                </a:lnTo>
                <a:lnTo>
                  <a:pt x="675700" y="116495"/>
                </a:lnTo>
                <a:lnTo>
                  <a:pt x="674535" y="116908"/>
                </a:lnTo>
                <a:lnTo>
                  <a:pt x="673441" y="117277"/>
                </a:lnTo>
                <a:lnTo>
                  <a:pt x="672419" y="117602"/>
                </a:lnTo>
                <a:lnTo>
                  <a:pt x="671468" y="117882"/>
                </a:lnTo>
                <a:lnTo>
                  <a:pt x="670588" y="118119"/>
                </a:lnTo>
                <a:lnTo>
                  <a:pt x="669780" y="118310"/>
                </a:lnTo>
                <a:lnTo>
                  <a:pt x="669043" y="118458"/>
                </a:lnTo>
                <a:lnTo>
                  <a:pt x="668343" y="118578"/>
                </a:lnTo>
                <a:lnTo>
                  <a:pt x="667648" y="118688"/>
                </a:lnTo>
                <a:lnTo>
                  <a:pt x="666956" y="118787"/>
                </a:lnTo>
                <a:lnTo>
                  <a:pt x="666269" y="118876"/>
                </a:lnTo>
                <a:lnTo>
                  <a:pt x="665585" y="118954"/>
                </a:lnTo>
                <a:lnTo>
                  <a:pt x="664906" y="119022"/>
                </a:lnTo>
                <a:lnTo>
                  <a:pt x="664230" y="119080"/>
                </a:lnTo>
                <a:lnTo>
                  <a:pt x="663558" y="119127"/>
                </a:lnTo>
                <a:lnTo>
                  <a:pt x="662890" y="119163"/>
                </a:lnTo>
                <a:lnTo>
                  <a:pt x="662227" y="119189"/>
                </a:lnTo>
                <a:lnTo>
                  <a:pt x="661567" y="119205"/>
                </a:lnTo>
                <a:lnTo>
                  <a:pt x="660911" y="119210"/>
                </a:lnTo>
                <a:lnTo>
                  <a:pt x="659530" y="119188"/>
                </a:lnTo>
                <a:lnTo>
                  <a:pt x="658169" y="119121"/>
                </a:lnTo>
                <a:lnTo>
                  <a:pt x="656827" y="119010"/>
                </a:lnTo>
                <a:lnTo>
                  <a:pt x="655506" y="118854"/>
                </a:lnTo>
                <a:lnTo>
                  <a:pt x="654204" y="118654"/>
                </a:lnTo>
                <a:lnTo>
                  <a:pt x="652922" y="118409"/>
                </a:lnTo>
                <a:lnTo>
                  <a:pt x="651660" y="118120"/>
                </a:lnTo>
                <a:lnTo>
                  <a:pt x="650418" y="117786"/>
                </a:lnTo>
                <a:lnTo>
                  <a:pt x="649195" y="117408"/>
                </a:lnTo>
                <a:lnTo>
                  <a:pt x="647993" y="116985"/>
                </a:lnTo>
                <a:lnTo>
                  <a:pt x="646810" y="116517"/>
                </a:lnTo>
                <a:lnTo>
                  <a:pt x="645647" y="116006"/>
                </a:lnTo>
                <a:lnTo>
                  <a:pt x="644517" y="115450"/>
                </a:lnTo>
                <a:lnTo>
                  <a:pt x="643434" y="114852"/>
                </a:lnTo>
                <a:lnTo>
                  <a:pt x="642399" y="114212"/>
                </a:lnTo>
                <a:lnTo>
                  <a:pt x="641410" y="113529"/>
                </a:lnTo>
                <a:lnTo>
                  <a:pt x="640469" y="112804"/>
                </a:lnTo>
                <a:lnTo>
                  <a:pt x="639575" y="112036"/>
                </a:lnTo>
                <a:lnTo>
                  <a:pt x="638727" y="111225"/>
                </a:lnTo>
                <a:lnTo>
                  <a:pt x="637927" y="110372"/>
                </a:lnTo>
                <a:lnTo>
                  <a:pt x="637174" y="109476"/>
                </a:lnTo>
                <a:lnTo>
                  <a:pt x="636468" y="108538"/>
                </a:lnTo>
                <a:lnTo>
                  <a:pt x="635809" y="107558"/>
                </a:lnTo>
                <a:lnTo>
                  <a:pt x="635197" y="106534"/>
                </a:lnTo>
                <a:lnTo>
                  <a:pt x="634633" y="105442"/>
                </a:lnTo>
                <a:lnTo>
                  <a:pt x="634118" y="104256"/>
                </a:lnTo>
                <a:lnTo>
                  <a:pt x="633652" y="102974"/>
                </a:lnTo>
                <a:lnTo>
                  <a:pt x="633235" y="101597"/>
                </a:lnTo>
                <a:lnTo>
                  <a:pt x="632867" y="100125"/>
                </a:lnTo>
                <a:lnTo>
                  <a:pt x="632549" y="98558"/>
                </a:lnTo>
                <a:lnTo>
                  <a:pt x="632279" y="96897"/>
                </a:lnTo>
                <a:lnTo>
                  <a:pt x="632058" y="95140"/>
                </a:lnTo>
                <a:lnTo>
                  <a:pt x="631887" y="93289"/>
                </a:lnTo>
                <a:lnTo>
                  <a:pt x="631764" y="91342"/>
                </a:lnTo>
                <a:lnTo>
                  <a:pt x="631690" y="89301"/>
                </a:lnTo>
                <a:lnTo>
                  <a:pt x="631666" y="87164"/>
                </a:lnTo>
                <a:lnTo>
                  <a:pt x="631666" y="55119"/>
                </a:lnTo>
                <a:lnTo>
                  <a:pt x="611765" y="55119"/>
                </a:lnTo>
                <a:lnTo>
                  <a:pt x="611765" y="44009"/>
                </a:lnTo>
                <a:lnTo>
                  <a:pt x="631666" y="44009"/>
                </a:lnTo>
                <a:lnTo>
                  <a:pt x="631666" y="11964"/>
                </a:lnTo>
                <a:lnTo>
                  <a:pt x="644933" y="11964"/>
                </a:lnTo>
                <a:lnTo>
                  <a:pt x="644933" y="44009"/>
                </a:lnTo>
                <a:lnTo>
                  <a:pt x="680384" y="44009"/>
                </a:lnTo>
                <a:lnTo>
                  <a:pt x="680384" y="55119"/>
                </a:lnTo>
                <a:lnTo>
                  <a:pt x="644933" y="55119"/>
                </a:lnTo>
                <a:lnTo>
                  <a:pt x="644933" y="86909"/>
                </a:lnTo>
                <a:lnTo>
                  <a:pt x="644949" y="88469"/>
                </a:lnTo>
                <a:lnTo>
                  <a:pt x="644997" y="89952"/>
                </a:lnTo>
                <a:lnTo>
                  <a:pt x="645076" y="91355"/>
                </a:lnTo>
                <a:lnTo>
                  <a:pt x="645187" y="92681"/>
                </a:lnTo>
                <a:lnTo>
                  <a:pt x="645330" y="93927"/>
                </a:lnTo>
                <a:lnTo>
                  <a:pt x="645504" y="95096"/>
                </a:lnTo>
                <a:lnTo>
                  <a:pt x="645710" y="96186"/>
                </a:lnTo>
                <a:lnTo>
                  <a:pt x="645948" y="97197"/>
                </a:lnTo>
                <a:lnTo>
                  <a:pt x="646217" y="98130"/>
                </a:lnTo>
                <a:lnTo>
                  <a:pt x="646518" y="98984"/>
                </a:lnTo>
                <a:lnTo>
                  <a:pt x="646851" y="99760"/>
                </a:lnTo>
                <a:lnTo>
                  <a:pt x="647216" y="100457"/>
                </a:lnTo>
                <a:lnTo>
                  <a:pt x="647607" y="101100"/>
                </a:lnTo>
                <a:lnTo>
                  <a:pt x="648019" y="101714"/>
                </a:lnTo>
                <a:lnTo>
                  <a:pt x="648453" y="102299"/>
                </a:lnTo>
                <a:lnTo>
                  <a:pt x="648908" y="102854"/>
                </a:lnTo>
                <a:lnTo>
                  <a:pt x="649384" y="103381"/>
                </a:lnTo>
                <a:lnTo>
                  <a:pt x="649882" y="103878"/>
                </a:lnTo>
                <a:lnTo>
                  <a:pt x="650401" y="104347"/>
                </a:lnTo>
                <a:lnTo>
                  <a:pt x="650941" y="104786"/>
                </a:lnTo>
                <a:lnTo>
                  <a:pt x="651502" y="105196"/>
                </a:lnTo>
                <a:lnTo>
                  <a:pt x="652085" y="105577"/>
                </a:lnTo>
                <a:lnTo>
                  <a:pt x="652689" y="105929"/>
                </a:lnTo>
                <a:lnTo>
                  <a:pt x="653314" y="106252"/>
                </a:lnTo>
                <a:lnTo>
                  <a:pt x="653960" y="106547"/>
                </a:lnTo>
                <a:lnTo>
                  <a:pt x="654625" y="106817"/>
                </a:lnTo>
                <a:lnTo>
                  <a:pt x="655309" y="107061"/>
                </a:lnTo>
                <a:lnTo>
                  <a:pt x="656013" y="107279"/>
                </a:lnTo>
                <a:lnTo>
                  <a:pt x="656736" y="107472"/>
                </a:lnTo>
                <a:lnTo>
                  <a:pt x="657478" y="107639"/>
                </a:lnTo>
                <a:lnTo>
                  <a:pt x="658240" y="107780"/>
                </a:lnTo>
                <a:lnTo>
                  <a:pt x="659021" y="107896"/>
                </a:lnTo>
                <a:lnTo>
                  <a:pt x="659821" y="107985"/>
                </a:lnTo>
                <a:lnTo>
                  <a:pt x="660641" y="108050"/>
                </a:lnTo>
                <a:lnTo>
                  <a:pt x="661479" y="108088"/>
                </a:lnTo>
                <a:lnTo>
                  <a:pt x="662338" y="108101"/>
                </a:lnTo>
                <a:lnTo>
                  <a:pt x="663950" y="108059"/>
                </a:lnTo>
                <a:lnTo>
                  <a:pt x="665575" y="107933"/>
                </a:lnTo>
                <a:lnTo>
                  <a:pt x="667215" y="107723"/>
                </a:lnTo>
                <a:lnTo>
                  <a:pt x="668868" y="107429"/>
                </a:lnTo>
                <a:lnTo>
                  <a:pt x="670536" y="107052"/>
                </a:lnTo>
                <a:lnTo>
                  <a:pt x="672217" y="106590"/>
                </a:lnTo>
                <a:lnTo>
                  <a:pt x="673912" y="106044"/>
                </a:lnTo>
                <a:lnTo>
                  <a:pt x="675621" y="105415"/>
                </a:lnTo>
                <a:lnTo>
                  <a:pt x="677344" y="104701"/>
                </a:lnTo>
                <a:lnTo>
                  <a:pt x="679080" y="103904"/>
                </a:lnTo>
                <a:lnTo>
                  <a:pt x="680831" y="103022"/>
                </a:lnTo>
                <a:lnTo>
                  <a:pt x="682595" y="102057"/>
                </a:lnTo>
                <a:lnTo>
                  <a:pt x="682595" y="113762"/>
                </a:lnTo>
                <a:close/>
                <a:moveTo>
                  <a:pt x="769888" y="111662"/>
                </a:moveTo>
                <a:lnTo>
                  <a:pt x="767249" y="112867"/>
                </a:lnTo>
                <a:lnTo>
                  <a:pt x="764634" y="113968"/>
                </a:lnTo>
                <a:lnTo>
                  <a:pt x="762042" y="114964"/>
                </a:lnTo>
                <a:lnTo>
                  <a:pt x="759474" y="115855"/>
                </a:lnTo>
                <a:lnTo>
                  <a:pt x="756930" y="116642"/>
                </a:lnTo>
                <a:lnTo>
                  <a:pt x="754410" y="117323"/>
                </a:lnTo>
                <a:lnTo>
                  <a:pt x="751913" y="117900"/>
                </a:lnTo>
                <a:lnTo>
                  <a:pt x="749441" y="118371"/>
                </a:lnTo>
                <a:lnTo>
                  <a:pt x="746992" y="118738"/>
                </a:lnTo>
                <a:lnTo>
                  <a:pt x="744566" y="119001"/>
                </a:lnTo>
                <a:lnTo>
                  <a:pt x="742165" y="119158"/>
                </a:lnTo>
                <a:lnTo>
                  <a:pt x="739787" y="119210"/>
                </a:lnTo>
                <a:lnTo>
                  <a:pt x="738008" y="119173"/>
                </a:lnTo>
                <a:lnTo>
                  <a:pt x="736260" y="119062"/>
                </a:lnTo>
                <a:lnTo>
                  <a:pt x="734545" y="118877"/>
                </a:lnTo>
                <a:lnTo>
                  <a:pt x="732860" y="118618"/>
                </a:lnTo>
                <a:lnTo>
                  <a:pt x="731208" y="118284"/>
                </a:lnTo>
                <a:lnTo>
                  <a:pt x="729587" y="117877"/>
                </a:lnTo>
                <a:lnTo>
                  <a:pt x="727998" y="117396"/>
                </a:lnTo>
                <a:lnTo>
                  <a:pt x="726441" y="116840"/>
                </a:lnTo>
                <a:lnTo>
                  <a:pt x="724915" y="116211"/>
                </a:lnTo>
                <a:lnTo>
                  <a:pt x="723421" y="115507"/>
                </a:lnTo>
                <a:lnTo>
                  <a:pt x="721959" y="114730"/>
                </a:lnTo>
                <a:lnTo>
                  <a:pt x="720528" y="113878"/>
                </a:lnTo>
                <a:lnTo>
                  <a:pt x="719137" y="112958"/>
                </a:lnTo>
                <a:lnTo>
                  <a:pt x="717793" y="111973"/>
                </a:lnTo>
                <a:lnTo>
                  <a:pt x="716496" y="110926"/>
                </a:lnTo>
                <a:lnTo>
                  <a:pt x="715246" y="109814"/>
                </a:lnTo>
                <a:lnTo>
                  <a:pt x="714043" y="108639"/>
                </a:lnTo>
                <a:lnTo>
                  <a:pt x="712887" y="107400"/>
                </a:lnTo>
                <a:lnTo>
                  <a:pt x="711778" y="106097"/>
                </a:lnTo>
                <a:lnTo>
                  <a:pt x="710716" y="104731"/>
                </a:lnTo>
                <a:lnTo>
                  <a:pt x="709702" y="103301"/>
                </a:lnTo>
                <a:lnTo>
                  <a:pt x="708734" y="101808"/>
                </a:lnTo>
                <a:lnTo>
                  <a:pt x="707814" y="100251"/>
                </a:lnTo>
                <a:lnTo>
                  <a:pt x="706940" y="98630"/>
                </a:lnTo>
                <a:lnTo>
                  <a:pt x="706125" y="96967"/>
                </a:lnTo>
                <a:lnTo>
                  <a:pt x="705382" y="95285"/>
                </a:lnTo>
                <a:lnTo>
                  <a:pt x="704709" y="93584"/>
                </a:lnTo>
                <a:lnTo>
                  <a:pt x="704107" y="91863"/>
                </a:lnTo>
                <a:lnTo>
                  <a:pt x="703575" y="90124"/>
                </a:lnTo>
                <a:lnTo>
                  <a:pt x="703115" y="88365"/>
                </a:lnTo>
                <a:lnTo>
                  <a:pt x="702725" y="86587"/>
                </a:lnTo>
                <a:lnTo>
                  <a:pt x="702407" y="84790"/>
                </a:lnTo>
                <a:lnTo>
                  <a:pt x="702159" y="82973"/>
                </a:lnTo>
                <a:lnTo>
                  <a:pt x="701982" y="81137"/>
                </a:lnTo>
                <a:lnTo>
                  <a:pt x="701875" y="79282"/>
                </a:lnTo>
                <a:lnTo>
                  <a:pt x="701840" y="77408"/>
                </a:lnTo>
                <a:lnTo>
                  <a:pt x="701874" y="75601"/>
                </a:lnTo>
                <a:lnTo>
                  <a:pt x="701975" y="73806"/>
                </a:lnTo>
                <a:lnTo>
                  <a:pt x="702143" y="72023"/>
                </a:lnTo>
                <a:lnTo>
                  <a:pt x="702379" y="70251"/>
                </a:lnTo>
                <a:lnTo>
                  <a:pt x="702682" y="68492"/>
                </a:lnTo>
                <a:lnTo>
                  <a:pt x="703053" y="66744"/>
                </a:lnTo>
                <a:lnTo>
                  <a:pt x="703490" y="65008"/>
                </a:lnTo>
                <a:lnTo>
                  <a:pt x="703996" y="63284"/>
                </a:lnTo>
                <a:lnTo>
                  <a:pt x="704568" y="61572"/>
                </a:lnTo>
                <a:lnTo>
                  <a:pt x="705208" y="59872"/>
                </a:lnTo>
                <a:lnTo>
                  <a:pt x="705916" y="58184"/>
                </a:lnTo>
                <a:lnTo>
                  <a:pt x="706690" y="56507"/>
                </a:lnTo>
                <a:lnTo>
                  <a:pt x="707525" y="54867"/>
                </a:lnTo>
                <a:lnTo>
                  <a:pt x="708414" y="53289"/>
                </a:lnTo>
                <a:lnTo>
                  <a:pt x="709356" y="51773"/>
                </a:lnTo>
                <a:lnTo>
                  <a:pt x="710352" y="50318"/>
                </a:lnTo>
                <a:lnTo>
                  <a:pt x="711401" y="48925"/>
                </a:lnTo>
                <a:lnTo>
                  <a:pt x="712504" y="47594"/>
                </a:lnTo>
                <a:lnTo>
                  <a:pt x="713660" y="46324"/>
                </a:lnTo>
                <a:lnTo>
                  <a:pt x="714869" y="45116"/>
                </a:lnTo>
                <a:lnTo>
                  <a:pt x="716133" y="43970"/>
                </a:lnTo>
                <a:lnTo>
                  <a:pt x="717449" y="42886"/>
                </a:lnTo>
                <a:lnTo>
                  <a:pt x="718819" y="41864"/>
                </a:lnTo>
                <a:lnTo>
                  <a:pt x="720243" y="40903"/>
                </a:lnTo>
                <a:lnTo>
                  <a:pt x="721707" y="40011"/>
                </a:lnTo>
                <a:lnTo>
                  <a:pt x="723199" y="39197"/>
                </a:lnTo>
                <a:lnTo>
                  <a:pt x="724719" y="38461"/>
                </a:lnTo>
                <a:lnTo>
                  <a:pt x="726266" y="37802"/>
                </a:lnTo>
                <a:lnTo>
                  <a:pt x="727842" y="37221"/>
                </a:lnTo>
                <a:lnTo>
                  <a:pt x="729444" y="36717"/>
                </a:lnTo>
                <a:lnTo>
                  <a:pt x="731075" y="36291"/>
                </a:lnTo>
                <a:lnTo>
                  <a:pt x="732734" y="35942"/>
                </a:lnTo>
                <a:lnTo>
                  <a:pt x="734420" y="35670"/>
                </a:lnTo>
                <a:lnTo>
                  <a:pt x="736134" y="35477"/>
                </a:lnTo>
                <a:lnTo>
                  <a:pt x="737875" y="35360"/>
                </a:lnTo>
                <a:lnTo>
                  <a:pt x="739645" y="35322"/>
                </a:lnTo>
                <a:lnTo>
                  <a:pt x="741971" y="35392"/>
                </a:lnTo>
                <a:lnTo>
                  <a:pt x="744221" y="35602"/>
                </a:lnTo>
                <a:lnTo>
                  <a:pt x="746392" y="35952"/>
                </a:lnTo>
                <a:lnTo>
                  <a:pt x="748485" y="36442"/>
                </a:lnTo>
                <a:lnTo>
                  <a:pt x="750501" y="37072"/>
                </a:lnTo>
                <a:lnTo>
                  <a:pt x="752439" y="37842"/>
                </a:lnTo>
                <a:lnTo>
                  <a:pt x="754300" y="38752"/>
                </a:lnTo>
                <a:lnTo>
                  <a:pt x="756082" y="39802"/>
                </a:lnTo>
                <a:lnTo>
                  <a:pt x="757787" y="40992"/>
                </a:lnTo>
                <a:lnTo>
                  <a:pt x="759414" y="42322"/>
                </a:lnTo>
                <a:lnTo>
                  <a:pt x="760963" y="43792"/>
                </a:lnTo>
                <a:lnTo>
                  <a:pt x="762434" y="45403"/>
                </a:lnTo>
                <a:lnTo>
                  <a:pt x="763807" y="47158"/>
                </a:lnTo>
                <a:lnTo>
                  <a:pt x="765061" y="49066"/>
                </a:lnTo>
                <a:lnTo>
                  <a:pt x="766195" y="51125"/>
                </a:lnTo>
                <a:lnTo>
                  <a:pt x="767209" y="53336"/>
                </a:lnTo>
                <a:lnTo>
                  <a:pt x="768105" y="55699"/>
                </a:lnTo>
                <a:lnTo>
                  <a:pt x="768881" y="58214"/>
                </a:lnTo>
                <a:lnTo>
                  <a:pt x="769537" y="60881"/>
                </a:lnTo>
                <a:lnTo>
                  <a:pt x="770075" y="63699"/>
                </a:lnTo>
                <a:lnTo>
                  <a:pt x="770492" y="66670"/>
                </a:lnTo>
                <a:lnTo>
                  <a:pt x="770791" y="69792"/>
                </a:lnTo>
                <a:lnTo>
                  <a:pt x="770970" y="73066"/>
                </a:lnTo>
                <a:lnTo>
                  <a:pt x="771030" y="76491"/>
                </a:lnTo>
                <a:lnTo>
                  <a:pt x="771030" y="79331"/>
                </a:lnTo>
                <a:lnTo>
                  <a:pt x="716106" y="79331"/>
                </a:lnTo>
                <a:lnTo>
                  <a:pt x="716130" y="80698"/>
                </a:lnTo>
                <a:lnTo>
                  <a:pt x="716202" y="82045"/>
                </a:lnTo>
                <a:lnTo>
                  <a:pt x="716322" y="83372"/>
                </a:lnTo>
                <a:lnTo>
                  <a:pt x="716490" y="84680"/>
                </a:lnTo>
                <a:lnTo>
                  <a:pt x="716706" y="85968"/>
                </a:lnTo>
                <a:lnTo>
                  <a:pt x="716971" y="87236"/>
                </a:lnTo>
                <a:lnTo>
                  <a:pt x="717283" y="88484"/>
                </a:lnTo>
                <a:lnTo>
                  <a:pt x="717643" y="89712"/>
                </a:lnTo>
                <a:lnTo>
                  <a:pt x="718052" y="90921"/>
                </a:lnTo>
                <a:lnTo>
                  <a:pt x="718508" y="92110"/>
                </a:lnTo>
                <a:lnTo>
                  <a:pt x="719013" y="93279"/>
                </a:lnTo>
                <a:lnTo>
                  <a:pt x="719565" y="94428"/>
                </a:lnTo>
                <a:lnTo>
                  <a:pt x="720157" y="95544"/>
                </a:lnTo>
                <a:lnTo>
                  <a:pt x="720779" y="96612"/>
                </a:lnTo>
                <a:lnTo>
                  <a:pt x="721431" y="97633"/>
                </a:lnTo>
                <a:lnTo>
                  <a:pt x="722113" y="98606"/>
                </a:lnTo>
                <a:lnTo>
                  <a:pt x="722826" y="99532"/>
                </a:lnTo>
                <a:lnTo>
                  <a:pt x="723569" y="100410"/>
                </a:lnTo>
                <a:lnTo>
                  <a:pt x="724342" y="101241"/>
                </a:lnTo>
                <a:lnTo>
                  <a:pt x="725145" y="102024"/>
                </a:lnTo>
                <a:lnTo>
                  <a:pt x="725978" y="102760"/>
                </a:lnTo>
                <a:lnTo>
                  <a:pt x="726842" y="103448"/>
                </a:lnTo>
                <a:lnTo>
                  <a:pt x="727736" y="104089"/>
                </a:lnTo>
                <a:lnTo>
                  <a:pt x="728660" y="104683"/>
                </a:lnTo>
                <a:lnTo>
                  <a:pt x="729610" y="105229"/>
                </a:lnTo>
                <a:lnTo>
                  <a:pt x="730582" y="105727"/>
                </a:lnTo>
                <a:lnTo>
                  <a:pt x="731575" y="106178"/>
                </a:lnTo>
                <a:lnTo>
                  <a:pt x="732591" y="106582"/>
                </a:lnTo>
                <a:lnTo>
                  <a:pt x="733628" y="106938"/>
                </a:lnTo>
                <a:lnTo>
                  <a:pt x="734687" y="107246"/>
                </a:lnTo>
                <a:lnTo>
                  <a:pt x="735768" y="107508"/>
                </a:lnTo>
                <a:lnTo>
                  <a:pt x="736871" y="107721"/>
                </a:lnTo>
                <a:lnTo>
                  <a:pt x="737995" y="107887"/>
                </a:lnTo>
                <a:lnTo>
                  <a:pt x="739141" y="108006"/>
                </a:lnTo>
                <a:lnTo>
                  <a:pt x="740309" y="108077"/>
                </a:lnTo>
                <a:lnTo>
                  <a:pt x="741499" y="108101"/>
                </a:lnTo>
                <a:lnTo>
                  <a:pt x="743658" y="108042"/>
                </a:lnTo>
                <a:lnTo>
                  <a:pt x="745854" y="107864"/>
                </a:lnTo>
                <a:lnTo>
                  <a:pt x="748088" y="107567"/>
                </a:lnTo>
                <a:lnTo>
                  <a:pt x="750360" y="107151"/>
                </a:lnTo>
                <a:lnTo>
                  <a:pt x="752669" y="106617"/>
                </a:lnTo>
                <a:lnTo>
                  <a:pt x="755016" y="105965"/>
                </a:lnTo>
                <a:lnTo>
                  <a:pt x="757401" y="105193"/>
                </a:lnTo>
                <a:lnTo>
                  <a:pt x="759823" y="104303"/>
                </a:lnTo>
                <a:lnTo>
                  <a:pt x="762283" y="103294"/>
                </a:lnTo>
                <a:lnTo>
                  <a:pt x="764780" y="102167"/>
                </a:lnTo>
                <a:lnTo>
                  <a:pt x="767315" y="100920"/>
                </a:lnTo>
                <a:lnTo>
                  <a:pt x="769888" y="99555"/>
                </a:lnTo>
                <a:lnTo>
                  <a:pt x="769888" y="111662"/>
                </a:lnTo>
                <a:moveTo>
                  <a:pt x="716890" y="69361"/>
                </a:moveTo>
                <a:lnTo>
                  <a:pt x="756621" y="69361"/>
                </a:lnTo>
                <a:lnTo>
                  <a:pt x="756621" y="67463"/>
                </a:lnTo>
                <a:lnTo>
                  <a:pt x="756588" y="65884"/>
                </a:lnTo>
                <a:lnTo>
                  <a:pt x="756488" y="64360"/>
                </a:lnTo>
                <a:lnTo>
                  <a:pt x="756322" y="62890"/>
                </a:lnTo>
                <a:lnTo>
                  <a:pt x="756090" y="61475"/>
                </a:lnTo>
                <a:lnTo>
                  <a:pt x="755791" y="60115"/>
                </a:lnTo>
                <a:lnTo>
                  <a:pt x="755426" y="58810"/>
                </a:lnTo>
                <a:lnTo>
                  <a:pt x="754995" y="57560"/>
                </a:lnTo>
                <a:lnTo>
                  <a:pt x="754497" y="56364"/>
                </a:lnTo>
                <a:lnTo>
                  <a:pt x="753933" y="55223"/>
                </a:lnTo>
                <a:lnTo>
                  <a:pt x="753302" y="54136"/>
                </a:lnTo>
                <a:lnTo>
                  <a:pt x="752605" y="53105"/>
                </a:lnTo>
                <a:lnTo>
                  <a:pt x="751842" y="52128"/>
                </a:lnTo>
                <a:lnTo>
                  <a:pt x="751023" y="51218"/>
                </a:lnTo>
                <a:lnTo>
                  <a:pt x="750160" y="50387"/>
                </a:lnTo>
                <a:lnTo>
                  <a:pt x="749252" y="49635"/>
                </a:lnTo>
                <a:lnTo>
                  <a:pt x="748299" y="48963"/>
                </a:lnTo>
                <a:lnTo>
                  <a:pt x="747302" y="48369"/>
                </a:lnTo>
                <a:lnTo>
                  <a:pt x="746260" y="47855"/>
                </a:lnTo>
                <a:lnTo>
                  <a:pt x="745174" y="47420"/>
                </a:lnTo>
                <a:lnTo>
                  <a:pt x="744043" y="47064"/>
                </a:lnTo>
                <a:lnTo>
                  <a:pt x="742868" y="46787"/>
                </a:lnTo>
                <a:lnTo>
                  <a:pt x="741648" y="46589"/>
                </a:lnTo>
                <a:lnTo>
                  <a:pt x="740383" y="46470"/>
                </a:lnTo>
                <a:lnTo>
                  <a:pt x="739074" y="46431"/>
                </a:lnTo>
                <a:lnTo>
                  <a:pt x="737746" y="46471"/>
                </a:lnTo>
                <a:lnTo>
                  <a:pt x="736448" y="46592"/>
                </a:lnTo>
                <a:lnTo>
                  <a:pt x="735180" y="46793"/>
                </a:lnTo>
                <a:lnTo>
                  <a:pt x="733942" y="47076"/>
                </a:lnTo>
                <a:lnTo>
                  <a:pt x="732735" y="47438"/>
                </a:lnTo>
                <a:lnTo>
                  <a:pt x="731558" y="47882"/>
                </a:lnTo>
                <a:lnTo>
                  <a:pt x="730411" y="48406"/>
                </a:lnTo>
                <a:lnTo>
                  <a:pt x="729294" y="49010"/>
                </a:lnTo>
                <a:lnTo>
                  <a:pt x="728207" y="49695"/>
                </a:lnTo>
                <a:lnTo>
                  <a:pt x="727151" y="50461"/>
                </a:lnTo>
                <a:lnTo>
                  <a:pt x="726125" y="51308"/>
                </a:lnTo>
                <a:lnTo>
                  <a:pt x="725129" y="52235"/>
                </a:lnTo>
                <a:lnTo>
                  <a:pt x="724173" y="53240"/>
                </a:lnTo>
                <a:lnTo>
                  <a:pt x="723266" y="54322"/>
                </a:lnTo>
                <a:lnTo>
                  <a:pt x="722407" y="55481"/>
                </a:lnTo>
                <a:lnTo>
                  <a:pt x="721598" y="56716"/>
                </a:lnTo>
                <a:lnTo>
                  <a:pt x="720838" y="58028"/>
                </a:lnTo>
                <a:lnTo>
                  <a:pt x="720127" y="59417"/>
                </a:lnTo>
                <a:lnTo>
                  <a:pt x="719465" y="60883"/>
                </a:lnTo>
                <a:lnTo>
                  <a:pt x="718852" y="62425"/>
                </a:lnTo>
                <a:lnTo>
                  <a:pt x="718288" y="64044"/>
                </a:lnTo>
                <a:lnTo>
                  <a:pt x="717773" y="65740"/>
                </a:lnTo>
                <a:lnTo>
                  <a:pt x="717307" y="67512"/>
                </a:lnTo>
                <a:lnTo>
                  <a:pt x="716890" y="69361"/>
                </a:lnTo>
                <a:close/>
                <a:moveTo>
                  <a:pt x="791273" y="117074"/>
                </a:moveTo>
                <a:lnTo>
                  <a:pt x="791273" y="37458"/>
                </a:lnTo>
                <a:lnTo>
                  <a:pt x="804540" y="37458"/>
                </a:lnTo>
                <a:lnTo>
                  <a:pt x="804540" y="54970"/>
                </a:lnTo>
                <a:lnTo>
                  <a:pt x="805508" y="53461"/>
                </a:lnTo>
                <a:lnTo>
                  <a:pt x="806508" y="52008"/>
                </a:lnTo>
                <a:lnTo>
                  <a:pt x="807541" y="50611"/>
                </a:lnTo>
                <a:lnTo>
                  <a:pt x="808606" y="49269"/>
                </a:lnTo>
                <a:lnTo>
                  <a:pt x="809704" y="47983"/>
                </a:lnTo>
                <a:lnTo>
                  <a:pt x="810835" y="46753"/>
                </a:lnTo>
                <a:lnTo>
                  <a:pt x="811999" y="45578"/>
                </a:lnTo>
                <a:lnTo>
                  <a:pt x="813195" y="44459"/>
                </a:lnTo>
                <a:lnTo>
                  <a:pt x="814424" y="43395"/>
                </a:lnTo>
                <a:lnTo>
                  <a:pt x="815686" y="42387"/>
                </a:lnTo>
                <a:lnTo>
                  <a:pt x="816980" y="41435"/>
                </a:lnTo>
                <a:lnTo>
                  <a:pt x="818307" y="40538"/>
                </a:lnTo>
                <a:lnTo>
                  <a:pt x="819650" y="39705"/>
                </a:lnTo>
                <a:lnTo>
                  <a:pt x="820994" y="38944"/>
                </a:lnTo>
                <a:lnTo>
                  <a:pt x="822337" y="38256"/>
                </a:lnTo>
                <a:lnTo>
                  <a:pt x="823680" y="37640"/>
                </a:lnTo>
                <a:lnTo>
                  <a:pt x="825024" y="37097"/>
                </a:lnTo>
                <a:lnTo>
                  <a:pt x="826367" y="36626"/>
                </a:lnTo>
                <a:lnTo>
                  <a:pt x="827710" y="36227"/>
                </a:lnTo>
                <a:lnTo>
                  <a:pt x="829054" y="35901"/>
                </a:lnTo>
                <a:lnTo>
                  <a:pt x="830397" y="35648"/>
                </a:lnTo>
                <a:lnTo>
                  <a:pt x="831741" y="35466"/>
                </a:lnTo>
                <a:lnTo>
                  <a:pt x="833084" y="35358"/>
                </a:lnTo>
                <a:lnTo>
                  <a:pt x="834427" y="35322"/>
                </a:lnTo>
                <a:lnTo>
                  <a:pt x="835595" y="35348"/>
                </a:lnTo>
                <a:lnTo>
                  <a:pt x="836746" y="35425"/>
                </a:lnTo>
                <a:lnTo>
                  <a:pt x="837878" y="35555"/>
                </a:lnTo>
                <a:lnTo>
                  <a:pt x="838992" y="35737"/>
                </a:lnTo>
                <a:lnTo>
                  <a:pt x="840089" y="35971"/>
                </a:lnTo>
                <a:lnTo>
                  <a:pt x="841168" y="36256"/>
                </a:lnTo>
                <a:lnTo>
                  <a:pt x="842229" y="36594"/>
                </a:lnTo>
                <a:lnTo>
                  <a:pt x="843272" y="36983"/>
                </a:lnTo>
                <a:lnTo>
                  <a:pt x="844298" y="37425"/>
                </a:lnTo>
                <a:lnTo>
                  <a:pt x="845305" y="37918"/>
                </a:lnTo>
                <a:lnTo>
                  <a:pt x="846295" y="38463"/>
                </a:lnTo>
                <a:lnTo>
                  <a:pt x="847267" y="39060"/>
                </a:lnTo>
                <a:lnTo>
                  <a:pt x="848206" y="39699"/>
                </a:lnTo>
                <a:lnTo>
                  <a:pt x="849096" y="40371"/>
                </a:lnTo>
                <a:lnTo>
                  <a:pt x="849939" y="41074"/>
                </a:lnTo>
                <a:lnTo>
                  <a:pt x="850734" y="41810"/>
                </a:lnTo>
                <a:lnTo>
                  <a:pt x="851481" y="42578"/>
                </a:lnTo>
                <a:lnTo>
                  <a:pt x="852179" y="43377"/>
                </a:lnTo>
                <a:lnTo>
                  <a:pt x="852830" y="44210"/>
                </a:lnTo>
                <a:lnTo>
                  <a:pt x="853433" y="45074"/>
                </a:lnTo>
                <a:lnTo>
                  <a:pt x="853987" y="45970"/>
                </a:lnTo>
                <a:lnTo>
                  <a:pt x="854494" y="46899"/>
                </a:lnTo>
                <a:lnTo>
                  <a:pt x="854952" y="47859"/>
                </a:lnTo>
                <a:lnTo>
                  <a:pt x="855363" y="48852"/>
                </a:lnTo>
                <a:lnTo>
                  <a:pt x="855733" y="49942"/>
                </a:lnTo>
                <a:lnTo>
                  <a:pt x="856071" y="51194"/>
                </a:lnTo>
                <a:lnTo>
                  <a:pt x="856377" y="52608"/>
                </a:lnTo>
                <a:lnTo>
                  <a:pt x="856650" y="54185"/>
                </a:lnTo>
                <a:lnTo>
                  <a:pt x="856892" y="55924"/>
                </a:lnTo>
                <a:lnTo>
                  <a:pt x="857101" y="57825"/>
                </a:lnTo>
                <a:lnTo>
                  <a:pt x="857278" y="59888"/>
                </a:lnTo>
                <a:lnTo>
                  <a:pt x="857423" y="62113"/>
                </a:lnTo>
                <a:lnTo>
                  <a:pt x="857536" y="64501"/>
                </a:lnTo>
                <a:lnTo>
                  <a:pt x="857616" y="67051"/>
                </a:lnTo>
                <a:lnTo>
                  <a:pt x="857665" y="69763"/>
                </a:lnTo>
                <a:lnTo>
                  <a:pt x="857681" y="72637"/>
                </a:lnTo>
                <a:lnTo>
                  <a:pt x="857681" y="117074"/>
                </a:lnTo>
                <a:lnTo>
                  <a:pt x="844413" y="117074"/>
                </a:lnTo>
                <a:lnTo>
                  <a:pt x="844413" y="71046"/>
                </a:lnTo>
                <a:lnTo>
                  <a:pt x="844406" y="69191"/>
                </a:lnTo>
                <a:lnTo>
                  <a:pt x="844383" y="67444"/>
                </a:lnTo>
                <a:lnTo>
                  <a:pt x="844344" y="65806"/>
                </a:lnTo>
                <a:lnTo>
                  <a:pt x="844291" y="64275"/>
                </a:lnTo>
                <a:lnTo>
                  <a:pt x="844222" y="62853"/>
                </a:lnTo>
                <a:lnTo>
                  <a:pt x="844137" y="61540"/>
                </a:lnTo>
                <a:lnTo>
                  <a:pt x="844037" y="60334"/>
                </a:lnTo>
                <a:lnTo>
                  <a:pt x="843922" y="59236"/>
                </a:lnTo>
                <a:lnTo>
                  <a:pt x="843792" y="58247"/>
                </a:lnTo>
                <a:lnTo>
                  <a:pt x="843646" y="57366"/>
                </a:lnTo>
                <a:lnTo>
                  <a:pt x="843484" y="56593"/>
                </a:lnTo>
                <a:lnTo>
                  <a:pt x="843308" y="55929"/>
                </a:lnTo>
                <a:lnTo>
                  <a:pt x="843111" y="55327"/>
                </a:lnTo>
                <a:lnTo>
                  <a:pt x="842888" y="54744"/>
                </a:lnTo>
                <a:lnTo>
                  <a:pt x="842639" y="54179"/>
                </a:lnTo>
                <a:lnTo>
                  <a:pt x="842365" y="53633"/>
                </a:lnTo>
                <a:lnTo>
                  <a:pt x="842065" y="53105"/>
                </a:lnTo>
                <a:lnTo>
                  <a:pt x="841739" y="52595"/>
                </a:lnTo>
                <a:lnTo>
                  <a:pt x="841387" y="52103"/>
                </a:lnTo>
                <a:lnTo>
                  <a:pt x="841009" y="51629"/>
                </a:lnTo>
                <a:lnTo>
                  <a:pt x="840606" y="51174"/>
                </a:lnTo>
                <a:lnTo>
                  <a:pt x="840177" y="50737"/>
                </a:lnTo>
                <a:lnTo>
                  <a:pt x="839723" y="50318"/>
                </a:lnTo>
                <a:lnTo>
                  <a:pt x="839242" y="49918"/>
                </a:lnTo>
                <a:lnTo>
                  <a:pt x="838745" y="49543"/>
                </a:lnTo>
                <a:lnTo>
                  <a:pt x="838241" y="49201"/>
                </a:lnTo>
                <a:lnTo>
                  <a:pt x="837729" y="48891"/>
                </a:lnTo>
                <a:lnTo>
                  <a:pt x="837209" y="48614"/>
                </a:lnTo>
                <a:lnTo>
                  <a:pt x="836682" y="48369"/>
                </a:lnTo>
                <a:lnTo>
                  <a:pt x="836148" y="48157"/>
                </a:lnTo>
                <a:lnTo>
                  <a:pt x="835607" y="47978"/>
                </a:lnTo>
                <a:lnTo>
                  <a:pt x="835057" y="47831"/>
                </a:lnTo>
                <a:lnTo>
                  <a:pt x="834501" y="47717"/>
                </a:lnTo>
                <a:lnTo>
                  <a:pt x="833937" y="47635"/>
                </a:lnTo>
                <a:lnTo>
                  <a:pt x="833366" y="47586"/>
                </a:lnTo>
                <a:lnTo>
                  <a:pt x="832787" y="47570"/>
                </a:lnTo>
                <a:lnTo>
                  <a:pt x="831615" y="47616"/>
                </a:lnTo>
                <a:lnTo>
                  <a:pt x="830428" y="47754"/>
                </a:lnTo>
                <a:lnTo>
                  <a:pt x="829227" y="47984"/>
                </a:lnTo>
                <a:lnTo>
                  <a:pt x="828012" y="48305"/>
                </a:lnTo>
                <a:lnTo>
                  <a:pt x="826782" y="48719"/>
                </a:lnTo>
                <a:lnTo>
                  <a:pt x="825538" y="49224"/>
                </a:lnTo>
                <a:lnTo>
                  <a:pt x="824279" y="49821"/>
                </a:lnTo>
                <a:lnTo>
                  <a:pt x="823007" y="50511"/>
                </a:lnTo>
                <a:lnTo>
                  <a:pt x="821720" y="51292"/>
                </a:lnTo>
                <a:lnTo>
                  <a:pt x="820418" y="52165"/>
                </a:lnTo>
                <a:lnTo>
                  <a:pt x="819102" y="53130"/>
                </a:lnTo>
                <a:lnTo>
                  <a:pt x="817772" y="54186"/>
                </a:lnTo>
                <a:lnTo>
                  <a:pt x="816454" y="55312"/>
                </a:lnTo>
                <a:lnTo>
                  <a:pt x="815175" y="56484"/>
                </a:lnTo>
                <a:lnTo>
                  <a:pt x="813936" y="57703"/>
                </a:lnTo>
                <a:lnTo>
                  <a:pt x="812735" y="58968"/>
                </a:lnTo>
                <a:lnTo>
                  <a:pt x="811574" y="60280"/>
                </a:lnTo>
                <a:lnTo>
                  <a:pt x="810452" y="61638"/>
                </a:lnTo>
                <a:lnTo>
                  <a:pt x="809369" y="63042"/>
                </a:lnTo>
                <a:lnTo>
                  <a:pt x="808325" y="64493"/>
                </a:lnTo>
                <a:lnTo>
                  <a:pt x="807320" y="65991"/>
                </a:lnTo>
                <a:lnTo>
                  <a:pt x="806354" y="67534"/>
                </a:lnTo>
                <a:lnTo>
                  <a:pt x="805428" y="69124"/>
                </a:lnTo>
                <a:lnTo>
                  <a:pt x="804540" y="70761"/>
                </a:lnTo>
                <a:lnTo>
                  <a:pt x="804540" y="117074"/>
                </a:lnTo>
                <a:lnTo>
                  <a:pt x="791273" y="117074"/>
                </a:lnTo>
                <a:close/>
                <a:moveTo>
                  <a:pt x="879850" y="112759"/>
                </a:moveTo>
                <a:lnTo>
                  <a:pt x="879850" y="98701"/>
                </a:lnTo>
                <a:lnTo>
                  <a:pt x="881188" y="99546"/>
                </a:lnTo>
                <a:lnTo>
                  <a:pt x="882539" y="100348"/>
                </a:lnTo>
                <a:lnTo>
                  <a:pt x="883902" y="101107"/>
                </a:lnTo>
                <a:lnTo>
                  <a:pt x="885279" y="101822"/>
                </a:lnTo>
                <a:lnTo>
                  <a:pt x="886668" y="102495"/>
                </a:lnTo>
                <a:lnTo>
                  <a:pt x="888071" y="103125"/>
                </a:lnTo>
                <a:lnTo>
                  <a:pt x="889486" y="103712"/>
                </a:lnTo>
                <a:lnTo>
                  <a:pt x="890914" y="104256"/>
                </a:lnTo>
                <a:lnTo>
                  <a:pt x="892355" y="104756"/>
                </a:lnTo>
                <a:lnTo>
                  <a:pt x="893809" y="105214"/>
                </a:lnTo>
                <a:lnTo>
                  <a:pt x="895276" y="105629"/>
                </a:lnTo>
                <a:lnTo>
                  <a:pt x="896755" y="106000"/>
                </a:lnTo>
                <a:lnTo>
                  <a:pt x="898222" y="106336"/>
                </a:lnTo>
                <a:lnTo>
                  <a:pt x="899652" y="106642"/>
                </a:lnTo>
                <a:lnTo>
                  <a:pt x="901044" y="106919"/>
                </a:lnTo>
                <a:lnTo>
                  <a:pt x="902398" y="107167"/>
                </a:lnTo>
                <a:lnTo>
                  <a:pt x="903715" y="107386"/>
                </a:lnTo>
                <a:lnTo>
                  <a:pt x="904994" y="107576"/>
                </a:lnTo>
                <a:lnTo>
                  <a:pt x="906235" y="107736"/>
                </a:lnTo>
                <a:lnTo>
                  <a:pt x="907439" y="107868"/>
                </a:lnTo>
                <a:lnTo>
                  <a:pt x="908605" y="107970"/>
                </a:lnTo>
                <a:lnTo>
                  <a:pt x="909733" y="108043"/>
                </a:lnTo>
                <a:lnTo>
                  <a:pt x="910824" y="108086"/>
                </a:lnTo>
                <a:lnTo>
                  <a:pt x="911877" y="108101"/>
                </a:lnTo>
                <a:lnTo>
                  <a:pt x="913514" y="108079"/>
                </a:lnTo>
                <a:lnTo>
                  <a:pt x="915073" y="108011"/>
                </a:lnTo>
                <a:lnTo>
                  <a:pt x="916554" y="107899"/>
                </a:lnTo>
                <a:lnTo>
                  <a:pt x="917956" y="107742"/>
                </a:lnTo>
                <a:lnTo>
                  <a:pt x="919280" y="107540"/>
                </a:lnTo>
                <a:lnTo>
                  <a:pt x="920526" y="107294"/>
                </a:lnTo>
                <a:lnTo>
                  <a:pt x="921693" y="107002"/>
                </a:lnTo>
                <a:lnTo>
                  <a:pt x="922783" y="106666"/>
                </a:lnTo>
                <a:lnTo>
                  <a:pt x="923794" y="106285"/>
                </a:lnTo>
                <a:lnTo>
                  <a:pt x="924726" y="105859"/>
                </a:lnTo>
                <a:lnTo>
                  <a:pt x="925581" y="105388"/>
                </a:lnTo>
                <a:lnTo>
                  <a:pt x="926357" y="104872"/>
                </a:lnTo>
                <a:lnTo>
                  <a:pt x="927063" y="104323"/>
                </a:lnTo>
                <a:lnTo>
                  <a:pt x="927708" y="103751"/>
                </a:lnTo>
                <a:lnTo>
                  <a:pt x="928292" y="103158"/>
                </a:lnTo>
                <a:lnTo>
                  <a:pt x="928814" y="102542"/>
                </a:lnTo>
                <a:lnTo>
                  <a:pt x="929275" y="101904"/>
                </a:lnTo>
                <a:lnTo>
                  <a:pt x="929674" y="101244"/>
                </a:lnTo>
                <a:lnTo>
                  <a:pt x="930012" y="100562"/>
                </a:lnTo>
                <a:lnTo>
                  <a:pt x="930288" y="99857"/>
                </a:lnTo>
                <a:lnTo>
                  <a:pt x="930503" y="99131"/>
                </a:lnTo>
                <a:lnTo>
                  <a:pt x="930657" y="98382"/>
                </a:lnTo>
                <a:lnTo>
                  <a:pt x="930749" y="97611"/>
                </a:lnTo>
                <a:lnTo>
                  <a:pt x="930779" y="96818"/>
                </a:lnTo>
                <a:lnTo>
                  <a:pt x="930765" y="96292"/>
                </a:lnTo>
                <a:lnTo>
                  <a:pt x="930722" y="95779"/>
                </a:lnTo>
                <a:lnTo>
                  <a:pt x="930650" y="95279"/>
                </a:lnTo>
                <a:lnTo>
                  <a:pt x="930550" y="94792"/>
                </a:lnTo>
                <a:lnTo>
                  <a:pt x="930420" y="94317"/>
                </a:lnTo>
                <a:lnTo>
                  <a:pt x="930262" y="93855"/>
                </a:lnTo>
                <a:lnTo>
                  <a:pt x="930075" y="93406"/>
                </a:lnTo>
                <a:lnTo>
                  <a:pt x="929860" y="92970"/>
                </a:lnTo>
                <a:lnTo>
                  <a:pt x="929616" y="92546"/>
                </a:lnTo>
                <a:lnTo>
                  <a:pt x="929343" y="92136"/>
                </a:lnTo>
                <a:lnTo>
                  <a:pt x="929041" y="91738"/>
                </a:lnTo>
                <a:lnTo>
                  <a:pt x="928711" y="91353"/>
                </a:lnTo>
                <a:lnTo>
                  <a:pt x="928323" y="90967"/>
                </a:lnTo>
                <a:lnTo>
                  <a:pt x="927851" y="90566"/>
                </a:lnTo>
                <a:lnTo>
                  <a:pt x="927293" y="90151"/>
                </a:lnTo>
                <a:lnTo>
                  <a:pt x="926650" y="89721"/>
                </a:lnTo>
                <a:lnTo>
                  <a:pt x="925922" y="89276"/>
                </a:lnTo>
                <a:lnTo>
                  <a:pt x="925109" y="88816"/>
                </a:lnTo>
                <a:lnTo>
                  <a:pt x="924210" y="88342"/>
                </a:lnTo>
                <a:lnTo>
                  <a:pt x="923226" y="87852"/>
                </a:lnTo>
                <a:lnTo>
                  <a:pt x="922157" y="87348"/>
                </a:lnTo>
                <a:lnTo>
                  <a:pt x="921003" y="86829"/>
                </a:lnTo>
                <a:lnTo>
                  <a:pt x="919764" y="86295"/>
                </a:lnTo>
                <a:lnTo>
                  <a:pt x="918439" y="85747"/>
                </a:lnTo>
                <a:lnTo>
                  <a:pt x="913874" y="83902"/>
                </a:lnTo>
                <a:lnTo>
                  <a:pt x="904673" y="80281"/>
                </a:lnTo>
                <a:lnTo>
                  <a:pt x="902276" y="79329"/>
                </a:lnTo>
                <a:lnTo>
                  <a:pt x="900032" y="78389"/>
                </a:lnTo>
                <a:lnTo>
                  <a:pt x="897941" y="77460"/>
                </a:lnTo>
                <a:lnTo>
                  <a:pt x="896002" y="76542"/>
                </a:lnTo>
                <a:lnTo>
                  <a:pt x="894216" y="75637"/>
                </a:lnTo>
                <a:lnTo>
                  <a:pt x="892582" y="74743"/>
                </a:lnTo>
                <a:lnTo>
                  <a:pt x="891101" y="73861"/>
                </a:lnTo>
                <a:lnTo>
                  <a:pt x="889773" y="72990"/>
                </a:lnTo>
                <a:lnTo>
                  <a:pt x="888597" y="72131"/>
                </a:lnTo>
                <a:lnTo>
                  <a:pt x="887573" y="71284"/>
                </a:lnTo>
                <a:lnTo>
                  <a:pt x="886703" y="70448"/>
                </a:lnTo>
                <a:lnTo>
                  <a:pt x="885984" y="69624"/>
                </a:lnTo>
                <a:lnTo>
                  <a:pt x="885358" y="68802"/>
                </a:lnTo>
                <a:lnTo>
                  <a:pt x="884786" y="67951"/>
                </a:lnTo>
                <a:lnTo>
                  <a:pt x="884268" y="67070"/>
                </a:lnTo>
                <a:lnTo>
                  <a:pt x="883805" y="66160"/>
                </a:lnTo>
                <a:lnTo>
                  <a:pt x="883396" y="65220"/>
                </a:lnTo>
                <a:lnTo>
                  <a:pt x="883042" y="64250"/>
                </a:lnTo>
                <a:lnTo>
                  <a:pt x="882742" y="63251"/>
                </a:lnTo>
                <a:lnTo>
                  <a:pt x="882497" y="62222"/>
                </a:lnTo>
                <a:lnTo>
                  <a:pt x="882306" y="61163"/>
                </a:lnTo>
                <a:lnTo>
                  <a:pt x="882170" y="60075"/>
                </a:lnTo>
                <a:lnTo>
                  <a:pt x="882089" y="58957"/>
                </a:lnTo>
                <a:lnTo>
                  <a:pt x="882061" y="57809"/>
                </a:lnTo>
                <a:lnTo>
                  <a:pt x="882114" y="56197"/>
                </a:lnTo>
                <a:lnTo>
                  <a:pt x="882272" y="54633"/>
                </a:lnTo>
                <a:lnTo>
                  <a:pt x="882536" y="53117"/>
                </a:lnTo>
                <a:lnTo>
                  <a:pt x="882905" y="51650"/>
                </a:lnTo>
                <a:lnTo>
                  <a:pt x="883380" y="50231"/>
                </a:lnTo>
                <a:lnTo>
                  <a:pt x="883960" y="48860"/>
                </a:lnTo>
                <a:lnTo>
                  <a:pt x="884646" y="47538"/>
                </a:lnTo>
                <a:lnTo>
                  <a:pt x="885438" y="46265"/>
                </a:lnTo>
                <a:lnTo>
                  <a:pt x="886334" y="45040"/>
                </a:lnTo>
                <a:lnTo>
                  <a:pt x="887337" y="43863"/>
                </a:lnTo>
                <a:lnTo>
                  <a:pt x="888445" y="42735"/>
                </a:lnTo>
                <a:lnTo>
                  <a:pt x="889658" y="41655"/>
                </a:lnTo>
                <a:lnTo>
                  <a:pt x="890990" y="40643"/>
                </a:lnTo>
                <a:lnTo>
                  <a:pt x="892453" y="39720"/>
                </a:lnTo>
                <a:lnTo>
                  <a:pt x="894047" y="38884"/>
                </a:lnTo>
                <a:lnTo>
                  <a:pt x="895772" y="38136"/>
                </a:lnTo>
                <a:lnTo>
                  <a:pt x="897629" y="37477"/>
                </a:lnTo>
                <a:lnTo>
                  <a:pt x="899617" y="36905"/>
                </a:lnTo>
                <a:lnTo>
                  <a:pt x="901737" y="36421"/>
                </a:lnTo>
                <a:lnTo>
                  <a:pt x="903987" y="36025"/>
                </a:lnTo>
                <a:lnTo>
                  <a:pt x="906369" y="35717"/>
                </a:lnTo>
                <a:lnTo>
                  <a:pt x="908882" y="35497"/>
                </a:lnTo>
                <a:lnTo>
                  <a:pt x="911527" y="35366"/>
                </a:lnTo>
                <a:lnTo>
                  <a:pt x="914302" y="35322"/>
                </a:lnTo>
                <a:lnTo>
                  <a:pt x="916421" y="35347"/>
                </a:lnTo>
                <a:lnTo>
                  <a:pt x="918521" y="35424"/>
                </a:lnTo>
                <a:lnTo>
                  <a:pt x="920602" y="35553"/>
                </a:lnTo>
                <a:lnTo>
                  <a:pt x="922664" y="35733"/>
                </a:lnTo>
                <a:lnTo>
                  <a:pt x="924707" y="35964"/>
                </a:lnTo>
                <a:lnTo>
                  <a:pt x="926731" y="36247"/>
                </a:lnTo>
                <a:lnTo>
                  <a:pt x="928737" y="36582"/>
                </a:lnTo>
                <a:lnTo>
                  <a:pt x="930724" y="36967"/>
                </a:lnTo>
                <a:lnTo>
                  <a:pt x="932692" y="37405"/>
                </a:lnTo>
                <a:lnTo>
                  <a:pt x="934641" y="37893"/>
                </a:lnTo>
                <a:lnTo>
                  <a:pt x="936571" y="38433"/>
                </a:lnTo>
                <a:lnTo>
                  <a:pt x="938483" y="39025"/>
                </a:lnTo>
                <a:lnTo>
                  <a:pt x="938483" y="51131"/>
                </a:lnTo>
                <a:lnTo>
                  <a:pt x="936306" y="50380"/>
                </a:lnTo>
                <a:lnTo>
                  <a:pt x="934152" y="49695"/>
                </a:lnTo>
                <a:lnTo>
                  <a:pt x="932019" y="49075"/>
                </a:lnTo>
                <a:lnTo>
                  <a:pt x="929908" y="48520"/>
                </a:lnTo>
                <a:lnTo>
                  <a:pt x="927818" y="48030"/>
                </a:lnTo>
                <a:lnTo>
                  <a:pt x="925751" y="47606"/>
                </a:lnTo>
                <a:lnTo>
                  <a:pt x="923705" y="47247"/>
                </a:lnTo>
                <a:lnTo>
                  <a:pt x="921681" y="46953"/>
                </a:lnTo>
                <a:lnTo>
                  <a:pt x="919679" y="46724"/>
                </a:lnTo>
                <a:lnTo>
                  <a:pt x="917698" y="46561"/>
                </a:lnTo>
                <a:lnTo>
                  <a:pt x="915740" y="46463"/>
                </a:lnTo>
                <a:lnTo>
                  <a:pt x="913803" y="46431"/>
                </a:lnTo>
                <a:lnTo>
                  <a:pt x="912426" y="46451"/>
                </a:lnTo>
                <a:lnTo>
                  <a:pt x="911099" y="46513"/>
                </a:lnTo>
                <a:lnTo>
                  <a:pt x="909824" y="46615"/>
                </a:lnTo>
                <a:lnTo>
                  <a:pt x="908600" y="46758"/>
                </a:lnTo>
                <a:lnTo>
                  <a:pt x="907427" y="46942"/>
                </a:lnTo>
                <a:lnTo>
                  <a:pt x="906304" y="47167"/>
                </a:lnTo>
                <a:lnTo>
                  <a:pt x="905233" y="47433"/>
                </a:lnTo>
                <a:lnTo>
                  <a:pt x="904213" y="47740"/>
                </a:lnTo>
                <a:lnTo>
                  <a:pt x="903244" y="48088"/>
                </a:lnTo>
                <a:lnTo>
                  <a:pt x="902326" y="48477"/>
                </a:lnTo>
                <a:lnTo>
                  <a:pt x="901459" y="48907"/>
                </a:lnTo>
                <a:lnTo>
                  <a:pt x="900643" y="49377"/>
                </a:lnTo>
                <a:lnTo>
                  <a:pt x="899885" y="49878"/>
                </a:lnTo>
                <a:lnTo>
                  <a:pt x="899193" y="50399"/>
                </a:lnTo>
                <a:lnTo>
                  <a:pt x="898567" y="50940"/>
                </a:lnTo>
                <a:lnTo>
                  <a:pt x="898007" y="51502"/>
                </a:lnTo>
                <a:lnTo>
                  <a:pt x="897513" y="52083"/>
                </a:lnTo>
                <a:lnTo>
                  <a:pt x="897085" y="52685"/>
                </a:lnTo>
                <a:lnTo>
                  <a:pt x="896723" y="53307"/>
                </a:lnTo>
                <a:lnTo>
                  <a:pt x="896426" y="53950"/>
                </a:lnTo>
                <a:lnTo>
                  <a:pt x="896196" y="54612"/>
                </a:lnTo>
                <a:lnTo>
                  <a:pt x="896031" y="55295"/>
                </a:lnTo>
                <a:lnTo>
                  <a:pt x="895932" y="55998"/>
                </a:lnTo>
                <a:lnTo>
                  <a:pt x="895899" y="56721"/>
                </a:lnTo>
                <a:lnTo>
                  <a:pt x="895928" y="57419"/>
                </a:lnTo>
                <a:lnTo>
                  <a:pt x="896014" y="58093"/>
                </a:lnTo>
                <a:lnTo>
                  <a:pt x="896158" y="58743"/>
                </a:lnTo>
                <a:lnTo>
                  <a:pt x="896359" y="59370"/>
                </a:lnTo>
                <a:lnTo>
                  <a:pt x="896617" y="59973"/>
                </a:lnTo>
                <a:lnTo>
                  <a:pt x="896933" y="60553"/>
                </a:lnTo>
                <a:lnTo>
                  <a:pt x="897307" y="61108"/>
                </a:lnTo>
                <a:lnTo>
                  <a:pt x="897738" y="61641"/>
                </a:lnTo>
                <a:lnTo>
                  <a:pt x="898226" y="62149"/>
                </a:lnTo>
                <a:lnTo>
                  <a:pt x="898772" y="62634"/>
                </a:lnTo>
                <a:lnTo>
                  <a:pt x="899376" y="63095"/>
                </a:lnTo>
                <a:lnTo>
                  <a:pt x="900036" y="63533"/>
                </a:lnTo>
                <a:lnTo>
                  <a:pt x="900750" y="63964"/>
                </a:lnTo>
                <a:lnTo>
                  <a:pt x="901534" y="64406"/>
                </a:lnTo>
                <a:lnTo>
                  <a:pt x="902390" y="64859"/>
                </a:lnTo>
                <a:lnTo>
                  <a:pt x="903317" y="65323"/>
                </a:lnTo>
                <a:lnTo>
                  <a:pt x="904316" y="65798"/>
                </a:lnTo>
                <a:lnTo>
                  <a:pt x="905386" y="66283"/>
                </a:lnTo>
                <a:lnTo>
                  <a:pt x="906527" y="66779"/>
                </a:lnTo>
                <a:lnTo>
                  <a:pt x="907740" y="67286"/>
                </a:lnTo>
                <a:lnTo>
                  <a:pt x="909024" y="67804"/>
                </a:lnTo>
                <a:lnTo>
                  <a:pt x="910379" y="68333"/>
                </a:lnTo>
                <a:lnTo>
                  <a:pt x="911806" y="68873"/>
                </a:lnTo>
                <a:lnTo>
                  <a:pt x="913304" y="69424"/>
                </a:lnTo>
                <a:lnTo>
                  <a:pt x="922291" y="72688"/>
                </a:lnTo>
                <a:lnTo>
                  <a:pt x="924297" y="73439"/>
                </a:lnTo>
                <a:lnTo>
                  <a:pt x="926200" y="74201"/>
                </a:lnTo>
                <a:lnTo>
                  <a:pt x="928002" y="74973"/>
                </a:lnTo>
                <a:lnTo>
                  <a:pt x="929701" y="75757"/>
                </a:lnTo>
                <a:lnTo>
                  <a:pt x="931299" y="76552"/>
                </a:lnTo>
                <a:lnTo>
                  <a:pt x="932794" y="77358"/>
                </a:lnTo>
                <a:lnTo>
                  <a:pt x="934188" y="78175"/>
                </a:lnTo>
                <a:lnTo>
                  <a:pt x="935479" y="79002"/>
                </a:lnTo>
                <a:lnTo>
                  <a:pt x="936669" y="79841"/>
                </a:lnTo>
                <a:lnTo>
                  <a:pt x="937756" y="80691"/>
                </a:lnTo>
                <a:lnTo>
                  <a:pt x="938741" y="81552"/>
                </a:lnTo>
                <a:lnTo>
                  <a:pt x="939624" y="82424"/>
                </a:lnTo>
                <a:lnTo>
                  <a:pt x="940422" y="83320"/>
                </a:lnTo>
                <a:lnTo>
                  <a:pt x="941150" y="84253"/>
                </a:lnTo>
                <a:lnTo>
                  <a:pt x="941809" y="85222"/>
                </a:lnTo>
                <a:lnTo>
                  <a:pt x="942398" y="86227"/>
                </a:lnTo>
                <a:lnTo>
                  <a:pt x="942918" y="87269"/>
                </a:lnTo>
                <a:lnTo>
                  <a:pt x="943369" y="88348"/>
                </a:lnTo>
                <a:lnTo>
                  <a:pt x="943750" y="89463"/>
                </a:lnTo>
                <a:lnTo>
                  <a:pt x="944063" y="90615"/>
                </a:lnTo>
                <a:lnTo>
                  <a:pt x="944305" y="91803"/>
                </a:lnTo>
                <a:lnTo>
                  <a:pt x="944479" y="93028"/>
                </a:lnTo>
                <a:lnTo>
                  <a:pt x="944583" y="94290"/>
                </a:lnTo>
                <a:lnTo>
                  <a:pt x="944617" y="95588"/>
                </a:lnTo>
                <a:lnTo>
                  <a:pt x="944562" y="97282"/>
                </a:lnTo>
                <a:lnTo>
                  <a:pt x="944396" y="98925"/>
                </a:lnTo>
                <a:lnTo>
                  <a:pt x="944120" y="100517"/>
                </a:lnTo>
                <a:lnTo>
                  <a:pt x="943734" y="102059"/>
                </a:lnTo>
                <a:lnTo>
                  <a:pt x="943237" y="103549"/>
                </a:lnTo>
                <a:lnTo>
                  <a:pt x="942629" y="104989"/>
                </a:lnTo>
                <a:lnTo>
                  <a:pt x="941911" y="106378"/>
                </a:lnTo>
                <a:lnTo>
                  <a:pt x="941083" y="107716"/>
                </a:lnTo>
                <a:lnTo>
                  <a:pt x="940144" y="109003"/>
                </a:lnTo>
                <a:lnTo>
                  <a:pt x="939094" y="110239"/>
                </a:lnTo>
                <a:lnTo>
                  <a:pt x="937934" y="111424"/>
                </a:lnTo>
                <a:lnTo>
                  <a:pt x="936664" y="112558"/>
                </a:lnTo>
                <a:lnTo>
                  <a:pt x="935272" y="113621"/>
                </a:lnTo>
                <a:lnTo>
                  <a:pt x="933748" y="114591"/>
                </a:lnTo>
                <a:lnTo>
                  <a:pt x="932092" y="115469"/>
                </a:lnTo>
                <a:lnTo>
                  <a:pt x="930304" y="116254"/>
                </a:lnTo>
                <a:lnTo>
                  <a:pt x="928383" y="116947"/>
                </a:lnTo>
                <a:lnTo>
                  <a:pt x="926330" y="117547"/>
                </a:lnTo>
                <a:lnTo>
                  <a:pt x="924145" y="118055"/>
                </a:lnTo>
                <a:lnTo>
                  <a:pt x="921828" y="118471"/>
                </a:lnTo>
                <a:lnTo>
                  <a:pt x="919378" y="118794"/>
                </a:lnTo>
                <a:lnTo>
                  <a:pt x="916796" y="119025"/>
                </a:lnTo>
                <a:lnTo>
                  <a:pt x="914082" y="119164"/>
                </a:lnTo>
                <a:lnTo>
                  <a:pt x="911235" y="119210"/>
                </a:lnTo>
                <a:lnTo>
                  <a:pt x="908685" y="119165"/>
                </a:lnTo>
                <a:lnTo>
                  <a:pt x="906123" y="119031"/>
                </a:lnTo>
                <a:lnTo>
                  <a:pt x="903549" y="118807"/>
                </a:lnTo>
                <a:lnTo>
                  <a:pt x="900964" y="118493"/>
                </a:lnTo>
                <a:lnTo>
                  <a:pt x="898366" y="118090"/>
                </a:lnTo>
                <a:lnTo>
                  <a:pt x="895757" y="117597"/>
                </a:lnTo>
                <a:lnTo>
                  <a:pt x="893135" y="117015"/>
                </a:lnTo>
                <a:lnTo>
                  <a:pt x="890502" y="116343"/>
                </a:lnTo>
                <a:lnTo>
                  <a:pt x="887857" y="115581"/>
                </a:lnTo>
                <a:lnTo>
                  <a:pt x="885200" y="114730"/>
                </a:lnTo>
                <a:lnTo>
                  <a:pt x="882531" y="113789"/>
                </a:lnTo>
                <a:lnTo>
                  <a:pt x="879850" y="112759"/>
                </a:lnTo>
                <a:close/>
                <a:moveTo>
                  <a:pt x="999384" y="119210"/>
                </a:moveTo>
                <a:lnTo>
                  <a:pt x="996578" y="119127"/>
                </a:lnTo>
                <a:lnTo>
                  <a:pt x="993868" y="118879"/>
                </a:lnTo>
                <a:lnTo>
                  <a:pt x="991253" y="118465"/>
                </a:lnTo>
                <a:lnTo>
                  <a:pt x="988732" y="117886"/>
                </a:lnTo>
                <a:lnTo>
                  <a:pt x="986307" y="117141"/>
                </a:lnTo>
                <a:lnTo>
                  <a:pt x="983977" y="116231"/>
                </a:lnTo>
                <a:lnTo>
                  <a:pt x="981742" y="115155"/>
                </a:lnTo>
                <a:lnTo>
                  <a:pt x="979602" y="113914"/>
                </a:lnTo>
                <a:lnTo>
                  <a:pt x="977557" y="112507"/>
                </a:lnTo>
                <a:lnTo>
                  <a:pt x="975608" y="110934"/>
                </a:lnTo>
                <a:lnTo>
                  <a:pt x="973753" y="109197"/>
                </a:lnTo>
                <a:lnTo>
                  <a:pt x="971994" y="107293"/>
                </a:lnTo>
                <a:lnTo>
                  <a:pt x="970353" y="105263"/>
                </a:lnTo>
                <a:lnTo>
                  <a:pt x="968855" y="103147"/>
                </a:lnTo>
                <a:lnTo>
                  <a:pt x="967500" y="100945"/>
                </a:lnTo>
                <a:lnTo>
                  <a:pt x="966287" y="98655"/>
                </a:lnTo>
                <a:lnTo>
                  <a:pt x="965217" y="96280"/>
                </a:lnTo>
                <a:lnTo>
                  <a:pt x="964290" y="93818"/>
                </a:lnTo>
                <a:lnTo>
                  <a:pt x="963505" y="91269"/>
                </a:lnTo>
                <a:lnTo>
                  <a:pt x="962863" y="88634"/>
                </a:lnTo>
                <a:lnTo>
                  <a:pt x="962364" y="85913"/>
                </a:lnTo>
                <a:lnTo>
                  <a:pt x="962007" y="83105"/>
                </a:lnTo>
                <a:lnTo>
                  <a:pt x="961793" y="80211"/>
                </a:lnTo>
                <a:lnTo>
                  <a:pt x="961722" y="77230"/>
                </a:lnTo>
                <a:lnTo>
                  <a:pt x="961793" y="74250"/>
                </a:lnTo>
                <a:lnTo>
                  <a:pt x="962007" y="71356"/>
                </a:lnTo>
                <a:lnTo>
                  <a:pt x="962364" y="68550"/>
                </a:lnTo>
                <a:lnTo>
                  <a:pt x="962863" y="65830"/>
                </a:lnTo>
                <a:lnTo>
                  <a:pt x="963505" y="63198"/>
                </a:lnTo>
                <a:lnTo>
                  <a:pt x="964290" y="60652"/>
                </a:lnTo>
                <a:lnTo>
                  <a:pt x="965217" y="58194"/>
                </a:lnTo>
                <a:lnTo>
                  <a:pt x="966287" y="55822"/>
                </a:lnTo>
                <a:lnTo>
                  <a:pt x="967500" y="53537"/>
                </a:lnTo>
                <a:lnTo>
                  <a:pt x="968855" y="51340"/>
                </a:lnTo>
                <a:lnTo>
                  <a:pt x="970353" y="49229"/>
                </a:lnTo>
                <a:lnTo>
                  <a:pt x="971994" y="47205"/>
                </a:lnTo>
                <a:lnTo>
                  <a:pt x="973753" y="45307"/>
                </a:lnTo>
                <a:lnTo>
                  <a:pt x="975608" y="43574"/>
                </a:lnTo>
                <a:lnTo>
                  <a:pt x="977557" y="42006"/>
                </a:lnTo>
                <a:lnTo>
                  <a:pt x="979602" y="40603"/>
                </a:lnTo>
                <a:lnTo>
                  <a:pt x="981742" y="39365"/>
                </a:lnTo>
                <a:lnTo>
                  <a:pt x="983977" y="38292"/>
                </a:lnTo>
                <a:lnTo>
                  <a:pt x="986307" y="37385"/>
                </a:lnTo>
                <a:lnTo>
                  <a:pt x="988732" y="36642"/>
                </a:lnTo>
                <a:lnTo>
                  <a:pt x="991253" y="36064"/>
                </a:lnTo>
                <a:lnTo>
                  <a:pt x="993868" y="35652"/>
                </a:lnTo>
                <a:lnTo>
                  <a:pt x="996578" y="35404"/>
                </a:lnTo>
                <a:lnTo>
                  <a:pt x="999384" y="35322"/>
                </a:lnTo>
                <a:lnTo>
                  <a:pt x="1002178" y="35404"/>
                </a:lnTo>
                <a:lnTo>
                  <a:pt x="1004878" y="35652"/>
                </a:lnTo>
                <a:lnTo>
                  <a:pt x="1007484" y="36064"/>
                </a:lnTo>
                <a:lnTo>
                  <a:pt x="1009996" y="36642"/>
                </a:lnTo>
                <a:lnTo>
                  <a:pt x="1012414" y="37385"/>
                </a:lnTo>
                <a:lnTo>
                  <a:pt x="1014738" y="38292"/>
                </a:lnTo>
                <a:lnTo>
                  <a:pt x="1016967" y="39365"/>
                </a:lnTo>
                <a:lnTo>
                  <a:pt x="1019103" y="40603"/>
                </a:lnTo>
                <a:lnTo>
                  <a:pt x="1021144" y="42006"/>
                </a:lnTo>
                <a:lnTo>
                  <a:pt x="1023091" y="43574"/>
                </a:lnTo>
                <a:lnTo>
                  <a:pt x="1024944" y="45307"/>
                </a:lnTo>
                <a:lnTo>
                  <a:pt x="1026703" y="47205"/>
                </a:lnTo>
                <a:lnTo>
                  <a:pt x="1028344" y="49229"/>
                </a:lnTo>
                <a:lnTo>
                  <a:pt x="1029842" y="51340"/>
                </a:lnTo>
                <a:lnTo>
                  <a:pt x="1031197" y="53537"/>
                </a:lnTo>
                <a:lnTo>
                  <a:pt x="1032410" y="55822"/>
                </a:lnTo>
                <a:lnTo>
                  <a:pt x="1033480" y="58194"/>
                </a:lnTo>
                <a:lnTo>
                  <a:pt x="1034407" y="60652"/>
                </a:lnTo>
                <a:lnTo>
                  <a:pt x="1035192" y="63198"/>
                </a:lnTo>
                <a:lnTo>
                  <a:pt x="1035833" y="65830"/>
                </a:lnTo>
                <a:lnTo>
                  <a:pt x="1036333" y="68550"/>
                </a:lnTo>
                <a:lnTo>
                  <a:pt x="1036689" y="71356"/>
                </a:lnTo>
                <a:lnTo>
                  <a:pt x="1036903" y="74250"/>
                </a:lnTo>
                <a:lnTo>
                  <a:pt x="1036975" y="77230"/>
                </a:lnTo>
                <a:lnTo>
                  <a:pt x="1036903" y="80211"/>
                </a:lnTo>
                <a:lnTo>
                  <a:pt x="1036689" y="83105"/>
                </a:lnTo>
                <a:lnTo>
                  <a:pt x="1036333" y="85913"/>
                </a:lnTo>
                <a:lnTo>
                  <a:pt x="1035833" y="88634"/>
                </a:lnTo>
                <a:lnTo>
                  <a:pt x="1035192" y="91269"/>
                </a:lnTo>
                <a:lnTo>
                  <a:pt x="1034407" y="93818"/>
                </a:lnTo>
                <a:lnTo>
                  <a:pt x="1033480" y="96280"/>
                </a:lnTo>
                <a:lnTo>
                  <a:pt x="1032410" y="98655"/>
                </a:lnTo>
                <a:lnTo>
                  <a:pt x="1031197" y="100945"/>
                </a:lnTo>
                <a:lnTo>
                  <a:pt x="1029842" y="103147"/>
                </a:lnTo>
                <a:lnTo>
                  <a:pt x="1028344" y="105263"/>
                </a:lnTo>
                <a:lnTo>
                  <a:pt x="1026703" y="107293"/>
                </a:lnTo>
                <a:lnTo>
                  <a:pt x="1024944" y="109197"/>
                </a:lnTo>
                <a:lnTo>
                  <a:pt x="1023091" y="110934"/>
                </a:lnTo>
                <a:lnTo>
                  <a:pt x="1021144" y="112507"/>
                </a:lnTo>
                <a:lnTo>
                  <a:pt x="1019103" y="113914"/>
                </a:lnTo>
                <a:lnTo>
                  <a:pt x="1016967" y="115155"/>
                </a:lnTo>
                <a:lnTo>
                  <a:pt x="1014738" y="116231"/>
                </a:lnTo>
                <a:lnTo>
                  <a:pt x="1012414" y="117141"/>
                </a:lnTo>
                <a:lnTo>
                  <a:pt x="1009996" y="117886"/>
                </a:lnTo>
                <a:lnTo>
                  <a:pt x="1007484" y="118465"/>
                </a:lnTo>
                <a:lnTo>
                  <a:pt x="1004878" y="118879"/>
                </a:lnTo>
                <a:lnTo>
                  <a:pt x="1002178" y="119127"/>
                </a:lnTo>
                <a:lnTo>
                  <a:pt x="999384" y="119210"/>
                </a:lnTo>
                <a:moveTo>
                  <a:pt x="999384" y="108101"/>
                </a:moveTo>
                <a:lnTo>
                  <a:pt x="1001125" y="108044"/>
                </a:lnTo>
                <a:lnTo>
                  <a:pt x="1002806" y="107872"/>
                </a:lnTo>
                <a:lnTo>
                  <a:pt x="1004426" y="107587"/>
                </a:lnTo>
                <a:lnTo>
                  <a:pt x="1005986" y="107186"/>
                </a:lnTo>
                <a:lnTo>
                  <a:pt x="1007485" y="106672"/>
                </a:lnTo>
                <a:lnTo>
                  <a:pt x="1008924" y="106043"/>
                </a:lnTo>
                <a:lnTo>
                  <a:pt x="1010303" y="105300"/>
                </a:lnTo>
                <a:lnTo>
                  <a:pt x="1011621" y="104442"/>
                </a:lnTo>
                <a:lnTo>
                  <a:pt x="1012879" y="103471"/>
                </a:lnTo>
                <a:lnTo>
                  <a:pt x="1014076" y="102385"/>
                </a:lnTo>
                <a:lnTo>
                  <a:pt x="1015213" y="101184"/>
                </a:lnTo>
                <a:lnTo>
                  <a:pt x="1016289" y="99869"/>
                </a:lnTo>
                <a:lnTo>
                  <a:pt x="1017292" y="98454"/>
                </a:lnTo>
                <a:lnTo>
                  <a:pt x="1018207" y="96954"/>
                </a:lnTo>
                <a:lnTo>
                  <a:pt x="1019035" y="95367"/>
                </a:lnTo>
                <a:lnTo>
                  <a:pt x="1019776" y="93695"/>
                </a:lnTo>
                <a:lnTo>
                  <a:pt x="1020430" y="91937"/>
                </a:lnTo>
                <a:lnTo>
                  <a:pt x="1020997" y="90094"/>
                </a:lnTo>
                <a:lnTo>
                  <a:pt x="1021476" y="88164"/>
                </a:lnTo>
                <a:lnTo>
                  <a:pt x="1021869" y="86149"/>
                </a:lnTo>
                <a:lnTo>
                  <a:pt x="1022174" y="84048"/>
                </a:lnTo>
                <a:lnTo>
                  <a:pt x="1022392" y="81861"/>
                </a:lnTo>
                <a:lnTo>
                  <a:pt x="1022523" y="79589"/>
                </a:lnTo>
                <a:lnTo>
                  <a:pt x="1022566" y="77230"/>
                </a:lnTo>
                <a:lnTo>
                  <a:pt x="1022523" y="74883"/>
                </a:lnTo>
                <a:lnTo>
                  <a:pt x="1022392" y="72621"/>
                </a:lnTo>
                <a:lnTo>
                  <a:pt x="1022174" y="70444"/>
                </a:lnTo>
                <a:lnTo>
                  <a:pt x="1021869" y="68351"/>
                </a:lnTo>
                <a:lnTo>
                  <a:pt x="1021476" y="66343"/>
                </a:lnTo>
                <a:lnTo>
                  <a:pt x="1020997" y="64420"/>
                </a:lnTo>
                <a:lnTo>
                  <a:pt x="1020430" y="62582"/>
                </a:lnTo>
                <a:lnTo>
                  <a:pt x="1019776" y="60829"/>
                </a:lnTo>
                <a:lnTo>
                  <a:pt x="1019035" y="59160"/>
                </a:lnTo>
                <a:lnTo>
                  <a:pt x="1018207" y="57576"/>
                </a:lnTo>
                <a:lnTo>
                  <a:pt x="1017292" y="56077"/>
                </a:lnTo>
                <a:lnTo>
                  <a:pt x="1016289" y="54662"/>
                </a:lnTo>
                <a:lnTo>
                  <a:pt x="1015213" y="53348"/>
                </a:lnTo>
                <a:lnTo>
                  <a:pt x="1014076" y="52147"/>
                </a:lnTo>
                <a:lnTo>
                  <a:pt x="1012879" y="51061"/>
                </a:lnTo>
                <a:lnTo>
                  <a:pt x="1011621" y="50089"/>
                </a:lnTo>
                <a:lnTo>
                  <a:pt x="1010303" y="49232"/>
                </a:lnTo>
                <a:lnTo>
                  <a:pt x="1008924" y="48489"/>
                </a:lnTo>
                <a:lnTo>
                  <a:pt x="1007485" y="47860"/>
                </a:lnTo>
                <a:lnTo>
                  <a:pt x="1005986" y="47345"/>
                </a:lnTo>
                <a:lnTo>
                  <a:pt x="1004426" y="46945"/>
                </a:lnTo>
                <a:lnTo>
                  <a:pt x="1002806" y="46659"/>
                </a:lnTo>
                <a:lnTo>
                  <a:pt x="1001125" y="46488"/>
                </a:lnTo>
                <a:lnTo>
                  <a:pt x="999384" y="46431"/>
                </a:lnTo>
                <a:lnTo>
                  <a:pt x="997632" y="46488"/>
                </a:lnTo>
                <a:lnTo>
                  <a:pt x="995940" y="46659"/>
                </a:lnTo>
                <a:lnTo>
                  <a:pt x="994311" y="46945"/>
                </a:lnTo>
                <a:lnTo>
                  <a:pt x="992742" y="47345"/>
                </a:lnTo>
                <a:lnTo>
                  <a:pt x="991236" y="47860"/>
                </a:lnTo>
                <a:lnTo>
                  <a:pt x="989790" y="48489"/>
                </a:lnTo>
                <a:lnTo>
                  <a:pt x="988406" y="49232"/>
                </a:lnTo>
                <a:lnTo>
                  <a:pt x="987084" y="50089"/>
                </a:lnTo>
                <a:lnTo>
                  <a:pt x="985823" y="51061"/>
                </a:lnTo>
                <a:lnTo>
                  <a:pt x="984623" y="52147"/>
                </a:lnTo>
                <a:lnTo>
                  <a:pt x="983485" y="53348"/>
                </a:lnTo>
                <a:lnTo>
                  <a:pt x="982408" y="54662"/>
                </a:lnTo>
                <a:lnTo>
                  <a:pt x="981405" y="56077"/>
                </a:lnTo>
                <a:lnTo>
                  <a:pt x="980490" y="57576"/>
                </a:lnTo>
                <a:lnTo>
                  <a:pt x="979661" y="59160"/>
                </a:lnTo>
                <a:lnTo>
                  <a:pt x="978920" y="60829"/>
                </a:lnTo>
                <a:lnTo>
                  <a:pt x="978267" y="62582"/>
                </a:lnTo>
                <a:lnTo>
                  <a:pt x="977700" y="64420"/>
                </a:lnTo>
                <a:lnTo>
                  <a:pt x="977220" y="66343"/>
                </a:lnTo>
                <a:lnTo>
                  <a:pt x="976828" y="68351"/>
                </a:lnTo>
                <a:lnTo>
                  <a:pt x="976523" y="70444"/>
                </a:lnTo>
                <a:lnTo>
                  <a:pt x="976305" y="72621"/>
                </a:lnTo>
                <a:lnTo>
                  <a:pt x="976174" y="74883"/>
                </a:lnTo>
                <a:lnTo>
                  <a:pt x="976131" y="77230"/>
                </a:lnTo>
                <a:lnTo>
                  <a:pt x="976174" y="79589"/>
                </a:lnTo>
                <a:lnTo>
                  <a:pt x="976305" y="81861"/>
                </a:lnTo>
                <a:lnTo>
                  <a:pt x="976523" y="84048"/>
                </a:lnTo>
                <a:lnTo>
                  <a:pt x="976828" y="86149"/>
                </a:lnTo>
                <a:lnTo>
                  <a:pt x="977220" y="88164"/>
                </a:lnTo>
                <a:lnTo>
                  <a:pt x="977700" y="90094"/>
                </a:lnTo>
                <a:lnTo>
                  <a:pt x="978267" y="91937"/>
                </a:lnTo>
                <a:lnTo>
                  <a:pt x="978920" y="93695"/>
                </a:lnTo>
                <a:lnTo>
                  <a:pt x="979661" y="95367"/>
                </a:lnTo>
                <a:lnTo>
                  <a:pt x="980490" y="96954"/>
                </a:lnTo>
                <a:lnTo>
                  <a:pt x="981405" y="98454"/>
                </a:lnTo>
                <a:lnTo>
                  <a:pt x="982408" y="99869"/>
                </a:lnTo>
                <a:lnTo>
                  <a:pt x="983485" y="101184"/>
                </a:lnTo>
                <a:lnTo>
                  <a:pt x="984623" y="102385"/>
                </a:lnTo>
                <a:lnTo>
                  <a:pt x="985823" y="103471"/>
                </a:lnTo>
                <a:lnTo>
                  <a:pt x="987084" y="104442"/>
                </a:lnTo>
                <a:lnTo>
                  <a:pt x="988406" y="105300"/>
                </a:lnTo>
                <a:lnTo>
                  <a:pt x="989790" y="106043"/>
                </a:lnTo>
                <a:lnTo>
                  <a:pt x="991236" y="106672"/>
                </a:lnTo>
                <a:lnTo>
                  <a:pt x="992742" y="107186"/>
                </a:lnTo>
                <a:lnTo>
                  <a:pt x="994311" y="107587"/>
                </a:lnTo>
                <a:lnTo>
                  <a:pt x="995940" y="107872"/>
                </a:lnTo>
                <a:lnTo>
                  <a:pt x="997632" y="108044"/>
                </a:lnTo>
                <a:lnTo>
                  <a:pt x="999384" y="108101"/>
                </a:lnTo>
                <a:close/>
                <a:moveTo>
                  <a:pt x="1060998" y="117074"/>
                </a:moveTo>
                <a:lnTo>
                  <a:pt x="1060998" y="37458"/>
                </a:lnTo>
                <a:lnTo>
                  <a:pt x="1074266" y="37458"/>
                </a:lnTo>
                <a:lnTo>
                  <a:pt x="1074266" y="54947"/>
                </a:lnTo>
                <a:lnTo>
                  <a:pt x="1075313" y="53340"/>
                </a:lnTo>
                <a:lnTo>
                  <a:pt x="1076385" y="51802"/>
                </a:lnTo>
                <a:lnTo>
                  <a:pt x="1077482" y="50333"/>
                </a:lnTo>
                <a:lnTo>
                  <a:pt x="1078605" y="48932"/>
                </a:lnTo>
                <a:lnTo>
                  <a:pt x="1079753" y="47601"/>
                </a:lnTo>
                <a:lnTo>
                  <a:pt x="1080926" y="46338"/>
                </a:lnTo>
                <a:lnTo>
                  <a:pt x="1082125" y="45145"/>
                </a:lnTo>
                <a:lnTo>
                  <a:pt x="1083348" y="44020"/>
                </a:lnTo>
                <a:lnTo>
                  <a:pt x="1084597" y="42964"/>
                </a:lnTo>
                <a:lnTo>
                  <a:pt x="1085872" y="41978"/>
                </a:lnTo>
                <a:lnTo>
                  <a:pt x="1087171" y="41060"/>
                </a:lnTo>
                <a:lnTo>
                  <a:pt x="1088496" y="40211"/>
                </a:lnTo>
                <a:lnTo>
                  <a:pt x="1089846" y="39430"/>
                </a:lnTo>
                <a:lnTo>
                  <a:pt x="1091221" y="38717"/>
                </a:lnTo>
                <a:lnTo>
                  <a:pt x="1092622" y="38072"/>
                </a:lnTo>
                <a:lnTo>
                  <a:pt x="1094048" y="37495"/>
                </a:lnTo>
                <a:lnTo>
                  <a:pt x="1095499" y="36985"/>
                </a:lnTo>
                <a:lnTo>
                  <a:pt x="1096975" y="36544"/>
                </a:lnTo>
                <a:lnTo>
                  <a:pt x="1098477" y="36170"/>
                </a:lnTo>
                <a:lnTo>
                  <a:pt x="1100004" y="35865"/>
                </a:lnTo>
                <a:lnTo>
                  <a:pt x="1101556" y="35627"/>
                </a:lnTo>
                <a:lnTo>
                  <a:pt x="1103133" y="35457"/>
                </a:lnTo>
                <a:lnTo>
                  <a:pt x="1104736" y="35355"/>
                </a:lnTo>
                <a:lnTo>
                  <a:pt x="1106364" y="35322"/>
                </a:lnTo>
                <a:lnTo>
                  <a:pt x="1107565" y="35336"/>
                </a:lnTo>
                <a:lnTo>
                  <a:pt x="1108766" y="35381"/>
                </a:lnTo>
                <a:lnTo>
                  <a:pt x="1109966" y="35455"/>
                </a:lnTo>
                <a:lnTo>
                  <a:pt x="1111167" y="35559"/>
                </a:lnTo>
                <a:lnTo>
                  <a:pt x="1112368" y="35692"/>
                </a:lnTo>
                <a:lnTo>
                  <a:pt x="1113568" y="35856"/>
                </a:lnTo>
                <a:lnTo>
                  <a:pt x="1114769" y="36049"/>
                </a:lnTo>
                <a:lnTo>
                  <a:pt x="1115970" y="36271"/>
                </a:lnTo>
                <a:lnTo>
                  <a:pt x="1117171" y="36523"/>
                </a:lnTo>
                <a:lnTo>
                  <a:pt x="1118371" y="36805"/>
                </a:lnTo>
                <a:lnTo>
                  <a:pt x="1119572" y="37117"/>
                </a:lnTo>
                <a:lnTo>
                  <a:pt x="1120773" y="37458"/>
                </a:lnTo>
                <a:lnTo>
                  <a:pt x="1120773" y="66228"/>
                </a:lnTo>
                <a:lnTo>
                  <a:pt x="1108005" y="66228"/>
                </a:lnTo>
                <a:lnTo>
                  <a:pt x="1108005" y="48138"/>
                </a:lnTo>
                <a:lnTo>
                  <a:pt x="1107456" y="48047"/>
                </a:lnTo>
                <a:lnTo>
                  <a:pt x="1106927" y="47964"/>
                </a:lnTo>
                <a:lnTo>
                  <a:pt x="1106418" y="47889"/>
                </a:lnTo>
                <a:lnTo>
                  <a:pt x="1105928" y="47822"/>
                </a:lnTo>
                <a:lnTo>
                  <a:pt x="1105459" y="47763"/>
                </a:lnTo>
                <a:lnTo>
                  <a:pt x="1105009" y="47712"/>
                </a:lnTo>
                <a:lnTo>
                  <a:pt x="1104579" y="47669"/>
                </a:lnTo>
                <a:lnTo>
                  <a:pt x="1104169" y="47633"/>
                </a:lnTo>
                <a:lnTo>
                  <a:pt x="1103778" y="47606"/>
                </a:lnTo>
                <a:lnTo>
                  <a:pt x="1103408" y="47586"/>
                </a:lnTo>
                <a:lnTo>
                  <a:pt x="1103057" y="47574"/>
                </a:lnTo>
                <a:lnTo>
                  <a:pt x="1102726" y="47570"/>
                </a:lnTo>
                <a:lnTo>
                  <a:pt x="1101492" y="47611"/>
                </a:lnTo>
                <a:lnTo>
                  <a:pt x="1100261" y="47732"/>
                </a:lnTo>
                <a:lnTo>
                  <a:pt x="1099035" y="47934"/>
                </a:lnTo>
                <a:lnTo>
                  <a:pt x="1097812" y="48217"/>
                </a:lnTo>
                <a:lnTo>
                  <a:pt x="1096594" y="48581"/>
                </a:lnTo>
                <a:lnTo>
                  <a:pt x="1095379" y="49026"/>
                </a:lnTo>
                <a:lnTo>
                  <a:pt x="1094169" y="49551"/>
                </a:lnTo>
                <a:lnTo>
                  <a:pt x="1092962" y="50158"/>
                </a:lnTo>
                <a:lnTo>
                  <a:pt x="1091759" y="50845"/>
                </a:lnTo>
                <a:lnTo>
                  <a:pt x="1090561" y="51613"/>
                </a:lnTo>
                <a:lnTo>
                  <a:pt x="1089366" y="52462"/>
                </a:lnTo>
                <a:lnTo>
                  <a:pt x="1088175" y="53392"/>
                </a:lnTo>
                <a:lnTo>
                  <a:pt x="1086989" y="54402"/>
                </a:lnTo>
                <a:lnTo>
                  <a:pt x="1085807" y="55494"/>
                </a:lnTo>
                <a:lnTo>
                  <a:pt x="1084631" y="56666"/>
                </a:lnTo>
                <a:lnTo>
                  <a:pt x="1083459" y="57920"/>
                </a:lnTo>
                <a:lnTo>
                  <a:pt x="1082293" y="59254"/>
                </a:lnTo>
                <a:lnTo>
                  <a:pt x="1081131" y="60669"/>
                </a:lnTo>
                <a:lnTo>
                  <a:pt x="1079975" y="62165"/>
                </a:lnTo>
                <a:lnTo>
                  <a:pt x="1078823" y="63741"/>
                </a:lnTo>
                <a:lnTo>
                  <a:pt x="1077676" y="65399"/>
                </a:lnTo>
                <a:lnTo>
                  <a:pt x="1076534" y="67137"/>
                </a:lnTo>
                <a:lnTo>
                  <a:pt x="1075398" y="68957"/>
                </a:lnTo>
                <a:lnTo>
                  <a:pt x="1074266" y="70857"/>
                </a:lnTo>
                <a:lnTo>
                  <a:pt x="1074266" y="117074"/>
                </a:lnTo>
                <a:lnTo>
                  <a:pt x="1060998" y="117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0" name="Original vector context 30">
            <a:extLst xmlns:a="http://schemas.openxmlformats.org/drawingml/2006/main">
              <a:ext uri="{FF2B5EF4-FFF2-40B4-BE49-F238E27FC236}">
                <a16:creationId xmlns:a16="http://schemas.microsoft.com/office/drawing/2014/main" id="{C3A04F6B-9DBE-41E5-80B1-09924E3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23" y="8058868"/>
            <a:ext cx="815888" cy="132741"/>
          </a:xfrm>
          <a:custGeom xmlns:a="http://schemas.openxmlformats.org/drawingml/2006/main">
            <a:pathLst>
              <a:path w="815888" h="132741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66008" y="14527"/>
                </a:moveTo>
                <a:lnTo>
                  <a:pt x="66008" y="36034"/>
                </a:lnTo>
                <a:lnTo>
                  <a:pt x="81273" y="36034"/>
                </a:lnTo>
                <a:lnTo>
                  <a:pt x="81273" y="41019"/>
                </a:lnTo>
                <a:lnTo>
                  <a:pt x="66008" y="41019"/>
                </a:lnTo>
                <a:lnTo>
                  <a:pt x="66008" y="83261"/>
                </a:lnTo>
                <a:lnTo>
                  <a:pt x="66021" y="84288"/>
                </a:lnTo>
                <a:lnTo>
                  <a:pt x="66059" y="85257"/>
                </a:lnTo>
                <a:lnTo>
                  <a:pt x="66122" y="86169"/>
                </a:lnTo>
                <a:lnTo>
                  <a:pt x="66210" y="87024"/>
                </a:lnTo>
                <a:lnTo>
                  <a:pt x="66324" y="87821"/>
                </a:lnTo>
                <a:lnTo>
                  <a:pt x="66463" y="88561"/>
                </a:lnTo>
                <a:lnTo>
                  <a:pt x="66627" y="89244"/>
                </a:lnTo>
                <a:lnTo>
                  <a:pt x="66817" y="89869"/>
                </a:lnTo>
                <a:lnTo>
                  <a:pt x="67031" y="90437"/>
                </a:lnTo>
                <a:lnTo>
                  <a:pt x="67271" y="90948"/>
                </a:lnTo>
                <a:lnTo>
                  <a:pt x="67537" y="91402"/>
                </a:lnTo>
                <a:lnTo>
                  <a:pt x="67827" y="91798"/>
                </a:lnTo>
                <a:lnTo>
                  <a:pt x="68137" y="92150"/>
                </a:lnTo>
                <a:lnTo>
                  <a:pt x="68462" y="92471"/>
                </a:lnTo>
                <a:lnTo>
                  <a:pt x="68801" y="92762"/>
                </a:lnTo>
                <a:lnTo>
                  <a:pt x="69155" y="93022"/>
                </a:lnTo>
                <a:lnTo>
                  <a:pt x="69522" y="93251"/>
                </a:lnTo>
                <a:lnTo>
                  <a:pt x="69905" y="93450"/>
                </a:lnTo>
                <a:lnTo>
                  <a:pt x="70301" y="93618"/>
                </a:lnTo>
                <a:lnTo>
                  <a:pt x="70712" y="93756"/>
                </a:lnTo>
                <a:lnTo>
                  <a:pt x="71137" y="93863"/>
                </a:lnTo>
                <a:lnTo>
                  <a:pt x="71577" y="93940"/>
                </a:lnTo>
                <a:lnTo>
                  <a:pt x="72031" y="93986"/>
                </a:lnTo>
                <a:lnTo>
                  <a:pt x="72499" y="94001"/>
                </a:lnTo>
                <a:lnTo>
                  <a:pt x="72890" y="93991"/>
                </a:lnTo>
                <a:lnTo>
                  <a:pt x="73280" y="93960"/>
                </a:lnTo>
                <a:lnTo>
                  <a:pt x="73667" y="93910"/>
                </a:lnTo>
                <a:lnTo>
                  <a:pt x="74053" y="93839"/>
                </a:lnTo>
                <a:lnTo>
                  <a:pt x="74436" y="93747"/>
                </a:lnTo>
                <a:lnTo>
                  <a:pt x="74817" y="93636"/>
                </a:lnTo>
                <a:lnTo>
                  <a:pt x="75197" y="93504"/>
                </a:lnTo>
                <a:lnTo>
                  <a:pt x="75574" y="93352"/>
                </a:lnTo>
                <a:lnTo>
                  <a:pt x="75950" y="93180"/>
                </a:lnTo>
                <a:lnTo>
                  <a:pt x="76323" y="92987"/>
                </a:lnTo>
                <a:lnTo>
                  <a:pt x="76695" y="92774"/>
                </a:lnTo>
                <a:lnTo>
                  <a:pt x="77064" y="92541"/>
                </a:lnTo>
                <a:lnTo>
                  <a:pt x="77426" y="92288"/>
                </a:lnTo>
                <a:lnTo>
                  <a:pt x="77774" y="92016"/>
                </a:lnTo>
                <a:lnTo>
                  <a:pt x="78107" y="91724"/>
                </a:lnTo>
                <a:lnTo>
                  <a:pt x="78427" y="91413"/>
                </a:lnTo>
                <a:lnTo>
                  <a:pt x="78734" y="91083"/>
                </a:lnTo>
                <a:lnTo>
                  <a:pt x="79026" y="90734"/>
                </a:lnTo>
                <a:lnTo>
                  <a:pt x="79304" y="90365"/>
                </a:lnTo>
                <a:lnTo>
                  <a:pt x="79569" y="89977"/>
                </a:lnTo>
                <a:lnTo>
                  <a:pt x="79819" y="89570"/>
                </a:lnTo>
                <a:lnTo>
                  <a:pt x="80056" y="89144"/>
                </a:lnTo>
                <a:lnTo>
                  <a:pt x="80279" y="88698"/>
                </a:lnTo>
                <a:lnTo>
                  <a:pt x="80488" y="88233"/>
                </a:lnTo>
                <a:lnTo>
                  <a:pt x="83270" y="88233"/>
                </a:lnTo>
                <a:lnTo>
                  <a:pt x="82839" y="89375"/>
                </a:lnTo>
                <a:lnTo>
                  <a:pt x="82380" y="90471"/>
                </a:lnTo>
                <a:lnTo>
                  <a:pt x="81892" y="91519"/>
                </a:lnTo>
                <a:lnTo>
                  <a:pt x="81376" y="92519"/>
                </a:lnTo>
                <a:lnTo>
                  <a:pt x="80830" y="93473"/>
                </a:lnTo>
                <a:lnTo>
                  <a:pt x="80256" y="94379"/>
                </a:lnTo>
                <a:lnTo>
                  <a:pt x="79653" y="95237"/>
                </a:lnTo>
                <a:lnTo>
                  <a:pt x="79022" y="96048"/>
                </a:lnTo>
                <a:lnTo>
                  <a:pt x="78362" y="96812"/>
                </a:lnTo>
                <a:lnTo>
                  <a:pt x="77673" y="97528"/>
                </a:lnTo>
                <a:lnTo>
                  <a:pt x="76955" y="98197"/>
                </a:lnTo>
                <a:lnTo>
                  <a:pt x="76208" y="98819"/>
                </a:lnTo>
                <a:lnTo>
                  <a:pt x="75445" y="99391"/>
                </a:lnTo>
                <a:lnTo>
                  <a:pt x="74679" y="99914"/>
                </a:lnTo>
                <a:lnTo>
                  <a:pt x="73908" y="100387"/>
                </a:lnTo>
                <a:lnTo>
                  <a:pt x="73133" y="100811"/>
                </a:lnTo>
                <a:lnTo>
                  <a:pt x="72355" y="101184"/>
                </a:lnTo>
                <a:lnTo>
                  <a:pt x="71572" y="101508"/>
                </a:lnTo>
                <a:lnTo>
                  <a:pt x="70785" y="101782"/>
                </a:lnTo>
                <a:lnTo>
                  <a:pt x="69995" y="102006"/>
                </a:lnTo>
                <a:lnTo>
                  <a:pt x="69200" y="102180"/>
                </a:lnTo>
                <a:lnTo>
                  <a:pt x="68402" y="102304"/>
                </a:lnTo>
                <a:lnTo>
                  <a:pt x="67599" y="102379"/>
                </a:lnTo>
                <a:lnTo>
                  <a:pt x="66793" y="102404"/>
                </a:lnTo>
                <a:lnTo>
                  <a:pt x="66247" y="102391"/>
                </a:lnTo>
                <a:lnTo>
                  <a:pt x="65703" y="102353"/>
                </a:lnTo>
                <a:lnTo>
                  <a:pt x="65161" y="102290"/>
                </a:lnTo>
                <a:lnTo>
                  <a:pt x="64621" y="102202"/>
                </a:lnTo>
                <a:lnTo>
                  <a:pt x="64083" y="102088"/>
                </a:lnTo>
                <a:lnTo>
                  <a:pt x="63547" y="101949"/>
                </a:lnTo>
                <a:lnTo>
                  <a:pt x="63013" y="101785"/>
                </a:lnTo>
                <a:lnTo>
                  <a:pt x="62481" y="101596"/>
                </a:lnTo>
                <a:lnTo>
                  <a:pt x="61951" y="101381"/>
                </a:lnTo>
                <a:lnTo>
                  <a:pt x="61423" y="101141"/>
                </a:lnTo>
                <a:lnTo>
                  <a:pt x="60897" y="100876"/>
                </a:lnTo>
                <a:lnTo>
                  <a:pt x="60373" y="100586"/>
                </a:lnTo>
                <a:lnTo>
                  <a:pt x="59861" y="100272"/>
                </a:lnTo>
                <a:lnTo>
                  <a:pt x="59373" y="99936"/>
                </a:lnTo>
                <a:lnTo>
                  <a:pt x="58906" y="99579"/>
                </a:lnTo>
                <a:lnTo>
                  <a:pt x="58463" y="99200"/>
                </a:lnTo>
                <a:lnTo>
                  <a:pt x="58043" y="98799"/>
                </a:lnTo>
                <a:lnTo>
                  <a:pt x="57645" y="98376"/>
                </a:lnTo>
                <a:lnTo>
                  <a:pt x="57270" y="97932"/>
                </a:lnTo>
                <a:lnTo>
                  <a:pt x="56918" y="97465"/>
                </a:lnTo>
                <a:lnTo>
                  <a:pt x="56588" y="96977"/>
                </a:lnTo>
                <a:lnTo>
                  <a:pt x="56282" y="96468"/>
                </a:lnTo>
                <a:lnTo>
                  <a:pt x="55998" y="95936"/>
                </a:lnTo>
                <a:lnTo>
                  <a:pt x="55737" y="95383"/>
                </a:lnTo>
                <a:lnTo>
                  <a:pt x="55497" y="94793"/>
                </a:lnTo>
                <a:lnTo>
                  <a:pt x="55279" y="94152"/>
                </a:lnTo>
                <a:lnTo>
                  <a:pt x="55081" y="93460"/>
                </a:lnTo>
                <a:lnTo>
                  <a:pt x="54905" y="92717"/>
                </a:lnTo>
                <a:lnTo>
                  <a:pt x="54748" y="91923"/>
                </a:lnTo>
                <a:lnTo>
                  <a:pt x="54613" y="91078"/>
                </a:lnTo>
                <a:lnTo>
                  <a:pt x="54499" y="90182"/>
                </a:lnTo>
                <a:lnTo>
                  <a:pt x="54405" y="89235"/>
                </a:lnTo>
                <a:lnTo>
                  <a:pt x="54332" y="88237"/>
                </a:lnTo>
                <a:lnTo>
                  <a:pt x="54280" y="87188"/>
                </a:lnTo>
                <a:lnTo>
                  <a:pt x="54249" y="86088"/>
                </a:lnTo>
                <a:lnTo>
                  <a:pt x="54239" y="84937"/>
                </a:lnTo>
                <a:lnTo>
                  <a:pt x="54239" y="41019"/>
                </a:lnTo>
                <a:lnTo>
                  <a:pt x="43896" y="41019"/>
                </a:lnTo>
                <a:lnTo>
                  <a:pt x="43896" y="38669"/>
                </a:lnTo>
                <a:lnTo>
                  <a:pt x="44551" y="38392"/>
                </a:lnTo>
                <a:lnTo>
                  <a:pt x="45209" y="38084"/>
                </a:lnTo>
                <a:lnTo>
                  <a:pt x="45869" y="37747"/>
                </a:lnTo>
                <a:lnTo>
                  <a:pt x="46531" y="37379"/>
                </a:lnTo>
                <a:lnTo>
                  <a:pt x="47196" y="36981"/>
                </a:lnTo>
                <a:lnTo>
                  <a:pt x="47864" y="36553"/>
                </a:lnTo>
                <a:lnTo>
                  <a:pt x="48534" y="36094"/>
                </a:lnTo>
                <a:lnTo>
                  <a:pt x="49206" y="35605"/>
                </a:lnTo>
                <a:lnTo>
                  <a:pt x="49881" y="35086"/>
                </a:lnTo>
                <a:lnTo>
                  <a:pt x="50558" y="34537"/>
                </a:lnTo>
                <a:lnTo>
                  <a:pt x="51238" y="33957"/>
                </a:lnTo>
                <a:lnTo>
                  <a:pt x="51921" y="33348"/>
                </a:lnTo>
                <a:lnTo>
                  <a:pt x="52598" y="32713"/>
                </a:lnTo>
                <a:lnTo>
                  <a:pt x="53263" y="32059"/>
                </a:lnTo>
                <a:lnTo>
                  <a:pt x="53916" y="31386"/>
                </a:lnTo>
                <a:lnTo>
                  <a:pt x="54556" y="30693"/>
                </a:lnTo>
                <a:lnTo>
                  <a:pt x="55184" y="29981"/>
                </a:lnTo>
                <a:lnTo>
                  <a:pt x="55799" y="29250"/>
                </a:lnTo>
                <a:lnTo>
                  <a:pt x="56402" y="28499"/>
                </a:lnTo>
                <a:lnTo>
                  <a:pt x="56993" y="27729"/>
                </a:lnTo>
                <a:lnTo>
                  <a:pt x="57571" y="26939"/>
                </a:lnTo>
                <a:lnTo>
                  <a:pt x="58137" y="26131"/>
                </a:lnTo>
                <a:lnTo>
                  <a:pt x="58691" y="25302"/>
                </a:lnTo>
                <a:lnTo>
                  <a:pt x="59232" y="24455"/>
                </a:lnTo>
                <a:lnTo>
                  <a:pt x="59514" y="23972"/>
                </a:lnTo>
                <a:lnTo>
                  <a:pt x="59814" y="23426"/>
                </a:lnTo>
                <a:lnTo>
                  <a:pt x="60132" y="22817"/>
                </a:lnTo>
                <a:lnTo>
                  <a:pt x="60468" y="22146"/>
                </a:lnTo>
                <a:lnTo>
                  <a:pt x="60822" y="21413"/>
                </a:lnTo>
                <a:lnTo>
                  <a:pt x="61193" y="20617"/>
                </a:lnTo>
                <a:lnTo>
                  <a:pt x="61583" y="19758"/>
                </a:lnTo>
                <a:lnTo>
                  <a:pt x="61990" y="18837"/>
                </a:lnTo>
                <a:lnTo>
                  <a:pt x="62415" y="17853"/>
                </a:lnTo>
                <a:lnTo>
                  <a:pt x="62858" y="16807"/>
                </a:lnTo>
                <a:lnTo>
                  <a:pt x="63318" y="15699"/>
                </a:lnTo>
                <a:lnTo>
                  <a:pt x="63797" y="14527"/>
                </a:lnTo>
                <a:lnTo>
                  <a:pt x="66008" y="14527"/>
                </a:lnTo>
                <a:close/>
                <a:moveTo>
                  <a:pt x="119163" y="34182"/>
                </a:moveTo>
                <a:lnTo>
                  <a:pt x="121595" y="34260"/>
                </a:lnTo>
                <a:lnTo>
                  <a:pt x="123946" y="34494"/>
                </a:lnTo>
                <a:lnTo>
                  <a:pt x="126216" y="34885"/>
                </a:lnTo>
                <a:lnTo>
                  <a:pt x="128404" y="35431"/>
                </a:lnTo>
                <a:lnTo>
                  <a:pt x="130511" y="36134"/>
                </a:lnTo>
                <a:lnTo>
                  <a:pt x="132537" y="36992"/>
                </a:lnTo>
                <a:lnTo>
                  <a:pt x="134482" y="38007"/>
                </a:lnTo>
                <a:lnTo>
                  <a:pt x="136345" y="39178"/>
                </a:lnTo>
                <a:lnTo>
                  <a:pt x="138128" y="40505"/>
                </a:lnTo>
                <a:lnTo>
                  <a:pt x="139829" y="41988"/>
                </a:lnTo>
                <a:lnTo>
                  <a:pt x="141448" y="43627"/>
                </a:lnTo>
                <a:lnTo>
                  <a:pt x="142987" y="45423"/>
                </a:lnTo>
                <a:lnTo>
                  <a:pt x="144206" y="47043"/>
                </a:lnTo>
                <a:lnTo>
                  <a:pt x="145319" y="48703"/>
                </a:lnTo>
                <a:lnTo>
                  <a:pt x="146326" y="50402"/>
                </a:lnTo>
                <a:lnTo>
                  <a:pt x="147227" y="52141"/>
                </a:lnTo>
                <a:lnTo>
                  <a:pt x="148022" y="53919"/>
                </a:lnTo>
                <a:lnTo>
                  <a:pt x="148711" y="55737"/>
                </a:lnTo>
                <a:lnTo>
                  <a:pt x="149294" y="57595"/>
                </a:lnTo>
                <a:lnTo>
                  <a:pt x="149771" y="59492"/>
                </a:lnTo>
                <a:lnTo>
                  <a:pt x="150142" y="61429"/>
                </a:lnTo>
                <a:lnTo>
                  <a:pt x="150407" y="63405"/>
                </a:lnTo>
                <a:lnTo>
                  <a:pt x="150566" y="65421"/>
                </a:lnTo>
                <a:lnTo>
                  <a:pt x="150619" y="67476"/>
                </a:lnTo>
                <a:lnTo>
                  <a:pt x="150590" y="68936"/>
                </a:lnTo>
                <a:lnTo>
                  <a:pt x="150502" y="70399"/>
                </a:lnTo>
                <a:lnTo>
                  <a:pt x="150356" y="71865"/>
                </a:lnTo>
                <a:lnTo>
                  <a:pt x="150152" y="73334"/>
                </a:lnTo>
                <a:lnTo>
                  <a:pt x="149889" y="74805"/>
                </a:lnTo>
                <a:lnTo>
                  <a:pt x="149567" y="76280"/>
                </a:lnTo>
                <a:lnTo>
                  <a:pt x="149187" y="77758"/>
                </a:lnTo>
                <a:lnTo>
                  <a:pt x="148749" y="79238"/>
                </a:lnTo>
                <a:lnTo>
                  <a:pt x="148252" y="80722"/>
                </a:lnTo>
                <a:lnTo>
                  <a:pt x="147697" y="82208"/>
                </a:lnTo>
                <a:lnTo>
                  <a:pt x="147083" y="83698"/>
                </a:lnTo>
                <a:lnTo>
                  <a:pt x="146411" y="85191"/>
                </a:lnTo>
                <a:lnTo>
                  <a:pt x="145687" y="86654"/>
                </a:lnTo>
                <a:lnTo>
                  <a:pt x="144920" y="88055"/>
                </a:lnTo>
                <a:lnTo>
                  <a:pt x="144108" y="89396"/>
                </a:lnTo>
                <a:lnTo>
                  <a:pt x="143253" y="90675"/>
                </a:lnTo>
                <a:lnTo>
                  <a:pt x="142353" y="91893"/>
                </a:lnTo>
                <a:lnTo>
                  <a:pt x="141409" y="93050"/>
                </a:lnTo>
                <a:lnTo>
                  <a:pt x="140421" y="94146"/>
                </a:lnTo>
                <a:lnTo>
                  <a:pt x="139389" y="95180"/>
                </a:lnTo>
                <a:lnTo>
                  <a:pt x="138313" y="96153"/>
                </a:lnTo>
                <a:lnTo>
                  <a:pt x="137192" y="97065"/>
                </a:lnTo>
                <a:lnTo>
                  <a:pt x="136028" y="97916"/>
                </a:lnTo>
                <a:lnTo>
                  <a:pt x="134820" y="98705"/>
                </a:lnTo>
                <a:lnTo>
                  <a:pt x="133578" y="99433"/>
                </a:lnTo>
                <a:lnTo>
                  <a:pt x="132312" y="100097"/>
                </a:lnTo>
                <a:lnTo>
                  <a:pt x="131024" y="100697"/>
                </a:lnTo>
                <a:lnTo>
                  <a:pt x="129712" y="101235"/>
                </a:lnTo>
                <a:lnTo>
                  <a:pt x="128377" y="101709"/>
                </a:lnTo>
                <a:lnTo>
                  <a:pt x="127018" y="102120"/>
                </a:lnTo>
                <a:lnTo>
                  <a:pt x="125636" y="102468"/>
                </a:lnTo>
                <a:lnTo>
                  <a:pt x="124231" y="102753"/>
                </a:lnTo>
                <a:lnTo>
                  <a:pt x="122803" y="102974"/>
                </a:lnTo>
                <a:lnTo>
                  <a:pt x="121351" y="103132"/>
                </a:lnTo>
                <a:lnTo>
                  <a:pt x="119877" y="103227"/>
                </a:lnTo>
                <a:lnTo>
                  <a:pt x="118378" y="103259"/>
                </a:lnTo>
                <a:lnTo>
                  <a:pt x="115960" y="103177"/>
                </a:lnTo>
                <a:lnTo>
                  <a:pt x="113625" y="102932"/>
                </a:lnTo>
                <a:lnTo>
                  <a:pt x="111375" y="102525"/>
                </a:lnTo>
                <a:lnTo>
                  <a:pt x="109209" y="101954"/>
                </a:lnTo>
                <a:lnTo>
                  <a:pt x="107127" y="101221"/>
                </a:lnTo>
                <a:lnTo>
                  <a:pt x="105129" y="100324"/>
                </a:lnTo>
                <a:lnTo>
                  <a:pt x="103215" y="99264"/>
                </a:lnTo>
                <a:lnTo>
                  <a:pt x="101386" y="98041"/>
                </a:lnTo>
                <a:lnTo>
                  <a:pt x="99641" y="96655"/>
                </a:lnTo>
                <a:lnTo>
                  <a:pt x="97980" y="95106"/>
                </a:lnTo>
                <a:lnTo>
                  <a:pt x="96403" y="93395"/>
                </a:lnTo>
                <a:lnTo>
                  <a:pt x="94911" y="91520"/>
                </a:lnTo>
                <a:lnTo>
                  <a:pt x="93737" y="89855"/>
                </a:lnTo>
                <a:lnTo>
                  <a:pt x="92666" y="88157"/>
                </a:lnTo>
                <a:lnTo>
                  <a:pt x="91697" y="86425"/>
                </a:lnTo>
                <a:lnTo>
                  <a:pt x="90829" y="84659"/>
                </a:lnTo>
                <a:lnTo>
                  <a:pt x="90064" y="82860"/>
                </a:lnTo>
                <a:lnTo>
                  <a:pt x="89401" y="81027"/>
                </a:lnTo>
                <a:lnTo>
                  <a:pt x="88839" y="79161"/>
                </a:lnTo>
                <a:lnTo>
                  <a:pt x="88380" y="77261"/>
                </a:lnTo>
                <a:lnTo>
                  <a:pt x="88023" y="75328"/>
                </a:lnTo>
                <a:lnTo>
                  <a:pt x="87768" y="73361"/>
                </a:lnTo>
                <a:lnTo>
                  <a:pt x="87615" y="71360"/>
                </a:lnTo>
                <a:lnTo>
                  <a:pt x="87564" y="69326"/>
                </a:lnTo>
                <a:lnTo>
                  <a:pt x="87595" y="67832"/>
                </a:lnTo>
                <a:lnTo>
                  <a:pt x="87688" y="66341"/>
                </a:lnTo>
                <a:lnTo>
                  <a:pt x="87843" y="64850"/>
                </a:lnTo>
                <a:lnTo>
                  <a:pt x="88059" y="63362"/>
                </a:lnTo>
                <a:lnTo>
                  <a:pt x="88338" y="61874"/>
                </a:lnTo>
                <a:lnTo>
                  <a:pt x="88678" y="60388"/>
                </a:lnTo>
                <a:lnTo>
                  <a:pt x="89081" y="58904"/>
                </a:lnTo>
                <a:lnTo>
                  <a:pt x="89545" y="57421"/>
                </a:lnTo>
                <a:lnTo>
                  <a:pt x="90072" y="55940"/>
                </a:lnTo>
                <a:lnTo>
                  <a:pt x="90660" y="54460"/>
                </a:lnTo>
                <a:lnTo>
                  <a:pt x="91310" y="52982"/>
                </a:lnTo>
                <a:lnTo>
                  <a:pt x="92022" y="51505"/>
                </a:lnTo>
                <a:lnTo>
                  <a:pt x="92785" y="50061"/>
                </a:lnTo>
                <a:lnTo>
                  <a:pt x="93586" y="48681"/>
                </a:lnTo>
                <a:lnTo>
                  <a:pt x="94427" y="47365"/>
                </a:lnTo>
                <a:lnTo>
                  <a:pt x="95307" y="46114"/>
                </a:lnTo>
                <a:lnTo>
                  <a:pt x="96226" y="44927"/>
                </a:lnTo>
                <a:lnTo>
                  <a:pt x="97185" y="43804"/>
                </a:lnTo>
                <a:lnTo>
                  <a:pt x="98182" y="42745"/>
                </a:lnTo>
                <a:lnTo>
                  <a:pt x="99218" y="41750"/>
                </a:lnTo>
                <a:lnTo>
                  <a:pt x="100294" y="40820"/>
                </a:lnTo>
                <a:lnTo>
                  <a:pt x="101409" y="39954"/>
                </a:lnTo>
                <a:lnTo>
                  <a:pt x="102563" y="39152"/>
                </a:lnTo>
                <a:lnTo>
                  <a:pt x="103756" y="38415"/>
                </a:lnTo>
                <a:lnTo>
                  <a:pt x="104974" y="37739"/>
                </a:lnTo>
                <a:lnTo>
                  <a:pt x="106205" y="37122"/>
                </a:lnTo>
                <a:lnTo>
                  <a:pt x="107447" y="36563"/>
                </a:lnTo>
                <a:lnTo>
                  <a:pt x="108701" y="36063"/>
                </a:lnTo>
                <a:lnTo>
                  <a:pt x="109967" y="35622"/>
                </a:lnTo>
                <a:lnTo>
                  <a:pt x="111245" y="35240"/>
                </a:lnTo>
                <a:lnTo>
                  <a:pt x="112535" y="34917"/>
                </a:lnTo>
                <a:lnTo>
                  <a:pt x="113837" y="34652"/>
                </a:lnTo>
                <a:lnTo>
                  <a:pt x="115151" y="34447"/>
                </a:lnTo>
                <a:lnTo>
                  <a:pt x="116476" y="34300"/>
                </a:lnTo>
                <a:lnTo>
                  <a:pt x="117814" y="34212"/>
                </a:lnTo>
                <a:lnTo>
                  <a:pt x="119163" y="34182"/>
                </a:lnTo>
                <a:moveTo>
                  <a:pt x="116952" y="38882"/>
                </a:moveTo>
                <a:lnTo>
                  <a:pt x="116321" y="38898"/>
                </a:lnTo>
                <a:lnTo>
                  <a:pt x="115691" y="38944"/>
                </a:lnTo>
                <a:lnTo>
                  <a:pt x="115059" y="39022"/>
                </a:lnTo>
                <a:lnTo>
                  <a:pt x="114427" y="39131"/>
                </a:lnTo>
                <a:lnTo>
                  <a:pt x="113795" y="39271"/>
                </a:lnTo>
                <a:lnTo>
                  <a:pt x="113162" y="39442"/>
                </a:lnTo>
                <a:lnTo>
                  <a:pt x="112529" y="39645"/>
                </a:lnTo>
                <a:lnTo>
                  <a:pt x="111895" y="39878"/>
                </a:lnTo>
                <a:lnTo>
                  <a:pt x="111261" y="40143"/>
                </a:lnTo>
                <a:lnTo>
                  <a:pt x="110626" y="40438"/>
                </a:lnTo>
                <a:lnTo>
                  <a:pt x="109991" y="40765"/>
                </a:lnTo>
                <a:lnTo>
                  <a:pt x="109355" y="41123"/>
                </a:lnTo>
                <a:lnTo>
                  <a:pt x="108729" y="41520"/>
                </a:lnTo>
                <a:lnTo>
                  <a:pt x="108124" y="41964"/>
                </a:lnTo>
                <a:lnTo>
                  <a:pt x="107538" y="42455"/>
                </a:lnTo>
                <a:lnTo>
                  <a:pt x="106974" y="42992"/>
                </a:lnTo>
                <a:lnTo>
                  <a:pt x="106429" y="43577"/>
                </a:lnTo>
                <a:lnTo>
                  <a:pt x="105905" y="44209"/>
                </a:lnTo>
                <a:lnTo>
                  <a:pt x="105401" y="44887"/>
                </a:lnTo>
                <a:lnTo>
                  <a:pt x="104917" y="45613"/>
                </a:lnTo>
                <a:lnTo>
                  <a:pt x="104453" y="46385"/>
                </a:lnTo>
                <a:lnTo>
                  <a:pt x="104010" y="47204"/>
                </a:lnTo>
                <a:lnTo>
                  <a:pt x="103588" y="48070"/>
                </a:lnTo>
                <a:lnTo>
                  <a:pt x="103185" y="48983"/>
                </a:lnTo>
                <a:lnTo>
                  <a:pt x="102809" y="49942"/>
                </a:lnTo>
                <a:lnTo>
                  <a:pt x="102466" y="50945"/>
                </a:lnTo>
                <a:lnTo>
                  <a:pt x="102155" y="51993"/>
                </a:lnTo>
                <a:lnTo>
                  <a:pt x="101877" y="53085"/>
                </a:lnTo>
                <a:lnTo>
                  <a:pt x="101632" y="54221"/>
                </a:lnTo>
                <a:lnTo>
                  <a:pt x="101420" y="55402"/>
                </a:lnTo>
                <a:lnTo>
                  <a:pt x="101240" y="56628"/>
                </a:lnTo>
                <a:lnTo>
                  <a:pt x="101093" y="57898"/>
                </a:lnTo>
                <a:lnTo>
                  <a:pt x="100978" y="59212"/>
                </a:lnTo>
                <a:lnTo>
                  <a:pt x="100897" y="60571"/>
                </a:lnTo>
                <a:lnTo>
                  <a:pt x="100848" y="61974"/>
                </a:lnTo>
                <a:lnTo>
                  <a:pt x="100831" y="63422"/>
                </a:lnTo>
                <a:lnTo>
                  <a:pt x="100871" y="65765"/>
                </a:lnTo>
                <a:lnTo>
                  <a:pt x="100989" y="68055"/>
                </a:lnTo>
                <a:lnTo>
                  <a:pt x="101186" y="70290"/>
                </a:lnTo>
                <a:lnTo>
                  <a:pt x="101461" y="72470"/>
                </a:lnTo>
                <a:lnTo>
                  <a:pt x="101816" y="74597"/>
                </a:lnTo>
                <a:lnTo>
                  <a:pt x="102249" y="76669"/>
                </a:lnTo>
                <a:lnTo>
                  <a:pt x="102761" y="78687"/>
                </a:lnTo>
                <a:lnTo>
                  <a:pt x="103352" y="80650"/>
                </a:lnTo>
                <a:lnTo>
                  <a:pt x="104021" y="82559"/>
                </a:lnTo>
                <a:lnTo>
                  <a:pt x="104769" y="84414"/>
                </a:lnTo>
                <a:lnTo>
                  <a:pt x="105596" y="86215"/>
                </a:lnTo>
                <a:lnTo>
                  <a:pt x="106502" y="87961"/>
                </a:lnTo>
                <a:lnTo>
                  <a:pt x="107472" y="89608"/>
                </a:lnTo>
                <a:lnTo>
                  <a:pt x="108492" y="91112"/>
                </a:lnTo>
                <a:lnTo>
                  <a:pt x="109562" y="92473"/>
                </a:lnTo>
                <a:lnTo>
                  <a:pt x="110683" y="93690"/>
                </a:lnTo>
                <a:lnTo>
                  <a:pt x="111853" y="94765"/>
                </a:lnTo>
                <a:lnTo>
                  <a:pt x="113073" y="95696"/>
                </a:lnTo>
                <a:lnTo>
                  <a:pt x="114344" y="96483"/>
                </a:lnTo>
                <a:lnTo>
                  <a:pt x="115664" y="97128"/>
                </a:lnTo>
                <a:lnTo>
                  <a:pt x="117034" y="97629"/>
                </a:lnTo>
                <a:lnTo>
                  <a:pt x="118455" y="97987"/>
                </a:lnTo>
                <a:lnTo>
                  <a:pt x="119925" y="98202"/>
                </a:lnTo>
                <a:lnTo>
                  <a:pt x="121446" y="98274"/>
                </a:lnTo>
                <a:lnTo>
                  <a:pt x="122582" y="98234"/>
                </a:lnTo>
                <a:lnTo>
                  <a:pt x="123684" y="98116"/>
                </a:lnTo>
                <a:lnTo>
                  <a:pt x="124753" y="97918"/>
                </a:lnTo>
                <a:lnTo>
                  <a:pt x="125789" y="97641"/>
                </a:lnTo>
                <a:lnTo>
                  <a:pt x="126790" y="97286"/>
                </a:lnTo>
                <a:lnTo>
                  <a:pt x="127758" y="96851"/>
                </a:lnTo>
                <a:lnTo>
                  <a:pt x="128692" y="96337"/>
                </a:lnTo>
                <a:lnTo>
                  <a:pt x="129593" y="95745"/>
                </a:lnTo>
                <a:lnTo>
                  <a:pt x="130460" y="95073"/>
                </a:lnTo>
                <a:lnTo>
                  <a:pt x="131293" y="94322"/>
                </a:lnTo>
                <a:lnTo>
                  <a:pt x="132092" y="93492"/>
                </a:lnTo>
                <a:lnTo>
                  <a:pt x="132858" y="92583"/>
                </a:lnTo>
                <a:lnTo>
                  <a:pt x="133576" y="91578"/>
                </a:lnTo>
                <a:lnTo>
                  <a:pt x="134231" y="90459"/>
                </a:lnTo>
                <a:lnTo>
                  <a:pt x="134824" y="89227"/>
                </a:lnTo>
                <a:lnTo>
                  <a:pt x="135355" y="87881"/>
                </a:lnTo>
                <a:lnTo>
                  <a:pt x="135823" y="86421"/>
                </a:lnTo>
                <a:lnTo>
                  <a:pt x="136229" y="84848"/>
                </a:lnTo>
                <a:lnTo>
                  <a:pt x="136572" y="83162"/>
                </a:lnTo>
                <a:lnTo>
                  <a:pt x="136853" y="81361"/>
                </a:lnTo>
                <a:lnTo>
                  <a:pt x="137071" y="79447"/>
                </a:lnTo>
                <a:lnTo>
                  <a:pt x="137227" y="77420"/>
                </a:lnTo>
                <a:lnTo>
                  <a:pt x="137321" y="75279"/>
                </a:lnTo>
                <a:lnTo>
                  <a:pt x="137352" y="73024"/>
                </a:lnTo>
                <a:lnTo>
                  <a:pt x="137300" y="70183"/>
                </a:lnTo>
                <a:lnTo>
                  <a:pt x="137144" y="67444"/>
                </a:lnTo>
                <a:lnTo>
                  <a:pt x="136884" y="64809"/>
                </a:lnTo>
                <a:lnTo>
                  <a:pt x="136520" y="62276"/>
                </a:lnTo>
                <a:lnTo>
                  <a:pt x="136052" y="59845"/>
                </a:lnTo>
                <a:lnTo>
                  <a:pt x="135480" y="57518"/>
                </a:lnTo>
                <a:lnTo>
                  <a:pt x="134803" y="55293"/>
                </a:lnTo>
                <a:lnTo>
                  <a:pt x="134023" y="53171"/>
                </a:lnTo>
                <a:lnTo>
                  <a:pt x="133139" y="51151"/>
                </a:lnTo>
                <a:lnTo>
                  <a:pt x="132151" y="49235"/>
                </a:lnTo>
                <a:lnTo>
                  <a:pt x="131059" y="47421"/>
                </a:lnTo>
                <a:lnTo>
                  <a:pt x="129862" y="45710"/>
                </a:lnTo>
                <a:lnTo>
                  <a:pt x="128999" y="44619"/>
                </a:lnTo>
                <a:lnTo>
                  <a:pt x="128097" y="43624"/>
                </a:lnTo>
                <a:lnTo>
                  <a:pt x="127156" y="42723"/>
                </a:lnTo>
                <a:lnTo>
                  <a:pt x="126177" y="41917"/>
                </a:lnTo>
                <a:lnTo>
                  <a:pt x="125159" y="41205"/>
                </a:lnTo>
                <a:lnTo>
                  <a:pt x="124103" y="40589"/>
                </a:lnTo>
                <a:lnTo>
                  <a:pt x="123007" y="40068"/>
                </a:lnTo>
                <a:lnTo>
                  <a:pt x="121873" y="39641"/>
                </a:lnTo>
                <a:lnTo>
                  <a:pt x="120701" y="39309"/>
                </a:lnTo>
                <a:lnTo>
                  <a:pt x="119490" y="39072"/>
                </a:lnTo>
                <a:lnTo>
                  <a:pt x="118240" y="38930"/>
                </a:lnTo>
                <a:lnTo>
                  <a:pt x="116952" y="38882"/>
                </a:lnTo>
                <a:close/>
                <a:moveTo>
                  <a:pt x="202476" y="34182"/>
                </a:moveTo>
                <a:lnTo>
                  <a:pt x="202476" y="56258"/>
                </a:lnTo>
                <a:lnTo>
                  <a:pt x="200122" y="56258"/>
                </a:lnTo>
                <a:lnTo>
                  <a:pt x="199659" y="54573"/>
                </a:lnTo>
                <a:lnTo>
                  <a:pt x="199176" y="52981"/>
                </a:lnTo>
                <a:lnTo>
                  <a:pt x="198671" y="51480"/>
                </a:lnTo>
                <a:lnTo>
                  <a:pt x="198144" y="50072"/>
                </a:lnTo>
                <a:lnTo>
                  <a:pt x="197597" y="48756"/>
                </a:lnTo>
                <a:lnTo>
                  <a:pt x="197028" y="47533"/>
                </a:lnTo>
                <a:lnTo>
                  <a:pt x="196438" y="46402"/>
                </a:lnTo>
                <a:lnTo>
                  <a:pt x="195826" y="45363"/>
                </a:lnTo>
                <a:lnTo>
                  <a:pt x="195193" y="44416"/>
                </a:lnTo>
                <a:lnTo>
                  <a:pt x="194539" y="43561"/>
                </a:lnTo>
                <a:lnTo>
                  <a:pt x="193864" y="42799"/>
                </a:lnTo>
                <a:lnTo>
                  <a:pt x="193167" y="42129"/>
                </a:lnTo>
                <a:lnTo>
                  <a:pt x="192444" y="41531"/>
                </a:lnTo>
                <a:lnTo>
                  <a:pt x="191688" y="40985"/>
                </a:lnTo>
                <a:lnTo>
                  <a:pt x="190900" y="40490"/>
                </a:lnTo>
                <a:lnTo>
                  <a:pt x="190080" y="40048"/>
                </a:lnTo>
                <a:lnTo>
                  <a:pt x="189228" y="39658"/>
                </a:lnTo>
                <a:lnTo>
                  <a:pt x="188344" y="39320"/>
                </a:lnTo>
                <a:lnTo>
                  <a:pt x="187427" y="39034"/>
                </a:lnTo>
                <a:lnTo>
                  <a:pt x="186478" y="38800"/>
                </a:lnTo>
                <a:lnTo>
                  <a:pt x="185497" y="38618"/>
                </a:lnTo>
                <a:lnTo>
                  <a:pt x="184484" y="38488"/>
                </a:lnTo>
                <a:lnTo>
                  <a:pt x="183438" y="38410"/>
                </a:lnTo>
                <a:lnTo>
                  <a:pt x="182361" y="38384"/>
                </a:lnTo>
                <a:lnTo>
                  <a:pt x="181542" y="38402"/>
                </a:lnTo>
                <a:lnTo>
                  <a:pt x="180750" y="38457"/>
                </a:lnTo>
                <a:lnTo>
                  <a:pt x="179985" y="38548"/>
                </a:lnTo>
                <a:lnTo>
                  <a:pt x="179246" y="38676"/>
                </a:lnTo>
                <a:lnTo>
                  <a:pt x="178534" y="38841"/>
                </a:lnTo>
                <a:lnTo>
                  <a:pt x="177849" y="39042"/>
                </a:lnTo>
                <a:lnTo>
                  <a:pt x="177191" y="39280"/>
                </a:lnTo>
                <a:lnTo>
                  <a:pt x="176559" y="39554"/>
                </a:lnTo>
                <a:lnTo>
                  <a:pt x="175955" y="39865"/>
                </a:lnTo>
                <a:lnTo>
                  <a:pt x="175376" y="40212"/>
                </a:lnTo>
                <a:lnTo>
                  <a:pt x="174825" y="40596"/>
                </a:lnTo>
                <a:lnTo>
                  <a:pt x="174301" y="41016"/>
                </a:lnTo>
                <a:lnTo>
                  <a:pt x="173811" y="41459"/>
                </a:lnTo>
                <a:lnTo>
                  <a:pt x="173363" y="41909"/>
                </a:lnTo>
                <a:lnTo>
                  <a:pt x="172959" y="42367"/>
                </a:lnTo>
                <a:lnTo>
                  <a:pt x="172597" y="42833"/>
                </a:lnTo>
                <a:lnTo>
                  <a:pt x="172277" y="43308"/>
                </a:lnTo>
                <a:lnTo>
                  <a:pt x="172000" y="43790"/>
                </a:lnTo>
                <a:lnTo>
                  <a:pt x="171766" y="44280"/>
                </a:lnTo>
                <a:lnTo>
                  <a:pt x="171574" y="44778"/>
                </a:lnTo>
                <a:lnTo>
                  <a:pt x="171425" y="45284"/>
                </a:lnTo>
                <a:lnTo>
                  <a:pt x="171319" y="45798"/>
                </a:lnTo>
                <a:lnTo>
                  <a:pt x="171255" y="46319"/>
                </a:lnTo>
                <a:lnTo>
                  <a:pt x="171233" y="46849"/>
                </a:lnTo>
                <a:lnTo>
                  <a:pt x="171249" y="47505"/>
                </a:lnTo>
                <a:lnTo>
                  <a:pt x="171297" y="48145"/>
                </a:lnTo>
                <a:lnTo>
                  <a:pt x="171376" y="48770"/>
                </a:lnTo>
                <a:lnTo>
                  <a:pt x="171487" y="49378"/>
                </a:lnTo>
                <a:lnTo>
                  <a:pt x="171630" y="49971"/>
                </a:lnTo>
                <a:lnTo>
                  <a:pt x="171804" y="50548"/>
                </a:lnTo>
                <a:lnTo>
                  <a:pt x="172010" y="51109"/>
                </a:lnTo>
                <a:lnTo>
                  <a:pt x="172248" y="51654"/>
                </a:lnTo>
                <a:lnTo>
                  <a:pt x="172517" y="52183"/>
                </a:lnTo>
                <a:lnTo>
                  <a:pt x="172819" y="52697"/>
                </a:lnTo>
                <a:lnTo>
                  <a:pt x="173151" y="53195"/>
                </a:lnTo>
                <a:lnTo>
                  <a:pt x="173516" y="53677"/>
                </a:lnTo>
                <a:lnTo>
                  <a:pt x="173916" y="54165"/>
                </a:lnTo>
                <a:lnTo>
                  <a:pt x="174380" y="54659"/>
                </a:lnTo>
                <a:lnTo>
                  <a:pt x="174907" y="55157"/>
                </a:lnTo>
                <a:lnTo>
                  <a:pt x="175497" y="55661"/>
                </a:lnTo>
                <a:lnTo>
                  <a:pt x="176151" y="56169"/>
                </a:lnTo>
                <a:lnTo>
                  <a:pt x="176868" y="56683"/>
                </a:lnTo>
                <a:lnTo>
                  <a:pt x="177649" y="57201"/>
                </a:lnTo>
                <a:lnTo>
                  <a:pt x="178493" y="57724"/>
                </a:lnTo>
                <a:lnTo>
                  <a:pt x="179401" y="58252"/>
                </a:lnTo>
                <a:lnTo>
                  <a:pt x="180372" y="58785"/>
                </a:lnTo>
                <a:lnTo>
                  <a:pt x="181406" y="59323"/>
                </a:lnTo>
                <a:lnTo>
                  <a:pt x="182503" y="59865"/>
                </a:lnTo>
                <a:lnTo>
                  <a:pt x="192918" y="64917"/>
                </a:lnTo>
                <a:lnTo>
                  <a:pt x="195230" y="66122"/>
                </a:lnTo>
                <a:lnTo>
                  <a:pt x="197342" y="67389"/>
                </a:lnTo>
                <a:lnTo>
                  <a:pt x="199253" y="68718"/>
                </a:lnTo>
                <a:lnTo>
                  <a:pt x="200962" y="70109"/>
                </a:lnTo>
                <a:lnTo>
                  <a:pt x="202470" y="71563"/>
                </a:lnTo>
                <a:lnTo>
                  <a:pt x="203778" y="73079"/>
                </a:lnTo>
                <a:lnTo>
                  <a:pt x="204884" y="74658"/>
                </a:lnTo>
                <a:lnTo>
                  <a:pt x="205789" y="76298"/>
                </a:lnTo>
                <a:lnTo>
                  <a:pt x="206492" y="78001"/>
                </a:lnTo>
                <a:lnTo>
                  <a:pt x="206995" y="79766"/>
                </a:lnTo>
                <a:lnTo>
                  <a:pt x="207297" y="81594"/>
                </a:lnTo>
                <a:lnTo>
                  <a:pt x="207397" y="83484"/>
                </a:lnTo>
                <a:lnTo>
                  <a:pt x="207351" y="84941"/>
                </a:lnTo>
                <a:lnTo>
                  <a:pt x="207210" y="86351"/>
                </a:lnTo>
                <a:lnTo>
                  <a:pt x="206976" y="87713"/>
                </a:lnTo>
                <a:lnTo>
                  <a:pt x="206649" y="89028"/>
                </a:lnTo>
                <a:lnTo>
                  <a:pt x="206227" y="90294"/>
                </a:lnTo>
                <a:lnTo>
                  <a:pt x="205712" y="91512"/>
                </a:lnTo>
                <a:lnTo>
                  <a:pt x="205104" y="92683"/>
                </a:lnTo>
                <a:lnTo>
                  <a:pt x="204402" y="93806"/>
                </a:lnTo>
                <a:lnTo>
                  <a:pt x="203606" y="94880"/>
                </a:lnTo>
                <a:lnTo>
                  <a:pt x="202716" y="95907"/>
                </a:lnTo>
                <a:lnTo>
                  <a:pt x="201733" y="96886"/>
                </a:lnTo>
                <a:lnTo>
                  <a:pt x="200657" y="97817"/>
                </a:lnTo>
                <a:lnTo>
                  <a:pt x="199522" y="98686"/>
                </a:lnTo>
                <a:lnTo>
                  <a:pt x="198365" y="99480"/>
                </a:lnTo>
                <a:lnTo>
                  <a:pt x="197186" y="100198"/>
                </a:lnTo>
                <a:lnTo>
                  <a:pt x="195985" y="100840"/>
                </a:lnTo>
                <a:lnTo>
                  <a:pt x="194761" y="101407"/>
                </a:lnTo>
                <a:lnTo>
                  <a:pt x="193515" y="101898"/>
                </a:lnTo>
                <a:lnTo>
                  <a:pt x="192247" y="102314"/>
                </a:lnTo>
                <a:lnTo>
                  <a:pt x="190956" y="102654"/>
                </a:lnTo>
                <a:lnTo>
                  <a:pt x="189643" y="102918"/>
                </a:lnTo>
                <a:lnTo>
                  <a:pt x="188308" y="103107"/>
                </a:lnTo>
                <a:lnTo>
                  <a:pt x="186950" y="103221"/>
                </a:lnTo>
                <a:lnTo>
                  <a:pt x="185571" y="103259"/>
                </a:lnTo>
                <a:lnTo>
                  <a:pt x="184560" y="103244"/>
                </a:lnTo>
                <a:lnTo>
                  <a:pt x="183526" y="103199"/>
                </a:lnTo>
                <a:lnTo>
                  <a:pt x="182468" y="103125"/>
                </a:lnTo>
                <a:lnTo>
                  <a:pt x="181386" y="103021"/>
                </a:lnTo>
                <a:lnTo>
                  <a:pt x="180280" y="102888"/>
                </a:lnTo>
                <a:lnTo>
                  <a:pt x="179151" y="102724"/>
                </a:lnTo>
                <a:lnTo>
                  <a:pt x="177998" y="102532"/>
                </a:lnTo>
                <a:lnTo>
                  <a:pt x="176821" y="102309"/>
                </a:lnTo>
                <a:lnTo>
                  <a:pt x="175620" y="102057"/>
                </a:lnTo>
                <a:lnTo>
                  <a:pt x="174396" y="101775"/>
                </a:lnTo>
                <a:lnTo>
                  <a:pt x="173147" y="101463"/>
                </a:lnTo>
                <a:lnTo>
                  <a:pt x="171875" y="101122"/>
                </a:lnTo>
                <a:lnTo>
                  <a:pt x="171489" y="101008"/>
                </a:lnTo>
                <a:lnTo>
                  <a:pt x="171115" y="100905"/>
                </a:lnTo>
                <a:lnTo>
                  <a:pt x="170752" y="100811"/>
                </a:lnTo>
                <a:lnTo>
                  <a:pt x="170401" y="100727"/>
                </a:lnTo>
                <a:lnTo>
                  <a:pt x="170062" y="100652"/>
                </a:lnTo>
                <a:lnTo>
                  <a:pt x="169735" y="100588"/>
                </a:lnTo>
                <a:lnTo>
                  <a:pt x="169420" y="100534"/>
                </a:lnTo>
                <a:lnTo>
                  <a:pt x="169117" y="100489"/>
                </a:lnTo>
                <a:lnTo>
                  <a:pt x="168826" y="100455"/>
                </a:lnTo>
                <a:lnTo>
                  <a:pt x="168547" y="100430"/>
                </a:lnTo>
                <a:lnTo>
                  <a:pt x="168279" y="100415"/>
                </a:lnTo>
                <a:lnTo>
                  <a:pt x="168024" y="100410"/>
                </a:lnTo>
                <a:lnTo>
                  <a:pt x="167755" y="100423"/>
                </a:lnTo>
                <a:lnTo>
                  <a:pt x="167497" y="100461"/>
                </a:lnTo>
                <a:lnTo>
                  <a:pt x="167248" y="100526"/>
                </a:lnTo>
                <a:lnTo>
                  <a:pt x="167009" y="100616"/>
                </a:lnTo>
                <a:lnTo>
                  <a:pt x="166780" y="100731"/>
                </a:lnTo>
                <a:lnTo>
                  <a:pt x="166561" y="100873"/>
                </a:lnTo>
                <a:lnTo>
                  <a:pt x="166352" y="101040"/>
                </a:lnTo>
                <a:lnTo>
                  <a:pt x="166153" y="101233"/>
                </a:lnTo>
                <a:lnTo>
                  <a:pt x="165964" y="101452"/>
                </a:lnTo>
                <a:lnTo>
                  <a:pt x="165785" y="101696"/>
                </a:lnTo>
                <a:lnTo>
                  <a:pt x="165615" y="101966"/>
                </a:lnTo>
                <a:lnTo>
                  <a:pt x="165456" y="102262"/>
                </a:lnTo>
                <a:lnTo>
                  <a:pt x="163102" y="102262"/>
                </a:lnTo>
                <a:lnTo>
                  <a:pt x="163102" y="78904"/>
                </a:lnTo>
                <a:lnTo>
                  <a:pt x="165456" y="78904"/>
                </a:lnTo>
                <a:lnTo>
                  <a:pt x="165814" y="80537"/>
                </a:lnTo>
                <a:lnTo>
                  <a:pt x="166223" y="82102"/>
                </a:lnTo>
                <a:lnTo>
                  <a:pt x="166682" y="83598"/>
                </a:lnTo>
                <a:lnTo>
                  <a:pt x="167191" y="85026"/>
                </a:lnTo>
                <a:lnTo>
                  <a:pt x="167752" y="86385"/>
                </a:lnTo>
                <a:lnTo>
                  <a:pt x="168362" y="87676"/>
                </a:lnTo>
                <a:lnTo>
                  <a:pt x="169024" y="88899"/>
                </a:lnTo>
                <a:lnTo>
                  <a:pt x="169735" y="90053"/>
                </a:lnTo>
                <a:lnTo>
                  <a:pt x="170498" y="91138"/>
                </a:lnTo>
                <a:lnTo>
                  <a:pt x="171311" y="92155"/>
                </a:lnTo>
                <a:lnTo>
                  <a:pt x="172174" y="93103"/>
                </a:lnTo>
                <a:lnTo>
                  <a:pt x="173088" y="93983"/>
                </a:lnTo>
                <a:lnTo>
                  <a:pt x="174037" y="94793"/>
                </a:lnTo>
                <a:lnTo>
                  <a:pt x="175004" y="95533"/>
                </a:lnTo>
                <a:lnTo>
                  <a:pt x="175990" y="96203"/>
                </a:lnTo>
                <a:lnTo>
                  <a:pt x="176995" y="96802"/>
                </a:lnTo>
                <a:lnTo>
                  <a:pt x="178019" y="97330"/>
                </a:lnTo>
                <a:lnTo>
                  <a:pt x="179062" y="97788"/>
                </a:lnTo>
                <a:lnTo>
                  <a:pt x="180123" y="98176"/>
                </a:lnTo>
                <a:lnTo>
                  <a:pt x="181204" y="98493"/>
                </a:lnTo>
                <a:lnTo>
                  <a:pt x="182303" y="98740"/>
                </a:lnTo>
                <a:lnTo>
                  <a:pt x="183421" y="98916"/>
                </a:lnTo>
                <a:lnTo>
                  <a:pt x="184558" y="99022"/>
                </a:lnTo>
                <a:lnTo>
                  <a:pt x="185713" y="99057"/>
                </a:lnTo>
                <a:lnTo>
                  <a:pt x="186521" y="99037"/>
                </a:lnTo>
                <a:lnTo>
                  <a:pt x="187303" y="98977"/>
                </a:lnTo>
                <a:lnTo>
                  <a:pt x="188060" y="98877"/>
                </a:lnTo>
                <a:lnTo>
                  <a:pt x="188792" y="98737"/>
                </a:lnTo>
                <a:lnTo>
                  <a:pt x="189499" y="98557"/>
                </a:lnTo>
                <a:lnTo>
                  <a:pt x="190180" y="98337"/>
                </a:lnTo>
                <a:lnTo>
                  <a:pt x="190836" y="98077"/>
                </a:lnTo>
                <a:lnTo>
                  <a:pt x="191467" y="97777"/>
                </a:lnTo>
                <a:lnTo>
                  <a:pt x="192073" y="97437"/>
                </a:lnTo>
                <a:lnTo>
                  <a:pt x="192653" y="97057"/>
                </a:lnTo>
                <a:lnTo>
                  <a:pt x="193208" y="96637"/>
                </a:lnTo>
                <a:lnTo>
                  <a:pt x="193738" y="96177"/>
                </a:lnTo>
                <a:lnTo>
                  <a:pt x="194233" y="95689"/>
                </a:lnTo>
                <a:lnTo>
                  <a:pt x="194686" y="95184"/>
                </a:lnTo>
                <a:lnTo>
                  <a:pt x="195095" y="94663"/>
                </a:lnTo>
                <a:lnTo>
                  <a:pt x="195462" y="94126"/>
                </a:lnTo>
                <a:lnTo>
                  <a:pt x="195785" y="93572"/>
                </a:lnTo>
                <a:lnTo>
                  <a:pt x="196065" y="93002"/>
                </a:lnTo>
                <a:lnTo>
                  <a:pt x="196302" y="92416"/>
                </a:lnTo>
                <a:lnTo>
                  <a:pt x="196496" y="91814"/>
                </a:lnTo>
                <a:lnTo>
                  <a:pt x="196647" y="91195"/>
                </a:lnTo>
                <a:lnTo>
                  <a:pt x="196755" y="90560"/>
                </a:lnTo>
                <a:lnTo>
                  <a:pt x="196819" y="89908"/>
                </a:lnTo>
                <a:lnTo>
                  <a:pt x="196841" y="89241"/>
                </a:lnTo>
                <a:lnTo>
                  <a:pt x="196817" y="88433"/>
                </a:lnTo>
                <a:lnTo>
                  <a:pt x="196745" y="87648"/>
                </a:lnTo>
                <a:lnTo>
                  <a:pt x="196624" y="86884"/>
                </a:lnTo>
                <a:lnTo>
                  <a:pt x="196456" y="86142"/>
                </a:lnTo>
                <a:lnTo>
                  <a:pt x="196240" y="85422"/>
                </a:lnTo>
                <a:lnTo>
                  <a:pt x="195976" y="84723"/>
                </a:lnTo>
                <a:lnTo>
                  <a:pt x="195664" y="84046"/>
                </a:lnTo>
                <a:lnTo>
                  <a:pt x="195303" y="83391"/>
                </a:lnTo>
                <a:lnTo>
                  <a:pt x="194895" y="82758"/>
                </a:lnTo>
                <a:lnTo>
                  <a:pt x="194438" y="82147"/>
                </a:lnTo>
                <a:lnTo>
                  <a:pt x="193934" y="81557"/>
                </a:lnTo>
                <a:lnTo>
                  <a:pt x="193381" y="80989"/>
                </a:lnTo>
                <a:lnTo>
                  <a:pt x="192757" y="80420"/>
                </a:lnTo>
                <a:lnTo>
                  <a:pt x="192037" y="79825"/>
                </a:lnTo>
                <a:lnTo>
                  <a:pt x="191221" y="79207"/>
                </a:lnTo>
                <a:lnTo>
                  <a:pt x="190310" y="78563"/>
                </a:lnTo>
                <a:lnTo>
                  <a:pt x="189303" y="77895"/>
                </a:lnTo>
                <a:lnTo>
                  <a:pt x="188201" y="77202"/>
                </a:lnTo>
                <a:lnTo>
                  <a:pt x="187003" y="76484"/>
                </a:lnTo>
                <a:lnTo>
                  <a:pt x="185709" y="75742"/>
                </a:lnTo>
                <a:lnTo>
                  <a:pt x="184320" y="74975"/>
                </a:lnTo>
                <a:lnTo>
                  <a:pt x="182835" y="74183"/>
                </a:lnTo>
                <a:lnTo>
                  <a:pt x="181255" y="73367"/>
                </a:lnTo>
                <a:lnTo>
                  <a:pt x="179579" y="72526"/>
                </a:lnTo>
                <a:lnTo>
                  <a:pt x="177905" y="71679"/>
                </a:lnTo>
                <a:lnTo>
                  <a:pt x="176330" y="70846"/>
                </a:lnTo>
                <a:lnTo>
                  <a:pt x="174853" y="70027"/>
                </a:lnTo>
                <a:lnTo>
                  <a:pt x="173476" y="69221"/>
                </a:lnTo>
                <a:lnTo>
                  <a:pt x="172198" y="68430"/>
                </a:lnTo>
                <a:lnTo>
                  <a:pt x="171019" y="67652"/>
                </a:lnTo>
                <a:lnTo>
                  <a:pt x="169940" y="66888"/>
                </a:lnTo>
                <a:lnTo>
                  <a:pt x="168959" y="66138"/>
                </a:lnTo>
                <a:lnTo>
                  <a:pt x="168077" y="65402"/>
                </a:lnTo>
                <a:lnTo>
                  <a:pt x="167294" y="64680"/>
                </a:lnTo>
                <a:lnTo>
                  <a:pt x="166611" y="63972"/>
                </a:lnTo>
                <a:lnTo>
                  <a:pt x="166026" y="63277"/>
                </a:lnTo>
                <a:lnTo>
                  <a:pt x="165514" y="62586"/>
                </a:lnTo>
                <a:lnTo>
                  <a:pt x="165046" y="61866"/>
                </a:lnTo>
                <a:lnTo>
                  <a:pt x="164622" y="61116"/>
                </a:lnTo>
                <a:lnTo>
                  <a:pt x="164243" y="60337"/>
                </a:lnTo>
                <a:lnTo>
                  <a:pt x="163909" y="59528"/>
                </a:lnTo>
                <a:lnTo>
                  <a:pt x="163619" y="58689"/>
                </a:lnTo>
                <a:lnTo>
                  <a:pt x="163374" y="57820"/>
                </a:lnTo>
                <a:lnTo>
                  <a:pt x="163173" y="56922"/>
                </a:lnTo>
                <a:lnTo>
                  <a:pt x="163017" y="55995"/>
                </a:lnTo>
                <a:lnTo>
                  <a:pt x="162906" y="55037"/>
                </a:lnTo>
                <a:lnTo>
                  <a:pt x="162839" y="54050"/>
                </a:lnTo>
                <a:lnTo>
                  <a:pt x="162817" y="53033"/>
                </a:lnTo>
                <a:lnTo>
                  <a:pt x="162855" y="51712"/>
                </a:lnTo>
                <a:lnTo>
                  <a:pt x="162970" y="50427"/>
                </a:lnTo>
                <a:lnTo>
                  <a:pt x="163162" y="49179"/>
                </a:lnTo>
                <a:lnTo>
                  <a:pt x="163431" y="47967"/>
                </a:lnTo>
                <a:lnTo>
                  <a:pt x="163776" y="46792"/>
                </a:lnTo>
                <a:lnTo>
                  <a:pt x="164199" y="45654"/>
                </a:lnTo>
                <a:lnTo>
                  <a:pt x="164698" y="44551"/>
                </a:lnTo>
                <a:lnTo>
                  <a:pt x="165273" y="43486"/>
                </a:lnTo>
                <a:lnTo>
                  <a:pt x="165926" y="42457"/>
                </a:lnTo>
                <a:lnTo>
                  <a:pt x="166655" y="41465"/>
                </a:lnTo>
                <a:lnTo>
                  <a:pt x="167462" y="40509"/>
                </a:lnTo>
                <a:lnTo>
                  <a:pt x="168345" y="39590"/>
                </a:lnTo>
                <a:lnTo>
                  <a:pt x="169288" y="38726"/>
                </a:lnTo>
                <a:lnTo>
                  <a:pt x="170277" y="37937"/>
                </a:lnTo>
                <a:lnTo>
                  <a:pt x="171311" y="37224"/>
                </a:lnTo>
                <a:lnTo>
                  <a:pt x="172391" y="36586"/>
                </a:lnTo>
                <a:lnTo>
                  <a:pt x="173515" y="36022"/>
                </a:lnTo>
                <a:lnTo>
                  <a:pt x="174684" y="35534"/>
                </a:lnTo>
                <a:lnTo>
                  <a:pt x="175898" y="35121"/>
                </a:lnTo>
                <a:lnTo>
                  <a:pt x="177158" y="34783"/>
                </a:lnTo>
                <a:lnTo>
                  <a:pt x="178462" y="34520"/>
                </a:lnTo>
                <a:lnTo>
                  <a:pt x="179812" y="34332"/>
                </a:lnTo>
                <a:lnTo>
                  <a:pt x="181206" y="34220"/>
                </a:lnTo>
                <a:lnTo>
                  <a:pt x="182646" y="34182"/>
                </a:lnTo>
                <a:lnTo>
                  <a:pt x="183299" y="34194"/>
                </a:lnTo>
                <a:lnTo>
                  <a:pt x="183976" y="34228"/>
                </a:lnTo>
                <a:lnTo>
                  <a:pt x="184675" y="34285"/>
                </a:lnTo>
                <a:lnTo>
                  <a:pt x="185396" y="34364"/>
                </a:lnTo>
                <a:lnTo>
                  <a:pt x="186141" y="34466"/>
                </a:lnTo>
                <a:lnTo>
                  <a:pt x="186908" y="34592"/>
                </a:lnTo>
                <a:lnTo>
                  <a:pt x="187698" y="34739"/>
                </a:lnTo>
                <a:lnTo>
                  <a:pt x="188511" y="34910"/>
                </a:lnTo>
                <a:lnTo>
                  <a:pt x="189347" y="35103"/>
                </a:lnTo>
                <a:lnTo>
                  <a:pt x="190205" y="35320"/>
                </a:lnTo>
                <a:lnTo>
                  <a:pt x="191086" y="35558"/>
                </a:lnTo>
                <a:lnTo>
                  <a:pt x="191990" y="35820"/>
                </a:lnTo>
                <a:lnTo>
                  <a:pt x="192580" y="35991"/>
                </a:lnTo>
                <a:lnTo>
                  <a:pt x="193136" y="36146"/>
                </a:lnTo>
                <a:lnTo>
                  <a:pt x="193658" y="36287"/>
                </a:lnTo>
                <a:lnTo>
                  <a:pt x="194146" y="36413"/>
                </a:lnTo>
                <a:lnTo>
                  <a:pt x="194601" y="36525"/>
                </a:lnTo>
                <a:lnTo>
                  <a:pt x="195022" y="36621"/>
                </a:lnTo>
                <a:lnTo>
                  <a:pt x="195409" y="36703"/>
                </a:lnTo>
                <a:lnTo>
                  <a:pt x="195763" y="36770"/>
                </a:lnTo>
                <a:lnTo>
                  <a:pt x="196083" y="36821"/>
                </a:lnTo>
                <a:lnTo>
                  <a:pt x="196369" y="36859"/>
                </a:lnTo>
                <a:lnTo>
                  <a:pt x="196622" y="36881"/>
                </a:lnTo>
                <a:lnTo>
                  <a:pt x="196841" y="36888"/>
                </a:lnTo>
                <a:lnTo>
                  <a:pt x="197027" y="36885"/>
                </a:lnTo>
                <a:lnTo>
                  <a:pt x="197207" y="36874"/>
                </a:lnTo>
                <a:lnTo>
                  <a:pt x="197380" y="36857"/>
                </a:lnTo>
                <a:lnTo>
                  <a:pt x="197546" y="36833"/>
                </a:lnTo>
                <a:lnTo>
                  <a:pt x="197705" y="36802"/>
                </a:lnTo>
                <a:lnTo>
                  <a:pt x="197857" y="36764"/>
                </a:lnTo>
                <a:lnTo>
                  <a:pt x="198002" y="36719"/>
                </a:lnTo>
                <a:lnTo>
                  <a:pt x="198140" y="36667"/>
                </a:lnTo>
                <a:lnTo>
                  <a:pt x="198272" y="36608"/>
                </a:lnTo>
                <a:lnTo>
                  <a:pt x="198396" y="36542"/>
                </a:lnTo>
                <a:lnTo>
                  <a:pt x="198513" y="36469"/>
                </a:lnTo>
                <a:lnTo>
                  <a:pt x="198624" y="36390"/>
                </a:lnTo>
                <a:lnTo>
                  <a:pt x="198732" y="36298"/>
                </a:lnTo>
                <a:lnTo>
                  <a:pt x="198844" y="36190"/>
                </a:lnTo>
                <a:lnTo>
                  <a:pt x="198958" y="36065"/>
                </a:lnTo>
                <a:lnTo>
                  <a:pt x="199076" y="35923"/>
                </a:lnTo>
                <a:lnTo>
                  <a:pt x="199196" y="35764"/>
                </a:lnTo>
                <a:lnTo>
                  <a:pt x="199319" y="35589"/>
                </a:lnTo>
                <a:lnTo>
                  <a:pt x="199446" y="35396"/>
                </a:lnTo>
                <a:lnTo>
                  <a:pt x="199575" y="35187"/>
                </a:lnTo>
                <a:lnTo>
                  <a:pt x="199707" y="34961"/>
                </a:lnTo>
                <a:lnTo>
                  <a:pt x="199842" y="34718"/>
                </a:lnTo>
                <a:lnTo>
                  <a:pt x="199981" y="34459"/>
                </a:lnTo>
                <a:lnTo>
                  <a:pt x="200122" y="34182"/>
                </a:lnTo>
                <a:lnTo>
                  <a:pt x="202476" y="34182"/>
                </a:lnTo>
                <a:close/>
                <a:moveTo>
                  <a:pt x="253876" y="91864"/>
                </a:moveTo>
                <a:lnTo>
                  <a:pt x="252252" y="93113"/>
                </a:lnTo>
                <a:lnTo>
                  <a:pt x="250731" y="94270"/>
                </a:lnTo>
                <a:lnTo>
                  <a:pt x="249315" y="95336"/>
                </a:lnTo>
                <a:lnTo>
                  <a:pt x="248003" y="96311"/>
                </a:lnTo>
                <a:lnTo>
                  <a:pt x="246795" y="97196"/>
                </a:lnTo>
                <a:lnTo>
                  <a:pt x="245691" y="97989"/>
                </a:lnTo>
                <a:lnTo>
                  <a:pt x="244691" y="98691"/>
                </a:lnTo>
                <a:lnTo>
                  <a:pt x="243795" y="99302"/>
                </a:lnTo>
                <a:lnTo>
                  <a:pt x="243003" y="99823"/>
                </a:lnTo>
                <a:lnTo>
                  <a:pt x="242315" y="100252"/>
                </a:lnTo>
                <a:lnTo>
                  <a:pt x="241731" y="100590"/>
                </a:lnTo>
                <a:lnTo>
                  <a:pt x="241251" y="100837"/>
                </a:lnTo>
                <a:lnTo>
                  <a:pt x="240605" y="101133"/>
                </a:lnTo>
                <a:lnTo>
                  <a:pt x="239953" y="101403"/>
                </a:lnTo>
                <a:lnTo>
                  <a:pt x="239293" y="101647"/>
                </a:lnTo>
                <a:lnTo>
                  <a:pt x="238627" y="101866"/>
                </a:lnTo>
                <a:lnTo>
                  <a:pt x="237954" y="102059"/>
                </a:lnTo>
                <a:lnTo>
                  <a:pt x="237274" y="102226"/>
                </a:lnTo>
                <a:lnTo>
                  <a:pt x="236587" y="102367"/>
                </a:lnTo>
                <a:lnTo>
                  <a:pt x="235893" y="102483"/>
                </a:lnTo>
                <a:lnTo>
                  <a:pt x="235192" y="102573"/>
                </a:lnTo>
                <a:lnTo>
                  <a:pt x="234484" y="102637"/>
                </a:lnTo>
                <a:lnTo>
                  <a:pt x="233769" y="102676"/>
                </a:lnTo>
                <a:lnTo>
                  <a:pt x="233048" y="102689"/>
                </a:lnTo>
                <a:lnTo>
                  <a:pt x="231935" y="102657"/>
                </a:lnTo>
                <a:lnTo>
                  <a:pt x="230855" y="102560"/>
                </a:lnTo>
                <a:lnTo>
                  <a:pt x="229809" y="102400"/>
                </a:lnTo>
                <a:lnTo>
                  <a:pt x="228796" y="102175"/>
                </a:lnTo>
                <a:lnTo>
                  <a:pt x="227816" y="101885"/>
                </a:lnTo>
                <a:lnTo>
                  <a:pt x="226869" y="101532"/>
                </a:lnTo>
                <a:lnTo>
                  <a:pt x="225955" y="101114"/>
                </a:lnTo>
                <a:lnTo>
                  <a:pt x="225075" y="100632"/>
                </a:lnTo>
                <a:lnTo>
                  <a:pt x="224227" y="100085"/>
                </a:lnTo>
                <a:lnTo>
                  <a:pt x="223413" y="99474"/>
                </a:lnTo>
                <a:lnTo>
                  <a:pt x="222632" y="98799"/>
                </a:lnTo>
                <a:lnTo>
                  <a:pt x="221885" y="98060"/>
                </a:lnTo>
                <a:lnTo>
                  <a:pt x="221184" y="97268"/>
                </a:lnTo>
                <a:lnTo>
                  <a:pt x="220544" y="96436"/>
                </a:lnTo>
                <a:lnTo>
                  <a:pt x="219965" y="95563"/>
                </a:lnTo>
                <a:lnTo>
                  <a:pt x="219448" y="94650"/>
                </a:lnTo>
                <a:lnTo>
                  <a:pt x="218991" y="93696"/>
                </a:lnTo>
                <a:lnTo>
                  <a:pt x="218595" y="92701"/>
                </a:lnTo>
                <a:lnTo>
                  <a:pt x="218259" y="91666"/>
                </a:lnTo>
                <a:lnTo>
                  <a:pt x="217985" y="90591"/>
                </a:lnTo>
                <a:lnTo>
                  <a:pt x="217772" y="89474"/>
                </a:lnTo>
                <a:lnTo>
                  <a:pt x="217620" y="88318"/>
                </a:lnTo>
                <a:lnTo>
                  <a:pt x="217528" y="87120"/>
                </a:lnTo>
                <a:lnTo>
                  <a:pt x="217498" y="85883"/>
                </a:lnTo>
                <a:lnTo>
                  <a:pt x="217513" y="85096"/>
                </a:lnTo>
                <a:lnTo>
                  <a:pt x="217557" y="84328"/>
                </a:lnTo>
                <a:lnTo>
                  <a:pt x="217632" y="83577"/>
                </a:lnTo>
                <a:lnTo>
                  <a:pt x="217736" y="82844"/>
                </a:lnTo>
                <a:lnTo>
                  <a:pt x="217869" y="82129"/>
                </a:lnTo>
                <a:lnTo>
                  <a:pt x="218033" y="81432"/>
                </a:lnTo>
                <a:lnTo>
                  <a:pt x="218226" y="80752"/>
                </a:lnTo>
                <a:lnTo>
                  <a:pt x="218449" y="80091"/>
                </a:lnTo>
                <a:lnTo>
                  <a:pt x="218702" y="79447"/>
                </a:lnTo>
                <a:lnTo>
                  <a:pt x="218984" y="78821"/>
                </a:lnTo>
                <a:lnTo>
                  <a:pt x="219296" y="78212"/>
                </a:lnTo>
                <a:lnTo>
                  <a:pt x="219638" y="77622"/>
                </a:lnTo>
                <a:lnTo>
                  <a:pt x="220155" y="76819"/>
                </a:lnTo>
                <a:lnTo>
                  <a:pt x="220732" y="76024"/>
                </a:lnTo>
                <a:lnTo>
                  <a:pt x="221370" y="75236"/>
                </a:lnTo>
                <a:lnTo>
                  <a:pt x="222067" y="74457"/>
                </a:lnTo>
                <a:lnTo>
                  <a:pt x="222824" y="73685"/>
                </a:lnTo>
                <a:lnTo>
                  <a:pt x="223641" y="72922"/>
                </a:lnTo>
                <a:lnTo>
                  <a:pt x="224518" y="72166"/>
                </a:lnTo>
                <a:lnTo>
                  <a:pt x="225455" y="71419"/>
                </a:lnTo>
                <a:lnTo>
                  <a:pt x="226452" y="70679"/>
                </a:lnTo>
                <a:lnTo>
                  <a:pt x="227509" y="69947"/>
                </a:lnTo>
                <a:lnTo>
                  <a:pt x="228626" y="69223"/>
                </a:lnTo>
                <a:lnTo>
                  <a:pt x="229802" y="68507"/>
                </a:lnTo>
                <a:lnTo>
                  <a:pt x="231075" y="67782"/>
                </a:lnTo>
                <a:lnTo>
                  <a:pt x="232482" y="67031"/>
                </a:lnTo>
                <a:lnTo>
                  <a:pt x="234022" y="66255"/>
                </a:lnTo>
                <a:lnTo>
                  <a:pt x="235695" y="65452"/>
                </a:lnTo>
                <a:lnTo>
                  <a:pt x="237501" y="64625"/>
                </a:lnTo>
                <a:lnTo>
                  <a:pt x="239441" y="63771"/>
                </a:lnTo>
                <a:lnTo>
                  <a:pt x="241513" y="62892"/>
                </a:lnTo>
                <a:lnTo>
                  <a:pt x="243719" y="61987"/>
                </a:lnTo>
                <a:lnTo>
                  <a:pt x="246059" y="61056"/>
                </a:lnTo>
                <a:lnTo>
                  <a:pt x="248531" y="60100"/>
                </a:lnTo>
                <a:lnTo>
                  <a:pt x="251137" y="59117"/>
                </a:lnTo>
                <a:lnTo>
                  <a:pt x="253876" y="58110"/>
                </a:lnTo>
                <a:lnTo>
                  <a:pt x="253876" y="55546"/>
                </a:lnTo>
                <a:lnTo>
                  <a:pt x="253854" y="53962"/>
                </a:lnTo>
                <a:lnTo>
                  <a:pt x="253790" y="52464"/>
                </a:lnTo>
                <a:lnTo>
                  <a:pt x="253682" y="51051"/>
                </a:lnTo>
                <a:lnTo>
                  <a:pt x="253531" y="49722"/>
                </a:lnTo>
                <a:lnTo>
                  <a:pt x="253337" y="48479"/>
                </a:lnTo>
                <a:lnTo>
                  <a:pt x="253100" y="47321"/>
                </a:lnTo>
                <a:lnTo>
                  <a:pt x="252820" y="46248"/>
                </a:lnTo>
                <a:lnTo>
                  <a:pt x="252497" y="45260"/>
                </a:lnTo>
                <a:lnTo>
                  <a:pt x="252131" y="44357"/>
                </a:lnTo>
                <a:lnTo>
                  <a:pt x="251721" y="43539"/>
                </a:lnTo>
                <a:lnTo>
                  <a:pt x="251269" y="42806"/>
                </a:lnTo>
                <a:lnTo>
                  <a:pt x="250773" y="42158"/>
                </a:lnTo>
                <a:lnTo>
                  <a:pt x="250236" y="41578"/>
                </a:lnTo>
                <a:lnTo>
                  <a:pt x="249661" y="41048"/>
                </a:lnTo>
                <a:lnTo>
                  <a:pt x="249046" y="40569"/>
                </a:lnTo>
                <a:lnTo>
                  <a:pt x="248391" y="40140"/>
                </a:lnTo>
                <a:lnTo>
                  <a:pt x="247698" y="39762"/>
                </a:lnTo>
                <a:lnTo>
                  <a:pt x="246966" y="39434"/>
                </a:lnTo>
                <a:lnTo>
                  <a:pt x="246194" y="39157"/>
                </a:lnTo>
                <a:lnTo>
                  <a:pt x="245384" y="38930"/>
                </a:lnTo>
                <a:lnTo>
                  <a:pt x="244534" y="38753"/>
                </a:lnTo>
                <a:lnTo>
                  <a:pt x="243645" y="38627"/>
                </a:lnTo>
                <a:lnTo>
                  <a:pt x="242717" y="38551"/>
                </a:lnTo>
                <a:lnTo>
                  <a:pt x="241750" y="38526"/>
                </a:lnTo>
                <a:lnTo>
                  <a:pt x="241014" y="38543"/>
                </a:lnTo>
                <a:lnTo>
                  <a:pt x="240304" y="38593"/>
                </a:lnTo>
                <a:lnTo>
                  <a:pt x="239619" y="38677"/>
                </a:lnTo>
                <a:lnTo>
                  <a:pt x="238960" y="38794"/>
                </a:lnTo>
                <a:lnTo>
                  <a:pt x="238327" y="38945"/>
                </a:lnTo>
                <a:lnTo>
                  <a:pt x="237720" y="39129"/>
                </a:lnTo>
                <a:lnTo>
                  <a:pt x="237138" y="39347"/>
                </a:lnTo>
                <a:lnTo>
                  <a:pt x="236582" y="39598"/>
                </a:lnTo>
                <a:lnTo>
                  <a:pt x="236052" y="39883"/>
                </a:lnTo>
                <a:lnTo>
                  <a:pt x="235548" y="40201"/>
                </a:lnTo>
                <a:lnTo>
                  <a:pt x="235070" y="40553"/>
                </a:lnTo>
                <a:lnTo>
                  <a:pt x="234617" y="40938"/>
                </a:lnTo>
                <a:lnTo>
                  <a:pt x="234184" y="41345"/>
                </a:lnTo>
                <a:lnTo>
                  <a:pt x="233789" y="41762"/>
                </a:lnTo>
                <a:lnTo>
                  <a:pt x="233431" y="42189"/>
                </a:lnTo>
                <a:lnTo>
                  <a:pt x="233111" y="42626"/>
                </a:lnTo>
                <a:lnTo>
                  <a:pt x="232829" y="43072"/>
                </a:lnTo>
                <a:lnTo>
                  <a:pt x="232584" y="43528"/>
                </a:lnTo>
                <a:lnTo>
                  <a:pt x="232377" y="43994"/>
                </a:lnTo>
                <a:lnTo>
                  <a:pt x="232208" y="44470"/>
                </a:lnTo>
                <a:lnTo>
                  <a:pt x="232076" y="44956"/>
                </a:lnTo>
                <a:lnTo>
                  <a:pt x="231982" y="45452"/>
                </a:lnTo>
                <a:lnTo>
                  <a:pt x="231925" y="45958"/>
                </a:lnTo>
                <a:lnTo>
                  <a:pt x="231906" y="46473"/>
                </a:lnTo>
                <a:lnTo>
                  <a:pt x="232049" y="50588"/>
                </a:lnTo>
                <a:lnTo>
                  <a:pt x="232037" y="51121"/>
                </a:lnTo>
                <a:lnTo>
                  <a:pt x="232003" y="51634"/>
                </a:lnTo>
                <a:lnTo>
                  <a:pt x="231944" y="52126"/>
                </a:lnTo>
                <a:lnTo>
                  <a:pt x="231863" y="52597"/>
                </a:lnTo>
                <a:lnTo>
                  <a:pt x="231758" y="53048"/>
                </a:lnTo>
                <a:lnTo>
                  <a:pt x="231630" y="53478"/>
                </a:lnTo>
                <a:lnTo>
                  <a:pt x="231479" y="53887"/>
                </a:lnTo>
                <a:lnTo>
                  <a:pt x="231304" y="54276"/>
                </a:lnTo>
                <a:lnTo>
                  <a:pt x="231106" y="54644"/>
                </a:lnTo>
                <a:lnTo>
                  <a:pt x="230885" y="54991"/>
                </a:lnTo>
                <a:lnTo>
                  <a:pt x="230641" y="55318"/>
                </a:lnTo>
                <a:lnTo>
                  <a:pt x="230373" y="55624"/>
                </a:lnTo>
                <a:lnTo>
                  <a:pt x="230086" y="55907"/>
                </a:lnTo>
                <a:lnTo>
                  <a:pt x="229785" y="56166"/>
                </a:lnTo>
                <a:lnTo>
                  <a:pt x="229470" y="56400"/>
                </a:lnTo>
                <a:lnTo>
                  <a:pt x="229140" y="56609"/>
                </a:lnTo>
                <a:lnTo>
                  <a:pt x="228796" y="56794"/>
                </a:lnTo>
                <a:lnTo>
                  <a:pt x="228438" y="56954"/>
                </a:lnTo>
                <a:lnTo>
                  <a:pt x="228065" y="57090"/>
                </a:lnTo>
                <a:lnTo>
                  <a:pt x="227678" y="57200"/>
                </a:lnTo>
                <a:lnTo>
                  <a:pt x="227277" y="57287"/>
                </a:lnTo>
                <a:lnTo>
                  <a:pt x="226861" y="57348"/>
                </a:lnTo>
                <a:lnTo>
                  <a:pt x="226431" y="57385"/>
                </a:lnTo>
                <a:lnTo>
                  <a:pt x="225986" y="57398"/>
                </a:lnTo>
                <a:lnTo>
                  <a:pt x="225553" y="57385"/>
                </a:lnTo>
                <a:lnTo>
                  <a:pt x="225133" y="57346"/>
                </a:lnTo>
                <a:lnTo>
                  <a:pt x="224727" y="57282"/>
                </a:lnTo>
                <a:lnTo>
                  <a:pt x="224334" y="57193"/>
                </a:lnTo>
                <a:lnTo>
                  <a:pt x="223954" y="57077"/>
                </a:lnTo>
                <a:lnTo>
                  <a:pt x="223588" y="56936"/>
                </a:lnTo>
                <a:lnTo>
                  <a:pt x="223235" y="56770"/>
                </a:lnTo>
                <a:lnTo>
                  <a:pt x="222895" y="56578"/>
                </a:lnTo>
                <a:lnTo>
                  <a:pt x="222569" y="56360"/>
                </a:lnTo>
                <a:lnTo>
                  <a:pt x="222256" y="56116"/>
                </a:lnTo>
                <a:lnTo>
                  <a:pt x="221957" y="55847"/>
                </a:lnTo>
                <a:lnTo>
                  <a:pt x="221671" y="55553"/>
                </a:lnTo>
                <a:lnTo>
                  <a:pt x="221403" y="55235"/>
                </a:lnTo>
                <a:lnTo>
                  <a:pt x="221158" y="54899"/>
                </a:lnTo>
                <a:lnTo>
                  <a:pt x="220937" y="54545"/>
                </a:lnTo>
                <a:lnTo>
                  <a:pt x="220739" y="54171"/>
                </a:lnTo>
                <a:lnTo>
                  <a:pt x="220565" y="53779"/>
                </a:lnTo>
                <a:lnTo>
                  <a:pt x="220413" y="53368"/>
                </a:lnTo>
                <a:lnTo>
                  <a:pt x="220285" y="52939"/>
                </a:lnTo>
                <a:lnTo>
                  <a:pt x="220181" y="52490"/>
                </a:lnTo>
                <a:lnTo>
                  <a:pt x="220099" y="52023"/>
                </a:lnTo>
                <a:lnTo>
                  <a:pt x="220041" y="51538"/>
                </a:lnTo>
                <a:lnTo>
                  <a:pt x="220006" y="51033"/>
                </a:lnTo>
                <a:lnTo>
                  <a:pt x="219994" y="50510"/>
                </a:lnTo>
                <a:lnTo>
                  <a:pt x="220038" y="49499"/>
                </a:lnTo>
                <a:lnTo>
                  <a:pt x="220169" y="48503"/>
                </a:lnTo>
                <a:lnTo>
                  <a:pt x="220387" y="47520"/>
                </a:lnTo>
                <a:lnTo>
                  <a:pt x="220692" y="46551"/>
                </a:lnTo>
                <a:lnTo>
                  <a:pt x="221084" y="45595"/>
                </a:lnTo>
                <a:lnTo>
                  <a:pt x="221564" y="44654"/>
                </a:lnTo>
                <a:lnTo>
                  <a:pt x="222130" y="43726"/>
                </a:lnTo>
                <a:lnTo>
                  <a:pt x="222784" y="42812"/>
                </a:lnTo>
                <a:lnTo>
                  <a:pt x="223525" y="41912"/>
                </a:lnTo>
                <a:lnTo>
                  <a:pt x="224353" y="41025"/>
                </a:lnTo>
                <a:lnTo>
                  <a:pt x="225269" y="40153"/>
                </a:lnTo>
                <a:lnTo>
                  <a:pt x="226271" y="39294"/>
                </a:lnTo>
                <a:lnTo>
                  <a:pt x="227353" y="38477"/>
                </a:lnTo>
                <a:lnTo>
                  <a:pt x="228504" y="37732"/>
                </a:lnTo>
                <a:lnTo>
                  <a:pt x="229726" y="37057"/>
                </a:lnTo>
                <a:lnTo>
                  <a:pt x="231019" y="36454"/>
                </a:lnTo>
                <a:lnTo>
                  <a:pt x="232381" y="35922"/>
                </a:lnTo>
                <a:lnTo>
                  <a:pt x="233814" y="35460"/>
                </a:lnTo>
                <a:lnTo>
                  <a:pt x="235318" y="35070"/>
                </a:lnTo>
                <a:lnTo>
                  <a:pt x="236892" y="34750"/>
                </a:lnTo>
                <a:lnTo>
                  <a:pt x="238536" y="34502"/>
                </a:lnTo>
                <a:lnTo>
                  <a:pt x="240250" y="34324"/>
                </a:lnTo>
                <a:lnTo>
                  <a:pt x="242035" y="34218"/>
                </a:lnTo>
                <a:lnTo>
                  <a:pt x="243890" y="34182"/>
                </a:lnTo>
                <a:lnTo>
                  <a:pt x="245318" y="34202"/>
                </a:lnTo>
                <a:lnTo>
                  <a:pt x="246703" y="34263"/>
                </a:lnTo>
                <a:lnTo>
                  <a:pt x="248045" y="34364"/>
                </a:lnTo>
                <a:lnTo>
                  <a:pt x="249343" y="34506"/>
                </a:lnTo>
                <a:lnTo>
                  <a:pt x="250597" y="34688"/>
                </a:lnTo>
                <a:lnTo>
                  <a:pt x="251807" y="34911"/>
                </a:lnTo>
                <a:lnTo>
                  <a:pt x="252974" y="35174"/>
                </a:lnTo>
                <a:lnTo>
                  <a:pt x="254098" y="35478"/>
                </a:lnTo>
                <a:lnTo>
                  <a:pt x="255178" y="35822"/>
                </a:lnTo>
                <a:lnTo>
                  <a:pt x="256214" y="36207"/>
                </a:lnTo>
                <a:lnTo>
                  <a:pt x="257207" y="36632"/>
                </a:lnTo>
                <a:lnTo>
                  <a:pt x="258156" y="37097"/>
                </a:lnTo>
                <a:lnTo>
                  <a:pt x="258842" y="37482"/>
                </a:lnTo>
                <a:lnTo>
                  <a:pt x="259497" y="37902"/>
                </a:lnTo>
                <a:lnTo>
                  <a:pt x="260122" y="38356"/>
                </a:lnTo>
                <a:lnTo>
                  <a:pt x="260716" y="38844"/>
                </a:lnTo>
                <a:lnTo>
                  <a:pt x="261279" y="39368"/>
                </a:lnTo>
                <a:lnTo>
                  <a:pt x="261811" y="39925"/>
                </a:lnTo>
                <a:lnTo>
                  <a:pt x="262313" y="40518"/>
                </a:lnTo>
                <a:lnTo>
                  <a:pt x="262784" y="41145"/>
                </a:lnTo>
                <a:lnTo>
                  <a:pt x="263225" y="41806"/>
                </a:lnTo>
                <a:lnTo>
                  <a:pt x="263634" y="42502"/>
                </a:lnTo>
                <a:lnTo>
                  <a:pt x="264013" y="43233"/>
                </a:lnTo>
                <a:lnTo>
                  <a:pt x="264361" y="43998"/>
                </a:lnTo>
                <a:lnTo>
                  <a:pt x="264566" y="44552"/>
                </a:lnTo>
                <a:lnTo>
                  <a:pt x="264754" y="45195"/>
                </a:lnTo>
                <a:lnTo>
                  <a:pt x="264923" y="45927"/>
                </a:lnTo>
                <a:lnTo>
                  <a:pt x="265075" y="46748"/>
                </a:lnTo>
                <a:lnTo>
                  <a:pt x="265208" y="47658"/>
                </a:lnTo>
                <a:lnTo>
                  <a:pt x="265324" y="48657"/>
                </a:lnTo>
                <a:lnTo>
                  <a:pt x="265422" y="49744"/>
                </a:lnTo>
                <a:lnTo>
                  <a:pt x="265503" y="50921"/>
                </a:lnTo>
                <a:lnTo>
                  <a:pt x="265565" y="52186"/>
                </a:lnTo>
                <a:lnTo>
                  <a:pt x="265610" y="53541"/>
                </a:lnTo>
                <a:lnTo>
                  <a:pt x="265636" y="54984"/>
                </a:lnTo>
                <a:lnTo>
                  <a:pt x="265645" y="56516"/>
                </a:lnTo>
                <a:lnTo>
                  <a:pt x="265645" y="78637"/>
                </a:lnTo>
                <a:lnTo>
                  <a:pt x="265648" y="80140"/>
                </a:lnTo>
                <a:lnTo>
                  <a:pt x="265655" y="81542"/>
                </a:lnTo>
                <a:lnTo>
                  <a:pt x="265668" y="82844"/>
                </a:lnTo>
                <a:lnTo>
                  <a:pt x="265685" y="84046"/>
                </a:lnTo>
                <a:lnTo>
                  <a:pt x="265707" y="85148"/>
                </a:lnTo>
                <a:lnTo>
                  <a:pt x="265734" y="86150"/>
                </a:lnTo>
                <a:lnTo>
                  <a:pt x="265767" y="87051"/>
                </a:lnTo>
                <a:lnTo>
                  <a:pt x="265804" y="87852"/>
                </a:lnTo>
                <a:lnTo>
                  <a:pt x="265846" y="88553"/>
                </a:lnTo>
                <a:lnTo>
                  <a:pt x="265893" y="89153"/>
                </a:lnTo>
                <a:lnTo>
                  <a:pt x="265945" y="89653"/>
                </a:lnTo>
                <a:lnTo>
                  <a:pt x="266002" y="90053"/>
                </a:lnTo>
                <a:lnTo>
                  <a:pt x="266065" y="90393"/>
                </a:lnTo>
                <a:lnTo>
                  <a:pt x="266134" y="90714"/>
                </a:lnTo>
                <a:lnTo>
                  <a:pt x="266209" y="91016"/>
                </a:lnTo>
                <a:lnTo>
                  <a:pt x="266291" y="91298"/>
                </a:lnTo>
                <a:lnTo>
                  <a:pt x="266380" y="91561"/>
                </a:lnTo>
                <a:lnTo>
                  <a:pt x="266475" y="91805"/>
                </a:lnTo>
                <a:lnTo>
                  <a:pt x="266576" y="92030"/>
                </a:lnTo>
                <a:lnTo>
                  <a:pt x="266684" y="92235"/>
                </a:lnTo>
                <a:lnTo>
                  <a:pt x="266798" y="92421"/>
                </a:lnTo>
                <a:lnTo>
                  <a:pt x="266918" y="92588"/>
                </a:lnTo>
                <a:lnTo>
                  <a:pt x="267045" y="92735"/>
                </a:lnTo>
                <a:lnTo>
                  <a:pt x="267179" y="92864"/>
                </a:lnTo>
                <a:lnTo>
                  <a:pt x="267317" y="92977"/>
                </a:lnTo>
                <a:lnTo>
                  <a:pt x="267459" y="93081"/>
                </a:lnTo>
                <a:lnTo>
                  <a:pt x="267605" y="93174"/>
                </a:lnTo>
                <a:lnTo>
                  <a:pt x="267753" y="93258"/>
                </a:lnTo>
                <a:lnTo>
                  <a:pt x="267906" y="93332"/>
                </a:lnTo>
                <a:lnTo>
                  <a:pt x="268062" y="93396"/>
                </a:lnTo>
                <a:lnTo>
                  <a:pt x="268221" y="93450"/>
                </a:lnTo>
                <a:lnTo>
                  <a:pt x="268384" y="93495"/>
                </a:lnTo>
                <a:lnTo>
                  <a:pt x="268550" y="93529"/>
                </a:lnTo>
                <a:lnTo>
                  <a:pt x="268719" y="93554"/>
                </a:lnTo>
                <a:lnTo>
                  <a:pt x="268893" y="93569"/>
                </a:lnTo>
                <a:lnTo>
                  <a:pt x="269069" y="93574"/>
                </a:lnTo>
                <a:lnTo>
                  <a:pt x="269257" y="93570"/>
                </a:lnTo>
                <a:lnTo>
                  <a:pt x="269442" y="93560"/>
                </a:lnTo>
                <a:lnTo>
                  <a:pt x="269622" y="93542"/>
                </a:lnTo>
                <a:lnTo>
                  <a:pt x="269798" y="93518"/>
                </a:lnTo>
                <a:lnTo>
                  <a:pt x="269971" y="93487"/>
                </a:lnTo>
                <a:lnTo>
                  <a:pt x="270139" y="93449"/>
                </a:lnTo>
                <a:lnTo>
                  <a:pt x="270304" y="93404"/>
                </a:lnTo>
                <a:lnTo>
                  <a:pt x="270464" y="93352"/>
                </a:lnTo>
                <a:lnTo>
                  <a:pt x="270621" y="93293"/>
                </a:lnTo>
                <a:lnTo>
                  <a:pt x="270773" y="93227"/>
                </a:lnTo>
                <a:lnTo>
                  <a:pt x="270922" y="93155"/>
                </a:lnTo>
                <a:lnTo>
                  <a:pt x="271066" y="93075"/>
                </a:lnTo>
                <a:lnTo>
                  <a:pt x="271335" y="92898"/>
                </a:lnTo>
                <a:lnTo>
                  <a:pt x="271643" y="92674"/>
                </a:lnTo>
                <a:lnTo>
                  <a:pt x="271989" y="92403"/>
                </a:lnTo>
                <a:lnTo>
                  <a:pt x="272374" y="92086"/>
                </a:lnTo>
                <a:lnTo>
                  <a:pt x="272798" y="91723"/>
                </a:lnTo>
                <a:lnTo>
                  <a:pt x="273260" y="91313"/>
                </a:lnTo>
                <a:lnTo>
                  <a:pt x="273761" y="90856"/>
                </a:lnTo>
                <a:lnTo>
                  <a:pt x="274300" y="90353"/>
                </a:lnTo>
                <a:lnTo>
                  <a:pt x="274878" y="89804"/>
                </a:lnTo>
                <a:lnTo>
                  <a:pt x="275495" y="89208"/>
                </a:lnTo>
                <a:lnTo>
                  <a:pt x="276150" y="88565"/>
                </a:lnTo>
                <a:lnTo>
                  <a:pt x="276844" y="87877"/>
                </a:lnTo>
                <a:lnTo>
                  <a:pt x="276844" y="91864"/>
                </a:lnTo>
                <a:lnTo>
                  <a:pt x="275518" y="93571"/>
                </a:lnTo>
                <a:lnTo>
                  <a:pt x="274201" y="95128"/>
                </a:lnTo>
                <a:lnTo>
                  <a:pt x="272894" y="96538"/>
                </a:lnTo>
                <a:lnTo>
                  <a:pt x="271597" y="97799"/>
                </a:lnTo>
                <a:lnTo>
                  <a:pt x="270310" y="98912"/>
                </a:lnTo>
                <a:lnTo>
                  <a:pt x="269033" y="99876"/>
                </a:lnTo>
                <a:lnTo>
                  <a:pt x="267766" y="100692"/>
                </a:lnTo>
                <a:lnTo>
                  <a:pt x="266509" y="101360"/>
                </a:lnTo>
                <a:lnTo>
                  <a:pt x="265262" y="101879"/>
                </a:lnTo>
                <a:lnTo>
                  <a:pt x="264025" y="102250"/>
                </a:lnTo>
                <a:lnTo>
                  <a:pt x="262797" y="102472"/>
                </a:lnTo>
                <a:lnTo>
                  <a:pt x="261580" y="102546"/>
                </a:lnTo>
                <a:lnTo>
                  <a:pt x="261007" y="102530"/>
                </a:lnTo>
                <a:lnTo>
                  <a:pt x="260454" y="102479"/>
                </a:lnTo>
                <a:lnTo>
                  <a:pt x="259921" y="102395"/>
                </a:lnTo>
                <a:lnTo>
                  <a:pt x="259408" y="102277"/>
                </a:lnTo>
                <a:lnTo>
                  <a:pt x="258915" y="102126"/>
                </a:lnTo>
                <a:lnTo>
                  <a:pt x="258441" y="101941"/>
                </a:lnTo>
                <a:lnTo>
                  <a:pt x="257987" y="101723"/>
                </a:lnTo>
                <a:lnTo>
                  <a:pt x="257553" y="101470"/>
                </a:lnTo>
                <a:lnTo>
                  <a:pt x="257139" y="101184"/>
                </a:lnTo>
                <a:lnTo>
                  <a:pt x="256745" y="100865"/>
                </a:lnTo>
                <a:lnTo>
                  <a:pt x="256370" y="100512"/>
                </a:lnTo>
                <a:lnTo>
                  <a:pt x="256016" y="100125"/>
                </a:lnTo>
                <a:lnTo>
                  <a:pt x="255685" y="99698"/>
                </a:lnTo>
                <a:lnTo>
                  <a:pt x="255382" y="99223"/>
                </a:lnTo>
                <a:lnTo>
                  <a:pt x="255106" y="98701"/>
                </a:lnTo>
                <a:lnTo>
                  <a:pt x="254859" y="98131"/>
                </a:lnTo>
                <a:lnTo>
                  <a:pt x="254639" y="97514"/>
                </a:lnTo>
                <a:lnTo>
                  <a:pt x="254447" y="96849"/>
                </a:lnTo>
                <a:lnTo>
                  <a:pt x="254282" y="96137"/>
                </a:lnTo>
                <a:lnTo>
                  <a:pt x="254145" y="95378"/>
                </a:lnTo>
                <a:lnTo>
                  <a:pt x="254036" y="94571"/>
                </a:lnTo>
                <a:lnTo>
                  <a:pt x="253955" y="93716"/>
                </a:lnTo>
                <a:lnTo>
                  <a:pt x="253902" y="92814"/>
                </a:lnTo>
                <a:lnTo>
                  <a:pt x="253876" y="91864"/>
                </a:lnTo>
                <a:moveTo>
                  <a:pt x="253876" y="87196"/>
                </a:moveTo>
                <a:lnTo>
                  <a:pt x="253876" y="62454"/>
                </a:lnTo>
                <a:lnTo>
                  <a:pt x="252134" y="63145"/>
                </a:lnTo>
                <a:lnTo>
                  <a:pt x="250498" y="63802"/>
                </a:lnTo>
                <a:lnTo>
                  <a:pt x="248968" y="64425"/>
                </a:lnTo>
                <a:lnTo>
                  <a:pt x="247543" y="65013"/>
                </a:lnTo>
                <a:lnTo>
                  <a:pt x="246225" y="65567"/>
                </a:lnTo>
                <a:lnTo>
                  <a:pt x="245013" y="66087"/>
                </a:lnTo>
                <a:lnTo>
                  <a:pt x="243907" y="66572"/>
                </a:lnTo>
                <a:lnTo>
                  <a:pt x="242907" y="67022"/>
                </a:lnTo>
                <a:lnTo>
                  <a:pt x="242013" y="67438"/>
                </a:lnTo>
                <a:lnTo>
                  <a:pt x="241225" y="67820"/>
                </a:lnTo>
                <a:lnTo>
                  <a:pt x="240543" y="68167"/>
                </a:lnTo>
                <a:lnTo>
                  <a:pt x="239967" y="68480"/>
                </a:lnTo>
                <a:lnTo>
                  <a:pt x="239050" y="69002"/>
                </a:lnTo>
                <a:lnTo>
                  <a:pt x="238177" y="69528"/>
                </a:lnTo>
                <a:lnTo>
                  <a:pt x="237350" y="70058"/>
                </a:lnTo>
                <a:lnTo>
                  <a:pt x="236567" y="70591"/>
                </a:lnTo>
                <a:lnTo>
                  <a:pt x="235828" y="71129"/>
                </a:lnTo>
                <a:lnTo>
                  <a:pt x="235134" y="71671"/>
                </a:lnTo>
                <a:lnTo>
                  <a:pt x="234485" y="72216"/>
                </a:lnTo>
                <a:lnTo>
                  <a:pt x="233880" y="72766"/>
                </a:lnTo>
                <a:lnTo>
                  <a:pt x="233320" y="73319"/>
                </a:lnTo>
                <a:lnTo>
                  <a:pt x="232804" y="73876"/>
                </a:lnTo>
                <a:lnTo>
                  <a:pt x="232333" y="74437"/>
                </a:lnTo>
                <a:lnTo>
                  <a:pt x="231906" y="75003"/>
                </a:lnTo>
                <a:lnTo>
                  <a:pt x="231519" y="75574"/>
                </a:lnTo>
                <a:lnTo>
                  <a:pt x="231165" y="76155"/>
                </a:lnTo>
                <a:lnTo>
                  <a:pt x="230845" y="76744"/>
                </a:lnTo>
                <a:lnTo>
                  <a:pt x="230559" y="77342"/>
                </a:lnTo>
                <a:lnTo>
                  <a:pt x="230306" y="77949"/>
                </a:lnTo>
                <a:lnTo>
                  <a:pt x="230088" y="78565"/>
                </a:lnTo>
                <a:lnTo>
                  <a:pt x="229902" y="79190"/>
                </a:lnTo>
                <a:lnTo>
                  <a:pt x="229751" y="79823"/>
                </a:lnTo>
                <a:lnTo>
                  <a:pt x="229633" y="80466"/>
                </a:lnTo>
                <a:lnTo>
                  <a:pt x="229549" y="81117"/>
                </a:lnTo>
                <a:lnTo>
                  <a:pt x="229498" y="81777"/>
                </a:lnTo>
                <a:lnTo>
                  <a:pt x="229481" y="82447"/>
                </a:lnTo>
                <a:lnTo>
                  <a:pt x="229503" y="83285"/>
                </a:lnTo>
                <a:lnTo>
                  <a:pt x="229566" y="84100"/>
                </a:lnTo>
                <a:lnTo>
                  <a:pt x="229673" y="84891"/>
                </a:lnTo>
                <a:lnTo>
                  <a:pt x="229822" y="85657"/>
                </a:lnTo>
                <a:lnTo>
                  <a:pt x="230014" y="86399"/>
                </a:lnTo>
                <a:lnTo>
                  <a:pt x="230248" y="87117"/>
                </a:lnTo>
                <a:lnTo>
                  <a:pt x="230525" y="87811"/>
                </a:lnTo>
                <a:lnTo>
                  <a:pt x="230844" y="88481"/>
                </a:lnTo>
                <a:lnTo>
                  <a:pt x="231207" y="89127"/>
                </a:lnTo>
                <a:lnTo>
                  <a:pt x="231611" y="89748"/>
                </a:lnTo>
                <a:lnTo>
                  <a:pt x="232059" y="90345"/>
                </a:lnTo>
                <a:lnTo>
                  <a:pt x="232548" y="90919"/>
                </a:lnTo>
                <a:lnTo>
                  <a:pt x="233066" y="91456"/>
                </a:lnTo>
                <a:lnTo>
                  <a:pt x="233597" y="91948"/>
                </a:lnTo>
                <a:lnTo>
                  <a:pt x="234140" y="92392"/>
                </a:lnTo>
                <a:lnTo>
                  <a:pt x="234696" y="92789"/>
                </a:lnTo>
                <a:lnTo>
                  <a:pt x="235265" y="93140"/>
                </a:lnTo>
                <a:lnTo>
                  <a:pt x="235847" y="93444"/>
                </a:lnTo>
                <a:lnTo>
                  <a:pt x="236442" y="93701"/>
                </a:lnTo>
                <a:lnTo>
                  <a:pt x="237050" y="93912"/>
                </a:lnTo>
                <a:lnTo>
                  <a:pt x="237671" y="94075"/>
                </a:lnTo>
                <a:lnTo>
                  <a:pt x="238304" y="94192"/>
                </a:lnTo>
                <a:lnTo>
                  <a:pt x="238951" y="94262"/>
                </a:lnTo>
                <a:lnTo>
                  <a:pt x="239610" y="94286"/>
                </a:lnTo>
                <a:lnTo>
                  <a:pt x="240537" y="94236"/>
                </a:lnTo>
                <a:lnTo>
                  <a:pt x="241512" y="94089"/>
                </a:lnTo>
                <a:lnTo>
                  <a:pt x="242535" y="93843"/>
                </a:lnTo>
                <a:lnTo>
                  <a:pt x="243604" y="93498"/>
                </a:lnTo>
                <a:lnTo>
                  <a:pt x="244722" y="93055"/>
                </a:lnTo>
                <a:lnTo>
                  <a:pt x="245887" y="92513"/>
                </a:lnTo>
                <a:lnTo>
                  <a:pt x="247100" y="91873"/>
                </a:lnTo>
                <a:lnTo>
                  <a:pt x="248360" y="91135"/>
                </a:lnTo>
                <a:lnTo>
                  <a:pt x="249667" y="90298"/>
                </a:lnTo>
                <a:lnTo>
                  <a:pt x="251023" y="89362"/>
                </a:lnTo>
                <a:lnTo>
                  <a:pt x="252426" y="88328"/>
                </a:lnTo>
                <a:lnTo>
                  <a:pt x="253876" y="87196"/>
                </a:lnTo>
                <a:close/>
                <a:moveTo>
                  <a:pt x="283035" y="63095"/>
                </a:moveTo>
                <a:lnTo>
                  <a:pt x="319913" y="63095"/>
                </a:lnTo>
                <a:lnTo>
                  <a:pt x="319913" y="73848"/>
                </a:lnTo>
                <a:lnTo>
                  <a:pt x="283035" y="73848"/>
                </a:lnTo>
                <a:lnTo>
                  <a:pt x="283035" y="63095"/>
                </a:lnTo>
                <a:close/>
                <a:moveTo>
                  <a:pt x="349044" y="14527"/>
                </a:moveTo>
                <a:lnTo>
                  <a:pt x="349044" y="36034"/>
                </a:lnTo>
                <a:lnTo>
                  <a:pt x="364308" y="36034"/>
                </a:lnTo>
                <a:lnTo>
                  <a:pt x="364308" y="41019"/>
                </a:lnTo>
                <a:lnTo>
                  <a:pt x="349044" y="41019"/>
                </a:lnTo>
                <a:lnTo>
                  <a:pt x="349044" y="83261"/>
                </a:lnTo>
                <a:lnTo>
                  <a:pt x="349056" y="84288"/>
                </a:lnTo>
                <a:lnTo>
                  <a:pt x="349094" y="85257"/>
                </a:lnTo>
                <a:lnTo>
                  <a:pt x="349157" y="86169"/>
                </a:lnTo>
                <a:lnTo>
                  <a:pt x="349246" y="87024"/>
                </a:lnTo>
                <a:lnTo>
                  <a:pt x="349359" y="87821"/>
                </a:lnTo>
                <a:lnTo>
                  <a:pt x="349498" y="88561"/>
                </a:lnTo>
                <a:lnTo>
                  <a:pt x="349662" y="89244"/>
                </a:lnTo>
                <a:lnTo>
                  <a:pt x="349852" y="89869"/>
                </a:lnTo>
                <a:lnTo>
                  <a:pt x="350067" y="90437"/>
                </a:lnTo>
                <a:lnTo>
                  <a:pt x="350307" y="90948"/>
                </a:lnTo>
                <a:lnTo>
                  <a:pt x="350572" y="91402"/>
                </a:lnTo>
                <a:lnTo>
                  <a:pt x="350862" y="91798"/>
                </a:lnTo>
                <a:lnTo>
                  <a:pt x="351173" y="92150"/>
                </a:lnTo>
                <a:lnTo>
                  <a:pt x="351497" y="92471"/>
                </a:lnTo>
                <a:lnTo>
                  <a:pt x="351837" y="92762"/>
                </a:lnTo>
                <a:lnTo>
                  <a:pt x="352190" y="93022"/>
                </a:lnTo>
                <a:lnTo>
                  <a:pt x="352558" y="93251"/>
                </a:lnTo>
                <a:lnTo>
                  <a:pt x="352940" y="93450"/>
                </a:lnTo>
                <a:lnTo>
                  <a:pt x="353336" y="93618"/>
                </a:lnTo>
                <a:lnTo>
                  <a:pt x="353747" y="93756"/>
                </a:lnTo>
                <a:lnTo>
                  <a:pt x="354173" y="93863"/>
                </a:lnTo>
                <a:lnTo>
                  <a:pt x="354612" y="93940"/>
                </a:lnTo>
                <a:lnTo>
                  <a:pt x="355066" y="93986"/>
                </a:lnTo>
                <a:lnTo>
                  <a:pt x="355535" y="94001"/>
                </a:lnTo>
                <a:lnTo>
                  <a:pt x="355926" y="93991"/>
                </a:lnTo>
                <a:lnTo>
                  <a:pt x="356315" y="93960"/>
                </a:lnTo>
                <a:lnTo>
                  <a:pt x="356703" y="93910"/>
                </a:lnTo>
                <a:lnTo>
                  <a:pt x="357088" y="93839"/>
                </a:lnTo>
                <a:lnTo>
                  <a:pt x="357471" y="93747"/>
                </a:lnTo>
                <a:lnTo>
                  <a:pt x="357853" y="93636"/>
                </a:lnTo>
                <a:lnTo>
                  <a:pt x="358232" y="93504"/>
                </a:lnTo>
                <a:lnTo>
                  <a:pt x="358610" y="93352"/>
                </a:lnTo>
                <a:lnTo>
                  <a:pt x="358985" y="93180"/>
                </a:lnTo>
                <a:lnTo>
                  <a:pt x="359359" y="92987"/>
                </a:lnTo>
                <a:lnTo>
                  <a:pt x="359730" y="92774"/>
                </a:lnTo>
                <a:lnTo>
                  <a:pt x="360100" y="92541"/>
                </a:lnTo>
                <a:lnTo>
                  <a:pt x="360461" y="92288"/>
                </a:lnTo>
                <a:lnTo>
                  <a:pt x="360809" y="92016"/>
                </a:lnTo>
                <a:lnTo>
                  <a:pt x="361143" y="91724"/>
                </a:lnTo>
                <a:lnTo>
                  <a:pt x="361463" y="91413"/>
                </a:lnTo>
                <a:lnTo>
                  <a:pt x="361769" y="91083"/>
                </a:lnTo>
                <a:lnTo>
                  <a:pt x="362061" y="90734"/>
                </a:lnTo>
                <a:lnTo>
                  <a:pt x="362340" y="90365"/>
                </a:lnTo>
                <a:lnTo>
                  <a:pt x="362604" y="89977"/>
                </a:lnTo>
                <a:lnTo>
                  <a:pt x="362855" y="89570"/>
                </a:lnTo>
                <a:lnTo>
                  <a:pt x="363091" y="89144"/>
                </a:lnTo>
                <a:lnTo>
                  <a:pt x="363314" y="88698"/>
                </a:lnTo>
                <a:lnTo>
                  <a:pt x="363523" y="88233"/>
                </a:lnTo>
                <a:lnTo>
                  <a:pt x="366305" y="88233"/>
                </a:lnTo>
                <a:lnTo>
                  <a:pt x="365875" y="89375"/>
                </a:lnTo>
                <a:lnTo>
                  <a:pt x="365416" y="90471"/>
                </a:lnTo>
                <a:lnTo>
                  <a:pt x="364928" y="91519"/>
                </a:lnTo>
                <a:lnTo>
                  <a:pt x="364411" y="92519"/>
                </a:lnTo>
                <a:lnTo>
                  <a:pt x="363866" y="93473"/>
                </a:lnTo>
                <a:lnTo>
                  <a:pt x="363292" y="94379"/>
                </a:lnTo>
                <a:lnTo>
                  <a:pt x="362689" y="95237"/>
                </a:lnTo>
                <a:lnTo>
                  <a:pt x="362057" y="96048"/>
                </a:lnTo>
                <a:lnTo>
                  <a:pt x="361397" y="96812"/>
                </a:lnTo>
                <a:lnTo>
                  <a:pt x="360708" y="97528"/>
                </a:lnTo>
                <a:lnTo>
                  <a:pt x="359990" y="98197"/>
                </a:lnTo>
                <a:lnTo>
                  <a:pt x="359244" y="98819"/>
                </a:lnTo>
                <a:lnTo>
                  <a:pt x="358481" y="99391"/>
                </a:lnTo>
                <a:lnTo>
                  <a:pt x="357714" y="99914"/>
                </a:lnTo>
                <a:lnTo>
                  <a:pt x="356943" y="100387"/>
                </a:lnTo>
                <a:lnTo>
                  <a:pt x="356169" y="100811"/>
                </a:lnTo>
                <a:lnTo>
                  <a:pt x="355390" y="101184"/>
                </a:lnTo>
                <a:lnTo>
                  <a:pt x="354607" y="101508"/>
                </a:lnTo>
                <a:lnTo>
                  <a:pt x="353821" y="101782"/>
                </a:lnTo>
                <a:lnTo>
                  <a:pt x="353030" y="102006"/>
                </a:lnTo>
                <a:lnTo>
                  <a:pt x="352236" y="102180"/>
                </a:lnTo>
                <a:lnTo>
                  <a:pt x="351437" y="102304"/>
                </a:lnTo>
                <a:lnTo>
                  <a:pt x="350635" y="102379"/>
                </a:lnTo>
                <a:lnTo>
                  <a:pt x="349828" y="102404"/>
                </a:lnTo>
                <a:lnTo>
                  <a:pt x="349282" y="102391"/>
                </a:lnTo>
                <a:lnTo>
                  <a:pt x="348738" y="102353"/>
                </a:lnTo>
                <a:lnTo>
                  <a:pt x="348196" y="102290"/>
                </a:lnTo>
                <a:lnTo>
                  <a:pt x="347657" y="102202"/>
                </a:lnTo>
                <a:lnTo>
                  <a:pt x="347119" y="102088"/>
                </a:lnTo>
                <a:lnTo>
                  <a:pt x="346583" y="101949"/>
                </a:lnTo>
                <a:lnTo>
                  <a:pt x="346049" y="101785"/>
                </a:lnTo>
                <a:lnTo>
                  <a:pt x="345517" y="101596"/>
                </a:lnTo>
                <a:lnTo>
                  <a:pt x="344987" y="101381"/>
                </a:lnTo>
                <a:lnTo>
                  <a:pt x="344459" y="101141"/>
                </a:lnTo>
                <a:lnTo>
                  <a:pt x="343933" y="100876"/>
                </a:lnTo>
                <a:lnTo>
                  <a:pt x="343409" y="100586"/>
                </a:lnTo>
                <a:lnTo>
                  <a:pt x="342897" y="100272"/>
                </a:lnTo>
                <a:lnTo>
                  <a:pt x="342408" y="99936"/>
                </a:lnTo>
                <a:lnTo>
                  <a:pt x="341942" y="99579"/>
                </a:lnTo>
                <a:lnTo>
                  <a:pt x="341498" y="99200"/>
                </a:lnTo>
                <a:lnTo>
                  <a:pt x="341078" y="98799"/>
                </a:lnTo>
                <a:lnTo>
                  <a:pt x="340680" y="98376"/>
                </a:lnTo>
                <a:lnTo>
                  <a:pt x="340305" y="97932"/>
                </a:lnTo>
                <a:lnTo>
                  <a:pt x="339953" y="97465"/>
                </a:lnTo>
                <a:lnTo>
                  <a:pt x="339624" y="96977"/>
                </a:lnTo>
                <a:lnTo>
                  <a:pt x="339317" y="96468"/>
                </a:lnTo>
                <a:lnTo>
                  <a:pt x="339033" y="95936"/>
                </a:lnTo>
                <a:lnTo>
                  <a:pt x="338772" y="95383"/>
                </a:lnTo>
                <a:lnTo>
                  <a:pt x="338533" y="94793"/>
                </a:lnTo>
                <a:lnTo>
                  <a:pt x="338314" y="94152"/>
                </a:lnTo>
                <a:lnTo>
                  <a:pt x="338117" y="93460"/>
                </a:lnTo>
                <a:lnTo>
                  <a:pt x="337940" y="92717"/>
                </a:lnTo>
                <a:lnTo>
                  <a:pt x="337784" y="91923"/>
                </a:lnTo>
                <a:lnTo>
                  <a:pt x="337649" y="91078"/>
                </a:lnTo>
                <a:lnTo>
                  <a:pt x="337534" y="90182"/>
                </a:lnTo>
                <a:lnTo>
                  <a:pt x="337441" y="89235"/>
                </a:lnTo>
                <a:lnTo>
                  <a:pt x="337368" y="88237"/>
                </a:lnTo>
                <a:lnTo>
                  <a:pt x="337316" y="87188"/>
                </a:lnTo>
                <a:lnTo>
                  <a:pt x="337285" y="86088"/>
                </a:lnTo>
                <a:lnTo>
                  <a:pt x="337274" y="84937"/>
                </a:lnTo>
                <a:lnTo>
                  <a:pt x="337274" y="41019"/>
                </a:lnTo>
                <a:lnTo>
                  <a:pt x="326931" y="41019"/>
                </a:lnTo>
                <a:lnTo>
                  <a:pt x="326931" y="38669"/>
                </a:lnTo>
                <a:lnTo>
                  <a:pt x="327586" y="38392"/>
                </a:lnTo>
                <a:lnTo>
                  <a:pt x="328244" y="38084"/>
                </a:lnTo>
                <a:lnTo>
                  <a:pt x="328904" y="37747"/>
                </a:lnTo>
                <a:lnTo>
                  <a:pt x="329567" y="37379"/>
                </a:lnTo>
                <a:lnTo>
                  <a:pt x="330232" y="36981"/>
                </a:lnTo>
                <a:lnTo>
                  <a:pt x="330899" y="36553"/>
                </a:lnTo>
                <a:lnTo>
                  <a:pt x="331569" y="36094"/>
                </a:lnTo>
                <a:lnTo>
                  <a:pt x="332241" y="35605"/>
                </a:lnTo>
                <a:lnTo>
                  <a:pt x="332916" y="35086"/>
                </a:lnTo>
                <a:lnTo>
                  <a:pt x="333594" y="34537"/>
                </a:lnTo>
                <a:lnTo>
                  <a:pt x="334274" y="33957"/>
                </a:lnTo>
                <a:lnTo>
                  <a:pt x="334956" y="33348"/>
                </a:lnTo>
                <a:lnTo>
                  <a:pt x="335633" y="32713"/>
                </a:lnTo>
                <a:lnTo>
                  <a:pt x="336298" y="32059"/>
                </a:lnTo>
                <a:lnTo>
                  <a:pt x="336951" y="31386"/>
                </a:lnTo>
                <a:lnTo>
                  <a:pt x="337591" y="30693"/>
                </a:lnTo>
                <a:lnTo>
                  <a:pt x="338219" y="29981"/>
                </a:lnTo>
                <a:lnTo>
                  <a:pt x="338834" y="29250"/>
                </a:lnTo>
                <a:lnTo>
                  <a:pt x="339438" y="28499"/>
                </a:lnTo>
                <a:lnTo>
                  <a:pt x="340028" y="27729"/>
                </a:lnTo>
                <a:lnTo>
                  <a:pt x="340607" y="26939"/>
                </a:lnTo>
                <a:lnTo>
                  <a:pt x="341173" y="26131"/>
                </a:lnTo>
                <a:lnTo>
                  <a:pt x="341726" y="25302"/>
                </a:lnTo>
                <a:lnTo>
                  <a:pt x="342267" y="24455"/>
                </a:lnTo>
                <a:lnTo>
                  <a:pt x="342550" y="23972"/>
                </a:lnTo>
                <a:lnTo>
                  <a:pt x="342850" y="23426"/>
                </a:lnTo>
                <a:lnTo>
                  <a:pt x="343168" y="22817"/>
                </a:lnTo>
                <a:lnTo>
                  <a:pt x="343504" y="22146"/>
                </a:lnTo>
                <a:lnTo>
                  <a:pt x="343857" y="21413"/>
                </a:lnTo>
                <a:lnTo>
                  <a:pt x="344229" y="20617"/>
                </a:lnTo>
                <a:lnTo>
                  <a:pt x="344618" y="19758"/>
                </a:lnTo>
                <a:lnTo>
                  <a:pt x="345025" y="18837"/>
                </a:lnTo>
                <a:lnTo>
                  <a:pt x="345450" y="17853"/>
                </a:lnTo>
                <a:lnTo>
                  <a:pt x="345893" y="16807"/>
                </a:lnTo>
                <a:lnTo>
                  <a:pt x="346354" y="15699"/>
                </a:lnTo>
                <a:lnTo>
                  <a:pt x="346832" y="14527"/>
                </a:lnTo>
                <a:lnTo>
                  <a:pt x="349044" y="14527"/>
                </a:lnTo>
                <a:close/>
                <a:moveTo>
                  <a:pt x="402199" y="34182"/>
                </a:moveTo>
                <a:lnTo>
                  <a:pt x="404631" y="34260"/>
                </a:lnTo>
                <a:lnTo>
                  <a:pt x="406982" y="34494"/>
                </a:lnTo>
                <a:lnTo>
                  <a:pt x="409251" y="34885"/>
                </a:lnTo>
                <a:lnTo>
                  <a:pt x="411440" y="35431"/>
                </a:lnTo>
                <a:lnTo>
                  <a:pt x="413547" y="36134"/>
                </a:lnTo>
                <a:lnTo>
                  <a:pt x="415573" y="36992"/>
                </a:lnTo>
                <a:lnTo>
                  <a:pt x="417518" y="38007"/>
                </a:lnTo>
                <a:lnTo>
                  <a:pt x="419381" y="39178"/>
                </a:lnTo>
                <a:lnTo>
                  <a:pt x="421163" y="40505"/>
                </a:lnTo>
                <a:lnTo>
                  <a:pt x="422864" y="41988"/>
                </a:lnTo>
                <a:lnTo>
                  <a:pt x="424484" y="43627"/>
                </a:lnTo>
                <a:lnTo>
                  <a:pt x="426023" y="45423"/>
                </a:lnTo>
                <a:lnTo>
                  <a:pt x="427242" y="47043"/>
                </a:lnTo>
                <a:lnTo>
                  <a:pt x="428355" y="48703"/>
                </a:lnTo>
                <a:lnTo>
                  <a:pt x="429362" y="50402"/>
                </a:lnTo>
                <a:lnTo>
                  <a:pt x="430263" y="52141"/>
                </a:lnTo>
                <a:lnTo>
                  <a:pt x="431058" y="53919"/>
                </a:lnTo>
                <a:lnTo>
                  <a:pt x="431747" y="55737"/>
                </a:lnTo>
                <a:lnTo>
                  <a:pt x="432330" y="57595"/>
                </a:lnTo>
                <a:lnTo>
                  <a:pt x="432807" y="59492"/>
                </a:lnTo>
                <a:lnTo>
                  <a:pt x="433178" y="61429"/>
                </a:lnTo>
                <a:lnTo>
                  <a:pt x="433443" y="63405"/>
                </a:lnTo>
                <a:lnTo>
                  <a:pt x="433602" y="65421"/>
                </a:lnTo>
                <a:lnTo>
                  <a:pt x="433655" y="67476"/>
                </a:lnTo>
                <a:lnTo>
                  <a:pt x="433626" y="68936"/>
                </a:lnTo>
                <a:lnTo>
                  <a:pt x="433538" y="70399"/>
                </a:lnTo>
                <a:lnTo>
                  <a:pt x="433392" y="71865"/>
                </a:lnTo>
                <a:lnTo>
                  <a:pt x="433187" y="73334"/>
                </a:lnTo>
                <a:lnTo>
                  <a:pt x="432924" y="74805"/>
                </a:lnTo>
                <a:lnTo>
                  <a:pt x="432603" y="76280"/>
                </a:lnTo>
                <a:lnTo>
                  <a:pt x="432223" y="77758"/>
                </a:lnTo>
                <a:lnTo>
                  <a:pt x="431784" y="79238"/>
                </a:lnTo>
                <a:lnTo>
                  <a:pt x="431288" y="80722"/>
                </a:lnTo>
                <a:lnTo>
                  <a:pt x="430732" y="82208"/>
                </a:lnTo>
                <a:lnTo>
                  <a:pt x="430119" y="83698"/>
                </a:lnTo>
                <a:lnTo>
                  <a:pt x="429446" y="85191"/>
                </a:lnTo>
                <a:lnTo>
                  <a:pt x="428723" y="86654"/>
                </a:lnTo>
                <a:lnTo>
                  <a:pt x="427955" y="88055"/>
                </a:lnTo>
                <a:lnTo>
                  <a:pt x="427144" y="89396"/>
                </a:lnTo>
                <a:lnTo>
                  <a:pt x="426288" y="90675"/>
                </a:lnTo>
                <a:lnTo>
                  <a:pt x="425388" y="91893"/>
                </a:lnTo>
                <a:lnTo>
                  <a:pt x="424444" y="93050"/>
                </a:lnTo>
                <a:lnTo>
                  <a:pt x="423456" y="94146"/>
                </a:lnTo>
                <a:lnTo>
                  <a:pt x="422424" y="95180"/>
                </a:lnTo>
                <a:lnTo>
                  <a:pt x="421348" y="96153"/>
                </a:lnTo>
                <a:lnTo>
                  <a:pt x="420228" y="97065"/>
                </a:lnTo>
                <a:lnTo>
                  <a:pt x="419064" y="97916"/>
                </a:lnTo>
                <a:lnTo>
                  <a:pt x="417855" y="98705"/>
                </a:lnTo>
                <a:lnTo>
                  <a:pt x="416613" y="99433"/>
                </a:lnTo>
                <a:lnTo>
                  <a:pt x="415348" y="100097"/>
                </a:lnTo>
                <a:lnTo>
                  <a:pt x="414059" y="100697"/>
                </a:lnTo>
                <a:lnTo>
                  <a:pt x="412747" y="101235"/>
                </a:lnTo>
                <a:lnTo>
                  <a:pt x="411412" y="101709"/>
                </a:lnTo>
                <a:lnTo>
                  <a:pt x="410054" y="102120"/>
                </a:lnTo>
                <a:lnTo>
                  <a:pt x="408672" y="102468"/>
                </a:lnTo>
                <a:lnTo>
                  <a:pt x="407267" y="102753"/>
                </a:lnTo>
                <a:lnTo>
                  <a:pt x="405839" y="102974"/>
                </a:lnTo>
                <a:lnTo>
                  <a:pt x="404387" y="103132"/>
                </a:lnTo>
                <a:lnTo>
                  <a:pt x="402912" y="103227"/>
                </a:lnTo>
                <a:lnTo>
                  <a:pt x="401414" y="103259"/>
                </a:lnTo>
                <a:lnTo>
                  <a:pt x="398995" y="103177"/>
                </a:lnTo>
                <a:lnTo>
                  <a:pt x="396661" y="102932"/>
                </a:lnTo>
                <a:lnTo>
                  <a:pt x="394410" y="102525"/>
                </a:lnTo>
                <a:lnTo>
                  <a:pt x="392244" y="101954"/>
                </a:lnTo>
                <a:lnTo>
                  <a:pt x="390162" y="101221"/>
                </a:lnTo>
                <a:lnTo>
                  <a:pt x="388164" y="100324"/>
                </a:lnTo>
                <a:lnTo>
                  <a:pt x="386251" y="99264"/>
                </a:lnTo>
                <a:lnTo>
                  <a:pt x="384422" y="98041"/>
                </a:lnTo>
                <a:lnTo>
                  <a:pt x="382677" y="96655"/>
                </a:lnTo>
                <a:lnTo>
                  <a:pt x="381016" y="95106"/>
                </a:lnTo>
                <a:lnTo>
                  <a:pt x="379439" y="93395"/>
                </a:lnTo>
                <a:lnTo>
                  <a:pt x="377946" y="91520"/>
                </a:lnTo>
                <a:lnTo>
                  <a:pt x="376773" y="89855"/>
                </a:lnTo>
                <a:lnTo>
                  <a:pt x="375702" y="88157"/>
                </a:lnTo>
                <a:lnTo>
                  <a:pt x="374732" y="86425"/>
                </a:lnTo>
                <a:lnTo>
                  <a:pt x="373865" y="84659"/>
                </a:lnTo>
                <a:lnTo>
                  <a:pt x="373100" y="82860"/>
                </a:lnTo>
                <a:lnTo>
                  <a:pt x="372436" y="81027"/>
                </a:lnTo>
                <a:lnTo>
                  <a:pt x="371875" y="79161"/>
                </a:lnTo>
                <a:lnTo>
                  <a:pt x="371416" y="77261"/>
                </a:lnTo>
                <a:lnTo>
                  <a:pt x="371059" y="75328"/>
                </a:lnTo>
                <a:lnTo>
                  <a:pt x="370804" y="73361"/>
                </a:lnTo>
                <a:lnTo>
                  <a:pt x="370651" y="71360"/>
                </a:lnTo>
                <a:lnTo>
                  <a:pt x="370600" y="69326"/>
                </a:lnTo>
                <a:lnTo>
                  <a:pt x="370631" y="67832"/>
                </a:lnTo>
                <a:lnTo>
                  <a:pt x="370723" y="66341"/>
                </a:lnTo>
                <a:lnTo>
                  <a:pt x="370878" y="64850"/>
                </a:lnTo>
                <a:lnTo>
                  <a:pt x="371095" y="63362"/>
                </a:lnTo>
                <a:lnTo>
                  <a:pt x="371374" y="61874"/>
                </a:lnTo>
                <a:lnTo>
                  <a:pt x="371714" y="60388"/>
                </a:lnTo>
                <a:lnTo>
                  <a:pt x="372117" y="58904"/>
                </a:lnTo>
                <a:lnTo>
                  <a:pt x="372581" y="57421"/>
                </a:lnTo>
                <a:lnTo>
                  <a:pt x="373107" y="55940"/>
                </a:lnTo>
                <a:lnTo>
                  <a:pt x="373695" y="54460"/>
                </a:lnTo>
                <a:lnTo>
                  <a:pt x="374346" y="52982"/>
                </a:lnTo>
                <a:lnTo>
                  <a:pt x="375058" y="51505"/>
                </a:lnTo>
                <a:lnTo>
                  <a:pt x="375820" y="50061"/>
                </a:lnTo>
                <a:lnTo>
                  <a:pt x="376622" y="48681"/>
                </a:lnTo>
                <a:lnTo>
                  <a:pt x="377463" y="47365"/>
                </a:lnTo>
                <a:lnTo>
                  <a:pt x="378343" y="46114"/>
                </a:lnTo>
                <a:lnTo>
                  <a:pt x="379262" y="44927"/>
                </a:lnTo>
                <a:lnTo>
                  <a:pt x="380220" y="43804"/>
                </a:lnTo>
                <a:lnTo>
                  <a:pt x="381217" y="42745"/>
                </a:lnTo>
                <a:lnTo>
                  <a:pt x="382254" y="41750"/>
                </a:lnTo>
                <a:lnTo>
                  <a:pt x="383330" y="40820"/>
                </a:lnTo>
                <a:lnTo>
                  <a:pt x="384444" y="39954"/>
                </a:lnTo>
                <a:lnTo>
                  <a:pt x="385598" y="39152"/>
                </a:lnTo>
                <a:lnTo>
                  <a:pt x="386791" y="38415"/>
                </a:lnTo>
                <a:lnTo>
                  <a:pt x="388010" y="37739"/>
                </a:lnTo>
                <a:lnTo>
                  <a:pt x="389240" y="37122"/>
                </a:lnTo>
                <a:lnTo>
                  <a:pt x="390483" y="36563"/>
                </a:lnTo>
                <a:lnTo>
                  <a:pt x="391737" y="36063"/>
                </a:lnTo>
                <a:lnTo>
                  <a:pt x="393003" y="35622"/>
                </a:lnTo>
                <a:lnTo>
                  <a:pt x="394281" y="35240"/>
                </a:lnTo>
                <a:lnTo>
                  <a:pt x="395571" y="34917"/>
                </a:lnTo>
                <a:lnTo>
                  <a:pt x="396873" y="34652"/>
                </a:lnTo>
                <a:lnTo>
                  <a:pt x="398186" y="34447"/>
                </a:lnTo>
                <a:lnTo>
                  <a:pt x="399512" y="34300"/>
                </a:lnTo>
                <a:lnTo>
                  <a:pt x="400849" y="34212"/>
                </a:lnTo>
                <a:lnTo>
                  <a:pt x="402199" y="34182"/>
                </a:lnTo>
                <a:moveTo>
                  <a:pt x="399987" y="38882"/>
                </a:moveTo>
                <a:lnTo>
                  <a:pt x="399357" y="38898"/>
                </a:lnTo>
                <a:lnTo>
                  <a:pt x="398726" y="38944"/>
                </a:lnTo>
                <a:lnTo>
                  <a:pt x="398095" y="39022"/>
                </a:lnTo>
                <a:lnTo>
                  <a:pt x="397463" y="39131"/>
                </a:lnTo>
                <a:lnTo>
                  <a:pt x="396831" y="39271"/>
                </a:lnTo>
                <a:lnTo>
                  <a:pt x="396198" y="39442"/>
                </a:lnTo>
                <a:lnTo>
                  <a:pt x="395565" y="39645"/>
                </a:lnTo>
                <a:lnTo>
                  <a:pt x="394931" y="39878"/>
                </a:lnTo>
                <a:lnTo>
                  <a:pt x="394297" y="40143"/>
                </a:lnTo>
                <a:lnTo>
                  <a:pt x="393662" y="40438"/>
                </a:lnTo>
                <a:lnTo>
                  <a:pt x="393026" y="40765"/>
                </a:lnTo>
                <a:lnTo>
                  <a:pt x="392391" y="41123"/>
                </a:lnTo>
                <a:lnTo>
                  <a:pt x="391765" y="41520"/>
                </a:lnTo>
                <a:lnTo>
                  <a:pt x="391159" y="41964"/>
                </a:lnTo>
                <a:lnTo>
                  <a:pt x="390574" y="42455"/>
                </a:lnTo>
                <a:lnTo>
                  <a:pt x="390009" y="42992"/>
                </a:lnTo>
                <a:lnTo>
                  <a:pt x="389464" y="43577"/>
                </a:lnTo>
                <a:lnTo>
                  <a:pt x="388940" y="44209"/>
                </a:lnTo>
                <a:lnTo>
                  <a:pt x="388436" y="44887"/>
                </a:lnTo>
                <a:lnTo>
                  <a:pt x="387952" y="45613"/>
                </a:lnTo>
                <a:lnTo>
                  <a:pt x="387489" y="46385"/>
                </a:lnTo>
                <a:lnTo>
                  <a:pt x="387046" y="47204"/>
                </a:lnTo>
                <a:lnTo>
                  <a:pt x="386623" y="48070"/>
                </a:lnTo>
                <a:lnTo>
                  <a:pt x="386221" y="48983"/>
                </a:lnTo>
                <a:lnTo>
                  <a:pt x="385845" y="49942"/>
                </a:lnTo>
                <a:lnTo>
                  <a:pt x="385501" y="50945"/>
                </a:lnTo>
                <a:lnTo>
                  <a:pt x="385191" y="51993"/>
                </a:lnTo>
                <a:lnTo>
                  <a:pt x="384913" y="53085"/>
                </a:lnTo>
                <a:lnTo>
                  <a:pt x="384668" y="54221"/>
                </a:lnTo>
                <a:lnTo>
                  <a:pt x="384455" y="55402"/>
                </a:lnTo>
                <a:lnTo>
                  <a:pt x="384275" y="56628"/>
                </a:lnTo>
                <a:lnTo>
                  <a:pt x="384128" y="57898"/>
                </a:lnTo>
                <a:lnTo>
                  <a:pt x="384014" y="59212"/>
                </a:lnTo>
                <a:lnTo>
                  <a:pt x="383932" y="60571"/>
                </a:lnTo>
                <a:lnTo>
                  <a:pt x="383883" y="61974"/>
                </a:lnTo>
                <a:lnTo>
                  <a:pt x="383867" y="63422"/>
                </a:lnTo>
                <a:lnTo>
                  <a:pt x="383906" y="65765"/>
                </a:lnTo>
                <a:lnTo>
                  <a:pt x="384024" y="68055"/>
                </a:lnTo>
                <a:lnTo>
                  <a:pt x="384221" y="70290"/>
                </a:lnTo>
                <a:lnTo>
                  <a:pt x="384497" y="72470"/>
                </a:lnTo>
                <a:lnTo>
                  <a:pt x="384851" y="74597"/>
                </a:lnTo>
                <a:lnTo>
                  <a:pt x="385285" y="76669"/>
                </a:lnTo>
                <a:lnTo>
                  <a:pt x="385796" y="78687"/>
                </a:lnTo>
                <a:lnTo>
                  <a:pt x="386387" y="80650"/>
                </a:lnTo>
                <a:lnTo>
                  <a:pt x="387057" y="82559"/>
                </a:lnTo>
                <a:lnTo>
                  <a:pt x="387805" y="84414"/>
                </a:lnTo>
                <a:lnTo>
                  <a:pt x="388632" y="86215"/>
                </a:lnTo>
                <a:lnTo>
                  <a:pt x="389538" y="87961"/>
                </a:lnTo>
                <a:lnTo>
                  <a:pt x="390508" y="89608"/>
                </a:lnTo>
                <a:lnTo>
                  <a:pt x="391528" y="91112"/>
                </a:lnTo>
                <a:lnTo>
                  <a:pt x="392598" y="92473"/>
                </a:lnTo>
                <a:lnTo>
                  <a:pt x="393718" y="93690"/>
                </a:lnTo>
                <a:lnTo>
                  <a:pt x="394888" y="94765"/>
                </a:lnTo>
                <a:lnTo>
                  <a:pt x="396109" y="95696"/>
                </a:lnTo>
                <a:lnTo>
                  <a:pt x="397379" y="96483"/>
                </a:lnTo>
                <a:lnTo>
                  <a:pt x="398699" y="97128"/>
                </a:lnTo>
                <a:lnTo>
                  <a:pt x="400070" y="97629"/>
                </a:lnTo>
                <a:lnTo>
                  <a:pt x="401490" y="97987"/>
                </a:lnTo>
                <a:lnTo>
                  <a:pt x="402961" y="98202"/>
                </a:lnTo>
                <a:lnTo>
                  <a:pt x="404481" y="98274"/>
                </a:lnTo>
                <a:lnTo>
                  <a:pt x="405617" y="98234"/>
                </a:lnTo>
                <a:lnTo>
                  <a:pt x="406720" y="98116"/>
                </a:lnTo>
                <a:lnTo>
                  <a:pt x="407789" y="97918"/>
                </a:lnTo>
                <a:lnTo>
                  <a:pt x="408824" y="97641"/>
                </a:lnTo>
                <a:lnTo>
                  <a:pt x="409826" y="97286"/>
                </a:lnTo>
                <a:lnTo>
                  <a:pt x="410794" y="96851"/>
                </a:lnTo>
                <a:lnTo>
                  <a:pt x="411728" y="96337"/>
                </a:lnTo>
                <a:lnTo>
                  <a:pt x="412629" y="95745"/>
                </a:lnTo>
                <a:lnTo>
                  <a:pt x="413495" y="95073"/>
                </a:lnTo>
                <a:lnTo>
                  <a:pt x="414329" y="94322"/>
                </a:lnTo>
                <a:lnTo>
                  <a:pt x="415128" y="93492"/>
                </a:lnTo>
                <a:lnTo>
                  <a:pt x="415894" y="92583"/>
                </a:lnTo>
                <a:lnTo>
                  <a:pt x="416612" y="91578"/>
                </a:lnTo>
                <a:lnTo>
                  <a:pt x="417267" y="90459"/>
                </a:lnTo>
                <a:lnTo>
                  <a:pt x="417860" y="89227"/>
                </a:lnTo>
                <a:lnTo>
                  <a:pt x="418390" y="87881"/>
                </a:lnTo>
                <a:lnTo>
                  <a:pt x="418858" y="86421"/>
                </a:lnTo>
                <a:lnTo>
                  <a:pt x="419264" y="84848"/>
                </a:lnTo>
                <a:lnTo>
                  <a:pt x="419607" y="83162"/>
                </a:lnTo>
                <a:lnTo>
                  <a:pt x="419888" y="81361"/>
                </a:lnTo>
                <a:lnTo>
                  <a:pt x="420107" y="79447"/>
                </a:lnTo>
                <a:lnTo>
                  <a:pt x="420263" y="77420"/>
                </a:lnTo>
                <a:lnTo>
                  <a:pt x="420356" y="75279"/>
                </a:lnTo>
                <a:lnTo>
                  <a:pt x="420388" y="73024"/>
                </a:lnTo>
                <a:lnTo>
                  <a:pt x="420336" y="70183"/>
                </a:lnTo>
                <a:lnTo>
                  <a:pt x="420180" y="67444"/>
                </a:lnTo>
                <a:lnTo>
                  <a:pt x="419919" y="64809"/>
                </a:lnTo>
                <a:lnTo>
                  <a:pt x="419555" y="62276"/>
                </a:lnTo>
                <a:lnTo>
                  <a:pt x="419087" y="59845"/>
                </a:lnTo>
                <a:lnTo>
                  <a:pt x="418515" y="57518"/>
                </a:lnTo>
                <a:lnTo>
                  <a:pt x="417839" y="55293"/>
                </a:lnTo>
                <a:lnTo>
                  <a:pt x="417059" y="53171"/>
                </a:lnTo>
                <a:lnTo>
                  <a:pt x="416175" y="51151"/>
                </a:lnTo>
                <a:lnTo>
                  <a:pt x="415186" y="49235"/>
                </a:lnTo>
                <a:lnTo>
                  <a:pt x="414094" y="47421"/>
                </a:lnTo>
                <a:lnTo>
                  <a:pt x="412898" y="45710"/>
                </a:lnTo>
                <a:lnTo>
                  <a:pt x="412035" y="44619"/>
                </a:lnTo>
                <a:lnTo>
                  <a:pt x="411133" y="43624"/>
                </a:lnTo>
                <a:lnTo>
                  <a:pt x="410192" y="42723"/>
                </a:lnTo>
                <a:lnTo>
                  <a:pt x="409213" y="41917"/>
                </a:lnTo>
                <a:lnTo>
                  <a:pt x="408195" y="41205"/>
                </a:lnTo>
                <a:lnTo>
                  <a:pt x="407138" y="40589"/>
                </a:lnTo>
                <a:lnTo>
                  <a:pt x="406043" y="40068"/>
                </a:lnTo>
                <a:lnTo>
                  <a:pt x="404909" y="39641"/>
                </a:lnTo>
                <a:lnTo>
                  <a:pt x="403737" y="39309"/>
                </a:lnTo>
                <a:lnTo>
                  <a:pt x="402525" y="39072"/>
                </a:lnTo>
                <a:lnTo>
                  <a:pt x="401276" y="38930"/>
                </a:lnTo>
                <a:lnTo>
                  <a:pt x="399987" y="38882"/>
                </a:lnTo>
                <a:close/>
                <a:moveTo>
                  <a:pt x="444640" y="63095"/>
                </a:moveTo>
                <a:lnTo>
                  <a:pt x="481517" y="63095"/>
                </a:lnTo>
                <a:lnTo>
                  <a:pt x="481517" y="73848"/>
                </a:lnTo>
                <a:lnTo>
                  <a:pt x="444640" y="73848"/>
                </a:lnTo>
                <a:lnTo>
                  <a:pt x="444640" y="63095"/>
                </a:lnTo>
                <a:close/>
                <a:moveTo>
                  <a:pt x="514143" y="0"/>
                </a:moveTo>
                <a:lnTo>
                  <a:pt x="514143" y="86461"/>
                </a:lnTo>
                <a:lnTo>
                  <a:pt x="514149" y="87453"/>
                </a:lnTo>
                <a:lnTo>
                  <a:pt x="514168" y="88387"/>
                </a:lnTo>
                <a:lnTo>
                  <a:pt x="514199" y="89263"/>
                </a:lnTo>
                <a:lnTo>
                  <a:pt x="514242" y="90083"/>
                </a:lnTo>
                <a:lnTo>
                  <a:pt x="514298" y="90845"/>
                </a:lnTo>
                <a:lnTo>
                  <a:pt x="514366" y="91550"/>
                </a:lnTo>
                <a:lnTo>
                  <a:pt x="514447" y="92197"/>
                </a:lnTo>
                <a:lnTo>
                  <a:pt x="514539" y="92787"/>
                </a:lnTo>
                <a:lnTo>
                  <a:pt x="514645" y="93320"/>
                </a:lnTo>
                <a:lnTo>
                  <a:pt x="514762" y="93796"/>
                </a:lnTo>
                <a:lnTo>
                  <a:pt x="514892" y="94214"/>
                </a:lnTo>
                <a:lnTo>
                  <a:pt x="515035" y="94575"/>
                </a:lnTo>
                <a:lnTo>
                  <a:pt x="515190" y="94900"/>
                </a:lnTo>
                <a:lnTo>
                  <a:pt x="515359" y="95212"/>
                </a:lnTo>
                <a:lnTo>
                  <a:pt x="515541" y="95511"/>
                </a:lnTo>
                <a:lnTo>
                  <a:pt x="515736" y="95796"/>
                </a:lnTo>
                <a:lnTo>
                  <a:pt x="515945" y="96068"/>
                </a:lnTo>
                <a:lnTo>
                  <a:pt x="516167" y="96327"/>
                </a:lnTo>
                <a:lnTo>
                  <a:pt x="516403" y="96572"/>
                </a:lnTo>
                <a:lnTo>
                  <a:pt x="516652" y="96804"/>
                </a:lnTo>
                <a:lnTo>
                  <a:pt x="516914" y="97023"/>
                </a:lnTo>
                <a:lnTo>
                  <a:pt x="517190" y="97229"/>
                </a:lnTo>
                <a:lnTo>
                  <a:pt x="517479" y="97421"/>
                </a:lnTo>
                <a:lnTo>
                  <a:pt x="517781" y="97599"/>
                </a:lnTo>
                <a:lnTo>
                  <a:pt x="518112" y="97764"/>
                </a:lnTo>
                <a:lnTo>
                  <a:pt x="518488" y="97914"/>
                </a:lnTo>
                <a:lnTo>
                  <a:pt x="518909" y="98050"/>
                </a:lnTo>
                <a:lnTo>
                  <a:pt x="519374" y="98172"/>
                </a:lnTo>
                <a:lnTo>
                  <a:pt x="519884" y="98279"/>
                </a:lnTo>
                <a:lnTo>
                  <a:pt x="520438" y="98372"/>
                </a:lnTo>
                <a:lnTo>
                  <a:pt x="521037" y="98451"/>
                </a:lnTo>
                <a:lnTo>
                  <a:pt x="521680" y="98515"/>
                </a:lnTo>
                <a:lnTo>
                  <a:pt x="522368" y="98565"/>
                </a:lnTo>
                <a:lnTo>
                  <a:pt x="523101" y="98601"/>
                </a:lnTo>
                <a:lnTo>
                  <a:pt x="523878" y="98623"/>
                </a:lnTo>
                <a:lnTo>
                  <a:pt x="524700" y="98630"/>
                </a:lnTo>
                <a:lnTo>
                  <a:pt x="524700" y="101265"/>
                </a:lnTo>
                <a:lnTo>
                  <a:pt x="492673" y="101265"/>
                </a:lnTo>
                <a:lnTo>
                  <a:pt x="492673" y="98630"/>
                </a:lnTo>
                <a:lnTo>
                  <a:pt x="493402" y="98623"/>
                </a:lnTo>
                <a:lnTo>
                  <a:pt x="494092" y="98604"/>
                </a:lnTo>
                <a:lnTo>
                  <a:pt x="494742" y="98572"/>
                </a:lnTo>
                <a:lnTo>
                  <a:pt x="495352" y="98527"/>
                </a:lnTo>
                <a:lnTo>
                  <a:pt x="495922" y="98469"/>
                </a:lnTo>
                <a:lnTo>
                  <a:pt x="496453" y="98399"/>
                </a:lnTo>
                <a:lnTo>
                  <a:pt x="496945" y="98315"/>
                </a:lnTo>
                <a:lnTo>
                  <a:pt x="497397" y="98219"/>
                </a:lnTo>
                <a:lnTo>
                  <a:pt x="497809" y="98110"/>
                </a:lnTo>
                <a:lnTo>
                  <a:pt x="498181" y="97988"/>
                </a:lnTo>
                <a:lnTo>
                  <a:pt x="498514" y="97854"/>
                </a:lnTo>
                <a:lnTo>
                  <a:pt x="498807" y="97706"/>
                </a:lnTo>
                <a:lnTo>
                  <a:pt x="499076" y="97543"/>
                </a:lnTo>
                <a:lnTo>
                  <a:pt x="499334" y="97364"/>
                </a:lnTo>
                <a:lnTo>
                  <a:pt x="499583" y="97168"/>
                </a:lnTo>
                <a:lnTo>
                  <a:pt x="499822" y="96955"/>
                </a:lnTo>
                <a:lnTo>
                  <a:pt x="500051" y="96725"/>
                </a:lnTo>
                <a:lnTo>
                  <a:pt x="500270" y="96478"/>
                </a:lnTo>
                <a:lnTo>
                  <a:pt x="500479" y="96215"/>
                </a:lnTo>
                <a:lnTo>
                  <a:pt x="500678" y="95935"/>
                </a:lnTo>
                <a:lnTo>
                  <a:pt x="500867" y="95638"/>
                </a:lnTo>
                <a:lnTo>
                  <a:pt x="501046" y="95324"/>
                </a:lnTo>
                <a:lnTo>
                  <a:pt x="501216" y="94994"/>
                </a:lnTo>
                <a:lnTo>
                  <a:pt x="501375" y="94646"/>
                </a:lnTo>
                <a:lnTo>
                  <a:pt x="501523" y="94263"/>
                </a:lnTo>
                <a:lnTo>
                  <a:pt x="501659" y="93825"/>
                </a:lnTo>
                <a:lnTo>
                  <a:pt x="501781" y="93334"/>
                </a:lnTo>
                <a:lnTo>
                  <a:pt x="501890" y="92787"/>
                </a:lnTo>
                <a:lnTo>
                  <a:pt x="501987" y="92187"/>
                </a:lnTo>
                <a:lnTo>
                  <a:pt x="502071" y="91532"/>
                </a:lnTo>
                <a:lnTo>
                  <a:pt x="502141" y="90823"/>
                </a:lnTo>
                <a:lnTo>
                  <a:pt x="502199" y="90059"/>
                </a:lnTo>
                <a:lnTo>
                  <a:pt x="502245" y="89241"/>
                </a:lnTo>
                <a:lnTo>
                  <a:pt x="502277" y="88369"/>
                </a:lnTo>
                <a:lnTo>
                  <a:pt x="502296" y="87442"/>
                </a:lnTo>
                <a:lnTo>
                  <a:pt x="502302" y="86461"/>
                </a:lnTo>
                <a:lnTo>
                  <a:pt x="502302" y="27254"/>
                </a:lnTo>
                <a:lnTo>
                  <a:pt x="502299" y="25475"/>
                </a:lnTo>
                <a:lnTo>
                  <a:pt x="502289" y="23814"/>
                </a:lnTo>
                <a:lnTo>
                  <a:pt x="502271" y="22271"/>
                </a:lnTo>
                <a:lnTo>
                  <a:pt x="502247" y="20847"/>
                </a:lnTo>
                <a:lnTo>
                  <a:pt x="502216" y="19540"/>
                </a:lnTo>
                <a:lnTo>
                  <a:pt x="502178" y="18351"/>
                </a:lnTo>
                <a:lnTo>
                  <a:pt x="502133" y="17281"/>
                </a:lnTo>
                <a:lnTo>
                  <a:pt x="502081" y="16328"/>
                </a:lnTo>
                <a:lnTo>
                  <a:pt x="502022" y="15494"/>
                </a:lnTo>
                <a:lnTo>
                  <a:pt x="501956" y="14778"/>
                </a:lnTo>
                <a:lnTo>
                  <a:pt x="501883" y="14180"/>
                </a:lnTo>
                <a:lnTo>
                  <a:pt x="501803" y="13700"/>
                </a:lnTo>
                <a:lnTo>
                  <a:pt x="501716" y="13289"/>
                </a:lnTo>
                <a:lnTo>
                  <a:pt x="501620" y="12901"/>
                </a:lnTo>
                <a:lnTo>
                  <a:pt x="501516" y="12536"/>
                </a:lnTo>
                <a:lnTo>
                  <a:pt x="501403" y="12192"/>
                </a:lnTo>
                <a:lnTo>
                  <a:pt x="501282" y="11871"/>
                </a:lnTo>
                <a:lnTo>
                  <a:pt x="501152" y="11573"/>
                </a:lnTo>
                <a:lnTo>
                  <a:pt x="501014" y="11296"/>
                </a:lnTo>
                <a:lnTo>
                  <a:pt x="500868" y="11042"/>
                </a:lnTo>
                <a:lnTo>
                  <a:pt x="500713" y="10810"/>
                </a:lnTo>
                <a:lnTo>
                  <a:pt x="500550" y="10600"/>
                </a:lnTo>
                <a:lnTo>
                  <a:pt x="500378" y="10413"/>
                </a:lnTo>
                <a:lnTo>
                  <a:pt x="500198" y="10248"/>
                </a:lnTo>
                <a:lnTo>
                  <a:pt x="500010" y="10100"/>
                </a:lnTo>
                <a:lnTo>
                  <a:pt x="499813" y="9965"/>
                </a:lnTo>
                <a:lnTo>
                  <a:pt x="499608" y="9843"/>
                </a:lnTo>
                <a:lnTo>
                  <a:pt x="499394" y="9734"/>
                </a:lnTo>
                <a:lnTo>
                  <a:pt x="499172" y="9637"/>
                </a:lnTo>
                <a:lnTo>
                  <a:pt x="498941" y="9554"/>
                </a:lnTo>
                <a:lnTo>
                  <a:pt x="498702" y="9483"/>
                </a:lnTo>
                <a:lnTo>
                  <a:pt x="498455" y="9425"/>
                </a:lnTo>
                <a:lnTo>
                  <a:pt x="498199" y="9380"/>
                </a:lnTo>
                <a:lnTo>
                  <a:pt x="497935" y="9348"/>
                </a:lnTo>
                <a:lnTo>
                  <a:pt x="497662" y="9329"/>
                </a:lnTo>
                <a:lnTo>
                  <a:pt x="497381" y="9322"/>
                </a:lnTo>
                <a:lnTo>
                  <a:pt x="497065" y="9330"/>
                </a:lnTo>
                <a:lnTo>
                  <a:pt x="496735" y="9354"/>
                </a:lnTo>
                <a:lnTo>
                  <a:pt x="496391" y="9393"/>
                </a:lnTo>
                <a:lnTo>
                  <a:pt x="496033" y="9449"/>
                </a:lnTo>
                <a:lnTo>
                  <a:pt x="495662" y="9520"/>
                </a:lnTo>
                <a:lnTo>
                  <a:pt x="495277" y="9607"/>
                </a:lnTo>
                <a:lnTo>
                  <a:pt x="494877" y="9710"/>
                </a:lnTo>
                <a:lnTo>
                  <a:pt x="494464" y="9829"/>
                </a:lnTo>
                <a:lnTo>
                  <a:pt x="494037" y="9963"/>
                </a:lnTo>
                <a:lnTo>
                  <a:pt x="493596" y="10113"/>
                </a:lnTo>
                <a:lnTo>
                  <a:pt x="493142" y="10280"/>
                </a:lnTo>
                <a:lnTo>
                  <a:pt x="492673" y="10462"/>
                </a:lnTo>
                <a:lnTo>
                  <a:pt x="491460" y="7969"/>
                </a:lnTo>
                <a:lnTo>
                  <a:pt x="510933" y="0"/>
                </a:lnTo>
                <a:lnTo>
                  <a:pt x="514143" y="0"/>
                </a:lnTo>
                <a:close/>
                <a:moveTo>
                  <a:pt x="548467" y="0"/>
                </a:moveTo>
                <a:lnTo>
                  <a:pt x="548960" y="15"/>
                </a:lnTo>
                <a:lnTo>
                  <a:pt x="549441" y="59"/>
                </a:lnTo>
                <a:lnTo>
                  <a:pt x="549909" y="132"/>
                </a:lnTo>
                <a:lnTo>
                  <a:pt x="550365" y="235"/>
                </a:lnTo>
                <a:lnTo>
                  <a:pt x="550809" y="367"/>
                </a:lnTo>
                <a:lnTo>
                  <a:pt x="551240" y="528"/>
                </a:lnTo>
                <a:lnTo>
                  <a:pt x="551659" y="719"/>
                </a:lnTo>
                <a:lnTo>
                  <a:pt x="552065" y="939"/>
                </a:lnTo>
                <a:lnTo>
                  <a:pt x="552459" y="1188"/>
                </a:lnTo>
                <a:lnTo>
                  <a:pt x="552841" y="1467"/>
                </a:lnTo>
                <a:lnTo>
                  <a:pt x="553210" y="1775"/>
                </a:lnTo>
                <a:lnTo>
                  <a:pt x="553567" y="2112"/>
                </a:lnTo>
                <a:lnTo>
                  <a:pt x="553903" y="2470"/>
                </a:lnTo>
                <a:lnTo>
                  <a:pt x="554210" y="2840"/>
                </a:lnTo>
                <a:lnTo>
                  <a:pt x="554488" y="3223"/>
                </a:lnTo>
                <a:lnTo>
                  <a:pt x="554736" y="3618"/>
                </a:lnTo>
                <a:lnTo>
                  <a:pt x="554955" y="4026"/>
                </a:lnTo>
                <a:lnTo>
                  <a:pt x="555145" y="4446"/>
                </a:lnTo>
                <a:lnTo>
                  <a:pt x="555306" y="4878"/>
                </a:lnTo>
                <a:lnTo>
                  <a:pt x="555438" y="5323"/>
                </a:lnTo>
                <a:lnTo>
                  <a:pt x="555540" y="5781"/>
                </a:lnTo>
                <a:lnTo>
                  <a:pt x="555613" y="6251"/>
                </a:lnTo>
                <a:lnTo>
                  <a:pt x="555657" y="6733"/>
                </a:lnTo>
                <a:lnTo>
                  <a:pt x="555671" y="7228"/>
                </a:lnTo>
                <a:lnTo>
                  <a:pt x="555657" y="7723"/>
                </a:lnTo>
                <a:lnTo>
                  <a:pt x="555613" y="8206"/>
                </a:lnTo>
                <a:lnTo>
                  <a:pt x="555540" y="8678"/>
                </a:lnTo>
                <a:lnTo>
                  <a:pt x="555438" y="9137"/>
                </a:lnTo>
                <a:lnTo>
                  <a:pt x="555306" y="9584"/>
                </a:lnTo>
                <a:lnTo>
                  <a:pt x="555145" y="10020"/>
                </a:lnTo>
                <a:lnTo>
                  <a:pt x="554955" y="10443"/>
                </a:lnTo>
                <a:lnTo>
                  <a:pt x="554736" y="10855"/>
                </a:lnTo>
                <a:lnTo>
                  <a:pt x="554488" y="11255"/>
                </a:lnTo>
                <a:lnTo>
                  <a:pt x="554210" y="11642"/>
                </a:lnTo>
                <a:lnTo>
                  <a:pt x="553903" y="12018"/>
                </a:lnTo>
                <a:lnTo>
                  <a:pt x="553567" y="12382"/>
                </a:lnTo>
                <a:lnTo>
                  <a:pt x="553210" y="12725"/>
                </a:lnTo>
                <a:lnTo>
                  <a:pt x="552841" y="13038"/>
                </a:lnTo>
                <a:lnTo>
                  <a:pt x="552459" y="13321"/>
                </a:lnTo>
                <a:lnTo>
                  <a:pt x="552065" y="13574"/>
                </a:lnTo>
                <a:lnTo>
                  <a:pt x="551659" y="13797"/>
                </a:lnTo>
                <a:lnTo>
                  <a:pt x="551240" y="13991"/>
                </a:lnTo>
                <a:lnTo>
                  <a:pt x="550809" y="14155"/>
                </a:lnTo>
                <a:lnTo>
                  <a:pt x="550365" y="14289"/>
                </a:lnTo>
                <a:lnTo>
                  <a:pt x="549909" y="14393"/>
                </a:lnTo>
                <a:lnTo>
                  <a:pt x="549441" y="14468"/>
                </a:lnTo>
                <a:lnTo>
                  <a:pt x="548960" y="14513"/>
                </a:lnTo>
                <a:lnTo>
                  <a:pt x="548467" y="14527"/>
                </a:lnTo>
                <a:lnTo>
                  <a:pt x="547974" y="14513"/>
                </a:lnTo>
                <a:lnTo>
                  <a:pt x="547492" y="14468"/>
                </a:lnTo>
                <a:lnTo>
                  <a:pt x="547023" y="14393"/>
                </a:lnTo>
                <a:lnTo>
                  <a:pt x="546565" y="14289"/>
                </a:lnTo>
                <a:lnTo>
                  <a:pt x="546119" y="14155"/>
                </a:lnTo>
                <a:lnTo>
                  <a:pt x="545685" y="13991"/>
                </a:lnTo>
                <a:lnTo>
                  <a:pt x="545263" y="13797"/>
                </a:lnTo>
                <a:lnTo>
                  <a:pt x="544853" y="13574"/>
                </a:lnTo>
                <a:lnTo>
                  <a:pt x="544455" y="13321"/>
                </a:lnTo>
                <a:lnTo>
                  <a:pt x="544069" y="13038"/>
                </a:lnTo>
                <a:lnTo>
                  <a:pt x="543694" y="12725"/>
                </a:lnTo>
                <a:lnTo>
                  <a:pt x="543331" y="12382"/>
                </a:lnTo>
                <a:lnTo>
                  <a:pt x="542990" y="12018"/>
                </a:lnTo>
                <a:lnTo>
                  <a:pt x="542678" y="11642"/>
                </a:lnTo>
                <a:lnTo>
                  <a:pt x="542395" y="11255"/>
                </a:lnTo>
                <a:lnTo>
                  <a:pt x="542143" y="10855"/>
                </a:lnTo>
                <a:lnTo>
                  <a:pt x="541920" y="10443"/>
                </a:lnTo>
                <a:lnTo>
                  <a:pt x="541727" y="10020"/>
                </a:lnTo>
                <a:lnTo>
                  <a:pt x="541563" y="9584"/>
                </a:lnTo>
                <a:lnTo>
                  <a:pt x="541429" y="9137"/>
                </a:lnTo>
                <a:lnTo>
                  <a:pt x="541325" y="8678"/>
                </a:lnTo>
                <a:lnTo>
                  <a:pt x="541251" y="8206"/>
                </a:lnTo>
                <a:lnTo>
                  <a:pt x="541206" y="7723"/>
                </a:lnTo>
                <a:lnTo>
                  <a:pt x="541192" y="7228"/>
                </a:lnTo>
                <a:lnTo>
                  <a:pt x="541206" y="6733"/>
                </a:lnTo>
                <a:lnTo>
                  <a:pt x="541250" y="6251"/>
                </a:lnTo>
                <a:lnTo>
                  <a:pt x="541323" y="5781"/>
                </a:lnTo>
                <a:lnTo>
                  <a:pt x="541425" y="5323"/>
                </a:lnTo>
                <a:lnTo>
                  <a:pt x="541557" y="4878"/>
                </a:lnTo>
                <a:lnTo>
                  <a:pt x="541718" y="4446"/>
                </a:lnTo>
                <a:lnTo>
                  <a:pt x="541908" y="4026"/>
                </a:lnTo>
                <a:lnTo>
                  <a:pt x="542127" y="3618"/>
                </a:lnTo>
                <a:lnTo>
                  <a:pt x="542375" y="3223"/>
                </a:lnTo>
                <a:lnTo>
                  <a:pt x="542653" y="2840"/>
                </a:lnTo>
                <a:lnTo>
                  <a:pt x="542960" y="2470"/>
                </a:lnTo>
                <a:lnTo>
                  <a:pt x="543296" y="2112"/>
                </a:lnTo>
                <a:lnTo>
                  <a:pt x="543653" y="1775"/>
                </a:lnTo>
                <a:lnTo>
                  <a:pt x="544024" y="1467"/>
                </a:lnTo>
                <a:lnTo>
                  <a:pt x="544408" y="1188"/>
                </a:lnTo>
                <a:lnTo>
                  <a:pt x="544806" y="939"/>
                </a:lnTo>
                <a:lnTo>
                  <a:pt x="545216" y="719"/>
                </a:lnTo>
                <a:lnTo>
                  <a:pt x="545641" y="528"/>
                </a:lnTo>
                <a:lnTo>
                  <a:pt x="546078" y="367"/>
                </a:lnTo>
                <a:lnTo>
                  <a:pt x="546529" y="235"/>
                </a:lnTo>
                <a:lnTo>
                  <a:pt x="546994" y="132"/>
                </a:lnTo>
                <a:lnTo>
                  <a:pt x="547472" y="59"/>
                </a:lnTo>
                <a:lnTo>
                  <a:pt x="547963" y="15"/>
                </a:lnTo>
                <a:lnTo>
                  <a:pt x="548467" y="0"/>
                </a:lnTo>
                <a:moveTo>
                  <a:pt x="554388" y="34182"/>
                </a:moveTo>
                <a:lnTo>
                  <a:pt x="554388" y="86479"/>
                </a:lnTo>
                <a:lnTo>
                  <a:pt x="554394" y="87469"/>
                </a:lnTo>
                <a:lnTo>
                  <a:pt x="554412" y="88403"/>
                </a:lnTo>
                <a:lnTo>
                  <a:pt x="554443" y="89279"/>
                </a:lnTo>
                <a:lnTo>
                  <a:pt x="554487" y="90099"/>
                </a:lnTo>
                <a:lnTo>
                  <a:pt x="554542" y="90862"/>
                </a:lnTo>
                <a:lnTo>
                  <a:pt x="554610" y="91569"/>
                </a:lnTo>
                <a:lnTo>
                  <a:pt x="554691" y="92218"/>
                </a:lnTo>
                <a:lnTo>
                  <a:pt x="554784" y="92811"/>
                </a:lnTo>
                <a:lnTo>
                  <a:pt x="554889" y="93347"/>
                </a:lnTo>
                <a:lnTo>
                  <a:pt x="555007" y="93827"/>
                </a:lnTo>
                <a:lnTo>
                  <a:pt x="555137" y="94249"/>
                </a:lnTo>
                <a:lnTo>
                  <a:pt x="555279" y="94615"/>
                </a:lnTo>
                <a:lnTo>
                  <a:pt x="555434" y="94945"/>
                </a:lnTo>
                <a:lnTo>
                  <a:pt x="555600" y="95261"/>
                </a:lnTo>
                <a:lnTo>
                  <a:pt x="555778" y="95563"/>
                </a:lnTo>
                <a:lnTo>
                  <a:pt x="555969" y="95851"/>
                </a:lnTo>
                <a:lnTo>
                  <a:pt x="556171" y="96124"/>
                </a:lnTo>
                <a:lnTo>
                  <a:pt x="556385" y="96383"/>
                </a:lnTo>
                <a:lnTo>
                  <a:pt x="556611" y="96627"/>
                </a:lnTo>
                <a:lnTo>
                  <a:pt x="556848" y="96857"/>
                </a:lnTo>
                <a:lnTo>
                  <a:pt x="557098" y="97073"/>
                </a:lnTo>
                <a:lnTo>
                  <a:pt x="557360" y="97275"/>
                </a:lnTo>
                <a:lnTo>
                  <a:pt x="557633" y="97462"/>
                </a:lnTo>
                <a:lnTo>
                  <a:pt x="557918" y="97635"/>
                </a:lnTo>
                <a:lnTo>
                  <a:pt x="558230" y="97794"/>
                </a:lnTo>
                <a:lnTo>
                  <a:pt x="558581" y="97939"/>
                </a:lnTo>
                <a:lnTo>
                  <a:pt x="558973" y="98070"/>
                </a:lnTo>
                <a:lnTo>
                  <a:pt x="559404" y="98188"/>
                </a:lnTo>
                <a:lnTo>
                  <a:pt x="559876" y="98291"/>
                </a:lnTo>
                <a:lnTo>
                  <a:pt x="560388" y="98381"/>
                </a:lnTo>
                <a:lnTo>
                  <a:pt x="560940" y="98457"/>
                </a:lnTo>
                <a:lnTo>
                  <a:pt x="561532" y="98519"/>
                </a:lnTo>
                <a:lnTo>
                  <a:pt x="562165" y="98568"/>
                </a:lnTo>
                <a:lnTo>
                  <a:pt x="562837" y="98602"/>
                </a:lnTo>
                <a:lnTo>
                  <a:pt x="563550" y="98623"/>
                </a:lnTo>
                <a:lnTo>
                  <a:pt x="564302" y="98630"/>
                </a:lnTo>
                <a:lnTo>
                  <a:pt x="564302" y="101265"/>
                </a:lnTo>
                <a:lnTo>
                  <a:pt x="532561" y="101265"/>
                </a:lnTo>
                <a:lnTo>
                  <a:pt x="532561" y="98630"/>
                </a:lnTo>
                <a:lnTo>
                  <a:pt x="533335" y="98623"/>
                </a:lnTo>
                <a:lnTo>
                  <a:pt x="534067" y="98604"/>
                </a:lnTo>
                <a:lnTo>
                  <a:pt x="534754" y="98572"/>
                </a:lnTo>
                <a:lnTo>
                  <a:pt x="535398" y="98527"/>
                </a:lnTo>
                <a:lnTo>
                  <a:pt x="535998" y="98469"/>
                </a:lnTo>
                <a:lnTo>
                  <a:pt x="536555" y="98399"/>
                </a:lnTo>
                <a:lnTo>
                  <a:pt x="537068" y="98315"/>
                </a:lnTo>
                <a:lnTo>
                  <a:pt x="537538" y="98219"/>
                </a:lnTo>
                <a:lnTo>
                  <a:pt x="537964" y="98110"/>
                </a:lnTo>
                <a:lnTo>
                  <a:pt x="538346" y="97988"/>
                </a:lnTo>
                <a:lnTo>
                  <a:pt x="538685" y="97854"/>
                </a:lnTo>
                <a:lnTo>
                  <a:pt x="538980" y="97706"/>
                </a:lnTo>
                <a:lnTo>
                  <a:pt x="539249" y="97544"/>
                </a:lnTo>
                <a:lnTo>
                  <a:pt x="539508" y="97365"/>
                </a:lnTo>
                <a:lnTo>
                  <a:pt x="539758" y="97169"/>
                </a:lnTo>
                <a:lnTo>
                  <a:pt x="539999" y="96956"/>
                </a:lnTo>
                <a:lnTo>
                  <a:pt x="540230" y="96727"/>
                </a:lnTo>
                <a:lnTo>
                  <a:pt x="540452" y="96481"/>
                </a:lnTo>
                <a:lnTo>
                  <a:pt x="540664" y="96218"/>
                </a:lnTo>
                <a:lnTo>
                  <a:pt x="540867" y="95938"/>
                </a:lnTo>
                <a:lnTo>
                  <a:pt x="541060" y="95641"/>
                </a:lnTo>
                <a:lnTo>
                  <a:pt x="541244" y="95328"/>
                </a:lnTo>
                <a:lnTo>
                  <a:pt x="541419" y="94998"/>
                </a:lnTo>
                <a:lnTo>
                  <a:pt x="541584" y="94651"/>
                </a:lnTo>
                <a:lnTo>
                  <a:pt x="541738" y="94268"/>
                </a:lnTo>
                <a:lnTo>
                  <a:pt x="541878" y="93831"/>
                </a:lnTo>
                <a:lnTo>
                  <a:pt x="542005" y="93340"/>
                </a:lnTo>
                <a:lnTo>
                  <a:pt x="542119" y="92795"/>
                </a:lnTo>
                <a:lnTo>
                  <a:pt x="542219" y="92196"/>
                </a:lnTo>
                <a:lnTo>
                  <a:pt x="542306" y="91542"/>
                </a:lnTo>
                <a:lnTo>
                  <a:pt x="542380" y="90834"/>
                </a:lnTo>
                <a:lnTo>
                  <a:pt x="542440" y="90071"/>
                </a:lnTo>
                <a:lnTo>
                  <a:pt x="542487" y="89255"/>
                </a:lnTo>
                <a:lnTo>
                  <a:pt x="542520" y="88384"/>
                </a:lnTo>
                <a:lnTo>
                  <a:pt x="542540" y="87459"/>
                </a:lnTo>
                <a:lnTo>
                  <a:pt x="542547" y="86479"/>
                </a:lnTo>
                <a:lnTo>
                  <a:pt x="542547" y="61397"/>
                </a:lnTo>
                <a:lnTo>
                  <a:pt x="542542" y="59684"/>
                </a:lnTo>
                <a:lnTo>
                  <a:pt x="542529" y="58074"/>
                </a:lnTo>
                <a:lnTo>
                  <a:pt x="542507" y="56569"/>
                </a:lnTo>
                <a:lnTo>
                  <a:pt x="542475" y="55167"/>
                </a:lnTo>
                <a:lnTo>
                  <a:pt x="542435" y="53869"/>
                </a:lnTo>
                <a:lnTo>
                  <a:pt x="542386" y="52674"/>
                </a:lnTo>
                <a:lnTo>
                  <a:pt x="542328" y="51583"/>
                </a:lnTo>
                <a:lnTo>
                  <a:pt x="542261" y="50596"/>
                </a:lnTo>
                <a:lnTo>
                  <a:pt x="542186" y="49712"/>
                </a:lnTo>
                <a:lnTo>
                  <a:pt x="542101" y="48932"/>
                </a:lnTo>
                <a:lnTo>
                  <a:pt x="542007" y="48256"/>
                </a:lnTo>
                <a:lnTo>
                  <a:pt x="541905" y="47684"/>
                </a:lnTo>
                <a:lnTo>
                  <a:pt x="541818" y="47314"/>
                </a:lnTo>
                <a:lnTo>
                  <a:pt x="541723" y="46964"/>
                </a:lnTo>
                <a:lnTo>
                  <a:pt x="541620" y="46633"/>
                </a:lnTo>
                <a:lnTo>
                  <a:pt x="541509" y="46321"/>
                </a:lnTo>
                <a:lnTo>
                  <a:pt x="541390" y="46029"/>
                </a:lnTo>
                <a:lnTo>
                  <a:pt x="541263" y="45756"/>
                </a:lnTo>
                <a:lnTo>
                  <a:pt x="541128" y="45502"/>
                </a:lnTo>
                <a:lnTo>
                  <a:pt x="540985" y="45267"/>
                </a:lnTo>
                <a:lnTo>
                  <a:pt x="540835" y="45052"/>
                </a:lnTo>
                <a:lnTo>
                  <a:pt x="540676" y="44856"/>
                </a:lnTo>
                <a:lnTo>
                  <a:pt x="540510" y="44679"/>
                </a:lnTo>
                <a:lnTo>
                  <a:pt x="540336" y="44521"/>
                </a:lnTo>
                <a:lnTo>
                  <a:pt x="540152" y="44380"/>
                </a:lnTo>
                <a:lnTo>
                  <a:pt x="539957" y="44250"/>
                </a:lnTo>
                <a:lnTo>
                  <a:pt x="539752" y="44133"/>
                </a:lnTo>
                <a:lnTo>
                  <a:pt x="539535" y="44028"/>
                </a:lnTo>
                <a:lnTo>
                  <a:pt x="539308" y="43936"/>
                </a:lnTo>
                <a:lnTo>
                  <a:pt x="539069" y="43855"/>
                </a:lnTo>
                <a:lnTo>
                  <a:pt x="538820" y="43788"/>
                </a:lnTo>
                <a:lnTo>
                  <a:pt x="538560" y="43732"/>
                </a:lnTo>
                <a:lnTo>
                  <a:pt x="538289" y="43689"/>
                </a:lnTo>
                <a:lnTo>
                  <a:pt x="538007" y="43658"/>
                </a:lnTo>
                <a:lnTo>
                  <a:pt x="537715" y="43640"/>
                </a:lnTo>
                <a:lnTo>
                  <a:pt x="537411" y="43633"/>
                </a:lnTo>
                <a:lnTo>
                  <a:pt x="537072" y="43641"/>
                </a:lnTo>
                <a:lnTo>
                  <a:pt x="536722" y="43663"/>
                </a:lnTo>
                <a:lnTo>
                  <a:pt x="536359" y="43700"/>
                </a:lnTo>
                <a:lnTo>
                  <a:pt x="535984" y="43752"/>
                </a:lnTo>
                <a:lnTo>
                  <a:pt x="535598" y="43818"/>
                </a:lnTo>
                <a:lnTo>
                  <a:pt x="535200" y="43900"/>
                </a:lnTo>
                <a:lnTo>
                  <a:pt x="534790" y="43996"/>
                </a:lnTo>
                <a:lnTo>
                  <a:pt x="534368" y="44107"/>
                </a:lnTo>
                <a:lnTo>
                  <a:pt x="533934" y="44233"/>
                </a:lnTo>
                <a:lnTo>
                  <a:pt x="533488" y="44374"/>
                </a:lnTo>
                <a:lnTo>
                  <a:pt x="533030" y="44529"/>
                </a:lnTo>
                <a:lnTo>
                  <a:pt x="532561" y="44699"/>
                </a:lnTo>
                <a:lnTo>
                  <a:pt x="531562" y="42140"/>
                </a:lnTo>
                <a:lnTo>
                  <a:pt x="551249" y="34182"/>
                </a:lnTo>
                <a:lnTo>
                  <a:pt x="554388" y="34182"/>
                </a:lnTo>
                <a:close/>
                <a:moveTo>
                  <a:pt x="591065" y="47997"/>
                </a:moveTo>
                <a:lnTo>
                  <a:pt x="592972" y="45791"/>
                </a:lnTo>
                <a:lnTo>
                  <a:pt x="594863" y="43776"/>
                </a:lnTo>
                <a:lnTo>
                  <a:pt x="596740" y="41953"/>
                </a:lnTo>
                <a:lnTo>
                  <a:pt x="598602" y="40322"/>
                </a:lnTo>
                <a:lnTo>
                  <a:pt x="600449" y="38883"/>
                </a:lnTo>
                <a:lnTo>
                  <a:pt x="602282" y="37636"/>
                </a:lnTo>
                <a:lnTo>
                  <a:pt x="604099" y="36581"/>
                </a:lnTo>
                <a:lnTo>
                  <a:pt x="605902" y="35717"/>
                </a:lnTo>
                <a:lnTo>
                  <a:pt x="607689" y="35046"/>
                </a:lnTo>
                <a:lnTo>
                  <a:pt x="609462" y="34566"/>
                </a:lnTo>
                <a:lnTo>
                  <a:pt x="611220" y="34278"/>
                </a:lnTo>
                <a:lnTo>
                  <a:pt x="612963" y="34182"/>
                </a:lnTo>
                <a:lnTo>
                  <a:pt x="613844" y="34201"/>
                </a:lnTo>
                <a:lnTo>
                  <a:pt x="614705" y="34256"/>
                </a:lnTo>
                <a:lnTo>
                  <a:pt x="615544" y="34349"/>
                </a:lnTo>
                <a:lnTo>
                  <a:pt x="616363" y="34478"/>
                </a:lnTo>
                <a:lnTo>
                  <a:pt x="617161" y="34645"/>
                </a:lnTo>
                <a:lnTo>
                  <a:pt x="617938" y="34849"/>
                </a:lnTo>
                <a:lnTo>
                  <a:pt x="618695" y="35089"/>
                </a:lnTo>
                <a:lnTo>
                  <a:pt x="619430" y="35367"/>
                </a:lnTo>
                <a:lnTo>
                  <a:pt x="620145" y="35682"/>
                </a:lnTo>
                <a:lnTo>
                  <a:pt x="620839" y="36034"/>
                </a:lnTo>
                <a:lnTo>
                  <a:pt x="621512" y="36422"/>
                </a:lnTo>
                <a:lnTo>
                  <a:pt x="622165" y="36848"/>
                </a:lnTo>
                <a:lnTo>
                  <a:pt x="622796" y="37316"/>
                </a:lnTo>
                <a:lnTo>
                  <a:pt x="623405" y="37832"/>
                </a:lnTo>
                <a:lnTo>
                  <a:pt x="623993" y="38396"/>
                </a:lnTo>
                <a:lnTo>
                  <a:pt x="624558" y="39007"/>
                </a:lnTo>
                <a:lnTo>
                  <a:pt x="625102" y="39666"/>
                </a:lnTo>
                <a:lnTo>
                  <a:pt x="625624" y="40374"/>
                </a:lnTo>
                <a:lnTo>
                  <a:pt x="626125" y="41129"/>
                </a:lnTo>
                <a:lnTo>
                  <a:pt x="626603" y="41932"/>
                </a:lnTo>
                <a:lnTo>
                  <a:pt x="627060" y="42783"/>
                </a:lnTo>
                <a:lnTo>
                  <a:pt x="627495" y="43682"/>
                </a:lnTo>
                <a:lnTo>
                  <a:pt x="627908" y="44628"/>
                </a:lnTo>
                <a:lnTo>
                  <a:pt x="628299" y="45623"/>
                </a:lnTo>
                <a:lnTo>
                  <a:pt x="628550" y="46365"/>
                </a:lnTo>
                <a:lnTo>
                  <a:pt x="628779" y="47170"/>
                </a:lnTo>
                <a:lnTo>
                  <a:pt x="628986" y="48038"/>
                </a:lnTo>
                <a:lnTo>
                  <a:pt x="629171" y="48970"/>
                </a:lnTo>
                <a:lnTo>
                  <a:pt x="629334" y="49964"/>
                </a:lnTo>
                <a:lnTo>
                  <a:pt x="629476" y="51022"/>
                </a:lnTo>
                <a:lnTo>
                  <a:pt x="629596" y="52143"/>
                </a:lnTo>
                <a:lnTo>
                  <a:pt x="629694" y="53328"/>
                </a:lnTo>
                <a:lnTo>
                  <a:pt x="629770" y="54575"/>
                </a:lnTo>
                <a:lnTo>
                  <a:pt x="629825" y="55886"/>
                </a:lnTo>
                <a:lnTo>
                  <a:pt x="629857" y="57260"/>
                </a:lnTo>
                <a:lnTo>
                  <a:pt x="629868" y="58697"/>
                </a:lnTo>
                <a:lnTo>
                  <a:pt x="629868" y="86479"/>
                </a:lnTo>
                <a:lnTo>
                  <a:pt x="629875" y="87482"/>
                </a:lnTo>
                <a:lnTo>
                  <a:pt x="629896" y="88429"/>
                </a:lnTo>
                <a:lnTo>
                  <a:pt x="629931" y="89321"/>
                </a:lnTo>
                <a:lnTo>
                  <a:pt x="629979" y="90158"/>
                </a:lnTo>
                <a:lnTo>
                  <a:pt x="630042" y="90940"/>
                </a:lnTo>
                <a:lnTo>
                  <a:pt x="630118" y="91666"/>
                </a:lnTo>
                <a:lnTo>
                  <a:pt x="630208" y="92338"/>
                </a:lnTo>
                <a:lnTo>
                  <a:pt x="630312" y="92953"/>
                </a:lnTo>
                <a:lnTo>
                  <a:pt x="630430" y="93514"/>
                </a:lnTo>
                <a:lnTo>
                  <a:pt x="630562" y="94019"/>
                </a:lnTo>
                <a:lnTo>
                  <a:pt x="630707" y="94470"/>
                </a:lnTo>
                <a:lnTo>
                  <a:pt x="630867" y="94864"/>
                </a:lnTo>
                <a:lnTo>
                  <a:pt x="631004" y="95155"/>
                </a:lnTo>
                <a:lnTo>
                  <a:pt x="631155" y="95435"/>
                </a:lnTo>
                <a:lnTo>
                  <a:pt x="631319" y="95703"/>
                </a:lnTo>
                <a:lnTo>
                  <a:pt x="631497" y="95961"/>
                </a:lnTo>
                <a:lnTo>
                  <a:pt x="631688" y="96209"/>
                </a:lnTo>
                <a:lnTo>
                  <a:pt x="631892" y="96445"/>
                </a:lnTo>
                <a:lnTo>
                  <a:pt x="632110" y="96670"/>
                </a:lnTo>
                <a:lnTo>
                  <a:pt x="632341" y="96885"/>
                </a:lnTo>
                <a:lnTo>
                  <a:pt x="632586" y="97089"/>
                </a:lnTo>
                <a:lnTo>
                  <a:pt x="632843" y="97282"/>
                </a:lnTo>
                <a:lnTo>
                  <a:pt x="633115" y="97464"/>
                </a:lnTo>
                <a:lnTo>
                  <a:pt x="633399" y="97635"/>
                </a:lnTo>
                <a:lnTo>
                  <a:pt x="633711" y="97794"/>
                </a:lnTo>
                <a:lnTo>
                  <a:pt x="634064" y="97939"/>
                </a:lnTo>
                <a:lnTo>
                  <a:pt x="634458" y="98070"/>
                </a:lnTo>
                <a:lnTo>
                  <a:pt x="634893" y="98188"/>
                </a:lnTo>
                <a:lnTo>
                  <a:pt x="635369" y="98291"/>
                </a:lnTo>
                <a:lnTo>
                  <a:pt x="635887" y="98381"/>
                </a:lnTo>
                <a:lnTo>
                  <a:pt x="636445" y="98457"/>
                </a:lnTo>
                <a:lnTo>
                  <a:pt x="637045" y="98519"/>
                </a:lnTo>
                <a:lnTo>
                  <a:pt x="637686" y="98568"/>
                </a:lnTo>
                <a:lnTo>
                  <a:pt x="638367" y="98602"/>
                </a:lnTo>
                <a:lnTo>
                  <a:pt x="639090" y="98623"/>
                </a:lnTo>
                <a:lnTo>
                  <a:pt x="639854" y="98630"/>
                </a:lnTo>
                <a:lnTo>
                  <a:pt x="639854" y="101265"/>
                </a:lnTo>
                <a:lnTo>
                  <a:pt x="607542" y="101265"/>
                </a:lnTo>
                <a:lnTo>
                  <a:pt x="607542" y="98630"/>
                </a:lnTo>
                <a:lnTo>
                  <a:pt x="608897" y="98630"/>
                </a:lnTo>
                <a:lnTo>
                  <a:pt x="609639" y="98620"/>
                </a:lnTo>
                <a:lnTo>
                  <a:pt x="610343" y="98591"/>
                </a:lnTo>
                <a:lnTo>
                  <a:pt x="611008" y="98543"/>
                </a:lnTo>
                <a:lnTo>
                  <a:pt x="611636" y="98476"/>
                </a:lnTo>
                <a:lnTo>
                  <a:pt x="612225" y="98390"/>
                </a:lnTo>
                <a:lnTo>
                  <a:pt x="612776" y="98284"/>
                </a:lnTo>
                <a:lnTo>
                  <a:pt x="613289" y="98159"/>
                </a:lnTo>
                <a:lnTo>
                  <a:pt x="613764" y="98015"/>
                </a:lnTo>
                <a:lnTo>
                  <a:pt x="614200" y="97852"/>
                </a:lnTo>
                <a:lnTo>
                  <a:pt x="614599" y="97670"/>
                </a:lnTo>
                <a:lnTo>
                  <a:pt x="614959" y="97468"/>
                </a:lnTo>
                <a:lnTo>
                  <a:pt x="615281" y="97248"/>
                </a:lnTo>
                <a:lnTo>
                  <a:pt x="615577" y="97008"/>
                </a:lnTo>
                <a:lnTo>
                  <a:pt x="615857" y="96751"/>
                </a:lnTo>
                <a:lnTo>
                  <a:pt x="616122" y="96475"/>
                </a:lnTo>
                <a:lnTo>
                  <a:pt x="616371" y="96181"/>
                </a:lnTo>
                <a:lnTo>
                  <a:pt x="616605" y="95869"/>
                </a:lnTo>
                <a:lnTo>
                  <a:pt x="616824" y="95539"/>
                </a:lnTo>
                <a:lnTo>
                  <a:pt x="617027" y="95190"/>
                </a:lnTo>
                <a:lnTo>
                  <a:pt x="617215" y="94824"/>
                </a:lnTo>
                <a:lnTo>
                  <a:pt x="617388" y="94439"/>
                </a:lnTo>
                <a:lnTo>
                  <a:pt x="617545" y="94036"/>
                </a:lnTo>
                <a:lnTo>
                  <a:pt x="617687" y="93615"/>
                </a:lnTo>
                <a:lnTo>
                  <a:pt x="617814" y="93175"/>
                </a:lnTo>
                <a:lnTo>
                  <a:pt x="617859" y="92966"/>
                </a:lnTo>
                <a:lnTo>
                  <a:pt x="617901" y="92695"/>
                </a:lnTo>
                <a:lnTo>
                  <a:pt x="617938" y="92360"/>
                </a:lnTo>
                <a:lnTo>
                  <a:pt x="617972" y="91962"/>
                </a:lnTo>
                <a:lnTo>
                  <a:pt x="618002" y="91502"/>
                </a:lnTo>
                <a:lnTo>
                  <a:pt x="618028" y="90978"/>
                </a:lnTo>
                <a:lnTo>
                  <a:pt x="618049" y="90392"/>
                </a:lnTo>
                <a:lnTo>
                  <a:pt x="618067" y="89742"/>
                </a:lnTo>
                <a:lnTo>
                  <a:pt x="618081" y="89030"/>
                </a:lnTo>
                <a:lnTo>
                  <a:pt x="618091" y="88254"/>
                </a:lnTo>
                <a:lnTo>
                  <a:pt x="618097" y="87416"/>
                </a:lnTo>
                <a:lnTo>
                  <a:pt x="618099" y="86515"/>
                </a:lnTo>
                <a:lnTo>
                  <a:pt x="618099" y="59946"/>
                </a:lnTo>
                <a:lnTo>
                  <a:pt x="618083" y="58503"/>
                </a:lnTo>
                <a:lnTo>
                  <a:pt x="618035" y="57129"/>
                </a:lnTo>
                <a:lnTo>
                  <a:pt x="617954" y="55821"/>
                </a:lnTo>
                <a:lnTo>
                  <a:pt x="617841" y="54581"/>
                </a:lnTo>
                <a:lnTo>
                  <a:pt x="617697" y="53409"/>
                </a:lnTo>
                <a:lnTo>
                  <a:pt x="617519" y="52304"/>
                </a:lnTo>
                <a:lnTo>
                  <a:pt x="617310" y="51266"/>
                </a:lnTo>
                <a:lnTo>
                  <a:pt x="617069" y="50295"/>
                </a:lnTo>
                <a:lnTo>
                  <a:pt x="616795" y="49392"/>
                </a:lnTo>
                <a:lnTo>
                  <a:pt x="616489" y="48556"/>
                </a:lnTo>
                <a:lnTo>
                  <a:pt x="616151" y="47788"/>
                </a:lnTo>
                <a:lnTo>
                  <a:pt x="615781" y="47087"/>
                </a:lnTo>
                <a:lnTo>
                  <a:pt x="615372" y="46448"/>
                </a:lnTo>
                <a:lnTo>
                  <a:pt x="614920" y="45864"/>
                </a:lnTo>
                <a:lnTo>
                  <a:pt x="614423" y="45336"/>
                </a:lnTo>
                <a:lnTo>
                  <a:pt x="613883" y="44863"/>
                </a:lnTo>
                <a:lnTo>
                  <a:pt x="613298" y="44446"/>
                </a:lnTo>
                <a:lnTo>
                  <a:pt x="612669" y="44085"/>
                </a:lnTo>
                <a:lnTo>
                  <a:pt x="611996" y="43779"/>
                </a:lnTo>
                <a:lnTo>
                  <a:pt x="611279" y="43529"/>
                </a:lnTo>
                <a:lnTo>
                  <a:pt x="610518" y="43334"/>
                </a:lnTo>
                <a:lnTo>
                  <a:pt x="609713" y="43195"/>
                </a:lnTo>
                <a:lnTo>
                  <a:pt x="608864" y="43112"/>
                </a:lnTo>
                <a:lnTo>
                  <a:pt x="607970" y="43084"/>
                </a:lnTo>
                <a:lnTo>
                  <a:pt x="606556" y="43148"/>
                </a:lnTo>
                <a:lnTo>
                  <a:pt x="605143" y="43340"/>
                </a:lnTo>
                <a:lnTo>
                  <a:pt x="603731" y="43659"/>
                </a:lnTo>
                <a:lnTo>
                  <a:pt x="602319" y="44107"/>
                </a:lnTo>
                <a:lnTo>
                  <a:pt x="600909" y="44683"/>
                </a:lnTo>
                <a:lnTo>
                  <a:pt x="599500" y="45386"/>
                </a:lnTo>
                <a:lnTo>
                  <a:pt x="598092" y="46218"/>
                </a:lnTo>
                <a:lnTo>
                  <a:pt x="596684" y="47177"/>
                </a:lnTo>
                <a:lnTo>
                  <a:pt x="595278" y="48265"/>
                </a:lnTo>
                <a:lnTo>
                  <a:pt x="593873" y="49480"/>
                </a:lnTo>
                <a:lnTo>
                  <a:pt x="592468" y="50823"/>
                </a:lnTo>
                <a:lnTo>
                  <a:pt x="591065" y="52295"/>
                </a:lnTo>
                <a:lnTo>
                  <a:pt x="591065" y="86515"/>
                </a:lnTo>
                <a:lnTo>
                  <a:pt x="591071" y="87578"/>
                </a:lnTo>
                <a:lnTo>
                  <a:pt x="591087" y="88571"/>
                </a:lnTo>
                <a:lnTo>
                  <a:pt x="591114" y="89495"/>
                </a:lnTo>
                <a:lnTo>
                  <a:pt x="591152" y="90348"/>
                </a:lnTo>
                <a:lnTo>
                  <a:pt x="591201" y="91132"/>
                </a:lnTo>
                <a:lnTo>
                  <a:pt x="591261" y="91846"/>
                </a:lnTo>
                <a:lnTo>
                  <a:pt x="591332" y="92490"/>
                </a:lnTo>
                <a:lnTo>
                  <a:pt x="591414" y="93064"/>
                </a:lnTo>
                <a:lnTo>
                  <a:pt x="591506" y="93568"/>
                </a:lnTo>
                <a:lnTo>
                  <a:pt x="591610" y="94003"/>
                </a:lnTo>
                <a:lnTo>
                  <a:pt x="591724" y="94367"/>
                </a:lnTo>
                <a:lnTo>
                  <a:pt x="591850" y="94662"/>
                </a:lnTo>
                <a:lnTo>
                  <a:pt x="592021" y="94997"/>
                </a:lnTo>
                <a:lnTo>
                  <a:pt x="592203" y="95316"/>
                </a:lnTo>
                <a:lnTo>
                  <a:pt x="592396" y="95620"/>
                </a:lnTo>
                <a:lnTo>
                  <a:pt x="592599" y="95909"/>
                </a:lnTo>
                <a:lnTo>
                  <a:pt x="592812" y="96183"/>
                </a:lnTo>
                <a:lnTo>
                  <a:pt x="593036" y="96442"/>
                </a:lnTo>
                <a:lnTo>
                  <a:pt x="593270" y="96685"/>
                </a:lnTo>
                <a:lnTo>
                  <a:pt x="593514" y="96913"/>
                </a:lnTo>
                <a:lnTo>
                  <a:pt x="593769" y="97126"/>
                </a:lnTo>
                <a:lnTo>
                  <a:pt x="594034" y="97323"/>
                </a:lnTo>
                <a:lnTo>
                  <a:pt x="594310" y="97506"/>
                </a:lnTo>
                <a:lnTo>
                  <a:pt x="594596" y="97673"/>
                </a:lnTo>
                <a:lnTo>
                  <a:pt x="594912" y="97826"/>
                </a:lnTo>
                <a:lnTo>
                  <a:pt x="595278" y="97965"/>
                </a:lnTo>
                <a:lnTo>
                  <a:pt x="595695" y="98091"/>
                </a:lnTo>
                <a:lnTo>
                  <a:pt x="596161" y="98204"/>
                </a:lnTo>
                <a:lnTo>
                  <a:pt x="596678" y="98304"/>
                </a:lnTo>
                <a:lnTo>
                  <a:pt x="597244" y="98390"/>
                </a:lnTo>
                <a:lnTo>
                  <a:pt x="597860" y="98464"/>
                </a:lnTo>
                <a:lnTo>
                  <a:pt x="598527" y="98523"/>
                </a:lnTo>
                <a:lnTo>
                  <a:pt x="599243" y="98570"/>
                </a:lnTo>
                <a:lnTo>
                  <a:pt x="600010" y="98603"/>
                </a:lnTo>
                <a:lnTo>
                  <a:pt x="600827" y="98623"/>
                </a:lnTo>
                <a:lnTo>
                  <a:pt x="601693" y="98630"/>
                </a:lnTo>
                <a:lnTo>
                  <a:pt x="601693" y="101265"/>
                </a:lnTo>
                <a:lnTo>
                  <a:pt x="569381" y="101265"/>
                </a:lnTo>
                <a:lnTo>
                  <a:pt x="569381" y="98630"/>
                </a:lnTo>
                <a:lnTo>
                  <a:pt x="570807" y="98630"/>
                </a:lnTo>
                <a:lnTo>
                  <a:pt x="571617" y="98612"/>
                </a:lnTo>
                <a:lnTo>
                  <a:pt x="572382" y="98560"/>
                </a:lnTo>
                <a:lnTo>
                  <a:pt x="573101" y="98472"/>
                </a:lnTo>
                <a:lnTo>
                  <a:pt x="573776" y="98350"/>
                </a:lnTo>
                <a:lnTo>
                  <a:pt x="574405" y="98192"/>
                </a:lnTo>
                <a:lnTo>
                  <a:pt x="574989" y="97999"/>
                </a:lnTo>
                <a:lnTo>
                  <a:pt x="575528" y="97772"/>
                </a:lnTo>
                <a:lnTo>
                  <a:pt x="576022" y="97509"/>
                </a:lnTo>
                <a:lnTo>
                  <a:pt x="576471" y="97211"/>
                </a:lnTo>
                <a:lnTo>
                  <a:pt x="576875" y="96879"/>
                </a:lnTo>
                <a:lnTo>
                  <a:pt x="577234" y="96511"/>
                </a:lnTo>
                <a:lnTo>
                  <a:pt x="577548" y="96108"/>
                </a:lnTo>
                <a:lnTo>
                  <a:pt x="577827" y="95656"/>
                </a:lnTo>
                <a:lnTo>
                  <a:pt x="578082" y="95140"/>
                </a:lnTo>
                <a:lnTo>
                  <a:pt x="578313" y="94560"/>
                </a:lnTo>
                <a:lnTo>
                  <a:pt x="578519" y="93917"/>
                </a:lnTo>
                <a:lnTo>
                  <a:pt x="578701" y="93210"/>
                </a:lnTo>
                <a:lnTo>
                  <a:pt x="578859" y="92439"/>
                </a:lnTo>
                <a:lnTo>
                  <a:pt x="578992" y="91605"/>
                </a:lnTo>
                <a:lnTo>
                  <a:pt x="579102" y="90707"/>
                </a:lnTo>
                <a:lnTo>
                  <a:pt x="579186" y="89745"/>
                </a:lnTo>
                <a:lnTo>
                  <a:pt x="579247" y="88720"/>
                </a:lnTo>
                <a:lnTo>
                  <a:pt x="579284" y="87631"/>
                </a:lnTo>
                <a:lnTo>
                  <a:pt x="579296" y="86479"/>
                </a:lnTo>
                <a:lnTo>
                  <a:pt x="579296" y="62320"/>
                </a:lnTo>
                <a:lnTo>
                  <a:pt x="579292" y="60430"/>
                </a:lnTo>
                <a:lnTo>
                  <a:pt x="579281" y="58667"/>
                </a:lnTo>
                <a:lnTo>
                  <a:pt x="579262" y="57031"/>
                </a:lnTo>
                <a:lnTo>
                  <a:pt x="579236" y="55523"/>
                </a:lnTo>
                <a:lnTo>
                  <a:pt x="579203" y="54142"/>
                </a:lnTo>
                <a:lnTo>
                  <a:pt x="579162" y="52888"/>
                </a:lnTo>
                <a:lnTo>
                  <a:pt x="579114" y="51762"/>
                </a:lnTo>
                <a:lnTo>
                  <a:pt x="579058" y="50763"/>
                </a:lnTo>
                <a:lnTo>
                  <a:pt x="578995" y="49891"/>
                </a:lnTo>
                <a:lnTo>
                  <a:pt x="578924" y="49147"/>
                </a:lnTo>
                <a:lnTo>
                  <a:pt x="578846" y="48530"/>
                </a:lnTo>
                <a:lnTo>
                  <a:pt x="578761" y="48040"/>
                </a:lnTo>
                <a:lnTo>
                  <a:pt x="578668" y="47625"/>
                </a:lnTo>
                <a:lnTo>
                  <a:pt x="578567" y="47232"/>
                </a:lnTo>
                <a:lnTo>
                  <a:pt x="578458" y="46862"/>
                </a:lnTo>
                <a:lnTo>
                  <a:pt x="578341" y="46515"/>
                </a:lnTo>
                <a:lnTo>
                  <a:pt x="578216" y="46191"/>
                </a:lnTo>
                <a:lnTo>
                  <a:pt x="578083" y="45889"/>
                </a:lnTo>
                <a:lnTo>
                  <a:pt x="577942" y="45611"/>
                </a:lnTo>
                <a:lnTo>
                  <a:pt x="577794" y="45354"/>
                </a:lnTo>
                <a:lnTo>
                  <a:pt x="577637" y="45121"/>
                </a:lnTo>
                <a:lnTo>
                  <a:pt x="577473" y="44910"/>
                </a:lnTo>
                <a:lnTo>
                  <a:pt x="577300" y="44722"/>
                </a:lnTo>
                <a:lnTo>
                  <a:pt x="577120" y="44557"/>
                </a:lnTo>
                <a:lnTo>
                  <a:pt x="576931" y="44409"/>
                </a:lnTo>
                <a:lnTo>
                  <a:pt x="576731" y="44275"/>
                </a:lnTo>
                <a:lnTo>
                  <a:pt x="576521" y="44153"/>
                </a:lnTo>
                <a:lnTo>
                  <a:pt x="576300" y="44044"/>
                </a:lnTo>
                <a:lnTo>
                  <a:pt x="576069" y="43948"/>
                </a:lnTo>
                <a:lnTo>
                  <a:pt x="575827" y="43864"/>
                </a:lnTo>
                <a:lnTo>
                  <a:pt x="575575" y="43794"/>
                </a:lnTo>
                <a:lnTo>
                  <a:pt x="575313" y="43736"/>
                </a:lnTo>
                <a:lnTo>
                  <a:pt x="575040" y="43691"/>
                </a:lnTo>
                <a:lnTo>
                  <a:pt x="574757" y="43659"/>
                </a:lnTo>
                <a:lnTo>
                  <a:pt x="574464" y="43640"/>
                </a:lnTo>
                <a:lnTo>
                  <a:pt x="574160" y="43633"/>
                </a:lnTo>
                <a:lnTo>
                  <a:pt x="573822" y="43641"/>
                </a:lnTo>
                <a:lnTo>
                  <a:pt x="573472" y="43663"/>
                </a:lnTo>
                <a:lnTo>
                  <a:pt x="573112" y="43700"/>
                </a:lnTo>
                <a:lnTo>
                  <a:pt x="572741" y="43752"/>
                </a:lnTo>
                <a:lnTo>
                  <a:pt x="572359" y="43818"/>
                </a:lnTo>
                <a:lnTo>
                  <a:pt x="571967" y="43900"/>
                </a:lnTo>
                <a:lnTo>
                  <a:pt x="571563" y="43996"/>
                </a:lnTo>
                <a:lnTo>
                  <a:pt x="571148" y="44107"/>
                </a:lnTo>
                <a:lnTo>
                  <a:pt x="570723" y="44233"/>
                </a:lnTo>
                <a:lnTo>
                  <a:pt x="570286" y="44374"/>
                </a:lnTo>
                <a:lnTo>
                  <a:pt x="569839" y="44529"/>
                </a:lnTo>
                <a:lnTo>
                  <a:pt x="569381" y="44699"/>
                </a:lnTo>
                <a:lnTo>
                  <a:pt x="568311" y="42140"/>
                </a:lnTo>
                <a:lnTo>
                  <a:pt x="587998" y="34182"/>
                </a:lnTo>
                <a:lnTo>
                  <a:pt x="591065" y="34182"/>
                </a:lnTo>
                <a:lnTo>
                  <a:pt x="591065" y="47997"/>
                </a:lnTo>
                <a:close/>
                <a:moveTo>
                  <a:pt x="682082" y="91864"/>
                </a:moveTo>
                <a:lnTo>
                  <a:pt x="680457" y="93113"/>
                </a:lnTo>
                <a:lnTo>
                  <a:pt x="678937" y="94270"/>
                </a:lnTo>
                <a:lnTo>
                  <a:pt x="677521" y="95336"/>
                </a:lnTo>
                <a:lnTo>
                  <a:pt x="676209" y="96311"/>
                </a:lnTo>
                <a:lnTo>
                  <a:pt x="675001" y="97196"/>
                </a:lnTo>
                <a:lnTo>
                  <a:pt x="673896" y="97989"/>
                </a:lnTo>
                <a:lnTo>
                  <a:pt x="672896" y="98691"/>
                </a:lnTo>
                <a:lnTo>
                  <a:pt x="672000" y="99302"/>
                </a:lnTo>
                <a:lnTo>
                  <a:pt x="671208" y="99823"/>
                </a:lnTo>
                <a:lnTo>
                  <a:pt x="670520" y="100252"/>
                </a:lnTo>
                <a:lnTo>
                  <a:pt x="669936" y="100590"/>
                </a:lnTo>
                <a:lnTo>
                  <a:pt x="669456" y="100837"/>
                </a:lnTo>
                <a:lnTo>
                  <a:pt x="668811" y="101133"/>
                </a:lnTo>
                <a:lnTo>
                  <a:pt x="668158" y="101403"/>
                </a:lnTo>
                <a:lnTo>
                  <a:pt x="667499" y="101647"/>
                </a:lnTo>
                <a:lnTo>
                  <a:pt x="666833" y="101866"/>
                </a:lnTo>
                <a:lnTo>
                  <a:pt x="666160" y="102059"/>
                </a:lnTo>
                <a:lnTo>
                  <a:pt x="665480" y="102226"/>
                </a:lnTo>
                <a:lnTo>
                  <a:pt x="664793" y="102367"/>
                </a:lnTo>
                <a:lnTo>
                  <a:pt x="664099" y="102483"/>
                </a:lnTo>
                <a:lnTo>
                  <a:pt x="663398" y="102573"/>
                </a:lnTo>
                <a:lnTo>
                  <a:pt x="662690" y="102637"/>
                </a:lnTo>
                <a:lnTo>
                  <a:pt x="661975" y="102676"/>
                </a:lnTo>
                <a:lnTo>
                  <a:pt x="661253" y="102689"/>
                </a:lnTo>
                <a:lnTo>
                  <a:pt x="660141" y="102657"/>
                </a:lnTo>
                <a:lnTo>
                  <a:pt x="659061" y="102560"/>
                </a:lnTo>
                <a:lnTo>
                  <a:pt x="658015" y="102400"/>
                </a:lnTo>
                <a:lnTo>
                  <a:pt x="657001" y="102175"/>
                </a:lnTo>
                <a:lnTo>
                  <a:pt x="656021" y="101885"/>
                </a:lnTo>
                <a:lnTo>
                  <a:pt x="655074" y="101532"/>
                </a:lnTo>
                <a:lnTo>
                  <a:pt x="654161" y="101114"/>
                </a:lnTo>
                <a:lnTo>
                  <a:pt x="653280" y="100632"/>
                </a:lnTo>
                <a:lnTo>
                  <a:pt x="652433" y="100085"/>
                </a:lnTo>
                <a:lnTo>
                  <a:pt x="651619" y="99474"/>
                </a:lnTo>
                <a:lnTo>
                  <a:pt x="650838" y="98799"/>
                </a:lnTo>
                <a:lnTo>
                  <a:pt x="650090" y="98060"/>
                </a:lnTo>
                <a:lnTo>
                  <a:pt x="649390" y="97268"/>
                </a:lnTo>
                <a:lnTo>
                  <a:pt x="648750" y="96436"/>
                </a:lnTo>
                <a:lnTo>
                  <a:pt x="648171" y="95563"/>
                </a:lnTo>
                <a:lnTo>
                  <a:pt x="647653" y="94650"/>
                </a:lnTo>
                <a:lnTo>
                  <a:pt x="647196" y="93696"/>
                </a:lnTo>
                <a:lnTo>
                  <a:pt x="646800" y="92701"/>
                </a:lnTo>
                <a:lnTo>
                  <a:pt x="646465" y="91666"/>
                </a:lnTo>
                <a:lnTo>
                  <a:pt x="646191" y="90591"/>
                </a:lnTo>
                <a:lnTo>
                  <a:pt x="645978" y="89474"/>
                </a:lnTo>
                <a:lnTo>
                  <a:pt x="645825" y="88318"/>
                </a:lnTo>
                <a:lnTo>
                  <a:pt x="645734" y="87120"/>
                </a:lnTo>
                <a:lnTo>
                  <a:pt x="645703" y="85883"/>
                </a:lnTo>
                <a:lnTo>
                  <a:pt x="645718" y="85096"/>
                </a:lnTo>
                <a:lnTo>
                  <a:pt x="645763" y="84328"/>
                </a:lnTo>
                <a:lnTo>
                  <a:pt x="645837" y="83577"/>
                </a:lnTo>
                <a:lnTo>
                  <a:pt x="645941" y="82844"/>
                </a:lnTo>
                <a:lnTo>
                  <a:pt x="646075" y="82129"/>
                </a:lnTo>
                <a:lnTo>
                  <a:pt x="646238" y="81432"/>
                </a:lnTo>
                <a:lnTo>
                  <a:pt x="646432" y="80752"/>
                </a:lnTo>
                <a:lnTo>
                  <a:pt x="646655" y="80091"/>
                </a:lnTo>
                <a:lnTo>
                  <a:pt x="646907" y="79447"/>
                </a:lnTo>
                <a:lnTo>
                  <a:pt x="647190" y="78821"/>
                </a:lnTo>
                <a:lnTo>
                  <a:pt x="647502" y="78212"/>
                </a:lnTo>
                <a:lnTo>
                  <a:pt x="647843" y="77622"/>
                </a:lnTo>
                <a:lnTo>
                  <a:pt x="648361" y="76819"/>
                </a:lnTo>
                <a:lnTo>
                  <a:pt x="648938" y="76024"/>
                </a:lnTo>
                <a:lnTo>
                  <a:pt x="649575" y="75236"/>
                </a:lnTo>
                <a:lnTo>
                  <a:pt x="650273" y="74457"/>
                </a:lnTo>
                <a:lnTo>
                  <a:pt x="651030" y="73685"/>
                </a:lnTo>
                <a:lnTo>
                  <a:pt x="651847" y="72922"/>
                </a:lnTo>
                <a:lnTo>
                  <a:pt x="652724" y="72166"/>
                </a:lnTo>
                <a:lnTo>
                  <a:pt x="653661" y="71419"/>
                </a:lnTo>
                <a:lnTo>
                  <a:pt x="654658" y="70679"/>
                </a:lnTo>
                <a:lnTo>
                  <a:pt x="655714" y="69947"/>
                </a:lnTo>
                <a:lnTo>
                  <a:pt x="656831" y="69223"/>
                </a:lnTo>
                <a:lnTo>
                  <a:pt x="658008" y="68507"/>
                </a:lnTo>
                <a:lnTo>
                  <a:pt x="659281" y="67782"/>
                </a:lnTo>
                <a:lnTo>
                  <a:pt x="660688" y="67031"/>
                </a:lnTo>
                <a:lnTo>
                  <a:pt x="662227" y="66255"/>
                </a:lnTo>
                <a:lnTo>
                  <a:pt x="663900" y="65452"/>
                </a:lnTo>
                <a:lnTo>
                  <a:pt x="665707" y="64625"/>
                </a:lnTo>
                <a:lnTo>
                  <a:pt x="667646" y="63771"/>
                </a:lnTo>
                <a:lnTo>
                  <a:pt x="669719" y="62892"/>
                </a:lnTo>
                <a:lnTo>
                  <a:pt x="671925" y="61987"/>
                </a:lnTo>
                <a:lnTo>
                  <a:pt x="674264" y="61056"/>
                </a:lnTo>
                <a:lnTo>
                  <a:pt x="676737" y="60100"/>
                </a:lnTo>
                <a:lnTo>
                  <a:pt x="679343" y="59117"/>
                </a:lnTo>
                <a:lnTo>
                  <a:pt x="682082" y="58110"/>
                </a:lnTo>
                <a:lnTo>
                  <a:pt x="682082" y="55546"/>
                </a:lnTo>
                <a:lnTo>
                  <a:pt x="682060" y="53962"/>
                </a:lnTo>
                <a:lnTo>
                  <a:pt x="681995" y="52464"/>
                </a:lnTo>
                <a:lnTo>
                  <a:pt x="681888" y="51051"/>
                </a:lnTo>
                <a:lnTo>
                  <a:pt x="681737" y="49722"/>
                </a:lnTo>
                <a:lnTo>
                  <a:pt x="681543" y="48479"/>
                </a:lnTo>
                <a:lnTo>
                  <a:pt x="681306" y="47321"/>
                </a:lnTo>
                <a:lnTo>
                  <a:pt x="681026" y="46248"/>
                </a:lnTo>
                <a:lnTo>
                  <a:pt x="680703" y="45260"/>
                </a:lnTo>
                <a:lnTo>
                  <a:pt x="680336" y="44357"/>
                </a:lnTo>
                <a:lnTo>
                  <a:pt x="679927" y="43539"/>
                </a:lnTo>
                <a:lnTo>
                  <a:pt x="679474" y="42806"/>
                </a:lnTo>
                <a:lnTo>
                  <a:pt x="678979" y="42158"/>
                </a:lnTo>
                <a:lnTo>
                  <a:pt x="678442" y="41578"/>
                </a:lnTo>
                <a:lnTo>
                  <a:pt x="677866" y="41048"/>
                </a:lnTo>
                <a:lnTo>
                  <a:pt x="677251" y="40569"/>
                </a:lnTo>
                <a:lnTo>
                  <a:pt x="676597" y="40140"/>
                </a:lnTo>
                <a:lnTo>
                  <a:pt x="675904" y="39762"/>
                </a:lnTo>
                <a:lnTo>
                  <a:pt x="675171" y="39434"/>
                </a:lnTo>
                <a:lnTo>
                  <a:pt x="674400" y="39157"/>
                </a:lnTo>
                <a:lnTo>
                  <a:pt x="673589" y="38930"/>
                </a:lnTo>
                <a:lnTo>
                  <a:pt x="672740" y="38753"/>
                </a:lnTo>
                <a:lnTo>
                  <a:pt x="671851" y="38627"/>
                </a:lnTo>
                <a:lnTo>
                  <a:pt x="670923" y="38551"/>
                </a:lnTo>
                <a:lnTo>
                  <a:pt x="669956" y="38526"/>
                </a:lnTo>
                <a:lnTo>
                  <a:pt x="669219" y="38543"/>
                </a:lnTo>
                <a:lnTo>
                  <a:pt x="668509" y="38593"/>
                </a:lnTo>
                <a:lnTo>
                  <a:pt x="667825" y="38677"/>
                </a:lnTo>
                <a:lnTo>
                  <a:pt x="667166" y="38794"/>
                </a:lnTo>
                <a:lnTo>
                  <a:pt x="666533" y="38945"/>
                </a:lnTo>
                <a:lnTo>
                  <a:pt x="665925" y="39129"/>
                </a:lnTo>
                <a:lnTo>
                  <a:pt x="665344" y="39347"/>
                </a:lnTo>
                <a:lnTo>
                  <a:pt x="664788" y="39598"/>
                </a:lnTo>
                <a:lnTo>
                  <a:pt x="664258" y="39883"/>
                </a:lnTo>
                <a:lnTo>
                  <a:pt x="663754" y="40201"/>
                </a:lnTo>
                <a:lnTo>
                  <a:pt x="663275" y="40553"/>
                </a:lnTo>
                <a:lnTo>
                  <a:pt x="662823" y="40938"/>
                </a:lnTo>
                <a:lnTo>
                  <a:pt x="662390" y="41345"/>
                </a:lnTo>
                <a:lnTo>
                  <a:pt x="661994" y="41762"/>
                </a:lnTo>
                <a:lnTo>
                  <a:pt x="661637" y="42189"/>
                </a:lnTo>
                <a:lnTo>
                  <a:pt x="661317" y="42626"/>
                </a:lnTo>
                <a:lnTo>
                  <a:pt x="661034" y="43072"/>
                </a:lnTo>
                <a:lnTo>
                  <a:pt x="660790" y="43528"/>
                </a:lnTo>
                <a:lnTo>
                  <a:pt x="660583" y="43994"/>
                </a:lnTo>
                <a:lnTo>
                  <a:pt x="660413" y="44470"/>
                </a:lnTo>
                <a:lnTo>
                  <a:pt x="660281" y="44956"/>
                </a:lnTo>
                <a:lnTo>
                  <a:pt x="660187" y="45452"/>
                </a:lnTo>
                <a:lnTo>
                  <a:pt x="660131" y="45958"/>
                </a:lnTo>
                <a:lnTo>
                  <a:pt x="660112" y="46473"/>
                </a:lnTo>
                <a:lnTo>
                  <a:pt x="660255" y="50588"/>
                </a:lnTo>
                <a:lnTo>
                  <a:pt x="660243" y="51121"/>
                </a:lnTo>
                <a:lnTo>
                  <a:pt x="660208" y="51634"/>
                </a:lnTo>
                <a:lnTo>
                  <a:pt x="660150" y="52126"/>
                </a:lnTo>
                <a:lnTo>
                  <a:pt x="660068" y="52597"/>
                </a:lnTo>
                <a:lnTo>
                  <a:pt x="659964" y="53048"/>
                </a:lnTo>
                <a:lnTo>
                  <a:pt x="659836" y="53478"/>
                </a:lnTo>
                <a:lnTo>
                  <a:pt x="659684" y="53887"/>
                </a:lnTo>
                <a:lnTo>
                  <a:pt x="659510" y="54276"/>
                </a:lnTo>
                <a:lnTo>
                  <a:pt x="659312" y="54644"/>
                </a:lnTo>
                <a:lnTo>
                  <a:pt x="659091" y="54991"/>
                </a:lnTo>
                <a:lnTo>
                  <a:pt x="658846" y="55318"/>
                </a:lnTo>
                <a:lnTo>
                  <a:pt x="658578" y="55624"/>
                </a:lnTo>
                <a:lnTo>
                  <a:pt x="658292" y="55907"/>
                </a:lnTo>
                <a:lnTo>
                  <a:pt x="657991" y="56166"/>
                </a:lnTo>
                <a:lnTo>
                  <a:pt x="657676" y="56400"/>
                </a:lnTo>
                <a:lnTo>
                  <a:pt x="657346" y="56609"/>
                </a:lnTo>
                <a:lnTo>
                  <a:pt x="657002" y="56794"/>
                </a:lnTo>
                <a:lnTo>
                  <a:pt x="656644" y="56954"/>
                </a:lnTo>
                <a:lnTo>
                  <a:pt x="656271" y="57090"/>
                </a:lnTo>
                <a:lnTo>
                  <a:pt x="655884" y="57200"/>
                </a:lnTo>
                <a:lnTo>
                  <a:pt x="655482" y="57287"/>
                </a:lnTo>
                <a:lnTo>
                  <a:pt x="655066" y="57348"/>
                </a:lnTo>
                <a:lnTo>
                  <a:pt x="654636" y="57385"/>
                </a:lnTo>
                <a:lnTo>
                  <a:pt x="654192" y="57398"/>
                </a:lnTo>
                <a:lnTo>
                  <a:pt x="653759" y="57385"/>
                </a:lnTo>
                <a:lnTo>
                  <a:pt x="653339" y="57346"/>
                </a:lnTo>
                <a:lnTo>
                  <a:pt x="652932" y="57282"/>
                </a:lnTo>
                <a:lnTo>
                  <a:pt x="652539" y="57193"/>
                </a:lnTo>
                <a:lnTo>
                  <a:pt x="652160" y="57077"/>
                </a:lnTo>
                <a:lnTo>
                  <a:pt x="651793" y="56936"/>
                </a:lnTo>
                <a:lnTo>
                  <a:pt x="651440" y="56770"/>
                </a:lnTo>
                <a:lnTo>
                  <a:pt x="651101" y="56578"/>
                </a:lnTo>
                <a:lnTo>
                  <a:pt x="650775" y="56360"/>
                </a:lnTo>
                <a:lnTo>
                  <a:pt x="650462" y="56116"/>
                </a:lnTo>
                <a:lnTo>
                  <a:pt x="650162" y="55847"/>
                </a:lnTo>
                <a:lnTo>
                  <a:pt x="649876" y="55553"/>
                </a:lnTo>
                <a:lnTo>
                  <a:pt x="649609" y="55235"/>
                </a:lnTo>
                <a:lnTo>
                  <a:pt x="649364" y="54899"/>
                </a:lnTo>
                <a:lnTo>
                  <a:pt x="649143" y="54545"/>
                </a:lnTo>
                <a:lnTo>
                  <a:pt x="648945" y="54171"/>
                </a:lnTo>
                <a:lnTo>
                  <a:pt x="648770" y="53779"/>
                </a:lnTo>
                <a:lnTo>
                  <a:pt x="648619" y="53368"/>
                </a:lnTo>
                <a:lnTo>
                  <a:pt x="648491" y="52939"/>
                </a:lnTo>
                <a:lnTo>
                  <a:pt x="648386" y="52490"/>
                </a:lnTo>
                <a:lnTo>
                  <a:pt x="648305" y="52023"/>
                </a:lnTo>
                <a:lnTo>
                  <a:pt x="648247" y="51538"/>
                </a:lnTo>
                <a:lnTo>
                  <a:pt x="648212" y="51033"/>
                </a:lnTo>
                <a:lnTo>
                  <a:pt x="648200" y="50510"/>
                </a:lnTo>
                <a:lnTo>
                  <a:pt x="648244" y="49499"/>
                </a:lnTo>
                <a:lnTo>
                  <a:pt x="648374" y="48503"/>
                </a:lnTo>
                <a:lnTo>
                  <a:pt x="648592" y="47520"/>
                </a:lnTo>
                <a:lnTo>
                  <a:pt x="648897" y="46551"/>
                </a:lnTo>
                <a:lnTo>
                  <a:pt x="649290" y="45595"/>
                </a:lnTo>
                <a:lnTo>
                  <a:pt x="649769" y="44654"/>
                </a:lnTo>
                <a:lnTo>
                  <a:pt x="650336" y="43726"/>
                </a:lnTo>
                <a:lnTo>
                  <a:pt x="650990" y="42812"/>
                </a:lnTo>
                <a:lnTo>
                  <a:pt x="651731" y="41912"/>
                </a:lnTo>
                <a:lnTo>
                  <a:pt x="652559" y="41025"/>
                </a:lnTo>
                <a:lnTo>
                  <a:pt x="653474" y="40153"/>
                </a:lnTo>
                <a:lnTo>
                  <a:pt x="654477" y="39294"/>
                </a:lnTo>
                <a:lnTo>
                  <a:pt x="655558" y="38477"/>
                </a:lnTo>
                <a:lnTo>
                  <a:pt x="656710" y="37732"/>
                </a:lnTo>
                <a:lnTo>
                  <a:pt x="657932" y="37057"/>
                </a:lnTo>
                <a:lnTo>
                  <a:pt x="659224" y="36454"/>
                </a:lnTo>
                <a:lnTo>
                  <a:pt x="660587" y="35922"/>
                </a:lnTo>
                <a:lnTo>
                  <a:pt x="662020" y="35460"/>
                </a:lnTo>
                <a:lnTo>
                  <a:pt x="663523" y="35070"/>
                </a:lnTo>
                <a:lnTo>
                  <a:pt x="665097" y="34750"/>
                </a:lnTo>
                <a:lnTo>
                  <a:pt x="666741" y="34502"/>
                </a:lnTo>
                <a:lnTo>
                  <a:pt x="668456" y="34324"/>
                </a:lnTo>
                <a:lnTo>
                  <a:pt x="670240" y="34218"/>
                </a:lnTo>
                <a:lnTo>
                  <a:pt x="672095" y="34182"/>
                </a:lnTo>
                <a:lnTo>
                  <a:pt x="673524" y="34202"/>
                </a:lnTo>
                <a:lnTo>
                  <a:pt x="674909" y="34263"/>
                </a:lnTo>
                <a:lnTo>
                  <a:pt x="676250" y="34364"/>
                </a:lnTo>
                <a:lnTo>
                  <a:pt x="677548" y="34506"/>
                </a:lnTo>
                <a:lnTo>
                  <a:pt x="678802" y="34688"/>
                </a:lnTo>
                <a:lnTo>
                  <a:pt x="680013" y="34911"/>
                </a:lnTo>
                <a:lnTo>
                  <a:pt x="681180" y="35174"/>
                </a:lnTo>
                <a:lnTo>
                  <a:pt x="682303" y="35478"/>
                </a:lnTo>
                <a:lnTo>
                  <a:pt x="683383" y="35822"/>
                </a:lnTo>
                <a:lnTo>
                  <a:pt x="684420" y="36207"/>
                </a:lnTo>
                <a:lnTo>
                  <a:pt x="685412" y="36632"/>
                </a:lnTo>
                <a:lnTo>
                  <a:pt x="686361" y="37097"/>
                </a:lnTo>
                <a:lnTo>
                  <a:pt x="687047" y="37482"/>
                </a:lnTo>
                <a:lnTo>
                  <a:pt x="687703" y="37902"/>
                </a:lnTo>
                <a:lnTo>
                  <a:pt x="688327" y="38356"/>
                </a:lnTo>
                <a:lnTo>
                  <a:pt x="688921" y="38844"/>
                </a:lnTo>
                <a:lnTo>
                  <a:pt x="689484" y="39368"/>
                </a:lnTo>
                <a:lnTo>
                  <a:pt x="690017" y="39925"/>
                </a:lnTo>
                <a:lnTo>
                  <a:pt x="690519" y="40518"/>
                </a:lnTo>
                <a:lnTo>
                  <a:pt x="690990" y="41145"/>
                </a:lnTo>
                <a:lnTo>
                  <a:pt x="691430" y="41806"/>
                </a:lnTo>
                <a:lnTo>
                  <a:pt x="691840" y="42502"/>
                </a:lnTo>
                <a:lnTo>
                  <a:pt x="692219" y="43233"/>
                </a:lnTo>
                <a:lnTo>
                  <a:pt x="692567" y="43998"/>
                </a:lnTo>
                <a:lnTo>
                  <a:pt x="692772" y="44552"/>
                </a:lnTo>
                <a:lnTo>
                  <a:pt x="692959" y="45195"/>
                </a:lnTo>
                <a:lnTo>
                  <a:pt x="693129" y="45927"/>
                </a:lnTo>
                <a:lnTo>
                  <a:pt x="693280" y="46748"/>
                </a:lnTo>
                <a:lnTo>
                  <a:pt x="693414" y="47658"/>
                </a:lnTo>
                <a:lnTo>
                  <a:pt x="693530" y="48657"/>
                </a:lnTo>
                <a:lnTo>
                  <a:pt x="693628" y="49744"/>
                </a:lnTo>
                <a:lnTo>
                  <a:pt x="693708" y="50921"/>
                </a:lnTo>
                <a:lnTo>
                  <a:pt x="693771" y="52186"/>
                </a:lnTo>
                <a:lnTo>
                  <a:pt x="693815" y="53541"/>
                </a:lnTo>
                <a:lnTo>
                  <a:pt x="693842" y="54984"/>
                </a:lnTo>
                <a:lnTo>
                  <a:pt x="693851" y="56516"/>
                </a:lnTo>
                <a:lnTo>
                  <a:pt x="693851" y="78637"/>
                </a:lnTo>
                <a:lnTo>
                  <a:pt x="693853" y="80140"/>
                </a:lnTo>
                <a:lnTo>
                  <a:pt x="693861" y="81542"/>
                </a:lnTo>
                <a:lnTo>
                  <a:pt x="693873" y="82844"/>
                </a:lnTo>
                <a:lnTo>
                  <a:pt x="693891" y="84046"/>
                </a:lnTo>
                <a:lnTo>
                  <a:pt x="693913" y="85148"/>
                </a:lnTo>
                <a:lnTo>
                  <a:pt x="693940" y="86150"/>
                </a:lnTo>
                <a:lnTo>
                  <a:pt x="693972" y="87051"/>
                </a:lnTo>
                <a:lnTo>
                  <a:pt x="694009" y="87852"/>
                </a:lnTo>
                <a:lnTo>
                  <a:pt x="694052" y="88553"/>
                </a:lnTo>
                <a:lnTo>
                  <a:pt x="694099" y="89153"/>
                </a:lnTo>
                <a:lnTo>
                  <a:pt x="694151" y="89653"/>
                </a:lnTo>
                <a:lnTo>
                  <a:pt x="694208" y="90053"/>
                </a:lnTo>
                <a:lnTo>
                  <a:pt x="694270" y="90393"/>
                </a:lnTo>
                <a:lnTo>
                  <a:pt x="694339" y="90714"/>
                </a:lnTo>
                <a:lnTo>
                  <a:pt x="694415" y="91016"/>
                </a:lnTo>
                <a:lnTo>
                  <a:pt x="694497" y="91298"/>
                </a:lnTo>
                <a:lnTo>
                  <a:pt x="694585" y="91561"/>
                </a:lnTo>
                <a:lnTo>
                  <a:pt x="694680" y="91805"/>
                </a:lnTo>
                <a:lnTo>
                  <a:pt x="694781" y="92030"/>
                </a:lnTo>
                <a:lnTo>
                  <a:pt x="694889" y="92235"/>
                </a:lnTo>
                <a:lnTo>
                  <a:pt x="695003" y="92421"/>
                </a:lnTo>
                <a:lnTo>
                  <a:pt x="695124" y="92588"/>
                </a:lnTo>
                <a:lnTo>
                  <a:pt x="695251" y="92735"/>
                </a:lnTo>
                <a:lnTo>
                  <a:pt x="695384" y="92864"/>
                </a:lnTo>
                <a:lnTo>
                  <a:pt x="695523" y="92977"/>
                </a:lnTo>
                <a:lnTo>
                  <a:pt x="695665" y="93081"/>
                </a:lnTo>
                <a:lnTo>
                  <a:pt x="695810" y="93174"/>
                </a:lnTo>
                <a:lnTo>
                  <a:pt x="695959" y="93258"/>
                </a:lnTo>
                <a:lnTo>
                  <a:pt x="696111" y="93332"/>
                </a:lnTo>
                <a:lnTo>
                  <a:pt x="696267" y="93396"/>
                </a:lnTo>
                <a:lnTo>
                  <a:pt x="696426" y="93450"/>
                </a:lnTo>
                <a:lnTo>
                  <a:pt x="696589" y="93495"/>
                </a:lnTo>
                <a:lnTo>
                  <a:pt x="696755" y="93529"/>
                </a:lnTo>
                <a:lnTo>
                  <a:pt x="696925" y="93554"/>
                </a:lnTo>
                <a:lnTo>
                  <a:pt x="697098" y="93569"/>
                </a:lnTo>
                <a:lnTo>
                  <a:pt x="697275" y="93574"/>
                </a:lnTo>
                <a:lnTo>
                  <a:pt x="697463" y="93570"/>
                </a:lnTo>
                <a:lnTo>
                  <a:pt x="697647" y="93560"/>
                </a:lnTo>
                <a:lnTo>
                  <a:pt x="697828" y="93542"/>
                </a:lnTo>
                <a:lnTo>
                  <a:pt x="698004" y="93518"/>
                </a:lnTo>
                <a:lnTo>
                  <a:pt x="698176" y="93487"/>
                </a:lnTo>
                <a:lnTo>
                  <a:pt x="698345" y="93449"/>
                </a:lnTo>
                <a:lnTo>
                  <a:pt x="698509" y="93404"/>
                </a:lnTo>
                <a:lnTo>
                  <a:pt x="698670" y="93352"/>
                </a:lnTo>
                <a:lnTo>
                  <a:pt x="698826" y="93293"/>
                </a:lnTo>
                <a:lnTo>
                  <a:pt x="698979" y="93227"/>
                </a:lnTo>
                <a:lnTo>
                  <a:pt x="699127" y="93155"/>
                </a:lnTo>
                <a:lnTo>
                  <a:pt x="699272" y="93075"/>
                </a:lnTo>
                <a:lnTo>
                  <a:pt x="699541" y="92898"/>
                </a:lnTo>
                <a:lnTo>
                  <a:pt x="699849" y="92674"/>
                </a:lnTo>
                <a:lnTo>
                  <a:pt x="700195" y="92403"/>
                </a:lnTo>
                <a:lnTo>
                  <a:pt x="700580" y="92086"/>
                </a:lnTo>
                <a:lnTo>
                  <a:pt x="701003" y="91723"/>
                </a:lnTo>
                <a:lnTo>
                  <a:pt x="701465" y="91313"/>
                </a:lnTo>
                <a:lnTo>
                  <a:pt x="701966" y="90856"/>
                </a:lnTo>
                <a:lnTo>
                  <a:pt x="702506" y="90353"/>
                </a:lnTo>
                <a:lnTo>
                  <a:pt x="703084" y="89804"/>
                </a:lnTo>
                <a:lnTo>
                  <a:pt x="703700" y="89208"/>
                </a:lnTo>
                <a:lnTo>
                  <a:pt x="704356" y="88565"/>
                </a:lnTo>
                <a:lnTo>
                  <a:pt x="705050" y="87877"/>
                </a:lnTo>
                <a:lnTo>
                  <a:pt x="705050" y="91864"/>
                </a:lnTo>
                <a:lnTo>
                  <a:pt x="703723" y="93571"/>
                </a:lnTo>
                <a:lnTo>
                  <a:pt x="702406" y="95128"/>
                </a:lnTo>
                <a:lnTo>
                  <a:pt x="701100" y="96538"/>
                </a:lnTo>
                <a:lnTo>
                  <a:pt x="699803" y="97799"/>
                </a:lnTo>
                <a:lnTo>
                  <a:pt x="698516" y="98912"/>
                </a:lnTo>
                <a:lnTo>
                  <a:pt x="697239" y="99876"/>
                </a:lnTo>
                <a:lnTo>
                  <a:pt x="695972" y="100692"/>
                </a:lnTo>
                <a:lnTo>
                  <a:pt x="694715" y="101360"/>
                </a:lnTo>
                <a:lnTo>
                  <a:pt x="693468" y="101879"/>
                </a:lnTo>
                <a:lnTo>
                  <a:pt x="692230" y="102250"/>
                </a:lnTo>
                <a:lnTo>
                  <a:pt x="691003" y="102472"/>
                </a:lnTo>
                <a:lnTo>
                  <a:pt x="689785" y="102546"/>
                </a:lnTo>
                <a:lnTo>
                  <a:pt x="689213" y="102530"/>
                </a:lnTo>
                <a:lnTo>
                  <a:pt x="688660" y="102479"/>
                </a:lnTo>
                <a:lnTo>
                  <a:pt x="688127" y="102395"/>
                </a:lnTo>
                <a:lnTo>
                  <a:pt x="687614" y="102277"/>
                </a:lnTo>
                <a:lnTo>
                  <a:pt x="687120" y="102126"/>
                </a:lnTo>
                <a:lnTo>
                  <a:pt x="686647" y="101941"/>
                </a:lnTo>
                <a:lnTo>
                  <a:pt x="686193" y="101723"/>
                </a:lnTo>
                <a:lnTo>
                  <a:pt x="685759" y="101470"/>
                </a:lnTo>
                <a:lnTo>
                  <a:pt x="685345" y="101184"/>
                </a:lnTo>
                <a:lnTo>
                  <a:pt x="684951" y="100865"/>
                </a:lnTo>
                <a:lnTo>
                  <a:pt x="684576" y="100512"/>
                </a:lnTo>
                <a:lnTo>
                  <a:pt x="684221" y="100125"/>
                </a:lnTo>
                <a:lnTo>
                  <a:pt x="683891" y="99698"/>
                </a:lnTo>
                <a:lnTo>
                  <a:pt x="683587" y="99223"/>
                </a:lnTo>
                <a:lnTo>
                  <a:pt x="683312" y="98701"/>
                </a:lnTo>
                <a:lnTo>
                  <a:pt x="683064" y="98131"/>
                </a:lnTo>
                <a:lnTo>
                  <a:pt x="682844" y="97514"/>
                </a:lnTo>
                <a:lnTo>
                  <a:pt x="682652" y="96849"/>
                </a:lnTo>
                <a:lnTo>
                  <a:pt x="682488" y="96137"/>
                </a:lnTo>
                <a:lnTo>
                  <a:pt x="682351" y="95378"/>
                </a:lnTo>
                <a:lnTo>
                  <a:pt x="682242" y="94571"/>
                </a:lnTo>
                <a:lnTo>
                  <a:pt x="682161" y="93716"/>
                </a:lnTo>
                <a:lnTo>
                  <a:pt x="682107" y="92814"/>
                </a:lnTo>
                <a:lnTo>
                  <a:pt x="682082" y="91864"/>
                </a:lnTo>
                <a:moveTo>
                  <a:pt x="682082" y="87196"/>
                </a:moveTo>
                <a:lnTo>
                  <a:pt x="682082" y="62454"/>
                </a:lnTo>
                <a:lnTo>
                  <a:pt x="680339" y="63145"/>
                </a:lnTo>
                <a:lnTo>
                  <a:pt x="678703" y="63802"/>
                </a:lnTo>
                <a:lnTo>
                  <a:pt x="677173" y="64425"/>
                </a:lnTo>
                <a:lnTo>
                  <a:pt x="675749" y="65013"/>
                </a:lnTo>
                <a:lnTo>
                  <a:pt x="674431" y="65567"/>
                </a:lnTo>
                <a:lnTo>
                  <a:pt x="673219" y="66087"/>
                </a:lnTo>
                <a:lnTo>
                  <a:pt x="672113" y="66572"/>
                </a:lnTo>
                <a:lnTo>
                  <a:pt x="671113" y="67022"/>
                </a:lnTo>
                <a:lnTo>
                  <a:pt x="670219" y="67438"/>
                </a:lnTo>
                <a:lnTo>
                  <a:pt x="669430" y="67820"/>
                </a:lnTo>
                <a:lnTo>
                  <a:pt x="668748" y="68167"/>
                </a:lnTo>
                <a:lnTo>
                  <a:pt x="668172" y="68480"/>
                </a:lnTo>
                <a:lnTo>
                  <a:pt x="667255" y="69002"/>
                </a:lnTo>
                <a:lnTo>
                  <a:pt x="666383" y="69528"/>
                </a:lnTo>
                <a:lnTo>
                  <a:pt x="665555" y="70058"/>
                </a:lnTo>
                <a:lnTo>
                  <a:pt x="664772" y="70591"/>
                </a:lnTo>
                <a:lnTo>
                  <a:pt x="664034" y="71129"/>
                </a:lnTo>
                <a:lnTo>
                  <a:pt x="663340" y="71671"/>
                </a:lnTo>
                <a:lnTo>
                  <a:pt x="662690" y="72216"/>
                </a:lnTo>
                <a:lnTo>
                  <a:pt x="662085" y="72766"/>
                </a:lnTo>
                <a:lnTo>
                  <a:pt x="661525" y="73319"/>
                </a:lnTo>
                <a:lnTo>
                  <a:pt x="661010" y="73876"/>
                </a:lnTo>
                <a:lnTo>
                  <a:pt x="660539" y="74437"/>
                </a:lnTo>
                <a:lnTo>
                  <a:pt x="660112" y="75003"/>
                </a:lnTo>
                <a:lnTo>
                  <a:pt x="659725" y="75574"/>
                </a:lnTo>
                <a:lnTo>
                  <a:pt x="659371" y="76155"/>
                </a:lnTo>
                <a:lnTo>
                  <a:pt x="659051" y="76744"/>
                </a:lnTo>
                <a:lnTo>
                  <a:pt x="658765" y="77342"/>
                </a:lnTo>
                <a:lnTo>
                  <a:pt x="658512" y="77949"/>
                </a:lnTo>
                <a:lnTo>
                  <a:pt x="658293" y="78565"/>
                </a:lnTo>
                <a:lnTo>
                  <a:pt x="658108" y="79190"/>
                </a:lnTo>
                <a:lnTo>
                  <a:pt x="657956" y="79823"/>
                </a:lnTo>
                <a:lnTo>
                  <a:pt x="657838" y="80466"/>
                </a:lnTo>
                <a:lnTo>
                  <a:pt x="657754" y="81117"/>
                </a:lnTo>
                <a:lnTo>
                  <a:pt x="657704" y="81777"/>
                </a:lnTo>
                <a:lnTo>
                  <a:pt x="657687" y="82447"/>
                </a:lnTo>
                <a:lnTo>
                  <a:pt x="657708" y="83285"/>
                </a:lnTo>
                <a:lnTo>
                  <a:pt x="657772" y="84100"/>
                </a:lnTo>
                <a:lnTo>
                  <a:pt x="657879" y="84891"/>
                </a:lnTo>
                <a:lnTo>
                  <a:pt x="658028" y="85657"/>
                </a:lnTo>
                <a:lnTo>
                  <a:pt x="658219" y="86399"/>
                </a:lnTo>
                <a:lnTo>
                  <a:pt x="658454" y="87117"/>
                </a:lnTo>
                <a:lnTo>
                  <a:pt x="658731" y="87811"/>
                </a:lnTo>
                <a:lnTo>
                  <a:pt x="659050" y="88481"/>
                </a:lnTo>
                <a:lnTo>
                  <a:pt x="659412" y="89127"/>
                </a:lnTo>
                <a:lnTo>
                  <a:pt x="659817" y="89748"/>
                </a:lnTo>
                <a:lnTo>
                  <a:pt x="660264" y="90345"/>
                </a:lnTo>
                <a:lnTo>
                  <a:pt x="660754" y="90919"/>
                </a:lnTo>
                <a:lnTo>
                  <a:pt x="661272" y="91456"/>
                </a:lnTo>
                <a:lnTo>
                  <a:pt x="661802" y="91948"/>
                </a:lnTo>
                <a:lnTo>
                  <a:pt x="662346" y="92392"/>
                </a:lnTo>
                <a:lnTo>
                  <a:pt x="662902" y="92789"/>
                </a:lnTo>
                <a:lnTo>
                  <a:pt x="663471" y="93140"/>
                </a:lnTo>
                <a:lnTo>
                  <a:pt x="664053" y="93444"/>
                </a:lnTo>
                <a:lnTo>
                  <a:pt x="664648" y="93701"/>
                </a:lnTo>
                <a:lnTo>
                  <a:pt x="665256" y="93912"/>
                </a:lnTo>
                <a:lnTo>
                  <a:pt x="665876" y="94075"/>
                </a:lnTo>
                <a:lnTo>
                  <a:pt x="666510" y="94192"/>
                </a:lnTo>
                <a:lnTo>
                  <a:pt x="667156" y="94262"/>
                </a:lnTo>
                <a:lnTo>
                  <a:pt x="667816" y="94286"/>
                </a:lnTo>
                <a:lnTo>
                  <a:pt x="668743" y="94236"/>
                </a:lnTo>
                <a:lnTo>
                  <a:pt x="669718" y="94089"/>
                </a:lnTo>
                <a:lnTo>
                  <a:pt x="670740" y="93843"/>
                </a:lnTo>
                <a:lnTo>
                  <a:pt x="671810" y="93498"/>
                </a:lnTo>
                <a:lnTo>
                  <a:pt x="672928" y="93055"/>
                </a:lnTo>
                <a:lnTo>
                  <a:pt x="674093" y="92513"/>
                </a:lnTo>
                <a:lnTo>
                  <a:pt x="675305" y="91873"/>
                </a:lnTo>
                <a:lnTo>
                  <a:pt x="676565" y="91135"/>
                </a:lnTo>
                <a:lnTo>
                  <a:pt x="677873" y="90298"/>
                </a:lnTo>
                <a:lnTo>
                  <a:pt x="679228" y="89362"/>
                </a:lnTo>
                <a:lnTo>
                  <a:pt x="680631" y="88328"/>
                </a:lnTo>
                <a:lnTo>
                  <a:pt x="682082" y="87196"/>
                </a:lnTo>
                <a:close/>
                <a:moveTo>
                  <a:pt x="732347" y="0"/>
                </a:moveTo>
                <a:lnTo>
                  <a:pt x="732347" y="86461"/>
                </a:lnTo>
                <a:lnTo>
                  <a:pt x="732353" y="87453"/>
                </a:lnTo>
                <a:lnTo>
                  <a:pt x="732372" y="88387"/>
                </a:lnTo>
                <a:lnTo>
                  <a:pt x="732403" y="89263"/>
                </a:lnTo>
                <a:lnTo>
                  <a:pt x="732446" y="90083"/>
                </a:lnTo>
                <a:lnTo>
                  <a:pt x="732502" y="90845"/>
                </a:lnTo>
                <a:lnTo>
                  <a:pt x="732570" y="91550"/>
                </a:lnTo>
                <a:lnTo>
                  <a:pt x="732651" y="92197"/>
                </a:lnTo>
                <a:lnTo>
                  <a:pt x="732744" y="92787"/>
                </a:lnTo>
                <a:lnTo>
                  <a:pt x="732849" y="93320"/>
                </a:lnTo>
                <a:lnTo>
                  <a:pt x="732966" y="93796"/>
                </a:lnTo>
                <a:lnTo>
                  <a:pt x="733096" y="94214"/>
                </a:lnTo>
                <a:lnTo>
                  <a:pt x="733239" y="94575"/>
                </a:lnTo>
                <a:lnTo>
                  <a:pt x="733394" y="94900"/>
                </a:lnTo>
                <a:lnTo>
                  <a:pt x="733563" y="95212"/>
                </a:lnTo>
                <a:lnTo>
                  <a:pt x="733745" y="95511"/>
                </a:lnTo>
                <a:lnTo>
                  <a:pt x="733940" y="95796"/>
                </a:lnTo>
                <a:lnTo>
                  <a:pt x="734149" y="96068"/>
                </a:lnTo>
                <a:lnTo>
                  <a:pt x="734371" y="96327"/>
                </a:lnTo>
                <a:lnTo>
                  <a:pt x="734607" y="96572"/>
                </a:lnTo>
                <a:lnTo>
                  <a:pt x="734856" y="96804"/>
                </a:lnTo>
                <a:lnTo>
                  <a:pt x="735118" y="97023"/>
                </a:lnTo>
                <a:lnTo>
                  <a:pt x="735394" y="97229"/>
                </a:lnTo>
                <a:lnTo>
                  <a:pt x="735683" y="97421"/>
                </a:lnTo>
                <a:lnTo>
                  <a:pt x="735985" y="97599"/>
                </a:lnTo>
                <a:lnTo>
                  <a:pt x="736316" y="97764"/>
                </a:lnTo>
                <a:lnTo>
                  <a:pt x="736692" y="97914"/>
                </a:lnTo>
                <a:lnTo>
                  <a:pt x="737113" y="98050"/>
                </a:lnTo>
                <a:lnTo>
                  <a:pt x="737578" y="98172"/>
                </a:lnTo>
                <a:lnTo>
                  <a:pt x="738088" y="98279"/>
                </a:lnTo>
                <a:lnTo>
                  <a:pt x="738642" y="98372"/>
                </a:lnTo>
                <a:lnTo>
                  <a:pt x="739241" y="98451"/>
                </a:lnTo>
                <a:lnTo>
                  <a:pt x="739884" y="98515"/>
                </a:lnTo>
                <a:lnTo>
                  <a:pt x="740572" y="98565"/>
                </a:lnTo>
                <a:lnTo>
                  <a:pt x="741305" y="98601"/>
                </a:lnTo>
                <a:lnTo>
                  <a:pt x="742082" y="98623"/>
                </a:lnTo>
                <a:lnTo>
                  <a:pt x="742904" y="98630"/>
                </a:lnTo>
                <a:lnTo>
                  <a:pt x="742904" y="101265"/>
                </a:lnTo>
                <a:lnTo>
                  <a:pt x="710877" y="101265"/>
                </a:lnTo>
                <a:lnTo>
                  <a:pt x="710877" y="98630"/>
                </a:lnTo>
                <a:lnTo>
                  <a:pt x="711606" y="98623"/>
                </a:lnTo>
                <a:lnTo>
                  <a:pt x="712296" y="98604"/>
                </a:lnTo>
                <a:lnTo>
                  <a:pt x="712946" y="98572"/>
                </a:lnTo>
                <a:lnTo>
                  <a:pt x="713556" y="98527"/>
                </a:lnTo>
                <a:lnTo>
                  <a:pt x="714127" y="98469"/>
                </a:lnTo>
                <a:lnTo>
                  <a:pt x="714658" y="98399"/>
                </a:lnTo>
                <a:lnTo>
                  <a:pt x="715149" y="98315"/>
                </a:lnTo>
                <a:lnTo>
                  <a:pt x="715601" y="98219"/>
                </a:lnTo>
                <a:lnTo>
                  <a:pt x="716013" y="98110"/>
                </a:lnTo>
                <a:lnTo>
                  <a:pt x="716385" y="97988"/>
                </a:lnTo>
                <a:lnTo>
                  <a:pt x="716718" y="97854"/>
                </a:lnTo>
                <a:lnTo>
                  <a:pt x="717011" y="97706"/>
                </a:lnTo>
                <a:lnTo>
                  <a:pt x="717280" y="97543"/>
                </a:lnTo>
                <a:lnTo>
                  <a:pt x="717538" y="97364"/>
                </a:lnTo>
                <a:lnTo>
                  <a:pt x="717787" y="97168"/>
                </a:lnTo>
                <a:lnTo>
                  <a:pt x="718026" y="96955"/>
                </a:lnTo>
                <a:lnTo>
                  <a:pt x="718255" y="96725"/>
                </a:lnTo>
                <a:lnTo>
                  <a:pt x="718474" y="96478"/>
                </a:lnTo>
                <a:lnTo>
                  <a:pt x="718683" y="96215"/>
                </a:lnTo>
                <a:lnTo>
                  <a:pt x="718882" y="95935"/>
                </a:lnTo>
                <a:lnTo>
                  <a:pt x="719071" y="95638"/>
                </a:lnTo>
                <a:lnTo>
                  <a:pt x="719250" y="95324"/>
                </a:lnTo>
                <a:lnTo>
                  <a:pt x="719420" y="94994"/>
                </a:lnTo>
                <a:lnTo>
                  <a:pt x="719579" y="94646"/>
                </a:lnTo>
                <a:lnTo>
                  <a:pt x="719727" y="94263"/>
                </a:lnTo>
                <a:lnTo>
                  <a:pt x="719863" y="93825"/>
                </a:lnTo>
                <a:lnTo>
                  <a:pt x="719985" y="93334"/>
                </a:lnTo>
                <a:lnTo>
                  <a:pt x="720094" y="92787"/>
                </a:lnTo>
                <a:lnTo>
                  <a:pt x="720191" y="92187"/>
                </a:lnTo>
                <a:lnTo>
                  <a:pt x="720275" y="91532"/>
                </a:lnTo>
                <a:lnTo>
                  <a:pt x="720346" y="90823"/>
                </a:lnTo>
                <a:lnTo>
                  <a:pt x="720404" y="90059"/>
                </a:lnTo>
                <a:lnTo>
                  <a:pt x="720449" y="89241"/>
                </a:lnTo>
                <a:lnTo>
                  <a:pt x="720481" y="88369"/>
                </a:lnTo>
                <a:lnTo>
                  <a:pt x="720500" y="87442"/>
                </a:lnTo>
                <a:lnTo>
                  <a:pt x="720507" y="86461"/>
                </a:lnTo>
                <a:lnTo>
                  <a:pt x="720507" y="27254"/>
                </a:lnTo>
                <a:lnTo>
                  <a:pt x="720503" y="25475"/>
                </a:lnTo>
                <a:lnTo>
                  <a:pt x="720493" y="23814"/>
                </a:lnTo>
                <a:lnTo>
                  <a:pt x="720475" y="22271"/>
                </a:lnTo>
                <a:lnTo>
                  <a:pt x="720451" y="20847"/>
                </a:lnTo>
                <a:lnTo>
                  <a:pt x="720420" y="19540"/>
                </a:lnTo>
                <a:lnTo>
                  <a:pt x="720382" y="18351"/>
                </a:lnTo>
                <a:lnTo>
                  <a:pt x="720337" y="17281"/>
                </a:lnTo>
                <a:lnTo>
                  <a:pt x="720285" y="16328"/>
                </a:lnTo>
                <a:lnTo>
                  <a:pt x="720226" y="15494"/>
                </a:lnTo>
                <a:lnTo>
                  <a:pt x="720160" y="14778"/>
                </a:lnTo>
                <a:lnTo>
                  <a:pt x="720087" y="14180"/>
                </a:lnTo>
                <a:lnTo>
                  <a:pt x="720007" y="13700"/>
                </a:lnTo>
                <a:lnTo>
                  <a:pt x="719920" y="13289"/>
                </a:lnTo>
                <a:lnTo>
                  <a:pt x="719824" y="12901"/>
                </a:lnTo>
                <a:lnTo>
                  <a:pt x="719720" y="12536"/>
                </a:lnTo>
                <a:lnTo>
                  <a:pt x="719607" y="12192"/>
                </a:lnTo>
                <a:lnTo>
                  <a:pt x="719486" y="11871"/>
                </a:lnTo>
                <a:lnTo>
                  <a:pt x="719356" y="11573"/>
                </a:lnTo>
                <a:lnTo>
                  <a:pt x="719218" y="11296"/>
                </a:lnTo>
                <a:lnTo>
                  <a:pt x="719072" y="11042"/>
                </a:lnTo>
                <a:lnTo>
                  <a:pt x="718917" y="10810"/>
                </a:lnTo>
                <a:lnTo>
                  <a:pt x="718754" y="10600"/>
                </a:lnTo>
                <a:lnTo>
                  <a:pt x="718582" y="10413"/>
                </a:lnTo>
                <a:lnTo>
                  <a:pt x="718402" y="10248"/>
                </a:lnTo>
                <a:lnTo>
                  <a:pt x="718214" y="10100"/>
                </a:lnTo>
                <a:lnTo>
                  <a:pt x="718017" y="9965"/>
                </a:lnTo>
                <a:lnTo>
                  <a:pt x="717812" y="9843"/>
                </a:lnTo>
                <a:lnTo>
                  <a:pt x="717598" y="9734"/>
                </a:lnTo>
                <a:lnTo>
                  <a:pt x="717376" y="9637"/>
                </a:lnTo>
                <a:lnTo>
                  <a:pt x="717145" y="9554"/>
                </a:lnTo>
                <a:lnTo>
                  <a:pt x="716906" y="9483"/>
                </a:lnTo>
                <a:lnTo>
                  <a:pt x="716659" y="9425"/>
                </a:lnTo>
                <a:lnTo>
                  <a:pt x="716403" y="9380"/>
                </a:lnTo>
                <a:lnTo>
                  <a:pt x="716139" y="9348"/>
                </a:lnTo>
                <a:lnTo>
                  <a:pt x="715866" y="9329"/>
                </a:lnTo>
                <a:lnTo>
                  <a:pt x="715585" y="9322"/>
                </a:lnTo>
                <a:lnTo>
                  <a:pt x="715269" y="9330"/>
                </a:lnTo>
                <a:lnTo>
                  <a:pt x="714939" y="9354"/>
                </a:lnTo>
                <a:lnTo>
                  <a:pt x="714595" y="9393"/>
                </a:lnTo>
                <a:lnTo>
                  <a:pt x="714237" y="9449"/>
                </a:lnTo>
                <a:lnTo>
                  <a:pt x="713866" y="9520"/>
                </a:lnTo>
                <a:lnTo>
                  <a:pt x="713481" y="9607"/>
                </a:lnTo>
                <a:lnTo>
                  <a:pt x="713081" y="9710"/>
                </a:lnTo>
                <a:lnTo>
                  <a:pt x="712668" y="9829"/>
                </a:lnTo>
                <a:lnTo>
                  <a:pt x="712241" y="9963"/>
                </a:lnTo>
                <a:lnTo>
                  <a:pt x="711800" y="10113"/>
                </a:lnTo>
                <a:lnTo>
                  <a:pt x="711346" y="10280"/>
                </a:lnTo>
                <a:lnTo>
                  <a:pt x="710877" y="10462"/>
                </a:lnTo>
                <a:lnTo>
                  <a:pt x="709664" y="7969"/>
                </a:lnTo>
                <a:lnTo>
                  <a:pt x="729137" y="0"/>
                </a:lnTo>
                <a:lnTo>
                  <a:pt x="732347" y="0"/>
                </a:lnTo>
                <a:close/>
                <a:moveTo>
                  <a:pt x="767527" y="77495"/>
                </a:moveTo>
                <a:lnTo>
                  <a:pt x="766548" y="76993"/>
                </a:lnTo>
                <a:lnTo>
                  <a:pt x="765607" y="76459"/>
                </a:lnTo>
                <a:lnTo>
                  <a:pt x="764705" y="75893"/>
                </a:lnTo>
                <a:lnTo>
                  <a:pt x="763842" y="75295"/>
                </a:lnTo>
                <a:lnTo>
                  <a:pt x="763017" y="74664"/>
                </a:lnTo>
                <a:lnTo>
                  <a:pt x="762231" y="74002"/>
                </a:lnTo>
                <a:lnTo>
                  <a:pt x="761483" y="73307"/>
                </a:lnTo>
                <a:lnTo>
                  <a:pt x="760774" y="72580"/>
                </a:lnTo>
                <a:lnTo>
                  <a:pt x="760104" y="71822"/>
                </a:lnTo>
                <a:lnTo>
                  <a:pt x="759473" y="71031"/>
                </a:lnTo>
                <a:lnTo>
                  <a:pt x="758880" y="70208"/>
                </a:lnTo>
                <a:lnTo>
                  <a:pt x="758325" y="69352"/>
                </a:lnTo>
                <a:lnTo>
                  <a:pt x="757813" y="68473"/>
                </a:lnTo>
                <a:lnTo>
                  <a:pt x="757345" y="67579"/>
                </a:lnTo>
                <a:lnTo>
                  <a:pt x="756921" y="66670"/>
                </a:lnTo>
                <a:lnTo>
                  <a:pt x="756542" y="65745"/>
                </a:lnTo>
                <a:lnTo>
                  <a:pt x="756208" y="64804"/>
                </a:lnTo>
                <a:lnTo>
                  <a:pt x="755918" y="63849"/>
                </a:lnTo>
                <a:lnTo>
                  <a:pt x="755673" y="62878"/>
                </a:lnTo>
                <a:lnTo>
                  <a:pt x="755472" y="61892"/>
                </a:lnTo>
                <a:lnTo>
                  <a:pt x="755316" y="60890"/>
                </a:lnTo>
                <a:lnTo>
                  <a:pt x="755205" y="59873"/>
                </a:lnTo>
                <a:lnTo>
                  <a:pt x="755138" y="58841"/>
                </a:lnTo>
                <a:lnTo>
                  <a:pt x="755116" y="57794"/>
                </a:lnTo>
                <a:lnTo>
                  <a:pt x="755166" y="56200"/>
                </a:lnTo>
                <a:lnTo>
                  <a:pt x="755319" y="54645"/>
                </a:lnTo>
                <a:lnTo>
                  <a:pt x="755573" y="53127"/>
                </a:lnTo>
                <a:lnTo>
                  <a:pt x="755928" y="51646"/>
                </a:lnTo>
                <a:lnTo>
                  <a:pt x="756385" y="50203"/>
                </a:lnTo>
                <a:lnTo>
                  <a:pt x="756943" y="48797"/>
                </a:lnTo>
                <a:lnTo>
                  <a:pt x="757603" y="47429"/>
                </a:lnTo>
                <a:lnTo>
                  <a:pt x="758365" y="46099"/>
                </a:lnTo>
                <a:lnTo>
                  <a:pt x="759228" y="44806"/>
                </a:lnTo>
                <a:lnTo>
                  <a:pt x="760193" y="43550"/>
                </a:lnTo>
                <a:lnTo>
                  <a:pt x="761259" y="42333"/>
                </a:lnTo>
                <a:lnTo>
                  <a:pt x="762427" y="41152"/>
                </a:lnTo>
                <a:lnTo>
                  <a:pt x="763674" y="40039"/>
                </a:lnTo>
                <a:lnTo>
                  <a:pt x="764978" y="39022"/>
                </a:lnTo>
                <a:lnTo>
                  <a:pt x="766339" y="38103"/>
                </a:lnTo>
                <a:lnTo>
                  <a:pt x="767757" y="37280"/>
                </a:lnTo>
                <a:lnTo>
                  <a:pt x="769232" y="36554"/>
                </a:lnTo>
                <a:lnTo>
                  <a:pt x="770764" y="35925"/>
                </a:lnTo>
                <a:lnTo>
                  <a:pt x="772352" y="35392"/>
                </a:lnTo>
                <a:lnTo>
                  <a:pt x="773998" y="34957"/>
                </a:lnTo>
                <a:lnTo>
                  <a:pt x="775701" y="34618"/>
                </a:lnTo>
                <a:lnTo>
                  <a:pt x="777461" y="34376"/>
                </a:lnTo>
                <a:lnTo>
                  <a:pt x="779277" y="34231"/>
                </a:lnTo>
                <a:lnTo>
                  <a:pt x="781151" y="34182"/>
                </a:lnTo>
                <a:lnTo>
                  <a:pt x="782691" y="34214"/>
                </a:lnTo>
                <a:lnTo>
                  <a:pt x="784196" y="34309"/>
                </a:lnTo>
                <a:lnTo>
                  <a:pt x="785667" y="34467"/>
                </a:lnTo>
                <a:lnTo>
                  <a:pt x="787103" y="34689"/>
                </a:lnTo>
                <a:lnTo>
                  <a:pt x="788504" y="34973"/>
                </a:lnTo>
                <a:lnTo>
                  <a:pt x="789871" y="35322"/>
                </a:lnTo>
                <a:lnTo>
                  <a:pt x="791203" y="35733"/>
                </a:lnTo>
                <a:lnTo>
                  <a:pt x="792500" y="36208"/>
                </a:lnTo>
                <a:lnTo>
                  <a:pt x="793763" y="36746"/>
                </a:lnTo>
                <a:lnTo>
                  <a:pt x="794991" y="37347"/>
                </a:lnTo>
                <a:lnTo>
                  <a:pt x="796184" y="38012"/>
                </a:lnTo>
                <a:lnTo>
                  <a:pt x="797343" y="38740"/>
                </a:lnTo>
                <a:lnTo>
                  <a:pt x="811181" y="38740"/>
                </a:lnTo>
                <a:lnTo>
                  <a:pt x="811674" y="38741"/>
                </a:lnTo>
                <a:lnTo>
                  <a:pt x="812132" y="38745"/>
                </a:lnTo>
                <a:lnTo>
                  <a:pt x="812554" y="38751"/>
                </a:lnTo>
                <a:lnTo>
                  <a:pt x="812940" y="38759"/>
                </a:lnTo>
                <a:lnTo>
                  <a:pt x="813291" y="38770"/>
                </a:lnTo>
                <a:lnTo>
                  <a:pt x="813606" y="38784"/>
                </a:lnTo>
                <a:lnTo>
                  <a:pt x="813885" y="38800"/>
                </a:lnTo>
                <a:lnTo>
                  <a:pt x="814129" y="38818"/>
                </a:lnTo>
                <a:lnTo>
                  <a:pt x="814337" y="38839"/>
                </a:lnTo>
                <a:lnTo>
                  <a:pt x="814509" y="38862"/>
                </a:lnTo>
                <a:lnTo>
                  <a:pt x="814646" y="38887"/>
                </a:lnTo>
                <a:lnTo>
                  <a:pt x="814747" y="38916"/>
                </a:lnTo>
                <a:lnTo>
                  <a:pt x="814828" y="38947"/>
                </a:lnTo>
                <a:lnTo>
                  <a:pt x="814906" y="38981"/>
                </a:lnTo>
                <a:lnTo>
                  <a:pt x="814979" y="39019"/>
                </a:lnTo>
                <a:lnTo>
                  <a:pt x="815048" y="39060"/>
                </a:lnTo>
                <a:lnTo>
                  <a:pt x="815114" y="39105"/>
                </a:lnTo>
                <a:lnTo>
                  <a:pt x="815175" y="39153"/>
                </a:lnTo>
                <a:lnTo>
                  <a:pt x="815233" y="39205"/>
                </a:lnTo>
                <a:lnTo>
                  <a:pt x="815286" y="39260"/>
                </a:lnTo>
                <a:lnTo>
                  <a:pt x="815336" y="39318"/>
                </a:lnTo>
                <a:lnTo>
                  <a:pt x="815381" y="39380"/>
                </a:lnTo>
                <a:lnTo>
                  <a:pt x="815423" y="39445"/>
                </a:lnTo>
                <a:lnTo>
                  <a:pt x="815460" y="39514"/>
                </a:lnTo>
                <a:lnTo>
                  <a:pt x="815529" y="39627"/>
                </a:lnTo>
                <a:lnTo>
                  <a:pt x="815591" y="39753"/>
                </a:lnTo>
                <a:lnTo>
                  <a:pt x="815648" y="39893"/>
                </a:lnTo>
                <a:lnTo>
                  <a:pt x="815698" y="40047"/>
                </a:lnTo>
                <a:lnTo>
                  <a:pt x="815743" y="40214"/>
                </a:lnTo>
                <a:lnTo>
                  <a:pt x="815781" y="40395"/>
                </a:lnTo>
                <a:lnTo>
                  <a:pt x="815814" y="40590"/>
                </a:lnTo>
                <a:lnTo>
                  <a:pt x="815841" y="40798"/>
                </a:lnTo>
                <a:lnTo>
                  <a:pt x="815862" y="41020"/>
                </a:lnTo>
                <a:lnTo>
                  <a:pt x="815877" y="41256"/>
                </a:lnTo>
                <a:lnTo>
                  <a:pt x="815885" y="41505"/>
                </a:lnTo>
                <a:lnTo>
                  <a:pt x="815888" y="41769"/>
                </a:lnTo>
                <a:lnTo>
                  <a:pt x="815886" y="42066"/>
                </a:lnTo>
                <a:lnTo>
                  <a:pt x="815878" y="42347"/>
                </a:lnTo>
                <a:lnTo>
                  <a:pt x="815866" y="42613"/>
                </a:lnTo>
                <a:lnTo>
                  <a:pt x="815849" y="42863"/>
                </a:lnTo>
                <a:lnTo>
                  <a:pt x="815826" y="43098"/>
                </a:lnTo>
                <a:lnTo>
                  <a:pt x="815799" y="43317"/>
                </a:lnTo>
                <a:lnTo>
                  <a:pt x="815767" y="43520"/>
                </a:lnTo>
                <a:lnTo>
                  <a:pt x="815730" y="43708"/>
                </a:lnTo>
                <a:lnTo>
                  <a:pt x="815688" y="43880"/>
                </a:lnTo>
                <a:lnTo>
                  <a:pt x="815641" y="44037"/>
                </a:lnTo>
                <a:lnTo>
                  <a:pt x="815589" y="44178"/>
                </a:lnTo>
                <a:lnTo>
                  <a:pt x="815532" y="44303"/>
                </a:lnTo>
                <a:lnTo>
                  <a:pt x="815494" y="44361"/>
                </a:lnTo>
                <a:lnTo>
                  <a:pt x="815452" y="44417"/>
                </a:lnTo>
                <a:lnTo>
                  <a:pt x="815405" y="44470"/>
                </a:lnTo>
                <a:lnTo>
                  <a:pt x="815353" y="44522"/>
                </a:lnTo>
                <a:lnTo>
                  <a:pt x="815298" y="44572"/>
                </a:lnTo>
                <a:lnTo>
                  <a:pt x="815238" y="44620"/>
                </a:lnTo>
                <a:lnTo>
                  <a:pt x="815173" y="44666"/>
                </a:lnTo>
                <a:lnTo>
                  <a:pt x="815104" y="44710"/>
                </a:lnTo>
                <a:lnTo>
                  <a:pt x="815030" y="44752"/>
                </a:lnTo>
                <a:lnTo>
                  <a:pt x="814952" y="44792"/>
                </a:lnTo>
                <a:lnTo>
                  <a:pt x="814870" y="44830"/>
                </a:lnTo>
                <a:lnTo>
                  <a:pt x="814783" y="44866"/>
                </a:lnTo>
                <a:lnTo>
                  <a:pt x="814676" y="44900"/>
                </a:lnTo>
                <a:lnTo>
                  <a:pt x="814534" y="44931"/>
                </a:lnTo>
                <a:lnTo>
                  <a:pt x="814357" y="44959"/>
                </a:lnTo>
                <a:lnTo>
                  <a:pt x="814145" y="44984"/>
                </a:lnTo>
                <a:lnTo>
                  <a:pt x="813897" y="45006"/>
                </a:lnTo>
                <a:lnTo>
                  <a:pt x="813615" y="45025"/>
                </a:lnTo>
                <a:lnTo>
                  <a:pt x="813297" y="45041"/>
                </a:lnTo>
                <a:lnTo>
                  <a:pt x="812944" y="45054"/>
                </a:lnTo>
                <a:lnTo>
                  <a:pt x="812556" y="45064"/>
                </a:lnTo>
                <a:lnTo>
                  <a:pt x="812133" y="45072"/>
                </a:lnTo>
                <a:lnTo>
                  <a:pt x="811674" y="45076"/>
                </a:lnTo>
                <a:lnTo>
                  <a:pt x="811181" y="45078"/>
                </a:lnTo>
                <a:lnTo>
                  <a:pt x="802692" y="45078"/>
                </a:lnTo>
                <a:lnTo>
                  <a:pt x="803330" y="45954"/>
                </a:lnTo>
                <a:lnTo>
                  <a:pt x="803913" y="46870"/>
                </a:lnTo>
                <a:lnTo>
                  <a:pt x="804440" y="47825"/>
                </a:lnTo>
                <a:lnTo>
                  <a:pt x="804912" y="48820"/>
                </a:lnTo>
                <a:lnTo>
                  <a:pt x="805328" y="49855"/>
                </a:lnTo>
                <a:lnTo>
                  <a:pt x="805688" y="50929"/>
                </a:lnTo>
                <a:lnTo>
                  <a:pt x="805993" y="52043"/>
                </a:lnTo>
                <a:lnTo>
                  <a:pt x="806243" y="53197"/>
                </a:lnTo>
                <a:lnTo>
                  <a:pt x="806437" y="54390"/>
                </a:lnTo>
                <a:lnTo>
                  <a:pt x="806576" y="55623"/>
                </a:lnTo>
                <a:lnTo>
                  <a:pt x="806659" y="56895"/>
                </a:lnTo>
                <a:lnTo>
                  <a:pt x="806687" y="58208"/>
                </a:lnTo>
                <a:lnTo>
                  <a:pt x="806638" y="59711"/>
                </a:lnTo>
                <a:lnTo>
                  <a:pt x="806493" y="61179"/>
                </a:lnTo>
                <a:lnTo>
                  <a:pt x="806250" y="62609"/>
                </a:lnTo>
                <a:lnTo>
                  <a:pt x="805910" y="64003"/>
                </a:lnTo>
                <a:lnTo>
                  <a:pt x="805473" y="65360"/>
                </a:lnTo>
                <a:lnTo>
                  <a:pt x="804939" y="66681"/>
                </a:lnTo>
                <a:lnTo>
                  <a:pt x="804308" y="67965"/>
                </a:lnTo>
                <a:lnTo>
                  <a:pt x="803580" y="69212"/>
                </a:lnTo>
                <a:lnTo>
                  <a:pt x="802755" y="70422"/>
                </a:lnTo>
                <a:lnTo>
                  <a:pt x="801833" y="71596"/>
                </a:lnTo>
                <a:lnTo>
                  <a:pt x="800813" y="72734"/>
                </a:lnTo>
                <a:lnTo>
                  <a:pt x="799697" y="73834"/>
                </a:lnTo>
                <a:lnTo>
                  <a:pt x="798498" y="74871"/>
                </a:lnTo>
                <a:lnTo>
                  <a:pt x="797234" y="75818"/>
                </a:lnTo>
                <a:lnTo>
                  <a:pt x="795903" y="76675"/>
                </a:lnTo>
                <a:lnTo>
                  <a:pt x="794505" y="77442"/>
                </a:lnTo>
                <a:lnTo>
                  <a:pt x="793042" y="78118"/>
                </a:lnTo>
                <a:lnTo>
                  <a:pt x="791512" y="78705"/>
                </a:lnTo>
                <a:lnTo>
                  <a:pt x="789915" y="79201"/>
                </a:lnTo>
                <a:lnTo>
                  <a:pt x="788252" y="79606"/>
                </a:lnTo>
                <a:lnTo>
                  <a:pt x="786523" y="79922"/>
                </a:lnTo>
                <a:lnTo>
                  <a:pt x="784727" y="80148"/>
                </a:lnTo>
                <a:lnTo>
                  <a:pt x="782865" y="80283"/>
                </a:lnTo>
                <a:lnTo>
                  <a:pt x="780937" y="80328"/>
                </a:lnTo>
                <a:lnTo>
                  <a:pt x="780127" y="80318"/>
                </a:lnTo>
                <a:lnTo>
                  <a:pt x="779314" y="80288"/>
                </a:lnTo>
                <a:lnTo>
                  <a:pt x="778498" y="80237"/>
                </a:lnTo>
                <a:lnTo>
                  <a:pt x="777680" y="80167"/>
                </a:lnTo>
                <a:lnTo>
                  <a:pt x="776858" y="80076"/>
                </a:lnTo>
                <a:lnTo>
                  <a:pt x="776033" y="79965"/>
                </a:lnTo>
                <a:lnTo>
                  <a:pt x="775205" y="79834"/>
                </a:lnTo>
                <a:lnTo>
                  <a:pt x="774375" y="79682"/>
                </a:lnTo>
                <a:lnTo>
                  <a:pt x="773541" y="79511"/>
                </a:lnTo>
                <a:lnTo>
                  <a:pt x="772704" y="79319"/>
                </a:lnTo>
                <a:lnTo>
                  <a:pt x="771865" y="79107"/>
                </a:lnTo>
                <a:lnTo>
                  <a:pt x="771022" y="78875"/>
                </a:lnTo>
                <a:lnTo>
                  <a:pt x="770513" y="79321"/>
                </a:lnTo>
                <a:lnTo>
                  <a:pt x="770032" y="79757"/>
                </a:lnTo>
                <a:lnTo>
                  <a:pt x="769580" y="80185"/>
                </a:lnTo>
                <a:lnTo>
                  <a:pt x="769156" y="80602"/>
                </a:lnTo>
                <a:lnTo>
                  <a:pt x="768760" y="81011"/>
                </a:lnTo>
                <a:lnTo>
                  <a:pt x="768392" y="81410"/>
                </a:lnTo>
                <a:lnTo>
                  <a:pt x="768052" y="81800"/>
                </a:lnTo>
                <a:lnTo>
                  <a:pt x="767741" y="82180"/>
                </a:lnTo>
                <a:lnTo>
                  <a:pt x="767458" y="82551"/>
                </a:lnTo>
                <a:lnTo>
                  <a:pt x="767203" y="82913"/>
                </a:lnTo>
                <a:lnTo>
                  <a:pt x="766976" y="83265"/>
                </a:lnTo>
                <a:lnTo>
                  <a:pt x="766778" y="83608"/>
                </a:lnTo>
                <a:lnTo>
                  <a:pt x="766601" y="83942"/>
                </a:lnTo>
                <a:lnTo>
                  <a:pt x="766440" y="84267"/>
                </a:lnTo>
                <a:lnTo>
                  <a:pt x="766294" y="84584"/>
                </a:lnTo>
                <a:lnTo>
                  <a:pt x="766164" y="84893"/>
                </a:lnTo>
                <a:lnTo>
                  <a:pt x="766049" y="85193"/>
                </a:lnTo>
                <a:lnTo>
                  <a:pt x="765949" y="85484"/>
                </a:lnTo>
                <a:lnTo>
                  <a:pt x="765864" y="85768"/>
                </a:lnTo>
                <a:lnTo>
                  <a:pt x="765795" y="86042"/>
                </a:lnTo>
                <a:lnTo>
                  <a:pt x="765741" y="86309"/>
                </a:lnTo>
                <a:lnTo>
                  <a:pt x="765703" y="86567"/>
                </a:lnTo>
                <a:lnTo>
                  <a:pt x="765680" y="86816"/>
                </a:lnTo>
                <a:lnTo>
                  <a:pt x="765672" y="87058"/>
                </a:lnTo>
                <a:lnTo>
                  <a:pt x="765681" y="87259"/>
                </a:lnTo>
                <a:lnTo>
                  <a:pt x="765705" y="87459"/>
                </a:lnTo>
                <a:lnTo>
                  <a:pt x="765746" y="87658"/>
                </a:lnTo>
                <a:lnTo>
                  <a:pt x="765803" y="87857"/>
                </a:lnTo>
                <a:lnTo>
                  <a:pt x="765877" y="88054"/>
                </a:lnTo>
                <a:lnTo>
                  <a:pt x="765967" y="88250"/>
                </a:lnTo>
                <a:lnTo>
                  <a:pt x="766073" y="88446"/>
                </a:lnTo>
                <a:lnTo>
                  <a:pt x="766195" y="88640"/>
                </a:lnTo>
                <a:lnTo>
                  <a:pt x="766334" y="88833"/>
                </a:lnTo>
                <a:lnTo>
                  <a:pt x="766490" y="89026"/>
                </a:lnTo>
                <a:lnTo>
                  <a:pt x="766661" y="89217"/>
                </a:lnTo>
                <a:lnTo>
                  <a:pt x="766849" y="89408"/>
                </a:lnTo>
                <a:lnTo>
                  <a:pt x="767061" y="89593"/>
                </a:lnTo>
                <a:lnTo>
                  <a:pt x="767304" y="89769"/>
                </a:lnTo>
                <a:lnTo>
                  <a:pt x="767578" y="89936"/>
                </a:lnTo>
                <a:lnTo>
                  <a:pt x="767884" y="90095"/>
                </a:lnTo>
                <a:lnTo>
                  <a:pt x="768220" y="90244"/>
                </a:lnTo>
                <a:lnTo>
                  <a:pt x="768588" y="90385"/>
                </a:lnTo>
                <a:lnTo>
                  <a:pt x="768987" y="90517"/>
                </a:lnTo>
                <a:lnTo>
                  <a:pt x="769417" y="90640"/>
                </a:lnTo>
                <a:lnTo>
                  <a:pt x="769879" y="90754"/>
                </a:lnTo>
                <a:lnTo>
                  <a:pt x="770371" y="90859"/>
                </a:lnTo>
                <a:lnTo>
                  <a:pt x="770895" y="90956"/>
                </a:lnTo>
                <a:lnTo>
                  <a:pt x="771450" y="91043"/>
                </a:lnTo>
                <a:lnTo>
                  <a:pt x="771825" y="91090"/>
                </a:lnTo>
                <a:lnTo>
                  <a:pt x="772282" y="91136"/>
                </a:lnTo>
                <a:lnTo>
                  <a:pt x="772823" y="91181"/>
                </a:lnTo>
                <a:lnTo>
                  <a:pt x="773447" y="91225"/>
                </a:lnTo>
                <a:lnTo>
                  <a:pt x="774155" y="91268"/>
                </a:lnTo>
                <a:lnTo>
                  <a:pt x="774945" y="91310"/>
                </a:lnTo>
                <a:lnTo>
                  <a:pt x="775819" y="91351"/>
                </a:lnTo>
                <a:lnTo>
                  <a:pt x="776776" y="91391"/>
                </a:lnTo>
                <a:lnTo>
                  <a:pt x="777816" y="91431"/>
                </a:lnTo>
                <a:lnTo>
                  <a:pt x="778940" y="91469"/>
                </a:lnTo>
                <a:lnTo>
                  <a:pt x="780146" y="91506"/>
                </a:lnTo>
                <a:lnTo>
                  <a:pt x="781436" y="91542"/>
                </a:lnTo>
                <a:lnTo>
                  <a:pt x="783813" y="91603"/>
                </a:lnTo>
                <a:lnTo>
                  <a:pt x="786047" y="91668"/>
                </a:lnTo>
                <a:lnTo>
                  <a:pt x="788137" y="91737"/>
                </a:lnTo>
                <a:lnTo>
                  <a:pt x="790083" y="91810"/>
                </a:lnTo>
                <a:lnTo>
                  <a:pt x="791886" y="91887"/>
                </a:lnTo>
                <a:lnTo>
                  <a:pt x="793544" y="91967"/>
                </a:lnTo>
                <a:lnTo>
                  <a:pt x="795060" y="92052"/>
                </a:lnTo>
                <a:lnTo>
                  <a:pt x="796431" y="92141"/>
                </a:lnTo>
                <a:lnTo>
                  <a:pt x="797659" y="92234"/>
                </a:lnTo>
                <a:lnTo>
                  <a:pt x="798744" y="92331"/>
                </a:lnTo>
                <a:lnTo>
                  <a:pt x="799684" y="92432"/>
                </a:lnTo>
                <a:lnTo>
                  <a:pt x="800481" y="92537"/>
                </a:lnTo>
                <a:lnTo>
                  <a:pt x="801568" y="92712"/>
                </a:lnTo>
                <a:lnTo>
                  <a:pt x="802618" y="92930"/>
                </a:lnTo>
                <a:lnTo>
                  <a:pt x="803631" y="93191"/>
                </a:lnTo>
                <a:lnTo>
                  <a:pt x="804606" y="93494"/>
                </a:lnTo>
                <a:lnTo>
                  <a:pt x="805545" y="93839"/>
                </a:lnTo>
                <a:lnTo>
                  <a:pt x="806446" y="94227"/>
                </a:lnTo>
                <a:lnTo>
                  <a:pt x="807310" y="94658"/>
                </a:lnTo>
                <a:lnTo>
                  <a:pt x="808137" y="95131"/>
                </a:lnTo>
                <a:lnTo>
                  <a:pt x="808927" y="95646"/>
                </a:lnTo>
                <a:lnTo>
                  <a:pt x="809680" y="96204"/>
                </a:lnTo>
                <a:lnTo>
                  <a:pt x="810395" y="96805"/>
                </a:lnTo>
                <a:lnTo>
                  <a:pt x="811074" y="97448"/>
                </a:lnTo>
                <a:lnTo>
                  <a:pt x="811706" y="98125"/>
                </a:lnTo>
                <a:lnTo>
                  <a:pt x="812283" y="98827"/>
                </a:lnTo>
                <a:lnTo>
                  <a:pt x="812806" y="99555"/>
                </a:lnTo>
                <a:lnTo>
                  <a:pt x="813273" y="100309"/>
                </a:lnTo>
                <a:lnTo>
                  <a:pt x="813685" y="101089"/>
                </a:lnTo>
                <a:lnTo>
                  <a:pt x="814043" y="101894"/>
                </a:lnTo>
                <a:lnTo>
                  <a:pt x="814345" y="102725"/>
                </a:lnTo>
                <a:lnTo>
                  <a:pt x="814593" y="103582"/>
                </a:lnTo>
                <a:lnTo>
                  <a:pt x="814785" y="104465"/>
                </a:lnTo>
                <a:lnTo>
                  <a:pt x="814922" y="105373"/>
                </a:lnTo>
                <a:lnTo>
                  <a:pt x="815005" y="106307"/>
                </a:lnTo>
                <a:lnTo>
                  <a:pt x="815032" y="107266"/>
                </a:lnTo>
                <a:lnTo>
                  <a:pt x="814980" y="108600"/>
                </a:lnTo>
                <a:lnTo>
                  <a:pt x="814822" y="109919"/>
                </a:lnTo>
                <a:lnTo>
                  <a:pt x="814560" y="111224"/>
                </a:lnTo>
                <a:lnTo>
                  <a:pt x="814192" y="112516"/>
                </a:lnTo>
                <a:lnTo>
                  <a:pt x="813720" y="113794"/>
                </a:lnTo>
                <a:lnTo>
                  <a:pt x="813142" y="115058"/>
                </a:lnTo>
                <a:lnTo>
                  <a:pt x="812460" y="116308"/>
                </a:lnTo>
                <a:lnTo>
                  <a:pt x="811672" y="117545"/>
                </a:lnTo>
                <a:lnTo>
                  <a:pt x="810779" y="118767"/>
                </a:lnTo>
                <a:lnTo>
                  <a:pt x="809782" y="119976"/>
                </a:lnTo>
                <a:lnTo>
                  <a:pt x="808679" y="121171"/>
                </a:lnTo>
                <a:lnTo>
                  <a:pt x="807472" y="122352"/>
                </a:lnTo>
                <a:lnTo>
                  <a:pt x="805570" y="124012"/>
                </a:lnTo>
                <a:lnTo>
                  <a:pt x="803574" y="125527"/>
                </a:lnTo>
                <a:lnTo>
                  <a:pt x="801484" y="126897"/>
                </a:lnTo>
                <a:lnTo>
                  <a:pt x="799300" y="128124"/>
                </a:lnTo>
                <a:lnTo>
                  <a:pt x="797022" y="129206"/>
                </a:lnTo>
                <a:lnTo>
                  <a:pt x="794650" y="130144"/>
                </a:lnTo>
                <a:lnTo>
                  <a:pt x="792184" y="130937"/>
                </a:lnTo>
                <a:lnTo>
                  <a:pt x="789623" y="131586"/>
                </a:lnTo>
                <a:lnTo>
                  <a:pt x="786969" y="132091"/>
                </a:lnTo>
                <a:lnTo>
                  <a:pt x="784220" y="132452"/>
                </a:lnTo>
                <a:lnTo>
                  <a:pt x="781377" y="132668"/>
                </a:lnTo>
                <a:lnTo>
                  <a:pt x="778440" y="132741"/>
                </a:lnTo>
                <a:lnTo>
                  <a:pt x="776176" y="132698"/>
                </a:lnTo>
                <a:lnTo>
                  <a:pt x="773970" y="132569"/>
                </a:lnTo>
                <a:lnTo>
                  <a:pt x="771825" y="132354"/>
                </a:lnTo>
                <a:lnTo>
                  <a:pt x="769738" y="132053"/>
                </a:lnTo>
                <a:lnTo>
                  <a:pt x="767711" y="131667"/>
                </a:lnTo>
                <a:lnTo>
                  <a:pt x="765744" y="131194"/>
                </a:lnTo>
                <a:lnTo>
                  <a:pt x="763836" y="130635"/>
                </a:lnTo>
                <a:lnTo>
                  <a:pt x="761987" y="129991"/>
                </a:lnTo>
                <a:lnTo>
                  <a:pt x="760198" y="129261"/>
                </a:lnTo>
                <a:lnTo>
                  <a:pt x="758468" y="128444"/>
                </a:lnTo>
                <a:lnTo>
                  <a:pt x="756798" y="127542"/>
                </a:lnTo>
                <a:lnTo>
                  <a:pt x="755187" y="126554"/>
                </a:lnTo>
                <a:lnTo>
                  <a:pt x="754332" y="125959"/>
                </a:lnTo>
                <a:lnTo>
                  <a:pt x="753552" y="125361"/>
                </a:lnTo>
                <a:lnTo>
                  <a:pt x="752846" y="124758"/>
                </a:lnTo>
                <a:lnTo>
                  <a:pt x="752215" y="124152"/>
                </a:lnTo>
                <a:lnTo>
                  <a:pt x="751658" y="123541"/>
                </a:lnTo>
                <a:lnTo>
                  <a:pt x="751175" y="122927"/>
                </a:lnTo>
                <a:lnTo>
                  <a:pt x="750766" y="122308"/>
                </a:lnTo>
                <a:lnTo>
                  <a:pt x="750432" y="121686"/>
                </a:lnTo>
                <a:lnTo>
                  <a:pt x="750172" y="121060"/>
                </a:lnTo>
                <a:lnTo>
                  <a:pt x="749986" y="120429"/>
                </a:lnTo>
                <a:lnTo>
                  <a:pt x="749874" y="119795"/>
                </a:lnTo>
                <a:lnTo>
                  <a:pt x="749837" y="119157"/>
                </a:lnTo>
                <a:lnTo>
                  <a:pt x="749843" y="118873"/>
                </a:lnTo>
                <a:lnTo>
                  <a:pt x="749859" y="118589"/>
                </a:lnTo>
                <a:lnTo>
                  <a:pt x="749886" y="118304"/>
                </a:lnTo>
                <a:lnTo>
                  <a:pt x="749924" y="118020"/>
                </a:lnTo>
                <a:lnTo>
                  <a:pt x="749973" y="117736"/>
                </a:lnTo>
                <a:lnTo>
                  <a:pt x="750033" y="117452"/>
                </a:lnTo>
                <a:lnTo>
                  <a:pt x="750104" y="117167"/>
                </a:lnTo>
                <a:lnTo>
                  <a:pt x="750186" y="116883"/>
                </a:lnTo>
                <a:lnTo>
                  <a:pt x="750279" y="116599"/>
                </a:lnTo>
                <a:lnTo>
                  <a:pt x="750382" y="116314"/>
                </a:lnTo>
                <a:lnTo>
                  <a:pt x="750497" y="116030"/>
                </a:lnTo>
                <a:lnTo>
                  <a:pt x="750622" y="115745"/>
                </a:lnTo>
                <a:lnTo>
                  <a:pt x="750842" y="115292"/>
                </a:lnTo>
                <a:lnTo>
                  <a:pt x="751097" y="114810"/>
                </a:lnTo>
                <a:lnTo>
                  <a:pt x="751389" y="114300"/>
                </a:lnTo>
                <a:lnTo>
                  <a:pt x="751716" y="113761"/>
                </a:lnTo>
                <a:lnTo>
                  <a:pt x="752078" y="113194"/>
                </a:lnTo>
                <a:lnTo>
                  <a:pt x="752476" y="112597"/>
                </a:lnTo>
                <a:lnTo>
                  <a:pt x="752910" y="111973"/>
                </a:lnTo>
                <a:lnTo>
                  <a:pt x="753380" y="111319"/>
                </a:lnTo>
                <a:lnTo>
                  <a:pt x="753885" y="110637"/>
                </a:lnTo>
                <a:lnTo>
                  <a:pt x="754426" y="109926"/>
                </a:lnTo>
                <a:lnTo>
                  <a:pt x="755003" y="109187"/>
                </a:lnTo>
                <a:lnTo>
                  <a:pt x="755615" y="108419"/>
                </a:lnTo>
                <a:lnTo>
                  <a:pt x="755742" y="108268"/>
                </a:lnTo>
                <a:lnTo>
                  <a:pt x="755956" y="108028"/>
                </a:lnTo>
                <a:lnTo>
                  <a:pt x="756257" y="107700"/>
                </a:lnTo>
                <a:lnTo>
                  <a:pt x="756645" y="107282"/>
                </a:lnTo>
                <a:lnTo>
                  <a:pt x="757121" y="106775"/>
                </a:lnTo>
                <a:lnTo>
                  <a:pt x="757683" y="106180"/>
                </a:lnTo>
                <a:lnTo>
                  <a:pt x="758333" y="105495"/>
                </a:lnTo>
                <a:lnTo>
                  <a:pt x="759070" y="104722"/>
                </a:lnTo>
                <a:lnTo>
                  <a:pt x="759895" y="103860"/>
                </a:lnTo>
                <a:lnTo>
                  <a:pt x="760806" y="102909"/>
                </a:lnTo>
                <a:lnTo>
                  <a:pt x="761805" y="101868"/>
                </a:lnTo>
                <a:lnTo>
                  <a:pt x="762891" y="100739"/>
                </a:lnTo>
                <a:lnTo>
                  <a:pt x="762287" y="100374"/>
                </a:lnTo>
                <a:lnTo>
                  <a:pt x="761715" y="100016"/>
                </a:lnTo>
                <a:lnTo>
                  <a:pt x="761172" y="99663"/>
                </a:lnTo>
                <a:lnTo>
                  <a:pt x="760660" y="99318"/>
                </a:lnTo>
                <a:lnTo>
                  <a:pt x="760177" y="98978"/>
                </a:lnTo>
                <a:lnTo>
                  <a:pt x="759725" y="98645"/>
                </a:lnTo>
                <a:lnTo>
                  <a:pt x="759304" y="98319"/>
                </a:lnTo>
                <a:lnTo>
                  <a:pt x="758912" y="97999"/>
                </a:lnTo>
                <a:lnTo>
                  <a:pt x="758551" y="97685"/>
                </a:lnTo>
                <a:lnTo>
                  <a:pt x="758219" y="97378"/>
                </a:lnTo>
                <a:lnTo>
                  <a:pt x="757919" y="97077"/>
                </a:lnTo>
                <a:lnTo>
                  <a:pt x="757648" y="96783"/>
                </a:lnTo>
                <a:lnTo>
                  <a:pt x="757403" y="96488"/>
                </a:lnTo>
                <a:lnTo>
                  <a:pt x="757179" y="96187"/>
                </a:lnTo>
                <a:lnTo>
                  <a:pt x="756977" y="95880"/>
                </a:lnTo>
                <a:lnTo>
                  <a:pt x="756796" y="95567"/>
                </a:lnTo>
                <a:lnTo>
                  <a:pt x="756636" y="95246"/>
                </a:lnTo>
                <a:lnTo>
                  <a:pt x="756498" y="94920"/>
                </a:lnTo>
                <a:lnTo>
                  <a:pt x="756380" y="94587"/>
                </a:lnTo>
                <a:lnTo>
                  <a:pt x="756285" y="94248"/>
                </a:lnTo>
                <a:lnTo>
                  <a:pt x="756210" y="93902"/>
                </a:lnTo>
                <a:lnTo>
                  <a:pt x="756157" y="93550"/>
                </a:lnTo>
                <a:lnTo>
                  <a:pt x="756125" y="93191"/>
                </a:lnTo>
                <a:lnTo>
                  <a:pt x="756114" y="92826"/>
                </a:lnTo>
                <a:lnTo>
                  <a:pt x="756128" y="92404"/>
                </a:lnTo>
                <a:lnTo>
                  <a:pt x="756171" y="91970"/>
                </a:lnTo>
                <a:lnTo>
                  <a:pt x="756241" y="91524"/>
                </a:lnTo>
                <a:lnTo>
                  <a:pt x="756340" y="91066"/>
                </a:lnTo>
                <a:lnTo>
                  <a:pt x="756467" y="90597"/>
                </a:lnTo>
                <a:lnTo>
                  <a:pt x="756622" y="90115"/>
                </a:lnTo>
                <a:lnTo>
                  <a:pt x="756806" y="89622"/>
                </a:lnTo>
                <a:lnTo>
                  <a:pt x="757018" y="89117"/>
                </a:lnTo>
                <a:lnTo>
                  <a:pt x="757258" y="88600"/>
                </a:lnTo>
                <a:lnTo>
                  <a:pt x="757526" y="88071"/>
                </a:lnTo>
                <a:lnTo>
                  <a:pt x="757822" y="87530"/>
                </a:lnTo>
                <a:lnTo>
                  <a:pt x="758147" y="86978"/>
                </a:lnTo>
                <a:lnTo>
                  <a:pt x="758523" y="86400"/>
                </a:lnTo>
                <a:lnTo>
                  <a:pt x="758972" y="85783"/>
                </a:lnTo>
                <a:lnTo>
                  <a:pt x="759496" y="85128"/>
                </a:lnTo>
                <a:lnTo>
                  <a:pt x="760093" y="84434"/>
                </a:lnTo>
                <a:lnTo>
                  <a:pt x="760764" y="83702"/>
                </a:lnTo>
                <a:lnTo>
                  <a:pt x="761509" y="82931"/>
                </a:lnTo>
                <a:lnTo>
                  <a:pt x="762327" y="82122"/>
                </a:lnTo>
                <a:lnTo>
                  <a:pt x="763219" y="81274"/>
                </a:lnTo>
                <a:lnTo>
                  <a:pt x="764186" y="80387"/>
                </a:lnTo>
                <a:lnTo>
                  <a:pt x="765226" y="79462"/>
                </a:lnTo>
                <a:lnTo>
                  <a:pt x="766339" y="78498"/>
                </a:lnTo>
                <a:lnTo>
                  <a:pt x="767527" y="77495"/>
                </a:lnTo>
                <a:moveTo>
                  <a:pt x="779938" y="37743"/>
                </a:moveTo>
                <a:lnTo>
                  <a:pt x="779070" y="37772"/>
                </a:lnTo>
                <a:lnTo>
                  <a:pt x="778226" y="37859"/>
                </a:lnTo>
                <a:lnTo>
                  <a:pt x="777406" y="38004"/>
                </a:lnTo>
                <a:lnTo>
                  <a:pt x="776610" y="38207"/>
                </a:lnTo>
                <a:lnTo>
                  <a:pt x="775837" y="38468"/>
                </a:lnTo>
                <a:lnTo>
                  <a:pt x="775088" y="38788"/>
                </a:lnTo>
                <a:lnTo>
                  <a:pt x="774363" y="39165"/>
                </a:lnTo>
                <a:lnTo>
                  <a:pt x="773661" y="39600"/>
                </a:lnTo>
                <a:lnTo>
                  <a:pt x="772984" y="40094"/>
                </a:lnTo>
                <a:lnTo>
                  <a:pt x="772330" y="40645"/>
                </a:lnTo>
                <a:lnTo>
                  <a:pt x="771700" y="41255"/>
                </a:lnTo>
                <a:lnTo>
                  <a:pt x="771093" y="41922"/>
                </a:lnTo>
                <a:lnTo>
                  <a:pt x="770524" y="42649"/>
                </a:lnTo>
                <a:lnTo>
                  <a:pt x="770004" y="43438"/>
                </a:lnTo>
                <a:lnTo>
                  <a:pt x="769533" y="44290"/>
                </a:lnTo>
                <a:lnTo>
                  <a:pt x="769112" y="45203"/>
                </a:lnTo>
                <a:lnTo>
                  <a:pt x="768741" y="46178"/>
                </a:lnTo>
                <a:lnTo>
                  <a:pt x="768419" y="47215"/>
                </a:lnTo>
                <a:lnTo>
                  <a:pt x="768146" y="48314"/>
                </a:lnTo>
                <a:lnTo>
                  <a:pt x="767923" y="49476"/>
                </a:lnTo>
                <a:lnTo>
                  <a:pt x="767750" y="50699"/>
                </a:lnTo>
                <a:lnTo>
                  <a:pt x="767626" y="51984"/>
                </a:lnTo>
                <a:lnTo>
                  <a:pt x="767552" y="53331"/>
                </a:lnTo>
                <a:lnTo>
                  <a:pt x="767527" y="54740"/>
                </a:lnTo>
                <a:lnTo>
                  <a:pt x="767561" y="56571"/>
                </a:lnTo>
                <a:lnTo>
                  <a:pt x="767662" y="58331"/>
                </a:lnTo>
                <a:lnTo>
                  <a:pt x="767830" y="60022"/>
                </a:lnTo>
                <a:lnTo>
                  <a:pt x="768066" y="61642"/>
                </a:lnTo>
                <a:lnTo>
                  <a:pt x="768369" y="63193"/>
                </a:lnTo>
                <a:lnTo>
                  <a:pt x="768740" y="64674"/>
                </a:lnTo>
                <a:lnTo>
                  <a:pt x="769177" y="66085"/>
                </a:lnTo>
                <a:lnTo>
                  <a:pt x="769683" y="67426"/>
                </a:lnTo>
                <a:lnTo>
                  <a:pt x="770255" y="68697"/>
                </a:lnTo>
                <a:lnTo>
                  <a:pt x="770895" y="69899"/>
                </a:lnTo>
                <a:lnTo>
                  <a:pt x="771603" y="71030"/>
                </a:lnTo>
                <a:lnTo>
                  <a:pt x="772377" y="72092"/>
                </a:lnTo>
                <a:lnTo>
                  <a:pt x="773009" y="72839"/>
                </a:lnTo>
                <a:lnTo>
                  <a:pt x="773669" y="73520"/>
                </a:lnTo>
                <a:lnTo>
                  <a:pt x="774357" y="74137"/>
                </a:lnTo>
                <a:lnTo>
                  <a:pt x="775072" y="74689"/>
                </a:lnTo>
                <a:lnTo>
                  <a:pt x="775815" y="75176"/>
                </a:lnTo>
                <a:lnTo>
                  <a:pt x="776586" y="75598"/>
                </a:lnTo>
                <a:lnTo>
                  <a:pt x="777384" y="75956"/>
                </a:lnTo>
                <a:lnTo>
                  <a:pt x="778211" y="76248"/>
                </a:lnTo>
                <a:lnTo>
                  <a:pt x="779065" y="76475"/>
                </a:lnTo>
                <a:lnTo>
                  <a:pt x="779946" y="76638"/>
                </a:lnTo>
                <a:lnTo>
                  <a:pt x="780856" y="76735"/>
                </a:lnTo>
                <a:lnTo>
                  <a:pt x="781793" y="76767"/>
                </a:lnTo>
                <a:lnTo>
                  <a:pt x="782683" y="76739"/>
                </a:lnTo>
                <a:lnTo>
                  <a:pt x="783546" y="76655"/>
                </a:lnTo>
                <a:lnTo>
                  <a:pt x="784383" y="76515"/>
                </a:lnTo>
                <a:lnTo>
                  <a:pt x="785193" y="76319"/>
                </a:lnTo>
                <a:lnTo>
                  <a:pt x="785976" y="76067"/>
                </a:lnTo>
                <a:lnTo>
                  <a:pt x="786732" y="75758"/>
                </a:lnTo>
                <a:lnTo>
                  <a:pt x="787462" y="75394"/>
                </a:lnTo>
                <a:lnTo>
                  <a:pt x="788165" y="74973"/>
                </a:lnTo>
                <a:lnTo>
                  <a:pt x="788841" y="74497"/>
                </a:lnTo>
                <a:lnTo>
                  <a:pt x="789491" y="73964"/>
                </a:lnTo>
                <a:lnTo>
                  <a:pt x="790113" y="73375"/>
                </a:lnTo>
                <a:lnTo>
                  <a:pt x="790709" y="72731"/>
                </a:lnTo>
                <a:lnTo>
                  <a:pt x="791267" y="72026"/>
                </a:lnTo>
                <a:lnTo>
                  <a:pt x="791777" y="71257"/>
                </a:lnTo>
                <a:lnTo>
                  <a:pt x="792238" y="70424"/>
                </a:lnTo>
                <a:lnTo>
                  <a:pt x="792651" y="69528"/>
                </a:lnTo>
                <a:lnTo>
                  <a:pt x="793015" y="68567"/>
                </a:lnTo>
                <a:lnTo>
                  <a:pt x="793330" y="67543"/>
                </a:lnTo>
                <a:lnTo>
                  <a:pt x="793597" y="66454"/>
                </a:lnTo>
                <a:lnTo>
                  <a:pt x="793816" y="65302"/>
                </a:lnTo>
                <a:lnTo>
                  <a:pt x="793986" y="64085"/>
                </a:lnTo>
                <a:lnTo>
                  <a:pt x="794107" y="62805"/>
                </a:lnTo>
                <a:lnTo>
                  <a:pt x="794180" y="61461"/>
                </a:lnTo>
                <a:lnTo>
                  <a:pt x="794204" y="60052"/>
                </a:lnTo>
                <a:lnTo>
                  <a:pt x="794170" y="58210"/>
                </a:lnTo>
                <a:lnTo>
                  <a:pt x="794067" y="56435"/>
                </a:lnTo>
                <a:lnTo>
                  <a:pt x="793897" y="54727"/>
                </a:lnTo>
                <a:lnTo>
                  <a:pt x="793657" y="53088"/>
                </a:lnTo>
                <a:lnTo>
                  <a:pt x="793350" y="51517"/>
                </a:lnTo>
                <a:lnTo>
                  <a:pt x="792974" y="50013"/>
                </a:lnTo>
                <a:lnTo>
                  <a:pt x="792529" y="48577"/>
                </a:lnTo>
                <a:lnTo>
                  <a:pt x="792017" y="47209"/>
                </a:lnTo>
                <a:lnTo>
                  <a:pt x="791436" y="45909"/>
                </a:lnTo>
                <a:lnTo>
                  <a:pt x="790786" y="44677"/>
                </a:lnTo>
                <a:lnTo>
                  <a:pt x="790069" y="43513"/>
                </a:lnTo>
                <a:lnTo>
                  <a:pt x="789282" y="42416"/>
                </a:lnTo>
                <a:lnTo>
                  <a:pt x="788662" y="41670"/>
                </a:lnTo>
                <a:lnTo>
                  <a:pt x="788012" y="40988"/>
                </a:lnTo>
                <a:lnTo>
                  <a:pt x="787334" y="40372"/>
                </a:lnTo>
                <a:lnTo>
                  <a:pt x="786627" y="39820"/>
                </a:lnTo>
                <a:lnTo>
                  <a:pt x="785892" y="39333"/>
                </a:lnTo>
                <a:lnTo>
                  <a:pt x="785128" y="38911"/>
                </a:lnTo>
                <a:lnTo>
                  <a:pt x="784334" y="38554"/>
                </a:lnTo>
                <a:lnTo>
                  <a:pt x="783513" y="38262"/>
                </a:lnTo>
                <a:lnTo>
                  <a:pt x="782662" y="38035"/>
                </a:lnTo>
                <a:lnTo>
                  <a:pt x="781783" y="37873"/>
                </a:lnTo>
                <a:lnTo>
                  <a:pt x="780875" y="37775"/>
                </a:lnTo>
                <a:lnTo>
                  <a:pt x="779938" y="37743"/>
                </a:lnTo>
                <a:moveTo>
                  <a:pt x="766814" y="101307"/>
                </a:moveTo>
                <a:lnTo>
                  <a:pt x="766266" y="101908"/>
                </a:lnTo>
                <a:lnTo>
                  <a:pt x="765742" y="102501"/>
                </a:lnTo>
                <a:lnTo>
                  <a:pt x="765240" y="103088"/>
                </a:lnTo>
                <a:lnTo>
                  <a:pt x="764761" y="103668"/>
                </a:lnTo>
                <a:lnTo>
                  <a:pt x="764305" y="104241"/>
                </a:lnTo>
                <a:lnTo>
                  <a:pt x="763871" y="104807"/>
                </a:lnTo>
                <a:lnTo>
                  <a:pt x="763461" y="105367"/>
                </a:lnTo>
                <a:lnTo>
                  <a:pt x="763073" y="105919"/>
                </a:lnTo>
                <a:lnTo>
                  <a:pt x="762708" y="106464"/>
                </a:lnTo>
                <a:lnTo>
                  <a:pt x="762365" y="107003"/>
                </a:lnTo>
                <a:lnTo>
                  <a:pt x="762046" y="107534"/>
                </a:lnTo>
                <a:lnTo>
                  <a:pt x="761749" y="108059"/>
                </a:lnTo>
                <a:lnTo>
                  <a:pt x="761476" y="108577"/>
                </a:lnTo>
                <a:lnTo>
                  <a:pt x="761226" y="109088"/>
                </a:lnTo>
                <a:lnTo>
                  <a:pt x="761000" y="109592"/>
                </a:lnTo>
                <a:lnTo>
                  <a:pt x="760798" y="110089"/>
                </a:lnTo>
                <a:lnTo>
                  <a:pt x="760620" y="110580"/>
                </a:lnTo>
                <a:lnTo>
                  <a:pt x="760465" y="111063"/>
                </a:lnTo>
                <a:lnTo>
                  <a:pt x="760335" y="111539"/>
                </a:lnTo>
                <a:lnTo>
                  <a:pt x="760228" y="112009"/>
                </a:lnTo>
                <a:lnTo>
                  <a:pt x="760144" y="112472"/>
                </a:lnTo>
                <a:lnTo>
                  <a:pt x="760085" y="112927"/>
                </a:lnTo>
                <a:lnTo>
                  <a:pt x="760049" y="113376"/>
                </a:lnTo>
                <a:lnTo>
                  <a:pt x="760037" y="113818"/>
                </a:lnTo>
                <a:lnTo>
                  <a:pt x="760066" y="114381"/>
                </a:lnTo>
                <a:lnTo>
                  <a:pt x="760152" y="114932"/>
                </a:lnTo>
                <a:lnTo>
                  <a:pt x="760296" y="115471"/>
                </a:lnTo>
                <a:lnTo>
                  <a:pt x="760497" y="115998"/>
                </a:lnTo>
                <a:lnTo>
                  <a:pt x="760756" y="116513"/>
                </a:lnTo>
                <a:lnTo>
                  <a:pt x="761072" y="117017"/>
                </a:lnTo>
                <a:lnTo>
                  <a:pt x="761445" y="117508"/>
                </a:lnTo>
                <a:lnTo>
                  <a:pt x="761876" y="117988"/>
                </a:lnTo>
                <a:lnTo>
                  <a:pt x="762364" y="118456"/>
                </a:lnTo>
                <a:lnTo>
                  <a:pt x="762910" y="118912"/>
                </a:lnTo>
                <a:lnTo>
                  <a:pt x="763514" y="119356"/>
                </a:lnTo>
                <a:lnTo>
                  <a:pt x="764174" y="119789"/>
                </a:lnTo>
                <a:lnTo>
                  <a:pt x="765407" y="120493"/>
                </a:lnTo>
                <a:lnTo>
                  <a:pt x="766728" y="121135"/>
                </a:lnTo>
                <a:lnTo>
                  <a:pt x="768138" y="121717"/>
                </a:lnTo>
                <a:lnTo>
                  <a:pt x="769635" y="122237"/>
                </a:lnTo>
                <a:lnTo>
                  <a:pt x="771221" y="122696"/>
                </a:lnTo>
                <a:lnTo>
                  <a:pt x="772895" y="123094"/>
                </a:lnTo>
                <a:lnTo>
                  <a:pt x="774656" y="123430"/>
                </a:lnTo>
                <a:lnTo>
                  <a:pt x="776507" y="123705"/>
                </a:lnTo>
                <a:lnTo>
                  <a:pt x="778445" y="123920"/>
                </a:lnTo>
                <a:lnTo>
                  <a:pt x="780471" y="124073"/>
                </a:lnTo>
                <a:lnTo>
                  <a:pt x="782586" y="124164"/>
                </a:lnTo>
                <a:lnTo>
                  <a:pt x="784789" y="124195"/>
                </a:lnTo>
                <a:lnTo>
                  <a:pt x="786882" y="124164"/>
                </a:lnTo>
                <a:lnTo>
                  <a:pt x="788881" y="124070"/>
                </a:lnTo>
                <a:lnTo>
                  <a:pt x="790787" y="123913"/>
                </a:lnTo>
                <a:lnTo>
                  <a:pt x="792599" y="123693"/>
                </a:lnTo>
                <a:lnTo>
                  <a:pt x="794318" y="123411"/>
                </a:lnTo>
                <a:lnTo>
                  <a:pt x="795943" y="123066"/>
                </a:lnTo>
                <a:lnTo>
                  <a:pt x="797474" y="122659"/>
                </a:lnTo>
                <a:lnTo>
                  <a:pt x="798912" y="122188"/>
                </a:lnTo>
                <a:lnTo>
                  <a:pt x="800256" y="121655"/>
                </a:lnTo>
                <a:lnTo>
                  <a:pt x="801507" y="121059"/>
                </a:lnTo>
                <a:lnTo>
                  <a:pt x="802663" y="120401"/>
                </a:lnTo>
                <a:lnTo>
                  <a:pt x="803727" y="119680"/>
                </a:lnTo>
                <a:lnTo>
                  <a:pt x="804701" y="118923"/>
                </a:lnTo>
                <a:lnTo>
                  <a:pt x="805590" y="118159"/>
                </a:lnTo>
                <a:lnTo>
                  <a:pt x="806395" y="117386"/>
                </a:lnTo>
                <a:lnTo>
                  <a:pt x="807115" y="116604"/>
                </a:lnTo>
                <a:lnTo>
                  <a:pt x="807750" y="115814"/>
                </a:lnTo>
                <a:lnTo>
                  <a:pt x="808301" y="115016"/>
                </a:lnTo>
                <a:lnTo>
                  <a:pt x="808767" y="114209"/>
                </a:lnTo>
                <a:lnTo>
                  <a:pt x="809148" y="113394"/>
                </a:lnTo>
                <a:lnTo>
                  <a:pt x="809444" y="112571"/>
                </a:lnTo>
                <a:lnTo>
                  <a:pt x="809656" y="111739"/>
                </a:lnTo>
                <a:lnTo>
                  <a:pt x="809783" y="110899"/>
                </a:lnTo>
                <a:lnTo>
                  <a:pt x="809825" y="110050"/>
                </a:lnTo>
                <a:lnTo>
                  <a:pt x="809800" y="109449"/>
                </a:lnTo>
                <a:lnTo>
                  <a:pt x="809724" y="108878"/>
                </a:lnTo>
                <a:lnTo>
                  <a:pt x="809598" y="108336"/>
                </a:lnTo>
                <a:lnTo>
                  <a:pt x="809421" y="107823"/>
                </a:lnTo>
                <a:lnTo>
                  <a:pt x="809194" y="107340"/>
                </a:lnTo>
                <a:lnTo>
                  <a:pt x="808916" y="106887"/>
                </a:lnTo>
                <a:lnTo>
                  <a:pt x="808588" y="106463"/>
                </a:lnTo>
                <a:lnTo>
                  <a:pt x="808209" y="106069"/>
                </a:lnTo>
                <a:lnTo>
                  <a:pt x="807779" y="105705"/>
                </a:lnTo>
                <a:lnTo>
                  <a:pt x="807299" y="105370"/>
                </a:lnTo>
                <a:lnTo>
                  <a:pt x="806769" y="105065"/>
                </a:lnTo>
                <a:lnTo>
                  <a:pt x="806188" y="104790"/>
                </a:lnTo>
                <a:lnTo>
                  <a:pt x="805519" y="104538"/>
                </a:lnTo>
                <a:lnTo>
                  <a:pt x="804749" y="104304"/>
                </a:lnTo>
                <a:lnTo>
                  <a:pt x="803878" y="104087"/>
                </a:lnTo>
                <a:lnTo>
                  <a:pt x="802906" y="103889"/>
                </a:lnTo>
                <a:lnTo>
                  <a:pt x="801834" y="103708"/>
                </a:lnTo>
                <a:lnTo>
                  <a:pt x="800660" y="103546"/>
                </a:lnTo>
                <a:lnTo>
                  <a:pt x="799385" y="103401"/>
                </a:lnTo>
                <a:lnTo>
                  <a:pt x="798008" y="103273"/>
                </a:lnTo>
                <a:lnTo>
                  <a:pt x="796531" y="103164"/>
                </a:lnTo>
                <a:lnTo>
                  <a:pt x="794953" y="103072"/>
                </a:lnTo>
                <a:lnTo>
                  <a:pt x="793274" y="102999"/>
                </a:lnTo>
                <a:lnTo>
                  <a:pt x="791494" y="102943"/>
                </a:lnTo>
                <a:lnTo>
                  <a:pt x="788870" y="102866"/>
                </a:lnTo>
                <a:lnTo>
                  <a:pt x="786350" y="102778"/>
                </a:lnTo>
                <a:lnTo>
                  <a:pt x="783933" y="102680"/>
                </a:lnTo>
                <a:lnTo>
                  <a:pt x="781619" y="102571"/>
                </a:lnTo>
                <a:lnTo>
                  <a:pt x="779407" y="102451"/>
                </a:lnTo>
                <a:lnTo>
                  <a:pt x="777299" y="102320"/>
                </a:lnTo>
                <a:lnTo>
                  <a:pt x="775294" y="102178"/>
                </a:lnTo>
                <a:lnTo>
                  <a:pt x="773392" y="102026"/>
                </a:lnTo>
                <a:lnTo>
                  <a:pt x="771593" y="101862"/>
                </a:lnTo>
                <a:lnTo>
                  <a:pt x="769897" y="101688"/>
                </a:lnTo>
                <a:lnTo>
                  <a:pt x="768304" y="101503"/>
                </a:lnTo>
                <a:lnTo>
                  <a:pt x="766814" y="1013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1" name="Original vector context 31">
            <a:extLst xmlns:a="http://schemas.openxmlformats.org/drawingml/2006/main">
              <a:ext uri="{FF2B5EF4-FFF2-40B4-BE49-F238E27FC236}">
                <a16:creationId xmlns:a16="http://schemas.microsoft.com/office/drawing/2014/main" id="{A16286CA-6BB0-4D84-991F-290B02BE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14" y="8951335"/>
            <a:ext cx="1541175" cy="386486"/>
          </a:xfrm>
          <a:custGeom xmlns:a="http://schemas.openxmlformats.org/drawingml/2006/main">
            <a:pathLst>
              <a:path w="1541175" h="386486">
                <a:moveTo>
                  <a:pt x="0" y="64415"/>
                </a:moveTo>
                <a:lnTo>
                  <a:pt x="589" y="55674"/>
                </a:lnTo>
                <a:lnTo>
                  <a:pt x="2305" y="47291"/>
                </a:lnTo>
                <a:lnTo>
                  <a:pt x="5070" y="39342"/>
                </a:lnTo>
                <a:lnTo>
                  <a:pt x="8809" y="31904"/>
                </a:lnTo>
                <a:lnTo>
                  <a:pt x="13444" y="25053"/>
                </a:lnTo>
                <a:lnTo>
                  <a:pt x="18898" y="18867"/>
                </a:lnTo>
                <a:lnTo>
                  <a:pt x="25094" y="13422"/>
                </a:lnTo>
                <a:lnTo>
                  <a:pt x="31956" y="8795"/>
                </a:lnTo>
                <a:lnTo>
                  <a:pt x="39406" y="5062"/>
                </a:lnTo>
                <a:lnTo>
                  <a:pt x="47369" y="2301"/>
                </a:lnTo>
                <a:lnTo>
                  <a:pt x="55766" y="588"/>
                </a:lnTo>
                <a:lnTo>
                  <a:pt x="64521" y="0"/>
                </a:lnTo>
                <a:lnTo>
                  <a:pt x="1476654" y="0"/>
                </a:lnTo>
                <a:lnTo>
                  <a:pt x="1485409" y="588"/>
                </a:lnTo>
                <a:lnTo>
                  <a:pt x="1493806" y="2301"/>
                </a:lnTo>
                <a:lnTo>
                  <a:pt x="1501768" y="5062"/>
                </a:lnTo>
                <a:lnTo>
                  <a:pt x="1509219" y="8795"/>
                </a:lnTo>
                <a:lnTo>
                  <a:pt x="1516081" y="13422"/>
                </a:lnTo>
                <a:lnTo>
                  <a:pt x="1522277" y="18867"/>
                </a:lnTo>
                <a:lnTo>
                  <a:pt x="1527731" y="25053"/>
                </a:lnTo>
                <a:lnTo>
                  <a:pt x="1532366" y="31904"/>
                </a:lnTo>
                <a:lnTo>
                  <a:pt x="1536104" y="39342"/>
                </a:lnTo>
                <a:lnTo>
                  <a:pt x="1538870" y="47291"/>
                </a:lnTo>
                <a:lnTo>
                  <a:pt x="1540586" y="55674"/>
                </a:lnTo>
                <a:lnTo>
                  <a:pt x="1541175" y="64415"/>
                </a:lnTo>
                <a:lnTo>
                  <a:pt x="1541175" y="322071"/>
                </a:lnTo>
                <a:lnTo>
                  <a:pt x="1540586" y="330812"/>
                </a:lnTo>
                <a:lnTo>
                  <a:pt x="1538870" y="339195"/>
                </a:lnTo>
                <a:lnTo>
                  <a:pt x="1536104" y="347144"/>
                </a:lnTo>
                <a:lnTo>
                  <a:pt x="1532366" y="354582"/>
                </a:lnTo>
                <a:lnTo>
                  <a:pt x="1527731" y="361433"/>
                </a:lnTo>
                <a:lnTo>
                  <a:pt x="1522277" y="367619"/>
                </a:lnTo>
                <a:lnTo>
                  <a:pt x="1516081" y="373064"/>
                </a:lnTo>
                <a:lnTo>
                  <a:pt x="1509219" y="377691"/>
                </a:lnTo>
                <a:lnTo>
                  <a:pt x="1501768" y="381424"/>
                </a:lnTo>
                <a:lnTo>
                  <a:pt x="1493806" y="384185"/>
                </a:lnTo>
                <a:lnTo>
                  <a:pt x="1485409" y="385898"/>
                </a:lnTo>
                <a:lnTo>
                  <a:pt x="1476654" y="386486"/>
                </a:lnTo>
                <a:lnTo>
                  <a:pt x="64521" y="386486"/>
                </a:lnTo>
                <a:lnTo>
                  <a:pt x="55766" y="385898"/>
                </a:lnTo>
                <a:lnTo>
                  <a:pt x="47369" y="384185"/>
                </a:lnTo>
                <a:lnTo>
                  <a:pt x="39406" y="381424"/>
                </a:lnTo>
                <a:lnTo>
                  <a:pt x="31956" y="377691"/>
                </a:lnTo>
                <a:lnTo>
                  <a:pt x="25094" y="373064"/>
                </a:lnTo>
                <a:lnTo>
                  <a:pt x="18898" y="367619"/>
                </a:lnTo>
                <a:lnTo>
                  <a:pt x="13444" y="361433"/>
                </a:lnTo>
                <a:lnTo>
                  <a:pt x="8809" y="354582"/>
                </a:lnTo>
                <a:lnTo>
                  <a:pt x="5070" y="347144"/>
                </a:lnTo>
                <a:lnTo>
                  <a:pt x="2305" y="339195"/>
                </a:lnTo>
                <a:lnTo>
                  <a:pt x="589" y="330812"/>
                </a:lnTo>
                <a:lnTo>
                  <a:pt x="0" y="322071"/>
                </a:lnTo>
                <a:lnTo>
                  <a:pt x="0" y="644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32" name="Original vector context 32">
            <a:extLst xmlns:a="http://schemas.openxmlformats.org/drawingml/2006/main">
              <a:ext uri="{FF2B5EF4-FFF2-40B4-BE49-F238E27FC236}">
                <a16:creationId xmlns:a16="http://schemas.microsoft.com/office/drawing/2014/main" id="{5B411316-639B-40FA-9A3D-BCC7A328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89" y="8991043"/>
            <a:ext cx="1364819" cy="147980"/>
          </a:xfrm>
          <a:custGeom xmlns:a="http://schemas.openxmlformats.org/drawingml/2006/main">
            <a:pathLst>
              <a:path w="1364819" h="147980">
                <a:moveTo>
                  <a:pt x="56136" y="99048"/>
                </a:moveTo>
                <a:lnTo>
                  <a:pt x="55109" y="100682"/>
                </a:lnTo>
                <a:lnTo>
                  <a:pt x="54047" y="102248"/>
                </a:lnTo>
                <a:lnTo>
                  <a:pt x="52951" y="103745"/>
                </a:lnTo>
                <a:lnTo>
                  <a:pt x="51821" y="105173"/>
                </a:lnTo>
                <a:lnTo>
                  <a:pt x="50657" y="106533"/>
                </a:lnTo>
                <a:lnTo>
                  <a:pt x="49458" y="107824"/>
                </a:lnTo>
                <a:lnTo>
                  <a:pt x="48225" y="109047"/>
                </a:lnTo>
                <a:lnTo>
                  <a:pt x="46959" y="110202"/>
                </a:lnTo>
                <a:lnTo>
                  <a:pt x="45658" y="111288"/>
                </a:lnTo>
                <a:lnTo>
                  <a:pt x="44322" y="112305"/>
                </a:lnTo>
                <a:lnTo>
                  <a:pt x="42953" y="113254"/>
                </a:lnTo>
                <a:lnTo>
                  <a:pt x="41549" y="114134"/>
                </a:lnTo>
                <a:lnTo>
                  <a:pt x="40138" y="114945"/>
                </a:lnTo>
                <a:lnTo>
                  <a:pt x="38747" y="115685"/>
                </a:lnTo>
                <a:lnTo>
                  <a:pt x="37374" y="116355"/>
                </a:lnTo>
                <a:lnTo>
                  <a:pt x="36021" y="116954"/>
                </a:lnTo>
                <a:lnTo>
                  <a:pt x="34688" y="117483"/>
                </a:lnTo>
                <a:lnTo>
                  <a:pt x="33373" y="117941"/>
                </a:lnTo>
                <a:lnTo>
                  <a:pt x="32078" y="118329"/>
                </a:lnTo>
                <a:lnTo>
                  <a:pt x="30802" y="118646"/>
                </a:lnTo>
                <a:lnTo>
                  <a:pt x="29546" y="118893"/>
                </a:lnTo>
                <a:lnTo>
                  <a:pt x="28309" y="119069"/>
                </a:lnTo>
                <a:lnTo>
                  <a:pt x="27091" y="119175"/>
                </a:lnTo>
                <a:lnTo>
                  <a:pt x="25893" y="119210"/>
                </a:lnTo>
                <a:lnTo>
                  <a:pt x="24242" y="119150"/>
                </a:lnTo>
                <a:lnTo>
                  <a:pt x="22620" y="118971"/>
                </a:lnTo>
                <a:lnTo>
                  <a:pt x="21027" y="118672"/>
                </a:lnTo>
                <a:lnTo>
                  <a:pt x="19461" y="118253"/>
                </a:lnTo>
                <a:lnTo>
                  <a:pt x="17924" y="117714"/>
                </a:lnTo>
                <a:lnTo>
                  <a:pt x="16415" y="117056"/>
                </a:lnTo>
                <a:lnTo>
                  <a:pt x="14934" y="116278"/>
                </a:lnTo>
                <a:lnTo>
                  <a:pt x="13481" y="115381"/>
                </a:lnTo>
                <a:lnTo>
                  <a:pt x="12057" y="114363"/>
                </a:lnTo>
                <a:lnTo>
                  <a:pt x="10661" y="113226"/>
                </a:lnTo>
                <a:lnTo>
                  <a:pt x="9293" y="111970"/>
                </a:lnTo>
                <a:lnTo>
                  <a:pt x="7953" y="110593"/>
                </a:lnTo>
                <a:lnTo>
                  <a:pt x="6683" y="109096"/>
                </a:lnTo>
                <a:lnTo>
                  <a:pt x="5523" y="107474"/>
                </a:lnTo>
                <a:lnTo>
                  <a:pt x="4474" y="105729"/>
                </a:lnTo>
                <a:lnTo>
                  <a:pt x="3535" y="103860"/>
                </a:lnTo>
                <a:lnTo>
                  <a:pt x="2706" y="101867"/>
                </a:lnTo>
                <a:lnTo>
                  <a:pt x="1988" y="99751"/>
                </a:lnTo>
                <a:lnTo>
                  <a:pt x="1381" y="97512"/>
                </a:lnTo>
                <a:lnTo>
                  <a:pt x="884" y="95148"/>
                </a:lnTo>
                <a:lnTo>
                  <a:pt x="497" y="92661"/>
                </a:lnTo>
                <a:lnTo>
                  <a:pt x="221" y="90051"/>
                </a:lnTo>
                <a:lnTo>
                  <a:pt x="55" y="87316"/>
                </a:lnTo>
                <a:lnTo>
                  <a:pt x="0" y="84458"/>
                </a:lnTo>
                <a:lnTo>
                  <a:pt x="37" y="82176"/>
                </a:lnTo>
                <a:lnTo>
                  <a:pt x="147" y="79935"/>
                </a:lnTo>
                <a:lnTo>
                  <a:pt x="330" y="77735"/>
                </a:lnTo>
                <a:lnTo>
                  <a:pt x="586" y="75577"/>
                </a:lnTo>
                <a:lnTo>
                  <a:pt x="916" y="73459"/>
                </a:lnTo>
                <a:lnTo>
                  <a:pt x="1320" y="71382"/>
                </a:lnTo>
                <a:lnTo>
                  <a:pt x="1796" y="69346"/>
                </a:lnTo>
                <a:lnTo>
                  <a:pt x="2346" y="67351"/>
                </a:lnTo>
                <a:lnTo>
                  <a:pt x="2969" y="65398"/>
                </a:lnTo>
                <a:lnTo>
                  <a:pt x="3666" y="63485"/>
                </a:lnTo>
                <a:lnTo>
                  <a:pt x="4435" y="61614"/>
                </a:lnTo>
                <a:lnTo>
                  <a:pt x="5278" y="59783"/>
                </a:lnTo>
                <a:lnTo>
                  <a:pt x="6183" y="58005"/>
                </a:lnTo>
                <a:lnTo>
                  <a:pt x="7137" y="56290"/>
                </a:lnTo>
                <a:lnTo>
                  <a:pt x="8140" y="54638"/>
                </a:lnTo>
                <a:lnTo>
                  <a:pt x="9194" y="53050"/>
                </a:lnTo>
                <a:lnTo>
                  <a:pt x="10296" y="51524"/>
                </a:lnTo>
                <a:lnTo>
                  <a:pt x="11448" y="50063"/>
                </a:lnTo>
                <a:lnTo>
                  <a:pt x="12650" y="48664"/>
                </a:lnTo>
                <a:lnTo>
                  <a:pt x="13901" y="47329"/>
                </a:lnTo>
                <a:lnTo>
                  <a:pt x="15202" y="46057"/>
                </a:lnTo>
                <a:lnTo>
                  <a:pt x="16552" y="44848"/>
                </a:lnTo>
                <a:lnTo>
                  <a:pt x="17952" y="43703"/>
                </a:lnTo>
                <a:lnTo>
                  <a:pt x="19402" y="42621"/>
                </a:lnTo>
                <a:lnTo>
                  <a:pt x="20905" y="41614"/>
                </a:lnTo>
                <a:lnTo>
                  <a:pt x="22467" y="40695"/>
                </a:lnTo>
                <a:lnTo>
                  <a:pt x="24087" y="39864"/>
                </a:lnTo>
                <a:lnTo>
                  <a:pt x="25766" y="39120"/>
                </a:lnTo>
                <a:lnTo>
                  <a:pt x="27503" y="38463"/>
                </a:lnTo>
                <a:lnTo>
                  <a:pt x="29299" y="37894"/>
                </a:lnTo>
                <a:lnTo>
                  <a:pt x="31153" y="37413"/>
                </a:lnTo>
                <a:lnTo>
                  <a:pt x="33065" y="37019"/>
                </a:lnTo>
                <a:lnTo>
                  <a:pt x="35036" y="36712"/>
                </a:lnTo>
                <a:lnTo>
                  <a:pt x="37066" y="36494"/>
                </a:lnTo>
                <a:lnTo>
                  <a:pt x="39153" y="36362"/>
                </a:lnTo>
                <a:lnTo>
                  <a:pt x="41300" y="36319"/>
                </a:lnTo>
                <a:lnTo>
                  <a:pt x="41957" y="36324"/>
                </a:lnTo>
                <a:lnTo>
                  <a:pt x="42667" y="36340"/>
                </a:lnTo>
                <a:lnTo>
                  <a:pt x="43431" y="36367"/>
                </a:lnTo>
                <a:lnTo>
                  <a:pt x="44248" y="36406"/>
                </a:lnTo>
                <a:lnTo>
                  <a:pt x="45119" y="36455"/>
                </a:lnTo>
                <a:lnTo>
                  <a:pt x="46043" y="36514"/>
                </a:lnTo>
                <a:lnTo>
                  <a:pt x="47021" y="36585"/>
                </a:lnTo>
                <a:lnTo>
                  <a:pt x="48052" y="36667"/>
                </a:lnTo>
                <a:lnTo>
                  <a:pt x="49137" y="36759"/>
                </a:lnTo>
                <a:lnTo>
                  <a:pt x="50275" y="36863"/>
                </a:lnTo>
                <a:lnTo>
                  <a:pt x="51467" y="36977"/>
                </a:lnTo>
                <a:lnTo>
                  <a:pt x="52713" y="37102"/>
                </a:lnTo>
                <a:lnTo>
                  <a:pt x="52911" y="37126"/>
                </a:lnTo>
                <a:lnTo>
                  <a:pt x="53125" y="37151"/>
                </a:lnTo>
                <a:lnTo>
                  <a:pt x="53355" y="37178"/>
                </a:lnTo>
                <a:lnTo>
                  <a:pt x="53600" y="37205"/>
                </a:lnTo>
                <a:lnTo>
                  <a:pt x="53862" y="37233"/>
                </a:lnTo>
                <a:lnTo>
                  <a:pt x="54139" y="37262"/>
                </a:lnTo>
                <a:lnTo>
                  <a:pt x="54432" y="37292"/>
                </a:lnTo>
                <a:lnTo>
                  <a:pt x="54741" y="37323"/>
                </a:lnTo>
                <a:lnTo>
                  <a:pt x="55066" y="37356"/>
                </a:lnTo>
                <a:lnTo>
                  <a:pt x="55407" y="37389"/>
                </a:lnTo>
                <a:lnTo>
                  <a:pt x="55764" y="37423"/>
                </a:lnTo>
                <a:lnTo>
                  <a:pt x="56136" y="37458"/>
                </a:lnTo>
                <a:lnTo>
                  <a:pt x="69475" y="37458"/>
                </a:lnTo>
                <a:lnTo>
                  <a:pt x="69475" y="93645"/>
                </a:lnTo>
                <a:lnTo>
                  <a:pt x="69496" y="96012"/>
                </a:lnTo>
                <a:lnTo>
                  <a:pt x="69558" y="98304"/>
                </a:lnTo>
                <a:lnTo>
                  <a:pt x="69662" y="100520"/>
                </a:lnTo>
                <a:lnTo>
                  <a:pt x="69808" y="102661"/>
                </a:lnTo>
                <a:lnTo>
                  <a:pt x="69995" y="104727"/>
                </a:lnTo>
                <a:lnTo>
                  <a:pt x="70224" y="106717"/>
                </a:lnTo>
                <a:lnTo>
                  <a:pt x="70494" y="108632"/>
                </a:lnTo>
                <a:lnTo>
                  <a:pt x="70806" y="110471"/>
                </a:lnTo>
                <a:lnTo>
                  <a:pt x="71160" y="112235"/>
                </a:lnTo>
                <a:lnTo>
                  <a:pt x="71555" y="113923"/>
                </a:lnTo>
                <a:lnTo>
                  <a:pt x="71992" y="115536"/>
                </a:lnTo>
                <a:lnTo>
                  <a:pt x="72471" y="117074"/>
                </a:lnTo>
                <a:lnTo>
                  <a:pt x="58633" y="117074"/>
                </a:lnTo>
                <a:lnTo>
                  <a:pt x="58376" y="115939"/>
                </a:lnTo>
                <a:lnTo>
                  <a:pt x="58128" y="114738"/>
                </a:lnTo>
                <a:lnTo>
                  <a:pt x="57888" y="113469"/>
                </a:lnTo>
                <a:lnTo>
                  <a:pt x="57658" y="112134"/>
                </a:lnTo>
                <a:lnTo>
                  <a:pt x="57437" y="110733"/>
                </a:lnTo>
                <a:lnTo>
                  <a:pt x="57224" y="109264"/>
                </a:lnTo>
                <a:lnTo>
                  <a:pt x="57021" y="107728"/>
                </a:lnTo>
                <a:lnTo>
                  <a:pt x="56826" y="106126"/>
                </a:lnTo>
                <a:lnTo>
                  <a:pt x="56640" y="104457"/>
                </a:lnTo>
                <a:lnTo>
                  <a:pt x="56463" y="102721"/>
                </a:lnTo>
                <a:lnTo>
                  <a:pt x="56295" y="100918"/>
                </a:lnTo>
                <a:lnTo>
                  <a:pt x="56136" y="99048"/>
                </a:lnTo>
                <a:moveTo>
                  <a:pt x="56136" y="83390"/>
                </a:moveTo>
                <a:lnTo>
                  <a:pt x="56136" y="49279"/>
                </a:lnTo>
                <a:lnTo>
                  <a:pt x="54966" y="48984"/>
                </a:lnTo>
                <a:lnTo>
                  <a:pt x="53810" y="48713"/>
                </a:lnTo>
                <a:lnTo>
                  <a:pt x="52668" y="48469"/>
                </a:lnTo>
                <a:lnTo>
                  <a:pt x="51540" y="48251"/>
                </a:lnTo>
                <a:lnTo>
                  <a:pt x="50425" y="48058"/>
                </a:lnTo>
                <a:lnTo>
                  <a:pt x="49324" y="47891"/>
                </a:lnTo>
                <a:lnTo>
                  <a:pt x="48238" y="47749"/>
                </a:lnTo>
                <a:lnTo>
                  <a:pt x="47165" y="47633"/>
                </a:lnTo>
                <a:lnTo>
                  <a:pt x="46106" y="47543"/>
                </a:lnTo>
                <a:lnTo>
                  <a:pt x="45060" y="47479"/>
                </a:lnTo>
                <a:lnTo>
                  <a:pt x="44029" y="47441"/>
                </a:lnTo>
                <a:lnTo>
                  <a:pt x="43012" y="47428"/>
                </a:lnTo>
                <a:lnTo>
                  <a:pt x="40995" y="47493"/>
                </a:lnTo>
                <a:lnTo>
                  <a:pt x="39036" y="47691"/>
                </a:lnTo>
                <a:lnTo>
                  <a:pt x="37134" y="48020"/>
                </a:lnTo>
                <a:lnTo>
                  <a:pt x="35288" y="48480"/>
                </a:lnTo>
                <a:lnTo>
                  <a:pt x="33500" y="49072"/>
                </a:lnTo>
                <a:lnTo>
                  <a:pt x="31768" y="49796"/>
                </a:lnTo>
                <a:lnTo>
                  <a:pt x="30094" y="50651"/>
                </a:lnTo>
                <a:lnTo>
                  <a:pt x="28476" y="51637"/>
                </a:lnTo>
                <a:lnTo>
                  <a:pt x="26916" y="52755"/>
                </a:lnTo>
                <a:lnTo>
                  <a:pt x="25412" y="54005"/>
                </a:lnTo>
                <a:lnTo>
                  <a:pt x="23965" y="55386"/>
                </a:lnTo>
                <a:lnTo>
                  <a:pt x="22576" y="56899"/>
                </a:lnTo>
                <a:lnTo>
                  <a:pt x="21271" y="58525"/>
                </a:lnTo>
                <a:lnTo>
                  <a:pt x="20080" y="60246"/>
                </a:lnTo>
                <a:lnTo>
                  <a:pt x="19003" y="62062"/>
                </a:lnTo>
                <a:lnTo>
                  <a:pt x="18038" y="63973"/>
                </a:lnTo>
                <a:lnTo>
                  <a:pt x="17188" y="65979"/>
                </a:lnTo>
                <a:lnTo>
                  <a:pt x="16450" y="68079"/>
                </a:lnTo>
                <a:lnTo>
                  <a:pt x="15826" y="70275"/>
                </a:lnTo>
                <a:lnTo>
                  <a:pt x="15316" y="72566"/>
                </a:lnTo>
                <a:lnTo>
                  <a:pt x="14919" y="74951"/>
                </a:lnTo>
                <a:lnTo>
                  <a:pt x="14635" y="77432"/>
                </a:lnTo>
                <a:lnTo>
                  <a:pt x="14465" y="80008"/>
                </a:lnTo>
                <a:lnTo>
                  <a:pt x="14409" y="82678"/>
                </a:lnTo>
                <a:lnTo>
                  <a:pt x="14440" y="84608"/>
                </a:lnTo>
                <a:lnTo>
                  <a:pt x="14532" y="86457"/>
                </a:lnTo>
                <a:lnTo>
                  <a:pt x="14687" y="88226"/>
                </a:lnTo>
                <a:lnTo>
                  <a:pt x="14904" y="89914"/>
                </a:lnTo>
                <a:lnTo>
                  <a:pt x="15183" y="91522"/>
                </a:lnTo>
                <a:lnTo>
                  <a:pt x="15523" y="93048"/>
                </a:lnTo>
                <a:lnTo>
                  <a:pt x="15926" y="94495"/>
                </a:lnTo>
                <a:lnTo>
                  <a:pt x="16390" y="95860"/>
                </a:lnTo>
                <a:lnTo>
                  <a:pt x="16916" y="97145"/>
                </a:lnTo>
                <a:lnTo>
                  <a:pt x="17504" y="98350"/>
                </a:lnTo>
                <a:lnTo>
                  <a:pt x="18155" y="99474"/>
                </a:lnTo>
                <a:lnTo>
                  <a:pt x="18867" y="100517"/>
                </a:lnTo>
                <a:lnTo>
                  <a:pt x="19618" y="101478"/>
                </a:lnTo>
                <a:lnTo>
                  <a:pt x="20387" y="102356"/>
                </a:lnTo>
                <a:lnTo>
                  <a:pt x="21174" y="103149"/>
                </a:lnTo>
                <a:lnTo>
                  <a:pt x="21977" y="103860"/>
                </a:lnTo>
                <a:lnTo>
                  <a:pt x="22798" y="104487"/>
                </a:lnTo>
                <a:lnTo>
                  <a:pt x="23637" y="105030"/>
                </a:lnTo>
                <a:lnTo>
                  <a:pt x="24493" y="105490"/>
                </a:lnTo>
                <a:lnTo>
                  <a:pt x="25366" y="105866"/>
                </a:lnTo>
                <a:lnTo>
                  <a:pt x="26256" y="106158"/>
                </a:lnTo>
                <a:lnTo>
                  <a:pt x="27164" y="106367"/>
                </a:lnTo>
                <a:lnTo>
                  <a:pt x="28089" y="106493"/>
                </a:lnTo>
                <a:lnTo>
                  <a:pt x="29031" y="106534"/>
                </a:lnTo>
                <a:lnTo>
                  <a:pt x="30074" y="106491"/>
                </a:lnTo>
                <a:lnTo>
                  <a:pt x="31135" y="106360"/>
                </a:lnTo>
                <a:lnTo>
                  <a:pt x="32214" y="106143"/>
                </a:lnTo>
                <a:lnTo>
                  <a:pt x="33311" y="105838"/>
                </a:lnTo>
                <a:lnTo>
                  <a:pt x="34425" y="105446"/>
                </a:lnTo>
                <a:lnTo>
                  <a:pt x="35558" y="104968"/>
                </a:lnTo>
                <a:lnTo>
                  <a:pt x="36708" y="104402"/>
                </a:lnTo>
                <a:lnTo>
                  <a:pt x="37876" y="103749"/>
                </a:lnTo>
                <a:lnTo>
                  <a:pt x="39062" y="103009"/>
                </a:lnTo>
                <a:lnTo>
                  <a:pt x="40266" y="102182"/>
                </a:lnTo>
                <a:lnTo>
                  <a:pt x="41487" y="101269"/>
                </a:lnTo>
                <a:lnTo>
                  <a:pt x="42726" y="100268"/>
                </a:lnTo>
                <a:lnTo>
                  <a:pt x="43964" y="99193"/>
                </a:lnTo>
                <a:lnTo>
                  <a:pt x="45179" y="98058"/>
                </a:lnTo>
                <a:lnTo>
                  <a:pt x="46373" y="96863"/>
                </a:lnTo>
                <a:lnTo>
                  <a:pt x="47545" y="95607"/>
                </a:lnTo>
                <a:lnTo>
                  <a:pt x="48695" y="94291"/>
                </a:lnTo>
                <a:lnTo>
                  <a:pt x="49824" y="92915"/>
                </a:lnTo>
                <a:lnTo>
                  <a:pt x="50930" y="91478"/>
                </a:lnTo>
                <a:lnTo>
                  <a:pt x="52015" y="89981"/>
                </a:lnTo>
                <a:lnTo>
                  <a:pt x="53078" y="88424"/>
                </a:lnTo>
                <a:lnTo>
                  <a:pt x="54119" y="86806"/>
                </a:lnTo>
                <a:lnTo>
                  <a:pt x="55139" y="85128"/>
                </a:lnTo>
                <a:lnTo>
                  <a:pt x="56136" y="83390"/>
                </a:lnTo>
                <a:close/>
                <a:moveTo>
                  <a:pt x="98206" y="117074"/>
                </a:moveTo>
                <a:lnTo>
                  <a:pt x="98206" y="37458"/>
                </a:lnTo>
                <a:lnTo>
                  <a:pt x="111474" y="37458"/>
                </a:lnTo>
                <a:lnTo>
                  <a:pt x="111474" y="54947"/>
                </a:lnTo>
                <a:lnTo>
                  <a:pt x="112521" y="53340"/>
                </a:lnTo>
                <a:lnTo>
                  <a:pt x="113593" y="51802"/>
                </a:lnTo>
                <a:lnTo>
                  <a:pt x="114690" y="50333"/>
                </a:lnTo>
                <a:lnTo>
                  <a:pt x="115813" y="48932"/>
                </a:lnTo>
                <a:lnTo>
                  <a:pt x="116961" y="47601"/>
                </a:lnTo>
                <a:lnTo>
                  <a:pt x="118134" y="46338"/>
                </a:lnTo>
                <a:lnTo>
                  <a:pt x="119333" y="45145"/>
                </a:lnTo>
                <a:lnTo>
                  <a:pt x="120556" y="44020"/>
                </a:lnTo>
                <a:lnTo>
                  <a:pt x="121805" y="42964"/>
                </a:lnTo>
                <a:lnTo>
                  <a:pt x="123080" y="41978"/>
                </a:lnTo>
                <a:lnTo>
                  <a:pt x="124379" y="41060"/>
                </a:lnTo>
                <a:lnTo>
                  <a:pt x="125704" y="40211"/>
                </a:lnTo>
                <a:lnTo>
                  <a:pt x="127054" y="39430"/>
                </a:lnTo>
                <a:lnTo>
                  <a:pt x="128429" y="38717"/>
                </a:lnTo>
                <a:lnTo>
                  <a:pt x="129830" y="38072"/>
                </a:lnTo>
                <a:lnTo>
                  <a:pt x="131256" y="37495"/>
                </a:lnTo>
                <a:lnTo>
                  <a:pt x="132707" y="36985"/>
                </a:lnTo>
                <a:lnTo>
                  <a:pt x="134183" y="36544"/>
                </a:lnTo>
                <a:lnTo>
                  <a:pt x="135685" y="36170"/>
                </a:lnTo>
                <a:lnTo>
                  <a:pt x="137212" y="35865"/>
                </a:lnTo>
                <a:lnTo>
                  <a:pt x="138764" y="35627"/>
                </a:lnTo>
                <a:lnTo>
                  <a:pt x="140341" y="35457"/>
                </a:lnTo>
                <a:lnTo>
                  <a:pt x="141944" y="35355"/>
                </a:lnTo>
                <a:lnTo>
                  <a:pt x="143572" y="35322"/>
                </a:lnTo>
                <a:lnTo>
                  <a:pt x="144773" y="35336"/>
                </a:lnTo>
                <a:lnTo>
                  <a:pt x="145974" y="35381"/>
                </a:lnTo>
                <a:lnTo>
                  <a:pt x="147174" y="35455"/>
                </a:lnTo>
                <a:lnTo>
                  <a:pt x="148375" y="35559"/>
                </a:lnTo>
                <a:lnTo>
                  <a:pt x="149576" y="35692"/>
                </a:lnTo>
                <a:lnTo>
                  <a:pt x="150776" y="35856"/>
                </a:lnTo>
                <a:lnTo>
                  <a:pt x="151977" y="36049"/>
                </a:lnTo>
                <a:lnTo>
                  <a:pt x="153178" y="36271"/>
                </a:lnTo>
                <a:lnTo>
                  <a:pt x="154379" y="36523"/>
                </a:lnTo>
                <a:lnTo>
                  <a:pt x="155579" y="36805"/>
                </a:lnTo>
                <a:lnTo>
                  <a:pt x="156780" y="37117"/>
                </a:lnTo>
                <a:lnTo>
                  <a:pt x="157981" y="37458"/>
                </a:lnTo>
                <a:lnTo>
                  <a:pt x="157981" y="66228"/>
                </a:lnTo>
                <a:lnTo>
                  <a:pt x="145213" y="66228"/>
                </a:lnTo>
                <a:lnTo>
                  <a:pt x="145213" y="48138"/>
                </a:lnTo>
                <a:lnTo>
                  <a:pt x="144664" y="48047"/>
                </a:lnTo>
                <a:lnTo>
                  <a:pt x="144135" y="47964"/>
                </a:lnTo>
                <a:lnTo>
                  <a:pt x="143626" y="47889"/>
                </a:lnTo>
                <a:lnTo>
                  <a:pt x="143136" y="47822"/>
                </a:lnTo>
                <a:lnTo>
                  <a:pt x="142667" y="47763"/>
                </a:lnTo>
                <a:lnTo>
                  <a:pt x="142217" y="47712"/>
                </a:lnTo>
                <a:lnTo>
                  <a:pt x="141787" y="47669"/>
                </a:lnTo>
                <a:lnTo>
                  <a:pt x="141377" y="47633"/>
                </a:lnTo>
                <a:lnTo>
                  <a:pt x="140986" y="47606"/>
                </a:lnTo>
                <a:lnTo>
                  <a:pt x="140616" y="47586"/>
                </a:lnTo>
                <a:lnTo>
                  <a:pt x="140265" y="47574"/>
                </a:lnTo>
                <a:lnTo>
                  <a:pt x="139934" y="47570"/>
                </a:lnTo>
                <a:lnTo>
                  <a:pt x="138700" y="47611"/>
                </a:lnTo>
                <a:lnTo>
                  <a:pt x="137469" y="47732"/>
                </a:lnTo>
                <a:lnTo>
                  <a:pt x="136243" y="47934"/>
                </a:lnTo>
                <a:lnTo>
                  <a:pt x="135020" y="48217"/>
                </a:lnTo>
                <a:lnTo>
                  <a:pt x="133802" y="48581"/>
                </a:lnTo>
                <a:lnTo>
                  <a:pt x="132587" y="49026"/>
                </a:lnTo>
                <a:lnTo>
                  <a:pt x="131377" y="49551"/>
                </a:lnTo>
                <a:lnTo>
                  <a:pt x="130170" y="50158"/>
                </a:lnTo>
                <a:lnTo>
                  <a:pt x="128967" y="50845"/>
                </a:lnTo>
                <a:lnTo>
                  <a:pt x="127769" y="51613"/>
                </a:lnTo>
                <a:lnTo>
                  <a:pt x="126574" y="52462"/>
                </a:lnTo>
                <a:lnTo>
                  <a:pt x="125383" y="53392"/>
                </a:lnTo>
                <a:lnTo>
                  <a:pt x="124197" y="54402"/>
                </a:lnTo>
                <a:lnTo>
                  <a:pt x="123015" y="55494"/>
                </a:lnTo>
                <a:lnTo>
                  <a:pt x="121839" y="56666"/>
                </a:lnTo>
                <a:lnTo>
                  <a:pt x="120667" y="57920"/>
                </a:lnTo>
                <a:lnTo>
                  <a:pt x="119501" y="59254"/>
                </a:lnTo>
                <a:lnTo>
                  <a:pt x="118339" y="60669"/>
                </a:lnTo>
                <a:lnTo>
                  <a:pt x="117183" y="62165"/>
                </a:lnTo>
                <a:lnTo>
                  <a:pt x="116031" y="63741"/>
                </a:lnTo>
                <a:lnTo>
                  <a:pt x="114884" y="65399"/>
                </a:lnTo>
                <a:lnTo>
                  <a:pt x="113742" y="67137"/>
                </a:lnTo>
                <a:lnTo>
                  <a:pt x="112606" y="68957"/>
                </a:lnTo>
                <a:lnTo>
                  <a:pt x="111474" y="70857"/>
                </a:lnTo>
                <a:lnTo>
                  <a:pt x="111474" y="117074"/>
                </a:lnTo>
                <a:lnTo>
                  <a:pt x="98206" y="117074"/>
                </a:lnTo>
                <a:close/>
                <a:moveTo>
                  <a:pt x="201406" y="117074"/>
                </a:moveTo>
                <a:lnTo>
                  <a:pt x="201406" y="48567"/>
                </a:lnTo>
                <a:lnTo>
                  <a:pt x="179294" y="48567"/>
                </a:lnTo>
                <a:lnTo>
                  <a:pt x="179294" y="37458"/>
                </a:lnTo>
                <a:lnTo>
                  <a:pt x="214673" y="37458"/>
                </a:lnTo>
                <a:lnTo>
                  <a:pt x="214673" y="105965"/>
                </a:lnTo>
                <a:lnTo>
                  <a:pt x="236857" y="105965"/>
                </a:lnTo>
                <a:lnTo>
                  <a:pt x="236857" y="117074"/>
                </a:lnTo>
                <a:lnTo>
                  <a:pt x="201406" y="117074"/>
                </a:lnTo>
                <a:moveTo>
                  <a:pt x="199195" y="8866"/>
                </a:moveTo>
                <a:lnTo>
                  <a:pt x="199216" y="8137"/>
                </a:lnTo>
                <a:lnTo>
                  <a:pt x="199280" y="7440"/>
                </a:lnTo>
                <a:lnTo>
                  <a:pt x="199387" y="6774"/>
                </a:lnTo>
                <a:lnTo>
                  <a:pt x="199536" y="6139"/>
                </a:lnTo>
                <a:lnTo>
                  <a:pt x="199727" y="5536"/>
                </a:lnTo>
                <a:lnTo>
                  <a:pt x="199962" y="4965"/>
                </a:lnTo>
                <a:lnTo>
                  <a:pt x="200239" y="4425"/>
                </a:lnTo>
                <a:lnTo>
                  <a:pt x="200558" y="3917"/>
                </a:lnTo>
                <a:lnTo>
                  <a:pt x="200920" y="3440"/>
                </a:lnTo>
                <a:lnTo>
                  <a:pt x="201325" y="2995"/>
                </a:lnTo>
                <a:lnTo>
                  <a:pt x="201772" y="2581"/>
                </a:lnTo>
                <a:lnTo>
                  <a:pt x="202262" y="2199"/>
                </a:lnTo>
                <a:lnTo>
                  <a:pt x="202771" y="1848"/>
                </a:lnTo>
                <a:lnTo>
                  <a:pt x="203275" y="1527"/>
                </a:lnTo>
                <a:lnTo>
                  <a:pt x="203773" y="1237"/>
                </a:lnTo>
                <a:lnTo>
                  <a:pt x="204267" y="977"/>
                </a:lnTo>
                <a:lnTo>
                  <a:pt x="204756" y="748"/>
                </a:lnTo>
                <a:lnTo>
                  <a:pt x="205240" y="550"/>
                </a:lnTo>
                <a:lnTo>
                  <a:pt x="205719" y="382"/>
                </a:lnTo>
                <a:lnTo>
                  <a:pt x="206193" y="244"/>
                </a:lnTo>
                <a:lnTo>
                  <a:pt x="206662" y="137"/>
                </a:lnTo>
                <a:lnTo>
                  <a:pt x="207126" y="61"/>
                </a:lnTo>
                <a:lnTo>
                  <a:pt x="207586" y="15"/>
                </a:lnTo>
                <a:lnTo>
                  <a:pt x="208040" y="0"/>
                </a:lnTo>
                <a:lnTo>
                  <a:pt x="208505" y="15"/>
                </a:lnTo>
                <a:lnTo>
                  <a:pt x="208975" y="61"/>
                </a:lnTo>
                <a:lnTo>
                  <a:pt x="209449" y="137"/>
                </a:lnTo>
                <a:lnTo>
                  <a:pt x="209926" y="244"/>
                </a:lnTo>
                <a:lnTo>
                  <a:pt x="210408" y="382"/>
                </a:lnTo>
                <a:lnTo>
                  <a:pt x="210893" y="550"/>
                </a:lnTo>
                <a:lnTo>
                  <a:pt x="211382" y="748"/>
                </a:lnTo>
                <a:lnTo>
                  <a:pt x="211876" y="977"/>
                </a:lnTo>
                <a:lnTo>
                  <a:pt x="212373" y="1237"/>
                </a:lnTo>
                <a:lnTo>
                  <a:pt x="212874" y="1527"/>
                </a:lnTo>
                <a:lnTo>
                  <a:pt x="213380" y="1848"/>
                </a:lnTo>
                <a:lnTo>
                  <a:pt x="213889" y="2199"/>
                </a:lnTo>
                <a:lnTo>
                  <a:pt x="214379" y="2581"/>
                </a:lnTo>
                <a:lnTo>
                  <a:pt x="214826" y="2995"/>
                </a:lnTo>
                <a:lnTo>
                  <a:pt x="215231" y="3440"/>
                </a:lnTo>
                <a:lnTo>
                  <a:pt x="215593" y="3917"/>
                </a:lnTo>
                <a:lnTo>
                  <a:pt x="215912" y="4425"/>
                </a:lnTo>
                <a:lnTo>
                  <a:pt x="216189" y="4965"/>
                </a:lnTo>
                <a:lnTo>
                  <a:pt x="216423" y="5536"/>
                </a:lnTo>
                <a:lnTo>
                  <a:pt x="216615" y="6139"/>
                </a:lnTo>
                <a:lnTo>
                  <a:pt x="216764" y="6774"/>
                </a:lnTo>
                <a:lnTo>
                  <a:pt x="216871" y="7440"/>
                </a:lnTo>
                <a:lnTo>
                  <a:pt x="216935" y="8137"/>
                </a:lnTo>
                <a:lnTo>
                  <a:pt x="216956" y="8866"/>
                </a:lnTo>
                <a:lnTo>
                  <a:pt x="216935" y="9584"/>
                </a:lnTo>
                <a:lnTo>
                  <a:pt x="216871" y="10271"/>
                </a:lnTo>
                <a:lnTo>
                  <a:pt x="216764" y="10927"/>
                </a:lnTo>
                <a:lnTo>
                  <a:pt x="216615" y="11553"/>
                </a:lnTo>
                <a:lnTo>
                  <a:pt x="216423" y="12149"/>
                </a:lnTo>
                <a:lnTo>
                  <a:pt x="216189" y="12714"/>
                </a:lnTo>
                <a:lnTo>
                  <a:pt x="215912" y="13248"/>
                </a:lnTo>
                <a:lnTo>
                  <a:pt x="215593" y="13752"/>
                </a:lnTo>
                <a:lnTo>
                  <a:pt x="215231" y="14225"/>
                </a:lnTo>
                <a:lnTo>
                  <a:pt x="214826" y="14668"/>
                </a:lnTo>
                <a:lnTo>
                  <a:pt x="214379" y="15080"/>
                </a:lnTo>
                <a:lnTo>
                  <a:pt x="213889" y="15462"/>
                </a:lnTo>
                <a:lnTo>
                  <a:pt x="213380" y="15813"/>
                </a:lnTo>
                <a:lnTo>
                  <a:pt x="212874" y="16134"/>
                </a:lnTo>
                <a:lnTo>
                  <a:pt x="212373" y="16424"/>
                </a:lnTo>
                <a:lnTo>
                  <a:pt x="211876" y="16684"/>
                </a:lnTo>
                <a:lnTo>
                  <a:pt x="211382" y="16913"/>
                </a:lnTo>
                <a:lnTo>
                  <a:pt x="210893" y="17111"/>
                </a:lnTo>
                <a:lnTo>
                  <a:pt x="210408" y="17279"/>
                </a:lnTo>
                <a:lnTo>
                  <a:pt x="209926" y="17416"/>
                </a:lnTo>
                <a:lnTo>
                  <a:pt x="209449" y="17523"/>
                </a:lnTo>
                <a:lnTo>
                  <a:pt x="208975" y="17600"/>
                </a:lnTo>
                <a:lnTo>
                  <a:pt x="208505" y="17646"/>
                </a:lnTo>
                <a:lnTo>
                  <a:pt x="208040" y="17661"/>
                </a:lnTo>
                <a:lnTo>
                  <a:pt x="207586" y="17646"/>
                </a:lnTo>
                <a:lnTo>
                  <a:pt x="207126" y="17600"/>
                </a:lnTo>
                <a:lnTo>
                  <a:pt x="206662" y="17523"/>
                </a:lnTo>
                <a:lnTo>
                  <a:pt x="206193" y="17416"/>
                </a:lnTo>
                <a:lnTo>
                  <a:pt x="205719" y="17279"/>
                </a:lnTo>
                <a:lnTo>
                  <a:pt x="205240" y="17111"/>
                </a:lnTo>
                <a:lnTo>
                  <a:pt x="204756" y="16913"/>
                </a:lnTo>
                <a:lnTo>
                  <a:pt x="204267" y="16684"/>
                </a:lnTo>
                <a:lnTo>
                  <a:pt x="203773" y="16424"/>
                </a:lnTo>
                <a:lnTo>
                  <a:pt x="203275" y="16134"/>
                </a:lnTo>
                <a:lnTo>
                  <a:pt x="202771" y="15813"/>
                </a:lnTo>
                <a:lnTo>
                  <a:pt x="202262" y="15462"/>
                </a:lnTo>
                <a:lnTo>
                  <a:pt x="201772" y="15080"/>
                </a:lnTo>
                <a:lnTo>
                  <a:pt x="201325" y="14668"/>
                </a:lnTo>
                <a:lnTo>
                  <a:pt x="200920" y="14225"/>
                </a:lnTo>
                <a:lnTo>
                  <a:pt x="200558" y="13752"/>
                </a:lnTo>
                <a:lnTo>
                  <a:pt x="200239" y="13248"/>
                </a:lnTo>
                <a:lnTo>
                  <a:pt x="199962" y="12714"/>
                </a:lnTo>
                <a:lnTo>
                  <a:pt x="199727" y="12149"/>
                </a:lnTo>
                <a:lnTo>
                  <a:pt x="199536" y="11553"/>
                </a:lnTo>
                <a:lnTo>
                  <a:pt x="199387" y="10927"/>
                </a:lnTo>
                <a:lnTo>
                  <a:pt x="199280" y="10271"/>
                </a:lnTo>
                <a:lnTo>
                  <a:pt x="199216" y="9584"/>
                </a:lnTo>
                <a:lnTo>
                  <a:pt x="199195" y="8866"/>
                </a:lnTo>
                <a:close/>
                <a:moveTo>
                  <a:pt x="333352" y="113762"/>
                </a:moveTo>
                <a:lnTo>
                  <a:pt x="331830" y="114397"/>
                </a:lnTo>
                <a:lnTo>
                  <a:pt x="330379" y="114988"/>
                </a:lnTo>
                <a:lnTo>
                  <a:pt x="329000" y="115535"/>
                </a:lnTo>
                <a:lnTo>
                  <a:pt x="327693" y="116037"/>
                </a:lnTo>
                <a:lnTo>
                  <a:pt x="326456" y="116495"/>
                </a:lnTo>
                <a:lnTo>
                  <a:pt x="325291" y="116908"/>
                </a:lnTo>
                <a:lnTo>
                  <a:pt x="324198" y="117277"/>
                </a:lnTo>
                <a:lnTo>
                  <a:pt x="323175" y="117602"/>
                </a:lnTo>
                <a:lnTo>
                  <a:pt x="322224" y="117882"/>
                </a:lnTo>
                <a:lnTo>
                  <a:pt x="321344" y="118119"/>
                </a:lnTo>
                <a:lnTo>
                  <a:pt x="320536" y="118310"/>
                </a:lnTo>
                <a:lnTo>
                  <a:pt x="319799" y="118458"/>
                </a:lnTo>
                <a:lnTo>
                  <a:pt x="319099" y="118578"/>
                </a:lnTo>
                <a:lnTo>
                  <a:pt x="318404" y="118688"/>
                </a:lnTo>
                <a:lnTo>
                  <a:pt x="317713" y="118787"/>
                </a:lnTo>
                <a:lnTo>
                  <a:pt x="317025" y="118876"/>
                </a:lnTo>
                <a:lnTo>
                  <a:pt x="316341" y="118954"/>
                </a:lnTo>
                <a:lnTo>
                  <a:pt x="315662" y="119022"/>
                </a:lnTo>
                <a:lnTo>
                  <a:pt x="314986" y="119080"/>
                </a:lnTo>
                <a:lnTo>
                  <a:pt x="314314" y="119127"/>
                </a:lnTo>
                <a:lnTo>
                  <a:pt x="313647" y="119163"/>
                </a:lnTo>
                <a:lnTo>
                  <a:pt x="312983" y="119189"/>
                </a:lnTo>
                <a:lnTo>
                  <a:pt x="312323" y="119205"/>
                </a:lnTo>
                <a:lnTo>
                  <a:pt x="311667" y="119210"/>
                </a:lnTo>
                <a:lnTo>
                  <a:pt x="310286" y="119188"/>
                </a:lnTo>
                <a:lnTo>
                  <a:pt x="308925" y="119121"/>
                </a:lnTo>
                <a:lnTo>
                  <a:pt x="307584" y="119010"/>
                </a:lnTo>
                <a:lnTo>
                  <a:pt x="306262" y="118854"/>
                </a:lnTo>
                <a:lnTo>
                  <a:pt x="304960" y="118654"/>
                </a:lnTo>
                <a:lnTo>
                  <a:pt x="303678" y="118409"/>
                </a:lnTo>
                <a:lnTo>
                  <a:pt x="302416" y="118120"/>
                </a:lnTo>
                <a:lnTo>
                  <a:pt x="301174" y="117786"/>
                </a:lnTo>
                <a:lnTo>
                  <a:pt x="299951" y="117408"/>
                </a:lnTo>
                <a:lnTo>
                  <a:pt x="298749" y="116985"/>
                </a:lnTo>
                <a:lnTo>
                  <a:pt x="297566" y="116517"/>
                </a:lnTo>
                <a:lnTo>
                  <a:pt x="296403" y="116006"/>
                </a:lnTo>
                <a:lnTo>
                  <a:pt x="295273" y="115450"/>
                </a:lnTo>
                <a:lnTo>
                  <a:pt x="294191" y="114852"/>
                </a:lnTo>
                <a:lnTo>
                  <a:pt x="293155" y="114212"/>
                </a:lnTo>
                <a:lnTo>
                  <a:pt x="292167" y="113529"/>
                </a:lnTo>
                <a:lnTo>
                  <a:pt x="291225" y="112804"/>
                </a:lnTo>
                <a:lnTo>
                  <a:pt x="290331" y="112036"/>
                </a:lnTo>
                <a:lnTo>
                  <a:pt x="289484" y="111225"/>
                </a:lnTo>
                <a:lnTo>
                  <a:pt x="288683" y="110372"/>
                </a:lnTo>
                <a:lnTo>
                  <a:pt x="287930" y="109476"/>
                </a:lnTo>
                <a:lnTo>
                  <a:pt x="287224" y="108538"/>
                </a:lnTo>
                <a:lnTo>
                  <a:pt x="286565" y="107558"/>
                </a:lnTo>
                <a:lnTo>
                  <a:pt x="285953" y="106534"/>
                </a:lnTo>
                <a:lnTo>
                  <a:pt x="285389" y="105442"/>
                </a:lnTo>
                <a:lnTo>
                  <a:pt x="284874" y="104256"/>
                </a:lnTo>
                <a:lnTo>
                  <a:pt x="284408" y="102974"/>
                </a:lnTo>
                <a:lnTo>
                  <a:pt x="283991" y="101597"/>
                </a:lnTo>
                <a:lnTo>
                  <a:pt x="283624" y="100125"/>
                </a:lnTo>
                <a:lnTo>
                  <a:pt x="283305" y="98558"/>
                </a:lnTo>
                <a:lnTo>
                  <a:pt x="283035" y="96897"/>
                </a:lnTo>
                <a:lnTo>
                  <a:pt x="282815" y="95140"/>
                </a:lnTo>
                <a:lnTo>
                  <a:pt x="282643" y="93289"/>
                </a:lnTo>
                <a:lnTo>
                  <a:pt x="282520" y="91342"/>
                </a:lnTo>
                <a:lnTo>
                  <a:pt x="282447" y="89301"/>
                </a:lnTo>
                <a:lnTo>
                  <a:pt x="282422" y="87164"/>
                </a:lnTo>
                <a:lnTo>
                  <a:pt x="282422" y="55119"/>
                </a:lnTo>
                <a:lnTo>
                  <a:pt x="262521" y="55119"/>
                </a:lnTo>
                <a:lnTo>
                  <a:pt x="262521" y="44009"/>
                </a:lnTo>
                <a:lnTo>
                  <a:pt x="282422" y="44009"/>
                </a:lnTo>
                <a:lnTo>
                  <a:pt x="282422" y="11964"/>
                </a:lnTo>
                <a:lnTo>
                  <a:pt x="295690" y="11964"/>
                </a:lnTo>
                <a:lnTo>
                  <a:pt x="295690" y="44009"/>
                </a:lnTo>
                <a:lnTo>
                  <a:pt x="331140" y="44009"/>
                </a:lnTo>
                <a:lnTo>
                  <a:pt x="331140" y="55119"/>
                </a:lnTo>
                <a:lnTo>
                  <a:pt x="295690" y="55119"/>
                </a:lnTo>
                <a:lnTo>
                  <a:pt x="295690" y="86909"/>
                </a:lnTo>
                <a:lnTo>
                  <a:pt x="295705" y="88469"/>
                </a:lnTo>
                <a:lnTo>
                  <a:pt x="295753" y="89952"/>
                </a:lnTo>
                <a:lnTo>
                  <a:pt x="295832" y="91355"/>
                </a:lnTo>
                <a:lnTo>
                  <a:pt x="295943" y="92681"/>
                </a:lnTo>
                <a:lnTo>
                  <a:pt x="296086" y="93927"/>
                </a:lnTo>
                <a:lnTo>
                  <a:pt x="296260" y="95096"/>
                </a:lnTo>
                <a:lnTo>
                  <a:pt x="296466" y="96186"/>
                </a:lnTo>
                <a:lnTo>
                  <a:pt x="296704" y="97197"/>
                </a:lnTo>
                <a:lnTo>
                  <a:pt x="296973" y="98130"/>
                </a:lnTo>
                <a:lnTo>
                  <a:pt x="297275" y="98984"/>
                </a:lnTo>
                <a:lnTo>
                  <a:pt x="297608" y="99760"/>
                </a:lnTo>
                <a:lnTo>
                  <a:pt x="297972" y="100457"/>
                </a:lnTo>
                <a:lnTo>
                  <a:pt x="298363" y="101100"/>
                </a:lnTo>
                <a:lnTo>
                  <a:pt x="298776" y="101714"/>
                </a:lnTo>
                <a:lnTo>
                  <a:pt x="299209" y="102299"/>
                </a:lnTo>
                <a:lnTo>
                  <a:pt x="299664" y="102854"/>
                </a:lnTo>
                <a:lnTo>
                  <a:pt x="300140" y="103381"/>
                </a:lnTo>
                <a:lnTo>
                  <a:pt x="300638" y="103878"/>
                </a:lnTo>
                <a:lnTo>
                  <a:pt x="301157" y="104347"/>
                </a:lnTo>
                <a:lnTo>
                  <a:pt x="301697" y="104786"/>
                </a:lnTo>
                <a:lnTo>
                  <a:pt x="302259" y="105196"/>
                </a:lnTo>
                <a:lnTo>
                  <a:pt x="302841" y="105577"/>
                </a:lnTo>
                <a:lnTo>
                  <a:pt x="303445" y="105929"/>
                </a:lnTo>
                <a:lnTo>
                  <a:pt x="304071" y="106252"/>
                </a:lnTo>
                <a:lnTo>
                  <a:pt x="304716" y="106547"/>
                </a:lnTo>
                <a:lnTo>
                  <a:pt x="305381" y="106817"/>
                </a:lnTo>
                <a:lnTo>
                  <a:pt x="306066" y="107061"/>
                </a:lnTo>
                <a:lnTo>
                  <a:pt x="306769" y="107279"/>
                </a:lnTo>
                <a:lnTo>
                  <a:pt x="307492" y="107472"/>
                </a:lnTo>
                <a:lnTo>
                  <a:pt x="308235" y="107639"/>
                </a:lnTo>
                <a:lnTo>
                  <a:pt x="308996" y="107780"/>
                </a:lnTo>
                <a:lnTo>
                  <a:pt x="309777" y="107896"/>
                </a:lnTo>
                <a:lnTo>
                  <a:pt x="310577" y="107985"/>
                </a:lnTo>
                <a:lnTo>
                  <a:pt x="311397" y="108050"/>
                </a:lnTo>
                <a:lnTo>
                  <a:pt x="312236" y="108088"/>
                </a:lnTo>
                <a:lnTo>
                  <a:pt x="313094" y="108101"/>
                </a:lnTo>
                <a:lnTo>
                  <a:pt x="314706" y="108059"/>
                </a:lnTo>
                <a:lnTo>
                  <a:pt x="316332" y="107933"/>
                </a:lnTo>
                <a:lnTo>
                  <a:pt x="317971" y="107723"/>
                </a:lnTo>
                <a:lnTo>
                  <a:pt x="319625" y="107429"/>
                </a:lnTo>
                <a:lnTo>
                  <a:pt x="321292" y="107052"/>
                </a:lnTo>
                <a:lnTo>
                  <a:pt x="322973" y="106590"/>
                </a:lnTo>
                <a:lnTo>
                  <a:pt x="324668" y="106044"/>
                </a:lnTo>
                <a:lnTo>
                  <a:pt x="326377" y="105415"/>
                </a:lnTo>
                <a:lnTo>
                  <a:pt x="328100" y="104701"/>
                </a:lnTo>
                <a:lnTo>
                  <a:pt x="329837" y="103904"/>
                </a:lnTo>
                <a:lnTo>
                  <a:pt x="331587" y="103022"/>
                </a:lnTo>
                <a:lnTo>
                  <a:pt x="333352" y="102057"/>
                </a:lnTo>
                <a:lnTo>
                  <a:pt x="333352" y="113762"/>
                </a:lnTo>
                <a:close/>
                <a:moveTo>
                  <a:pt x="354379" y="117074"/>
                </a:moveTo>
                <a:lnTo>
                  <a:pt x="354379" y="2136"/>
                </a:lnTo>
                <a:lnTo>
                  <a:pt x="367647" y="2136"/>
                </a:lnTo>
                <a:lnTo>
                  <a:pt x="367647" y="54970"/>
                </a:lnTo>
                <a:lnTo>
                  <a:pt x="368614" y="53461"/>
                </a:lnTo>
                <a:lnTo>
                  <a:pt x="369614" y="52008"/>
                </a:lnTo>
                <a:lnTo>
                  <a:pt x="370647" y="50611"/>
                </a:lnTo>
                <a:lnTo>
                  <a:pt x="371713" y="49269"/>
                </a:lnTo>
                <a:lnTo>
                  <a:pt x="372811" y="47983"/>
                </a:lnTo>
                <a:lnTo>
                  <a:pt x="373942" y="46753"/>
                </a:lnTo>
                <a:lnTo>
                  <a:pt x="375105" y="45578"/>
                </a:lnTo>
                <a:lnTo>
                  <a:pt x="376301" y="44459"/>
                </a:lnTo>
                <a:lnTo>
                  <a:pt x="377530" y="43395"/>
                </a:lnTo>
                <a:lnTo>
                  <a:pt x="378792" y="42387"/>
                </a:lnTo>
                <a:lnTo>
                  <a:pt x="380086" y="41435"/>
                </a:lnTo>
                <a:lnTo>
                  <a:pt x="381413" y="40538"/>
                </a:lnTo>
                <a:lnTo>
                  <a:pt x="382757" y="39705"/>
                </a:lnTo>
                <a:lnTo>
                  <a:pt x="384100" y="38944"/>
                </a:lnTo>
                <a:lnTo>
                  <a:pt x="385443" y="38256"/>
                </a:lnTo>
                <a:lnTo>
                  <a:pt x="386787" y="37640"/>
                </a:lnTo>
                <a:lnTo>
                  <a:pt x="388130" y="37097"/>
                </a:lnTo>
                <a:lnTo>
                  <a:pt x="389474" y="36626"/>
                </a:lnTo>
                <a:lnTo>
                  <a:pt x="390817" y="36227"/>
                </a:lnTo>
                <a:lnTo>
                  <a:pt x="392160" y="35901"/>
                </a:lnTo>
                <a:lnTo>
                  <a:pt x="393504" y="35648"/>
                </a:lnTo>
                <a:lnTo>
                  <a:pt x="394847" y="35466"/>
                </a:lnTo>
                <a:lnTo>
                  <a:pt x="396190" y="35358"/>
                </a:lnTo>
                <a:lnTo>
                  <a:pt x="397534" y="35322"/>
                </a:lnTo>
                <a:lnTo>
                  <a:pt x="398655" y="35346"/>
                </a:lnTo>
                <a:lnTo>
                  <a:pt x="399760" y="35417"/>
                </a:lnTo>
                <a:lnTo>
                  <a:pt x="400848" y="35537"/>
                </a:lnTo>
                <a:lnTo>
                  <a:pt x="401921" y="35705"/>
                </a:lnTo>
                <a:lnTo>
                  <a:pt x="402976" y="35921"/>
                </a:lnTo>
                <a:lnTo>
                  <a:pt x="404016" y="36185"/>
                </a:lnTo>
                <a:lnTo>
                  <a:pt x="405039" y="36497"/>
                </a:lnTo>
                <a:lnTo>
                  <a:pt x="406046" y="36857"/>
                </a:lnTo>
                <a:lnTo>
                  <a:pt x="407036" y="37264"/>
                </a:lnTo>
                <a:lnTo>
                  <a:pt x="408010" y="37720"/>
                </a:lnTo>
                <a:lnTo>
                  <a:pt x="408968" y="38224"/>
                </a:lnTo>
                <a:lnTo>
                  <a:pt x="409910" y="38775"/>
                </a:lnTo>
                <a:lnTo>
                  <a:pt x="410819" y="39361"/>
                </a:lnTo>
                <a:lnTo>
                  <a:pt x="411682" y="39967"/>
                </a:lnTo>
                <a:lnTo>
                  <a:pt x="412497" y="40594"/>
                </a:lnTo>
                <a:lnTo>
                  <a:pt x="413266" y="41240"/>
                </a:lnTo>
                <a:lnTo>
                  <a:pt x="413987" y="41907"/>
                </a:lnTo>
                <a:lnTo>
                  <a:pt x="414662" y="42594"/>
                </a:lnTo>
                <a:lnTo>
                  <a:pt x="415289" y="43302"/>
                </a:lnTo>
                <a:lnTo>
                  <a:pt x="415869" y="44029"/>
                </a:lnTo>
                <a:lnTo>
                  <a:pt x="416403" y="44777"/>
                </a:lnTo>
                <a:lnTo>
                  <a:pt x="416889" y="45546"/>
                </a:lnTo>
                <a:lnTo>
                  <a:pt x="417328" y="46334"/>
                </a:lnTo>
                <a:lnTo>
                  <a:pt x="417720" y="47143"/>
                </a:lnTo>
                <a:lnTo>
                  <a:pt x="418009" y="47775"/>
                </a:lnTo>
                <a:lnTo>
                  <a:pt x="418283" y="48414"/>
                </a:lnTo>
                <a:lnTo>
                  <a:pt x="418540" y="49059"/>
                </a:lnTo>
                <a:lnTo>
                  <a:pt x="418782" y="49710"/>
                </a:lnTo>
                <a:lnTo>
                  <a:pt x="419008" y="50368"/>
                </a:lnTo>
                <a:lnTo>
                  <a:pt x="419218" y="51033"/>
                </a:lnTo>
                <a:lnTo>
                  <a:pt x="419412" y="51704"/>
                </a:lnTo>
                <a:lnTo>
                  <a:pt x="419591" y="52381"/>
                </a:lnTo>
                <a:lnTo>
                  <a:pt x="419753" y="53065"/>
                </a:lnTo>
                <a:lnTo>
                  <a:pt x="419900" y="53755"/>
                </a:lnTo>
                <a:lnTo>
                  <a:pt x="420030" y="54451"/>
                </a:lnTo>
                <a:lnTo>
                  <a:pt x="420145" y="55154"/>
                </a:lnTo>
                <a:lnTo>
                  <a:pt x="420248" y="55923"/>
                </a:lnTo>
                <a:lnTo>
                  <a:pt x="420341" y="56817"/>
                </a:lnTo>
                <a:lnTo>
                  <a:pt x="420426" y="57836"/>
                </a:lnTo>
                <a:lnTo>
                  <a:pt x="420502" y="58980"/>
                </a:lnTo>
                <a:lnTo>
                  <a:pt x="420569" y="60249"/>
                </a:lnTo>
                <a:lnTo>
                  <a:pt x="420627" y="61644"/>
                </a:lnTo>
                <a:lnTo>
                  <a:pt x="420676" y="63163"/>
                </a:lnTo>
                <a:lnTo>
                  <a:pt x="420716" y="64808"/>
                </a:lnTo>
                <a:lnTo>
                  <a:pt x="420747" y="66577"/>
                </a:lnTo>
                <a:lnTo>
                  <a:pt x="420769" y="68472"/>
                </a:lnTo>
                <a:lnTo>
                  <a:pt x="420783" y="70492"/>
                </a:lnTo>
                <a:lnTo>
                  <a:pt x="420787" y="72637"/>
                </a:lnTo>
                <a:lnTo>
                  <a:pt x="420787" y="117074"/>
                </a:lnTo>
                <a:lnTo>
                  <a:pt x="407520" y="117074"/>
                </a:lnTo>
                <a:lnTo>
                  <a:pt x="407520" y="71046"/>
                </a:lnTo>
                <a:lnTo>
                  <a:pt x="407512" y="69191"/>
                </a:lnTo>
                <a:lnTo>
                  <a:pt x="407489" y="67444"/>
                </a:lnTo>
                <a:lnTo>
                  <a:pt x="407451" y="65806"/>
                </a:lnTo>
                <a:lnTo>
                  <a:pt x="407397" y="64275"/>
                </a:lnTo>
                <a:lnTo>
                  <a:pt x="407328" y="62853"/>
                </a:lnTo>
                <a:lnTo>
                  <a:pt x="407244" y="61540"/>
                </a:lnTo>
                <a:lnTo>
                  <a:pt x="407144" y="60334"/>
                </a:lnTo>
                <a:lnTo>
                  <a:pt x="407029" y="59236"/>
                </a:lnTo>
                <a:lnTo>
                  <a:pt x="406898" y="58247"/>
                </a:lnTo>
                <a:lnTo>
                  <a:pt x="406752" y="57366"/>
                </a:lnTo>
                <a:lnTo>
                  <a:pt x="406591" y="56593"/>
                </a:lnTo>
                <a:lnTo>
                  <a:pt x="406414" y="55929"/>
                </a:lnTo>
                <a:lnTo>
                  <a:pt x="406217" y="55327"/>
                </a:lnTo>
                <a:lnTo>
                  <a:pt x="405994" y="54744"/>
                </a:lnTo>
                <a:lnTo>
                  <a:pt x="405746" y="54179"/>
                </a:lnTo>
                <a:lnTo>
                  <a:pt x="405471" y="53633"/>
                </a:lnTo>
                <a:lnTo>
                  <a:pt x="405171" y="53105"/>
                </a:lnTo>
                <a:lnTo>
                  <a:pt x="404845" y="52595"/>
                </a:lnTo>
                <a:lnTo>
                  <a:pt x="404493" y="52103"/>
                </a:lnTo>
                <a:lnTo>
                  <a:pt x="404116" y="51629"/>
                </a:lnTo>
                <a:lnTo>
                  <a:pt x="403713" y="51174"/>
                </a:lnTo>
                <a:lnTo>
                  <a:pt x="403284" y="50737"/>
                </a:lnTo>
                <a:lnTo>
                  <a:pt x="402829" y="50318"/>
                </a:lnTo>
                <a:lnTo>
                  <a:pt x="402349" y="49918"/>
                </a:lnTo>
                <a:lnTo>
                  <a:pt x="401851" y="49543"/>
                </a:lnTo>
                <a:lnTo>
                  <a:pt x="401347" y="49201"/>
                </a:lnTo>
                <a:lnTo>
                  <a:pt x="400835" y="48891"/>
                </a:lnTo>
                <a:lnTo>
                  <a:pt x="400316" y="48614"/>
                </a:lnTo>
                <a:lnTo>
                  <a:pt x="399789" y="48369"/>
                </a:lnTo>
                <a:lnTo>
                  <a:pt x="399255" y="48157"/>
                </a:lnTo>
                <a:lnTo>
                  <a:pt x="398713" y="47978"/>
                </a:lnTo>
                <a:lnTo>
                  <a:pt x="398164" y="47831"/>
                </a:lnTo>
                <a:lnTo>
                  <a:pt x="397607" y="47717"/>
                </a:lnTo>
                <a:lnTo>
                  <a:pt x="397043" y="47635"/>
                </a:lnTo>
                <a:lnTo>
                  <a:pt x="396472" y="47586"/>
                </a:lnTo>
                <a:lnTo>
                  <a:pt x="395893" y="47570"/>
                </a:lnTo>
                <a:lnTo>
                  <a:pt x="394721" y="47616"/>
                </a:lnTo>
                <a:lnTo>
                  <a:pt x="393534" y="47754"/>
                </a:lnTo>
                <a:lnTo>
                  <a:pt x="392333" y="47984"/>
                </a:lnTo>
                <a:lnTo>
                  <a:pt x="391118" y="48305"/>
                </a:lnTo>
                <a:lnTo>
                  <a:pt x="389888" y="48719"/>
                </a:lnTo>
                <a:lnTo>
                  <a:pt x="388644" y="49224"/>
                </a:lnTo>
                <a:lnTo>
                  <a:pt x="387386" y="49821"/>
                </a:lnTo>
                <a:lnTo>
                  <a:pt x="386113" y="50511"/>
                </a:lnTo>
                <a:lnTo>
                  <a:pt x="384826" y="51292"/>
                </a:lnTo>
                <a:lnTo>
                  <a:pt x="383525" y="52165"/>
                </a:lnTo>
                <a:lnTo>
                  <a:pt x="382209" y="53130"/>
                </a:lnTo>
                <a:lnTo>
                  <a:pt x="380878" y="54186"/>
                </a:lnTo>
                <a:lnTo>
                  <a:pt x="379561" y="55312"/>
                </a:lnTo>
                <a:lnTo>
                  <a:pt x="378282" y="56484"/>
                </a:lnTo>
                <a:lnTo>
                  <a:pt x="377042" y="57703"/>
                </a:lnTo>
                <a:lnTo>
                  <a:pt x="375842" y="58968"/>
                </a:lnTo>
                <a:lnTo>
                  <a:pt x="374680" y="60280"/>
                </a:lnTo>
                <a:lnTo>
                  <a:pt x="373558" y="61638"/>
                </a:lnTo>
                <a:lnTo>
                  <a:pt x="372475" y="63042"/>
                </a:lnTo>
                <a:lnTo>
                  <a:pt x="371431" y="64493"/>
                </a:lnTo>
                <a:lnTo>
                  <a:pt x="370426" y="65991"/>
                </a:lnTo>
                <a:lnTo>
                  <a:pt x="369461" y="67534"/>
                </a:lnTo>
                <a:lnTo>
                  <a:pt x="368534" y="69124"/>
                </a:lnTo>
                <a:lnTo>
                  <a:pt x="367647" y="70761"/>
                </a:lnTo>
                <a:lnTo>
                  <a:pt x="367647" y="117074"/>
                </a:lnTo>
                <a:lnTo>
                  <a:pt x="354379" y="117074"/>
                </a:lnTo>
                <a:close/>
                <a:moveTo>
                  <a:pt x="461217" y="147980"/>
                </a:moveTo>
                <a:lnTo>
                  <a:pt x="461217" y="139150"/>
                </a:lnTo>
                <a:lnTo>
                  <a:pt x="462056" y="138916"/>
                </a:lnTo>
                <a:lnTo>
                  <a:pt x="462860" y="138666"/>
                </a:lnTo>
                <a:lnTo>
                  <a:pt x="463631" y="138400"/>
                </a:lnTo>
                <a:lnTo>
                  <a:pt x="464367" y="138117"/>
                </a:lnTo>
                <a:lnTo>
                  <a:pt x="465069" y="137818"/>
                </a:lnTo>
                <a:lnTo>
                  <a:pt x="465737" y="137503"/>
                </a:lnTo>
                <a:lnTo>
                  <a:pt x="466371" y="137171"/>
                </a:lnTo>
                <a:lnTo>
                  <a:pt x="466971" y="136823"/>
                </a:lnTo>
                <a:lnTo>
                  <a:pt x="467536" y="136459"/>
                </a:lnTo>
                <a:lnTo>
                  <a:pt x="468068" y="136079"/>
                </a:lnTo>
                <a:lnTo>
                  <a:pt x="468565" y="135682"/>
                </a:lnTo>
                <a:lnTo>
                  <a:pt x="469028" y="135269"/>
                </a:lnTo>
                <a:lnTo>
                  <a:pt x="469466" y="134838"/>
                </a:lnTo>
                <a:lnTo>
                  <a:pt x="469889" y="134388"/>
                </a:lnTo>
                <a:lnTo>
                  <a:pt x="470298" y="133920"/>
                </a:lnTo>
                <a:lnTo>
                  <a:pt x="470692" y="133433"/>
                </a:lnTo>
                <a:lnTo>
                  <a:pt x="471071" y="132927"/>
                </a:lnTo>
                <a:lnTo>
                  <a:pt x="471435" y="132402"/>
                </a:lnTo>
                <a:lnTo>
                  <a:pt x="471784" y="131859"/>
                </a:lnTo>
                <a:lnTo>
                  <a:pt x="472118" y="131297"/>
                </a:lnTo>
                <a:lnTo>
                  <a:pt x="472438" y="130716"/>
                </a:lnTo>
                <a:lnTo>
                  <a:pt x="472743" y="130116"/>
                </a:lnTo>
                <a:lnTo>
                  <a:pt x="473032" y="129497"/>
                </a:lnTo>
                <a:lnTo>
                  <a:pt x="473307" y="128860"/>
                </a:lnTo>
                <a:lnTo>
                  <a:pt x="473564" y="128202"/>
                </a:lnTo>
                <a:lnTo>
                  <a:pt x="473798" y="127521"/>
                </a:lnTo>
                <a:lnTo>
                  <a:pt x="474009" y="126819"/>
                </a:lnTo>
                <a:lnTo>
                  <a:pt x="474199" y="126094"/>
                </a:lnTo>
                <a:lnTo>
                  <a:pt x="474366" y="125347"/>
                </a:lnTo>
                <a:lnTo>
                  <a:pt x="474511" y="124578"/>
                </a:lnTo>
                <a:lnTo>
                  <a:pt x="474634" y="123786"/>
                </a:lnTo>
                <a:lnTo>
                  <a:pt x="474734" y="122973"/>
                </a:lnTo>
                <a:lnTo>
                  <a:pt x="474812" y="122137"/>
                </a:lnTo>
                <a:lnTo>
                  <a:pt x="474868" y="121278"/>
                </a:lnTo>
                <a:lnTo>
                  <a:pt x="474901" y="120398"/>
                </a:lnTo>
                <a:lnTo>
                  <a:pt x="474912" y="119495"/>
                </a:lnTo>
                <a:lnTo>
                  <a:pt x="473831" y="119469"/>
                </a:lnTo>
                <a:lnTo>
                  <a:pt x="472798" y="119391"/>
                </a:lnTo>
                <a:lnTo>
                  <a:pt x="471814" y="119261"/>
                </a:lnTo>
                <a:lnTo>
                  <a:pt x="470878" y="119078"/>
                </a:lnTo>
                <a:lnTo>
                  <a:pt x="469991" y="118844"/>
                </a:lnTo>
                <a:lnTo>
                  <a:pt x="469152" y="118558"/>
                </a:lnTo>
                <a:lnTo>
                  <a:pt x="468362" y="118219"/>
                </a:lnTo>
                <a:lnTo>
                  <a:pt x="467621" y="117828"/>
                </a:lnTo>
                <a:lnTo>
                  <a:pt x="466928" y="117386"/>
                </a:lnTo>
                <a:lnTo>
                  <a:pt x="466283" y="116891"/>
                </a:lnTo>
                <a:lnTo>
                  <a:pt x="465687" y="116344"/>
                </a:lnTo>
                <a:lnTo>
                  <a:pt x="465140" y="115745"/>
                </a:lnTo>
                <a:lnTo>
                  <a:pt x="464639" y="115117"/>
                </a:lnTo>
                <a:lnTo>
                  <a:pt x="464181" y="114480"/>
                </a:lnTo>
                <a:lnTo>
                  <a:pt x="463767" y="113837"/>
                </a:lnTo>
                <a:lnTo>
                  <a:pt x="463396" y="113186"/>
                </a:lnTo>
                <a:lnTo>
                  <a:pt x="463070" y="112527"/>
                </a:lnTo>
                <a:lnTo>
                  <a:pt x="462786" y="111861"/>
                </a:lnTo>
                <a:lnTo>
                  <a:pt x="462546" y="111188"/>
                </a:lnTo>
                <a:lnTo>
                  <a:pt x="462350" y="110507"/>
                </a:lnTo>
                <a:lnTo>
                  <a:pt x="462198" y="109819"/>
                </a:lnTo>
                <a:lnTo>
                  <a:pt x="462089" y="109123"/>
                </a:lnTo>
                <a:lnTo>
                  <a:pt x="462023" y="108420"/>
                </a:lnTo>
                <a:lnTo>
                  <a:pt x="462002" y="107709"/>
                </a:lnTo>
                <a:lnTo>
                  <a:pt x="462026" y="106898"/>
                </a:lnTo>
                <a:lnTo>
                  <a:pt x="462099" y="106109"/>
                </a:lnTo>
                <a:lnTo>
                  <a:pt x="462220" y="105341"/>
                </a:lnTo>
                <a:lnTo>
                  <a:pt x="462390" y="104594"/>
                </a:lnTo>
                <a:lnTo>
                  <a:pt x="462608" y="103869"/>
                </a:lnTo>
                <a:lnTo>
                  <a:pt x="462875" y="103165"/>
                </a:lnTo>
                <a:lnTo>
                  <a:pt x="463191" y="102482"/>
                </a:lnTo>
                <a:lnTo>
                  <a:pt x="463555" y="101820"/>
                </a:lnTo>
                <a:lnTo>
                  <a:pt x="463968" y="101180"/>
                </a:lnTo>
                <a:lnTo>
                  <a:pt x="464429" y="100562"/>
                </a:lnTo>
                <a:lnTo>
                  <a:pt x="464938" y="99964"/>
                </a:lnTo>
                <a:lnTo>
                  <a:pt x="465497" y="99389"/>
                </a:lnTo>
                <a:lnTo>
                  <a:pt x="466087" y="98847"/>
                </a:lnTo>
                <a:lnTo>
                  <a:pt x="466693" y="98352"/>
                </a:lnTo>
                <a:lnTo>
                  <a:pt x="467316" y="97904"/>
                </a:lnTo>
                <a:lnTo>
                  <a:pt x="467954" y="97503"/>
                </a:lnTo>
                <a:lnTo>
                  <a:pt x="468607" y="97150"/>
                </a:lnTo>
                <a:lnTo>
                  <a:pt x="469277" y="96843"/>
                </a:lnTo>
                <a:lnTo>
                  <a:pt x="469963" y="96584"/>
                </a:lnTo>
                <a:lnTo>
                  <a:pt x="470664" y="96372"/>
                </a:lnTo>
                <a:lnTo>
                  <a:pt x="471381" y="96207"/>
                </a:lnTo>
                <a:lnTo>
                  <a:pt x="472114" y="96089"/>
                </a:lnTo>
                <a:lnTo>
                  <a:pt x="472863" y="96018"/>
                </a:lnTo>
                <a:lnTo>
                  <a:pt x="473628" y="95995"/>
                </a:lnTo>
                <a:lnTo>
                  <a:pt x="474615" y="96031"/>
                </a:lnTo>
                <a:lnTo>
                  <a:pt x="475580" y="96138"/>
                </a:lnTo>
                <a:lnTo>
                  <a:pt x="476522" y="96318"/>
                </a:lnTo>
                <a:lnTo>
                  <a:pt x="477440" y="96569"/>
                </a:lnTo>
                <a:lnTo>
                  <a:pt x="478337" y="96892"/>
                </a:lnTo>
                <a:lnTo>
                  <a:pt x="479210" y="97287"/>
                </a:lnTo>
                <a:lnTo>
                  <a:pt x="480060" y="97754"/>
                </a:lnTo>
                <a:lnTo>
                  <a:pt x="480888" y="98292"/>
                </a:lnTo>
                <a:lnTo>
                  <a:pt x="481693" y="98903"/>
                </a:lnTo>
                <a:lnTo>
                  <a:pt x="482475" y="99585"/>
                </a:lnTo>
                <a:lnTo>
                  <a:pt x="483234" y="100339"/>
                </a:lnTo>
                <a:lnTo>
                  <a:pt x="483971" y="101164"/>
                </a:lnTo>
                <a:lnTo>
                  <a:pt x="484666" y="102053"/>
                </a:lnTo>
                <a:lnTo>
                  <a:pt x="485301" y="102994"/>
                </a:lnTo>
                <a:lnTo>
                  <a:pt x="485875" y="103988"/>
                </a:lnTo>
                <a:lnTo>
                  <a:pt x="486388" y="105035"/>
                </a:lnTo>
                <a:lnTo>
                  <a:pt x="486842" y="106135"/>
                </a:lnTo>
                <a:lnTo>
                  <a:pt x="487234" y="107288"/>
                </a:lnTo>
                <a:lnTo>
                  <a:pt x="487567" y="108494"/>
                </a:lnTo>
                <a:lnTo>
                  <a:pt x="487839" y="109753"/>
                </a:lnTo>
                <a:lnTo>
                  <a:pt x="488050" y="111066"/>
                </a:lnTo>
                <a:lnTo>
                  <a:pt x="488201" y="112431"/>
                </a:lnTo>
                <a:lnTo>
                  <a:pt x="488292" y="113849"/>
                </a:lnTo>
                <a:lnTo>
                  <a:pt x="488322" y="115320"/>
                </a:lnTo>
                <a:lnTo>
                  <a:pt x="488298" y="116621"/>
                </a:lnTo>
                <a:lnTo>
                  <a:pt x="488227" y="117910"/>
                </a:lnTo>
                <a:lnTo>
                  <a:pt x="488108" y="119187"/>
                </a:lnTo>
                <a:lnTo>
                  <a:pt x="487942" y="120451"/>
                </a:lnTo>
                <a:lnTo>
                  <a:pt x="487728" y="121702"/>
                </a:lnTo>
                <a:lnTo>
                  <a:pt x="487466" y="122942"/>
                </a:lnTo>
                <a:lnTo>
                  <a:pt x="487157" y="124168"/>
                </a:lnTo>
                <a:lnTo>
                  <a:pt x="486800" y="125383"/>
                </a:lnTo>
                <a:lnTo>
                  <a:pt x="486396" y="126585"/>
                </a:lnTo>
                <a:lnTo>
                  <a:pt x="485944" y="127775"/>
                </a:lnTo>
                <a:lnTo>
                  <a:pt x="485445" y="128952"/>
                </a:lnTo>
                <a:lnTo>
                  <a:pt x="484898" y="130117"/>
                </a:lnTo>
                <a:lnTo>
                  <a:pt x="484311" y="131261"/>
                </a:lnTo>
                <a:lnTo>
                  <a:pt x="483689" y="132378"/>
                </a:lnTo>
                <a:lnTo>
                  <a:pt x="483033" y="133466"/>
                </a:lnTo>
                <a:lnTo>
                  <a:pt x="482342" y="134526"/>
                </a:lnTo>
                <a:lnTo>
                  <a:pt x="481618" y="135558"/>
                </a:lnTo>
                <a:lnTo>
                  <a:pt x="480859" y="136561"/>
                </a:lnTo>
                <a:lnTo>
                  <a:pt x="480066" y="137536"/>
                </a:lnTo>
                <a:lnTo>
                  <a:pt x="479240" y="138483"/>
                </a:lnTo>
                <a:lnTo>
                  <a:pt x="478378" y="139402"/>
                </a:lnTo>
                <a:lnTo>
                  <a:pt x="477483" y="140293"/>
                </a:lnTo>
                <a:lnTo>
                  <a:pt x="476554" y="141155"/>
                </a:lnTo>
                <a:lnTo>
                  <a:pt x="475590" y="141989"/>
                </a:lnTo>
                <a:lnTo>
                  <a:pt x="474591" y="142783"/>
                </a:lnTo>
                <a:lnTo>
                  <a:pt x="473556" y="143523"/>
                </a:lnTo>
                <a:lnTo>
                  <a:pt x="472485" y="144209"/>
                </a:lnTo>
                <a:lnTo>
                  <a:pt x="471377" y="144842"/>
                </a:lnTo>
                <a:lnTo>
                  <a:pt x="470234" y="145421"/>
                </a:lnTo>
                <a:lnTo>
                  <a:pt x="469054" y="145947"/>
                </a:lnTo>
                <a:lnTo>
                  <a:pt x="467838" y="146420"/>
                </a:lnTo>
                <a:lnTo>
                  <a:pt x="466586" y="146839"/>
                </a:lnTo>
                <a:lnTo>
                  <a:pt x="465298" y="147204"/>
                </a:lnTo>
                <a:lnTo>
                  <a:pt x="463974" y="147516"/>
                </a:lnTo>
                <a:lnTo>
                  <a:pt x="462614" y="147775"/>
                </a:lnTo>
                <a:lnTo>
                  <a:pt x="461217" y="147980"/>
                </a:lnTo>
                <a:close/>
                <a:moveTo>
                  <a:pt x="523687" y="117074"/>
                </a:moveTo>
                <a:lnTo>
                  <a:pt x="523687" y="37458"/>
                </a:lnTo>
                <a:lnTo>
                  <a:pt x="535314" y="37458"/>
                </a:lnTo>
                <a:lnTo>
                  <a:pt x="535314" y="55760"/>
                </a:lnTo>
                <a:lnTo>
                  <a:pt x="536224" y="53875"/>
                </a:lnTo>
                <a:lnTo>
                  <a:pt x="537124" y="52090"/>
                </a:lnTo>
                <a:lnTo>
                  <a:pt x="538013" y="50405"/>
                </a:lnTo>
                <a:lnTo>
                  <a:pt x="538892" y="48820"/>
                </a:lnTo>
                <a:lnTo>
                  <a:pt x="539761" y="47335"/>
                </a:lnTo>
                <a:lnTo>
                  <a:pt x="540619" y="45950"/>
                </a:lnTo>
                <a:lnTo>
                  <a:pt x="541467" y="44665"/>
                </a:lnTo>
                <a:lnTo>
                  <a:pt x="542304" y="43479"/>
                </a:lnTo>
                <a:lnTo>
                  <a:pt x="543131" y="42394"/>
                </a:lnTo>
                <a:lnTo>
                  <a:pt x="543948" y="41408"/>
                </a:lnTo>
                <a:lnTo>
                  <a:pt x="544754" y="40523"/>
                </a:lnTo>
                <a:lnTo>
                  <a:pt x="545550" y="39737"/>
                </a:lnTo>
                <a:lnTo>
                  <a:pt x="546341" y="39032"/>
                </a:lnTo>
                <a:lnTo>
                  <a:pt x="547134" y="38388"/>
                </a:lnTo>
                <a:lnTo>
                  <a:pt x="547928" y="37805"/>
                </a:lnTo>
                <a:lnTo>
                  <a:pt x="548724" y="37284"/>
                </a:lnTo>
                <a:lnTo>
                  <a:pt x="549521" y="36824"/>
                </a:lnTo>
                <a:lnTo>
                  <a:pt x="550320" y="36425"/>
                </a:lnTo>
                <a:lnTo>
                  <a:pt x="551120" y="36088"/>
                </a:lnTo>
                <a:lnTo>
                  <a:pt x="551922" y="35812"/>
                </a:lnTo>
                <a:lnTo>
                  <a:pt x="552725" y="35597"/>
                </a:lnTo>
                <a:lnTo>
                  <a:pt x="553530" y="35444"/>
                </a:lnTo>
                <a:lnTo>
                  <a:pt x="554336" y="35352"/>
                </a:lnTo>
                <a:lnTo>
                  <a:pt x="555144" y="35322"/>
                </a:lnTo>
                <a:lnTo>
                  <a:pt x="556091" y="35353"/>
                </a:lnTo>
                <a:lnTo>
                  <a:pt x="557007" y="35447"/>
                </a:lnTo>
                <a:lnTo>
                  <a:pt x="557892" y="35604"/>
                </a:lnTo>
                <a:lnTo>
                  <a:pt x="558746" y="35824"/>
                </a:lnTo>
                <a:lnTo>
                  <a:pt x="559568" y="36107"/>
                </a:lnTo>
                <a:lnTo>
                  <a:pt x="560360" y="36452"/>
                </a:lnTo>
                <a:lnTo>
                  <a:pt x="561120" y="36860"/>
                </a:lnTo>
                <a:lnTo>
                  <a:pt x="561849" y="37331"/>
                </a:lnTo>
                <a:lnTo>
                  <a:pt x="562546" y="37865"/>
                </a:lnTo>
                <a:lnTo>
                  <a:pt x="563213" y="38462"/>
                </a:lnTo>
                <a:lnTo>
                  <a:pt x="563848" y="39121"/>
                </a:lnTo>
                <a:lnTo>
                  <a:pt x="564452" y="39844"/>
                </a:lnTo>
                <a:lnTo>
                  <a:pt x="565016" y="40624"/>
                </a:lnTo>
                <a:lnTo>
                  <a:pt x="565531" y="41457"/>
                </a:lnTo>
                <a:lnTo>
                  <a:pt x="565997" y="42343"/>
                </a:lnTo>
                <a:lnTo>
                  <a:pt x="566414" y="43282"/>
                </a:lnTo>
                <a:lnTo>
                  <a:pt x="566781" y="44273"/>
                </a:lnTo>
                <a:lnTo>
                  <a:pt x="567100" y="45318"/>
                </a:lnTo>
                <a:lnTo>
                  <a:pt x="567370" y="46416"/>
                </a:lnTo>
                <a:lnTo>
                  <a:pt x="567591" y="47566"/>
                </a:lnTo>
                <a:lnTo>
                  <a:pt x="567762" y="48770"/>
                </a:lnTo>
                <a:lnTo>
                  <a:pt x="567885" y="50026"/>
                </a:lnTo>
                <a:lnTo>
                  <a:pt x="567958" y="51335"/>
                </a:lnTo>
                <a:lnTo>
                  <a:pt x="567983" y="52697"/>
                </a:lnTo>
                <a:lnTo>
                  <a:pt x="567983" y="56970"/>
                </a:lnTo>
                <a:lnTo>
                  <a:pt x="568382" y="55779"/>
                </a:lnTo>
                <a:lnTo>
                  <a:pt x="568794" y="54625"/>
                </a:lnTo>
                <a:lnTo>
                  <a:pt x="569220" y="53510"/>
                </a:lnTo>
                <a:lnTo>
                  <a:pt x="569659" y="52432"/>
                </a:lnTo>
                <a:lnTo>
                  <a:pt x="570112" y="51393"/>
                </a:lnTo>
                <a:lnTo>
                  <a:pt x="570578" y="50392"/>
                </a:lnTo>
                <a:lnTo>
                  <a:pt x="571057" y="49429"/>
                </a:lnTo>
                <a:lnTo>
                  <a:pt x="571549" y="48504"/>
                </a:lnTo>
                <a:lnTo>
                  <a:pt x="572055" y="47617"/>
                </a:lnTo>
                <a:lnTo>
                  <a:pt x="572575" y="46768"/>
                </a:lnTo>
                <a:lnTo>
                  <a:pt x="573108" y="45957"/>
                </a:lnTo>
                <a:lnTo>
                  <a:pt x="573654" y="45185"/>
                </a:lnTo>
                <a:lnTo>
                  <a:pt x="574208" y="44444"/>
                </a:lnTo>
                <a:lnTo>
                  <a:pt x="574766" y="43729"/>
                </a:lnTo>
                <a:lnTo>
                  <a:pt x="575328" y="43039"/>
                </a:lnTo>
                <a:lnTo>
                  <a:pt x="575893" y="42376"/>
                </a:lnTo>
                <a:lnTo>
                  <a:pt x="576461" y="41738"/>
                </a:lnTo>
                <a:lnTo>
                  <a:pt x="577033" y="41125"/>
                </a:lnTo>
                <a:lnTo>
                  <a:pt x="577608" y="40539"/>
                </a:lnTo>
                <a:lnTo>
                  <a:pt x="578187" y="39978"/>
                </a:lnTo>
                <a:lnTo>
                  <a:pt x="578769" y="39443"/>
                </a:lnTo>
                <a:lnTo>
                  <a:pt x="579355" y="38934"/>
                </a:lnTo>
                <a:lnTo>
                  <a:pt x="579944" y="38450"/>
                </a:lnTo>
                <a:lnTo>
                  <a:pt x="580537" y="37992"/>
                </a:lnTo>
                <a:lnTo>
                  <a:pt x="581139" y="37565"/>
                </a:lnTo>
                <a:lnTo>
                  <a:pt x="581755" y="37176"/>
                </a:lnTo>
                <a:lnTo>
                  <a:pt x="582387" y="36824"/>
                </a:lnTo>
                <a:lnTo>
                  <a:pt x="583033" y="36508"/>
                </a:lnTo>
                <a:lnTo>
                  <a:pt x="583695" y="36230"/>
                </a:lnTo>
                <a:lnTo>
                  <a:pt x="584371" y="35989"/>
                </a:lnTo>
                <a:lnTo>
                  <a:pt x="585062" y="35785"/>
                </a:lnTo>
                <a:lnTo>
                  <a:pt x="585768" y="35618"/>
                </a:lnTo>
                <a:lnTo>
                  <a:pt x="586488" y="35488"/>
                </a:lnTo>
                <a:lnTo>
                  <a:pt x="587224" y="35396"/>
                </a:lnTo>
                <a:lnTo>
                  <a:pt x="587975" y="35340"/>
                </a:lnTo>
                <a:lnTo>
                  <a:pt x="588740" y="35322"/>
                </a:lnTo>
                <a:lnTo>
                  <a:pt x="589585" y="35352"/>
                </a:lnTo>
                <a:lnTo>
                  <a:pt x="590410" y="35442"/>
                </a:lnTo>
                <a:lnTo>
                  <a:pt x="591214" y="35593"/>
                </a:lnTo>
                <a:lnTo>
                  <a:pt x="591997" y="35804"/>
                </a:lnTo>
                <a:lnTo>
                  <a:pt x="592760" y="36076"/>
                </a:lnTo>
                <a:lnTo>
                  <a:pt x="593501" y="36408"/>
                </a:lnTo>
                <a:lnTo>
                  <a:pt x="594222" y="36800"/>
                </a:lnTo>
                <a:lnTo>
                  <a:pt x="594922" y="37252"/>
                </a:lnTo>
                <a:lnTo>
                  <a:pt x="595601" y="37765"/>
                </a:lnTo>
                <a:lnTo>
                  <a:pt x="596259" y="38338"/>
                </a:lnTo>
                <a:lnTo>
                  <a:pt x="596897" y="38972"/>
                </a:lnTo>
                <a:lnTo>
                  <a:pt x="597513" y="39666"/>
                </a:lnTo>
                <a:lnTo>
                  <a:pt x="598094" y="40449"/>
                </a:lnTo>
                <a:lnTo>
                  <a:pt x="598625" y="41353"/>
                </a:lnTo>
                <a:lnTo>
                  <a:pt x="599105" y="42376"/>
                </a:lnTo>
                <a:lnTo>
                  <a:pt x="599534" y="43519"/>
                </a:lnTo>
                <a:lnTo>
                  <a:pt x="599913" y="44781"/>
                </a:lnTo>
                <a:lnTo>
                  <a:pt x="600242" y="46164"/>
                </a:lnTo>
                <a:lnTo>
                  <a:pt x="600520" y="47666"/>
                </a:lnTo>
                <a:lnTo>
                  <a:pt x="600747" y="49287"/>
                </a:lnTo>
                <a:lnTo>
                  <a:pt x="600924" y="51028"/>
                </a:lnTo>
                <a:lnTo>
                  <a:pt x="601050" y="52889"/>
                </a:lnTo>
                <a:lnTo>
                  <a:pt x="601126" y="54870"/>
                </a:lnTo>
                <a:lnTo>
                  <a:pt x="601151" y="56970"/>
                </a:lnTo>
                <a:lnTo>
                  <a:pt x="601151" y="117074"/>
                </a:lnTo>
                <a:lnTo>
                  <a:pt x="589524" y="117074"/>
                </a:lnTo>
                <a:lnTo>
                  <a:pt x="589524" y="62738"/>
                </a:lnTo>
                <a:lnTo>
                  <a:pt x="589521" y="61652"/>
                </a:lnTo>
                <a:lnTo>
                  <a:pt x="589513" y="60625"/>
                </a:lnTo>
                <a:lnTo>
                  <a:pt x="589498" y="59656"/>
                </a:lnTo>
                <a:lnTo>
                  <a:pt x="589477" y="58747"/>
                </a:lnTo>
                <a:lnTo>
                  <a:pt x="589450" y="57896"/>
                </a:lnTo>
                <a:lnTo>
                  <a:pt x="589417" y="57104"/>
                </a:lnTo>
                <a:lnTo>
                  <a:pt x="589379" y="56371"/>
                </a:lnTo>
                <a:lnTo>
                  <a:pt x="589334" y="55696"/>
                </a:lnTo>
                <a:lnTo>
                  <a:pt x="589284" y="55081"/>
                </a:lnTo>
                <a:lnTo>
                  <a:pt x="589227" y="54524"/>
                </a:lnTo>
                <a:lnTo>
                  <a:pt x="589165" y="54027"/>
                </a:lnTo>
                <a:lnTo>
                  <a:pt x="589096" y="53588"/>
                </a:lnTo>
                <a:lnTo>
                  <a:pt x="589019" y="53186"/>
                </a:lnTo>
                <a:lnTo>
                  <a:pt x="588930" y="52801"/>
                </a:lnTo>
                <a:lnTo>
                  <a:pt x="588829" y="52433"/>
                </a:lnTo>
                <a:lnTo>
                  <a:pt x="588716" y="52080"/>
                </a:lnTo>
                <a:lnTo>
                  <a:pt x="588591" y="51744"/>
                </a:lnTo>
                <a:lnTo>
                  <a:pt x="588455" y="51425"/>
                </a:lnTo>
                <a:lnTo>
                  <a:pt x="588306" y="51121"/>
                </a:lnTo>
                <a:lnTo>
                  <a:pt x="588145" y="50834"/>
                </a:lnTo>
                <a:lnTo>
                  <a:pt x="587973" y="50563"/>
                </a:lnTo>
                <a:lnTo>
                  <a:pt x="587789" y="50309"/>
                </a:lnTo>
                <a:lnTo>
                  <a:pt x="587593" y="50071"/>
                </a:lnTo>
                <a:lnTo>
                  <a:pt x="587385" y="49849"/>
                </a:lnTo>
                <a:lnTo>
                  <a:pt x="587169" y="49644"/>
                </a:lnTo>
                <a:lnTo>
                  <a:pt x="586951" y="49457"/>
                </a:lnTo>
                <a:lnTo>
                  <a:pt x="586729" y="49288"/>
                </a:lnTo>
                <a:lnTo>
                  <a:pt x="586505" y="49137"/>
                </a:lnTo>
                <a:lnTo>
                  <a:pt x="586277" y="49003"/>
                </a:lnTo>
                <a:lnTo>
                  <a:pt x="586047" y="48888"/>
                </a:lnTo>
                <a:lnTo>
                  <a:pt x="585814" y="48790"/>
                </a:lnTo>
                <a:lnTo>
                  <a:pt x="585578" y="48710"/>
                </a:lnTo>
                <a:lnTo>
                  <a:pt x="585338" y="48647"/>
                </a:lnTo>
                <a:lnTo>
                  <a:pt x="585096" y="48603"/>
                </a:lnTo>
                <a:lnTo>
                  <a:pt x="584851" y="48576"/>
                </a:lnTo>
                <a:lnTo>
                  <a:pt x="584603" y="48567"/>
                </a:lnTo>
                <a:lnTo>
                  <a:pt x="583981" y="48606"/>
                </a:lnTo>
                <a:lnTo>
                  <a:pt x="583351" y="48724"/>
                </a:lnTo>
                <a:lnTo>
                  <a:pt x="582715" y="48921"/>
                </a:lnTo>
                <a:lnTo>
                  <a:pt x="582071" y="49196"/>
                </a:lnTo>
                <a:lnTo>
                  <a:pt x="581419" y="49550"/>
                </a:lnTo>
                <a:lnTo>
                  <a:pt x="580760" y="49982"/>
                </a:lnTo>
                <a:lnTo>
                  <a:pt x="580093" y="50494"/>
                </a:lnTo>
                <a:lnTo>
                  <a:pt x="579419" y="51083"/>
                </a:lnTo>
                <a:lnTo>
                  <a:pt x="578738" y="51752"/>
                </a:lnTo>
                <a:lnTo>
                  <a:pt x="578049" y="52499"/>
                </a:lnTo>
                <a:lnTo>
                  <a:pt x="577353" y="53324"/>
                </a:lnTo>
                <a:lnTo>
                  <a:pt x="576649" y="54229"/>
                </a:lnTo>
                <a:lnTo>
                  <a:pt x="575941" y="55224"/>
                </a:lnTo>
                <a:lnTo>
                  <a:pt x="575230" y="56322"/>
                </a:lnTo>
                <a:lnTo>
                  <a:pt x="574516" y="57524"/>
                </a:lnTo>
                <a:lnTo>
                  <a:pt x="573800" y="58830"/>
                </a:lnTo>
                <a:lnTo>
                  <a:pt x="573082" y="60238"/>
                </a:lnTo>
                <a:lnTo>
                  <a:pt x="572361" y="61750"/>
                </a:lnTo>
                <a:lnTo>
                  <a:pt x="571637" y="63366"/>
                </a:lnTo>
                <a:lnTo>
                  <a:pt x="570911" y="65085"/>
                </a:lnTo>
                <a:lnTo>
                  <a:pt x="570183" y="66907"/>
                </a:lnTo>
                <a:lnTo>
                  <a:pt x="569452" y="68832"/>
                </a:lnTo>
                <a:lnTo>
                  <a:pt x="568719" y="70861"/>
                </a:lnTo>
                <a:lnTo>
                  <a:pt x="567983" y="72993"/>
                </a:lnTo>
                <a:lnTo>
                  <a:pt x="567983" y="117074"/>
                </a:lnTo>
                <a:lnTo>
                  <a:pt x="556856" y="117074"/>
                </a:lnTo>
                <a:lnTo>
                  <a:pt x="556856" y="62810"/>
                </a:lnTo>
                <a:lnTo>
                  <a:pt x="556841" y="61113"/>
                </a:lnTo>
                <a:lnTo>
                  <a:pt x="556798" y="59538"/>
                </a:lnTo>
                <a:lnTo>
                  <a:pt x="556726" y="58083"/>
                </a:lnTo>
                <a:lnTo>
                  <a:pt x="556626" y="56749"/>
                </a:lnTo>
                <a:lnTo>
                  <a:pt x="556496" y="55535"/>
                </a:lnTo>
                <a:lnTo>
                  <a:pt x="556338" y="54442"/>
                </a:lnTo>
                <a:lnTo>
                  <a:pt x="556152" y="53470"/>
                </a:lnTo>
                <a:lnTo>
                  <a:pt x="555936" y="52618"/>
                </a:lnTo>
                <a:lnTo>
                  <a:pt x="555692" y="51887"/>
                </a:lnTo>
                <a:lnTo>
                  <a:pt x="555419" y="51277"/>
                </a:lnTo>
                <a:lnTo>
                  <a:pt x="555117" y="50788"/>
                </a:lnTo>
                <a:lnTo>
                  <a:pt x="554787" y="50419"/>
                </a:lnTo>
                <a:lnTo>
                  <a:pt x="554445" y="50123"/>
                </a:lnTo>
                <a:lnTo>
                  <a:pt x="554109" y="49853"/>
                </a:lnTo>
                <a:lnTo>
                  <a:pt x="553779" y="49609"/>
                </a:lnTo>
                <a:lnTo>
                  <a:pt x="553455" y="49390"/>
                </a:lnTo>
                <a:lnTo>
                  <a:pt x="553137" y="49197"/>
                </a:lnTo>
                <a:lnTo>
                  <a:pt x="552825" y="49030"/>
                </a:lnTo>
                <a:lnTo>
                  <a:pt x="552519" y="48889"/>
                </a:lnTo>
                <a:lnTo>
                  <a:pt x="552219" y="48773"/>
                </a:lnTo>
                <a:lnTo>
                  <a:pt x="551925" y="48683"/>
                </a:lnTo>
                <a:lnTo>
                  <a:pt x="551637" y="48619"/>
                </a:lnTo>
                <a:lnTo>
                  <a:pt x="551354" y="48580"/>
                </a:lnTo>
                <a:lnTo>
                  <a:pt x="551078" y="48567"/>
                </a:lnTo>
                <a:lnTo>
                  <a:pt x="550468" y="48611"/>
                </a:lnTo>
                <a:lnTo>
                  <a:pt x="549850" y="48743"/>
                </a:lnTo>
                <a:lnTo>
                  <a:pt x="549225" y="48963"/>
                </a:lnTo>
                <a:lnTo>
                  <a:pt x="548593" y="49271"/>
                </a:lnTo>
                <a:lnTo>
                  <a:pt x="547953" y="49667"/>
                </a:lnTo>
                <a:lnTo>
                  <a:pt x="547306" y="50152"/>
                </a:lnTo>
                <a:lnTo>
                  <a:pt x="546652" y="50724"/>
                </a:lnTo>
                <a:lnTo>
                  <a:pt x="545990" y="51384"/>
                </a:lnTo>
                <a:lnTo>
                  <a:pt x="545320" y="52132"/>
                </a:lnTo>
                <a:lnTo>
                  <a:pt x="544643" y="52968"/>
                </a:lnTo>
                <a:lnTo>
                  <a:pt x="543959" y="53893"/>
                </a:lnTo>
                <a:lnTo>
                  <a:pt x="543267" y="54905"/>
                </a:lnTo>
                <a:lnTo>
                  <a:pt x="542575" y="55986"/>
                </a:lnTo>
                <a:lnTo>
                  <a:pt x="541887" y="57117"/>
                </a:lnTo>
                <a:lnTo>
                  <a:pt x="541205" y="58297"/>
                </a:lnTo>
                <a:lnTo>
                  <a:pt x="540529" y="59526"/>
                </a:lnTo>
                <a:lnTo>
                  <a:pt x="539858" y="60805"/>
                </a:lnTo>
                <a:lnTo>
                  <a:pt x="539193" y="62133"/>
                </a:lnTo>
                <a:lnTo>
                  <a:pt x="538532" y="63511"/>
                </a:lnTo>
                <a:lnTo>
                  <a:pt x="537878" y="64938"/>
                </a:lnTo>
                <a:lnTo>
                  <a:pt x="537229" y="66415"/>
                </a:lnTo>
                <a:lnTo>
                  <a:pt x="536585" y="67941"/>
                </a:lnTo>
                <a:lnTo>
                  <a:pt x="535947" y="69517"/>
                </a:lnTo>
                <a:lnTo>
                  <a:pt x="535314" y="71142"/>
                </a:lnTo>
                <a:lnTo>
                  <a:pt x="535314" y="117074"/>
                </a:lnTo>
                <a:lnTo>
                  <a:pt x="523687" y="117074"/>
                </a:lnTo>
                <a:close/>
                <a:moveTo>
                  <a:pt x="669685" y="99048"/>
                </a:moveTo>
                <a:lnTo>
                  <a:pt x="668657" y="100682"/>
                </a:lnTo>
                <a:lnTo>
                  <a:pt x="667595" y="102248"/>
                </a:lnTo>
                <a:lnTo>
                  <a:pt x="666499" y="103745"/>
                </a:lnTo>
                <a:lnTo>
                  <a:pt x="665369" y="105173"/>
                </a:lnTo>
                <a:lnTo>
                  <a:pt x="664205" y="106533"/>
                </a:lnTo>
                <a:lnTo>
                  <a:pt x="663006" y="107824"/>
                </a:lnTo>
                <a:lnTo>
                  <a:pt x="661774" y="109047"/>
                </a:lnTo>
                <a:lnTo>
                  <a:pt x="660507" y="110202"/>
                </a:lnTo>
                <a:lnTo>
                  <a:pt x="659206" y="111288"/>
                </a:lnTo>
                <a:lnTo>
                  <a:pt x="657871" y="112305"/>
                </a:lnTo>
                <a:lnTo>
                  <a:pt x="656501" y="113254"/>
                </a:lnTo>
                <a:lnTo>
                  <a:pt x="655098" y="114134"/>
                </a:lnTo>
                <a:lnTo>
                  <a:pt x="653687" y="114945"/>
                </a:lnTo>
                <a:lnTo>
                  <a:pt x="652295" y="115685"/>
                </a:lnTo>
                <a:lnTo>
                  <a:pt x="650923" y="116355"/>
                </a:lnTo>
                <a:lnTo>
                  <a:pt x="649570" y="116954"/>
                </a:lnTo>
                <a:lnTo>
                  <a:pt x="648236" y="117483"/>
                </a:lnTo>
                <a:lnTo>
                  <a:pt x="646922" y="117941"/>
                </a:lnTo>
                <a:lnTo>
                  <a:pt x="645626" y="118329"/>
                </a:lnTo>
                <a:lnTo>
                  <a:pt x="644351" y="118646"/>
                </a:lnTo>
                <a:lnTo>
                  <a:pt x="643094" y="118893"/>
                </a:lnTo>
                <a:lnTo>
                  <a:pt x="641857" y="119069"/>
                </a:lnTo>
                <a:lnTo>
                  <a:pt x="640639" y="119175"/>
                </a:lnTo>
                <a:lnTo>
                  <a:pt x="639441" y="119210"/>
                </a:lnTo>
                <a:lnTo>
                  <a:pt x="637791" y="119150"/>
                </a:lnTo>
                <a:lnTo>
                  <a:pt x="636169" y="118971"/>
                </a:lnTo>
                <a:lnTo>
                  <a:pt x="634575" y="118672"/>
                </a:lnTo>
                <a:lnTo>
                  <a:pt x="633009" y="118253"/>
                </a:lnTo>
                <a:lnTo>
                  <a:pt x="631472" y="117714"/>
                </a:lnTo>
                <a:lnTo>
                  <a:pt x="629963" y="117056"/>
                </a:lnTo>
                <a:lnTo>
                  <a:pt x="628482" y="116278"/>
                </a:lnTo>
                <a:lnTo>
                  <a:pt x="627029" y="115381"/>
                </a:lnTo>
                <a:lnTo>
                  <a:pt x="625605" y="114363"/>
                </a:lnTo>
                <a:lnTo>
                  <a:pt x="624209" y="113226"/>
                </a:lnTo>
                <a:lnTo>
                  <a:pt x="622841" y="111970"/>
                </a:lnTo>
                <a:lnTo>
                  <a:pt x="621501" y="110593"/>
                </a:lnTo>
                <a:lnTo>
                  <a:pt x="620231" y="109096"/>
                </a:lnTo>
                <a:lnTo>
                  <a:pt x="619071" y="107474"/>
                </a:lnTo>
                <a:lnTo>
                  <a:pt x="618022" y="105729"/>
                </a:lnTo>
                <a:lnTo>
                  <a:pt x="617083" y="103860"/>
                </a:lnTo>
                <a:lnTo>
                  <a:pt x="616255" y="101867"/>
                </a:lnTo>
                <a:lnTo>
                  <a:pt x="615537" y="99751"/>
                </a:lnTo>
                <a:lnTo>
                  <a:pt x="614929" y="97512"/>
                </a:lnTo>
                <a:lnTo>
                  <a:pt x="614432" y="95148"/>
                </a:lnTo>
                <a:lnTo>
                  <a:pt x="614045" y="92661"/>
                </a:lnTo>
                <a:lnTo>
                  <a:pt x="613769" y="90051"/>
                </a:lnTo>
                <a:lnTo>
                  <a:pt x="613603" y="87316"/>
                </a:lnTo>
                <a:lnTo>
                  <a:pt x="613548" y="84458"/>
                </a:lnTo>
                <a:lnTo>
                  <a:pt x="613585" y="82176"/>
                </a:lnTo>
                <a:lnTo>
                  <a:pt x="613695" y="79935"/>
                </a:lnTo>
                <a:lnTo>
                  <a:pt x="613878" y="77735"/>
                </a:lnTo>
                <a:lnTo>
                  <a:pt x="614135" y="75577"/>
                </a:lnTo>
                <a:lnTo>
                  <a:pt x="614465" y="73459"/>
                </a:lnTo>
                <a:lnTo>
                  <a:pt x="614868" y="71382"/>
                </a:lnTo>
                <a:lnTo>
                  <a:pt x="615344" y="69346"/>
                </a:lnTo>
                <a:lnTo>
                  <a:pt x="615894" y="67351"/>
                </a:lnTo>
                <a:lnTo>
                  <a:pt x="616517" y="65398"/>
                </a:lnTo>
                <a:lnTo>
                  <a:pt x="617214" y="63485"/>
                </a:lnTo>
                <a:lnTo>
                  <a:pt x="617984" y="61614"/>
                </a:lnTo>
                <a:lnTo>
                  <a:pt x="618827" y="59783"/>
                </a:lnTo>
                <a:lnTo>
                  <a:pt x="619731" y="58005"/>
                </a:lnTo>
                <a:lnTo>
                  <a:pt x="620685" y="56290"/>
                </a:lnTo>
                <a:lnTo>
                  <a:pt x="621689" y="54638"/>
                </a:lnTo>
                <a:lnTo>
                  <a:pt x="622742" y="53050"/>
                </a:lnTo>
                <a:lnTo>
                  <a:pt x="623844" y="51524"/>
                </a:lnTo>
                <a:lnTo>
                  <a:pt x="624997" y="50063"/>
                </a:lnTo>
                <a:lnTo>
                  <a:pt x="626198" y="48664"/>
                </a:lnTo>
                <a:lnTo>
                  <a:pt x="627450" y="47329"/>
                </a:lnTo>
                <a:lnTo>
                  <a:pt x="628750" y="46057"/>
                </a:lnTo>
                <a:lnTo>
                  <a:pt x="630101" y="44848"/>
                </a:lnTo>
                <a:lnTo>
                  <a:pt x="631500" y="43703"/>
                </a:lnTo>
                <a:lnTo>
                  <a:pt x="632950" y="42621"/>
                </a:lnTo>
                <a:lnTo>
                  <a:pt x="634453" y="41614"/>
                </a:lnTo>
                <a:lnTo>
                  <a:pt x="636015" y="40695"/>
                </a:lnTo>
                <a:lnTo>
                  <a:pt x="637635" y="39864"/>
                </a:lnTo>
                <a:lnTo>
                  <a:pt x="639314" y="39120"/>
                </a:lnTo>
                <a:lnTo>
                  <a:pt x="641051" y="38463"/>
                </a:lnTo>
                <a:lnTo>
                  <a:pt x="642847" y="37894"/>
                </a:lnTo>
                <a:lnTo>
                  <a:pt x="644701" y="37413"/>
                </a:lnTo>
                <a:lnTo>
                  <a:pt x="646613" y="37019"/>
                </a:lnTo>
                <a:lnTo>
                  <a:pt x="648584" y="36712"/>
                </a:lnTo>
                <a:lnTo>
                  <a:pt x="650614" y="36494"/>
                </a:lnTo>
                <a:lnTo>
                  <a:pt x="652702" y="36362"/>
                </a:lnTo>
                <a:lnTo>
                  <a:pt x="654848" y="36319"/>
                </a:lnTo>
                <a:lnTo>
                  <a:pt x="655505" y="36324"/>
                </a:lnTo>
                <a:lnTo>
                  <a:pt x="656215" y="36340"/>
                </a:lnTo>
                <a:lnTo>
                  <a:pt x="656979" y="36367"/>
                </a:lnTo>
                <a:lnTo>
                  <a:pt x="657796" y="36406"/>
                </a:lnTo>
                <a:lnTo>
                  <a:pt x="658667" y="36455"/>
                </a:lnTo>
                <a:lnTo>
                  <a:pt x="659591" y="36514"/>
                </a:lnTo>
                <a:lnTo>
                  <a:pt x="660569" y="36585"/>
                </a:lnTo>
                <a:lnTo>
                  <a:pt x="661601" y="36667"/>
                </a:lnTo>
                <a:lnTo>
                  <a:pt x="662685" y="36759"/>
                </a:lnTo>
                <a:lnTo>
                  <a:pt x="663824" y="36863"/>
                </a:lnTo>
                <a:lnTo>
                  <a:pt x="665015" y="36977"/>
                </a:lnTo>
                <a:lnTo>
                  <a:pt x="666261" y="37102"/>
                </a:lnTo>
                <a:lnTo>
                  <a:pt x="666459" y="37126"/>
                </a:lnTo>
                <a:lnTo>
                  <a:pt x="666673" y="37151"/>
                </a:lnTo>
                <a:lnTo>
                  <a:pt x="666903" y="37178"/>
                </a:lnTo>
                <a:lnTo>
                  <a:pt x="667148" y="37205"/>
                </a:lnTo>
                <a:lnTo>
                  <a:pt x="667410" y="37233"/>
                </a:lnTo>
                <a:lnTo>
                  <a:pt x="667687" y="37262"/>
                </a:lnTo>
                <a:lnTo>
                  <a:pt x="667981" y="37292"/>
                </a:lnTo>
                <a:lnTo>
                  <a:pt x="668290" y="37323"/>
                </a:lnTo>
                <a:lnTo>
                  <a:pt x="668615" y="37356"/>
                </a:lnTo>
                <a:lnTo>
                  <a:pt x="668955" y="37389"/>
                </a:lnTo>
                <a:lnTo>
                  <a:pt x="669312" y="37423"/>
                </a:lnTo>
                <a:lnTo>
                  <a:pt x="669685" y="37458"/>
                </a:lnTo>
                <a:lnTo>
                  <a:pt x="683023" y="37458"/>
                </a:lnTo>
                <a:lnTo>
                  <a:pt x="683023" y="93645"/>
                </a:lnTo>
                <a:lnTo>
                  <a:pt x="683044" y="96012"/>
                </a:lnTo>
                <a:lnTo>
                  <a:pt x="683106" y="98304"/>
                </a:lnTo>
                <a:lnTo>
                  <a:pt x="683210" y="100520"/>
                </a:lnTo>
                <a:lnTo>
                  <a:pt x="683356" y="102661"/>
                </a:lnTo>
                <a:lnTo>
                  <a:pt x="683543" y="104727"/>
                </a:lnTo>
                <a:lnTo>
                  <a:pt x="683772" y="106717"/>
                </a:lnTo>
                <a:lnTo>
                  <a:pt x="684043" y="108632"/>
                </a:lnTo>
                <a:lnTo>
                  <a:pt x="684355" y="110471"/>
                </a:lnTo>
                <a:lnTo>
                  <a:pt x="684708" y="112235"/>
                </a:lnTo>
                <a:lnTo>
                  <a:pt x="685104" y="113923"/>
                </a:lnTo>
                <a:lnTo>
                  <a:pt x="685541" y="115536"/>
                </a:lnTo>
                <a:lnTo>
                  <a:pt x="686019" y="117074"/>
                </a:lnTo>
                <a:lnTo>
                  <a:pt x="672181" y="117074"/>
                </a:lnTo>
                <a:lnTo>
                  <a:pt x="671924" y="115939"/>
                </a:lnTo>
                <a:lnTo>
                  <a:pt x="671676" y="114738"/>
                </a:lnTo>
                <a:lnTo>
                  <a:pt x="671437" y="113469"/>
                </a:lnTo>
                <a:lnTo>
                  <a:pt x="671206" y="112134"/>
                </a:lnTo>
                <a:lnTo>
                  <a:pt x="670985" y="110733"/>
                </a:lnTo>
                <a:lnTo>
                  <a:pt x="670772" y="109264"/>
                </a:lnTo>
                <a:lnTo>
                  <a:pt x="670569" y="107728"/>
                </a:lnTo>
                <a:lnTo>
                  <a:pt x="670374" y="106126"/>
                </a:lnTo>
                <a:lnTo>
                  <a:pt x="670188" y="104457"/>
                </a:lnTo>
                <a:lnTo>
                  <a:pt x="670011" y="102721"/>
                </a:lnTo>
                <a:lnTo>
                  <a:pt x="669844" y="100918"/>
                </a:lnTo>
                <a:lnTo>
                  <a:pt x="669685" y="99048"/>
                </a:lnTo>
                <a:moveTo>
                  <a:pt x="669685" y="83390"/>
                </a:moveTo>
                <a:lnTo>
                  <a:pt x="669685" y="49279"/>
                </a:lnTo>
                <a:lnTo>
                  <a:pt x="668515" y="48984"/>
                </a:lnTo>
                <a:lnTo>
                  <a:pt x="667358" y="48713"/>
                </a:lnTo>
                <a:lnTo>
                  <a:pt x="666216" y="48469"/>
                </a:lnTo>
                <a:lnTo>
                  <a:pt x="665088" y="48251"/>
                </a:lnTo>
                <a:lnTo>
                  <a:pt x="663973" y="48058"/>
                </a:lnTo>
                <a:lnTo>
                  <a:pt x="662873" y="47891"/>
                </a:lnTo>
                <a:lnTo>
                  <a:pt x="661786" y="47749"/>
                </a:lnTo>
                <a:lnTo>
                  <a:pt x="660713" y="47633"/>
                </a:lnTo>
                <a:lnTo>
                  <a:pt x="659654" y="47543"/>
                </a:lnTo>
                <a:lnTo>
                  <a:pt x="658609" y="47479"/>
                </a:lnTo>
                <a:lnTo>
                  <a:pt x="657577" y="47441"/>
                </a:lnTo>
                <a:lnTo>
                  <a:pt x="656560" y="47428"/>
                </a:lnTo>
                <a:lnTo>
                  <a:pt x="654544" y="47493"/>
                </a:lnTo>
                <a:lnTo>
                  <a:pt x="652584" y="47691"/>
                </a:lnTo>
                <a:lnTo>
                  <a:pt x="650682" y="48020"/>
                </a:lnTo>
                <a:lnTo>
                  <a:pt x="648837" y="48480"/>
                </a:lnTo>
                <a:lnTo>
                  <a:pt x="647048" y="49072"/>
                </a:lnTo>
                <a:lnTo>
                  <a:pt x="645317" y="49796"/>
                </a:lnTo>
                <a:lnTo>
                  <a:pt x="643642" y="50651"/>
                </a:lnTo>
                <a:lnTo>
                  <a:pt x="642025" y="51637"/>
                </a:lnTo>
                <a:lnTo>
                  <a:pt x="640464" y="52755"/>
                </a:lnTo>
                <a:lnTo>
                  <a:pt x="638960" y="54005"/>
                </a:lnTo>
                <a:lnTo>
                  <a:pt x="637514" y="55386"/>
                </a:lnTo>
                <a:lnTo>
                  <a:pt x="636124" y="56899"/>
                </a:lnTo>
                <a:lnTo>
                  <a:pt x="634820" y="58525"/>
                </a:lnTo>
                <a:lnTo>
                  <a:pt x="633628" y="60246"/>
                </a:lnTo>
                <a:lnTo>
                  <a:pt x="632551" y="62062"/>
                </a:lnTo>
                <a:lnTo>
                  <a:pt x="631587" y="63973"/>
                </a:lnTo>
                <a:lnTo>
                  <a:pt x="630736" y="65979"/>
                </a:lnTo>
                <a:lnTo>
                  <a:pt x="629999" y="68079"/>
                </a:lnTo>
                <a:lnTo>
                  <a:pt x="629375" y="70275"/>
                </a:lnTo>
                <a:lnTo>
                  <a:pt x="628864" y="72566"/>
                </a:lnTo>
                <a:lnTo>
                  <a:pt x="628467" y="74951"/>
                </a:lnTo>
                <a:lnTo>
                  <a:pt x="628184" y="77432"/>
                </a:lnTo>
                <a:lnTo>
                  <a:pt x="628013" y="80008"/>
                </a:lnTo>
                <a:lnTo>
                  <a:pt x="627957" y="82678"/>
                </a:lnTo>
                <a:lnTo>
                  <a:pt x="627988" y="84608"/>
                </a:lnTo>
                <a:lnTo>
                  <a:pt x="628081" y="86457"/>
                </a:lnTo>
                <a:lnTo>
                  <a:pt x="628235" y="88226"/>
                </a:lnTo>
                <a:lnTo>
                  <a:pt x="628452" y="89914"/>
                </a:lnTo>
                <a:lnTo>
                  <a:pt x="628731" y="91522"/>
                </a:lnTo>
                <a:lnTo>
                  <a:pt x="629071" y="93048"/>
                </a:lnTo>
                <a:lnTo>
                  <a:pt x="629474" y="94495"/>
                </a:lnTo>
                <a:lnTo>
                  <a:pt x="629938" y="95860"/>
                </a:lnTo>
                <a:lnTo>
                  <a:pt x="630464" y="97145"/>
                </a:lnTo>
                <a:lnTo>
                  <a:pt x="631053" y="98350"/>
                </a:lnTo>
                <a:lnTo>
                  <a:pt x="631703" y="99474"/>
                </a:lnTo>
                <a:lnTo>
                  <a:pt x="632415" y="100517"/>
                </a:lnTo>
                <a:lnTo>
                  <a:pt x="633167" y="101478"/>
                </a:lnTo>
                <a:lnTo>
                  <a:pt x="633936" y="102356"/>
                </a:lnTo>
                <a:lnTo>
                  <a:pt x="634722" y="103149"/>
                </a:lnTo>
                <a:lnTo>
                  <a:pt x="635526" y="103860"/>
                </a:lnTo>
                <a:lnTo>
                  <a:pt x="636347" y="104487"/>
                </a:lnTo>
                <a:lnTo>
                  <a:pt x="637185" y="105030"/>
                </a:lnTo>
                <a:lnTo>
                  <a:pt x="638041" y="105490"/>
                </a:lnTo>
                <a:lnTo>
                  <a:pt x="638914" y="105866"/>
                </a:lnTo>
                <a:lnTo>
                  <a:pt x="639804" y="106158"/>
                </a:lnTo>
                <a:lnTo>
                  <a:pt x="640712" y="106367"/>
                </a:lnTo>
                <a:lnTo>
                  <a:pt x="641637" y="106493"/>
                </a:lnTo>
                <a:lnTo>
                  <a:pt x="642579" y="106534"/>
                </a:lnTo>
                <a:lnTo>
                  <a:pt x="643623" y="106491"/>
                </a:lnTo>
                <a:lnTo>
                  <a:pt x="644684" y="106360"/>
                </a:lnTo>
                <a:lnTo>
                  <a:pt x="645762" y="106143"/>
                </a:lnTo>
                <a:lnTo>
                  <a:pt x="646859" y="105838"/>
                </a:lnTo>
                <a:lnTo>
                  <a:pt x="647974" y="105446"/>
                </a:lnTo>
                <a:lnTo>
                  <a:pt x="649106" y="104968"/>
                </a:lnTo>
                <a:lnTo>
                  <a:pt x="650256" y="104402"/>
                </a:lnTo>
                <a:lnTo>
                  <a:pt x="651424" y="103749"/>
                </a:lnTo>
                <a:lnTo>
                  <a:pt x="652610" y="103009"/>
                </a:lnTo>
                <a:lnTo>
                  <a:pt x="653814" y="102182"/>
                </a:lnTo>
                <a:lnTo>
                  <a:pt x="655035" y="101269"/>
                </a:lnTo>
                <a:lnTo>
                  <a:pt x="656275" y="100268"/>
                </a:lnTo>
                <a:lnTo>
                  <a:pt x="657512" y="99193"/>
                </a:lnTo>
                <a:lnTo>
                  <a:pt x="658728" y="98058"/>
                </a:lnTo>
                <a:lnTo>
                  <a:pt x="659921" y="96863"/>
                </a:lnTo>
                <a:lnTo>
                  <a:pt x="661093" y="95607"/>
                </a:lnTo>
                <a:lnTo>
                  <a:pt x="662243" y="94291"/>
                </a:lnTo>
                <a:lnTo>
                  <a:pt x="663372" y="92915"/>
                </a:lnTo>
                <a:lnTo>
                  <a:pt x="664478" y="91478"/>
                </a:lnTo>
                <a:lnTo>
                  <a:pt x="665563" y="89981"/>
                </a:lnTo>
                <a:lnTo>
                  <a:pt x="666626" y="88424"/>
                </a:lnTo>
                <a:lnTo>
                  <a:pt x="667668" y="86806"/>
                </a:lnTo>
                <a:lnTo>
                  <a:pt x="668687" y="85128"/>
                </a:lnTo>
                <a:lnTo>
                  <a:pt x="669685" y="83390"/>
                </a:lnTo>
                <a:close/>
                <a:moveTo>
                  <a:pt x="771600" y="113762"/>
                </a:moveTo>
                <a:lnTo>
                  <a:pt x="770079" y="114397"/>
                </a:lnTo>
                <a:lnTo>
                  <a:pt x="768628" y="114988"/>
                </a:lnTo>
                <a:lnTo>
                  <a:pt x="767249" y="115535"/>
                </a:lnTo>
                <a:lnTo>
                  <a:pt x="765941" y="116037"/>
                </a:lnTo>
                <a:lnTo>
                  <a:pt x="764705" y="116495"/>
                </a:lnTo>
                <a:lnTo>
                  <a:pt x="763540" y="116908"/>
                </a:lnTo>
                <a:lnTo>
                  <a:pt x="762446" y="117277"/>
                </a:lnTo>
                <a:lnTo>
                  <a:pt x="761424" y="117602"/>
                </a:lnTo>
                <a:lnTo>
                  <a:pt x="760473" y="117882"/>
                </a:lnTo>
                <a:lnTo>
                  <a:pt x="759593" y="118119"/>
                </a:lnTo>
                <a:lnTo>
                  <a:pt x="758785" y="118310"/>
                </a:lnTo>
                <a:lnTo>
                  <a:pt x="758048" y="118458"/>
                </a:lnTo>
                <a:lnTo>
                  <a:pt x="757348" y="118578"/>
                </a:lnTo>
                <a:lnTo>
                  <a:pt x="756653" y="118688"/>
                </a:lnTo>
                <a:lnTo>
                  <a:pt x="755961" y="118787"/>
                </a:lnTo>
                <a:lnTo>
                  <a:pt x="755274" y="118876"/>
                </a:lnTo>
                <a:lnTo>
                  <a:pt x="754590" y="118954"/>
                </a:lnTo>
                <a:lnTo>
                  <a:pt x="753911" y="119022"/>
                </a:lnTo>
                <a:lnTo>
                  <a:pt x="753235" y="119080"/>
                </a:lnTo>
                <a:lnTo>
                  <a:pt x="752563" y="119127"/>
                </a:lnTo>
                <a:lnTo>
                  <a:pt x="751895" y="119163"/>
                </a:lnTo>
                <a:lnTo>
                  <a:pt x="751232" y="119189"/>
                </a:lnTo>
                <a:lnTo>
                  <a:pt x="750572" y="119205"/>
                </a:lnTo>
                <a:lnTo>
                  <a:pt x="749916" y="119210"/>
                </a:lnTo>
                <a:lnTo>
                  <a:pt x="748535" y="119188"/>
                </a:lnTo>
                <a:lnTo>
                  <a:pt x="747174" y="119121"/>
                </a:lnTo>
                <a:lnTo>
                  <a:pt x="745832" y="119010"/>
                </a:lnTo>
                <a:lnTo>
                  <a:pt x="744511" y="118854"/>
                </a:lnTo>
                <a:lnTo>
                  <a:pt x="743209" y="118654"/>
                </a:lnTo>
                <a:lnTo>
                  <a:pt x="741927" y="118409"/>
                </a:lnTo>
                <a:lnTo>
                  <a:pt x="740665" y="118120"/>
                </a:lnTo>
                <a:lnTo>
                  <a:pt x="739423" y="117786"/>
                </a:lnTo>
                <a:lnTo>
                  <a:pt x="738200" y="117408"/>
                </a:lnTo>
                <a:lnTo>
                  <a:pt x="736998" y="116985"/>
                </a:lnTo>
                <a:lnTo>
                  <a:pt x="735815" y="116517"/>
                </a:lnTo>
                <a:lnTo>
                  <a:pt x="734652" y="116006"/>
                </a:lnTo>
                <a:lnTo>
                  <a:pt x="733522" y="115450"/>
                </a:lnTo>
                <a:lnTo>
                  <a:pt x="732439" y="114852"/>
                </a:lnTo>
                <a:lnTo>
                  <a:pt x="731404" y="114212"/>
                </a:lnTo>
                <a:lnTo>
                  <a:pt x="730415" y="113529"/>
                </a:lnTo>
                <a:lnTo>
                  <a:pt x="729474" y="112804"/>
                </a:lnTo>
                <a:lnTo>
                  <a:pt x="728580" y="112036"/>
                </a:lnTo>
                <a:lnTo>
                  <a:pt x="727732" y="111225"/>
                </a:lnTo>
                <a:lnTo>
                  <a:pt x="726932" y="110372"/>
                </a:lnTo>
                <a:lnTo>
                  <a:pt x="726179" y="109476"/>
                </a:lnTo>
                <a:lnTo>
                  <a:pt x="725473" y="108538"/>
                </a:lnTo>
                <a:lnTo>
                  <a:pt x="724814" y="107558"/>
                </a:lnTo>
                <a:lnTo>
                  <a:pt x="724202" y="106534"/>
                </a:lnTo>
                <a:lnTo>
                  <a:pt x="723638" y="105442"/>
                </a:lnTo>
                <a:lnTo>
                  <a:pt x="723123" y="104256"/>
                </a:lnTo>
                <a:lnTo>
                  <a:pt x="722657" y="102974"/>
                </a:lnTo>
                <a:lnTo>
                  <a:pt x="722240" y="101597"/>
                </a:lnTo>
                <a:lnTo>
                  <a:pt x="721872" y="100125"/>
                </a:lnTo>
                <a:lnTo>
                  <a:pt x="721554" y="98558"/>
                </a:lnTo>
                <a:lnTo>
                  <a:pt x="721284" y="96897"/>
                </a:lnTo>
                <a:lnTo>
                  <a:pt x="721063" y="95140"/>
                </a:lnTo>
                <a:lnTo>
                  <a:pt x="720892" y="93289"/>
                </a:lnTo>
                <a:lnTo>
                  <a:pt x="720769" y="91342"/>
                </a:lnTo>
                <a:lnTo>
                  <a:pt x="720695" y="89301"/>
                </a:lnTo>
                <a:lnTo>
                  <a:pt x="720671" y="87164"/>
                </a:lnTo>
                <a:lnTo>
                  <a:pt x="720671" y="55119"/>
                </a:lnTo>
                <a:lnTo>
                  <a:pt x="700770" y="55119"/>
                </a:lnTo>
                <a:lnTo>
                  <a:pt x="700770" y="44009"/>
                </a:lnTo>
                <a:lnTo>
                  <a:pt x="720671" y="44009"/>
                </a:lnTo>
                <a:lnTo>
                  <a:pt x="720671" y="11964"/>
                </a:lnTo>
                <a:lnTo>
                  <a:pt x="733938" y="11964"/>
                </a:lnTo>
                <a:lnTo>
                  <a:pt x="733938" y="44009"/>
                </a:lnTo>
                <a:lnTo>
                  <a:pt x="769389" y="44009"/>
                </a:lnTo>
                <a:lnTo>
                  <a:pt x="769389" y="55119"/>
                </a:lnTo>
                <a:lnTo>
                  <a:pt x="733938" y="55119"/>
                </a:lnTo>
                <a:lnTo>
                  <a:pt x="733938" y="86909"/>
                </a:lnTo>
                <a:lnTo>
                  <a:pt x="733954" y="88469"/>
                </a:lnTo>
                <a:lnTo>
                  <a:pt x="734002" y="89952"/>
                </a:lnTo>
                <a:lnTo>
                  <a:pt x="734081" y="91355"/>
                </a:lnTo>
                <a:lnTo>
                  <a:pt x="734192" y="92681"/>
                </a:lnTo>
                <a:lnTo>
                  <a:pt x="734335" y="93927"/>
                </a:lnTo>
                <a:lnTo>
                  <a:pt x="734509" y="95096"/>
                </a:lnTo>
                <a:lnTo>
                  <a:pt x="734715" y="96186"/>
                </a:lnTo>
                <a:lnTo>
                  <a:pt x="734953" y="97197"/>
                </a:lnTo>
                <a:lnTo>
                  <a:pt x="735222" y="98130"/>
                </a:lnTo>
                <a:lnTo>
                  <a:pt x="735523" y="98984"/>
                </a:lnTo>
                <a:lnTo>
                  <a:pt x="735856" y="99760"/>
                </a:lnTo>
                <a:lnTo>
                  <a:pt x="736221" y="100457"/>
                </a:lnTo>
                <a:lnTo>
                  <a:pt x="736612" y="101100"/>
                </a:lnTo>
                <a:lnTo>
                  <a:pt x="737024" y="101714"/>
                </a:lnTo>
                <a:lnTo>
                  <a:pt x="737458" y="102299"/>
                </a:lnTo>
                <a:lnTo>
                  <a:pt x="737913" y="102854"/>
                </a:lnTo>
                <a:lnTo>
                  <a:pt x="738389" y="103381"/>
                </a:lnTo>
                <a:lnTo>
                  <a:pt x="738887" y="103878"/>
                </a:lnTo>
                <a:lnTo>
                  <a:pt x="739406" y="104347"/>
                </a:lnTo>
                <a:lnTo>
                  <a:pt x="739946" y="104786"/>
                </a:lnTo>
                <a:lnTo>
                  <a:pt x="740507" y="105196"/>
                </a:lnTo>
                <a:lnTo>
                  <a:pt x="741090" y="105577"/>
                </a:lnTo>
                <a:lnTo>
                  <a:pt x="741694" y="105929"/>
                </a:lnTo>
                <a:lnTo>
                  <a:pt x="742319" y="106252"/>
                </a:lnTo>
                <a:lnTo>
                  <a:pt x="742965" y="106547"/>
                </a:lnTo>
                <a:lnTo>
                  <a:pt x="743630" y="106817"/>
                </a:lnTo>
                <a:lnTo>
                  <a:pt x="744314" y="107061"/>
                </a:lnTo>
                <a:lnTo>
                  <a:pt x="745018" y="107279"/>
                </a:lnTo>
                <a:lnTo>
                  <a:pt x="745741" y="107472"/>
                </a:lnTo>
                <a:lnTo>
                  <a:pt x="746483" y="107639"/>
                </a:lnTo>
                <a:lnTo>
                  <a:pt x="747245" y="107780"/>
                </a:lnTo>
                <a:lnTo>
                  <a:pt x="748026" y="107896"/>
                </a:lnTo>
                <a:lnTo>
                  <a:pt x="748826" y="107985"/>
                </a:lnTo>
                <a:lnTo>
                  <a:pt x="749646" y="108050"/>
                </a:lnTo>
                <a:lnTo>
                  <a:pt x="750484" y="108088"/>
                </a:lnTo>
                <a:lnTo>
                  <a:pt x="751343" y="108101"/>
                </a:lnTo>
                <a:lnTo>
                  <a:pt x="752955" y="108059"/>
                </a:lnTo>
                <a:lnTo>
                  <a:pt x="754580" y="107933"/>
                </a:lnTo>
                <a:lnTo>
                  <a:pt x="756220" y="107723"/>
                </a:lnTo>
                <a:lnTo>
                  <a:pt x="757873" y="107429"/>
                </a:lnTo>
                <a:lnTo>
                  <a:pt x="759541" y="107052"/>
                </a:lnTo>
                <a:lnTo>
                  <a:pt x="761222" y="106590"/>
                </a:lnTo>
                <a:lnTo>
                  <a:pt x="762917" y="106044"/>
                </a:lnTo>
                <a:lnTo>
                  <a:pt x="764626" y="105415"/>
                </a:lnTo>
                <a:lnTo>
                  <a:pt x="766349" y="104701"/>
                </a:lnTo>
                <a:lnTo>
                  <a:pt x="768085" y="103904"/>
                </a:lnTo>
                <a:lnTo>
                  <a:pt x="769836" y="103022"/>
                </a:lnTo>
                <a:lnTo>
                  <a:pt x="771600" y="102057"/>
                </a:lnTo>
                <a:lnTo>
                  <a:pt x="771600" y="113762"/>
                </a:lnTo>
                <a:close/>
                <a:moveTo>
                  <a:pt x="792628" y="117074"/>
                </a:moveTo>
                <a:lnTo>
                  <a:pt x="792628" y="2136"/>
                </a:lnTo>
                <a:lnTo>
                  <a:pt x="805896" y="2136"/>
                </a:lnTo>
                <a:lnTo>
                  <a:pt x="805896" y="54970"/>
                </a:lnTo>
                <a:lnTo>
                  <a:pt x="806863" y="53461"/>
                </a:lnTo>
                <a:lnTo>
                  <a:pt x="807863" y="52008"/>
                </a:lnTo>
                <a:lnTo>
                  <a:pt x="808896" y="50611"/>
                </a:lnTo>
                <a:lnTo>
                  <a:pt x="809961" y="49269"/>
                </a:lnTo>
                <a:lnTo>
                  <a:pt x="811060" y="47983"/>
                </a:lnTo>
                <a:lnTo>
                  <a:pt x="812190" y="46753"/>
                </a:lnTo>
                <a:lnTo>
                  <a:pt x="813354" y="45578"/>
                </a:lnTo>
                <a:lnTo>
                  <a:pt x="814550" y="44459"/>
                </a:lnTo>
                <a:lnTo>
                  <a:pt x="815779" y="43395"/>
                </a:lnTo>
                <a:lnTo>
                  <a:pt x="817041" y="42387"/>
                </a:lnTo>
                <a:lnTo>
                  <a:pt x="818335" y="41435"/>
                </a:lnTo>
                <a:lnTo>
                  <a:pt x="819662" y="40538"/>
                </a:lnTo>
                <a:lnTo>
                  <a:pt x="821006" y="39705"/>
                </a:lnTo>
                <a:lnTo>
                  <a:pt x="822349" y="38944"/>
                </a:lnTo>
                <a:lnTo>
                  <a:pt x="823692" y="38256"/>
                </a:lnTo>
                <a:lnTo>
                  <a:pt x="825036" y="37640"/>
                </a:lnTo>
                <a:lnTo>
                  <a:pt x="826379" y="37097"/>
                </a:lnTo>
                <a:lnTo>
                  <a:pt x="827722" y="36626"/>
                </a:lnTo>
                <a:lnTo>
                  <a:pt x="829066" y="36227"/>
                </a:lnTo>
                <a:lnTo>
                  <a:pt x="830409" y="35901"/>
                </a:lnTo>
                <a:lnTo>
                  <a:pt x="831753" y="35648"/>
                </a:lnTo>
                <a:lnTo>
                  <a:pt x="833096" y="35466"/>
                </a:lnTo>
                <a:lnTo>
                  <a:pt x="834439" y="35358"/>
                </a:lnTo>
                <a:lnTo>
                  <a:pt x="835783" y="35322"/>
                </a:lnTo>
                <a:lnTo>
                  <a:pt x="836904" y="35346"/>
                </a:lnTo>
                <a:lnTo>
                  <a:pt x="838009" y="35417"/>
                </a:lnTo>
                <a:lnTo>
                  <a:pt x="839097" y="35537"/>
                </a:lnTo>
                <a:lnTo>
                  <a:pt x="840169" y="35705"/>
                </a:lnTo>
                <a:lnTo>
                  <a:pt x="841225" y="35921"/>
                </a:lnTo>
                <a:lnTo>
                  <a:pt x="842265" y="36185"/>
                </a:lnTo>
                <a:lnTo>
                  <a:pt x="843288" y="36497"/>
                </a:lnTo>
                <a:lnTo>
                  <a:pt x="844295" y="36857"/>
                </a:lnTo>
                <a:lnTo>
                  <a:pt x="845285" y="37264"/>
                </a:lnTo>
                <a:lnTo>
                  <a:pt x="846259" y="37720"/>
                </a:lnTo>
                <a:lnTo>
                  <a:pt x="847217" y="38224"/>
                </a:lnTo>
                <a:lnTo>
                  <a:pt x="848158" y="38775"/>
                </a:lnTo>
                <a:lnTo>
                  <a:pt x="849068" y="39361"/>
                </a:lnTo>
                <a:lnTo>
                  <a:pt x="849931" y="39967"/>
                </a:lnTo>
                <a:lnTo>
                  <a:pt x="850746" y="40594"/>
                </a:lnTo>
                <a:lnTo>
                  <a:pt x="851515" y="41240"/>
                </a:lnTo>
                <a:lnTo>
                  <a:pt x="852236" y="41907"/>
                </a:lnTo>
                <a:lnTo>
                  <a:pt x="852911" y="42594"/>
                </a:lnTo>
                <a:lnTo>
                  <a:pt x="853538" y="43302"/>
                </a:lnTo>
                <a:lnTo>
                  <a:pt x="854118" y="44029"/>
                </a:lnTo>
                <a:lnTo>
                  <a:pt x="854652" y="44777"/>
                </a:lnTo>
                <a:lnTo>
                  <a:pt x="855138" y="45546"/>
                </a:lnTo>
                <a:lnTo>
                  <a:pt x="855577" y="46334"/>
                </a:lnTo>
                <a:lnTo>
                  <a:pt x="855969" y="47143"/>
                </a:lnTo>
                <a:lnTo>
                  <a:pt x="856258" y="47775"/>
                </a:lnTo>
                <a:lnTo>
                  <a:pt x="856532" y="48414"/>
                </a:lnTo>
                <a:lnTo>
                  <a:pt x="856789" y="49059"/>
                </a:lnTo>
                <a:lnTo>
                  <a:pt x="857031" y="49710"/>
                </a:lnTo>
                <a:lnTo>
                  <a:pt x="857257" y="50368"/>
                </a:lnTo>
                <a:lnTo>
                  <a:pt x="857467" y="51033"/>
                </a:lnTo>
                <a:lnTo>
                  <a:pt x="857661" y="51704"/>
                </a:lnTo>
                <a:lnTo>
                  <a:pt x="857839" y="52381"/>
                </a:lnTo>
                <a:lnTo>
                  <a:pt x="858002" y="53065"/>
                </a:lnTo>
                <a:lnTo>
                  <a:pt x="858148" y="53755"/>
                </a:lnTo>
                <a:lnTo>
                  <a:pt x="858279" y="54451"/>
                </a:lnTo>
                <a:lnTo>
                  <a:pt x="858394" y="55154"/>
                </a:lnTo>
                <a:lnTo>
                  <a:pt x="858497" y="55923"/>
                </a:lnTo>
                <a:lnTo>
                  <a:pt x="858590" y="56817"/>
                </a:lnTo>
                <a:lnTo>
                  <a:pt x="858675" y="57836"/>
                </a:lnTo>
                <a:lnTo>
                  <a:pt x="858751" y="58980"/>
                </a:lnTo>
                <a:lnTo>
                  <a:pt x="858818" y="60249"/>
                </a:lnTo>
                <a:lnTo>
                  <a:pt x="858876" y="61644"/>
                </a:lnTo>
                <a:lnTo>
                  <a:pt x="858925" y="63163"/>
                </a:lnTo>
                <a:lnTo>
                  <a:pt x="858965" y="64808"/>
                </a:lnTo>
                <a:lnTo>
                  <a:pt x="858996" y="66577"/>
                </a:lnTo>
                <a:lnTo>
                  <a:pt x="859018" y="68472"/>
                </a:lnTo>
                <a:lnTo>
                  <a:pt x="859032" y="70492"/>
                </a:lnTo>
                <a:lnTo>
                  <a:pt x="859036" y="72637"/>
                </a:lnTo>
                <a:lnTo>
                  <a:pt x="859036" y="117074"/>
                </a:lnTo>
                <a:lnTo>
                  <a:pt x="845769" y="117074"/>
                </a:lnTo>
                <a:lnTo>
                  <a:pt x="845769" y="71046"/>
                </a:lnTo>
                <a:lnTo>
                  <a:pt x="845761" y="69191"/>
                </a:lnTo>
                <a:lnTo>
                  <a:pt x="845738" y="67444"/>
                </a:lnTo>
                <a:lnTo>
                  <a:pt x="845700" y="65806"/>
                </a:lnTo>
                <a:lnTo>
                  <a:pt x="845646" y="64275"/>
                </a:lnTo>
                <a:lnTo>
                  <a:pt x="845577" y="62853"/>
                </a:lnTo>
                <a:lnTo>
                  <a:pt x="845492" y="61540"/>
                </a:lnTo>
                <a:lnTo>
                  <a:pt x="845393" y="60334"/>
                </a:lnTo>
                <a:lnTo>
                  <a:pt x="845277" y="59236"/>
                </a:lnTo>
                <a:lnTo>
                  <a:pt x="845147" y="58247"/>
                </a:lnTo>
                <a:lnTo>
                  <a:pt x="845001" y="57366"/>
                </a:lnTo>
                <a:lnTo>
                  <a:pt x="844840" y="56593"/>
                </a:lnTo>
                <a:lnTo>
                  <a:pt x="844663" y="55929"/>
                </a:lnTo>
                <a:lnTo>
                  <a:pt x="844466" y="55327"/>
                </a:lnTo>
                <a:lnTo>
                  <a:pt x="844243" y="54744"/>
                </a:lnTo>
                <a:lnTo>
                  <a:pt x="843994" y="54179"/>
                </a:lnTo>
                <a:lnTo>
                  <a:pt x="843720" y="53633"/>
                </a:lnTo>
                <a:lnTo>
                  <a:pt x="843420" y="53105"/>
                </a:lnTo>
                <a:lnTo>
                  <a:pt x="843094" y="52595"/>
                </a:lnTo>
                <a:lnTo>
                  <a:pt x="842742" y="52103"/>
                </a:lnTo>
                <a:lnTo>
                  <a:pt x="842365" y="51629"/>
                </a:lnTo>
                <a:lnTo>
                  <a:pt x="841962" y="51174"/>
                </a:lnTo>
                <a:lnTo>
                  <a:pt x="841533" y="50737"/>
                </a:lnTo>
                <a:lnTo>
                  <a:pt x="841078" y="50318"/>
                </a:lnTo>
                <a:lnTo>
                  <a:pt x="840597" y="49918"/>
                </a:lnTo>
                <a:lnTo>
                  <a:pt x="840100" y="49543"/>
                </a:lnTo>
                <a:lnTo>
                  <a:pt x="839596" y="49201"/>
                </a:lnTo>
                <a:lnTo>
                  <a:pt x="839084" y="48891"/>
                </a:lnTo>
                <a:lnTo>
                  <a:pt x="838565" y="48614"/>
                </a:lnTo>
                <a:lnTo>
                  <a:pt x="838038" y="48369"/>
                </a:lnTo>
                <a:lnTo>
                  <a:pt x="837503" y="48157"/>
                </a:lnTo>
                <a:lnTo>
                  <a:pt x="836962" y="47978"/>
                </a:lnTo>
                <a:lnTo>
                  <a:pt x="836413" y="47831"/>
                </a:lnTo>
                <a:lnTo>
                  <a:pt x="835856" y="47717"/>
                </a:lnTo>
                <a:lnTo>
                  <a:pt x="835292" y="47635"/>
                </a:lnTo>
                <a:lnTo>
                  <a:pt x="834721" y="47586"/>
                </a:lnTo>
                <a:lnTo>
                  <a:pt x="834142" y="47570"/>
                </a:lnTo>
                <a:lnTo>
                  <a:pt x="832970" y="47616"/>
                </a:lnTo>
                <a:lnTo>
                  <a:pt x="831783" y="47754"/>
                </a:lnTo>
                <a:lnTo>
                  <a:pt x="830582" y="47984"/>
                </a:lnTo>
                <a:lnTo>
                  <a:pt x="829367" y="48305"/>
                </a:lnTo>
                <a:lnTo>
                  <a:pt x="828137" y="48719"/>
                </a:lnTo>
                <a:lnTo>
                  <a:pt x="826893" y="49224"/>
                </a:lnTo>
                <a:lnTo>
                  <a:pt x="825635" y="49821"/>
                </a:lnTo>
                <a:lnTo>
                  <a:pt x="824362" y="50511"/>
                </a:lnTo>
                <a:lnTo>
                  <a:pt x="823075" y="51292"/>
                </a:lnTo>
                <a:lnTo>
                  <a:pt x="821773" y="52165"/>
                </a:lnTo>
                <a:lnTo>
                  <a:pt x="820457" y="53130"/>
                </a:lnTo>
                <a:lnTo>
                  <a:pt x="819127" y="54186"/>
                </a:lnTo>
                <a:lnTo>
                  <a:pt x="817809" y="55312"/>
                </a:lnTo>
                <a:lnTo>
                  <a:pt x="816531" y="56484"/>
                </a:lnTo>
                <a:lnTo>
                  <a:pt x="815291" y="57703"/>
                </a:lnTo>
                <a:lnTo>
                  <a:pt x="814091" y="58968"/>
                </a:lnTo>
                <a:lnTo>
                  <a:pt x="812929" y="60280"/>
                </a:lnTo>
                <a:lnTo>
                  <a:pt x="811807" y="61638"/>
                </a:lnTo>
                <a:lnTo>
                  <a:pt x="810724" y="63042"/>
                </a:lnTo>
                <a:lnTo>
                  <a:pt x="809680" y="64493"/>
                </a:lnTo>
                <a:lnTo>
                  <a:pt x="808675" y="65991"/>
                </a:lnTo>
                <a:lnTo>
                  <a:pt x="807710" y="67534"/>
                </a:lnTo>
                <a:lnTo>
                  <a:pt x="806783" y="69124"/>
                </a:lnTo>
                <a:lnTo>
                  <a:pt x="805896" y="70761"/>
                </a:lnTo>
                <a:lnTo>
                  <a:pt x="805896" y="117074"/>
                </a:lnTo>
                <a:lnTo>
                  <a:pt x="792628" y="117074"/>
                </a:lnTo>
                <a:close/>
                <a:moveTo>
                  <a:pt x="899466" y="147980"/>
                </a:moveTo>
                <a:lnTo>
                  <a:pt x="899466" y="139150"/>
                </a:lnTo>
                <a:lnTo>
                  <a:pt x="900304" y="138916"/>
                </a:lnTo>
                <a:lnTo>
                  <a:pt x="901109" y="138666"/>
                </a:lnTo>
                <a:lnTo>
                  <a:pt x="901880" y="138400"/>
                </a:lnTo>
                <a:lnTo>
                  <a:pt x="902616" y="138117"/>
                </a:lnTo>
                <a:lnTo>
                  <a:pt x="903318" y="137818"/>
                </a:lnTo>
                <a:lnTo>
                  <a:pt x="903986" y="137503"/>
                </a:lnTo>
                <a:lnTo>
                  <a:pt x="904620" y="137171"/>
                </a:lnTo>
                <a:lnTo>
                  <a:pt x="905219" y="136823"/>
                </a:lnTo>
                <a:lnTo>
                  <a:pt x="905785" y="136459"/>
                </a:lnTo>
                <a:lnTo>
                  <a:pt x="906316" y="136079"/>
                </a:lnTo>
                <a:lnTo>
                  <a:pt x="906813" y="135682"/>
                </a:lnTo>
                <a:lnTo>
                  <a:pt x="907276" y="135269"/>
                </a:lnTo>
                <a:lnTo>
                  <a:pt x="907715" y="134838"/>
                </a:lnTo>
                <a:lnTo>
                  <a:pt x="908138" y="134388"/>
                </a:lnTo>
                <a:lnTo>
                  <a:pt x="908547" y="133920"/>
                </a:lnTo>
                <a:lnTo>
                  <a:pt x="908941" y="133433"/>
                </a:lnTo>
                <a:lnTo>
                  <a:pt x="909319" y="132927"/>
                </a:lnTo>
                <a:lnTo>
                  <a:pt x="909684" y="132402"/>
                </a:lnTo>
                <a:lnTo>
                  <a:pt x="910033" y="131859"/>
                </a:lnTo>
                <a:lnTo>
                  <a:pt x="910367" y="131297"/>
                </a:lnTo>
                <a:lnTo>
                  <a:pt x="910687" y="130716"/>
                </a:lnTo>
                <a:lnTo>
                  <a:pt x="910991" y="130116"/>
                </a:lnTo>
                <a:lnTo>
                  <a:pt x="911281" y="129497"/>
                </a:lnTo>
                <a:lnTo>
                  <a:pt x="911556" y="128860"/>
                </a:lnTo>
                <a:lnTo>
                  <a:pt x="911812" y="128202"/>
                </a:lnTo>
                <a:lnTo>
                  <a:pt x="912046" y="127521"/>
                </a:lnTo>
                <a:lnTo>
                  <a:pt x="912258" y="126819"/>
                </a:lnTo>
                <a:lnTo>
                  <a:pt x="912448" y="126094"/>
                </a:lnTo>
                <a:lnTo>
                  <a:pt x="912615" y="125347"/>
                </a:lnTo>
                <a:lnTo>
                  <a:pt x="912760" y="124578"/>
                </a:lnTo>
                <a:lnTo>
                  <a:pt x="912882" y="123786"/>
                </a:lnTo>
                <a:lnTo>
                  <a:pt x="912983" y="122973"/>
                </a:lnTo>
                <a:lnTo>
                  <a:pt x="913061" y="122137"/>
                </a:lnTo>
                <a:lnTo>
                  <a:pt x="913116" y="121278"/>
                </a:lnTo>
                <a:lnTo>
                  <a:pt x="913150" y="120398"/>
                </a:lnTo>
                <a:lnTo>
                  <a:pt x="913161" y="119495"/>
                </a:lnTo>
                <a:lnTo>
                  <a:pt x="912080" y="119469"/>
                </a:lnTo>
                <a:lnTo>
                  <a:pt x="911047" y="119391"/>
                </a:lnTo>
                <a:lnTo>
                  <a:pt x="910062" y="119261"/>
                </a:lnTo>
                <a:lnTo>
                  <a:pt x="909127" y="119078"/>
                </a:lnTo>
                <a:lnTo>
                  <a:pt x="908240" y="118844"/>
                </a:lnTo>
                <a:lnTo>
                  <a:pt x="907401" y="118558"/>
                </a:lnTo>
                <a:lnTo>
                  <a:pt x="906611" y="118219"/>
                </a:lnTo>
                <a:lnTo>
                  <a:pt x="905869" y="117828"/>
                </a:lnTo>
                <a:lnTo>
                  <a:pt x="905176" y="117386"/>
                </a:lnTo>
                <a:lnTo>
                  <a:pt x="904532" y="116891"/>
                </a:lnTo>
                <a:lnTo>
                  <a:pt x="903936" y="116344"/>
                </a:lnTo>
                <a:lnTo>
                  <a:pt x="903389" y="115745"/>
                </a:lnTo>
                <a:lnTo>
                  <a:pt x="902887" y="115117"/>
                </a:lnTo>
                <a:lnTo>
                  <a:pt x="902430" y="114480"/>
                </a:lnTo>
                <a:lnTo>
                  <a:pt x="902016" y="113837"/>
                </a:lnTo>
                <a:lnTo>
                  <a:pt x="901645" y="113186"/>
                </a:lnTo>
                <a:lnTo>
                  <a:pt x="901318" y="112527"/>
                </a:lnTo>
                <a:lnTo>
                  <a:pt x="901035" y="111861"/>
                </a:lnTo>
                <a:lnTo>
                  <a:pt x="900795" y="111188"/>
                </a:lnTo>
                <a:lnTo>
                  <a:pt x="900599" y="110507"/>
                </a:lnTo>
                <a:lnTo>
                  <a:pt x="900446" y="109819"/>
                </a:lnTo>
                <a:lnTo>
                  <a:pt x="900337" y="109123"/>
                </a:lnTo>
                <a:lnTo>
                  <a:pt x="900272" y="108420"/>
                </a:lnTo>
                <a:lnTo>
                  <a:pt x="900250" y="107709"/>
                </a:lnTo>
                <a:lnTo>
                  <a:pt x="900274" y="106898"/>
                </a:lnTo>
                <a:lnTo>
                  <a:pt x="900347" y="106109"/>
                </a:lnTo>
                <a:lnTo>
                  <a:pt x="900469" y="105341"/>
                </a:lnTo>
                <a:lnTo>
                  <a:pt x="900639" y="104594"/>
                </a:lnTo>
                <a:lnTo>
                  <a:pt x="900857" y="103869"/>
                </a:lnTo>
                <a:lnTo>
                  <a:pt x="901124" y="103165"/>
                </a:lnTo>
                <a:lnTo>
                  <a:pt x="901440" y="102482"/>
                </a:lnTo>
                <a:lnTo>
                  <a:pt x="901804" y="101820"/>
                </a:lnTo>
                <a:lnTo>
                  <a:pt x="902216" y="101180"/>
                </a:lnTo>
                <a:lnTo>
                  <a:pt x="902677" y="100562"/>
                </a:lnTo>
                <a:lnTo>
                  <a:pt x="903187" y="99964"/>
                </a:lnTo>
                <a:lnTo>
                  <a:pt x="903745" y="99389"/>
                </a:lnTo>
                <a:lnTo>
                  <a:pt x="904336" y="98847"/>
                </a:lnTo>
                <a:lnTo>
                  <a:pt x="904942" y="98352"/>
                </a:lnTo>
                <a:lnTo>
                  <a:pt x="905564" y="97904"/>
                </a:lnTo>
                <a:lnTo>
                  <a:pt x="906202" y="97503"/>
                </a:lnTo>
                <a:lnTo>
                  <a:pt x="906856" y="97150"/>
                </a:lnTo>
                <a:lnTo>
                  <a:pt x="907526" y="96843"/>
                </a:lnTo>
                <a:lnTo>
                  <a:pt x="908211" y="96584"/>
                </a:lnTo>
                <a:lnTo>
                  <a:pt x="908913" y="96372"/>
                </a:lnTo>
                <a:lnTo>
                  <a:pt x="909630" y="96207"/>
                </a:lnTo>
                <a:lnTo>
                  <a:pt x="910363" y="96089"/>
                </a:lnTo>
                <a:lnTo>
                  <a:pt x="911112" y="96018"/>
                </a:lnTo>
                <a:lnTo>
                  <a:pt x="911877" y="95995"/>
                </a:lnTo>
                <a:lnTo>
                  <a:pt x="912864" y="96031"/>
                </a:lnTo>
                <a:lnTo>
                  <a:pt x="913829" y="96138"/>
                </a:lnTo>
                <a:lnTo>
                  <a:pt x="914770" y="96318"/>
                </a:lnTo>
                <a:lnTo>
                  <a:pt x="915689" y="96569"/>
                </a:lnTo>
                <a:lnTo>
                  <a:pt x="916585" y="96892"/>
                </a:lnTo>
                <a:lnTo>
                  <a:pt x="917458" y="97287"/>
                </a:lnTo>
                <a:lnTo>
                  <a:pt x="918309" y="97754"/>
                </a:lnTo>
                <a:lnTo>
                  <a:pt x="919137" y="98292"/>
                </a:lnTo>
                <a:lnTo>
                  <a:pt x="919942" y="98903"/>
                </a:lnTo>
                <a:lnTo>
                  <a:pt x="920724" y="99585"/>
                </a:lnTo>
                <a:lnTo>
                  <a:pt x="921483" y="100339"/>
                </a:lnTo>
                <a:lnTo>
                  <a:pt x="922220" y="101164"/>
                </a:lnTo>
                <a:lnTo>
                  <a:pt x="922915" y="102053"/>
                </a:lnTo>
                <a:lnTo>
                  <a:pt x="923549" y="102994"/>
                </a:lnTo>
                <a:lnTo>
                  <a:pt x="924123" y="103988"/>
                </a:lnTo>
                <a:lnTo>
                  <a:pt x="924637" y="105035"/>
                </a:lnTo>
                <a:lnTo>
                  <a:pt x="925090" y="106135"/>
                </a:lnTo>
                <a:lnTo>
                  <a:pt x="925483" y="107288"/>
                </a:lnTo>
                <a:lnTo>
                  <a:pt x="925815" y="108494"/>
                </a:lnTo>
                <a:lnTo>
                  <a:pt x="926087" y="109753"/>
                </a:lnTo>
                <a:lnTo>
                  <a:pt x="926299" y="111066"/>
                </a:lnTo>
                <a:lnTo>
                  <a:pt x="926450" y="112431"/>
                </a:lnTo>
                <a:lnTo>
                  <a:pt x="926541" y="113849"/>
                </a:lnTo>
                <a:lnTo>
                  <a:pt x="926571" y="115320"/>
                </a:lnTo>
                <a:lnTo>
                  <a:pt x="926547" y="116621"/>
                </a:lnTo>
                <a:lnTo>
                  <a:pt x="926476" y="117910"/>
                </a:lnTo>
                <a:lnTo>
                  <a:pt x="926357" y="119187"/>
                </a:lnTo>
                <a:lnTo>
                  <a:pt x="926190" y="120451"/>
                </a:lnTo>
                <a:lnTo>
                  <a:pt x="925976" y="121702"/>
                </a:lnTo>
                <a:lnTo>
                  <a:pt x="925715" y="122942"/>
                </a:lnTo>
                <a:lnTo>
                  <a:pt x="925406" y="124168"/>
                </a:lnTo>
                <a:lnTo>
                  <a:pt x="925049" y="125383"/>
                </a:lnTo>
                <a:lnTo>
                  <a:pt x="924645" y="126585"/>
                </a:lnTo>
                <a:lnTo>
                  <a:pt x="924193" y="127775"/>
                </a:lnTo>
                <a:lnTo>
                  <a:pt x="923694" y="128952"/>
                </a:lnTo>
                <a:lnTo>
                  <a:pt x="923147" y="130117"/>
                </a:lnTo>
                <a:lnTo>
                  <a:pt x="922559" y="131261"/>
                </a:lnTo>
                <a:lnTo>
                  <a:pt x="921937" y="132378"/>
                </a:lnTo>
                <a:lnTo>
                  <a:pt x="921281" y="133466"/>
                </a:lnTo>
                <a:lnTo>
                  <a:pt x="920591" y="134526"/>
                </a:lnTo>
                <a:lnTo>
                  <a:pt x="919867" y="135558"/>
                </a:lnTo>
                <a:lnTo>
                  <a:pt x="919108" y="136561"/>
                </a:lnTo>
                <a:lnTo>
                  <a:pt x="918315" y="137536"/>
                </a:lnTo>
                <a:lnTo>
                  <a:pt x="917488" y="138483"/>
                </a:lnTo>
                <a:lnTo>
                  <a:pt x="916627" y="139402"/>
                </a:lnTo>
                <a:lnTo>
                  <a:pt x="915732" y="140293"/>
                </a:lnTo>
                <a:lnTo>
                  <a:pt x="914802" y="141155"/>
                </a:lnTo>
                <a:lnTo>
                  <a:pt x="913838" y="141989"/>
                </a:lnTo>
                <a:lnTo>
                  <a:pt x="912840" y="142783"/>
                </a:lnTo>
                <a:lnTo>
                  <a:pt x="911805" y="143523"/>
                </a:lnTo>
                <a:lnTo>
                  <a:pt x="910733" y="144209"/>
                </a:lnTo>
                <a:lnTo>
                  <a:pt x="909626" y="144842"/>
                </a:lnTo>
                <a:lnTo>
                  <a:pt x="908483" y="145421"/>
                </a:lnTo>
                <a:lnTo>
                  <a:pt x="907303" y="145947"/>
                </a:lnTo>
                <a:lnTo>
                  <a:pt x="906087" y="146420"/>
                </a:lnTo>
                <a:lnTo>
                  <a:pt x="904835" y="146839"/>
                </a:lnTo>
                <a:lnTo>
                  <a:pt x="903547" y="147204"/>
                </a:lnTo>
                <a:lnTo>
                  <a:pt x="902223" y="147516"/>
                </a:lnTo>
                <a:lnTo>
                  <a:pt x="900862" y="147775"/>
                </a:lnTo>
                <a:lnTo>
                  <a:pt x="899466" y="147980"/>
                </a:lnTo>
                <a:close/>
                <a:moveTo>
                  <a:pt x="1034549" y="113762"/>
                </a:moveTo>
                <a:lnTo>
                  <a:pt x="1033028" y="114397"/>
                </a:lnTo>
                <a:lnTo>
                  <a:pt x="1031577" y="114988"/>
                </a:lnTo>
                <a:lnTo>
                  <a:pt x="1030198" y="115535"/>
                </a:lnTo>
                <a:lnTo>
                  <a:pt x="1028891" y="116037"/>
                </a:lnTo>
                <a:lnTo>
                  <a:pt x="1027654" y="116495"/>
                </a:lnTo>
                <a:lnTo>
                  <a:pt x="1026489" y="116908"/>
                </a:lnTo>
                <a:lnTo>
                  <a:pt x="1025396" y="117277"/>
                </a:lnTo>
                <a:lnTo>
                  <a:pt x="1024373" y="117602"/>
                </a:lnTo>
                <a:lnTo>
                  <a:pt x="1023422" y="117882"/>
                </a:lnTo>
                <a:lnTo>
                  <a:pt x="1022542" y="118119"/>
                </a:lnTo>
                <a:lnTo>
                  <a:pt x="1021734" y="118310"/>
                </a:lnTo>
                <a:lnTo>
                  <a:pt x="1020997" y="118458"/>
                </a:lnTo>
                <a:lnTo>
                  <a:pt x="1020297" y="118578"/>
                </a:lnTo>
                <a:lnTo>
                  <a:pt x="1019602" y="118688"/>
                </a:lnTo>
                <a:lnTo>
                  <a:pt x="1018910" y="118787"/>
                </a:lnTo>
                <a:lnTo>
                  <a:pt x="1018223" y="118876"/>
                </a:lnTo>
                <a:lnTo>
                  <a:pt x="1017539" y="118954"/>
                </a:lnTo>
                <a:lnTo>
                  <a:pt x="1016860" y="119022"/>
                </a:lnTo>
                <a:lnTo>
                  <a:pt x="1016184" y="119080"/>
                </a:lnTo>
                <a:lnTo>
                  <a:pt x="1015512" y="119127"/>
                </a:lnTo>
                <a:lnTo>
                  <a:pt x="1014845" y="119163"/>
                </a:lnTo>
                <a:lnTo>
                  <a:pt x="1014181" y="119189"/>
                </a:lnTo>
                <a:lnTo>
                  <a:pt x="1013521" y="119205"/>
                </a:lnTo>
                <a:lnTo>
                  <a:pt x="1012865" y="119210"/>
                </a:lnTo>
                <a:lnTo>
                  <a:pt x="1011484" y="119188"/>
                </a:lnTo>
                <a:lnTo>
                  <a:pt x="1010123" y="119121"/>
                </a:lnTo>
                <a:lnTo>
                  <a:pt x="1008782" y="119010"/>
                </a:lnTo>
                <a:lnTo>
                  <a:pt x="1007460" y="118854"/>
                </a:lnTo>
                <a:lnTo>
                  <a:pt x="1006158" y="118654"/>
                </a:lnTo>
                <a:lnTo>
                  <a:pt x="1004876" y="118409"/>
                </a:lnTo>
                <a:lnTo>
                  <a:pt x="1003614" y="118120"/>
                </a:lnTo>
                <a:lnTo>
                  <a:pt x="1002372" y="117786"/>
                </a:lnTo>
                <a:lnTo>
                  <a:pt x="1001149" y="117408"/>
                </a:lnTo>
                <a:lnTo>
                  <a:pt x="999947" y="116985"/>
                </a:lnTo>
                <a:lnTo>
                  <a:pt x="998764" y="116517"/>
                </a:lnTo>
                <a:lnTo>
                  <a:pt x="997601" y="116006"/>
                </a:lnTo>
                <a:lnTo>
                  <a:pt x="996471" y="115450"/>
                </a:lnTo>
                <a:lnTo>
                  <a:pt x="995389" y="114852"/>
                </a:lnTo>
                <a:lnTo>
                  <a:pt x="994353" y="114212"/>
                </a:lnTo>
                <a:lnTo>
                  <a:pt x="993365" y="113529"/>
                </a:lnTo>
                <a:lnTo>
                  <a:pt x="992423" y="112804"/>
                </a:lnTo>
                <a:lnTo>
                  <a:pt x="991529" y="112036"/>
                </a:lnTo>
                <a:lnTo>
                  <a:pt x="990682" y="111225"/>
                </a:lnTo>
                <a:lnTo>
                  <a:pt x="989881" y="110372"/>
                </a:lnTo>
                <a:lnTo>
                  <a:pt x="989128" y="109476"/>
                </a:lnTo>
                <a:lnTo>
                  <a:pt x="988422" y="108538"/>
                </a:lnTo>
                <a:lnTo>
                  <a:pt x="987763" y="107558"/>
                </a:lnTo>
                <a:lnTo>
                  <a:pt x="987151" y="106534"/>
                </a:lnTo>
                <a:lnTo>
                  <a:pt x="986587" y="105442"/>
                </a:lnTo>
                <a:lnTo>
                  <a:pt x="986072" y="104256"/>
                </a:lnTo>
                <a:lnTo>
                  <a:pt x="985606" y="102974"/>
                </a:lnTo>
                <a:lnTo>
                  <a:pt x="985189" y="101597"/>
                </a:lnTo>
                <a:lnTo>
                  <a:pt x="984822" y="100125"/>
                </a:lnTo>
                <a:lnTo>
                  <a:pt x="984503" y="98558"/>
                </a:lnTo>
                <a:lnTo>
                  <a:pt x="984233" y="96897"/>
                </a:lnTo>
                <a:lnTo>
                  <a:pt x="984012" y="95140"/>
                </a:lnTo>
                <a:lnTo>
                  <a:pt x="983841" y="93289"/>
                </a:lnTo>
                <a:lnTo>
                  <a:pt x="983718" y="91342"/>
                </a:lnTo>
                <a:lnTo>
                  <a:pt x="983645" y="89301"/>
                </a:lnTo>
                <a:lnTo>
                  <a:pt x="983620" y="87164"/>
                </a:lnTo>
                <a:lnTo>
                  <a:pt x="983620" y="55119"/>
                </a:lnTo>
                <a:lnTo>
                  <a:pt x="963719" y="55119"/>
                </a:lnTo>
                <a:lnTo>
                  <a:pt x="963719" y="44009"/>
                </a:lnTo>
                <a:lnTo>
                  <a:pt x="983620" y="44009"/>
                </a:lnTo>
                <a:lnTo>
                  <a:pt x="983620" y="11964"/>
                </a:lnTo>
                <a:lnTo>
                  <a:pt x="996887" y="11964"/>
                </a:lnTo>
                <a:lnTo>
                  <a:pt x="996887" y="44009"/>
                </a:lnTo>
                <a:lnTo>
                  <a:pt x="1032338" y="44009"/>
                </a:lnTo>
                <a:lnTo>
                  <a:pt x="1032338" y="55119"/>
                </a:lnTo>
                <a:lnTo>
                  <a:pt x="996887" y="55119"/>
                </a:lnTo>
                <a:lnTo>
                  <a:pt x="996887" y="86909"/>
                </a:lnTo>
                <a:lnTo>
                  <a:pt x="996903" y="88469"/>
                </a:lnTo>
                <a:lnTo>
                  <a:pt x="996951" y="89952"/>
                </a:lnTo>
                <a:lnTo>
                  <a:pt x="997030" y="91355"/>
                </a:lnTo>
                <a:lnTo>
                  <a:pt x="997141" y="92681"/>
                </a:lnTo>
                <a:lnTo>
                  <a:pt x="997284" y="93927"/>
                </a:lnTo>
                <a:lnTo>
                  <a:pt x="997458" y="95096"/>
                </a:lnTo>
                <a:lnTo>
                  <a:pt x="997664" y="96186"/>
                </a:lnTo>
                <a:lnTo>
                  <a:pt x="997902" y="97197"/>
                </a:lnTo>
                <a:lnTo>
                  <a:pt x="998171" y="98130"/>
                </a:lnTo>
                <a:lnTo>
                  <a:pt x="998473" y="98984"/>
                </a:lnTo>
                <a:lnTo>
                  <a:pt x="998805" y="99760"/>
                </a:lnTo>
                <a:lnTo>
                  <a:pt x="999170" y="100457"/>
                </a:lnTo>
                <a:lnTo>
                  <a:pt x="999561" y="101100"/>
                </a:lnTo>
                <a:lnTo>
                  <a:pt x="999973" y="101714"/>
                </a:lnTo>
                <a:lnTo>
                  <a:pt x="1000407" y="102299"/>
                </a:lnTo>
                <a:lnTo>
                  <a:pt x="1000862" y="102854"/>
                </a:lnTo>
                <a:lnTo>
                  <a:pt x="1001338" y="103381"/>
                </a:lnTo>
                <a:lnTo>
                  <a:pt x="1001836" y="103878"/>
                </a:lnTo>
                <a:lnTo>
                  <a:pt x="1002355" y="104347"/>
                </a:lnTo>
                <a:lnTo>
                  <a:pt x="1002895" y="104786"/>
                </a:lnTo>
                <a:lnTo>
                  <a:pt x="1003456" y="105196"/>
                </a:lnTo>
                <a:lnTo>
                  <a:pt x="1004039" y="105577"/>
                </a:lnTo>
                <a:lnTo>
                  <a:pt x="1004643" y="105929"/>
                </a:lnTo>
                <a:lnTo>
                  <a:pt x="1005269" y="106252"/>
                </a:lnTo>
                <a:lnTo>
                  <a:pt x="1005914" y="106547"/>
                </a:lnTo>
                <a:lnTo>
                  <a:pt x="1006579" y="106817"/>
                </a:lnTo>
                <a:lnTo>
                  <a:pt x="1007264" y="107061"/>
                </a:lnTo>
                <a:lnTo>
                  <a:pt x="1007967" y="107279"/>
                </a:lnTo>
                <a:lnTo>
                  <a:pt x="1008690" y="107472"/>
                </a:lnTo>
                <a:lnTo>
                  <a:pt x="1009433" y="107639"/>
                </a:lnTo>
                <a:lnTo>
                  <a:pt x="1010194" y="107780"/>
                </a:lnTo>
                <a:lnTo>
                  <a:pt x="1010975" y="107896"/>
                </a:lnTo>
                <a:lnTo>
                  <a:pt x="1011775" y="107985"/>
                </a:lnTo>
                <a:lnTo>
                  <a:pt x="1012595" y="108050"/>
                </a:lnTo>
                <a:lnTo>
                  <a:pt x="1013434" y="108088"/>
                </a:lnTo>
                <a:lnTo>
                  <a:pt x="1014292" y="108101"/>
                </a:lnTo>
                <a:lnTo>
                  <a:pt x="1015904" y="108059"/>
                </a:lnTo>
                <a:lnTo>
                  <a:pt x="1017529" y="107933"/>
                </a:lnTo>
                <a:lnTo>
                  <a:pt x="1019169" y="107723"/>
                </a:lnTo>
                <a:lnTo>
                  <a:pt x="1020823" y="107429"/>
                </a:lnTo>
                <a:lnTo>
                  <a:pt x="1022490" y="107052"/>
                </a:lnTo>
                <a:lnTo>
                  <a:pt x="1024171" y="106590"/>
                </a:lnTo>
                <a:lnTo>
                  <a:pt x="1025866" y="106044"/>
                </a:lnTo>
                <a:lnTo>
                  <a:pt x="1027575" y="105415"/>
                </a:lnTo>
                <a:lnTo>
                  <a:pt x="1029298" y="104701"/>
                </a:lnTo>
                <a:lnTo>
                  <a:pt x="1031035" y="103904"/>
                </a:lnTo>
                <a:lnTo>
                  <a:pt x="1032785" y="103022"/>
                </a:lnTo>
                <a:lnTo>
                  <a:pt x="1034549" y="102057"/>
                </a:lnTo>
                <a:lnTo>
                  <a:pt x="1034549" y="113762"/>
                </a:lnTo>
                <a:close/>
                <a:moveTo>
                  <a:pt x="1088389" y="119210"/>
                </a:moveTo>
                <a:lnTo>
                  <a:pt x="1085583" y="119127"/>
                </a:lnTo>
                <a:lnTo>
                  <a:pt x="1082873" y="118879"/>
                </a:lnTo>
                <a:lnTo>
                  <a:pt x="1080258" y="118465"/>
                </a:lnTo>
                <a:lnTo>
                  <a:pt x="1077737" y="117886"/>
                </a:lnTo>
                <a:lnTo>
                  <a:pt x="1075312" y="117141"/>
                </a:lnTo>
                <a:lnTo>
                  <a:pt x="1072982" y="116231"/>
                </a:lnTo>
                <a:lnTo>
                  <a:pt x="1070747" y="115155"/>
                </a:lnTo>
                <a:lnTo>
                  <a:pt x="1068607" y="113914"/>
                </a:lnTo>
                <a:lnTo>
                  <a:pt x="1066562" y="112507"/>
                </a:lnTo>
                <a:lnTo>
                  <a:pt x="1064613" y="110934"/>
                </a:lnTo>
                <a:lnTo>
                  <a:pt x="1062758" y="109197"/>
                </a:lnTo>
                <a:lnTo>
                  <a:pt x="1060999" y="107293"/>
                </a:lnTo>
                <a:lnTo>
                  <a:pt x="1059358" y="105263"/>
                </a:lnTo>
                <a:lnTo>
                  <a:pt x="1057860" y="103147"/>
                </a:lnTo>
                <a:lnTo>
                  <a:pt x="1056505" y="100945"/>
                </a:lnTo>
                <a:lnTo>
                  <a:pt x="1055292" y="98655"/>
                </a:lnTo>
                <a:lnTo>
                  <a:pt x="1054222" y="96280"/>
                </a:lnTo>
                <a:lnTo>
                  <a:pt x="1053295" y="93818"/>
                </a:lnTo>
                <a:lnTo>
                  <a:pt x="1052510" y="91269"/>
                </a:lnTo>
                <a:lnTo>
                  <a:pt x="1051868" y="88634"/>
                </a:lnTo>
                <a:lnTo>
                  <a:pt x="1051369" y="85913"/>
                </a:lnTo>
                <a:lnTo>
                  <a:pt x="1051012" y="83105"/>
                </a:lnTo>
                <a:lnTo>
                  <a:pt x="1050798" y="80211"/>
                </a:lnTo>
                <a:lnTo>
                  <a:pt x="1050727" y="77230"/>
                </a:lnTo>
                <a:lnTo>
                  <a:pt x="1050798" y="74250"/>
                </a:lnTo>
                <a:lnTo>
                  <a:pt x="1051012" y="71356"/>
                </a:lnTo>
                <a:lnTo>
                  <a:pt x="1051369" y="68550"/>
                </a:lnTo>
                <a:lnTo>
                  <a:pt x="1051868" y="65830"/>
                </a:lnTo>
                <a:lnTo>
                  <a:pt x="1052510" y="63198"/>
                </a:lnTo>
                <a:lnTo>
                  <a:pt x="1053295" y="60652"/>
                </a:lnTo>
                <a:lnTo>
                  <a:pt x="1054222" y="58194"/>
                </a:lnTo>
                <a:lnTo>
                  <a:pt x="1055292" y="55822"/>
                </a:lnTo>
                <a:lnTo>
                  <a:pt x="1056505" y="53537"/>
                </a:lnTo>
                <a:lnTo>
                  <a:pt x="1057860" y="51340"/>
                </a:lnTo>
                <a:lnTo>
                  <a:pt x="1059358" y="49229"/>
                </a:lnTo>
                <a:lnTo>
                  <a:pt x="1060999" y="47205"/>
                </a:lnTo>
                <a:lnTo>
                  <a:pt x="1062758" y="45307"/>
                </a:lnTo>
                <a:lnTo>
                  <a:pt x="1064613" y="43574"/>
                </a:lnTo>
                <a:lnTo>
                  <a:pt x="1066562" y="42006"/>
                </a:lnTo>
                <a:lnTo>
                  <a:pt x="1068607" y="40603"/>
                </a:lnTo>
                <a:lnTo>
                  <a:pt x="1070747" y="39365"/>
                </a:lnTo>
                <a:lnTo>
                  <a:pt x="1072982" y="38292"/>
                </a:lnTo>
                <a:lnTo>
                  <a:pt x="1075312" y="37385"/>
                </a:lnTo>
                <a:lnTo>
                  <a:pt x="1077737" y="36642"/>
                </a:lnTo>
                <a:lnTo>
                  <a:pt x="1080258" y="36064"/>
                </a:lnTo>
                <a:lnTo>
                  <a:pt x="1082873" y="35652"/>
                </a:lnTo>
                <a:lnTo>
                  <a:pt x="1085583" y="35404"/>
                </a:lnTo>
                <a:lnTo>
                  <a:pt x="1088389" y="35322"/>
                </a:lnTo>
                <a:lnTo>
                  <a:pt x="1091183" y="35404"/>
                </a:lnTo>
                <a:lnTo>
                  <a:pt x="1093883" y="35652"/>
                </a:lnTo>
                <a:lnTo>
                  <a:pt x="1096489" y="36064"/>
                </a:lnTo>
                <a:lnTo>
                  <a:pt x="1099001" y="36642"/>
                </a:lnTo>
                <a:lnTo>
                  <a:pt x="1101419" y="37385"/>
                </a:lnTo>
                <a:lnTo>
                  <a:pt x="1103743" y="38292"/>
                </a:lnTo>
                <a:lnTo>
                  <a:pt x="1105972" y="39365"/>
                </a:lnTo>
                <a:lnTo>
                  <a:pt x="1108108" y="40603"/>
                </a:lnTo>
                <a:lnTo>
                  <a:pt x="1110149" y="42006"/>
                </a:lnTo>
                <a:lnTo>
                  <a:pt x="1112096" y="43574"/>
                </a:lnTo>
                <a:lnTo>
                  <a:pt x="1113949" y="45307"/>
                </a:lnTo>
                <a:lnTo>
                  <a:pt x="1115708" y="47205"/>
                </a:lnTo>
                <a:lnTo>
                  <a:pt x="1117349" y="49229"/>
                </a:lnTo>
                <a:lnTo>
                  <a:pt x="1118847" y="51340"/>
                </a:lnTo>
                <a:lnTo>
                  <a:pt x="1120202" y="53537"/>
                </a:lnTo>
                <a:lnTo>
                  <a:pt x="1121415" y="55822"/>
                </a:lnTo>
                <a:lnTo>
                  <a:pt x="1122485" y="58194"/>
                </a:lnTo>
                <a:lnTo>
                  <a:pt x="1123412" y="60652"/>
                </a:lnTo>
                <a:lnTo>
                  <a:pt x="1124197" y="63198"/>
                </a:lnTo>
                <a:lnTo>
                  <a:pt x="1124838" y="65830"/>
                </a:lnTo>
                <a:lnTo>
                  <a:pt x="1125338" y="68550"/>
                </a:lnTo>
                <a:lnTo>
                  <a:pt x="1125694" y="71356"/>
                </a:lnTo>
                <a:lnTo>
                  <a:pt x="1125908" y="74250"/>
                </a:lnTo>
                <a:lnTo>
                  <a:pt x="1125980" y="77230"/>
                </a:lnTo>
                <a:lnTo>
                  <a:pt x="1125908" y="80211"/>
                </a:lnTo>
                <a:lnTo>
                  <a:pt x="1125694" y="83105"/>
                </a:lnTo>
                <a:lnTo>
                  <a:pt x="1125338" y="85913"/>
                </a:lnTo>
                <a:lnTo>
                  <a:pt x="1124838" y="88634"/>
                </a:lnTo>
                <a:lnTo>
                  <a:pt x="1124197" y="91269"/>
                </a:lnTo>
                <a:lnTo>
                  <a:pt x="1123412" y="93818"/>
                </a:lnTo>
                <a:lnTo>
                  <a:pt x="1122485" y="96280"/>
                </a:lnTo>
                <a:lnTo>
                  <a:pt x="1121415" y="98655"/>
                </a:lnTo>
                <a:lnTo>
                  <a:pt x="1120202" y="100945"/>
                </a:lnTo>
                <a:lnTo>
                  <a:pt x="1118847" y="103147"/>
                </a:lnTo>
                <a:lnTo>
                  <a:pt x="1117349" y="105263"/>
                </a:lnTo>
                <a:lnTo>
                  <a:pt x="1115708" y="107293"/>
                </a:lnTo>
                <a:lnTo>
                  <a:pt x="1113949" y="109197"/>
                </a:lnTo>
                <a:lnTo>
                  <a:pt x="1112096" y="110934"/>
                </a:lnTo>
                <a:lnTo>
                  <a:pt x="1110149" y="112507"/>
                </a:lnTo>
                <a:lnTo>
                  <a:pt x="1108108" y="113914"/>
                </a:lnTo>
                <a:lnTo>
                  <a:pt x="1105972" y="115155"/>
                </a:lnTo>
                <a:lnTo>
                  <a:pt x="1103743" y="116231"/>
                </a:lnTo>
                <a:lnTo>
                  <a:pt x="1101419" y="117141"/>
                </a:lnTo>
                <a:lnTo>
                  <a:pt x="1099001" y="117886"/>
                </a:lnTo>
                <a:lnTo>
                  <a:pt x="1096489" y="118465"/>
                </a:lnTo>
                <a:lnTo>
                  <a:pt x="1093883" y="118879"/>
                </a:lnTo>
                <a:lnTo>
                  <a:pt x="1091183" y="119127"/>
                </a:lnTo>
                <a:lnTo>
                  <a:pt x="1088389" y="119210"/>
                </a:lnTo>
                <a:moveTo>
                  <a:pt x="1088389" y="108101"/>
                </a:moveTo>
                <a:lnTo>
                  <a:pt x="1090130" y="108044"/>
                </a:lnTo>
                <a:lnTo>
                  <a:pt x="1091811" y="107872"/>
                </a:lnTo>
                <a:lnTo>
                  <a:pt x="1093431" y="107587"/>
                </a:lnTo>
                <a:lnTo>
                  <a:pt x="1094991" y="107186"/>
                </a:lnTo>
                <a:lnTo>
                  <a:pt x="1096490" y="106672"/>
                </a:lnTo>
                <a:lnTo>
                  <a:pt x="1097929" y="106043"/>
                </a:lnTo>
                <a:lnTo>
                  <a:pt x="1099308" y="105300"/>
                </a:lnTo>
                <a:lnTo>
                  <a:pt x="1100626" y="104442"/>
                </a:lnTo>
                <a:lnTo>
                  <a:pt x="1101884" y="103471"/>
                </a:lnTo>
                <a:lnTo>
                  <a:pt x="1103081" y="102385"/>
                </a:lnTo>
                <a:lnTo>
                  <a:pt x="1104218" y="101184"/>
                </a:lnTo>
                <a:lnTo>
                  <a:pt x="1105294" y="99869"/>
                </a:lnTo>
                <a:lnTo>
                  <a:pt x="1106297" y="98454"/>
                </a:lnTo>
                <a:lnTo>
                  <a:pt x="1107212" y="96954"/>
                </a:lnTo>
                <a:lnTo>
                  <a:pt x="1108040" y="95367"/>
                </a:lnTo>
                <a:lnTo>
                  <a:pt x="1108781" y="93695"/>
                </a:lnTo>
                <a:lnTo>
                  <a:pt x="1109435" y="91937"/>
                </a:lnTo>
                <a:lnTo>
                  <a:pt x="1110002" y="90094"/>
                </a:lnTo>
                <a:lnTo>
                  <a:pt x="1110481" y="88164"/>
                </a:lnTo>
                <a:lnTo>
                  <a:pt x="1110874" y="86149"/>
                </a:lnTo>
                <a:lnTo>
                  <a:pt x="1111179" y="84048"/>
                </a:lnTo>
                <a:lnTo>
                  <a:pt x="1111397" y="81861"/>
                </a:lnTo>
                <a:lnTo>
                  <a:pt x="1111528" y="79589"/>
                </a:lnTo>
                <a:lnTo>
                  <a:pt x="1111571" y="77230"/>
                </a:lnTo>
                <a:lnTo>
                  <a:pt x="1111528" y="74883"/>
                </a:lnTo>
                <a:lnTo>
                  <a:pt x="1111397" y="72621"/>
                </a:lnTo>
                <a:lnTo>
                  <a:pt x="1111179" y="70444"/>
                </a:lnTo>
                <a:lnTo>
                  <a:pt x="1110874" y="68351"/>
                </a:lnTo>
                <a:lnTo>
                  <a:pt x="1110481" y="66343"/>
                </a:lnTo>
                <a:lnTo>
                  <a:pt x="1110002" y="64420"/>
                </a:lnTo>
                <a:lnTo>
                  <a:pt x="1109435" y="62582"/>
                </a:lnTo>
                <a:lnTo>
                  <a:pt x="1108781" y="60829"/>
                </a:lnTo>
                <a:lnTo>
                  <a:pt x="1108040" y="59160"/>
                </a:lnTo>
                <a:lnTo>
                  <a:pt x="1107212" y="57576"/>
                </a:lnTo>
                <a:lnTo>
                  <a:pt x="1106297" y="56077"/>
                </a:lnTo>
                <a:lnTo>
                  <a:pt x="1105294" y="54662"/>
                </a:lnTo>
                <a:lnTo>
                  <a:pt x="1104218" y="53348"/>
                </a:lnTo>
                <a:lnTo>
                  <a:pt x="1103081" y="52147"/>
                </a:lnTo>
                <a:lnTo>
                  <a:pt x="1101884" y="51061"/>
                </a:lnTo>
                <a:lnTo>
                  <a:pt x="1100626" y="50089"/>
                </a:lnTo>
                <a:lnTo>
                  <a:pt x="1099308" y="49232"/>
                </a:lnTo>
                <a:lnTo>
                  <a:pt x="1097929" y="48489"/>
                </a:lnTo>
                <a:lnTo>
                  <a:pt x="1096490" y="47860"/>
                </a:lnTo>
                <a:lnTo>
                  <a:pt x="1094991" y="47345"/>
                </a:lnTo>
                <a:lnTo>
                  <a:pt x="1093431" y="46945"/>
                </a:lnTo>
                <a:lnTo>
                  <a:pt x="1091811" y="46659"/>
                </a:lnTo>
                <a:lnTo>
                  <a:pt x="1090130" y="46488"/>
                </a:lnTo>
                <a:lnTo>
                  <a:pt x="1088389" y="46431"/>
                </a:lnTo>
                <a:lnTo>
                  <a:pt x="1086637" y="46488"/>
                </a:lnTo>
                <a:lnTo>
                  <a:pt x="1084945" y="46659"/>
                </a:lnTo>
                <a:lnTo>
                  <a:pt x="1083316" y="46945"/>
                </a:lnTo>
                <a:lnTo>
                  <a:pt x="1081748" y="47345"/>
                </a:lnTo>
                <a:lnTo>
                  <a:pt x="1080241" y="47860"/>
                </a:lnTo>
                <a:lnTo>
                  <a:pt x="1078795" y="48489"/>
                </a:lnTo>
                <a:lnTo>
                  <a:pt x="1077411" y="49232"/>
                </a:lnTo>
                <a:lnTo>
                  <a:pt x="1076089" y="50089"/>
                </a:lnTo>
                <a:lnTo>
                  <a:pt x="1074828" y="51061"/>
                </a:lnTo>
                <a:lnTo>
                  <a:pt x="1073628" y="52147"/>
                </a:lnTo>
                <a:lnTo>
                  <a:pt x="1072490" y="53348"/>
                </a:lnTo>
                <a:lnTo>
                  <a:pt x="1071413" y="54662"/>
                </a:lnTo>
                <a:lnTo>
                  <a:pt x="1070410" y="56077"/>
                </a:lnTo>
                <a:lnTo>
                  <a:pt x="1069495" y="57576"/>
                </a:lnTo>
                <a:lnTo>
                  <a:pt x="1068666" y="59160"/>
                </a:lnTo>
                <a:lnTo>
                  <a:pt x="1067925" y="60829"/>
                </a:lnTo>
                <a:lnTo>
                  <a:pt x="1067272" y="62582"/>
                </a:lnTo>
                <a:lnTo>
                  <a:pt x="1066705" y="64420"/>
                </a:lnTo>
                <a:lnTo>
                  <a:pt x="1066225" y="66343"/>
                </a:lnTo>
                <a:lnTo>
                  <a:pt x="1065833" y="68351"/>
                </a:lnTo>
                <a:lnTo>
                  <a:pt x="1065528" y="70444"/>
                </a:lnTo>
                <a:lnTo>
                  <a:pt x="1065310" y="72621"/>
                </a:lnTo>
                <a:lnTo>
                  <a:pt x="1065179" y="74883"/>
                </a:lnTo>
                <a:lnTo>
                  <a:pt x="1065136" y="77230"/>
                </a:lnTo>
                <a:lnTo>
                  <a:pt x="1065179" y="79589"/>
                </a:lnTo>
                <a:lnTo>
                  <a:pt x="1065310" y="81861"/>
                </a:lnTo>
                <a:lnTo>
                  <a:pt x="1065528" y="84048"/>
                </a:lnTo>
                <a:lnTo>
                  <a:pt x="1065833" y="86149"/>
                </a:lnTo>
                <a:lnTo>
                  <a:pt x="1066225" y="88164"/>
                </a:lnTo>
                <a:lnTo>
                  <a:pt x="1066705" y="90094"/>
                </a:lnTo>
                <a:lnTo>
                  <a:pt x="1067272" y="91937"/>
                </a:lnTo>
                <a:lnTo>
                  <a:pt x="1067925" y="93695"/>
                </a:lnTo>
                <a:lnTo>
                  <a:pt x="1068666" y="95367"/>
                </a:lnTo>
                <a:lnTo>
                  <a:pt x="1069495" y="96954"/>
                </a:lnTo>
                <a:lnTo>
                  <a:pt x="1070410" y="98454"/>
                </a:lnTo>
                <a:lnTo>
                  <a:pt x="1071413" y="99869"/>
                </a:lnTo>
                <a:lnTo>
                  <a:pt x="1072490" y="101184"/>
                </a:lnTo>
                <a:lnTo>
                  <a:pt x="1073628" y="102385"/>
                </a:lnTo>
                <a:lnTo>
                  <a:pt x="1074828" y="103471"/>
                </a:lnTo>
                <a:lnTo>
                  <a:pt x="1076089" y="104442"/>
                </a:lnTo>
                <a:lnTo>
                  <a:pt x="1077411" y="105300"/>
                </a:lnTo>
                <a:lnTo>
                  <a:pt x="1078795" y="106043"/>
                </a:lnTo>
                <a:lnTo>
                  <a:pt x="1080241" y="106672"/>
                </a:lnTo>
                <a:lnTo>
                  <a:pt x="1081748" y="107186"/>
                </a:lnTo>
                <a:lnTo>
                  <a:pt x="1083316" y="107587"/>
                </a:lnTo>
                <a:lnTo>
                  <a:pt x="1084945" y="107872"/>
                </a:lnTo>
                <a:lnTo>
                  <a:pt x="1086637" y="108044"/>
                </a:lnTo>
                <a:lnTo>
                  <a:pt x="1088389" y="108101"/>
                </a:lnTo>
                <a:close/>
                <a:moveTo>
                  <a:pt x="1144155" y="112759"/>
                </a:moveTo>
                <a:lnTo>
                  <a:pt x="1144155" y="98701"/>
                </a:lnTo>
                <a:lnTo>
                  <a:pt x="1145493" y="99546"/>
                </a:lnTo>
                <a:lnTo>
                  <a:pt x="1146843" y="100348"/>
                </a:lnTo>
                <a:lnTo>
                  <a:pt x="1148207" y="101107"/>
                </a:lnTo>
                <a:lnTo>
                  <a:pt x="1149584" y="101822"/>
                </a:lnTo>
                <a:lnTo>
                  <a:pt x="1150973" y="102495"/>
                </a:lnTo>
                <a:lnTo>
                  <a:pt x="1152375" y="103125"/>
                </a:lnTo>
                <a:lnTo>
                  <a:pt x="1153791" y="103712"/>
                </a:lnTo>
                <a:lnTo>
                  <a:pt x="1155219" y="104256"/>
                </a:lnTo>
                <a:lnTo>
                  <a:pt x="1156660" y="104756"/>
                </a:lnTo>
                <a:lnTo>
                  <a:pt x="1158113" y="105214"/>
                </a:lnTo>
                <a:lnTo>
                  <a:pt x="1159580" y="105629"/>
                </a:lnTo>
                <a:lnTo>
                  <a:pt x="1161060" y="106000"/>
                </a:lnTo>
                <a:lnTo>
                  <a:pt x="1162527" y="106336"/>
                </a:lnTo>
                <a:lnTo>
                  <a:pt x="1163956" y="106642"/>
                </a:lnTo>
                <a:lnTo>
                  <a:pt x="1165348" y="106919"/>
                </a:lnTo>
                <a:lnTo>
                  <a:pt x="1166703" y="107167"/>
                </a:lnTo>
                <a:lnTo>
                  <a:pt x="1168019" y="107386"/>
                </a:lnTo>
                <a:lnTo>
                  <a:pt x="1169298" y="107576"/>
                </a:lnTo>
                <a:lnTo>
                  <a:pt x="1170540" y="107736"/>
                </a:lnTo>
                <a:lnTo>
                  <a:pt x="1171743" y="107868"/>
                </a:lnTo>
                <a:lnTo>
                  <a:pt x="1172909" y="107970"/>
                </a:lnTo>
                <a:lnTo>
                  <a:pt x="1174038" y="108043"/>
                </a:lnTo>
                <a:lnTo>
                  <a:pt x="1175128" y="108086"/>
                </a:lnTo>
                <a:lnTo>
                  <a:pt x="1176182" y="108101"/>
                </a:lnTo>
                <a:lnTo>
                  <a:pt x="1177819" y="108079"/>
                </a:lnTo>
                <a:lnTo>
                  <a:pt x="1179378" y="108011"/>
                </a:lnTo>
                <a:lnTo>
                  <a:pt x="1180858" y="107899"/>
                </a:lnTo>
                <a:lnTo>
                  <a:pt x="1182260" y="107742"/>
                </a:lnTo>
                <a:lnTo>
                  <a:pt x="1183584" y="107540"/>
                </a:lnTo>
                <a:lnTo>
                  <a:pt x="1184830" y="107294"/>
                </a:lnTo>
                <a:lnTo>
                  <a:pt x="1185998" y="107002"/>
                </a:lnTo>
                <a:lnTo>
                  <a:pt x="1187087" y="106666"/>
                </a:lnTo>
                <a:lnTo>
                  <a:pt x="1188098" y="106285"/>
                </a:lnTo>
                <a:lnTo>
                  <a:pt x="1189031" y="105859"/>
                </a:lnTo>
                <a:lnTo>
                  <a:pt x="1189885" y="105388"/>
                </a:lnTo>
                <a:lnTo>
                  <a:pt x="1190661" y="104872"/>
                </a:lnTo>
                <a:lnTo>
                  <a:pt x="1191368" y="104323"/>
                </a:lnTo>
                <a:lnTo>
                  <a:pt x="1192013" y="103751"/>
                </a:lnTo>
                <a:lnTo>
                  <a:pt x="1192596" y="103158"/>
                </a:lnTo>
                <a:lnTo>
                  <a:pt x="1193118" y="102542"/>
                </a:lnTo>
                <a:lnTo>
                  <a:pt x="1193579" y="101904"/>
                </a:lnTo>
                <a:lnTo>
                  <a:pt x="1193978" y="101244"/>
                </a:lnTo>
                <a:lnTo>
                  <a:pt x="1194316" y="100562"/>
                </a:lnTo>
                <a:lnTo>
                  <a:pt x="1194593" y="99857"/>
                </a:lnTo>
                <a:lnTo>
                  <a:pt x="1194807" y="99131"/>
                </a:lnTo>
                <a:lnTo>
                  <a:pt x="1194961" y="98382"/>
                </a:lnTo>
                <a:lnTo>
                  <a:pt x="1195053" y="97611"/>
                </a:lnTo>
                <a:lnTo>
                  <a:pt x="1195084" y="96818"/>
                </a:lnTo>
                <a:lnTo>
                  <a:pt x="1195070" y="96292"/>
                </a:lnTo>
                <a:lnTo>
                  <a:pt x="1195026" y="95779"/>
                </a:lnTo>
                <a:lnTo>
                  <a:pt x="1194955" y="95279"/>
                </a:lnTo>
                <a:lnTo>
                  <a:pt x="1194854" y="94792"/>
                </a:lnTo>
                <a:lnTo>
                  <a:pt x="1194725" y="94317"/>
                </a:lnTo>
                <a:lnTo>
                  <a:pt x="1194567" y="93855"/>
                </a:lnTo>
                <a:lnTo>
                  <a:pt x="1194380" y="93406"/>
                </a:lnTo>
                <a:lnTo>
                  <a:pt x="1194165" y="92970"/>
                </a:lnTo>
                <a:lnTo>
                  <a:pt x="1193920" y="92546"/>
                </a:lnTo>
                <a:lnTo>
                  <a:pt x="1193647" y="92136"/>
                </a:lnTo>
                <a:lnTo>
                  <a:pt x="1193346" y="91738"/>
                </a:lnTo>
                <a:lnTo>
                  <a:pt x="1193015" y="91353"/>
                </a:lnTo>
                <a:lnTo>
                  <a:pt x="1192628" y="90967"/>
                </a:lnTo>
                <a:lnTo>
                  <a:pt x="1192155" y="90566"/>
                </a:lnTo>
                <a:lnTo>
                  <a:pt x="1191598" y="90151"/>
                </a:lnTo>
                <a:lnTo>
                  <a:pt x="1190955" y="89721"/>
                </a:lnTo>
                <a:lnTo>
                  <a:pt x="1190227" y="89276"/>
                </a:lnTo>
                <a:lnTo>
                  <a:pt x="1189413" y="88816"/>
                </a:lnTo>
                <a:lnTo>
                  <a:pt x="1188515" y="88342"/>
                </a:lnTo>
                <a:lnTo>
                  <a:pt x="1187531" y="87852"/>
                </a:lnTo>
                <a:lnTo>
                  <a:pt x="1186462" y="87348"/>
                </a:lnTo>
                <a:lnTo>
                  <a:pt x="1185308" y="86829"/>
                </a:lnTo>
                <a:lnTo>
                  <a:pt x="1184068" y="86295"/>
                </a:lnTo>
                <a:lnTo>
                  <a:pt x="1182744" y="85747"/>
                </a:lnTo>
                <a:lnTo>
                  <a:pt x="1178179" y="83902"/>
                </a:lnTo>
                <a:lnTo>
                  <a:pt x="1168977" y="80281"/>
                </a:lnTo>
                <a:lnTo>
                  <a:pt x="1166581" y="79329"/>
                </a:lnTo>
                <a:lnTo>
                  <a:pt x="1164337" y="78389"/>
                </a:lnTo>
                <a:lnTo>
                  <a:pt x="1162246" y="77460"/>
                </a:lnTo>
                <a:lnTo>
                  <a:pt x="1160307" y="76542"/>
                </a:lnTo>
                <a:lnTo>
                  <a:pt x="1158521" y="75637"/>
                </a:lnTo>
                <a:lnTo>
                  <a:pt x="1156887" y="74743"/>
                </a:lnTo>
                <a:lnTo>
                  <a:pt x="1155406" y="73861"/>
                </a:lnTo>
                <a:lnTo>
                  <a:pt x="1154077" y="72990"/>
                </a:lnTo>
                <a:lnTo>
                  <a:pt x="1152901" y="72131"/>
                </a:lnTo>
                <a:lnTo>
                  <a:pt x="1151878" y="71284"/>
                </a:lnTo>
                <a:lnTo>
                  <a:pt x="1151007" y="70448"/>
                </a:lnTo>
                <a:lnTo>
                  <a:pt x="1150289" y="69624"/>
                </a:lnTo>
                <a:lnTo>
                  <a:pt x="1149662" y="68802"/>
                </a:lnTo>
                <a:lnTo>
                  <a:pt x="1149090" y="67951"/>
                </a:lnTo>
                <a:lnTo>
                  <a:pt x="1148573" y="67070"/>
                </a:lnTo>
                <a:lnTo>
                  <a:pt x="1148109" y="66160"/>
                </a:lnTo>
                <a:lnTo>
                  <a:pt x="1147701" y="65220"/>
                </a:lnTo>
                <a:lnTo>
                  <a:pt x="1147347" y="64250"/>
                </a:lnTo>
                <a:lnTo>
                  <a:pt x="1147047" y="63251"/>
                </a:lnTo>
                <a:lnTo>
                  <a:pt x="1146802" y="62222"/>
                </a:lnTo>
                <a:lnTo>
                  <a:pt x="1146611" y="61163"/>
                </a:lnTo>
                <a:lnTo>
                  <a:pt x="1146475" y="60075"/>
                </a:lnTo>
                <a:lnTo>
                  <a:pt x="1146393" y="58957"/>
                </a:lnTo>
                <a:lnTo>
                  <a:pt x="1146366" y="57809"/>
                </a:lnTo>
                <a:lnTo>
                  <a:pt x="1146419" y="56197"/>
                </a:lnTo>
                <a:lnTo>
                  <a:pt x="1146577" y="54633"/>
                </a:lnTo>
                <a:lnTo>
                  <a:pt x="1146841" y="53117"/>
                </a:lnTo>
                <a:lnTo>
                  <a:pt x="1147210" y="51650"/>
                </a:lnTo>
                <a:lnTo>
                  <a:pt x="1147685" y="50231"/>
                </a:lnTo>
                <a:lnTo>
                  <a:pt x="1148265" y="48860"/>
                </a:lnTo>
                <a:lnTo>
                  <a:pt x="1148951" y="47538"/>
                </a:lnTo>
                <a:lnTo>
                  <a:pt x="1149742" y="46265"/>
                </a:lnTo>
                <a:lnTo>
                  <a:pt x="1150639" y="45040"/>
                </a:lnTo>
                <a:lnTo>
                  <a:pt x="1151641" y="43863"/>
                </a:lnTo>
                <a:lnTo>
                  <a:pt x="1152749" y="42735"/>
                </a:lnTo>
                <a:lnTo>
                  <a:pt x="1153962" y="41655"/>
                </a:lnTo>
                <a:lnTo>
                  <a:pt x="1155294" y="40643"/>
                </a:lnTo>
                <a:lnTo>
                  <a:pt x="1156757" y="39720"/>
                </a:lnTo>
                <a:lnTo>
                  <a:pt x="1158351" y="38884"/>
                </a:lnTo>
                <a:lnTo>
                  <a:pt x="1160077" y="38136"/>
                </a:lnTo>
                <a:lnTo>
                  <a:pt x="1161934" y="37477"/>
                </a:lnTo>
                <a:lnTo>
                  <a:pt x="1163922" y="36905"/>
                </a:lnTo>
                <a:lnTo>
                  <a:pt x="1166041" y="36421"/>
                </a:lnTo>
                <a:lnTo>
                  <a:pt x="1168292" y="36025"/>
                </a:lnTo>
                <a:lnTo>
                  <a:pt x="1170674" y="35717"/>
                </a:lnTo>
                <a:lnTo>
                  <a:pt x="1173187" y="35497"/>
                </a:lnTo>
                <a:lnTo>
                  <a:pt x="1175831" y="35366"/>
                </a:lnTo>
                <a:lnTo>
                  <a:pt x="1178607" y="35322"/>
                </a:lnTo>
                <a:lnTo>
                  <a:pt x="1180725" y="35347"/>
                </a:lnTo>
                <a:lnTo>
                  <a:pt x="1182825" y="35424"/>
                </a:lnTo>
                <a:lnTo>
                  <a:pt x="1184906" y="35553"/>
                </a:lnTo>
                <a:lnTo>
                  <a:pt x="1186968" y="35733"/>
                </a:lnTo>
                <a:lnTo>
                  <a:pt x="1189011" y="35964"/>
                </a:lnTo>
                <a:lnTo>
                  <a:pt x="1191036" y="36247"/>
                </a:lnTo>
                <a:lnTo>
                  <a:pt x="1193042" y="36582"/>
                </a:lnTo>
                <a:lnTo>
                  <a:pt x="1195028" y="36967"/>
                </a:lnTo>
                <a:lnTo>
                  <a:pt x="1196996" y="37405"/>
                </a:lnTo>
                <a:lnTo>
                  <a:pt x="1198946" y="37893"/>
                </a:lnTo>
                <a:lnTo>
                  <a:pt x="1200876" y="38433"/>
                </a:lnTo>
                <a:lnTo>
                  <a:pt x="1202787" y="39025"/>
                </a:lnTo>
                <a:lnTo>
                  <a:pt x="1202787" y="51131"/>
                </a:lnTo>
                <a:lnTo>
                  <a:pt x="1200611" y="50380"/>
                </a:lnTo>
                <a:lnTo>
                  <a:pt x="1198456" y="49695"/>
                </a:lnTo>
                <a:lnTo>
                  <a:pt x="1196323" y="49075"/>
                </a:lnTo>
                <a:lnTo>
                  <a:pt x="1194212" y="48520"/>
                </a:lnTo>
                <a:lnTo>
                  <a:pt x="1192123" y="48030"/>
                </a:lnTo>
                <a:lnTo>
                  <a:pt x="1190055" y="47606"/>
                </a:lnTo>
                <a:lnTo>
                  <a:pt x="1188009" y="47247"/>
                </a:lnTo>
                <a:lnTo>
                  <a:pt x="1185985" y="46953"/>
                </a:lnTo>
                <a:lnTo>
                  <a:pt x="1183983" y="46724"/>
                </a:lnTo>
                <a:lnTo>
                  <a:pt x="1182003" y="46561"/>
                </a:lnTo>
                <a:lnTo>
                  <a:pt x="1180044" y="46463"/>
                </a:lnTo>
                <a:lnTo>
                  <a:pt x="1178107" y="46431"/>
                </a:lnTo>
                <a:lnTo>
                  <a:pt x="1176730" y="46451"/>
                </a:lnTo>
                <a:lnTo>
                  <a:pt x="1175404" y="46513"/>
                </a:lnTo>
                <a:lnTo>
                  <a:pt x="1174129" y="46615"/>
                </a:lnTo>
                <a:lnTo>
                  <a:pt x="1172904" y="46758"/>
                </a:lnTo>
                <a:lnTo>
                  <a:pt x="1171731" y="46942"/>
                </a:lnTo>
                <a:lnTo>
                  <a:pt x="1170609" y="47167"/>
                </a:lnTo>
                <a:lnTo>
                  <a:pt x="1169538" y="47433"/>
                </a:lnTo>
                <a:lnTo>
                  <a:pt x="1168518" y="47740"/>
                </a:lnTo>
                <a:lnTo>
                  <a:pt x="1167548" y="48088"/>
                </a:lnTo>
                <a:lnTo>
                  <a:pt x="1166630" y="48477"/>
                </a:lnTo>
                <a:lnTo>
                  <a:pt x="1165763" y="48907"/>
                </a:lnTo>
                <a:lnTo>
                  <a:pt x="1164947" y="49377"/>
                </a:lnTo>
                <a:lnTo>
                  <a:pt x="1164190" y="49878"/>
                </a:lnTo>
                <a:lnTo>
                  <a:pt x="1163498" y="50399"/>
                </a:lnTo>
                <a:lnTo>
                  <a:pt x="1162872" y="50940"/>
                </a:lnTo>
                <a:lnTo>
                  <a:pt x="1162312" y="51502"/>
                </a:lnTo>
                <a:lnTo>
                  <a:pt x="1161818" y="52083"/>
                </a:lnTo>
                <a:lnTo>
                  <a:pt x="1161390" y="52685"/>
                </a:lnTo>
                <a:lnTo>
                  <a:pt x="1161027" y="53307"/>
                </a:lnTo>
                <a:lnTo>
                  <a:pt x="1160731" y="53950"/>
                </a:lnTo>
                <a:lnTo>
                  <a:pt x="1160500" y="54612"/>
                </a:lnTo>
                <a:lnTo>
                  <a:pt x="1160336" y="55295"/>
                </a:lnTo>
                <a:lnTo>
                  <a:pt x="1160237" y="55998"/>
                </a:lnTo>
                <a:lnTo>
                  <a:pt x="1160204" y="56721"/>
                </a:lnTo>
                <a:lnTo>
                  <a:pt x="1160232" y="57419"/>
                </a:lnTo>
                <a:lnTo>
                  <a:pt x="1160319" y="58093"/>
                </a:lnTo>
                <a:lnTo>
                  <a:pt x="1160462" y="58743"/>
                </a:lnTo>
                <a:lnTo>
                  <a:pt x="1160663" y="59370"/>
                </a:lnTo>
                <a:lnTo>
                  <a:pt x="1160922" y="59973"/>
                </a:lnTo>
                <a:lnTo>
                  <a:pt x="1161238" y="60553"/>
                </a:lnTo>
                <a:lnTo>
                  <a:pt x="1161612" y="61108"/>
                </a:lnTo>
                <a:lnTo>
                  <a:pt x="1162042" y="61641"/>
                </a:lnTo>
                <a:lnTo>
                  <a:pt x="1162531" y="62149"/>
                </a:lnTo>
                <a:lnTo>
                  <a:pt x="1163077" y="62634"/>
                </a:lnTo>
                <a:lnTo>
                  <a:pt x="1163680" y="63095"/>
                </a:lnTo>
                <a:lnTo>
                  <a:pt x="1164341" y="63533"/>
                </a:lnTo>
                <a:lnTo>
                  <a:pt x="1165054" y="63964"/>
                </a:lnTo>
                <a:lnTo>
                  <a:pt x="1165839" y="64406"/>
                </a:lnTo>
                <a:lnTo>
                  <a:pt x="1166695" y="64859"/>
                </a:lnTo>
                <a:lnTo>
                  <a:pt x="1167622" y="65323"/>
                </a:lnTo>
                <a:lnTo>
                  <a:pt x="1168621" y="65798"/>
                </a:lnTo>
                <a:lnTo>
                  <a:pt x="1169691" y="66283"/>
                </a:lnTo>
                <a:lnTo>
                  <a:pt x="1170832" y="66779"/>
                </a:lnTo>
                <a:lnTo>
                  <a:pt x="1172044" y="67286"/>
                </a:lnTo>
                <a:lnTo>
                  <a:pt x="1173328" y="67804"/>
                </a:lnTo>
                <a:lnTo>
                  <a:pt x="1174684" y="68333"/>
                </a:lnTo>
                <a:lnTo>
                  <a:pt x="1176110" y="68873"/>
                </a:lnTo>
                <a:lnTo>
                  <a:pt x="1177608" y="69424"/>
                </a:lnTo>
                <a:lnTo>
                  <a:pt x="1186596" y="72688"/>
                </a:lnTo>
                <a:lnTo>
                  <a:pt x="1188601" y="73439"/>
                </a:lnTo>
                <a:lnTo>
                  <a:pt x="1190505" y="74201"/>
                </a:lnTo>
                <a:lnTo>
                  <a:pt x="1192306" y="74973"/>
                </a:lnTo>
                <a:lnTo>
                  <a:pt x="1194006" y="75757"/>
                </a:lnTo>
                <a:lnTo>
                  <a:pt x="1195604" y="76552"/>
                </a:lnTo>
                <a:lnTo>
                  <a:pt x="1197099" y="77358"/>
                </a:lnTo>
                <a:lnTo>
                  <a:pt x="1198492" y="78175"/>
                </a:lnTo>
                <a:lnTo>
                  <a:pt x="1199784" y="79002"/>
                </a:lnTo>
                <a:lnTo>
                  <a:pt x="1200973" y="79841"/>
                </a:lnTo>
                <a:lnTo>
                  <a:pt x="1202060" y="80691"/>
                </a:lnTo>
                <a:lnTo>
                  <a:pt x="1203046" y="81552"/>
                </a:lnTo>
                <a:lnTo>
                  <a:pt x="1203929" y="82424"/>
                </a:lnTo>
                <a:lnTo>
                  <a:pt x="1204726" y="83320"/>
                </a:lnTo>
                <a:lnTo>
                  <a:pt x="1205454" y="84253"/>
                </a:lnTo>
                <a:lnTo>
                  <a:pt x="1206113" y="85222"/>
                </a:lnTo>
                <a:lnTo>
                  <a:pt x="1206703" y="86227"/>
                </a:lnTo>
                <a:lnTo>
                  <a:pt x="1207223" y="87269"/>
                </a:lnTo>
                <a:lnTo>
                  <a:pt x="1207674" y="88348"/>
                </a:lnTo>
                <a:lnTo>
                  <a:pt x="1208055" y="89463"/>
                </a:lnTo>
                <a:lnTo>
                  <a:pt x="1208367" y="90615"/>
                </a:lnTo>
                <a:lnTo>
                  <a:pt x="1208610" y="91803"/>
                </a:lnTo>
                <a:lnTo>
                  <a:pt x="1208783" y="93028"/>
                </a:lnTo>
                <a:lnTo>
                  <a:pt x="1208887" y="94290"/>
                </a:lnTo>
                <a:lnTo>
                  <a:pt x="1208922" y="95588"/>
                </a:lnTo>
                <a:lnTo>
                  <a:pt x="1208867" y="97282"/>
                </a:lnTo>
                <a:lnTo>
                  <a:pt x="1208701" y="98925"/>
                </a:lnTo>
                <a:lnTo>
                  <a:pt x="1208425" y="100517"/>
                </a:lnTo>
                <a:lnTo>
                  <a:pt x="1208038" y="102059"/>
                </a:lnTo>
                <a:lnTo>
                  <a:pt x="1207541" y="103549"/>
                </a:lnTo>
                <a:lnTo>
                  <a:pt x="1206934" y="104989"/>
                </a:lnTo>
                <a:lnTo>
                  <a:pt x="1206216" y="106378"/>
                </a:lnTo>
                <a:lnTo>
                  <a:pt x="1205387" y="107716"/>
                </a:lnTo>
                <a:lnTo>
                  <a:pt x="1204448" y="109003"/>
                </a:lnTo>
                <a:lnTo>
                  <a:pt x="1203399" y="110239"/>
                </a:lnTo>
                <a:lnTo>
                  <a:pt x="1202239" y="111424"/>
                </a:lnTo>
                <a:lnTo>
                  <a:pt x="1200969" y="112558"/>
                </a:lnTo>
                <a:lnTo>
                  <a:pt x="1199577" y="113621"/>
                </a:lnTo>
                <a:lnTo>
                  <a:pt x="1198053" y="114591"/>
                </a:lnTo>
                <a:lnTo>
                  <a:pt x="1196397" y="115469"/>
                </a:lnTo>
                <a:lnTo>
                  <a:pt x="1194608" y="116254"/>
                </a:lnTo>
                <a:lnTo>
                  <a:pt x="1192688" y="116947"/>
                </a:lnTo>
                <a:lnTo>
                  <a:pt x="1190635" y="117547"/>
                </a:lnTo>
                <a:lnTo>
                  <a:pt x="1188449" y="118055"/>
                </a:lnTo>
                <a:lnTo>
                  <a:pt x="1186132" y="118471"/>
                </a:lnTo>
                <a:lnTo>
                  <a:pt x="1183682" y="118794"/>
                </a:lnTo>
                <a:lnTo>
                  <a:pt x="1181100" y="119025"/>
                </a:lnTo>
                <a:lnTo>
                  <a:pt x="1178386" y="119164"/>
                </a:lnTo>
                <a:lnTo>
                  <a:pt x="1175540" y="119210"/>
                </a:lnTo>
                <a:lnTo>
                  <a:pt x="1172990" y="119165"/>
                </a:lnTo>
                <a:lnTo>
                  <a:pt x="1170428" y="119031"/>
                </a:lnTo>
                <a:lnTo>
                  <a:pt x="1167854" y="118807"/>
                </a:lnTo>
                <a:lnTo>
                  <a:pt x="1165268" y="118493"/>
                </a:lnTo>
                <a:lnTo>
                  <a:pt x="1162671" y="118090"/>
                </a:lnTo>
                <a:lnTo>
                  <a:pt x="1160061" y="117597"/>
                </a:lnTo>
                <a:lnTo>
                  <a:pt x="1157440" y="117015"/>
                </a:lnTo>
                <a:lnTo>
                  <a:pt x="1154806" y="116343"/>
                </a:lnTo>
                <a:lnTo>
                  <a:pt x="1152161" y="115581"/>
                </a:lnTo>
                <a:lnTo>
                  <a:pt x="1149504" y="114730"/>
                </a:lnTo>
                <a:lnTo>
                  <a:pt x="1146835" y="113789"/>
                </a:lnTo>
                <a:lnTo>
                  <a:pt x="1144155" y="112759"/>
                </a:lnTo>
                <a:close/>
                <a:moveTo>
                  <a:pt x="1283233" y="99048"/>
                </a:moveTo>
                <a:lnTo>
                  <a:pt x="1282205" y="100682"/>
                </a:lnTo>
                <a:lnTo>
                  <a:pt x="1281143" y="102248"/>
                </a:lnTo>
                <a:lnTo>
                  <a:pt x="1280047" y="103745"/>
                </a:lnTo>
                <a:lnTo>
                  <a:pt x="1278917" y="105173"/>
                </a:lnTo>
                <a:lnTo>
                  <a:pt x="1277753" y="106533"/>
                </a:lnTo>
                <a:lnTo>
                  <a:pt x="1276555" y="107824"/>
                </a:lnTo>
                <a:lnTo>
                  <a:pt x="1275322" y="109047"/>
                </a:lnTo>
                <a:lnTo>
                  <a:pt x="1274055" y="110202"/>
                </a:lnTo>
                <a:lnTo>
                  <a:pt x="1272754" y="111288"/>
                </a:lnTo>
                <a:lnTo>
                  <a:pt x="1271419" y="112305"/>
                </a:lnTo>
                <a:lnTo>
                  <a:pt x="1270049" y="113254"/>
                </a:lnTo>
                <a:lnTo>
                  <a:pt x="1268646" y="114134"/>
                </a:lnTo>
                <a:lnTo>
                  <a:pt x="1267235" y="114945"/>
                </a:lnTo>
                <a:lnTo>
                  <a:pt x="1265843" y="115685"/>
                </a:lnTo>
                <a:lnTo>
                  <a:pt x="1264471" y="116355"/>
                </a:lnTo>
                <a:lnTo>
                  <a:pt x="1263118" y="116954"/>
                </a:lnTo>
                <a:lnTo>
                  <a:pt x="1261784" y="117483"/>
                </a:lnTo>
                <a:lnTo>
                  <a:pt x="1260470" y="117941"/>
                </a:lnTo>
                <a:lnTo>
                  <a:pt x="1259175" y="118329"/>
                </a:lnTo>
                <a:lnTo>
                  <a:pt x="1257899" y="118646"/>
                </a:lnTo>
                <a:lnTo>
                  <a:pt x="1256642" y="118893"/>
                </a:lnTo>
                <a:lnTo>
                  <a:pt x="1255405" y="119069"/>
                </a:lnTo>
                <a:lnTo>
                  <a:pt x="1254188" y="119175"/>
                </a:lnTo>
                <a:lnTo>
                  <a:pt x="1252989" y="119210"/>
                </a:lnTo>
                <a:lnTo>
                  <a:pt x="1251339" y="119150"/>
                </a:lnTo>
                <a:lnTo>
                  <a:pt x="1249717" y="118971"/>
                </a:lnTo>
                <a:lnTo>
                  <a:pt x="1248123" y="118672"/>
                </a:lnTo>
                <a:lnTo>
                  <a:pt x="1246558" y="118253"/>
                </a:lnTo>
                <a:lnTo>
                  <a:pt x="1245020" y="117714"/>
                </a:lnTo>
                <a:lnTo>
                  <a:pt x="1243511" y="117056"/>
                </a:lnTo>
                <a:lnTo>
                  <a:pt x="1242030" y="116278"/>
                </a:lnTo>
                <a:lnTo>
                  <a:pt x="1240578" y="115381"/>
                </a:lnTo>
                <a:lnTo>
                  <a:pt x="1239153" y="114363"/>
                </a:lnTo>
                <a:lnTo>
                  <a:pt x="1237757" y="113226"/>
                </a:lnTo>
                <a:lnTo>
                  <a:pt x="1236389" y="111970"/>
                </a:lnTo>
                <a:lnTo>
                  <a:pt x="1235050" y="110593"/>
                </a:lnTo>
                <a:lnTo>
                  <a:pt x="1233779" y="109096"/>
                </a:lnTo>
                <a:lnTo>
                  <a:pt x="1232620" y="107474"/>
                </a:lnTo>
                <a:lnTo>
                  <a:pt x="1231570" y="105729"/>
                </a:lnTo>
                <a:lnTo>
                  <a:pt x="1230631" y="103860"/>
                </a:lnTo>
                <a:lnTo>
                  <a:pt x="1229803" y="101867"/>
                </a:lnTo>
                <a:lnTo>
                  <a:pt x="1229085" y="99751"/>
                </a:lnTo>
                <a:lnTo>
                  <a:pt x="1228477" y="97512"/>
                </a:lnTo>
                <a:lnTo>
                  <a:pt x="1227980" y="95148"/>
                </a:lnTo>
                <a:lnTo>
                  <a:pt x="1227594" y="92661"/>
                </a:lnTo>
                <a:lnTo>
                  <a:pt x="1227317" y="90051"/>
                </a:lnTo>
                <a:lnTo>
                  <a:pt x="1227152" y="87316"/>
                </a:lnTo>
                <a:lnTo>
                  <a:pt x="1227096" y="84458"/>
                </a:lnTo>
                <a:lnTo>
                  <a:pt x="1227133" y="82176"/>
                </a:lnTo>
                <a:lnTo>
                  <a:pt x="1227243" y="79935"/>
                </a:lnTo>
                <a:lnTo>
                  <a:pt x="1227426" y="77735"/>
                </a:lnTo>
                <a:lnTo>
                  <a:pt x="1227683" y="75577"/>
                </a:lnTo>
                <a:lnTo>
                  <a:pt x="1228013" y="73459"/>
                </a:lnTo>
                <a:lnTo>
                  <a:pt x="1228416" y="71382"/>
                </a:lnTo>
                <a:lnTo>
                  <a:pt x="1228893" y="69346"/>
                </a:lnTo>
                <a:lnTo>
                  <a:pt x="1229442" y="67351"/>
                </a:lnTo>
                <a:lnTo>
                  <a:pt x="1230066" y="65398"/>
                </a:lnTo>
                <a:lnTo>
                  <a:pt x="1230762" y="63485"/>
                </a:lnTo>
                <a:lnTo>
                  <a:pt x="1231532" y="61614"/>
                </a:lnTo>
                <a:lnTo>
                  <a:pt x="1232375" y="59783"/>
                </a:lnTo>
                <a:lnTo>
                  <a:pt x="1233279" y="58005"/>
                </a:lnTo>
                <a:lnTo>
                  <a:pt x="1234233" y="56290"/>
                </a:lnTo>
                <a:lnTo>
                  <a:pt x="1235237" y="54638"/>
                </a:lnTo>
                <a:lnTo>
                  <a:pt x="1236290" y="53050"/>
                </a:lnTo>
                <a:lnTo>
                  <a:pt x="1237393" y="51524"/>
                </a:lnTo>
                <a:lnTo>
                  <a:pt x="1238545" y="50063"/>
                </a:lnTo>
                <a:lnTo>
                  <a:pt x="1239747" y="48664"/>
                </a:lnTo>
                <a:lnTo>
                  <a:pt x="1240998" y="47329"/>
                </a:lnTo>
                <a:lnTo>
                  <a:pt x="1242299" y="46057"/>
                </a:lnTo>
                <a:lnTo>
                  <a:pt x="1243649" y="44848"/>
                </a:lnTo>
                <a:lnTo>
                  <a:pt x="1245049" y="43703"/>
                </a:lnTo>
                <a:lnTo>
                  <a:pt x="1246498" y="42621"/>
                </a:lnTo>
                <a:lnTo>
                  <a:pt x="1248001" y="41614"/>
                </a:lnTo>
                <a:lnTo>
                  <a:pt x="1249563" y="40695"/>
                </a:lnTo>
                <a:lnTo>
                  <a:pt x="1251184" y="39864"/>
                </a:lnTo>
                <a:lnTo>
                  <a:pt x="1252862" y="39120"/>
                </a:lnTo>
                <a:lnTo>
                  <a:pt x="1254599" y="38463"/>
                </a:lnTo>
                <a:lnTo>
                  <a:pt x="1256395" y="37894"/>
                </a:lnTo>
                <a:lnTo>
                  <a:pt x="1258249" y="37413"/>
                </a:lnTo>
                <a:lnTo>
                  <a:pt x="1260162" y="37019"/>
                </a:lnTo>
                <a:lnTo>
                  <a:pt x="1262133" y="36712"/>
                </a:lnTo>
                <a:lnTo>
                  <a:pt x="1264162" y="36494"/>
                </a:lnTo>
                <a:lnTo>
                  <a:pt x="1266250" y="36362"/>
                </a:lnTo>
                <a:lnTo>
                  <a:pt x="1268396" y="36319"/>
                </a:lnTo>
                <a:lnTo>
                  <a:pt x="1269053" y="36324"/>
                </a:lnTo>
                <a:lnTo>
                  <a:pt x="1269763" y="36340"/>
                </a:lnTo>
                <a:lnTo>
                  <a:pt x="1270527" y="36367"/>
                </a:lnTo>
                <a:lnTo>
                  <a:pt x="1271345" y="36406"/>
                </a:lnTo>
                <a:lnTo>
                  <a:pt x="1272215" y="36455"/>
                </a:lnTo>
                <a:lnTo>
                  <a:pt x="1273140" y="36514"/>
                </a:lnTo>
                <a:lnTo>
                  <a:pt x="1274117" y="36585"/>
                </a:lnTo>
                <a:lnTo>
                  <a:pt x="1275149" y="36667"/>
                </a:lnTo>
                <a:lnTo>
                  <a:pt x="1276234" y="36759"/>
                </a:lnTo>
                <a:lnTo>
                  <a:pt x="1277372" y="36863"/>
                </a:lnTo>
                <a:lnTo>
                  <a:pt x="1278564" y="36977"/>
                </a:lnTo>
                <a:lnTo>
                  <a:pt x="1279809" y="37102"/>
                </a:lnTo>
                <a:lnTo>
                  <a:pt x="1280007" y="37126"/>
                </a:lnTo>
                <a:lnTo>
                  <a:pt x="1280221" y="37151"/>
                </a:lnTo>
                <a:lnTo>
                  <a:pt x="1280451" y="37178"/>
                </a:lnTo>
                <a:lnTo>
                  <a:pt x="1280697" y="37205"/>
                </a:lnTo>
                <a:lnTo>
                  <a:pt x="1280958" y="37233"/>
                </a:lnTo>
                <a:lnTo>
                  <a:pt x="1281236" y="37262"/>
                </a:lnTo>
                <a:lnTo>
                  <a:pt x="1281529" y="37292"/>
                </a:lnTo>
                <a:lnTo>
                  <a:pt x="1281838" y="37323"/>
                </a:lnTo>
                <a:lnTo>
                  <a:pt x="1282163" y="37356"/>
                </a:lnTo>
                <a:lnTo>
                  <a:pt x="1282504" y="37389"/>
                </a:lnTo>
                <a:lnTo>
                  <a:pt x="1282860" y="37423"/>
                </a:lnTo>
                <a:lnTo>
                  <a:pt x="1283233" y="37458"/>
                </a:lnTo>
                <a:lnTo>
                  <a:pt x="1296571" y="37458"/>
                </a:lnTo>
                <a:lnTo>
                  <a:pt x="1296571" y="93645"/>
                </a:lnTo>
                <a:lnTo>
                  <a:pt x="1296592" y="96012"/>
                </a:lnTo>
                <a:lnTo>
                  <a:pt x="1296655" y="98304"/>
                </a:lnTo>
                <a:lnTo>
                  <a:pt x="1296759" y="100520"/>
                </a:lnTo>
                <a:lnTo>
                  <a:pt x="1296904" y="102661"/>
                </a:lnTo>
                <a:lnTo>
                  <a:pt x="1297092" y="104727"/>
                </a:lnTo>
                <a:lnTo>
                  <a:pt x="1297320" y="106717"/>
                </a:lnTo>
                <a:lnTo>
                  <a:pt x="1297591" y="108632"/>
                </a:lnTo>
                <a:lnTo>
                  <a:pt x="1297903" y="110471"/>
                </a:lnTo>
                <a:lnTo>
                  <a:pt x="1298257" y="112235"/>
                </a:lnTo>
                <a:lnTo>
                  <a:pt x="1298652" y="113923"/>
                </a:lnTo>
                <a:lnTo>
                  <a:pt x="1299089" y="115536"/>
                </a:lnTo>
                <a:lnTo>
                  <a:pt x="1299567" y="117074"/>
                </a:lnTo>
                <a:lnTo>
                  <a:pt x="1285729" y="117074"/>
                </a:lnTo>
                <a:lnTo>
                  <a:pt x="1285472" y="115939"/>
                </a:lnTo>
                <a:lnTo>
                  <a:pt x="1285224" y="114738"/>
                </a:lnTo>
                <a:lnTo>
                  <a:pt x="1284985" y="113469"/>
                </a:lnTo>
                <a:lnTo>
                  <a:pt x="1284754" y="112134"/>
                </a:lnTo>
                <a:lnTo>
                  <a:pt x="1284533" y="110733"/>
                </a:lnTo>
                <a:lnTo>
                  <a:pt x="1284321" y="109264"/>
                </a:lnTo>
                <a:lnTo>
                  <a:pt x="1284117" y="107728"/>
                </a:lnTo>
                <a:lnTo>
                  <a:pt x="1283922" y="106126"/>
                </a:lnTo>
                <a:lnTo>
                  <a:pt x="1283737" y="104457"/>
                </a:lnTo>
                <a:lnTo>
                  <a:pt x="1283560" y="102721"/>
                </a:lnTo>
                <a:lnTo>
                  <a:pt x="1283392" y="100918"/>
                </a:lnTo>
                <a:lnTo>
                  <a:pt x="1283233" y="99048"/>
                </a:lnTo>
                <a:moveTo>
                  <a:pt x="1283233" y="83390"/>
                </a:moveTo>
                <a:lnTo>
                  <a:pt x="1283233" y="49279"/>
                </a:lnTo>
                <a:lnTo>
                  <a:pt x="1282063" y="48984"/>
                </a:lnTo>
                <a:lnTo>
                  <a:pt x="1280907" y="48713"/>
                </a:lnTo>
                <a:lnTo>
                  <a:pt x="1279764" y="48469"/>
                </a:lnTo>
                <a:lnTo>
                  <a:pt x="1278636" y="48251"/>
                </a:lnTo>
                <a:lnTo>
                  <a:pt x="1277521" y="48058"/>
                </a:lnTo>
                <a:lnTo>
                  <a:pt x="1276421" y="47891"/>
                </a:lnTo>
                <a:lnTo>
                  <a:pt x="1275334" y="47749"/>
                </a:lnTo>
                <a:lnTo>
                  <a:pt x="1274261" y="47633"/>
                </a:lnTo>
                <a:lnTo>
                  <a:pt x="1273202" y="47543"/>
                </a:lnTo>
                <a:lnTo>
                  <a:pt x="1272157" y="47479"/>
                </a:lnTo>
                <a:lnTo>
                  <a:pt x="1271126" y="47441"/>
                </a:lnTo>
                <a:lnTo>
                  <a:pt x="1270108" y="47428"/>
                </a:lnTo>
                <a:lnTo>
                  <a:pt x="1268092" y="47493"/>
                </a:lnTo>
                <a:lnTo>
                  <a:pt x="1266133" y="47691"/>
                </a:lnTo>
                <a:lnTo>
                  <a:pt x="1264230" y="48020"/>
                </a:lnTo>
                <a:lnTo>
                  <a:pt x="1262385" y="48480"/>
                </a:lnTo>
                <a:lnTo>
                  <a:pt x="1260596" y="49072"/>
                </a:lnTo>
                <a:lnTo>
                  <a:pt x="1258865" y="49796"/>
                </a:lnTo>
                <a:lnTo>
                  <a:pt x="1257190" y="50651"/>
                </a:lnTo>
                <a:lnTo>
                  <a:pt x="1255573" y="51637"/>
                </a:lnTo>
                <a:lnTo>
                  <a:pt x="1254012" y="52755"/>
                </a:lnTo>
                <a:lnTo>
                  <a:pt x="1252509" y="54005"/>
                </a:lnTo>
                <a:lnTo>
                  <a:pt x="1251062" y="55386"/>
                </a:lnTo>
                <a:lnTo>
                  <a:pt x="1249672" y="56899"/>
                </a:lnTo>
                <a:lnTo>
                  <a:pt x="1248368" y="58525"/>
                </a:lnTo>
                <a:lnTo>
                  <a:pt x="1247177" y="60246"/>
                </a:lnTo>
                <a:lnTo>
                  <a:pt x="1246099" y="62062"/>
                </a:lnTo>
                <a:lnTo>
                  <a:pt x="1245135" y="63973"/>
                </a:lnTo>
                <a:lnTo>
                  <a:pt x="1244284" y="65979"/>
                </a:lnTo>
                <a:lnTo>
                  <a:pt x="1243547" y="68079"/>
                </a:lnTo>
                <a:lnTo>
                  <a:pt x="1242923" y="70275"/>
                </a:lnTo>
                <a:lnTo>
                  <a:pt x="1242412" y="72566"/>
                </a:lnTo>
                <a:lnTo>
                  <a:pt x="1242015" y="74951"/>
                </a:lnTo>
                <a:lnTo>
                  <a:pt x="1241732" y="77432"/>
                </a:lnTo>
                <a:lnTo>
                  <a:pt x="1241562" y="80008"/>
                </a:lnTo>
                <a:lnTo>
                  <a:pt x="1241505" y="82678"/>
                </a:lnTo>
                <a:lnTo>
                  <a:pt x="1241536" y="84608"/>
                </a:lnTo>
                <a:lnTo>
                  <a:pt x="1241629" y="86457"/>
                </a:lnTo>
                <a:lnTo>
                  <a:pt x="1241784" y="88226"/>
                </a:lnTo>
                <a:lnTo>
                  <a:pt x="1242000" y="89914"/>
                </a:lnTo>
                <a:lnTo>
                  <a:pt x="1242279" y="91522"/>
                </a:lnTo>
                <a:lnTo>
                  <a:pt x="1242620" y="93048"/>
                </a:lnTo>
                <a:lnTo>
                  <a:pt x="1243022" y="94495"/>
                </a:lnTo>
                <a:lnTo>
                  <a:pt x="1243486" y="95860"/>
                </a:lnTo>
                <a:lnTo>
                  <a:pt x="1244013" y="97145"/>
                </a:lnTo>
                <a:lnTo>
                  <a:pt x="1244601" y="98350"/>
                </a:lnTo>
                <a:lnTo>
                  <a:pt x="1245251" y="99474"/>
                </a:lnTo>
                <a:lnTo>
                  <a:pt x="1245963" y="100517"/>
                </a:lnTo>
                <a:lnTo>
                  <a:pt x="1246715" y="101478"/>
                </a:lnTo>
                <a:lnTo>
                  <a:pt x="1247484" y="102356"/>
                </a:lnTo>
                <a:lnTo>
                  <a:pt x="1248270" y="103149"/>
                </a:lnTo>
                <a:lnTo>
                  <a:pt x="1249074" y="103860"/>
                </a:lnTo>
                <a:lnTo>
                  <a:pt x="1249895" y="104487"/>
                </a:lnTo>
                <a:lnTo>
                  <a:pt x="1250733" y="105030"/>
                </a:lnTo>
                <a:lnTo>
                  <a:pt x="1251589" y="105490"/>
                </a:lnTo>
                <a:lnTo>
                  <a:pt x="1252462" y="105866"/>
                </a:lnTo>
                <a:lnTo>
                  <a:pt x="1253352" y="106158"/>
                </a:lnTo>
                <a:lnTo>
                  <a:pt x="1254260" y="106367"/>
                </a:lnTo>
                <a:lnTo>
                  <a:pt x="1255185" y="106493"/>
                </a:lnTo>
                <a:lnTo>
                  <a:pt x="1256128" y="106534"/>
                </a:lnTo>
                <a:lnTo>
                  <a:pt x="1257171" y="106491"/>
                </a:lnTo>
                <a:lnTo>
                  <a:pt x="1258232" y="106360"/>
                </a:lnTo>
                <a:lnTo>
                  <a:pt x="1259311" y="106143"/>
                </a:lnTo>
                <a:lnTo>
                  <a:pt x="1260407" y="105838"/>
                </a:lnTo>
                <a:lnTo>
                  <a:pt x="1261522" y="105446"/>
                </a:lnTo>
                <a:lnTo>
                  <a:pt x="1262654" y="104968"/>
                </a:lnTo>
                <a:lnTo>
                  <a:pt x="1263804" y="104402"/>
                </a:lnTo>
                <a:lnTo>
                  <a:pt x="1264972" y="103749"/>
                </a:lnTo>
                <a:lnTo>
                  <a:pt x="1266158" y="103009"/>
                </a:lnTo>
                <a:lnTo>
                  <a:pt x="1267362" y="102182"/>
                </a:lnTo>
                <a:lnTo>
                  <a:pt x="1268583" y="101269"/>
                </a:lnTo>
                <a:lnTo>
                  <a:pt x="1269823" y="100268"/>
                </a:lnTo>
                <a:lnTo>
                  <a:pt x="1271060" y="99193"/>
                </a:lnTo>
                <a:lnTo>
                  <a:pt x="1272276" y="98058"/>
                </a:lnTo>
                <a:lnTo>
                  <a:pt x="1273470" y="96863"/>
                </a:lnTo>
                <a:lnTo>
                  <a:pt x="1274642" y="95607"/>
                </a:lnTo>
                <a:lnTo>
                  <a:pt x="1275792" y="94291"/>
                </a:lnTo>
                <a:lnTo>
                  <a:pt x="1276920" y="92915"/>
                </a:lnTo>
                <a:lnTo>
                  <a:pt x="1278027" y="91478"/>
                </a:lnTo>
                <a:lnTo>
                  <a:pt x="1279112" y="89981"/>
                </a:lnTo>
                <a:lnTo>
                  <a:pt x="1280175" y="88424"/>
                </a:lnTo>
                <a:lnTo>
                  <a:pt x="1281216" y="86806"/>
                </a:lnTo>
                <a:lnTo>
                  <a:pt x="1282235" y="85128"/>
                </a:lnTo>
                <a:lnTo>
                  <a:pt x="1283233" y="83390"/>
                </a:lnTo>
                <a:close/>
                <a:moveTo>
                  <a:pt x="1337714" y="147980"/>
                </a:moveTo>
                <a:lnTo>
                  <a:pt x="1337714" y="139150"/>
                </a:lnTo>
                <a:lnTo>
                  <a:pt x="1338553" y="138916"/>
                </a:lnTo>
                <a:lnTo>
                  <a:pt x="1339357" y="138666"/>
                </a:lnTo>
                <a:lnTo>
                  <a:pt x="1340128" y="138400"/>
                </a:lnTo>
                <a:lnTo>
                  <a:pt x="1340864" y="138117"/>
                </a:lnTo>
                <a:lnTo>
                  <a:pt x="1341566" y="137818"/>
                </a:lnTo>
                <a:lnTo>
                  <a:pt x="1342234" y="137503"/>
                </a:lnTo>
                <a:lnTo>
                  <a:pt x="1342868" y="137171"/>
                </a:lnTo>
                <a:lnTo>
                  <a:pt x="1343468" y="136823"/>
                </a:lnTo>
                <a:lnTo>
                  <a:pt x="1344033" y="136459"/>
                </a:lnTo>
                <a:lnTo>
                  <a:pt x="1344564" y="136079"/>
                </a:lnTo>
                <a:lnTo>
                  <a:pt x="1345061" y="135682"/>
                </a:lnTo>
                <a:lnTo>
                  <a:pt x="1345524" y="135269"/>
                </a:lnTo>
                <a:lnTo>
                  <a:pt x="1345963" y="134838"/>
                </a:lnTo>
                <a:lnTo>
                  <a:pt x="1346386" y="134388"/>
                </a:lnTo>
                <a:lnTo>
                  <a:pt x="1346795" y="133920"/>
                </a:lnTo>
                <a:lnTo>
                  <a:pt x="1347189" y="133433"/>
                </a:lnTo>
                <a:lnTo>
                  <a:pt x="1347568" y="132927"/>
                </a:lnTo>
                <a:lnTo>
                  <a:pt x="1347932" y="132402"/>
                </a:lnTo>
                <a:lnTo>
                  <a:pt x="1348281" y="131859"/>
                </a:lnTo>
                <a:lnTo>
                  <a:pt x="1348615" y="131297"/>
                </a:lnTo>
                <a:lnTo>
                  <a:pt x="1348935" y="130716"/>
                </a:lnTo>
                <a:lnTo>
                  <a:pt x="1349239" y="130116"/>
                </a:lnTo>
                <a:lnTo>
                  <a:pt x="1349529" y="129497"/>
                </a:lnTo>
                <a:lnTo>
                  <a:pt x="1349804" y="128860"/>
                </a:lnTo>
                <a:lnTo>
                  <a:pt x="1350060" y="128202"/>
                </a:lnTo>
                <a:lnTo>
                  <a:pt x="1350295" y="127521"/>
                </a:lnTo>
                <a:lnTo>
                  <a:pt x="1350506" y="126819"/>
                </a:lnTo>
                <a:lnTo>
                  <a:pt x="1350696" y="126094"/>
                </a:lnTo>
                <a:lnTo>
                  <a:pt x="1350863" y="125347"/>
                </a:lnTo>
                <a:lnTo>
                  <a:pt x="1351008" y="124578"/>
                </a:lnTo>
                <a:lnTo>
                  <a:pt x="1351130" y="123786"/>
                </a:lnTo>
                <a:lnTo>
                  <a:pt x="1351231" y="122973"/>
                </a:lnTo>
                <a:lnTo>
                  <a:pt x="1351309" y="122137"/>
                </a:lnTo>
                <a:lnTo>
                  <a:pt x="1351364" y="121278"/>
                </a:lnTo>
                <a:lnTo>
                  <a:pt x="1351398" y="120398"/>
                </a:lnTo>
                <a:lnTo>
                  <a:pt x="1351409" y="119495"/>
                </a:lnTo>
                <a:lnTo>
                  <a:pt x="1350328" y="119469"/>
                </a:lnTo>
                <a:lnTo>
                  <a:pt x="1349295" y="119391"/>
                </a:lnTo>
                <a:lnTo>
                  <a:pt x="1348311" y="119261"/>
                </a:lnTo>
                <a:lnTo>
                  <a:pt x="1347375" y="119078"/>
                </a:lnTo>
                <a:lnTo>
                  <a:pt x="1346488" y="118844"/>
                </a:lnTo>
                <a:lnTo>
                  <a:pt x="1345649" y="118558"/>
                </a:lnTo>
                <a:lnTo>
                  <a:pt x="1344859" y="118219"/>
                </a:lnTo>
                <a:lnTo>
                  <a:pt x="1344118" y="117828"/>
                </a:lnTo>
                <a:lnTo>
                  <a:pt x="1343425" y="117386"/>
                </a:lnTo>
                <a:lnTo>
                  <a:pt x="1342780" y="116891"/>
                </a:lnTo>
                <a:lnTo>
                  <a:pt x="1342184" y="116344"/>
                </a:lnTo>
                <a:lnTo>
                  <a:pt x="1341637" y="115745"/>
                </a:lnTo>
                <a:lnTo>
                  <a:pt x="1341136" y="115117"/>
                </a:lnTo>
                <a:lnTo>
                  <a:pt x="1340678" y="114480"/>
                </a:lnTo>
                <a:lnTo>
                  <a:pt x="1340264" y="113837"/>
                </a:lnTo>
                <a:lnTo>
                  <a:pt x="1339893" y="113186"/>
                </a:lnTo>
                <a:lnTo>
                  <a:pt x="1339566" y="112527"/>
                </a:lnTo>
                <a:lnTo>
                  <a:pt x="1339283" y="111861"/>
                </a:lnTo>
                <a:lnTo>
                  <a:pt x="1339043" y="111188"/>
                </a:lnTo>
                <a:lnTo>
                  <a:pt x="1338847" y="110507"/>
                </a:lnTo>
                <a:lnTo>
                  <a:pt x="1338695" y="109819"/>
                </a:lnTo>
                <a:lnTo>
                  <a:pt x="1338586" y="109123"/>
                </a:lnTo>
                <a:lnTo>
                  <a:pt x="1338520" y="108420"/>
                </a:lnTo>
                <a:lnTo>
                  <a:pt x="1338498" y="107709"/>
                </a:lnTo>
                <a:lnTo>
                  <a:pt x="1338523" y="106898"/>
                </a:lnTo>
                <a:lnTo>
                  <a:pt x="1338595" y="106109"/>
                </a:lnTo>
                <a:lnTo>
                  <a:pt x="1338717" y="105341"/>
                </a:lnTo>
                <a:lnTo>
                  <a:pt x="1338887" y="104594"/>
                </a:lnTo>
                <a:lnTo>
                  <a:pt x="1339105" y="103869"/>
                </a:lnTo>
                <a:lnTo>
                  <a:pt x="1339372" y="103165"/>
                </a:lnTo>
                <a:lnTo>
                  <a:pt x="1339688" y="102482"/>
                </a:lnTo>
                <a:lnTo>
                  <a:pt x="1340052" y="101820"/>
                </a:lnTo>
                <a:lnTo>
                  <a:pt x="1340464" y="101180"/>
                </a:lnTo>
                <a:lnTo>
                  <a:pt x="1340926" y="100562"/>
                </a:lnTo>
                <a:lnTo>
                  <a:pt x="1341435" y="99964"/>
                </a:lnTo>
                <a:lnTo>
                  <a:pt x="1341994" y="99389"/>
                </a:lnTo>
                <a:lnTo>
                  <a:pt x="1342584" y="98847"/>
                </a:lnTo>
                <a:lnTo>
                  <a:pt x="1343190" y="98352"/>
                </a:lnTo>
                <a:lnTo>
                  <a:pt x="1343812" y="97904"/>
                </a:lnTo>
                <a:lnTo>
                  <a:pt x="1344450" y="97503"/>
                </a:lnTo>
                <a:lnTo>
                  <a:pt x="1345104" y="97150"/>
                </a:lnTo>
                <a:lnTo>
                  <a:pt x="1345774" y="96843"/>
                </a:lnTo>
                <a:lnTo>
                  <a:pt x="1346460" y="96584"/>
                </a:lnTo>
                <a:lnTo>
                  <a:pt x="1347161" y="96372"/>
                </a:lnTo>
                <a:lnTo>
                  <a:pt x="1347878" y="96207"/>
                </a:lnTo>
                <a:lnTo>
                  <a:pt x="1348611" y="96089"/>
                </a:lnTo>
                <a:lnTo>
                  <a:pt x="1349360" y="96018"/>
                </a:lnTo>
                <a:lnTo>
                  <a:pt x="1350125" y="95995"/>
                </a:lnTo>
                <a:lnTo>
                  <a:pt x="1351112" y="96031"/>
                </a:lnTo>
                <a:lnTo>
                  <a:pt x="1352077" y="96138"/>
                </a:lnTo>
                <a:lnTo>
                  <a:pt x="1353018" y="96318"/>
                </a:lnTo>
                <a:lnTo>
                  <a:pt x="1353937" y="96569"/>
                </a:lnTo>
                <a:lnTo>
                  <a:pt x="1354833" y="96892"/>
                </a:lnTo>
                <a:lnTo>
                  <a:pt x="1355707" y="97287"/>
                </a:lnTo>
                <a:lnTo>
                  <a:pt x="1356557" y="97754"/>
                </a:lnTo>
                <a:lnTo>
                  <a:pt x="1357385" y="98292"/>
                </a:lnTo>
                <a:lnTo>
                  <a:pt x="1358190" y="98903"/>
                </a:lnTo>
                <a:lnTo>
                  <a:pt x="1358972" y="99585"/>
                </a:lnTo>
                <a:lnTo>
                  <a:pt x="1359731" y="100339"/>
                </a:lnTo>
                <a:lnTo>
                  <a:pt x="1360468" y="101164"/>
                </a:lnTo>
                <a:lnTo>
                  <a:pt x="1361163" y="102053"/>
                </a:lnTo>
                <a:lnTo>
                  <a:pt x="1361797" y="102994"/>
                </a:lnTo>
                <a:lnTo>
                  <a:pt x="1362372" y="103988"/>
                </a:lnTo>
                <a:lnTo>
                  <a:pt x="1362885" y="105035"/>
                </a:lnTo>
                <a:lnTo>
                  <a:pt x="1363338" y="106135"/>
                </a:lnTo>
                <a:lnTo>
                  <a:pt x="1363731" y="107288"/>
                </a:lnTo>
                <a:lnTo>
                  <a:pt x="1364064" y="108494"/>
                </a:lnTo>
                <a:lnTo>
                  <a:pt x="1364336" y="109753"/>
                </a:lnTo>
                <a:lnTo>
                  <a:pt x="1364547" y="111066"/>
                </a:lnTo>
                <a:lnTo>
                  <a:pt x="1364698" y="112431"/>
                </a:lnTo>
                <a:lnTo>
                  <a:pt x="1364789" y="113849"/>
                </a:lnTo>
                <a:lnTo>
                  <a:pt x="1364819" y="115320"/>
                </a:lnTo>
                <a:lnTo>
                  <a:pt x="1364795" y="116621"/>
                </a:lnTo>
                <a:lnTo>
                  <a:pt x="1364724" y="117910"/>
                </a:lnTo>
                <a:lnTo>
                  <a:pt x="1364605" y="119187"/>
                </a:lnTo>
                <a:lnTo>
                  <a:pt x="1364439" y="120451"/>
                </a:lnTo>
                <a:lnTo>
                  <a:pt x="1364225" y="121702"/>
                </a:lnTo>
                <a:lnTo>
                  <a:pt x="1363963" y="122942"/>
                </a:lnTo>
                <a:lnTo>
                  <a:pt x="1363654" y="124168"/>
                </a:lnTo>
                <a:lnTo>
                  <a:pt x="1363297" y="125383"/>
                </a:lnTo>
                <a:lnTo>
                  <a:pt x="1362893" y="126585"/>
                </a:lnTo>
                <a:lnTo>
                  <a:pt x="1362441" y="127775"/>
                </a:lnTo>
                <a:lnTo>
                  <a:pt x="1361942" y="128952"/>
                </a:lnTo>
                <a:lnTo>
                  <a:pt x="1361395" y="130117"/>
                </a:lnTo>
                <a:lnTo>
                  <a:pt x="1360807" y="131261"/>
                </a:lnTo>
                <a:lnTo>
                  <a:pt x="1360186" y="132378"/>
                </a:lnTo>
                <a:lnTo>
                  <a:pt x="1359529" y="133466"/>
                </a:lnTo>
                <a:lnTo>
                  <a:pt x="1358839" y="134526"/>
                </a:lnTo>
                <a:lnTo>
                  <a:pt x="1358115" y="135558"/>
                </a:lnTo>
                <a:lnTo>
                  <a:pt x="1357356" y="136561"/>
                </a:lnTo>
                <a:lnTo>
                  <a:pt x="1356563" y="137536"/>
                </a:lnTo>
                <a:lnTo>
                  <a:pt x="1355736" y="138483"/>
                </a:lnTo>
                <a:lnTo>
                  <a:pt x="1354875" y="139402"/>
                </a:lnTo>
                <a:lnTo>
                  <a:pt x="1353980" y="140293"/>
                </a:lnTo>
                <a:lnTo>
                  <a:pt x="1353050" y="141155"/>
                </a:lnTo>
                <a:lnTo>
                  <a:pt x="1352087" y="141989"/>
                </a:lnTo>
                <a:lnTo>
                  <a:pt x="1351088" y="142783"/>
                </a:lnTo>
                <a:lnTo>
                  <a:pt x="1350053" y="143523"/>
                </a:lnTo>
                <a:lnTo>
                  <a:pt x="1348982" y="144209"/>
                </a:lnTo>
                <a:lnTo>
                  <a:pt x="1347874" y="144842"/>
                </a:lnTo>
                <a:lnTo>
                  <a:pt x="1346731" y="145421"/>
                </a:lnTo>
                <a:lnTo>
                  <a:pt x="1345551" y="145947"/>
                </a:lnTo>
                <a:lnTo>
                  <a:pt x="1344335" y="146420"/>
                </a:lnTo>
                <a:lnTo>
                  <a:pt x="1343083" y="146839"/>
                </a:lnTo>
                <a:lnTo>
                  <a:pt x="1341795" y="147204"/>
                </a:lnTo>
                <a:lnTo>
                  <a:pt x="1340471" y="147516"/>
                </a:lnTo>
                <a:lnTo>
                  <a:pt x="1339110" y="147775"/>
                </a:lnTo>
                <a:lnTo>
                  <a:pt x="1337714" y="147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3" name="Original vector context 33">
            <a:extLst xmlns:a="http://schemas.openxmlformats.org/drawingml/2006/main">
              <a:ext uri="{FF2B5EF4-FFF2-40B4-BE49-F238E27FC236}">
                <a16:creationId xmlns:a16="http://schemas.microsoft.com/office/drawing/2014/main" id="{759721D8-81E0-45FD-8442-D2CE9816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93" y="9166056"/>
            <a:ext cx="1120773" cy="150117"/>
          </a:xfrm>
          <a:custGeom xmlns:a="http://schemas.openxmlformats.org/drawingml/2006/main">
            <a:pathLst>
              <a:path w="1120773" h="150117">
                <a:moveTo>
                  <a:pt x="23824" y="117074"/>
                </a:moveTo>
                <a:lnTo>
                  <a:pt x="23824" y="13246"/>
                </a:lnTo>
                <a:lnTo>
                  <a:pt x="0" y="13246"/>
                </a:lnTo>
                <a:lnTo>
                  <a:pt x="0" y="2136"/>
                </a:lnTo>
                <a:lnTo>
                  <a:pt x="37091" y="2136"/>
                </a:lnTo>
                <a:lnTo>
                  <a:pt x="37091" y="105965"/>
                </a:lnTo>
                <a:lnTo>
                  <a:pt x="61985" y="105965"/>
                </a:lnTo>
                <a:lnTo>
                  <a:pt x="61985" y="117074"/>
                </a:lnTo>
                <a:lnTo>
                  <a:pt x="23824" y="117074"/>
                </a:lnTo>
                <a:close/>
                <a:moveTo>
                  <a:pt x="112401" y="117074"/>
                </a:moveTo>
                <a:lnTo>
                  <a:pt x="112401" y="48567"/>
                </a:lnTo>
                <a:lnTo>
                  <a:pt x="90289" y="48567"/>
                </a:lnTo>
                <a:lnTo>
                  <a:pt x="90289" y="37458"/>
                </a:lnTo>
                <a:lnTo>
                  <a:pt x="125668" y="37458"/>
                </a:lnTo>
                <a:lnTo>
                  <a:pt x="125668" y="105965"/>
                </a:lnTo>
                <a:lnTo>
                  <a:pt x="147852" y="105965"/>
                </a:lnTo>
                <a:lnTo>
                  <a:pt x="147852" y="117074"/>
                </a:lnTo>
                <a:lnTo>
                  <a:pt x="112401" y="117074"/>
                </a:lnTo>
                <a:moveTo>
                  <a:pt x="110190" y="8866"/>
                </a:moveTo>
                <a:lnTo>
                  <a:pt x="110211" y="8137"/>
                </a:lnTo>
                <a:lnTo>
                  <a:pt x="110275" y="7440"/>
                </a:lnTo>
                <a:lnTo>
                  <a:pt x="110382" y="6774"/>
                </a:lnTo>
                <a:lnTo>
                  <a:pt x="110531" y="6139"/>
                </a:lnTo>
                <a:lnTo>
                  <a:pt x="110722" y="5536"/>
                </a:lnTo>
                <a:lnTo>
                  <a:pt x="110957" y="4965"/>
                </a:lnTo>
                <a:lnTo>
                  <a:pt x="111234" y="4425"/>
                </a:lnTo>
                <a:lnTo>
                  <a:pt x="111553" y="3917"/>
                </a:lnTo>
                <a:lnTo>
                  <a:pt x="111915" y="3440"/>
                </a:lnTo>
                <a:lnTo>
                  <a:pt x="112320" y="2995"/>
                </a:lnTo>
                <a:lnTo>
                  <a:pt x="112767" y="2581"/>
                </a:lnTo>
                <a:lnTo>
                  <a:pt x="113257" y="2199"/>
                </a:lnTo>
                <a:lnTo>
                  <a:pt x="113766" y="1848"/>
                </a:lnTo>
                <a:lnTo>
                  <a:pt x="114270" y="1527"/>
                </a:lnTo>
                <a:lnTo>
                  <a:pt x="114768" y="1237"/>
                </a:lnTo>
                <a:lnTo>
                  <a:pt x="115262" y="977"/>
                </a:lnTo>
                <a:lnTo>
                  <a:pt x="115751" y="748"/>
                </a:lnTo>
                <a:lnTo>
                  <a:pt x="116235" y="550"/>
                </a:lnTo>
                <a:lnTo>
                  <a:pt x="116714" y="382"/>
                </a:lnTo>
                <a:lnTo>
                  <a:pt x="117188" y="244"/>
                </a:lnTo>
                <a:lnTo>
                  <a:pt x="117657" y="137"/>
                </a:lnTo>
                <a:lnTo>
                  <a:pt x="118121" y="61"/>
                </a:lnTo>
                <a:lnTo>
                  <a:pt x="118581" y="15"/>
                </a:lnTo>
                <a:lnTo>
                  <a:pt x="119035" y="0"/>
                </a:lnTo>
                <a:lnTo>
                  <a:pt x="119500" y="15"/>
                </a:lnTo>
                <a:lnTo>
                  <a:pt x="119970" y="61"/>
                </a:lnTo>
                <a:lnTo>
                  <a:pt x="120444" y="137"/>
                </a:lnTo>
                <a:lnTo>
                  <a:pt x="120921" y="244"/>
                </a:lnTo>
                <a:lnTo>
                  <a:pt x="121403" y="382"/>
                </a:lnTo>
                <a:lnTo>
                  <a:pt x="121888" y="550"/>
                </a:lnTo>
                <a:lnTo>
                  <a:pt x="122377" y="748"/>
                </a:lnTo>
                <a:lnTo>
                  <a:pt x="122871" y="977"/>
                </a:lnTo>
                <a:lnTo>
                  <a:pt x="123368" y="1237"/>
                </a:lnTo>
                <a:lnTo>
                  <a:pt x="123869" y="1527"/>
                </a:lnTo>
                <a:lnTo>
                  <a:pt x="124375" y="1848"/>
                </a:lnTo>
                <a:lnTo>
                  <a:pt x="124884" y="2199"/>
                </a:lnTo>
                <a:lnTo>
                  <a:pt x="125374" y="2581"/>
                </a:lnTo>
                <a:lnTo>
                  <a:pt x="125821" y="2995"/>
                </a:lnTo>
                <a:lnTo>
                  <a:pt x="126226" y="3440"/>
                </a:lnTo>
                <a:lnTo>
                  <a:pt x="126588" y="3917"/>
                </a:lnTo>
                <a:lnTo>
                  <a:pt x="126907" y="4425"/>
                </a:lnTo>
                <a:lnTo>
                  <a:pt x="127184" y="4965"/>
                </a:lnTo>
                <a:lnTo>
                  <a:pt x="127418" y="5536"/>
                </a:lnTo>
                <a:lnTo>
                  <a:pt x="127610" y="6139"/>
                </a:lnTo>
                <a:lnTo>
                  <a:pt x="127759" y="6774"/>
                </a:lnTo>
                <a:lnTo>
                  <a:pt x="127866" y="7440"/>
                </a:lnTo>
                <a:lnTo>
                  <a:pt x="127930" y="8137"/>
                </a:lnTo>
                <a:lnTo>
                  <a:pt x="127951" y="8866"/>
                </a:lnTo>
                <a:lnTo>
                  <a:pt x="127930" y="9584"/>
                </a:lnTo>
                <a:lnTo>
                  <a:pt x="127866" y="10271"/>
                </a:lnTo>
                <a:lnTo>
                  <a:pt x="127759" y="10927"/>
                </a:lnTo>
                <a:lnTo>
                  <a:pt x="127610" y="11553"/>
                </a:lnTo>
                <a:lnTo>
                  <a:pt x="127418" y="12149"/>
                </a:lnTo>
                <a:lnTo>
                  <a:pt x="127184" y="12714"/>
                </a:lnTo>
                <a:lnTo>
                  <a:pt x="126907" y="13248"/>
                </a:lnTo>
                <a:lnTo>
                  <a:pt x="126588" y="13752"/>
                </a:lnTo>
                <a:lnTo>
                  <a:pt x="126226" y="14225"/>
                </a:lnTo>
                <a:lnTo>
                  <a:pt x="125821" y="14668"/>
                </a:lnTo>
                <a:lnTo>
                  <a:pt x="125374" y="15080"/>
                </a:lnTo>
                <a:lnTo>
                  <a:pt x="124884" y="15462"/>
                </a:lnTo>
                <a:lnTo>
                  <a:pt x="124375" y="15813"/>
                </a:lnTo>
                <a:lnTo>
                  <a:pt x="123869" y="16134"/>
                </a:lnTo>
                <a:lnTo>
                  <a:pt x="123368" y="16424"/>
                </a:lnTo>
                <a:lnTo>
                  <a:pt x="122871" y="16684"/>
                </a:lnTo>
                <a:lnTo>
                  <a:pt x="122377" y="16913"/>
                </a:lnTo>
                <a:lnTo>
                  <a:pt x="121888" y="17111"/>
                </a:lnTo>
                <a:lnTo>
                  <a:pt x="121403" y="17279"/>
                </a:lnTo>
                <a:lnTo>
                  <a:pt x="120921" y="17416"/>
                </a:lnTo>
                <a:lnTo>
                  <a:pt x="120444" y="17523"/>
                </a:lnTo>
                <a:lnTo>
                  <a:pt x="119970" y="17600"/>
                </a:lnTo>
                <a:lnTo>
                  <a:pt x="119500" y="17646"/>
                </a:lnTo>
                <a:lnTo>
                  <a:pt x="119035" y="17661"/>
                </a:lnTo>
                <a:lnTo>
                  <a:pt x="118581" y="17646"/>
                </a:lnTo>
                <a:lnTo>
                  <a:pt x="118121" y="17600"/>
                </a:lnTo>
                <a:lnTo>
                  <a:pt x="117657" y="17523"/>
                </a:lnTo>
                <a:lnTo>
                  <a:pt x="117188" y="17416"/>
                </a:lnTo>
                <a:lnTo>
                  <a:pt x="116714" y="17279"/>
                </a:lnTo>
                <a:lnTo>
                  <a:pt x="116235" y="17111"/>
                </a:lnTo>
                <a:lnTo>
                  <a:pt x="115751" y="16913"/>
                </a:lnTo>
                <a:lnTo>
                  <a:pt x="115262" y="16684"/>
                </a:lnTo>
                <a:lnTo>
                  <a:pt x="114768" y="16424"/>
                </a:lnTo>
                <a:lnTo>
                  <a:pt x="114270" y="16134"/>
                </a:lnTo>
                <a:lnTo>
                  <a:pt x="113766" y="15813"/>
                </a:lnTo>
                <a:lnTo>
                  <a:pt x="113257" y="15462"/>
                </a:lnTo>
                <a:lnTo>
                  <a:pt x="112767" y="15080"/>
                </a:lnTo>
                <a:lnTo>
                  <a:pt x="112320" y="14668"/>
                </a:lnTo>
                <a:lnTo>
                  <a:pt x="111915" y="14225"/>
                </a:lnTo>
                <a:lnTo>
                  <a:pt x="111553" y="13752"/>
                </a:lnTo>
                <a:lnTo>
                  <a:pt x="111234" y="13248"/>
                </a:lnTo>
                <a:lnTo>
                  <a:pt x="110957" y="12714"/>
                </a:lnTo>
                <a:lnTo>
                  <a:pt x="110722" y="12149"/>
                </a:lnTo>
                <a:lnTo>
                  <a:pt x="110531" y="11553"/>
                </a:lnTo>
                <a:lnTo>
                  <a:pt x="110382" y="10927"/>
                </a:lnTo>
                <a:lnTo>
                  <a:pt x="110275" y="10271"/>
                </a:lnTo>
                <a:lnTo>
                  <a:pt x="110211" y="9584"/>
                </a:lnTo>
                <a:lnTo>
                  <a:pt x="110190" y="8866"/>
                </a:lnTo>
                <a:close/>
                <a:moveTo>
                  <a:pt x="177725" y="117074"/>
                </a:moveTo>
                <a:lnTo>
                  <a:pt x="177725" y="37458"/>
                </a:lnTo>
                <a:lnTo>
                  <a:pt x="190992" y="37458"/>
                </a:lnTo>
                <a:lnTo>
                  <a:pt x="190992" y="54970"/>
                </a:lnTo>
                <a:lnTo>
                  <a:pt x="191959" y="53461"/>
                </a:lnTo>
                <a:lnTo>
                  <a:pt x="192960" y="52008"/>
                </a:lnTo>
                <a:lnTo>
                  <a:pt x="193992" y="50611"/>
                </a:lnTo>
                <a:lnTo>
                  <a:pt x="195058" y="49269"/>
                </a:lnTo>
                <a:lnTo>
                  <a:pt x="196156" y="47983"/>
                </a:lnTo>
                <a:lnTo>
                  <a:pt x="197287" y="46753"/>
                </a:lnTo>
                <a:lnTo>
                  <a:pt x="198450" y="45578"/>
                </a:lnTo>
                <a:lnTo>
                  <a:pt x="199647" y="44459"/>
                </a:lnTo>
                <a:lnTo>
                  <a:pt x="200876" y="43395"/>
                </a:lnTo>
                <a:lnTo>
                  <a:pt x="202137" y="42387"/>
                </a:lnTo>
                <a:lnTo>
                  <a:pt x="203432" y="41435"/>
                </a:lnTo>
                <a:lnTo>
                  <a:pt x="204759" y="40538"/>
                </a:lnTo>
                <a:lnTo>
                  <a:pt x="206102" y="39705"/>
                </a:lnTo>
                <a:lnTo>
                  <a:pt x="207445" y="38944"/>
                </a:lnTo>
                <a:lnTo>
                  <a:pt x="208789" y="38256"/>
                </a:lnTo>
                <a:lnTo>
                  <a:pt x="210132" y="37640"/>
                </a:lnTo>
                <a:lnTo>
                  <a:pt x="211475" y="37097"/>
                </a:lnTo>
                <a:lnTo>
                  <a:pt x="212819" y="36626"/>
                </a:lnTo>
                <a:lnTo>
                  <a:pt x="214162" y="36227"/>
                </a:lnTo>
                <a:lnTo>
                  <a:pt x="215506" y="35901"/>
                </a:lnTo>
                <a:lnTo>
                  <a:pt x="216849" y="35648"/>
                </a:lnTo>
                <a:lnTo>
                  <a:pt x="218192" y="35466"/>
                </a:lnTo>
                <a:lnTo>
                  <a:pt x="219536" y="35358"/>
                </a:lnTo>
                <a:lnTo>
                  <a:pt x="220879" y="35322"/>
                </a:lnTo>
                <a:lnTo>
                  <a:pt x="222047" y="35348"/>
                </a:lnTo>
                <a:lnTo>
                  <a:pt x="223197" y="35425"/>
                </a:lnTo>
                <a:lnTo>
                  <a:pt x="224330" y="35555"/>
                </a:lnTo>
                <a:lnTo>
                  <a:pt x="225444" y="35737"/>
                </a:lnTo>
                <a:lnTo>
                  <a:pt x="226541" y="35971"/>
                </a:lnTo>
                <a:lnTo>
                  <a:pt x="227620" y="36256"/>
                </a:lnTo>
                <a:lnTo>
                  <a:pt x="228681" y="36594"/>
                </a:lnTo>
                <a:lnTo>
                  <a:pt x="229724" y="36983"/>
                </a:lnTo>
                <a:lnTo>
                  <a:pt x="230749" y="37425"/>
                </a:lnTo>
                <a:lnTo>
                  <a:pt x="231757" y="37918"/>
                </a:lnTo>
                <a:lnTo>
                  <a:pt x="232747" y="38463"/>
                </a:lnTo>
                <a:lnTo>
                  <a:pt x="233718" y="39060"/>
                </a:lnTo>
                <a:lnTo>
                  <a:pt x="234657" y="39699"/>
                </a:lnTo>
                <a:lnTo>
                  <a:pt x="235548" y="40371"/>
                </a:lnTo>
                <a:lnTo>
                  <a:pt x="236391" y="41074"/>
                </a:lnTo>
                <a:lnTo>
                  <a:pt x="237186" y="41810"/>
                </a:lnTo>
                <a:lnTo>
                  <a:pt x="237933" y="42578"/>
                </a:lnTo>
                <a:lnTo>
                  <a:pt x="238631" y="43377"/>
                </a:lnTo>
                <a:lnTo>
                  <a:pt x="239282" y="44210"/>
                </a:lnTo>
                <a:lnTo>
                  <a:pt x="239884" y="45074"/>
                </a:lnTo>
                <a:lnTo>
                  <a:pt x="240439" y="45970"/>
                </a:lnTo>
                <a:lnTo>
                  <a:pt x="240945" y="46899"/>
                </a:lnTo>
                <a:lnTo>
                  <a:pt x="241404" y="47859"/>
                </a:lnTo>
                <a:lnTo>
                  <a:pt x="241814" y="48852"/>
                </a:lnTo>
                <a:lnTo>
                  <a:pt x="242185" y="49942"/>
                </a:lnTo>
                <a:lnTo>
                  <a:pt x="242523" y="51194"/>
                </a:lnTo>
                <a:lnTo>
                  <a:pt x="242829" y="52608"/>
                </a:lnTo>
                <a:lnTo>
                  <a:pt x="243102" y="54185"/>
                </a:lnTo>
                <a:lnTo>
                  <a:pt x="243344" y="55924"/>
                </a:lnTo>
                <a:lnTo>
                  <a:pt x="243553" y="57825"/>
                </a:lnTo>
                <a:lnTo>
                  <a:pt x="243730" y="59888"/>
                </a:lnTo>
                <a:lnTo>
                  <a:pt x="243875" y="62113"/>
                </a:lnTo>
                <a:lnTo>
                  <a:pt x="243988" y="64501"/>
                </a:lnTo>
                <a:lnTo>
                  <a:pt x="244068" y="67051"/>
                </a:lnTo>
                <a:lnTo>
                  <a:pt x="244116" y="69763"/>
                </a:lnTo>
                <a:lnTo>
                  <a:pt x="244133" y="72637"/>
                </a:lnTo>
                <a:lnTo>
                  <a:pt x="244133" y="117074"/>
                </a:lnTo>
                <a:lnTo>
                  <a:pt x="230865" y="117074"/>
                </a:lnTo>
                <a:lnTo>
                  <a:pt x="230865" y="71046"/>
                </a:lnTo>
                <a:lnTo>
                  <a:pt x="230858" y="69191"/>
                </a:lnTo>
                <a:lnTo>
                  <a:pt x="230835" y="67444"/>
                </a:lnTo>
                <a:lnTo>
                  <a:pt x="230796" y="65806"/>
                </a:lnTo>
                <a:lnTo>
                  <a:pt x="230742" y="64275"/>
                </a:lnTo>
                <a:lnTo>
                  <a:pt x="230673" y="62853"/>
                </a:lnTo>
                <a:lnTo>
                  <a:pt x="230589" y="61540"/>
                </a:lnTo>
                <a:lnTo>
                  <a:pt x="230489" y="60334"/>
                </a:lnTo>
                <a:lnTo>
                  <a:pt x="230374" y="59236"/>
                </a:lnTo>
                <a:lnTo>
                  <a:pt x="230243" y="58247"/>
                </a:lnTo>
                <a:lnTo>
                  <a:pt x="230097" y="57366"/>
                </a:lnTo>
                <a:lnTo>
                  <a:pt x="229936" y="56593"/>
                </a:lnTo>
                <a:lnTo>
                  <a:pt x="229760" y="55929"/>
                </a:lnTo>
                <a:lnTo>
                  <a:pt x="229562" y="55327"/>
                </a:lnTo>
                <a:lnTo>
                  <a:pt x="229340" y="54744"/>
                </a:lnTo>
                <a:lnTo>
                  <a:pt x="229091" y="54179"/>
                </a:lnTo>
                <a:lnTo>
                  <a:pt x="228816" y="53633"/>
                </a:lnTo>
                <a:lnTo>
                  <a:pt x="228516" y="53105"/>
                </a:lnTo>
                <a:lnTo>
                  <a:pt x="228190" y="52595"/>
                </a:lnTo>
                <a:lnTo>
                  <a:pt x="227839" y="52103"/>
                </a:lnTo>
                <a:lnTo>
                  <a:pt x="227461" y="51629"/>
                </a:lnTo>
                <a:lnTo>
                  <a:pt x="227058" y="51174"/>
                </a:lnTo>
                <a:lnTo>
                  <a:pt x="226629" y="50737"/>
                </a:lnTo>
                <a:lnTo>
                  <a:pt x="226174" y="50318"/>
                </a:lnTo>
                <a:lnTo>
                  <a:pt x="225694" y="49918"/>
                </a:lnTo>
                <a:lnTo>
                  <a:pt x="225197" y="49543"/>
                </a:lnTo>
                <a:lnTo>
                  <a:pt x="224692" y="49201"/>
                </a:lnTo>
                <a:lnTo>
                  <a:pt x="224180" y="48891"/>
                </a:lnTo>
                <a:lnTo>
                  <a:pt x="223661" y="48614"/>
                </a:lnTo>
                <a:lnTo>
                  <a:pt x="223134" y="48369"/>
                </a:lnTo>
                <a:lnTo>
                  <a:pt x="222600" y="48157"/>
                </a:lnTo>
                <a:lnTo>
                  <a:pt x="222058" y="47978"/>
                </a:lnTo>
                <a:lnTo>
                  <a:pt x="221509" y="47831"/>
                </a:lnTo>
                <a:lnTo>
                  <a:pt x="220953" y="47717"/>
                </a:lnTo>
                <a:lnTo>
                  <a:pt x="220389" y="47635"/>
                </a:lnTo>
                <a:lnTo>
                  <a:pt x="219817" y="47586"/>
                </a:lnTo>
                <a:lnTo>
                  <a:pt x="219239" y="47570"/>
                </a:lnTo>
                <a:lnTo>
                  <a:pt x="218066" y="47616"/>
                </a:lnTo>
                <a:lnTo>
                  <a:pt x="216880" y="47754"/>
                </a:lnTo>
                <a:lnTo>
                  <a:pt x="215679" y="47984"/>
                </a:lnTo>
                <a:lnTo>
                  <a:pt x="214463" y="48305"/>
                </a:lnTo>
                <a:lnTo>
                  <a:pt x="213234" y="48719"/>
                </a:lnTo>
                <a:lnTo>
                  <a:pt x="211990" y="49224"/>
                </a:lnTo>
                <a:lnTo>
                  <a:pt x="210731" y="49821"/>
                </a:lnTo>
                <a:lnTo>
                  <a:pt x="209458" y="50511"/>
                </a:lnTo>
                <a:lnTo>
                  <a:pt x="208171" y="51292"/>
                </a:lnTo>
                <a:lnTo>
                  <a:pt x="206870" y="52165"/>
                </a:lnTo>
                <a:lnTo>
                  <a:pt x="205554" y="53130"/>
                </a:lnTo>
                <a:lnTo>
                  <a:pt x="204224" y="54186"/>
                </a:lnTo>
                <a:lnTo>
                  <a:pt x="202906" y="55312"/>
                </a:lnTo>
                <a:lnTo>
                  <a:pt x="201627" y="56484"/>
                </a:lnTo>
                <a:lnTo>
                  <a:pt x="200387" y="57703"/>
                </a:lnTo>
                <a:lnTo>
                  <a:pt x="199187" y="58968"/>
                </a:lnTo>
                <a:lnTo>
                  <a:pt x="198026" y="60280"/>
                </a:lnTo>
                <a:lnTo>
                  <a:pt x="196903" y="61638"/>
                </a:lnTo>
                <a:lnTo>
                  <a:pt x="195820" y="63042"/>
                </a:lnTo>
                <a:lnTo>
                  <a:pt x="194776" y="64493"/>
                </a:lnTo>
                <a:lnTo>
                  <a:pt x="193772" y="65991"/>
                </a:lnTo>
                <a:lnTo>
                  <a:pt x="192806" y="67534"/>
                </a:lnTo>
                <a:lnTo>
                  <a:pt x="191879" y="69124"/>
                </a:lnTo>
                <a:lnTo>
                  <a:pt x="190992" y="70761"/>
                </a:lnTo>
                <a:lnTo>
                  <a:pt x="190992" y="117074"/>
                </a:lnTo>
                <a:lnTo>
                  <a:pt x="177725" y="117074"/>
                </a:lnTo>
                <a:close/>
                <a:moveTo>
                  <a:pt x="317730" y="99048"/>
                </a:moveTo>
                <a:lnTo>
                  <a:pt x="316703" y="100682"/>
                </a:lnTo>
                <a:lnTo>
                  <a:pt x="315641" y="102248"/>
                </a:lnTo>
                <a:lnTo>
                  <a:pt x="314545" y="103745"/>
                </a:lnTo>
                <a:lnTo>
                  <a:pt x="313415" y="105173"/>
                </a:lnTo>
                <a:lnTo>
                  <a:pt x="312251" y="106533"/>
                </a:lnTo>
                <a:lnTo>
                  <a:pt x="311052" y="107824"/>
                </a:lnTo>
                <a:lnTo>
                  <a:pt x="309819" y="109047"/>
                </a:lnTo>
                <a:lnTo>
                  <a:pt x="308553" y="110202"/>
                </a:lnTo>
                <a:lnTo>
                  <a:pt x="307252" y="111288"/>
                </a:lnTo>
                <a:lnTo>
                  <a:pt x="305916" y="112305"/>
                </a:lnTo>
                <a:lnTo>
                  <a:pt x="304547" y="113254"/>
                </a:lnTo>
                <a:lnTo>
                  <a:pt x="303143" y="114134"/>
                </a:lnTo>
                <a:lnTo>
                  <a:pt x="301733" y="114945"/>
                </a:lnTo>
                <a:lnTo>
                  <a:pt x="300341" y="115685"/>
                </a:lnTo>
                <a:lnTo>
                  <a:pt x="298968" y="116355"/>
                </a:lnTo>
                <a:lnTo>
                  <a:pt x="297615" y="116954"/>
                </a:lnTo>
                <a:lnTo>
                  <a:pt x="296282" y="117483"/>
                </a:lnTo>
                <a:lnTo>
                  <a:pt x="294967" y="117941"/>
                </a:lnTo>
                <a:lnTo>
                  <a:pt x="293672" y="118329"/>
                </a:lnTo>
                <a:lnTo>
                  <a:pt x="292397" y="118646"/>
                </a:lnTo>
                <a:lnTo>
                  <a:pt x="291140" y="118893"/>
                </a:lnTo>
                <a:lnTo>
                  <a:pt x="289903" y="119069"/>
                </a:lnTo>
                <a:lnTo>
                  <a:pt x="288685" y="119175"/>
                </a:lnTo>
                <a:lnTo>
                  <a:pt x="287487" y="119210"/>
                </a:lnTo>
                <a:lnTo>
                  <a:pt x="285836" y="119150"/>
                </a:lnTo>
                <a:lnTo>
                  <a:pt x="284214" y="118971"/>
                </a:lnTo>
                <a:lnTo>
                  <a:pt x="282621" y="118672"/>
                </a:lnTo>
                <a:lnTo>
                  <a:pt x="281055" y="118253"/>
                </a:lnTo>
                <a:lnTo>
                  <a:pt x="279518" y="117714"/>
                </a:lnTo>
                <a:lnTo>
                  <a:pt x="278009" y="117056"/>
                </a:lnTo>
                <a:lnTo>
                  <a:pt x="276528" y="116278"/>
                </a:lnTo>
                <a:lnTo>
                  <a:pt x="275075" y="115381"/>
                </a:lnTo>
                <a:lnTo>
                  <a:pt x="273651" y="114363"/>
                </a:lnTo>
                <a:lnTo>
                  <a:pt x="272255" y="113226"/>
                </a:lnTo>
                <a:lnTo>
                  <a:pt x="270887" y="111970"/>
                </a:lnTo>
                <a:lnTo>
                  <a:pt x="269547" y="110593"/>
                </a:lnTo>
                <a:lnTo>
                  <a:pt x="268277" y="109096"/>
                </a:lnTo>
                <a:lnTo>
                  <a:pt x="267117" y="107474"/>
                </a:lnTo>
                <a:lnTo>
                  <a:pt x="266068" y="105729"/>
                </a:lnTo>
                <a:lnTo>
                  <a:pt x="265129" y="103860"/>
                </a:lnTo>
                <a:lnTo>
                  <a:pt x="264300" y="101867"/>
                </a:lnTo>
                <a:lnTo>
                  <a:pt x="263582" y="99751"/>
                </a:lnTo>
                <a:lnTo>
                  <a:pt x="262975" y="97512"/>
                </a:lnTo>
                <a:lnTo>
                  <a:pt x="262478" y="95148"/>
                </a:lnTo>
                <a:lnTo>
                  <a:pt x="262091" y="92661"/>
                </a:lnTo>
                <a:lnTo>
                  <a:pt x="261815" y="90051"/>
                </a:lnTo>
                <a:lnTo>
                  <a:pt x="261649" y="87316"/>
                </a:lnTo>
                <a:lnTo>
                  <a:pt x="261594" y="84458"/>
                </a:lnTo>
                <a:lnTo>
                  <a:pt x="261631" y="82176"/>
                </a:lnTo>
                <a:lnTo>
                  <a:pt x="261741" y="79935"/>
                </a:lnTo>
                <a:lnTo>
                  <a:pt x="261924" y="77735"/>
                </a:lnTo>
                <a:lnTo>
                  <a:pt x="262181" y="75577"/>
                </a:lnTo>
                <a:lnTo>
                  <a:pt x="262510" y="73459"/>
                </a:lnTo>
                <a:lnTo>
                  <a:pt x="262914" y="71382"/>
                </a:lnTo>
                <a:lnTo>
                  <a:pt x="263390" y="69346"/>
                </a:lnTo>
                <a:lnTo>
                  <a:pt x="263940" y="67351"/>
                </a:lnTo>
                <a:lnTo>
                  <a:pt x="264563" y="65398"/>
                </a:lnTo>
                <a:lnTo>
                  <a:pt x="265260" y="63485"/>
                </a:lnTo>
                <a:lnTo>
                  <a:pt x="266029" y="61614"/>
                </a:lnTo>
                <a:lnTo>
                  <a:pt x="266872" y="59783"/>
                </a:lnTo>
                <a:lnTo>
                  <a:pt x="267777" y="58005"/>
                </a:lnTo>
                <a:lnTo>
                  <a:pt x="268731" y="56290"/>
                </a:lnTo>
                <a:lnTo>
                  <a:pt x="269735" y="54638"/>
                </a:lnTo>
                <a:lnTo>
                  <a:pt x="270788" y="53050"/>
                </a:lnTo>
                <a:lnTo>
                  <a:pt x="271890" y="51524"/>
                </a:lnTo>
                <a:lnTo>
                  <a:pt x="273042" y="50063"/>
                </a:lnTo>
                <a:lnTo>
                  <a:pt x="274244" y="48664"/>
                </a:lnTo>
                <a:lnTo>
                  <a:pt x="275495" y="47329"/>
                </a:lnTo>
                <a:lnTo>
                  <a:pt x="276796" y="46057"/>
                </a:lnTo>
                <a:lnTo>
                  <a:pt x="278146" y="44848"/>
                </a:lnTo>
                <a:lnTo>
                  <a:pt x="279546" y="43703"/>
                </a:lnTo>
                <a:lnTo>
                  <a:pt x="280996" y="42621"/>
                </a:lnTo>
                <a:lnTo>
                  <a:pt x="282499" y="41614"/>
                </a:lnTo>
                <a:lnTo>
                  <a:pt x="284061" y="40695"/>
                </a:lnTo>
                <a:lnTo>
                  <a:pt x="285681" y="39864"/>
                </a:lnTo>
                <a:lnTo>
                  <a:pt x="287360" y="39120"/>
                </a:lnTo>
                <a:lnTo>
                  <a:pt x="289097" y="38463"/>
                </a:lnTo>
                <a:lnTo>
                  <a:pt x="290893" y="37894"/>
                </a:lnTo>
                <a:lnTo>
                  <a:pt x="292747" y="37413"/>
                </a:lnTo>
                <a:lnTo>
                  <a:pt x="294659" y="37019"/>
                </a:lnTo>
                <a:lnTo>
                  <a:pt x="296630" y="36712"/>
                </a:lnTo>
                <a:lnTo>
                  <a:pt x="298660" y="36494"/>
                </a:lnTo>
                <a:lnTo>
                  <a:pt x="300748" y="36362"/>
                </a:lnTo>
                <a:lnTo>
                  <a:pt x="302894" y="36319"/>
                </a:lnTo>
                <a:lnTo>
                  <a:pt x="303551" y="36324"/>
                </a:lnTo>
                <a:lnTo>
                  <a:pt x="304261" y="36340"/>
                </a:lnTo>
                <a:lnTo>
                  <a:pt x="305025" y="36367"/>
                </a:lnTo>
                <a:lnTo>
                  <a:pt x="305842" y="36406"/>
                </a:lnTo>
                <a:lnTo>
                  <a:pt x="306713" y="36455"/>
                </a:lnTo>
                <a:lnTo>
                  <a:pt x="307637" y="36514"/>
                </a:lnTo>
                <a:lnTo>
                  <a:pt x="308615" y="36585"/>
                </a:lnTo>
                <a:lnTo>
                  <a:pt x="309646" y="36667"/>
                </a:lnTo>
                <a:lnTo>
                  <a:pt x="310731" y="36759"/>
                </a:lnTo>
                <a:lnTo>
                  <a:pt x="311869" y="36863"/>
                </a:lnTo>
                <a:lnTo>
                  <a:pt x="313061" y="36977"/>
                </a:lnTo>
                <a:lnTo>
                  <a:pt x="314307" y="37102"/>
                </a:lnTo>
                <a:lnTo>
                  <a:pt x="314505" y="37126"/>
                </a:lnTo>
                <a:lnTo>
                  <a:pt x="314719" y="37151"/>
                </a:lnTo>
                <a:lnTo>
                  <a:pt x="314949" y="37178"/>
                </a:lnTo>
                <a:lnTo>
                  <a:pt x="315194" y="37205"/>
                </a:lnTo>
                <a:lnTo>
                  <a:pt x="315456" y="37233"/>
                </a:lnTo>
                <a:lnTo>
                  <a:pt x="315733" y="37262"/>
                </a:lnTo>
                <a:lnTo>
                  <a:pt x="316026" y="37292"/>
                </a:lnTo>
                <a:lnTo>
                  <a:pt x="316335" y="37323"/>
                </a:lnTo>
                <a:lnTo>
                  <a:pt x="316660" y="37356"/>
                </a:lnTo>
                <a:lnTo>
                  <a:pt x="317001" y="37389"/>
                </a:lnTo>
                <a:lnTo>
                  <a:pt x="317358" y="37423"/>
                </a:lnTo>
                <a:lnTo>
                  <a:pt x="317730" y="37458"/>
                </a:lnTo>
                <a:lnTo>
                  <a:pt x="331069" y="37458"/>
                </a:lnTo>
                <a:lnTo>
                  <a:pt x="331069" y="93645"/>
                </a:lnTo>
                <a:lnTo>
                  <a:pt x="331090" y="96012"/>
                </a:lnTo>
                <a:lnTo>
                  <a:pt x="331152" y="98304"/>
                </a:lnTo>
                <a:lnTo>
                  <a:pt x="331256" y="100520"/>
                </a:lnTo>
                <a:lnTo>
                  <a:pt x="331402" y="102661"/>
                </a:lnTo>
                <a:lnTo>
                  <a:pt x="331589" y="104727"/>
                </a:lnTo>
                <a:lnTo>
                  <a:pt x="331818" y="106717"/>
                </a:lnTo>
                <a:lnTo>
                  <a:pt x="332088" y="108632"/>
                </a:lnTo>
                <a:lnTo>
                  <a:pt x="332400" y="110471"/>
                </a:lnTo>
                <a:lnTo>
                  <a:pt x="332754" y="112235"/>
                </a:lnTo>
                <a:lnTo>
                  <a:pt x="333149" y="113923"/>
                </a:lnTo>
                <a:lnTo>
                  <a:pt x="333586" y="115536"/>
                </a:lnTo>
                <a:lnTo>
                  <a:pt x="334065" y="117074"/>
                </a:lnTo>
                <a:lnTo>
                  <a:pt x="320227" y="117074"/>
                </a:lnTo>
                <a:lnTo>
                  <a:pt x="319970" y="115939"/>
                </a:lnTo>
                <a:lnTo>
                  <a:pt x="319722" y="114738"/>
                </a:lnTo>
                <a:lnTo>
                  <a:pt x="319482" y="113469"/>
                </a:lnTo>
                <a:lnTo>
                  <a:pt x="319252" y="112134"/>
                </a:lnTo>
                <a:lnTo>
                  <a:pt x="319031" y="110733"/>
                </a:lnTo>
                <a:lnTo>
                  <a:pt x="318818" y="109264"/>
                </a:lnTo>
                <a:lnTo>
                  <a:pt x="318615" y="107728"/>
                </a:lnTo>
                <a:lnTo>
                  <a:pt x="318420" y="106126"/>
                </a:lnTo>
                <a:lnTo>
                  <a:pt x="318234" y="104457"/>
                </a:lnTo>
                <a:lnTo>
                  <a:pt x="318057" y="102721"/>
                </a:lnTo>
                <a:lnTo>
                  <a:pt x="317889" y="100918"/>
                </a:lnTo>
                <a:lnTo>
                  <a:pt x="317730" y="99048"/>
                </a:lnTo>
                <a:moveTo>
                  <a:pt x="317730" y="83390"/>
                </a:moveTo>
                <a:lnTo>
                  <a:pt x="317730" y="49279"/>
                </a:lnTo>
                <a:lnTo>
                  <a:pt x="316560" y="48984"/>
                </a:lnTo>
                <a:lnTo>
                  <a:pt x="315404" y="48713"/>
                </a:lnTo>
                <a:lnTo>
                  <a:pt x="314262" y="48469"/>
                </a:lnTo>
                <a:lnTo>
                  <a:pt x="313134" y="48251"/>
                </a:lnTo>
                <a:lnTo>
                  <a:pt x="312019" y="48058"/>
                </a:lnTo>
                <a:lnTo>
                  <a:pt x="310918" y="47891"/>
                </a:lnTo>
                <a:lnTo>
                  <a:pt x="309832" y="47749"/>
                </a:lnTo>
                <a:lnTo>
                  <a:pt x="308759" y="47633"/>
                </a:lnTo>
                <a:lnTo>
                  <a:pt x="307700" y="47543"/>
                </a:lnTo>
                <a:lnTo>
                  <a:pt x="306654" y="47479"/>
                </a:lnTo>
                <a:lnTo>
                  <a:pt x="305623" y="47441"/>
                </a:lnTo>
                <a:lnTo>
                  <a:pt x="304606" y="47428"/>
                </a:lnTo>
                <a:lnTo>
                  <a:pt x="302589" y="47493"/>
                </a:lnTo>
                <a:lnTo>
                  <a:pt x="300630" y="47691"/>
                </a:lnTo>
                <a:lnTo>
                  <a:pt x="298728" y="48020"/>
                </a:lnTo>
                <a:lnTo>
                  <a:pt x="296882" y="48480"/>
                </a:lnTo>
                <a:lnTo>
                  <a:pt x="295094" y="49072"/>
                </a:lnTo>
                <a:lnTo>
                  <a:pt x="293362" y="49796"/>
                </a:lnTo>
                <a:lnTo>
                  <a:pt x="291688" y="50651"/>
                </a:lnTo>
                <a:lnTo>
                  <a:pt x="290070" y="51637"/>
                </a:lnTo>
                <a:lnTo>
                  <a:pt x="288510" y="52755"/>
                </a:lnTo>
                <a:lnTo>
                  <a:pt x="287006" y="54005"/>
                </a:lnTo>
                <a:lnTo>
                  <a:pt x="285560" y="55386"/>
                </a:lnTo>
                <a:lnTo>
                  <a:pt x="284170" y="56899"/>
                </a:lnTo>
                <a:lnTo>
                  <a:pt x="282865" y="58525"/>
                </a:lnTo>
                <a:lnTo>
                  <a:pt x="281674" y="60246"/>
                </a:lnTo>
                <a:lnTo>
                  <a:pt x="280597" y="62062"/>
                </a:lnTo>
                <a:lnTo>
                  <a:pt x="279632" y="63973"/>
                </a:lnTo>
                <a:lnTo>
                  <a:pt x="278782" y="65979"/>
                </a:lnTo>
                <a:lnTo>
                  <a:pt x="278044" y="68079"/>
                </a:lnTo>
                <a:lnTo>
                  <a:pt x="277421" y="70275"/>
                </a:lnTo>
                <a:lnTo>
                  <a:pt x="276910" y="72566"/>
                </a:lnTo>
                <a:lnTo>
                  <a:pt x="276513" y="74951"/>
                </a:lnTo>
                <a:lnTo>
                  <a:pt x="276229" y="77432"/>
                </a:lnTo>
                <a:lnTo>
                  <a:pt x="276059" y="80008"/>
                </a:lnTo>
                <a:lnTo>
                  <a:pt x="276003" y="82678"/>
                </a:lnTo>
                <a:lnTo>
                  <a:pt x="276034" y="84608"/>
                </a:lnTo>
                <a:lnTo>
                  <a:pt x="276126" y="86457"/>
                </a:lnTo>
                <a:lnTo>
                  <a:pt x="276281" y="88226"/>
                </a:lnTo>
                <a:lnTo>
                  <a:pt x="276498" y="89914"/>
                </a:lnTo>
                <a:lnTo>
                  <a:pt x="276777" y="91522"/>
                </a:lnTo>
                <a:lnTo>
                  <a:pt x="277117" y="93048"/>
                </a:lnTo>
                <a:lnTo>
                  <a:pt x="277520" y="94495"/>
                </a:lnTo>
                <a:lnTo>
                  <a:pt x="277984" y="95860"/>
                </a:lnTo>
                <a:lnTo>
                  <a:pt x="278510" y="97145"/>
                </a:lnTo>
                <a:lnTo>
                  <a:pt x="279099" y="98350"/>
                </a:lnTo>
                <a:lnTo>
                  <a:pt x="279749" y="99474"/>
                </a:lnTo>
                <a:lnTo>
                  <a:pt x="280461" y="100517"/>
                </a:lnTo>
                <a:lnTo>
                  <a:pt x="281212" y="101478"/>
                </a:lnTo>
                <a:lnTo>
                  <a:pt x="281981" y="102356"/>
                </a:lnTo>
                <a:lnTo>
                  <a:pt x="282768" y="103149"/>
                </a:lnTo>
                <a:lnTo>
                  <a:pt x="283571" y="103860"/>
                </a:lnTo>
                <a:lnTo>
                  <a:pt x="284392" y="104487"/>
                </a:lnTo>
                <a:lnTo>
                  <a:pt x="285231" y="105030"/>
                </a:lnTo>
                <a:lnTo>
                  <a:pt x="286087" y="105490"/>
                </a:lnTo>
                <a:lnTo>
                  <a:pt x="286960" y="105866"/>
                </a:lnTo>
                <a:lnTo>
                  <a:pt x="287850" y="106158"/>
                </a:lnTo>
                <a:lnTo>
                  <a:pt x="288758" y="106367"/>
                </a:lnTo>
                <a:lnTo>
                  <a:pt x="289683" y="106493"/>
                </a:lnTo>
                <a:lnTo>
                  <a:pt x="290625" y="106534"/>
                </a:lnTo>
                <a:lnTo>
                  <a:pt x="291668" y="106491"/>
                </a:lnTo>
                <a:lnTo>
                  <a:pt x="292729" y="106360"/>
                </a:lnTo>
                <a:lnTo>
                  <a:pt x="293808" y="106143"/>
                </a:lnTo>
                <a:lnTo>
                  <a:pt x="294905" y="105838"/>
                </a:lnTo>
                <a:lnTo>
                  <a:pt x="296019" y="105446"/>
                </a:lnTo>
                <a:lnTo>
                  <a:pt x="297152" y="104968"/>
                </a:lnTo>
                <a:lnTo>
                  <a:pt x="298302" y="104402"/>
                </a:lnTo>
                <a:lnTo>
                  <a:pt x="299470" y="103749"/>
                </a:lnTo>
                <a:lnTo>
                  <a:pt x="300656" y="103009"/>
                </a:lnTo>
                <a:lnTo>
                  <a:pt x="301860" y="102182"/>
                </a:lnTo>
                <a:lnTo>
                  <a:pt x="303081" y="101269"/>
                </a:lnTo>
                <a:lnTo>
                  <a:pt x="304320" y="100268"/>
                </a:lnTo>
                <a:lnTo>
                  <a:pt x="305558" y="99193"/>
                </a:lnTo>
                <a:lnTo>
                  <a:pt x="306773" y="98058"/>
                </a:lnTo>
                <a:lnTo>
                  <a:pt x="307967" y="96863"/>
                </a:lnTo>
                <a:lnTo>
                  <a:pt x="309139" y="95607"/>
                </a:lnTo>
                <a:lnTo>
                  <a:pt x="310289" y="94291"/>
                </a:lnTo>
                <a:lnTo>
                  <a:pt x="311418" y="92915"/>
                </a:lnTo>
                <a:lnTo>
                  <a:pt x="312524" y="91478"/>
                </a:lnTo>
                <a:lnTo>
                  <a:pt x="313609" y="89981"/>
                </a:lnTo>
                <a:lnTo>
                  <a:pt x="314672" y="88424"/>
                </a:lnTo>
                <a:lnTo>
                  <a:pt x="315713" y="86806"/>
                </a:lnTo>
                <a:lnTo>
                  <a:pt x="316733" y="85128"/>
                </a:lnTo>
                <a:lnTo>
                  <a:pt x="317730" y="83390"/>
                </a:lnTo>
                <a:close/>
                <a:moveTo>
                  <a:pt x="374423" y="117074"/>
                </a:moveTo>
                <a:lnTo>
                  <a:pt x="374423" y="13246"/>
                </a:lnTo>
                <a:lnTo>
                  <a:pt x="350599" y="13246"/>
                </a:lnTo>
                <a:lnTo>
                  <a:pt x="350599" y="2136"/>
                </a:lnTo>
                <a:lnTo>
                  <a:pt x="387690" y="2136"/>
                </a:lnTo>
                <a:lnTo>
                  <a:pt x="387690" y="105965"/>
                </a:lnTo>
                <a:lnTo>
                  <a:pt x="412584" y="105965"/>
                </a:lnTo>
                <a:lnTo>
                  <a:pt x="412584" y="117074"/>
                </a:lnTo>
                <a:lnTo>
                  <a:pt x="374423" y="117074"/>
                </a:lnTo>
                <a:close/>
                <a:moveTo>
                  <a:pt x="493886" y="99128"/>
                </a:moveTo>
                <a:lnTo>
                  <a:pt x="492858" y="100756"/>
                </a:lnTo>
                <a:lnTo>
                  <a:pt x="491796" y="102315"/>
                </a:lnTo>
                <a:lnTo>
                  <a:pt x="490701" y="103806"/>
                </a:lnTo>
                <a:lnTo>
                  <a:pt x="489570" y="105229"/>
                </a:lnTo>
                <a:lnTo>
                  <a:pt x="488406" y="106583"/>
                </a:lnTo>
                <a:lnTo>
                  <a:pt x="487208" y="107870"/>
                </a:lnTo>
                <a:lnTo>
                  <a:pt x="485975" y="109088"/>
                </a:lnTo>
                <a:lnTo>
                  <a:pt x="484708" y="110237"/>
                </a:lnTo>
                <a:lnTo>
                  <a:pt x="483407" y="111319"/>
                </a:lnTo>
                <a:lnTo>
                  <a:pt x="482072" y="112332"/>
                </a:lnTo>
                <a:lnTo>
                  <a:pt x="480703" y="113277"/>
                </a:lnTo>
                <a:lnTo>
                  <a:pt x="479299" y="114154"/>
                </a:lnTo>
                <a:lnTo>
                  <a:pt x="477888" y="114962"/>
                </a:lnTo>
                <a:lnTo>
                  <a:pt x="476496" y="115699"/>
                </a:lnTo>
                <a:lnTo>
                  <a:pt x="475124" y="116366"/>
                </a:lnTo>
                <a:lnTo>
                  <a:pt x="473771" y="116963"/>
                </a:lnTo>
                <a:lnTo>
                  <a:pt x="472437" y="117490"/>
                </a:lnTo>
                <a:lnTo>
                  <a:pt x="471123" y="117946"/>
                </a:lnTo>
                <a:lnTo>
                  <a:pt x="469828" y="118332"/>
                </a:lnTo>
                <a:lnTo>
                  <a:pt x="468552" y="118648"/>
                </a:lnTo>
                <a:lnTo>
                  <a:pt x="467296" y="118894"/>
                </a:lnTo>
                <a:lnTo>
                  <a:pt x="466058" y="119070"/>
                </a:lnTo>
                <a:lnTo>
                  <a:pt x="464841" y="119175"/>
                </a:lnTo>
                <a:lnTo>
                  <a:pt x="463642" y="119210"/>
                </a:lnTo>
                <a:lnTo>
                  <a:pt x="461992" y="119150"/>
                </a:lnTo>
                <a:lnTo>
                  <a:pt x="460370" y="118971"/>
                </a:lnTo>
                <a:lnTo>
                  <a:pt x="458776" y="118672"/>
                </a:lnTo>
                <a:lnTo>
                  <a:pt x="457211" y="118253"/>
                </a:lnTo>
                <a:lnTo>
                  <a:pt x="455673" y="117714"/>
                </a:lnTo>
                <a:lnTo>
                  <a:pt x="454164" y="117056"/>
                </a:lnTo>
                <a:lnTo>
                  <a:pt x="452683" y="116278"/>
                </a:lnTo>
                <a:lnTo>
                  <a:pt x="451231" y="115381"/>
                </a:lnTo>
                <a:lnTo>
                  <a:pt x="449806" y="114363"/>
                </a:lnTo>
                <a:lnTo>
                  <a:pt x="448410" y="113226"/>
                </a:lnTo>
                <a:lnTo>
                  <a:pt x="447042" y="111970"/>
                </a:lnTo>
                <a:lnTo>
                  <a:pt x="445703" y="110593"/>
                </a:lnTo>
                <a:lnTo>
                  <a:pt x="444432" y="109096"/>
                </a:lnTo>
                <a:lnTo>
                  <a:pt x="443273" y="107474"/>
                </a:lnTo>
                <a:lnTo>
                  <a:pt x="442223" y="105729"/>
                </a:lnTo>
                <a:lnTo>
                  <a:pt x="441284" y="103860"/>
                </a:lnTo>
                <a:lnTo>
                  <a:pt x="440456" y="101867"/>
                </a:lnTo>
                <a:lnTo>
                  <a:pt x="439738" y="99751"/>
                </a:lnTo>
                <a:lnTo>
                  <a:pt x="439130" y="97512"/>
                </a:lnTo>
                <a:lnTo>
                  <a:pt x="438633" y="95148"/>
                </a:lnTo>
                <a:lnTo>
                  <a:pt x="438247" y="92661"/>
                </a:lnTo>
                <a:lnTo>
                  <a:pt x="437970" y="90051"/>
                </a:lnTo>
                <a:lnTo>
                  <a:pt x="437805" y="87316"/>
                </a:lnTo>
                <a:lnTo>
                  <a:pt x="437749" y="84458"/>
                </a:lnTo>
                <a:lnTo>
                  <a:pt x="437786" y="82176"/>
                </a:lnTo>
                <a:lnTo>
                  <a:pt x="437896" y="79935"/>
                </a:lnTo>
                <a:lnTo>
                  <a:pt x="438079" y="77735"/>
                </a:lnTo>
                <a:lnTo>
                  <a:pt x="438336" y="75577"/>
                </a:lnTo>
                <a:lnTo>
                  <a:pt x="438666" y="73459"/>
                </a:lnTo>
                <a:lnTo>
                  <a:pt x="439069" y="71382"/>
                </a:lnTo>
                <a:lnTo>
                  <a:pt x="439546" y="69346"/>
                </a:lnTo>
                <a:lnTo>
                  <a:pt x="440095" y="67351"/>
                </a:lnTo>
                <a:lnTo>
                  <a:pt x="440719" y="65398"/>
                </a:lnTo>
                <a:lnTo>
                  <a:pt x="441415" y="63485"/>
                </a:lnTo>
                <a:lnTo>
                  <a:pt x="442185" y="61614"/>
                </a:lnTo>
                <a:lnTo>
                  <a:pt x="443028" y="59783"/>
                </a:lnTo>
                <a:lnTo>
                  <a:pt x="443932" y="58005"/>
                </a:lnTo>
                <a:lnTo>
                  <a:pt x="444886" y="56290"/>
                </a:lnTo>
                <a:lnTo>
                  <a:pt x="445890" y="54638"/>
                </a:lnTo>
                <a:lnTo>
                  <a:pt x="446943" y="53050"/>
                </a:lnTo>
                <a:lnTo>
                  <a:pt x="448046" y="51524"/>
                </a:lnTo>
                <a:lnTo>
                  <a:pt x="449198" y="50063"/>
                </a:lnTo>
                <a:lnTo>
                  <a:pt x="450400" y="48664"/>
                </a:lnTo>
                <a:lnTo>
                  <a:pt x="451651" y="47329"/>
                </a:lnTo>
                <a:lnTo>
                  <a:pt x="452952" y="46057"/>
                </a:lnTo>
                <a:lnTo>
                  <a:pt x="454302" y="44848"/>
                </a:lnTo>
                <a:lnTo>
                  <a:pt x="455702" y="43703"/>
                </a:lnTo>
                <a:lnTo>
                  <a:pt x="457151" y="42621"/>
                </a:lnTo>
                <a:lnTo>
                  <a:pt x="458655" y="41614"/>
                </a:lnTo>
                <a:lnTo>
                  <a:pt x="460216" y="40695"/>
                </a:lnTo>
                <a:lnTo>
                  <a:pt x="461837" y="39864"/>
                </a:lnTo>
                <a:lnTo>
                  <a:pt x="463515" y="39120"/>
                </a:lnTo>
                <a:lnTo>
                  <a:pt x="465252" y="38463"/>
                </a:lnTo>
                <a:lnTo>
                  <a:pt x="467048" y="37894"/>
                </a:lnTo>
                <a:lnTo>
                  <a:pt x="468902" y="37413"/>
                </a:lnTo>
                <a:lnTo>
                  <a:pt x="470815" y="37019"/>
                </a:lnTo>
                <a:lnTo>
                  <a:pt x="472786" y="36712"/>
                </a:lnTo>
                <a:lnTo>
                  <a:pt x="474815" y="36494"/>
                </a:lnTo>
                <a:lnTo>
                  <a:pt x="476903" y="36362"/>
                </a:lnTo>
                <a:lnTo>
                  <a:pt x="479049" y="36319"/>
                </a:lnTo>
                <a:lnTo>
                  <a:pt x="479706" y="36324"/>
                </a:lnTo>
                <a:lnTo>
                  <a:pt x="480416" y="36340"/>
                </a:lnTo>
                <a:lnTo>
                  <a:pt x="481180" y="36367"/>
                </a:lnTo>
                <a:lnTo>
                  <a:pt x="481998" y="36406"/>
                </a:lnTo>
                <a:lnTo>
                  <a:pt x="482868" y="36455"/>
                </a:lnTo>
                <a:lnTo>
                  <a:pt x="483793" y="36514"/>
                </a:lnTo>
                <a:lnTo>
                  <a:pt x="484771" y="36585"/>
                </a:lnTo>
                <a:lnTo>
                  <a:pt x="485802" y="36667"/>
                </a:lnTo>
                <a:lnTo>
                  <a:pt x="486887" y="36759"/>
                </a:lnTo>
                <a:lnTo>
                  <a:pt x="488025" y="36863"/>
                </a:lnTo>
                <a:lnTo>
                  <a:pt x="489217" y="36977"/>
                </a:lnTo>
                <a:lnTo>
                  <a:pt x="490462" y="37102"/>
                </a:lnTo>
                <a:lnTo>
                  <a:pt x="490660" y="37126"/>
                </a:lnTo>
                <a:lnTo>
                  <a:pt x="490874" y="37151"/>
                </a:lnTo>
                <a:lnTo>
                  <a:pt x="491104" y="37178"/>
                </a:lnTo>
                <a:lnTo>
                  <a:pt x="491350" y="37205"/>
                </a:lnTo>
                <a:lnTo>
                  <a:pt x="491611" y="37233"/>
                </a:lnTo>
                <a:lnTo>
                  <a:pt x="491889" y="37262"/>
                </a:lnTo>
                <a:lnTo>
                  <a:pt x="492182" y="37292"/>
                </a:lnTo>
                <a:lnTo>
                  <a:pt x="492491" y="37323"/>
                </a:lnTo>
                <a:lnTo>
                  <a:pt x="492816" y="37356"/>
                </a:lnTo>
                <a:lnTo>
                  <a:pt x="493157" y="37389"/>
                </a:lnTo>
                <a:lnTo>
                  <a:pt x="493513" y="37423"/>
                </a:lnTo>
                <a:lnTo>
                  <a:pt x="493886" y="37458"/>
                </a:lnTo>
                <a:lnTo>
                  <a:pt x="507224" y="37458"/>
                </a:lnTo>
                <a:lnTo>
                  <a:pt x="507224" y="93716"/>
                </a:lnTo>
                <a:lnTo>
                  <a:pt x="507221" y="96954"/>
                </a:lnTo>
                <a:lnTo>
                  <a:pt x="507210" y="99976"/>
                </a:lnTo>
                <a:lnTo>
                  <a:pt x="507191" y="102780"/>
                </a:lnTo>
                <a:lnTo>
                  <a:pt x="507165" y="105367"/>
                </a:lnTo>
                <a:lnTo>
                  <a:pt x="507132" y="107737"/>
                </a:lnTo>
                <a:lnTo>
                  <a:pt x="507091" y="109890"/>
                </a:lnTo>
                <a:lnTo>
                  <a:pt x="507042" y="111826"/>
                </a:lnTo>
                <a:lnTo>
                  <a:pt x="506987" y="113545"/>
                </a:lnTo>
                <a:lnTo>
                  <a:pt x="506924" y="115046"/>
                </a:lnTo>
                <a:lnTo>
                  <a:pt x="506853" y="116331"/>
                </a:lnTo>
                <a:lnTo>
                  <a:pt x="506775" y="117398"/>
                </a:lnTo>
                <a:lnTo>
                  <a:pt x="506690" y="118249"/>
                </a:lnTo>
                <a:lnTo>
                  <a:pt x="506596" y="118991"/>
                </a:lnTo>
                <a:lnTo>
                  <a:pt x="506492" y="119735"/>
                </a:lnTo>
                <a:lnTo>
                  <a:pt x="506380" y="120481"/>
                </a:lnTo>
                <a:lnTo>
                  <a:pt x="506258" y="121228"/>
                </a:lnTo>
                <a:lnTo>
                  <a:pt x="506126" y="121976"/>
                </a:lnTo>
                <a:lnTo>
                  <a:pt x="505985" y="122726"/>
                </a:lnTo>
                <a:lnTo>
                  <a:pt x="505835" y="123478"/>
                </a:lnTo>
                <a:lnTo>
                  <a:pt x="505675" y="124231"/>
                </a:lnTo>
                <a:lnTo>
                  <a:pt x="505506" y="124985"/>
                </a:lnTo>
                <a:lnTo>
                  <a:pt x="505327" y="125741"/>
                </a:lnTo>
                <a:lnTo>
                  <a:pt x="505139" y="126498"/>
                </a:lnTo>
                <a:lnTo>
                  <a:pt x="504942" y="127257"/>
                </a:lnTo>
                <a:lnTo>
                  <a:pt x="504416" y="128995"/>
                </a:lnTo>
                <a:lnTo>
                  <a:pt x="503788" y="130670"/>
                </a:lnTo>
                <a:lnTo>
                  <a:pt x="503058" y="132282"/>
                </a:lnTo>
                <a:lnTo>
                  <a:pt x="502227" y="133833"/>
                </a:lnTo>
                <a:lnTo>
                  <a:pt x="501295" y="135321"/>
                </a:lnTo>
                <a:lnTo>
                  <a:pt x="500261" y="136746"/>
                </a:lnTo>
                <a:lnTo>
                  <a:pt x="499125" y="138110"/>
                </a:lnTo>
                <a:lnTo>
                  <a:pt x="497888" y="139411"/>
                </a:lnTo>
                <a:lnTo>
                  <a:pt x="496550" y="140650"/>
                </a:lnTo>
                <a:lnTo>
                  <a:pt x="495109" y="141826"/>
                </a:lnTo>
                <a:lnTo>
                  <a:pt x="493568" y="142940"/>
                </a:lnTo>
                <a:lnTo>
                  <a:pt x="491924" y="143992"/>
                </a:lnTo>
                <a:lnTo>
                  <a:pt x="490201" y="144970"/>
                </a:lnTo>
                <a:lnTo>
                  <a:pt x="488418" y="145864"/>
                </a:lnTo>
                <a:lnTo>
                  <a:pt x="486577" y="146672"/>
                </a:lnTo>
                <a:lnTo>
                  <a:pt x="484676" y="147395"/>
                </a:lnTo>
                <a:lnTo>
                  <a:pt x="482717" y="148033"/>
                </a:lnTo>
                <a:lnTo>
                  <a:pt x="480699" y="148585"/>
                </a:lnTo>
                <a:lnTo>
                  <a:pt x="478622" y="149053"/>
                </a:lnTo>
                <a:lnTo>
                  <a:pt x="476485" y="149436"/>
                </a:lnTo>
                <a:lnTo>
                  <a:pt x="474290" y="149734"/>
                </a:lnTo>
                <a:lnTo>
                  <a:pt x="472036" y="149946"/>
                </a:lnTo>
                <a:lnTo>
                  <a:pt x="469723" y="150074"/>
                </a:lnTo>
                <a:lnTo>
                  <a:pt x="467351" y="150117"/>
                </a:lnTo>
                <a:lnTo>
                  <a:pt x="464935" y="150065"/>
                </a:lnTo>
                <a:lnTo>
                  <a:pt x="462515" y="149910"/>
                </a:lnTo>
                <a:lnTo>
                  <a:pt x="460089" y="149651"/>
                </a:lnTo>
                <a:lnTo>
                  <a:pt x="457658" y="149288"/>
                </a:lnTo>
                <a:lnTo>
                  <a:pt x="455223" y="148823"/>
                </a:lnTo>
                <a:lnTo>
                  <a:pt x="452782" y="148253"/>
                </a:lnTo>
                <a:lnTo>
                  <a:pt x="450337" y="147580"/>
                </a:lnTo>
                <a:lnTo>
                  <a:pt x="447886" y="146804"/>
                </a:lnTo>
                <a:lnTo>
                  <a:pt x="445431" y="145924"/>
                </a:lnTo>
                <a:lnTo>
                  <a:pt x="442970" y="144941"/>
                </a:lnTo>
                <a:lnTo>
                  <a:pt x="440505" y="143854"/>
                </a:lnTo>
                <a:lnTo>
                  <a:pt x="438035" y="142664"/>
                </a:lnTo>
                <a:lnTo>
                  <a:pt x="438035" y="129287"/>
                </a:lnTo>
                <a:lnTo>
                  <a:pt x="438992" y="129919"/>
                </a:lnTo>
                <a:lnTo>
                  <a:pt x="439985" y="130540"/>
                </a:lnTo>
                <a:lnTo>
                  <a:pt x="441015" y="131147"/>
                </a:lnTo>
                <a:lnTo>
                  <a:pt x="442081" y="131743"/>
                </a:lnTo>
                <a:lnTo>
                  <a:pt x="443183" y="132326"/>
                </a:lnTo>
                <a:lnTo>
                  <a:pt x="444321" y="132897"/>
                </a:lnTo>
                <a:lnTo>
                  <a:pt x="445495" y="133455"/>
                </a:lnTo>
                <a:lnTo>
                  <a:pt x="446705" y="134002"/>
                </a:lnTo>
                <a:lnTo>
                  <a:pt x="447952" y="134536"/>
                </a:lnTo>
                <a:lnTo>
                  <a:pt x="449235" y="135057"/>
                </a:lnTo>
                <a:lnTo>
                  <a:pt x="450553" y="135566"/>
                </a:lnTo>
                <a:lnTo>
                  <a:pt x="451908" y="136063"/>
                </a:lnTo>
                <a:lnTo>
                  <a:pt x="453278" y="136533"/>
                </a:lnTo>
                <a:lnTo>
                  <a:pt x="454640" y="136963"/>
                </a:lnTo>
                <a:lnTo>
                  <a:pt x="455994" y="137351"/>
                </a:lnTo>
                <a:lnTo>
                  <a:pt x="457341" y="137699"/>
                </a:lnTo>
                <a:lnTo>
                  <a:pt x="458681" y="138005"/>
                </a:lnTo>
                <a:lnTo>
                  <a:pt x="460013" y="138271"/>
                </a:lnTo>
                <a:lnTo>
                  <a:pt x="461338" y="138496"/>
                </a:lnTo>
                <a:lnTo>
                  <a:pt x="462655" y="138680"/>
                </a:lnTo>
                <a:lnTo>
                  <a:pt x="463965" y="138823"/>
                </a:lnTo>
                <a:lnTo>
                  <a:pt x="465268" y="138926"/>
                </a:lnTo>
                <a:lnTo>
                  <a:pt x="466563" y="138987"/>
                </a:lnTo>
                <a:lnTo>
                  <a:pt x="467851" y="139007"/>
                </a:lnTo>
                <a:lnTo>
                  <a:pt x="468857" y="138994"/>
                </a:lnTo>
                <a:lnTo>
                  <a:pt x="469854" y="138954"/>
                </a:lnTo>
                <a:lnTo>
                  <a:pt x="470842" y="138887"/>
                </a:lnTo>
                <a:lnTo>
                  <a:pt x="471821" y="138794"/>
                </a:lnTo>
                <a:lnTo>
                  <a:pt x="472792" y="138674"/>
                </a:lnTo>
                <a:lnTo>
                  <a:pt x="473753" y="138527"/>
                </a:lnTo>
                <a:lnTo>
                  <a:pt x="474706" y="138354"/>
                </a:lnTo>
                <a:lnTo>
                  <a:pt x="475649" y="138154"/>
                </a:lnTo>
                <a:lnTo>
                  <a:pt x="476584" y="137927"/>
                </a:lnTo>
                <a:lnTo>
                  <a:pt x="477510" y="137674"/>
                </a:lnTo>
                <a:lnTo>
                  <a:pt x="478427" y="137394"/>
                </a:lnTo>
                <a:lnTo>
                  <a:pt x="479335" y="137087"/>
                </a:lnTo>
                <a:lnTo>
                  <a:pt x="480224" y="136755"/>
                </a:lnTo>
                <a:lnTo>
                  <a:pt x="481084" y="136400"/>
                </a:lnTo>
                <a:lnTo>
                  <a:pt x="481916" y="136021"/>
                </a:lnTo>
                <a:lnTo>
                  <a:pt x="482719" y="135618"/>
                </a:lnTo>
                <a:lnTo>
                  <a:pt x="483493" y="135192"/>
                </a:lnTo>
                <a:lnTo>
                  <a:pt x="484239" y="134742"/>
                </a:lnTo>
                <a:lnTo>
                  <a:pt x="484955" y="134268"/>
                </a:lnTo>
                <a:lnTo>
                  <a:pt x="485643" y="133770"/>
                </a:lnTo>
                <a:lnTo>
                  <a:pt x="486303" y="133249"/>
                </a:lnTo>
                <a:lnTo>
                  <a:pt x="486933" y="132704"/>
                </a:lnTo>
                <a:lnTo>
                  <a:pt x="487535" y="132136"/>
                </a:lnTo>
                <a:lnTo>
                  <a:pt x="488108" y="131543"/>
                </a:lnTo>
                <a:lnTo>
                  <a:pt x="488652" y="130931"/>
                </a:lnTo>
                <a:lnTo>
                  <a:pt x="489166" y="130302"/>
                </a:lnTo>
                <a:lnTo>
                  <a:pt x="489651" y="129657"/>
                </a:lnTo>
                <a:lnTo>
                  <a:pt x="490105" y="128996"/>
                </a:lnTo>
                <a:lnTo>
                  <a:pt x="490530" y="128319"/>
                </a:lnTo>
                <a:lnTo>
                  <a:pt x="490926" y="127625"/>
                </a:lnTo>
                <a:lnTo>
                  <a:pt x="491291" y="126915"/>
                </a:lnTo>
                <a:lnTo>
                  <a:pt x="491627" y="126189"/>
                </a:lnTo>
                <a:lnTo>
                  <a:pt x="491933" y="125446"/>
                </a:lnTo>
                <a:lnTo>
                  <a:pt x="492210" y="124687"/>
                </a:lnTo>
                <a:lnTo>
                  <a:pt x="492456" y="123912"/>
                </a:lnTo>
                <a:lnTo>
                  <a:pt x="492673" y="123120"/>
                </a:lnTo>
                <a:lnTo>
                  <a:pt x="492867" y="122299"/>
                </a:lnTo>
                <a:lnTo>
                  <a:pt x="493044" y="121433"/>
                </a:lnTo>
                <a:lnTo>
                  <a:pt x="493204" y="120523"/>
                </a:lnTo>
                <a:lnTo>
                  <a:pt x="493347" y="119570"/>
                </a:lnTo>
                <a:lnTo>
                  <a:pt x="493473" y="118573"/>
                </a:lnTo>
                <a:lnTo>
                  <a:pt x="493583" y="117531"/>
                </a:lnTo>
                <a:lnTo>
                  <a:pt x="493675" y="116446"/>
                </a:lnTo>
                <a:lnTo>
                  <a:pt x="493751" y="115316"/>
                </a:lnTo>
                <a:lnTo>
                  <a:pt x="493810" y="114143"/>
                </a:lnTo>
                <a:lnTo>
                  <a:pt x="493852" y="112926"/>
                </a:lnTo>
                <a:lnTo>
                  <a:pt x="493877" y="111665"/>
                </a:lnTo>
                <a:lnTo>
                  <a:pt x="493886" y="110360"/>
                </a:lnTo>
                <a:lnTo>
                  <a:pt x="493886" y="99128"/>
                </a:lnTo>
                <a:moveTo>
                  <a:pt x="493886" y="83390"/>
                </a:moveTo>
                <a:lnTo>
                  <a:pt x="493886" y="49279"/>
                </a:lnTo>
                <a:lnTo>
                  <a:pt x="492716" y="48984"/>
                </a:lnTo>
                <a:lnTo>
                  <a:pt x="491560" y="48713"/>
                </a:lnTo>
                <a:lnTo>
                  <a:pt x="490417" y="48469"/>
                </a:lnTo>
                <a:lnTo>
                  <a:pt x="489289" y="48251"/>
                </a:lnTo>
                <a:lnTo>
                  <a:pt x="488175" y="48058"/>
                </a:lnTo>
                <a:lnTo>
                  <a:pt x="487074" y="47891"/>
                </a:lnTo>
                <a:lnTo>
                  <a:pt x="485987" y="47749"/>
                </a:lnTo>
                <a:lnTo>
                  <a:pt x="484914" y="47633"/>
                </a:lnTo>
                <a:lnTo>
                  <a:pt x="483855" y="47543"/>
                </a:lnTo>
                <a:lnTo>
                  <a:pt x="482810" y="47479"/>
                </a:lnTo>
                <a:lnTo>
                  <a:pt x="481779" y="47441"/>
                </a:lnTo>
                <a:lnTo>
                  <a:pt x="480761" y="47428"/>
                </a:lnTo>
                <a:lnTo>
                  <a:pt x="478745" y="47493"/>
                </a:lnTo>
                <a:lnTo>
                  <a:pt x="476786" y="47691"/>
                </a:lnTo>
                <a:lnTo>
                  <a:pt x="474883" y="48020"/>
                </a:lnTo>
                <a:lnTo>
                  <a:pt x="473038" y="48480"/>
                </a:lnTo>
                <a:lnTo>
                  <a:pt x="471249" y="49072"/>
                </a:lnTo>
                <a:lnTo>
                  <a:pt x="469518" y="49796"/>
                </a:lnTo>
                <a:lnTo>
                  <a:pt x="467843" y="50651"/>
                </a:lnTo>
                <a:lnTo>
                  <a:pt x="466226" y="51637"/>
                </a:lnTo>
                <a:lnTo>
                  <a:pt x="464665" y="52755"/>
                </a:lnTo>
                <a:lnTo>
                  <a:pt x="463162" y="54005"/>
                </a:lnTo>
                <a:lnTo>
                  <a:pt x="461715" y="55386"/>
                </a:lnTo>
                <a:lnTo>
                  <a:pt x="460325" y="56899"/>
                </a:lnTo>
                <a:lnTo>
                  <a:pt x="459021" y="58525"/>
                </a:lnTo>
                <a:lnTo>
                  <a:pt x="457830" y="60246"/>
                </a:lnTo>
                <a:lnTo>
                  <a:pt x="456752" y="62062"/>
                </a:lnTo>
                <a:lnTo>
                  <a:pt x="455788" y="63973"/>
                </a:lnTo>
                <a:lnTo>
                  <a:pt x="454937" y="65979"/>
                </a:lnTo>
                <a:lnTo>
                  <a:pt x="454200" y="68079"/>
                </a:lnTo>
                <a:lnTo>
                  <a:pt x="453576" y="70275"/>
                </a:lnTo>
                <a:lnTo>
                  <a:pt x="453066" y="72566"/>
                </a:lnTo>
                <a:lnTo>
                  <a:pt x="452669" y="74951"/>
                </a:lnTo>
                <a:lnTo>
                  <a:pt x="452385" y="77432"/>
                </a:lnTo>
                <a:lnTo>
                  <a:pt x="452215" y="80008"/>
                </a:lnTo>
                <a:lnTo>
                  <a:pt x="452158" y="82678"/>
                </a:lnTo>
                <a:lnTo>
                  <a:pt x="452189" y="84608"/>
                </a:lnTo>
                <a:lnTo>
                  <a:pt x="452282" y="86457"/>
                </a:lnTo>
                <a:lnTo>
                  <a:pt x="452437" y="88226"/>
                </a:lnTo>
                <a:lnTo>
                  <a:pt x="452653" y="89914"/>
                </a:lnTo>
                <a:lnTo>
                  <a:pt x="452932" y="91522"/>
                </a:lnTo>
                <a:lnTo>
                  <a:pt x="453273" y="93048"/>
                </a:lnTo>
                <a:lnTo>
                  <a:pt x="453675" y="94495"/>
                </a:lnTo>
                <a:lnTo>
                  <a:pt x="454139" y="95860"/>
                </a:lnTo>
                <a:lnTo>
                  <a:pt x="454666" y="97145"/>
                </a:lnTo>
                <a:lnTo>
                  <a:pt x="455254" y="98350"/>
                </a:lnTo>
                <a:lnTo>
                  <a:pt x="455904" y="99474"/>
                </a:lnTo>
                <a:lnTo>
                  <a:pt x="456616" y="100517"/>
                </a:lnTo>
                <a:lnTo>
                  <a:pt x="457368" y="101478"/>
                </a:lnTo>
                <a:lnTo>
                  <a:pt x="458137" y="102356"/>
                </a:lnTo>
                <a:lnTo>
                  <a:pt x="458923" y="103149"/>
                </a:lnTo>
                <a:lnTo>
                  <a:pt x="459727" y="103860"/>
                </a:lnTo>
                <a:lnTo>
                  <a:pt x="460548" y="104487"/>
                </a:lnTo>
                <a:lnTo>
                  <a:pt x="461386" y="105030"/>
                </a:lnTo>
                <a:lnTo>
                  <a:pt x="462242" y="105490"/>
                </a:lnTo>
                <a:lnTo>
                  <a:pt x="463115" y="105866"/>
                </a:lnTo>
                <a:lnTo>
                  <a:pt x="464005" y="106158"/>
                </a:lnTo>
                <a:lnTo>
                  <a:pt x="464913" y="106367"/>
                </a:lnTo>
                <a:lnTo>
                  <a:pt x="465838" y="106493"/>
                </a:lnTo>
                <a:lnTo>
                  <a:pt x="466781" y="106534"/>
                </a:lnTo>
                <a:lnTo>
                  <a:pt x="467824" y="106491"/>
                </a:lnTo>
                <a:lnTo>
                  <a:pt x="468885" y="106360"/>
                </a:lnTo>
                <a:lnTo>
                  <a:pt x="469964" y="106143"/>
                </a:lnTo>
                <a:lnTo>
                  <a:pt x="471060" y="105838"/>
                </a:lnTo>
                <a:lnTo>
                  <a:pt x="472175" y="105446"/>
                </a:lnTo>
                <a:lnTo>
                  <a:pt x="473307" y="104968"/>
                </a:lnTo>
                <a:lnTo>
                  <a:pt x="474457" y="104402"/>
                </a:lnTo>
                <a:lnTo>
                  <a:pt x="475625" y="103749"/>
                </a:lnTo>
                <a:lnTo>
                  <a:pt x="476811" y="103009"/>
                </a:lnTo>
                <a:lnTo>
                  <a:pt x="478015" y="102182"/>
                </a:lnTo>
                <a:lnTo>
                  <a:pt x="479237" y="101269"/>
                </a:lnTo>
                <a:lnTo>
                  <a:pt x="480476" y="100268"/>
                </a:lnTo>
                <a:lnTo>
                  <a:pt x="481713" y="99193"/>
                </a:lnTo>
                <a:lnTo>
                  <a:pt x="482929" y="98058"/>
                </a:lnTo>
                <a:lnTo>
                  <a:pt x="484123" y="96863"/>
                </a:lnTo>
                <a:lnTo>
                  <a:pt x="485295" y="95607"/>
                </a:lnTo>
                <a:lnTo>
                  <a:pt x="486445" y="94291"/>
                </a:lnTo>
                <a:lnTo>
                  <a:pt x="487573" y="92915"/>
                </a:lnTo>
                <a:lnTo>
                  <a:pt x="488680" y="91478"/>
                </a:lnTo>
                <a:lnTo>
                  <a:pt x="489765" y="89981"/>
                </a:lnTo>
                <a:lnTo>
                  <a:pt x="490828" y="88424"/>
                </a:lnTo>
                <a:lnTo>
                  <a:pt x="491869" y="86806"/>
                </a:lnTo>
                <a:lnTo>
                  <a:pt x="492888" y="85128"/>
                </a:lnTo>
                <a:lnTo>
                  <a:pt x="493886" y="83390"/>
                </a:lnTo>
                <a:close/>
                <a:moveTo>
                  <a:pt x="547511" y="147980"/>
                </a:moveTo>
                <a:lnTo>
                  <a:pt x="547511" y="139150"/>
                </a:lnTo>
                <a:lnTo>
                  <a:pt x="548350" y="138916"/>
                </a:lnTo>
                <a:lnTo>
                  <a:pt x="549155" y="138666"/>
                </a:lnTo>
                <a:lnTo>
                  <a:pt x="549925" y="138400"/>
                </a:lnTo>
                <a:lnTo>
                  <a:pt x="550662" y="138117"/>
                </a:lnTo>
                <a:lnTo>
                  <a:pt x="551364" y="137818"/>
                </a:lnTo>
                <a:lnTo>
                  <a:pt x="552032" y="137503"/>
                </a:lnTo>
                <a:lnTo>
                  <a:pt x="552666" y="137171"/>
                </a:lnTo>
                <a:lnTo>
                  <a:pt x="553265" y="136823"/>
                </a:lnTo>
                <a:lnTo>
                  <a:pt x="553831" y="136459"/>
                </a:lnTo>
                <a:lnTo>
                  <a:pt x="554362" y="136079"/>
                </a:lnTo>
                <a:lnTo>
                  <a:pt x="554859" y="135682"/>
                </a:lnTo>
                <a:lnTo>
                  <a:pt x="555322" y="135269"/>
                </a:lnTo>
                <a:lnTo>
                  <a:pt x="555760" y="134838"/>
                </a:lnTo>
                <a:lnTo>
                  <a:pt x="556184" y="134388"/>
                </a:lnTo>
                <a:lnTo>
                  <a:pt x="556592" y="133920"/>
                </a:lnTo>
                <a:lnTo>
                  <a:pt x="556986" y="133433"/>
                </a:lnTo>
                <a:lnTo>
                  <a:pt x="557365" y="132927"/>
                </a:lnTo>
                <a:lnTo>
                  <a:pt x="557729" y="132402"/>
                </a:lnTo>
                <a:lnTo>
                  <a:pt x="558079" y="131859"/>
                </a:lnTo>
                <a:lnTo>
                  <a:pt x="558413" y="131297"/>
                </a:lnTo>
                <a:lnTo>
                  <a:pt x="558732" y="130716"/>
                </a:lnTo>
                <a:lnTo>
                  <a:pt x="559037" y="130116"/>
                </a:lnTo>
                <a:lnTo>
                  <a:pt x="559327" y="129497"/>
                </a:lnTo>
                <a:lnTo>
                  <a:pt x="559602" y="128860"/>
                </a:lnTo>
                <a:lnTo>
                  <a:pt x="559858" y="128202"/>
                </a:lnTo>
                <a:lnTo>
                  <a:pt x="560092" y="127521"/>
                </a:lnTo>
                <a:lnTo>
                  <a:pt x="560304" y="126819"/>
                </a:lnTo>
                <a:lnTo>
                  <a:pt x="560493" y="126094"/>
                </a:lnTo>
                <a:lnTo>
                  <a:pt x="560661" y="125347"/>
                </a:lnTo>
                <a:lnTo>
                  <a:pt x="560805" y="124578"/>
                </a:lnTo>
                <a:lnTo>
                  <a:pt x="560928" y="123786"/>
                </a:lnTo>
                <a:lnTo>
                  <a:pt x="561028" y="122973"/>
                </a:lnTo>
                <a:lnTo>
                  <a:pt x="561106" y="122137"/>
                </a:lnTo>
                <a:lnTo>
                  <a:pt x="561162" y="121278"/>
                </a:lnTo>
                <a:lnTo>
                  <a:pt x="561195" y="120398"/>
                </a:lnTo>
                <a:lnTo>
                  <a:pt x="561207" y="119495"/>
                </a:lnTo>
                <a:lnTo>
                  <a:pt x="560125" y="119469"/>
                </a:lnTo>
                <a:lnTo>
                  <a:pt x="559092" y="119391"/>
                </a:lnTo>
                <a:lnTo>
                  <a:pt x="558108" y="119261"/>
                </a:lnTo>
                <a:lnTo>
                  <a:pt x="557173" y="119078"/>
                </a:lnTo>
                <a:lnTo>
                  <a:pt x="556285" y="118844"/>
                </a:lnTo>
                <a:lnTo>
                  <a:pt x="555447" y="118558"/>
                </a:lnTo>
                <a:lnTo>
                  <a:pt x="554657" y="118219"/>
                </a:lnTo>
                <a:lnTo>
                  <a:pt x="553915" y="117828"/>
                </a:lnTo>
                <a:lnTo>
                  <a:pt x="553222" y="117386"/>
                </a:lnTo>
                <a:lnTo>
                  <a:pt x="552578" y="116891"/>
                </a:lnTo>
                <a:lnTo>
                  <a:pt x="551982" y="116344"/>
                </a:lnTo>
                <a:lnTo>
                  <a:pt x="551434" y="115745"/>
                </a:lnTo>
                <a:lnTo>
                  <a:pt x="550933" y="115117"/>
                </a:lnTo>
                <a:lnTo>
                  <a:pt x="550475" y="114480"/>
                </a:lnTo>
                <a:lnTo>
                  <a:pt x="550061" y="113837"/>
                </a:lnTo>
                <a:lnTo>
                  <a:pt x="549691" y="113186"/>
                </a:lnTo>
                <a:lnTo>
                  <a:pt x="549364" y="112527"/>
                </a:lnTo>
                <a:lnTo>
                  <a:pt x="549081" y="111861"/>
                </a:lnTo>
                <a:lnTo>
                  <a:pt x="548841" y="111188"/>
                </a:lnTo>
                <a:lnTo>
                  <a:pt x="548645" y="110507"/>
                </a:lnTo>
                <a:lnTo>
                  <a:pt x="548492" y="109819"/>
                </a:lnTo>
                <a:lnTo>
                  <a:pt x="548383" y="109123"/>
                </a:lnTo>
                <a:lnTo>
                  <a:pt x="548318" y="108420"/>
                </a:lnTo>
                <a:lnTo>
                  <a:pt x="548296" y="107709"/>
                </a:lnTo>
                <a:lnTo>
                  <a:pt x="548320" y="106898"/>
                </a:lnTo>
                <a:lnTo>
                  <a:pt x="548393" y="106109"/>
                </a:lnTo>
                <a:lnTo>
                  <a:pt x="548514" y="105341"/>
                </a:lnTo>
                <a:lnTo>
                  <a:pt x="548684" y="104594"/>
                </a:lnTo>
                <a:lnTo>
                  <a:pt x="548903" y="103869"/>
                </a:lnTo>
                <a:lnTo>
                  <a:pt x="549170" y="103165"/>
                </a:lnTo>
                <a:lnTo>
                  <a:pt x="549485" y="102482"/>
                </a:lnTo>
                <a:lnTo>
                  <a:pt x="549849" y="101820"/>
                </a:lnTo>
                <a:lnTo>
                  <a:pt x="550262" y="101180"/>
                </a:lnTo>
                <a:lnTo>
                  <a:pt x="550723" y="100562"/>
                </a:lnTo>
                <a:lnTo>
                  <a:pt x="551233" y="99964"/>
                </a:lnTo>
                <a:lnTo>
                  <a:pt x="551791" y="99389"/>
                </a:lnTo>
                <a:lnTo>
                  <a:pt x="552382" y="98847"/>
                </a:lnTo>
                <a:lnTo>
                  <a:pt x="552988" y="98352"/>
                </a:lnTo>
                <a:lnTo>
                  <a:pt x="553610" y="97904"/>
                </a:lnTo>
                <a:lnTo>
                  <a:pt x="554248" y="97503"/>
                </a:lnTo>
                <a:lnTo>
                  <a:pt x="554902" y="97150"/>
                </a:lnTo>
                <a:lnTo>
                  <a:pt x="555572" y="96843"/>
                </a:lnTo>
                <a:lnTo>
                  <a:pt x="556257" y="96584"/>
                </a:lnTo>
                <a:lnTo>
                  <a:pt x="556959" y="96372"/>
                </a:lnTo>
                <a:lnTo>
                  <a:pt x="557676" y="96207"/>
                </a:lnTo>
                <a:lnTo>
                  <a:pt x="558409" y="96089"/>
                </a:lnTo>
                <a:lnTo>
                  <a:pt x="559158" y="96018"/>
                </a:lnTo>
                <a:lnTo>
                  <a:pt x="559923" y="95995"/>
                </a:lnTo>
                <a:lnTo>
                  <a:pt x="560910" y="96031"/>
                </a:lnTo>
                <a:lnTo>
                  <a:pt x="561874" y="96138"/>
                </a:lnTo>
                <a:lnTo>
                  <a:pt x="562816" y="96318"/>
                </a:lnTo>
                <a:lnTo>
                  <a:pt x="563735" y="96569"/>
                </a:lnTo>
                <a:lnTo>
                  <a:pt x="564631" y="96892"/>
                </a:lnTo>
                <a:lnTo>
                  <a:pt x="565504" y="97287"/>
                </a:lnTo>
                <a:lnTo>
                  <a:pt x="566355" y="97754"/>
                </a:lnTo>
                <a:lnTo>
                  <a:pt x="567182" y="98292"/>
                </a:lnTo>
                <a:lnTo>
                  <a:pt x="567987" y="98903"/>
                </a:lnTo>
                <a:lnTo>
                  <a:pt x="568770" y="99585"/>
                </a:lnTo>
                <a:lnTo>
                  <a:pt x="569529" y="100339"/>
                </a:lnTo>
                <a:lnTo>
                  <a:pt x="570265" y="101164"/>
                </a:lnTo>
                <a:lnTo>
                  <a:pt x="570960" y="102053"/>
                </a:lnTo>
                <a:lnTo>
                  <a:pt x="571595" y="102994"/>
                </a:lnTo>
                <a:lnTo>
                  <a:pt x="572169" y="103988"/>
                </a:lnTo>
                <a:lnTo>
                  <a:pt x="572683" y="105035"/>
                </a:lnTo>
                <a:lnTo>
                  <a:pt x="573136" y="106135"/>
                </a:lnTo>
                <a:lnTo>
                  <a:pt x="573529" y="107288"/>
                </a:lnTo>
                <a:lnTo>
                  <a:pt x="573861" y="108494"/>
                </a:lnTo>
                <a:lnTo>
                  <a:pt x="574133" y="109753"/>
                </a:lnTo>
                <a:lnTo>
                  <a:pt x="574345" y="111066"/>
                </a:lnTo>
                <a:lnTo>
                  <a:pt x="574496" y="112431"/>
                </a:lnTo>
                <a:lnTo>
                  <a:pt x="574586" y="113849"/>
                </a:lnTo>
                <a:lnTo>
                  <a:pt x="574617" y="115320"/>
                </a:lnTo>
                <a:lnTo>
                  <a:pt x="574593" y="116621"/>
                </a:lnTo>
                <a:lnTo>
                  <a:pt x="574521" y="117910"/>
                </a:lnTo>
                <a:lnTo>
                  <a:pt x="574403" y="119187"/>
                </a:lnTo>
                <a:lnTo>
                  <a:pt x="574236" y="120451"/>
                </a:lnTo>
                <a:lnTo>
                  <a:pt x="574022" y="121702"/>
                </a:lnTo>
                <a:lnTo>
                  <a:pt x="573761" y="122942"/>
                </a:lnTo>
                <a:lnTo>
                  <a:pt x="573452" y="124168"/>
                </a:lnTo>
                <a:lnTo>
                  <a:pt x="573095" y="125383"/>
                </a:lnTo>
                <a:lnTo>
                  <a:pt x="572691" y="126585"/>
                </a:lnTo>
                <a:lnTo>
                  <a:pt x="572239" y="127775"/>
                </a:lnTo>
                <a:lnTo>
                  <a:pt x="571740" y="128952"/>
                </a:lnTo>
                <a:lnTo>
                  <a:pt x="571193" y="130117"/>
                </a:lnTo>
                <a:lnTo>
                  <a:pt x="570605" y="131261"/>
                </a:lnTo>
                <a:lnTo>
                  <a:pt x="569983" y="132378"/>
                </a:lnTo>
                <a:lnTo>
                  <a:pt x="569327" y="133466"/>
                </a:lnTo>
                <a:lnTo>
                  <a:pt x="568637" y="134526"/>
                </a:lnTo>
                <a:lnTo>
                  <a:pt x="567912" y="135558"/>
                </a:lnTo>
                <a:lnTo>
                  <a:pt x="567154" y="136561"/>
                </a:lnTo>
                <a:lnTo>
                  <a:pt x="566361" y="137536"/>
                </a:lnTo>
                <a:lnTo>
                  <a:pt x="565534" y="138483"/>
                </a:lnTo>
                <a:lnTo>
                  <a:pt x="564673" y="139402"/>
                </a:lnTo>
                <a:lnTo>
                  <a:pt x="563777" y="140293"/>
                </a:lnTo>
                <a:lnTo>
                  <a:pt x="562848" y="141155"/>
                </a:lnTo>
                <a:lnTo>
                  <a:pt x="561884" y="141989"/>
                </a:lnTo>
                <a:lnTo>
                  <a:pt x="560885" y="142783"/>
                </a:lnTo>
                <a:lnTo>
                  <a:pt x="559850" y="143523"/>
                </a:lnTo>
                <a:lnTo>
                  <a:pt x="558779" y="144209"/>
                </a:lnTo>
                <a:lnTo>
                  <a:pt x="557672" y="144842"/>
                </a:lnTo>
                <a:lnTo>
                  <a:pt x="556528" y="145421"/>
                </a:lnTo>
                <a:lnTo>
                  <a:pt x="555349" y="145947"/>
                </a:lnTo>
                <a:lnTo>
                  <a:pt x="554133" y="146420"/>
                </a:lnTo>
                <a:lnTo>
                  <a:pt x="552881" y="146839"/>
                </a:lnTo>
                <a:lnTo>
                  <a:pt x="551593" y="147204"/>
                </a:lnTo>
                <a:lnTo>
                  <a:pt x="550268" y="147516"/>
                </a:lnTo>
                <a:lnTo>
                  <a:pt x="548908" y="147775"/>
                </a:lnTo>
                <a:lnTo>
                  <a:pt x="547511" y="147980"/>
                </a:lnTo>
                <a:close/>
                <a:moveTo>
                  <a:pt x="682595" y="113762"/>
                </a:moveTo>
                <a:lnTo>
                  <a:pt x="681074" y="114397"/>
                </a:lnTo>
                <a:lnTo>
                  <a:pt x="679623" y="114988"/>
                </a:lnTo>
                <a:lnTo>
                  <a:pt x="678244" y="115535"/>
                </a:lnTo>
                <a:lnTo>
                  <a:pt x="676937" y="116037"/>
                </a:lnTo>
                <a:lnTo>
                  <a:pt x="675700" y="116495"/>
                </a:lnTo>
                <a:lnTo>
                  <a:pt x="674535" y="116908"/>
                </a:lnTo>
                <a:lnTo>
                  <a:pt x="673441" y="117277"/>
                </a:lnTo>
                <a:lnTo>
                  <a:pt x="672419" y="117602"/>
                </a:lnTo>
                <a:lnTo>
                  <a:pt x="671468" y="117882"/>
                </a:lnTo>
                <a:lnTo>
                  <a:pt x="670588" y="118119"/>
                </a:lnTo>
                <a:lnTo>
                  <a:pt x="669780" y="118310"/>
                </a:lnTo>
                <a:lnTo>
                  <a:pt x="669043" y="118458"/>
                </a:lnTo>
                <a:lnTo>
                  <a:pt x="668343" y="118578"/>
                </a:lnTo>
                <a:lnTo>
                  <a:pt x="667648" y="118688"/>
                </a:lnTo>
                <a:lnTo>
                  <a:pt x="666956" y="118787"/>
                </a:lnTo>
                <a:lnTo>
                  <a:pt x="666269" y="118876"/>
                </a:lnTo>
                <a:lnTo>
                  <a:pt x="665585" y="118954"/>
                </a:lnTo>
                <a:lnTo>
                  <a:pt x="664906" y="119022"/>
                </a:lnTo>
                <a:lnTo>
                  <a:pt x="664230" y="119080"/>
                </a:lnTo>
                <a:lnTo>
                  <a:pt x="663558" y="119127"/>
                </a:lnTo>
                <a:lnTo>
                  <a:pt x="662891" y="119163"/>
                </a:lnTo>
                <a:lnTo>
                  <a:pt x="662227" y="119189"/>
                </a:lnTo>
                <a:lnTo>
                  <a:pt x="661567" y="119205"/>
                </a:lnTo>
                <a:lnTo>
                  <a:pt x="660911" y="119210"/>
                </a:lnTo>
                <a:lnTo>
                  <a:pt x="659530" y="119188"/>
                </a:lnTo>
                <a:lnTo>
                  <a:pt x="658169" y="119121"/>
                </a:lnTo>
                <a:lnTo>
                  <a:pt x="656828" y="119010"/>
                </a:lnTo>
                <a:lnTo>
                  <a:pt x="655506" y="118854"/>
                </a:lnTo>
                <a:lnTo>
                  <a:pt x="654204" y="118654"/>
                </a:lnTo>
                <a:lnTo>
                  <a:pt x="652922" y="118409"/>
                </a:lnTo>
                <a:lnTo>
                  <a:pt x="651660" y="118120"/>
                </a:lnTo>
                <a:lnTo>
                  <a:pt x="650418" y="117786"/>
                </a:lnTo>
                <a:lnTo>
                  <a:pt x="649195" y="117408"/>
                </a:lnTo>
                <a:lnTo>
                  <a:pt x="647993" y="116985"/>
                </a:lnTo>
                <a:lnTo>
                  <a:pt x="646810" y="116517"/>
                </a:lnTo>
                <a:lnTo>
                  <a:pt x="645647" y="116006"/>
                </a:lnTo>
                <a:lnTo>
                  <a:pt x="644517" y="115450"/>
                </a:lnTo>
                <a:lnTo>
                  <a:pt x="643434" y="114852"/>
                </a:lnTo>
                <a:lnTo>
                  <a:pt x="642399" y="114212"/>
                </a:lnTo>
                <a:lnTo>
                  <a:pt x="641410" y="113529"/>
                </a:lnTo>
                <a:lnTo>
                  <a:pt x="640469" y="112804"/>
                </a:lnTo>
                <a:lnTo>
                  <a:pt x="639575" y="112036"/>
                </a:lnTo>
                <a:lnTo>
                  <a:pt x="638727" y="111225"/>
                </a:lnTo>
                <a:lnTo>
                  <a:pt x="637927" y="110372"/>
                </a:lnTo>
                <a:lnTo>
                  <a:pt x="637174" y="109476"/>
                </a:lnTo>
                <a:lnTo>
                  <a:pt x="636468" y="108538"/>
                </a:lnTo>
                <a:lnTo>
                  <a:pt x="635809" y="107558"/>
                </a:lnTo>
                <a:lnTo>
                  <a:pt x="635197" y="106534"/>
                </a:lnTo>
                <a:lnTo>
                  <a:pt x="634633" y="105442"/>
                </a:lnTo>
                <a:lnTo>
                  <a:pt x="634118" y="104256"/>
                </a:lnTo>
                <a:lnTo>
                  <a:pt x="633652" y="102974"/>
                </a:lnTo>
                <a:lnTo>
                  <a:pt x="633235" y="101597"/>
                </a:lnTo>
                <a:lnTo>
                  <a:pt x="632867" y="100125"/>
                </a:lnTo>
                <a:lnTo>
                  <a:pt x="632549" y="98558"/>
                </a:lnTo>
                <a:lnTo>
                  <a:pt x="632279" y="96897"/>
                </a:lnTo>
                <a:lnTo>
                  <a:pt x="632058" y="95140"/>
                </a:lnTo>
                <a:lnTo>
                  <a:pt x="631887" y="93289"/>
                </a:lnTo>
                <a:lnTo>
                  <a:pt x="631764" y="91342"/>
                </a:lnTo>
                <a:lnTo>
                  <a:pt x="631691" y="89301"/>
                </a:lnTo>
                <a:lnTo>
                  <a:pt x="631666" y="87164"/>
                </a:lnTo>
                <a:lnTo>
                  <a:pt x="631666" y="55119"/>
                </a:lnTo>
                <a:lnTo>
                  <a:pt x="611765" y="55119"/>
                </a:lnTo>
                <a:lnTo>
                  <a:pt x="611765" y="44009"/>
                </a:lnTo>
                <a:lnTo>
                  <a:pt x="631666" y="44009"/>
                </a:lnTo>
                <a:lnTo>
                  <a:pt x="631666" y="11964"/>
                </a:lnTo>
                <a:lnTo>
                  <a:pt x="644933" y="11964"/>
                </a:lnTo>
                <a:lnTo>
                  <a:pt x="644933" y="44009"/>
                </a:lnTo>
                <a:lnTo>
                  <a:pt x="680384" y="44009"/>
                </a:lnTo>
                <a:lnTo>
                  <a:pt x="680384" y="55119"/>
                </a:lnTo>
                <a:lnTo>
                  <a:pt x="644933" y="55119"/>
                </a:lnTo>
                <a:lnTo>
                  <a:pt x="644933" y="86909"/>
                </a:lnTo>
                <a:lnTo>
                  <a:pt x="644949" y="88469"/>
                </a:lnTo>
                <a:lnTo>
                  <a:pt x="644997" y="89952"/>
                </a:lnTo>
                <a:lnTo>
                  <a:pt x="645076" y="91355"/>
                </a:lnTo>
                <a:lnTo>
                  <a:pt x="645187" y="92681"/>
                </a:lnTo>
                <a:lnTo>
                  <a:pt x="645330" y="93927"/>
                </a:lnTo>
                <a:lnTo>
                  <a:pt x="645504" y="95096"/>
                </a:lnTo>
                <a:lnTo>
                  <a:pt x="645710" y="96186"/>
                </a:lnTo>
                <a:lnTo>
                  <a:pt x="645948" y="97197"/>
                </a:lnTo>
                <a:lnTo>
                  <a:pt x="646217" y="98130"/>
                </a:lnTo>
                <a:lnTo>
                  <a:pt x="646518" y="98984"/>
                </a:lnTo>
                <a:lnTo>
                  <a:pt x="646851" y="99760"/>
                </a:lnTo>
                <a:lnTo>
                  <a:pt x="647216" y="100457"/>
                </a:lnTo>
                <a:lnTo>
                  <a:pt x="647607" y="101100"/>
                </a:lnTo>
                <a:lnTo>
                  <a:pt x="648019" y="101714"/>
                </a:lnTo>
                <a:lnTo>
                  <a:pt x="648453" y="102299"/>
                </a:lnTo>
                <a:lnTo>
                  <a:pt x="648908" y="102854"/>
                </a:lnTo>
                <a:lnTo>
                  <a:pt x="649384" y="103381"/>
                </a:lnTo>
                <a:lnTo>
                  <a:pt x="649882" y="103878"/>
                </a:lnTo>
                <a:lnTo>
                  <a:pt x="650401" y="104347"/>
                </a:lnTo>
                <a:lnTo>
                  <a:pt x="650941" y="104786"/>
                </a:lnTo>
                <a:lnTo>
                  <a:pt x="651502" y="105196"/>
                </a:lnTo>
                <a:lnTo>
                  <a:pt x="652085" y="105577"/>
                </a:lnTo>
                <a:lnTo>
                  <a:pt x="652689" y="105929"/>
                </a:lnTo>
                <a:lnTo>
                  <a:pt x="653315" y="106252"/>
                </a:lnTo>
                <a:lnTo>
                  <a:pt x="653960" y="106547"/>
                </a:lnTo>
                <a:lnTo>
                  <a:pt x="654625" y="106817"/>
                </a:lnTo>
                <a:lnTo>
                  <a:pt x="655310" y="107061"/>
                </a:lnTo>
                <a:lnTo>
                  <a:pt x="656013" y="107279"/>
                </a:lnTo>
                <a:lnTo>
                  <a:pt x="656736" y="107472"/>
                </a:lnTo>
                <a:lnTo>
                  <a:pt x="657478" y="107639"/>
                </a:lnTo>
                <a:lnTo>
                  <a:pt x="658240" y="107780"/>
                </a:lnTo>
                <a:lnTo>
                  <a:pt x="659021" y="107896"/>
                </a:lnTo>
                <a:lnTo>
                  <a:pt x="659821" y="107985"/>
                </a:lnTo>
                <a:lnTo>
                  <a:pt x="660641" y="108050"/>
                </a:lnTo>
                <a:lnTo>
                  <a:pt x="661480" y="108088"/>
                </a:lnTo>
                <a:lnTo>
                  <a:pt x="662338" y="108101"/>
                </a:lnTo>
                <a:lnTo>
                  <a:pt x="663950" y="108059"/>
                </a:lnTo>
                <a:lnTo>
                  <a:pt x="665575" y="107933"/>
                </a:lnTo>
                <a:lnTo>
                  <a:pt x="667215" y="107723"/>
                </a:lnTo>
                <a:lnTo>
                  <a:pt x="668868" y="107429"/>
                </a:lnTo>
                <a:lnTo>
                  <a:pt x="670536" y="107052"/>
                </a:lnTo>
                <a:lnTo>
                  <a:pt x="672217" y="106590"/>
                </a:lnTo>
                <a:lnTo>
                  <a:pt x="673912" y="106044"/>
                </a:lnTo>
                <a:lnTo>
                  <a:pt x="675621" y="105415"/>
                </a:lnTo>
                <a:lnTo>
                  <a:pt x="677344" y="104701"/>
                </a:lnTo>
                <a:lnTo>
                  <a:pt x="679080" y="103904"/>
                </a:lnTo>
                <a:lnTo>
                  <a:pt x="680831" y="103022"/>
                </a:lnTo>
                <a:lnTo>
                  <a:pt x="682595" y="102057"/>
                </a:lnTo>
                <a:lnTo>
                  <a:pt x="682595" y="113762"/>
                </a:lnTo>
                <a:close/>
                <a:moveTo>
                  <a:pt x="769888" y="111662"/>
                </a:moveTo>
                <a:lnTo>
                  <a:pt x="767249" y="112867"/>
                </a:lnTo>
                <a:lnTo>
                  <a:pt x="764634" y="113968"/>
                </a:lnTo>
                <a:lnTo>
                  <a:pt x="762042" y="114964"/>
                </a:lnTo>
                <a:lnTo>
                  <a:pt x="759474" y="115855"/>
                </a:lnTo>
                <a:lnTo>
                  <a:pt x="756930" y="116642"/>
                </a:lnTo>
                <a:lnTo>
                  <a:pt x="754410" y="117323"/>
                </a:lnTo>
                <a:lnTo>
                  <a:pt x="751913" y="117900"/>
                </a:lnTo>
                <a:lnTo>
                  <a:pt x="749441" y="118371"/>
                </a:lnTo>
                <a:lnTo>
                  <a:pt x="746992" y="118738"/>
                </a:lnTo>
                <a:lnTo>
                  <a:pt x="744566" y="119001"/>
                </a:lnTo>
                <a:lnTo>
                  <a:pt x="742165" y="119158"/>
                </a:lnTo>
                <a:lnTo>
                  <a:pt x="739787" y="119210"/>
                </a:lnTo>
                <a:lnTo>
                  <a:pt x="738008" y="119173"/>
                </a:lnTo>
                <a:lnTo>
                  <a:pt x="736260" y="119062"/>
                </a:lnTo>
                <a:lnTo>
                  <a:pt x="734545" y="118877"/>
                </a:lnTo>
                <a:lnTo>
                  <a:pt x="732860" y="118618"/>
                </a:lnTo>
                <a:lnTo>
                  <a:pt x="731208" y="118284"/>
                </a:lnTo>
                <a:lnTo>
                  <a:pt x="729587" y="117877"/>
                </a:lnTo>
                <a:lnTo>
                  <a:pt x="727998" y="117396"/>
                </a:lnTo>
                <a:lnTo>
                  <a:pt x="726441" y="116840"/>
                </a:lnTo>
                <a:lnTo>
                  <a:pt x="724915" y="116211"/>
                </a:lnTo>
                <a:lnTo>
                  <a:pt x="723421" y="115507"/>
                </a:lnTo>
                <a:lnTo>
                  <a:pt x="721959" y="114730"/>
                </a:lnTo>
                <a:lnTo>
                  <a:pt x="720528" y="113878"/>
                </a:lnTo>
                <a:lnTo>
                  <a:pt x="719137" y="112958"/>
                </a:lnTo>
                <a:lnTo>
                  <a:pt x="717793" y="111973"/>
                </a:lnTo>
                <a:lnTo>
                  <a:pt x="716496" y="110926"/>
                </a:lnTo>
                <a:lnTo>
                  <a:pt x="715246" y="109814"/>
                </a:lnTo>
                <a:lnTo>
                  <a:pt x="714043" y="108639"/>
                </a:lnTo>
                <a:lnTo>
                  <a:pt x="712887" y="107400"/>
                </a:lnTo>
                <a:lnTo>
                  <a:pt x="711778" y="106097"/>
                </a:lnTo>
                <a:lnTo>
                  <a:pt x="710716" y="104731"/>
                </a:lnTo>
                <a:lnTo>
                  <a:pt x="709702" y="103301"/>
                </a:lnTo>
                <a:lnTo>
                  <a:pt x="708734" y="101808"/>
                </a:lnTo>
                <a:lnTo>
                  <a:pt x="707814" y="100251"/>
                </a:lnTo>
                <a:lnTo>
                  <a:pt x="706940" y="98630"/>
                </a:lnTo>
                <a:lnTo>
                  <a:pt x="706125" y="96967"/>
                </a:lnTo>
                <a:lnTo>
                  <a:pt x="705382" y="95285"/>
                </a:lnTo>
                <a:lnTo>
                  <a:pt x="704709" y="93584"/>
                </a:lnTo>
                <a:lnTo>
                  <a:pt x="704107" y="91863"/>
                </a:lnTo>
                <a:lnTo>
                  <a:pt x="703575" y="90124"/>
                </a:lnTo>
                <a:lnTo>
                  <a:pt x="703115" y="88365"/>
                </a:lnTo>
                <a:lnTo>
                  <a:pt x="702725" y="86587"/>
                </a:lnTo>
                <a:lnTo>
                  <a:pt x="702407" y="84790"/>
                </a:lnTo>
                <a:lnTo>
                  <a:pt x="702159" y="82973"/>
                </a:lnTo>
                <a:lnTo>
                  <a:pt x="701982" y="81137"/>
                </a:lnTo>
                <a:lnTo>
                  <a:pt x="701875" y="79282"/>
                </a:lnTo>
                <a:lnTo>
                  <a:pt x="701840" y="77408"/>
                </a:lnTo>
                <a:lnTo>
                  <a:pt x="701874" y="75601"/>
                </a:lnTo>
                <a:lnTo>
                  <a:pt x="701975" y="73806"/>
                </a:lnTo>
                <a:lnTo>
                  <a:pt x="702143" y="72023"/>
                </a:lnTo>
                <a:lnTo>
                  <a:pt x="702379" y="70251"/>
                </a:lnTo>
                <a:lnTo>
                  <a:pt x="702682" y="68492"/>
                </a:lnTo>
                <a:lnTo>
                  <a:pt x="703053" y="66744"/>
                </a:lnTo>
                <a:lnTo>
                  <a:pt x="703490" y="65008"/>
                </a:lnTo>
                <a:lnTo>
                  <a:pt x="703996" y="63284"/>
                </a:lnTo>
                <a:lnTo>
                  <a:pt x="704568" y="61572"/>
                </a:lnTo>
                <a:lnTo>
                  <a:pt x="705208" y="59872"/>
                </a:lnTo>
                <a:lnTo>
                  <a:pt x="705916" y="58184"/>
                </a:lnTo>
                <a:lnTo>
                  <a:pt x="706690" y="56507"/>
                </a:lnTo>
                <a:lnTo>
                  <a:pt x="707525" y="54867"/>
                </a:lnTo>
                <a:lnTo>
                  <a:pt x="708414" y="53289"/>
                </a:lnTo>
                <a:lnTo>
                  <a:pt x="709356" y="51773"/>
                </a:lnTo>
                <a:lnTo>
                  <a:pt x="710352" y="50318"/>
                </a:lnTo>
                <a:lnTo>
                  <a:pt x="711401" y="48925"/>
                </a:lnTo>
                <a:lnTo>
                  <a:pt x="712504" y="47594"/>
                </a:lnTo>
                <a:lnTo>
                  <a:pt x="713660" y="46324"/>
                </a:lnTo>
                <a:lnTo>
                  <a:pt x="714869" y="45116"/>
                </a:lnTo>
                <a:lnTo>
                  <a:pt x="716133" y="43970"/>
                </a:lnTo>
                <a:lnTo>
                  <a:pt x="717449" y="42886"/>
                </a:lnTo>
                <a:lnTo>
                  <a:pt x="718819" y="41864"/>
                </a:lnTo>
                <a:lnTo>
                  <a:pt x="720243" y="40903"/>
                </a:lnTo>
                <a:lnTo>
                  <a:pt x="721707" y="40011"/>
                </a:lnTo>
                <a:lnTo>
                  <a:pt x="723199" y="39197"/>
                </a:lnTo>
                <a:lnTo>
                  <a:pt x="724719" y="38461"/>
                </a:lnTo>
                <a:lnTo>
                  <a:pt x="726266" y="37802"/>
                </a:lnTo>
                <a:lnTo>
                  <a:pt x="727842" y="37221"/>
                </a:lnTo>
                <a:lnTo>
                  <a:pt x="729444" y="36717"/>
                </a:lnTo>
                <a:lnTo>
                  <a:pt x="731075" y="36291"/>
                </a:lnTo>
                <a:lnTo>
                  <a:pt x="732734" y="35942"/>
                </a:lnTo>
                <a:lnTo>
                  <a:pt x="734420" y="35670"/>
                </a:lnTo>
                <a:lnTo>
                  <a:pt x="736134" y="35477"/>
                </a:lnTo>
                <a:lnTo>
                  <a:pt x="737875" y="35360"/>
                </a:lnTo>
                <a:lnTo>
                  <a:pt x="739645" y="35322"/>
                </a:lnTo>
                <a:lnTo>
                  <a:pt x="741971" y="35392"/>
                </a:lnTo>
                <a:lnTo>
                  <a:pt x="744221" y="35602"/>
                </a:lnTo>
                <a:lnTo>
                  <a:pt x="746392" y="35952"/>
                </a:lnTo>
                <a:lnTo>
                  <a:pt x="748485" y="36442"/>
                </a:lnTo>
                <a:lnTo>
                  <a:pt x="750501" y="37072"/>
                </a:lnTo>
                <a:lnTo>
                  <a:pt x="752439" y="37842"/>
                </a:lnTo>
                <a:lnTo>
                  <a:pt x="754300" y="38752"/>
                </a:lnTo>
                <a:lnTo>
                  <a:pt x="756082" y="39802"/>
                </a:lnTo>
                <a:lnTo>
                  <a:pt x="757787" y="40992"/>
                </a:lnTo>
                <a:lnTo>
                  <a:pt x="759414" y="42322"/>
                </a:lnTo>
                <a:lnTo>
                  <a:pt x="760963" y="43792"/>
                </a:lnTo>
                <a:lnTo>
                  <a:pt x="762434" y="45403"/>
                </a:lnTo>
                <a:lnTo>
                  <a:pt x="763807" y="47158"/>
                </a:lnTo>
                <a:lnTo>
                  <a:pt x="765061" y="49066"/>
                </a:lnTo>
                <a:lnTo>
                  <a:pt x="766195" y="51125"/>
                </a:lnTo>
                <a:lnTo>
                  <a:pt x="767209" y="53336"/>
                </a:lnTo>
                <a:lnTo>
                  <a:pt x="768105" y="55699"/>
                </a:lnTo>
                <a:lnTo>
                  <a:pt x="768881" y="58214"/>
                </a:lnTo>
                <a:lnTo>
                  <a:pt x="769537" y="60881"/>
                </a:lnTo>
                <a:lnTo>
                  <a:pt x="770075" y="63699"/>
                </a:lnTo>
                <a:lnTo>
                  <a:pt x="770492" y="66670"/>
                </a:lnTo>
                <a:lnTo>
                  <a:pt x="770791" y="69792"/>
                </a:lnTo>
                <a:lnTo>
                  <a:pt x="770970" y="73066"/>
                </a:lnTo>
                <a:lnTo>
                  <a:pt x="771030" y="76491"/>
                </a:lnTo>
                <a:lnTo>
                  <a:pt x="771030" y="79331"/>
                </a:lnTo>
                <a:lnTo>
                  <a:pt x="716106" y="79331"/>
                </a:lnTo>
                <a:lnTo>
                  <a:pt x="716130" y="80698"/>
                </a:lnTo>
                <a:lnTo>
                  <a:pt x="716202" y="82045"/>
                </a:lnTo>
                <a:lnTo>
                  <a:pt x="716322" y="83372"/>
                </a:lnTo>
                <a:lnTo>
                  <a:pt x="716490" y="84680"/>
                </a:lnTo>
                <a:lnTo>
                  <a:pt x="716706" y="85968"/>
                </a:lnTo>
                <a:lnTo>
                  <a:pt x="716971" y="87236"/>
                </a:lnTo>
                <a:lnTo>
                  <a:pt x="717283" y="88484"/>
                </a:lnTo>
                <a:lnTo>
                  <a:pt x="717643" y="89712"/>
                </a:lnTo>
                <a:lnTo>
                  <a:pt x="718052" y="90921"/>
                </a:lnTo>
                <a:lnTo>
                  <a:pt x="718508" y="92110"/>
                </a:lnTo>
                <a:lnTo>
                  <a:pt x="719013" y="93279"/>
                </a:lnTo>
                <a:lnTo>
                  <a:pt x="719565" y="94428"/>
                </a:lnTo>
                <a:lnTo>
                  <a:pt x="720157" y="95544"/>
                </a:lnTo>
                <a:lnTo>
                  <a:pt x="720779" y="96612"/>
                </a:lnTo>
                <a:lnTo>
                  <a:pt x="721431" y="97633"/>
                </a:lnTo>
                <a:lnTo>
                  <a:pt x="722113" y="98606"/>
                </a:lnTo>
                <a:lnTo>
                  <a:pt x="722826" y="99532"/>
                </a:lnTo>
                <a:lnTo>
                  <a:pt x="723569" y="100410"/>
                </a:lnTo>
                <a:lnTo>
                  <a:pt x="724342" y="101241"/>
                </a:lnTo>
                <a:lnTo>
                  <a:pt x="725145" y="102024"/>
                </a:lnTo>
                <a:lnTo>
                  <a:pt x="725978" y="102760"/>
                </a:lnTo>
                <a:lnTo>
                  <a:pt x="726842" y="103448"/>
                </a:lnTo>
                <a:lnTo>
                  <a:pt x="727736" y="104089"/>
                </a:lnTo>
                <a:lnTo>
                  <a:pt x="728660" y="104683"/>
                </a:lnTo>
                <a:lnTo>
                  <a:pt x="729610" y="105229"/>
                </a:lnTo>
                <a:lnTo>
                  <a:pt x="730582" y="105727"/>
                </a:lnTo>
                <a:lnTo>
                  <a:pt x="731575" y="106178"/>
                </a:lnTo>
                <a:lnTo>
                  <a:pt x="732591" y="106582"/>
                </a:lnTo>
                <a:lnTo>
                  <a:pt x="733628" y="106938"/>
                </a:lnTo>
                <a:lnTo>
                  <a:pt x="734687" y="107246"/>
                </a:lnTo>
                <a:lnTo>
                  <a:pt x="735768" y="107508"/>
                </a:lnTo>
                <a:lnTo>
                  <a:pt x="736871" y="107721"/>
                </a:lnTo>
                <a:lnTo>
                  <a:pt x="737995" y="107887"/>
                </a:lnTo>
                <a:lnTo>
                  <a:pt x="739141" y="108006"/>
                </a:lnTo>
                <a:lnTo>
                  <a:pt x="740309" y="108077"/>
                </a:lnTo>
                <a:lnTo>
                  <a:pt x="741499" y="108101"/>
                </a:lnTo>
                <a:lnTo>
                  <a:pt x="743658" y="108042"/>
                </a:lnTo>
                <a:lnTo>
                  <a:pt x="745854" y="107864"/>
                </a:lnTo>
                <a:lnTo>
                  <a:pt x="748088" y="107567"/>
                </a:lnTo>
                <a:lnTo>
                  <a:pt x="750360" y="107151"/>
                </a:lnTo>
                <a:lnTo>
                  <a:pt x="752669" y="106617"/>
                </a:lnTo>
                <a:lnTo>
                  <a:pt x="755016" y="105965"/>
                </a:lnTo>
                <a:lnTo>
                  <a:pt x="757401" y="105193"/>
                </a:lnTo>
                <a:lnTo>
                  <a:pt x="759823" y="104303"/>
                </a:lnTo>
                <a:lnTo>
                  <a:pt x="762283" y="103294"/>
                </a:lnTo>
                <a:lnTo>
                  <a:pt x="764780" y="102167"/>
                </a:lnTo>
                <a:lnTo>
                  <a:pt x="767315" y="100920"/>
                </a:lnTo>
                <a:lnTo>
                  <a:pt x="769888" y="99555"/>
                </a:lnTo>
                <a:lnTo>
                  <a:pt x="769888" y="111662"/>
                </a:lnTo>
                <a:moveTo>
                  <a:pt x="716890" y="69361"/>
                </a:moveTo>
                <a:lnTo>
                  <a:pt x="756621" y="69361"/>
                </a:lnTo>
                <a:lnTo>
                  <a:pt x="756621" y="67463"/>
                </a:lnTo>
                <a:lnTo>
                  <a:pt x="756588" y="65884"/>
                </a:lnTo>
                <a:lnTo>
                  <a:pt x="756488" y="64360"/>
                </a:lnTo>
                <a:lnTo>
                  <a:pt x="756322" y="62890"/>
                </a:lnTo>
                <a:lnTo>
                  <a:pt x="756090" y="61475"/>
                </a:lnTo>
                <a:lnTo>
                  <a:pt x="755791" y="60115"/>
                </a:lnTo>
                <a:lnTo>
                  <a:pt x="755426" y="58810"/>
                </a:lnTo>
                <a:lnTo>
                  <a:pt x="754995" y="57560"/>
                </a:lnTo>
                <a:lnTo>
                  <a:pt x="754497" y="56364"/>
                </a:lnTo>
                <a:lnTo>
                  <a:pt x="753933" y="55223"/>
                </a:lnTo>
                <a:lnTo>
                  <a:pt x="753302" y="54136"/>
                </a:lnTo>
                <a:lnTo>
                  <a:pt x="752605" y="53105"/>
                </a:lnTo>
                <a:lnTo>
                  <a:pt x="751842" y="52128"/>
                </a:lnTo>
                <a:lnTo>
                  <a:pt x="751023" y="51218"/>
                </a:lnTo>
                <a:lnTo>
                  <a:pt x="750160" y="50387"/>
                </a:lnTo>
                <a:lnTo>
                  <a:pt x="749252" y="49635"/>
                </a:lnTo>
                <a:lnTo>
                  <a:pt x="748299" y="48963"/>
                </a:lnTo>
                <a:lnTo>
                  <a:pt x="747302" y="48369"/>
                </a:lnTo>
                <a:lnTo>
                  <a:pt x="746260" y="47855"/>
                </a:lnTo>
                <a:lnTo>
                  <a:pt x="745174" y="47420"/>
                </a:lnTo>
                <a:lnTo>
                  <a:pt x="744043" y="47064"/>
                </a:lnTo>
                <a:lnTo>
                  <a:pt x="742868" y="46787"/>
                </a:lnTo>
                <a:lnTo>
                  <a:pt x="741648" y="46589"/>
                </a:lnTo>
                <a:lnTo>
                  <a:pt x="740383" y="46470"/>
                </a:lnTo>
                <a:lnTo>
                  <a:pt x="739074" y="46431"/>
                </a:lnTo>
                <a:lnTo>
                  <a:pt x="737746" y="46471"/>
                </a:lnTo>
                <a:lnTo>
                  <a:pt x="736448" y="46592"/>
                </a:lnTo>
                <a:lnTo>
                  <a:pt x="735180" y="46793"/>
                </a:lnTo>
                <a:lnTo>
                  <a:pt x="733942" y="47076"/>
                </a:lnTo>
                <a:lnTo>
                  <a:pt x="732735" y="47438"/>
                </a:lnTo>
                <a:lnTo>
                  <a:pt x="731558" y="47882"/>
                </a:lnTo>
                <a:lnTo>
                  <a:pt x="730411" y="48406"/>
                </a:lnTo>
                <a:lnTo>
                  <a:pt x="729294" y="49010"/>
                </a:lnTo>
                <a:lnTo>
                  <a:pt x="728207" y="49695"/>
                </a:lnTo>
                <a:lnTo>
                  <a:pt x="727151" y="50461"/>
                </a:lnTo>
                <a:lnTo>
                  <a:pt x="726125" y="51308"/>
                </a:lnTo>
                <a:lnTo>
                  <a:pt x="725129" y="52235"/>
                </a:lnTo>
                <a:lnTo>
                  <a:pt x="724173" y="53240"/>
                </a:lnTo>
                <a:lnTo>
                  <a:pt x="723266" y="54322"/>
                </a:lnTo>
                <a:lnTo>
                  <a:pt x="722407" y="55481"/>
                </a:lnTo>
                <a:lnTo>
                  <a:pt x="721598" y="56716"/>
                </a:lnTo>
                <a:lnTo>
                  <a:pt x="720838" y="58028"/>
                </a:lnTo>
                <a:lnTo>
                  <a:pt x="720127" y="59417"/>
                </a:lnTo>
                <a:lnTo>
                  <a:pt x="719465" y="60883"/>
                </a:lnTo>
                <a:lnTo>
                  <a:pt x="718852" y="62425"/>
                </a:lnTo>
                <a:lnTo>
                  <a:pt x="718288" y="64044"/>
                </a:lnTo>
                <a:lnTo>
                  <a:pt x="717773" y="65740"/>
                </a:lnTo>
                <a:lnTo>
                  <a:pt x="717307" y="67512"/>
                </a:lnTo>
                <a:lnTo>
                  <a:pt x="716890" y="69361"/>
                </a:lnTo>
                <a:close/>
                <a:moveTo>
                  <a:pt x="791273" y="117074"/>
                </a:moveTo>
                <a:lnTo>
                  <a:pt x="791273" y="37458"/>
                </a:lnTo>
                <a:lnTo>
                  <a:pt x="804540" y="37458"/>
                </a:lnTo>
                <a:lnTo>
                  <a:pt x="804540" y="54970"/>
                </a:lnTo>
                <a:lnTo>
                  <a:pt x="805508" y="53461"/>
                </a:lnTo>
                <a:lnTo>
                  <a:pt x="806508" y="52008"/>
                </a:lnTo>
                <a:lnTo>
                  <a:pt x="807541" y="50611"/>
                </a:lnTo>
                <a:lnTo>
                  <a:pt x="808606" y="49269"/>
                </a:lnTo>
                <a:lnTo>
                  <a:pt x="809704" y="47983"/>
                </a:lnTo>
                <a:lnTo>
                  <a:pt x="810835" y="46753"/>
                </a:lnTo>
                <a:lnTo>
                  <a:pt x="811999" y="45578"/>
                </a:lnTo>
                <a:lnTo>
                  <a:pt x="813195" y="44459"/>
                </a:lnTo>
                <a:lnTo>
                  <a:pt x="814424" y="43395"/>
                </a:lnTo>
                <a:lnTo>
                  <a:pt x="815685" y="42387"/>
                </a:lnTo>
                <a:lnTo>
                  <a:pt x="816980" y="41435"/>
                </a:lnTo>
                <a:lnTo>
                  <a:pt x="818307" y="40538"/>
                </a:lnTo>
                <a:lnTo>
                  <a:pt x="819650" y="39705"/>
                </a:lnTo>
                <a:lnTo>
                  <a:pt x="820994" y="38944"/>
                </a:lnTo>
                <a:lnTo>
                  <a:pt x="822337" y="38256"/>
                </a:lnTo>
                <a:lnTo>
                  <a:pt x="823680" y="37640"/>
                </a:lnTo>
                <a:lnTo>
                  <a:pt x="825024" y="37097"/>
                </a:lnTo>
                <a:lnTo>
                  <a:pt x="826367" y="36626"/>
                </a:lnTo>
                <a:lnTo>
                  <a:pt x="827710" y="36227"/>
                </a:lnTo>
                <a:lnTo>
                  <a:pt x="829054" y="35901"/>
                </a:lnTo>
                <a:lnTo>
                  <a:pt x="830397" y="35648"/>
                </a:lnTo>
                <a:lnTo>
                  <a:pt x="831741" y="35466"/>
                </a:lnTo>
                <a:lnTo>
                  <a:pt x="833084" y="35358"/>
                </a:lnTo>
                <a:lnTo>
                  <a:pt x="834427" y="35322"/>
                </a:lnTo>
                <a:lnTo>
                  <a:pt x="835595" y="35348"/>
                </a:lnTo>
                <a:lnTo>
                  <a:pt x="836745" y="35425"/>
                </a:lnTo>
                <a:lnTo>
                  <a:pt x="837878" y="35555"/>
                </a:lnTo>
                <a:lnTo>
                  <a:pt x="838992" y="35737"/>
                </a:lnTo>
                <a:lnTo>
                  <a:pt x="840089" y="35971"/>
                </a:lnTo>
                <a:lnTo>
                  <a:pt x="841168" y="36256"/>
                </a:lnTo>
                <a:lnTo>
                  <a:pt x="842229" y="36594"/>
                </a:lnTo>
                <a:lnTo>
                  <a:pt x="843272" y="36983"/>
                </a:lnTo>
                <a:lnTo>
                  <a:pt x="844298" y="37425"/>
                </a:lnTo>
                <a:lnTo>
                  <a:pt x="845305" y="37918"/>
                </a:lnTo>
                <a:lnTo>
                  <a:pt x="846295" y="38463"/>
                </a:lnTo>
                <a:lnTo>
                  <a:pt x="847267" y="39060"/>
                </a:lnTo>
                <a:lnTo>
                  <a:pt x="848206" y="39699"/>
                </a:lnTo>
                <a:lnTo>
                  <a:pt x="849096" y="40371"/>
                </a:lnTo>
                <a:lnTo>
                  <a:pt x="849939" y="41074"/>
                </a:lnTo>
                <a:lnTo>
                  <a:pt x="850734" y="41810"/>
                </a:lnTo>
                <a:lnTo>
                  <a:pt x="851481" y="42578"/>
                </a:lnTo>
                <a:lnTo>
                  <a:pt x="852179" y="43377"/>
                </a:lnTo>
                <a:lnTo>
                  <a:pt x="852830" y="44210"/>
                </a:lnTo>
                <a:lnTo>
                  <a:pt x="853433" y="45074"/>
                </a:lnTo>
                <a:lnTo>
                  <a:pt x="853987" y="45970"/>
                </a:lnTo>
                <a:lnTo>
                  <a:pt x="854494" y="46899"/>
                </a:lnTo>
                <a:lnTo>
                  <a:pt x="854952" y="47859"/>
                </a:lnTo>
                <a:lnTo>
                  <a:pt x="855363" y="48852"/>
                </a:lnTo>
                <a:lnTo>
                  <a:pt x="855733" y="49942"/>
                </a:lnTo>
                <a:lnTo>
                  <a:pt x="856071" y="51194"/>
                </a:lnTo>
                <a:lnTo>
                  <a:pt x="856377" y="52608"/>
                </a:lnTo>
                <a:lnTo>
                  <a:pt x="856650" y="54185"/>
                </a:lnTo>
                <a:lnTo>
                  <a:pt x="856892" y="55924"/>
                </a:lnTo>
                <a:lnTo>
                  <a:pt x="857101" y="57825"/>
                </a:lnTo>
                <a:lnTo>
                  <a:pt x="857278" y="59888"/>
                </a:lnTo>
                <a:lnTo>
                  <a:pt x="857423" y="62113"/>
                </a:lnTo>
                <a:lnTo>
                  <a:pt x="857536" y="64501"/>
                </a:lnTo>
                <a:lnTo>
                  <a:pt x="857616" y="67051"/>
                </a:lnTo>
                <a:lnTo>
                  <a:pt x="857665" y="69763"/>
                </a:lnTo>
                <a:lnTo>
                  <a:pt x="857681" y="72637"/>
                </a:lnTo>
                <a:lnTo>
                  <a:pt x="857681" y="117074"/>
                </a:lnTo>
                <a:lnTo>
                  <a:pt x="844413" y="117074"/>
                </a:lnTo>
                <a:lnTo>
                  <a:pt x="844413" y="71046"/>
                </a:lnTo>
                <a:lnTo>
                  <a:pt x="844406" y="69191"/>
                </a:lnTo>
                <a:lnTo>
                  <a:pt x="844383" y="67444"/>
                </a:lnTo>
                <a:lnTo>
                  <a:pt x="844344" y="65806"/>
                </a:lnTo>
                <a:lnTo>
                  <a:pt x="844291" y="64275"/>
                </a:lnTo>
                <a:lnTo>
                  <a:pt x="844221" y="62853"/>
                </a:lnTo>
                <a:lnTo>
                  <a:pt x="844137" y="61540"/>
                </a:lnTo>
                <a:lnTo>
                  <a:pt x="844037" y="60334"/>
                </a:lnTo>
                <a:lnTo>
                  <a:pt x="843922" y="59236"/>
                </a:lnTo>
                <a:lnTo>
                  <a:pt x="843792" y="58247"/>
                </a:lnTo>
                <a:lnTo>
                  <a:pt x="843646" y="57366"/>
                </a:lnTo>
                <a:lnTo>
                  <a:pt x="843484" y="56593"/>
                </a:lnTo>
                <a:lnTo>
                  <a:pt x="843308" y="55929"/>
                </a:lnTo>
                <a:lnTo>
                  <a:pt x="843111" y="55327"/>
                </a:lnTo>
                <a:lnTo>
                  <a:pt x="842888" y="54744"/>
                </a:lnTo>
                <a:lnTo>
                  <a:pt x="842639" y="54179"/>
                </a:lnTo>
                <a:lnTo>
                  <a:pt x="842365" y="53633"/>
                </a:lnTo>
                <a:lnTo>
                  <a:pt x="842065" y="53105"/>
                </a:lnTo>
                <a:lnTo>
                  <a:pt x="841739" y="52595"/>
                </a:lnTo>
                <a:lnTo>
                  <a:pt x="841387" y="52103"/>
                </a:lnTo>
                <a:lnTo>
                  <a:pt x="841009" y="51629"/>
                </a:lnTo>
                <a:lnTo>
                  <a:pt x="840606" y="51174"/>
                </a:lnTo>
                <a:lnTo>
                  <a:pt x="840177" y="50737"/>
                </a:lnTo>
                <a:lnTo>
                  <a:pt x="839723" y="50318"/>
                </a:lnTo>
                <a:lnTo>
                  <a:pt x="839242" y="49918"/>
                </a:lnTo>
                <a:lnTo>
                  <a:pt x="838745" y="49543"/>
                </a:lnTo>
                <a:lnTo>
                  <a:pt x="838240" y="49201"/>
                </a:lnTo>
                <a:lnTo>
                  <a:pt x="837729" y="48891"/>
                </a:lnTo>
                <a:lnTo>
                  <a:pt x="837209" y="48614"/>
                </a:lnTo>
                <a:lnTo>
                  <a:pt x="836682" y="48369"/>
                </a:lnTo>
                <a:lnTo>
                  <a:pt x="836148" y="48157"/>
                </a:lnTo>
                <a:lnTo>
                  <a:pt x="835606" y="47978"/>
                </a:lnTo>
                <a:lnTo>
                  <a:pt x="835057" y="47831"/>
                </a:lnTo>
                <a:lnTo>
                  <a:pt x="834501" y="47717"/>
                </a:lnTo>
                <a:lnTo>
                  <a:pt x="833937" y="47635"/>
                </a:lnTo>
                <a:lnTo>
                  <a:pt x="833366" y="47586"/>
                </a:lnTo>
                <a:lnTo>
                  <a:pt x="832787" y="47570"/>
                </a:lnTo>
                <a:lnTo>
                  <a:pt x="831614" y="47616"/>
                </a:lnTo>
                <a:lnTo>
                  <a:pt x="830428" y="47754"/>
                </a:lnTo>
                <a:lnTo>
                  <a:pt x="829227" y="47984"/>
                </a:lnTo>
                <a:lnTo>
                  <a:pt x="828012" y="48305"/>
                </a:lnTo>
                <a:lnTo>
                  <a:pt x="826782" y="48719"/>
                </a:lnTo>
                <a:lnTo>
                  <a:pt x="825538" y="49224"/>
                </a:lnTo>
                <a:lnTo>
                  <a:pt x="824279" y="49821"/>
                </a:lnTo>
                <a:lnTo>
                  <a:pt x="823007" y="50511"/>
                </a:lnTo>
                <a:lnTo>
                  <a:pt x="821719" y="51292"/>
                </a:lnTo>
                <a:lnTo>
                  <a:pt x="820418" y="52165"/>
                </a:lnTo>
                <a:lnTo>
                  <a:pt x="819102" y="53130"/>
                </a:lnTo>
                <a:lnTo>
                  <a:pt x="817772" y="54186"/>
                </a:lnTo>
                <a:lnTo>
                  <a:pt x="816454" y="55312"/>
                </a:lnTo>
                <a:lnTo>
                  <a:pt x="815175" y="56484"/>
                </a:lnTo>
                <a:lnTo>
                  <a:pt x="813936" y="57703"/>
                </a:lnTo>
                <a:lnTo>
                  <a:pt x="812735" y="58968"/>
                </a:lnTo>
                <a:lnTo>
                  <a:pt x="811574" y="60280"/>
                </a:lnTo>
                <a:lnTo>
                  <a:pt x="810452" y="61638"/>
                </a:lnTo>
                <a:lnTo>
                  <a:pt x="809369" y="63042"/>
                </a:lnTo>
                <a:lnTo>
                  <a:pt x="808325" y="64493"/>
                </a:lnTo>
                <a:lnTo>
                  <a:pt x="807320" y="65991"/>
                </a:lnTo>
                <a:lnTo>
                  <a:pt x="806354" y="67534"/>
                </a:lnTo>
                <a:lnTo>
                  <a:pt x="805428" y="69124"/>
                </a:lnTo>
                <a:lnTo>
                  <a:pt x="804540" y="70761"/>
                </a:lnTo>
                <a:lnTo>
                  <a:pt x="804540" y="117074"/>
                </a:lnTo>
                <a:lnTo>
                  <a:pt x="791273" y="117074"/>
                </a:lnTo>
                <a:close/>
                <a:moveTo>
                  <a:pt x="879850" y="112759"/>
                </a:moveTo>
                <a:lnTo>
                  <a:pt x="879850" y="98701"/>
                </a:lnTo>
                <a:lnTo>
                  <a:pt x="881188" y="99546"/>
                </a:lnTo>
                <a:lnTo>
                  <a:pt x="882539" y="100348"/>
                </a:lnTo>
                <a:lnTo>
                  <a:pt x="883902" y="101107"/>
                </a:lnTo>
                <a:lnTo>
                  <a:pt x="885279" y="101822"/>
                </a:lnTo>
                <a:lnTo>
                  <a:pt x="886668" y="102495"/>
                </a:lnTo>
                <a:lnTo>
                  <a:pt x="888071" y="103125"/>
                </a:lnTo>
                <a:lnTo>
                  <a:pt x="889486" y="103712"/>
                </a:lnTo>
                <a:lnTo>
                  <a:pt x="890914" y="104256"/>
                </a:lnTo>
                <a:lnTo>
                  <a:pt x="892355" y="104756"/>
                </a:lnTo>
                <a:lnTo>
                  <a:pt x="893809" y="105214"/>
                </a:lnTo>
                <a:lnTo>
                  <a:pt x="895276" y="105629"/>
                </a:lnTo>
                <a:lnTo>
                  <a:pt x="896755" y="106000"/>
                </a:lnTo>
                <a:lnTo>
                  <a:pt x="898222" y="106336"/>
                </a:lnTo>
                <a:lnTo>
                  <a:pt x="899652" y="106642"/>
                </a:lnTo>
                <a:lnTo>
                  <a:pt x="901044" y="106919"/>
                </a:lnTo>
                <a:lnTo>
                  <a:pt x="902398" y="107167"/>
                </a:lnTo>
                <a:lnTo>
                  <a:pt x="903715" y="107386"/>
                </a:lnTo>
                <a:lnTo>
                  <a:pt x="904994" y="107576"/>
                </a:lnTo>
                <a:lnTo>
                  <a:pt x="906235" y="107736"/>
                </a:lnTo>
                <a:lnTo>
                  <a:pt x="907439" y="107868"/>
                </a:lnTo>
                <a:lnTo>
                  <a:pt x="908605" y="107970"/>
                </a:lnTo>
                <a:lnTo>
                  <a:pt x="909733" y="108043"/>
                </a:lnTo>
                <a:lnTo>
                  <a:pt x="910824" y="108086"/>
                </a:lnTo>
                <a:lnTo>
                  <a:pt x="911877" y="108101"/>
                </a:lnTo>
                <a:lnTo>
                  <a:pt x="913514" y="108079"/>
                </a:lnTo>
                <a:lnTo>
                  <a:pt x="915073" y="108011"/>
                </a:lnTo>
                <a:lnTo>
                  <a:pt x="916554" y="107899"/>
                </a:lnTo>
                <a:lnTo>
                  <a:pt x="917956" y="107742"/>
                </a:lnTo>
                <a:lnTo>
                  <a:pt x="919280" y="107540"/>
                </a:lnTo>
                <a:lnTo>
                  <a:pt x="920526" y="107294"/>
                </a:lnTo>
                <a:lnTo>
                  <a:pt x="921693" y="107002"/>
                </a:lnTo>
                <a:lnTo>
                  <a:pt x="922782" y="106666"/>
                </a:lnTo>
                <a:lnTo>
                  <a:pt x="923793" y="106285"/>
                </a:lnTo>
                <a:lnTo>
                  <a:pt x="924726" y="105859"/>
                </a:lnTo>
                <a:lnTo>
                  <a:pt x="925581" y="105388"/>
                </a:lnTo>
                <a:lnTo>
                  <a:pt x="926357" y="104872"/>
                </a:lnTo>
                <a:lnTo>
                  <a:pt x="927063" y="104323"/>
                </a:lnTo>
                <a:lnTo>
                  <a:pt x="927708" y="103751"/>
                </a:lnTo>
                <a:lnTo>
                  <a:pt x="928292" y="103158"/>
                </a:lnTo>
                <a:lnTo>
                  <a:pt x="928814" y="102542"/>
                </a:lnTo>
                <a:lnTo>
                  <a:pt x="929274" y="101904"/>
                </a:lnTo>
                <a:lnTo>
                  <a:pt x="929674" y="101244"/>
                </a:lnTo>
                <a:lnTo>
                  <a:pt x="930012" y="100562"/>
                </a:lnTo>
                <a:lnTo>
                  <a:pt x="930288" y="99857"/>
                </a:lnTo>
                <a:lnTo>
                  <a:pt x="930503" y="99131"/>
                </a:lnTo>
                <a:lnTo>
                  <a:pt x="930656" y="98382"/>
                </a:lnTo>
                <a:lnTo>
                  <a:pt x="930749" y="97611"/>
                </a:lnTo>
                <a:lnTo>
                  <a:pt x="930779" y="96818"/>
                </a:lnTo>
                <a:lnTo>
                  <a:pt x="930765" y="96292"/>
                </a:lnTo>
                <a:lnTo>
                  <a:pt x="930722" y="95779"/>
                </a:lnTo>
                <a:lnTo>
                  <a:pt x="930650" y="95279"/>
                </a:lnTo>
                <a:lnTo>
                  <a:pt x="930549" y="94792"/>
                </a:lnTo>
                <a:lnTo>
                  <a:pt x="930420" y="94317"/>
                </a:lnTo>
                <a:lnTo>
                  <a:pt x="930262" y="93855"/>
                </a:lnTo>
                <a:lnTo>
                  <a:pt x="930075" y="93406"/>
                </a:lnTo>
                <a:lnTo>
                  <a:pt x="929860" y="92970"/>
                </a:lnTo>
                <a:lnTo>
                  <a:pt x="929616" y="92546"/>
                </a:lnTo>
                <a:lnTo>
                  <a:pt x="929343" y="92136"/>
                </a:lnTo>
                <a:lnTo>
                  <a:pt x="929041" y="91738"/>
                </a:lnTo>
                <a:lnTo>
                  <a:pt x="928711" y="91353"/>
                </a:lnTo>
                <a:lnTo>
                  <a:pt x="928323" y="90967"/>
                </a:lnTo>
                <a:lnTo>
                  <a:pt x="927851" y="90566"/>
                </a:lnTo>
                <a:lnTo>
                  <a:pt x="927293" y="90151"/>
                </a:lnTo>
                <a:lnTo>
                  <a:pt x="926650" y="89721"/>
                </a:lnTo>
                <a:lnTo>
                  <a:pt x="925922" y="89276"/>
                </a:lnTo>
                <a:lnTo>
                  <a:pt x="925109" y="88816"/>
                </a:lnTo>
                <a:lnTo>
                  <a:pt x="924210" y="88342"/>
                </a:lnTo>
                <a:lnTo>
                  <a:pt x="923226" y="87852"/>
                </a:lnTo>
                <a:lnTo>
                  <a:pt x="922157" y="87348"/>
                </a:lnTo>
                <a:lnTo>
                  <a:pt x="921003" y="86829"/>
                </a:lnTo>
                <a:lnTo>
                  <a:pt x="919764" y="86295"/>
                </a:lnTo>
                <a:lnTo>
                  <a:pt x="918439" y="85747"/>
                </a:lnTo>
                <a:lnTo>
                  <a:pt x="913874" y="83902"/>
                </a:lnTo>
                <a:lnTo>
                  <a:pt x="904673" y="80281"/>
                </a:lnTo>
                <a:lnTo>
                  <a:pt x="902276" y="79329"/>
                </a:lnTo>
                <a:lnTo>
                  <a:pt x="900032" y="78389"/>
                </a:lnTo>
                <a:lnTo>
                  <a:pt x="897941" y="77460"/>
                </a:lnTo>
                <a:lnTo>
                  <a:pt x="896002" y="76542"/>
                </a:lnTo>
                <a:lnTo>
                  <a:pt x="894216" y="75637"/>
                </a:lnTo>
                <a:lnTo>
                  <a:pt x="892582" y="74743"/>
                </a:lnTo>
                <a:lnTo>
                  <a:pt x="891101" y="73861"/>
                </a:lnTo>
                <a:lnTo>
                  <a:pt x="889773" y="72990"/>
                </a:lnTo>
                <a:lnTo>
                  <a:pt x="888597" y="72131"/>
                </a:lnTo>
                <a:lnTo>
                  <a:pt x="887573" y="71284"/>
                </a:lnTo>
                <a:lnTo>
                  <a:pt x="886703" y="70448"/>
                </a:lnTo>
                <a:lnTo>
                  <a:pt x="885984" y="69624"/>
                </a:lnTo>
                <a:lnTo>
                  <a:pt x="885358" y="68802"/>
                </a:lnTo>
                <a:lnTo>
                  <a:pt x="884786" y="67951"/>
                </a:lnTo>
                <a:lnTo>
                  <a:pt x="884268" y="67070"/>
                </a:lnTo>
                <a:lnTo>
                  <a:pt x="883805" y="66160"/>
                </a:lnTo>
                <a:lnTo>
                  <a:pt x="883396" y="65220"/>
                </a:lnTo>
                <a:lnTo>
                  <a:pt x="883042" y="64250"/>
                </a:lnTo>
                <a:lnTo>
                  <a:pt x="882742" y="63251"/>
                </a:lnTo>
                <a:lnTo>
                  <a:pt x="882497" y="62222"/>
                </a:lnTo>
                <a:lnTo>
                  <a:pt x="882306" y="61163"/>
                </a:lnTo>
                <a:lnTo>
                  <a:pt x="882170" y="60075"/>
                </a:lnTo>
                <a:lnTo>
                  <a:pt x="882088" y="58957"/>
                </a:lnTo>
                <a:lnTo>
                  <a:pt x="882061" y="57809"/>
                </a:lnTo>
                <a:lnTo>
                  <a:pt x="882114" y="56197"/>
                </a:lnTo>
                <a:lnTo>
                  <a:pt x="882272" y="54633"/>
                </a:lnTo>
                <a:lnTo>
                  <a:pt x="882536" y="53117"/>
                </a:lnTo>
                <a:lnTo>
                  <a:pt x="882905" y="51650"/>
                </a:lnTo>
                <a:lnTo>
                  <a:pt x="883380" y="50231"/>
                </a:lnTo>
                <a:lnTo>
                  <a:pt x="883960" y="48860"/>
                </a:lnTo>
                <a:lnTo>
                  <a:pt x="884646" y="47538"/>
                </a:lnTo>
                <a:lnTo>
                  <a:pt x="885437" y="46265"/>
                </a:lnTo>
                <a:lnTo>
                  <a:pt x="886334" y="45040"/>
                </a:lnTo>
                <a:lnTo>
                  <a:pt x="887337" y="43863"/>
                </a:lnTo>
                <a:lnTo>
                  <a:pt x="888444" y="42735"/>
                </a:lnTo>
                <a:lnTo>
                  <a:pt x="889658" y="41655"/>
                </a:lnTo>
                <a:lnTo>
                  <a:pt x="890990" y="40643"/>
                </a:lnTo>
                <a:lnTo>
                  <a:pt x="892453" y="39720"/>
                </a:lnTo>
                <a:lnTo>
                  <a:pt x="894047" y="38884"/>
                </a:lnTo>
                <a:lnTo>
                  <a:pt x="895772" y="38136"/>
                </a:lnTo>
                <a:lnTo>
                  <a:pt x="897629" y="37477"/>
                </a:lnTo>
                <a:lnTo>
                  <a:pt x="899617" y="36905"/>
                </a:lnTo>
                <a:lnTo>
                  <a:pt x="901737" y="36421"/>
                </a:lnTo>
                <a:lnTo>
                  <a:pt x="903987" y="36025"/>
                </a:lnTo>
                <a:lnTo>
                  <a:pt x="906369" y="35717"/>
                </a:lnTo>
                <a:lnTo>
                  <a:pt x="908882" y="35497"/>
                </a:lnTo>
                <a:lnTo>
                  <a:pt x="911527" y="35366"/>
                </a:lnTo>
                <a:lnTo>
                  <a:pt x="914302" y="35322"/>
                </a:lnTo>
                <a:lnTo>
                  <a:pt x="916421" y="35347"/>
                </a:lnTo>
                <a:lnTo>
                  <a:pt x="918521" y="35424"/>
                </a:lnTo>
                <a:lnTo>
                  <a:pt x="920601" y="35553"/>
                </a:lnTo>
                <a:lnTo>
                  <a:pt x="922664" y="35733"/>
                </a:lnTo>
                <a:lnTo>
                  <a:pt x="924707" y="35964"/>
                </a:lnTo>
                <a:lnTo>
                  <a:pt x="926731" y="36247"/>
                </a:lnTo>
                <a:lnTo>
                  <a:pt x="928737" y="36582"/>
                </a:lnTo>
                <a:lnTo>
                  <a:pt x="930724" y="36967"/>
                </a:lnTo>
                <a:lnTo>
                  <a:pt x="932692" y="37405"/>
                </a:lnTo>
                <a:lnTo>
                  <a:pt x="934641" y="37893"/>
                </a:lnTo>
                <a:lnTo>
                  <a:pt x="936571" y="38433"/>
                </a:lnTo>
                <a:lnTo>
                  <a:pt x="938483" y="39025"/>
                </a:lnTo>
                <a:lnTo>
                  <a:pt x="938483" y="51131"/>
                </a:lnTo>
                <a:lnTo>
                  <a:pt x="936306" y="50380"/>
                </a:lnTo>
                <a:lnTo>
                  <a:pt x="934152" y="49695"/>
                </a:lnTo>
                <a:lnTo>
                  <a:pt x="932019" y="49075"/>
                </a:lnTo>
                <a:lnTo>
                  <a:pt x="929908" y="48520"/>
                </a:lnTo>
                <a:lnTo>
                  <a:pt x="927818" y="48030"/>
                </a:lnTo>
                <a:lnTo>
                  <a:pt x="925751" y="47606"/>
                </a:lnTo>
                <a:lnTo>
                  <a:pt x="923705" y="47247"/>
                </a:lnTo>
                <a:lnTo>
                  <a:pt x="921681" y="46953"/>
                </a:lnTo>
                <a:lnTo>
                  <a:pt x="919679" y="46724"/>
                </a:lnTo>
                <a:lnTo>
                  <a:pt x="917698" y="46561"/>
                </a:lnTo>
                <a:lnTo>
                  <a:pt x="915740" y="46463"/>
                </a:lnTo>
                <a:lnTo>
                  <a:pt x="913803" y="46431"/>
                </a:lnTo>
                <a:lnTo>
                  <a:pt x="912426" y="46451"/>
                </a:lnTo>
                <a:lnTo>
                  <a:pt x="911099" y="46513"/>
                </a:lnTo>
                <a:lnTo>
                  <a:pt x="909824" y="46615"/>
                </a:lnTo>
                <a:lnTo>
                  <a:pt x="908600" y="46758"/>
                </a:lnTo>
                <a:lnTo>
                  <a:pt x="907427" y="46942"/>
                </a:lnTo>
                <a:lnTo>
                  <a:pt x="906304" y="47167"/>
                </a:lnTo>
                <a:lnTo>
                  <a:pt x="905233" y="47433"/>
                </a:lnTo>
                <a:lnTo>
                  <a:pt x="904213" y="47740"/>
                </a:lnTo>
                <a:lnTo>
                  <a:pt x="903244" y="48088"/>
                </a:lnTo>
                <a:lnTo>
                  <a:pt x="902326" y="48477"/>
                </a:lnTo>
                <a:lnTo>
                  <a:pt x="901459" y="48907"/>
                </a:lnTo>
                <a:lnTo>
                  <a:pt x="900643" y="49377"/>
                </a:lnTo>
                <a:lnTo>
                  <a:pt x="899885" y="49878"/>
                </a:lnTo>
                <a:lnTo>
                  <a:pt x="899193" y="50399"/>
                </a:lnTo>
                <a:lnTo>
                  <a:pt x="898567" y="50940"/>
                </a:lnTo>
                <a:lnTo>
                  <a:pt x="898007" y="51502"/>
                </a:lnTo>
                <a:lnTo>
                  <a:pt x="897513" y="52083"/>
                </a:lnTo>
                <a:lnTo>
                  <a:pt x="897085" y="52685"/>
                </a:lnTo>
                <a:lnTo>
                  <a:pt x="896723" y="53307"/>
                </a:lnTo>
                <a:lnTo>
                  <a:pt x="896426" y="53950"/>
                </a:lnTo>
                <a:lnTo>
                  <a:pt x="896196" y="54612"/>
                </a:lnTo>
                <a:lnTo>
                  <a:pt x="896031" y="55295"/>
                </a:lnTo>
                <a:lnTo>
                  <a:pt x="895932" y="55998"/>
                </a:lnTo>
                <a:lnTo>
                  <a:pt x="895899" y="56721"/>
                </a:lnTo>
                <a:lnTo>
                  <a:pt x="895928" y="57419"/>
                </a:lnTo>
                <a:lnTo>
                  <a:pt x="896014" y="58093"/>
                </a:lnTo>
                <a:lnTo>
                  <a:pt x="896158" y="58743"/>
                </a:lnTo>
                <a:lnTo>
                  <a:pt x="896359" y="59370"/>
                </a:lnTo>
                <a:lnTo>
                  <a:pt x="896617" y="59973"/>
                </a:lnTo>
                <a:lnTo>
                  <a:pt x="896933" y="60553"/>
                </a:lnTo>
                <a:lnTo>
                  <a:pt x="897307" y="61108"/>
                </a:lnTo>
                <a:lnTo>
                  <a:pt x="897738" y="61641"/>
                </a:lnTo>
                <a:lnTo>
                  <a:pt x="898226" y="62149"/>
                </a:lnTo>
                <a:lnTo>
                  <a:pt x="898772" y="62634"/>
                </a:lnTo>
                <a:lnTo>
                  <a:pt x="899375" y="63095"/>
                </a:lnTo>
                <a:lnTo>
                  <a:pt x="900036" y="63533"/>
                </a:lnTo>
                <a:lnTo>
                  <a:pt x="900750" y="63964"/>
                </a:lnTo>
                <a:lnTo>
                  <a:pt x="901534" y="64406"/>
                </a:lnTo>
                <a:lnTo>
                  <a:pt x="902390" y="64859"/>
                </a:lnTo>
                <a:lnTo>
                  <a:pt x="903317" y="65323"/>
                </a:lnTo>
                <a:lnTo>
                  <a:pt x="904316" y="65798"/>
                </a:lnTo>
                <a:lnTo>
                  <a:pt x="905386" y="66283"/>
                </a:lnTo>
                <a:lnTo>
                  <a:pt x="906527" y="66779"/>
                </a:lnTo>
                <a:lnTo>
                  <a:pt x="907740" y="67286"/>
                </a:lnTo>
                <a:lnTo>
                  <a:pt x="909024" y="67804"/>
                </a:lnTo>
                <a:lnTo>
                  <a:pt x="910379" y="68333"/>
                </a:lnTo>
                <a:lnTo>
                  <a:pt x="911806" y="68873"/>
                </a:lnTo>
                <a:lnTo>
                  <a:pt x="913304" y="69424"/>
                </a:lnTo>
                <a:lnTo>
                  <a:pt x="922291" y="72688"/>
                </a:lnTo>
                <a:lnTo>
                  <a:pt x="924297" y="73439"/>
                </a:lnTo>
                <a:lnTo>
                  <a:pt x="926200" y="74201"/>
                </a:lnTo>
                <a:lnTo>
                  <a:pt x="928002" y="74973"/>
                </a:lnTo>
                <a:lnTo>
                  <a:pt x="929701" y="75757"/>
                </a:lnTo>
                <a:lnTo>
                  <a:pt x="931299" y="76552"/>
                </a:lnTo>
                <a:lnTo>
                  <a:pt x="932794" y="77358"/>
                </a:lnTo>
                <a:lnTo>
                  <a:pt x="934188" y="78175"/>
                </a:lnTo>
                <a:lnTo>
                  <a:pt x="935479" y="79002"/>
                </a:lnTo>
                <a:lnTo>
                  <a:pt x="936668" y="79841"/>
                </a:lnTo>
                <a:lnTo>
                  <a:pt x="937756" y="80691"/>
                </a:lnTo>
                <a:lnTo>
                  <a:pt x="938741" y="81552"/>
                </a:lnTo>
                <a:lnTo>
                  <a:pt x="939624" y="82424"/>
                </a:lnTo>
                <a:lnTo>
                  <a:pt x="940422" y="83320"/>
                </a:lnTo>
                <a:lnTo>
                  <a:pt x="941150" y="84253"/>
                </a:lnTo>
                <a:lnTo>
                  <a:pt x="941809" y="85222"/>
                </a:lnTo>
                <a:lnTo>
                  <a:pt x="942398" y="86227"/>
                </a:lnTo>
                <a:lnTo>
                  <a:pt x="942918" y="87269"/>
                </a:lnTo>
                <a:lnTo>
                  <a:pt x="943369" y="88348"/>
                </a:lnTo>
                <a:lnTo>
                  <a:pt x="943750" y="89463"/>
                </a:lnTo>
                <a:lnTo>
                  <a:pt x="944062" y="90615"/>
                </a:lnTo>
                <a:lnTo>
                  <a:pt x="944305" y="91803"/>
                </a:lnTo>
                <a:lnTo>
                  <a:pt x="944479" y="93028"/>
                </a:lnTo>
                <a:lnTo>
                  <a:pt x="944583" y="94290"/>
                </a:lnTo>
                <a:lnTo>
                  <a:pt x="944617" y="95588"/>
                </a:lnTo>
                <a:lnTo>
                  <a:pt x="944562" y="97282"/>
                </a:lnTo>
                <a:lnTo>
                  <a:pt x="944396" y="98925"/>
                </a:lnTo>
                <a:lnTo>
                  <a:pt x="944120" y="100517"/>
                </a:lnTo>
                <a:lnTo>
                  <a:pt x="943734" y="102059"/>
                </a:lnTo>
                <a:lnTo>
                  <a:pt x="943236" y="103549"/>
                </a:lnTo>
                <a:lnTo>
                  <a:pt x="942629" y="104989"/>
                </a:lnTo>
                <a:lnTo>
                  <a:pt x="941911" y="106378"/>
                </a:lnTo>
                <a:lnTo>
                  <a:pt x="941082" y="107716"/>
                </a:lnTo>
                <a:lnTo>
                  <a:pt x="940144" y="109003"/>
                </a:lnTo>
                <a:lnTo>
                  <a:pt x="939094" y="110239"/>
                </a:lnTo>
                <a:lnTo>
                  <a:pt x="937934" y="111424"/>
                </a:lnTo>
                <a:lnTo>
                  <a:pt x="936664" y="112558"/>
                </a:lnTo>
                <a:lnTo>
                  <a:pt x="935272" y="113621"/>
                </a:lnTo>
                <a:lnTo>
                  <a:pt x="933748" y="114591"/>
                </a:lnTo>
                <a:lnTo>
                  <a:pt x="932092" y="115469"/>
                </a:lnTo>
                <a:lnTo>
                  <a:pt x="930304" y="116254"/>
                </a:lnTo>
                <a:lnTo>
                  <a:pt x="928383" y="116947"/>
                </a:lnTo>
                <a:lnTo>
                  <a:pt x="926330" y="117547"/>
                </a:lnTo>
                <a:lnTo>
                  <a:pt x="924145" y="118055"/>
                </a:lnTo>
                <a:lnTo>
                  <a:pt x="921827" y="118471"/>
                </a:lnTo>
                <a:lnTo>
                  <a:pt x="919378" y="118794"/>
                </a:lnTo>
                <a:lnTo>
                  <a:pt x="916796" y="119025"/>
                </a:lnTo>
                <a:lnTo>
                  <a:pt x="914082" y="119164"/>
                </a:lnTo>
                <a:lnTo>
                  <a:pt x="911235" y="119210"/>
                </a:lnTo>
                <a:lnTo>
                  <a:pt x="908685" y="119165"/>
                </a:lnTo>
                <a:lnTo>
                  <a:pt x="906123" y="119031"/>
                </a:lnTo>
                <a:lnTo>
                  <a:pt x="903549" y="118807"/>
                </a:lnTo>
                <a:lnTo>
                  <a:pt x="900964" y="118493"/>
                </a:lnTo>
                <a:lnTo>
                  <a:pt x="898366" y="118090"/>
                </a:lnTo>
                <a:lnTo>
                  <a:pt x="895756" y="117597"/>
                </a:lnTo>
                <a:lnTo>
                  <a:pt x="893135" y="117015"/>
                </a:lnTo>
                <a:lnTo>
                  <a:pt x="890502" y="116343"/>
                </a:lnTo>
                <a:lnTo>
                  <a:pt x="887857" y="115581"/>
                </a:lnTo>
                <a:lnTo>
                  <a:pt x="885200" y="114730"/>
                </a:lnTo>
                <a:lnTo>
                  <a:pt x="882531" y="113789"/>
                </a:lnTo>
                <a:lnTo>
                  <a:pt x="879850" y="112759"/>
                </a:lnTo>
                <a:close/>
                <a:moveTo>
                  <a:pt x="999384" y="119210"/>
                </a:moveTo>
                <a:lnTo>
                  <a:pt x="996579" y="119127"/>
                </a:lnTo>
                <a:lnTo>
                  <a:pt x="993868" y="118879"/>
                </a:lnTo>
                <a:lnTo>
                  <a:pt x="991253" y="118465"/>
                </a:lnTo>
                <a:lnTo>
                  <a:pt x="988732" y="117886"/>
                </a:lnTo>
                <a:lnTo>
                  <a:pt x="986307" y="117141"/>
                </a:lnTo>
                <a:lnTo>
                  <a:pt x="983977" y="116231"/>
                </a:lnTo>
                <a:lnTo>
                  <a:pt x="981742" y="115155"/>
                </a:lnTo>
                <a:lnTo>
                  <a:pt x="979602" y="113914"/>
                </a:lnTo>
                <a:lnTo>
                  <a:pt x="977557" y="112507"/>
                </a:lnTo>
                <a:lnTo>
                  <a:pt x="975608" y="110934"/>
                </a:lnTo>
                <a:lnTo>
                  <a:pt x="973753" y="109197"/>
                </a:lnTo>
                <a:lnTo>
                  <a:pt x="971994" y="107293"/>
                </a:lnTo>
                <a:lnTo>
                  <a:pt x="970353" y="105263"/>
                </a:lnTo>
                <a:lnTo>
                  <a:pt x="968855" y="103147"/>
                </a:lnTo>
                <a:lnTo>
                  <a:pt x="967500" y="100945"/>
                </a:lnTo>
                <a:lnTo>
                  <a:pt x="966287" y="98655"/>
                </a:lnTo>
                <a:lnTo>
                  <a:pt x="965217" y="96280"/>
                </a:lnTo>
                <a:lnTo>
                  <a:pt x="964290" y="93818"/>
                </a:lnTo>
                <a:lnTo>
                  <a:pt x="963505" y="91269"/>
                </a:lnTo>
                <a:lnTo>
                  <a:pt x="962863" y="88634"/>
                </a:lnTo>
                <a:lnTo>
                  <a:pt x="962364" y="85913"/>
                </a:lnTo>
                <a:lnTo>
                  <a:pt x="962007" y="83105"/>
                </a:lnTo>
                <a:lnTo>
                  <a:pt x="961793" y="80211"/>
                </a:lnTo>
                <a:lnTo>
                  <a:pt x="961722" y="77230"/>
                </a:lnTo>
                <a:lnTo>
                  <a:pt x="961793" y="74250"/>
                </a:lnTo>
                <a:lnTo>
                  <a:pt x="962007" y="71356"/>
                </a:lnTo>
                <a:lnTo>
                  <a:pt x="962364" y="68550"/>
                </a:lnTo>
                <a:lnTo>
                  <a:pt x="962863" y="65830"/>
                </a:lnTo>
                <a:lnTo>
                  <a:pt x="963505" y="63198"/>
                </a:lnTo>
                <a:lnTo>
                  <a:pt x="964290" y="60652"/>
                </a:lnTo>
                <a:lnTo>
                  <a:pt x="965217" y="58194"/>
                </a:lnTo>
                <a:lnTo>
                  <a:pt x="966287" y="55822"/>
                </a:lnTo>
                <a:lnTo>
                  <a:pt x="967500" y="53537"/>
                </a:lnTo>
                <a:lnTo>
                  <a:pt x="968855" y="51340"/>
                </a:lnTo>
                <a:lnTo>
                  <a:pt x="970353" y="49229"/>
                </a:lnTo>
                <a:lnTo>
                  <a:pt x="971994" y="47205"/>
                </a:lnTo>
                <a:lnTo>
                  <a:pt x="973753" y="45307"/>
                </a:lnTo>
                <a:lnTo>
                  <a:pt x="975608" y="43574"/>
                </a:lnTo>
                <a:lnTo>
                  <a:pt x="977557" y="42006"/>
                </a:lnTo>
                <a:lnTo>
                  <a:pt x="979602" y="40603"/>
                </a:lnTo>
                <a:lnTo>
                  <a:pt x="981742" y="39365"/>
                </a:lnTo>
                <a:lnTo>
                  <a:pt x="983977" y="38292"/>
                </a:lnTo>
                <a:lnTo>
                  <a:pt x="986307" y="37385"/>
                </a:lnTo>
                <a:lnTo>
                  <a:pt x="988732" y="36642"/>
                </a:lnTo>
                <a:lnTo>
                  <a:pt x="991253" y="36064"/>
                </a:lnTo>
                <a:lnTo>
                  <a:pt x="993868" y="35652"/>
                </a:lnTo>
                <a:lnTo>
                  <a:pt x="996579" y="35404"/>
                </a:lnTo>
                <a:lnTo>
                  <a:pt x="999384" y="35322"/>
                </a:lnTo>
                <a:lnTo>
                  <a:pt x="1002178" y="35404"/>
                </a:lnTo>
                <a:lnTo>
                  <a:pt x="1004878" y="35652"/>
                </a:lnTo>
                <a:lnTo>
                  <a:pt x="1007484" y="36064"/>
                </a:lnTo>
                <a:lnTo>
                  <a:pt x="1009996" y="36642"/>
                </a:lnTo>
                <a:lnTo>
                  <a:pt x="1012414" y="37385"/>
                </a:lnTo>
                <a:lnTo>
                  <a:pt x="1014738" y="38292"/>
                </a:lnTo>
                <a:lnTo>
                  <a:pt x="1016967" y="39365"/>
                </a:lnTo>
                <a:lnTo>
                  <a:pt x="1019103" y="40603"/>
                </a:lnTo>
                <a:lnTo>
                  <a:pt x="1021144" y="42006"/>
                </a:lnTo>
                <a:lnTo>
                  <a:pt x="1023091" y="43574"/>
                </a:lnTo>
                <a:lnTo>
                  <a:pt x="1024944" y="45307"/>
                </a:lnTo>
                <a:lnTo>
                  <a:pt x="1026703" y="47205"/>
                </a:lnTo>
                <a:lnTo>
                  <a:pt x="1028344" y="49229"/>
                </a:lnTo>
                <a:lnTo>
                  <a:pt x="1029842" y="51340"/>
                </a:lnTo>
                <a:lnTo>
                  <a:pt x="1031197" y="53537"/>
                </a:lnTo>
                <a:lnTo>
                  <a:pt x="1032410" y="55822"/>
                </a:lnTo>
                <a:lnTo>
                  <a:pt x="1033480" y="58194"/>
                </a:lnTo>
                <a:lnTo>
                  <a:pt x="1034407" y="60652"/>
                </a:lnTo>
                <a:lnTo>
                  <a:pt x="1035192" y="63198"/>
                </a:lnTo>
                <a:lnTo>
                  <a:pt x="1035834" y="65830"/>
                </a:lnTo>
                <a:lnTo>
                  <a:pt x="1036333" y="68550"/>
                </a:lnTo>
                <a:lnTo>
                  <a:pt x="1036689" y="71356"/>
                </a:lnTo>
                <a:lnTo>
                  <a:pt x="1036903" y="74250"/>
                </a:lnTo>
                <a:lnTo>
                  <a:pt x="1036975" y="77230"/>
                </a:lnTo>
                <a:lnTo>
                  <a:pt x="1036903" y="80211"/>
                </a:lnTo>
                <a:lnTo>
                  <a:pt x="1036689" y="83105"/>
                </a:lnTo>
                <a:lnTo>
                  <a:pt x="1036333" y="85913"/>
                </a:lnTo>
                <a:lnTo>
                  <a:pt x="1035834" y="88634"/>
                </a:lnTo>
                <a:lnTo>
                  <a:pt x="1035192" y="91269"/>
                </a:lnTo>
                <a:lnTo>
                  <a:pt x="1034407" y="93818"/>
                </a:lnTo>
                <a:lnTo>
                  <a:pt x="1033480" y="96280"/>
                </a:lnTo>
                <a:lnTo>
                  <a:pt x="1032410" y="98655"/>
                </a:lnTo>
                <a:lnTo>
                  <a:pt x="1031197" y="100945"/>
                </a:lnTo>
                <a:lnTo>
                  <a:pt x="1029842" y="103147"/>
                </a:lnTo>
                <a:lnTo>
                  <a:pt x="1028344" y="105263"/>
                </a:lnTo>
                <a:lnTo>
                  <a:pt x="1026703" y="107293"/>
                </a:lnTo>
                <a:lnTo>
                  <a:pt x="1024944" y="109197"/>
                </a:lnTo>
                <a:lnTo>
                  <a:pt x="1023091" y="110934"/>
                </a:lnTo>
                <a:lnTo>
                  <a:pt x="1021144" y="112507"/>
                </a:lnTo>
                <a:lnTo>
                  <a:pt x="1019103" y="113914"/>
                </a:lnTo>
                <a:lnTo>
                  <a:pt x="1016967" y="115155"/>
                </a:lnTo>
                <a:lnTo>
                  <a:pt x="1014738" y="116231"/>
                </a:lnTo>
                <a:lnTo>
                  <a:pt x="1012414" y="117141"/>
                </a:lnTo>
                <a:lnTo>
                  <a:pt x="1009996" y="117886"/>
                </a:lnTo>
                <a:lnTo>
                  <a:pt x="1007484" y="118465"/>
                </a:lnTo>
                <a:lnTo>
                  <a:pt x="1004878" y="118879"/>
                </a:lnTo>
                <a:lnTo>
                  <a:pt x="1002178" y="119127"/>
                </a:lnTo>
                <a:lnTo>
                  <a:pt x="999384" y="119210"/>
                </a:lnTo>
                <a:moveTo>
                  <a:pt x="999384" y="108101"/>
                </a:moveTo>
                <a:lnTo>
                  <a:pt x="1001125" y="108044"/>
                </a:lnTo>
                <a:lnTo>
                  <a:pt x="1002806" y="107872"/>
                </a:lnTo>
                <a:lnTo>
                  <a:pt x="1004426" y="107587"/>
                </a:lnTo>
                <a:lnTo>
                  <a:pt x="1005986" y="107186"/>
                </a:lnTo>
                <a:lnTo>
                  <a:pt x="1007485" y="106672"/>
                </a:lnTo>
                <a:lnTo>
                  <a:pt x="1008924" y="106043"/>
                </a:lnTo>
                <a:lnTo>
                  <a:pt x="1010303" y="105300"/>
                </a:lnTo>
                <a:lnTo>
                  <a:pt x="1011621" y="104442"/>
                </a:lnTo>
                <a:lnTo>
                  <a:pt x="1012879" y="103471"/>
                </a:lnTo>
                <a:lnTo>
                  <a:pt x="1014076" y="102385"/>
                </a:lnTo>
                <a:lnTo>
                  <a:pt x="1015213" y="101184"/>
                </a:lnTo>
                <a:lnTo>
                  <a:pt x="1016289" y="99869"/>
                </a:lnTo>
                <a:lnTo>
                  <a:pt x="1017292" y="98454"/>
                </a:lnTo>
                <a:lnTo>
                  <a:pt x="1018207" y="96954"/>
                </a:lnTo>
                <a:lnTo>
                  <a:pt x="1019035" y="95367"/>
                </a:lnTo>
                <a:lnTo>
                  <a:pt x="1019776" y="93695"/>
                </a:lnTo>
                <a:lnTo>
                  <a:pt x="1020430" y="91937"/>
                </a:lnTo>
                <a:lnTo>
                  <a:pt x="1020997" y="90094"/>
                </a:lnTo>
                <a:lnTo>
                  <a:pt x="1021476" y="88164"/>
                </a:lnTo>
                <a:lnTo>
                  <a:pt x="1021869" y="86149"/>
                </a:lnTo>
                <a:lnTo>
                  <a:pt x="1022174" y="84048"/>
                </a:lnTo>
                <a:lnTo>
                  <a:pt x="1022392" y="81861"/>
                </a:lnTo>
                <a:lnTo>
                  <a:pt x="1022523" y="79589"/>
                </a:lnTo>
                <a:lnTo>
                  <a:pt x="1022566" y="77230"/>
                </a:lnTo>
                <a:lnTo>
                  <a:pt x="1022523" y="74883"/>
                </a:lnTo>
                <a:lnTo>
                  <a:pt x="1022392" y="72621"/>
                </a:lnTo>
                <a:lnTo>
                  <a:pt x="1022174" y="70444"/>
                </a:lnTo>
                <a:lnTo>
                  <a:pt x="1021869" y="68351"/>
                </a:lnTo>
                <a:lnTo>
                  <a:pt x="1021476" y="66343"/>
                </a:lnTo>
                <a:lnTo>
                  <a:pt x="1020997" y="64420"/>
                </a:lnTo>
                <a:lnTo>
                  <a:pt x="1020430" y="62582"/>
                </a:lnTo>
                <a:lnTo>
                  <a:pt x="1019776" y="60829"/>
                </a:lnTo>
                <a:lnTo>
                  <a:pt x="1019035" y="59160"/>
                </a:lnTo>
                <a:lnTo>
                  <a:pt x="1018207" y="57576"/>
                </a:lnTo>
                <a:lnTo>
                  <a:pt x="1017292" y="56077"/>
                </a:lnTo>
                <a:lnTo>
                  <a:pt x="1016289" y="54662"/>
                </a:lnTo>
                <a:lnTo>
                  <a:pt x="1015213" y="53348"/>
                </a:lnTo>
                <a:lnTo>
                  <a:pt x="1014076" y="52147"/>
                </a:lnTo>
                <a:lnTo>
                  <a:pt x="1012879" y="51061"/>
                </a:lnTo>
                <a:lnTo>
                  <a:pt x="1011621" y="50089"/>
                </a:lnTo>
                <a:lnTo>
                  <a:pt x="1010303" y="49232"/>
                </a:lnTo>
                <a:lnTo>
                  <a:pt x="1008924" y="48489"/>
                </a:lnTo>
                <a:lnTo>
                  <a:pt x="1007485" y="47860"/>
                </a:lnTo>
                <a:lnTo>
                  <a:pt x="1005986" y="47345"/>
                </a:lnTo>
                <a:lnTo>
                  <a:pt x="1004426" y="46945"/>
                </a:lnTo>
                <a:lnTo>
                  <a:pt x="1002806" y="46659"/>
                </a:lnTo>
                <a:lnTo>
                  <a:pt x="1001125" y="46488"/>
                </a:lnTo>
                <a:lnTo>
                  <a:pt x="999384" y="46431"/>
                </a:lnTo>
                <a:lnTo>
                  <a:pt x="997632" y="46488"/>
                </a:lnTo>
                <a:lnTo>
                  <a:pt x="995940" y="46659"/>
                </a:lnTo>
                <a:lnTo>
                  <a:pt x="994311" y="46945"/>
                </a:lnTo>
                <a:lnTo>
                  <a:pt x="992743" y="47345"/>
                </a:lnTo>
                <a:lnTo>
                  <a:pt x="991236" y="47860"/>
                </a:lnTo>
                <a:lnTo>
                  <a:pt x="989790" y="48489"/>
                </a:lnTo>
                <a:lnTo>
                  <a:pt x="988406" y="49232"/>
                </a:lnTo>
                <a:lnTo>
                  <a:pt x="987084" y="50089"/>
                </a:lnTo>
                <a:lnTo>
                  <a:pt x="985823" y="51061"/>
                </a:lnTo>
                <a:lnTo>
                  <a:pt x="984623" y="52147"/>
                </a:lnTo>
                <a:lnTo>
                  <a:pt x="983485" y="53348"/>
                </a:lnTo>
                <a:lnTo>
                  <a:pt x="982408" y="54662"/>
                </a:lnTo>
                <a:lnTo>
                  <a:pt x="981405" y="56077"/>
                </a:lnTo>
                <a:lnTo>
                  <a:pt x="980490" y="57576"/>
                </a:lnTo>
                <a:lnTo>
                  <a:pt x="979662" y="59160"/>
                </a:lnTo>
                <a:lnTo>
                  <a:pt x="978920" y="60829"/>
                </a:lnTo>
                <a:lnTo>
                  <a:pt x="978267" y="62582"/>
                </a:lnTo>
                <a:lnTo>
                  <a:pt x="977700" y="64420"/>
                </a:lnTo>
                <a:lnTo>
                  <a:pt x="977220" y="66343"/>
                </a:lnTo>
                <a:lnTo>
                  <a:pt x="976828" y="68351"/>
                </a:lnTo>
                <a:lnTo>
                  <a:pt x="976523" y="70444"/>
                </a:lnTo>
                <a:lnTo>
                  <a:pt x="976305" y="72621"/>
                </a:lnTo>
                <a:lnTo>
                  <a:pt x="976174" y="74883"/>
                </a:lnTo>
                <a:lnTo>
                  <a:pt x="976131" y="77230"/>
                </a:lnTo>
                <a:lnTo>
                  <a:pt x="976174" y="79589"/>
                </a:lnTo>
                <a:lnTo>
                  <a:pt x="976305" y="81861"/>
                </a:lnTo>
                <a:lnTo>
                  <a:pt x="976523" y="84048"/>
                </a:lnTo>
                <a:lnTo>
                  <a:pt x="976828" y="86149"/>
                </a:lnTo>
                <a:lnTo>
                  <a:pt x="977220" y="88164"/>
                </a:lnTo>
                <a:lnTo>
                  <a:pt x="977700" y="90094"/>
                </a:lnTo>
                <a:lnTo>
                  <a:pt x="978267" y="91937"/>
                </a:lnTo>
                <a:lnTo>
                  <a:pt x="978920" y="93695"/>
                </a:lnTo>
                <a:lnTo>
                  <a:pt x="979662" y="95367"/>
                </a:lnTo>
                <a:lnTo>
                  <a:pt x="980490" y="96954"/>
                </a:lnTo>
                <a:lnTo>
                  <a:pt x="981405" y="98454"/>
                </a:lnTo>
                <a:lnTo>
                  <a:pt x="982408" y="99869"/>
                </a:lnTo>
                <a:lnTo>
                  <a:pt x="983485" y="101184"/>
                </a:lnTo>
                <a:lnTo>
                  <a:pt x="984623" y="102385"/>
                </a:lnTo>
                <a:lnTo>
                  <a:pt x="985823" y="103471"/>
                </a:lnTo>
                <a:lnTo>
                  <a:pt x="987084" y="104442"/>
                </a:lnTo>
                <a:lnTo>
                  <a:pt x="988406" y="105300"/>
                </a:lnTo>
                <a:lnTo>
                  <a:pt x="989790" y="106043"/>
                </a:lnTo>
                <a:lnTo>
                  <a:pt x="991236" y="106672"/>
                </a:lnTo>
                <a:lnTo>
                  <a:pt x="992743" y="107186"/>
                </a:lnTo>
                <a:lnTo>
                  <a:pt x="994311" y="107587"/>
                </a:lnTo>
                <a:lnTo>
                  <a:pt x="995940" y="107872"/>
                </a:lnTo>
                <a:lnTo>
                  <a:pt x="997632" y="108044"/>
                </a:lnTo>
                <a:lnTo>
                  <a:pt x="999384" y="108101"/>
                </a:lnTo>
                <a:close/>
                <a:moveTo>
                  <a:pt x="1060998" y="117074"/>
                </a:moveTo>
                <a:lnTo>
                  <a:pt x="1060998" y="37458"/>
                </a:lnTo>
                <a:lnTo>
                  <a:pt x="1074266" y="37458"/>
                </a:lnTo>
                <a:lnTo>
                  <a:pt x="1074266" y="54947"/>
                </a:lnTo>
                <a:lnTo>
                  <a:pt x="1075313" y="53340"/>
                </a:lnTo>
                <a:lnTo>
                  <a:pt x="1076385" y="51802"/>
                </a:lnTo>
                <a:lnTo>
                  <a:pt x="1077482" y="50333"/>
                </a:lnTo>
                <a:lnTo>
                  <a:pt x="1078605" y="48932"/>
                </a:lnTo>
                <a:lnTo>
                  <a:pt x="1079753" y="47601"/>
                </a:lnTo>
                <a:lnTo>
                  <a:pt x="1080926" y="46338"/>
                </a:lnTo>
                <a:lnTo>
                  <a:pt x="1082125" y="45145"/>
                </a:lnTo>
                <a:lnTo>
                  <a:pt x="1083348" y="44020"/>
                </a:lnTo>
                <a:lnTo>
                  <a:pt x="1084597" y="42964"/>
                </a:lnTo>
                <a:lnTo>
                  <a:pt x="1085872" y="41978"/>
                </a:lnTo>
                <a:lnTo>
                  <a:pt x="1087171" y="41060"/>
                </a:lnTo>
                <a:lnTo>
                  <a:pt x="1088496" y="40211"/>
                </a:lnTo>
                <a:lnTo>
                  <a:pt x="1089846" y="39430"/>
                </a:lnTo>
                <a:lnTo>
                  <a:pt x="1091221" y="38717"/>
                </a:lnTo>
                <a:lnTo>
                  <a:pt x="1092622" y="38072"/>
                </a:lnTo>
                <a:lnTo>
                  <a:pt x="1094048" y="37495"/>
                </a:lnTo>
                <a:lnTo>
                  <a:pt x="1095499" y="36985"/>
                </a:lnTo>
                <a:lnTo>
                  <a:pt x="1096975" y="36544"/>
                </a:lnTo>
                <a:lnTo>
                  <a:pt x="1098477" y="36170"/>
                </a:lnTo>
                <a:lnTo>
                  <a:pt x="1100004" y="35865"/>
                </a:lnTo>
                <a:lnTo>
                  <a:pt x="1101556" y="35627"/>
                </a:lnTo>
                <a:lnTo>
                  <a:pt x="1103133" y="35457"/>
                </a:lnTo>
                <a:lnTo>
                  <a:pt x="1104736" y="35355"/>
                </a:lnTo>
                <a:lnTo>
                  <a:pt x="1106364" y="35322"/>
                </a:lnTo>
                <a:lnTo>
                  <a:pt x="1107565" y="35336"/>
                </a:lnTo>
                <a:lnTo>
                  <a:pt x="1108765" y="35381"/>
                </a:lnTo>
                <a:lnTo>
                  <a:pt x="1109966" y="35455"/>
                </a:lnTo>
                <a:lnTo>
                  <a:pt x="1111167" y="35559"/>
                </a:lnTo>
                <a:lnTo>
                  <a:pt x="1112368" y="35692"/>
                </a:lnTo>
                <a:lnTo>
                  <a:pt x="1113568" y="35856"/>
                </a:lnTo>
                <a:lnTo>
                  <a:pt x="1114769" y="36049"/>
                </a:lnTo>
                <a:lnTo>
                  <a:pt x="1115970" y="36271"/>
                </a:lnTo>
                <a:lnTo>
                  <a:pt x="1117170" y="36523"/>
                </a:lnTo>
                <a:lnTo>
                  <a:pt x="1118371" y="36805"/>
                </a:lnTo>
                <a:lnTo>
                  <a:pt x="1119572" y="37117"/>
                </a:lnTo>
                <a:lnTo>
                  <a:pt x="1120773" y="37458"/>
                </a:lnTo>
                <a:lnTo>
                  <a:pt x="1120773" y="66228"/>
                </a:lnTo>
                <a:lnTo>
                  <a:pt x="1108005" y="66228"/>
                </a:lnTo>
                <a:lnTo>
                  <a:pt x="1108005" y="48138"/>
                </a:lnTo>
                <a:lnTo>
                  <a:pt x="1107456" y="48047"/>
                </a:lnTo>
                <a:lnTo>
                  <a:pt x="1106927" y="47964"/>
                </a:lnTo>
                <a:lnTo>
                  <a:pt x="1106418" y="47889"/>
                </a:lnTo>
                <a:lnTo>
                  <a:pt x="1105928" y="47822"/>
                </a:lnTo>
                <a:lnTo>
                  <a:pt x="1105459" y="47763"/>
                </a:lnTo>
                <a:lnTo>
                  <a:pt x="1105009" y="47712"/>
                </a:lnTo>
                <a:lnTo>
                  <a:pt x="1104579" y="47669"/>
                </a:lnTo>
                <a:lnTo>
                  <a:pt x="1104169" y="47633"/>
                </a:lnTo>
                <a:lnTo>
                  <a:pt x="1103778" y="47606"/>
                </a:lnTo>
                <a:lnTo>
                  <a:pt x="1103408" y="47586"/>
                </a:lnTo>
                <a:lnTo>
                  <a:pt x="1103057" y="47574"/>
                </a:lnTo>
                <a:lnTo>
                  <a:pt x="1102726" y="47570"/>
                </a:lnTo>
                <a:lnTo>
                  <a:pt x="1101492" y="47611"/>
                </a:lnTo>
                <a:lnTo>
                  <a:pt x="1100261" y="47732"/>
                </a:lnTo>
                <a:lnTo>
                  <a:pt x="1099035" y="47934"/>
                </a:lnTo>
                <a:lnTo>
                  <a:pt x="1097812" y="48217"/>
                </a:lnTo>
                <a:lnTo>
                  <a:pt x="1096594" y="48581"/>
                </a:lnTo>
                <a:lnTo>
                  <a:pt x="1095379" y="49026"/>
                </a:lnTo>
                <a:lnTo>
                  <a:pt x="1094169" y="49551"/>
                </a:lnTo>
                <a:lnTo>
                  <a:pt x="1092962" y="50158"/>
                </a:lnTo>
                <a:lnTo>
                  <a:pt x="1091759" y="50845"/>
                </a:lnTo>
                <a:lnTo>
                  <a:pt x="1090561" y="51613"/>
                </a:lnTo>
                <a:lnTo>
                  <a:pt x="1089366" y="52462"/>
                </a:lnTo>
                <a:lnTo>
                  <a:pt x="1088175" y="53392"/>
                </a:lnTo>
                <a:lnTo>
                  <a:pt x="1086989" y="54402"/>
                </a:lnTo>
                <a:lnTo>
                  <a:pt x="1085807" y="55494"/>
                </a:lnTo>
                <a:lnTo>
                  <a:pt x="1084631" y="56666"/>
                </a:lnTo>
                <a:lnTo>
                  <a:pt x="1083459" y="57920"/>
                </a:lnTo>
                <a:lnTo>
                  <a:pt x="1082293" y="59254"/>
                </a:lnTo>
                <a:lnTo>
                  <a:pt x="1081131" y="60669"/>
                </a:lnTo>
                <a:lnTo>
                  <a:pt x="1079975" y="62165"/>
                </a:lnTo>
                <a:lnTo>
                  <a:pt x="1078823" y="63741"/>
                </a:lnTo>
                <a:lnTo>
                  <a:pt x="1077676" y="65399"/>
                </a:lnTo>
                <a:lnTo>
                  <a:pt x="1076534" y="67137"/>
                </a:lnTo>
                <a:lnTo>
                  <a:pt x="1075398" y="68957"/>
                </a:lnTo>
                <a:lnTo>
                  <a:pt x="1074266" y="70857"/>
                </a:lnTo>
                <a:lnTo>
                  <a:pt x="1074266" y="117074"/>
                </a:lnTo>
                <a:lnTo>
                  <a:pt x="1060998" y="117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4" name="Original vector context 34">
            <a:extLst xmlns:a="http://schemas.openxmlformats.org/drawingml/2006/main">
              <a:ext uri="{FF2B5EF4-FFF2-40B4-BE49-F238E27FC236}">
                <a16:creationId xmlns:a16="http://schemas.microsoft.com/office/drawing/2014/main" id="{BBF38DB6-534F-4506-8FD0-1023E2A3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21" y="8729749"/>
            <a:ext cx="752608" cy="103259"/>
          </a:xfrm>
          <a:custGeom xmlns:a="http://schemas.openxmlformats.org/drawingml/2006/main">
            <a:pathLst>
              <a:path w="752608" h="103259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66008" y="14527"/>
                </a:moveTo>
                <a:lnTo>
                  <a:pt x="66008" y="36034"/>
                </a:lnTo>
                <a:lnTo>
                  <a:pt x="81273" y="36034"/>
                </a:lnTo>
                <a:lnTo>
                  <a:pt x="81273" y="41019"/>
                </a:lnTo>
                <a:lnTo>
                  <a:pt x="66008" y="41019"/>
                </a:lnTo>
                <a:lnTo>
                  <a:pt x="66008" y="83261"/>
                </a:lnTo>
                <a:lnTo>
                  <a:pt x="66021" y="84288"/>
                </a:lnTo>
                <a:lnTo>
                  <a:pt x="66059" y="85257"/>
                </a:lnTo>
                <a:lnTo>
                  <a:pt x="66122" y="86169"/>
                </a:lnTo>
                <a:lnTo>
                  <a:pt x="66210" y="87024"/>
                </a:lnTo>
                <a:lnTo>
                  <a:pt x="66324" y="87821"/>
                </a:lnTo>
                <a:lnTo>
                  <a:pt x="66463" y="88561"/>
                </a:lnTo>
                <a:lnTo>
                  <a:pt x="66627" y="89244"/>
                </a:lnTo>
                <a:lnTo>
                  <a:pt x="66816" y="89869"/>
                </a:lnTo>
                <a:lnTo>
                  <a:pt x="67031" y="90437"/>
                </a:lnTo>
                <a:lnTo>
                  <a:pt x="67271" y="90948"/>
                </a:lnTo>
                <a:lnTo>
                  <a:pt x="67536" y="91402"/>
                </a:lnTo>
                <a:lnTo>
                  <a:pt x="67827" y="91798"/>
                </a:lnTo>
                <a:lnTo>
                  <a:pt x="68137" y="92150"/>
                </a:lnTo>
                <a:lnTo>
                  <a:pt x="68462" y="92471"/>
                </a:lnTo>
                <a:lnTo>
                  <a:pt x="68801" y="92762"/>
                </a:lnTo>
                <a:lnTo>
                  <a:pt x="69154" y="93022"/>
                </a:lnTo>
                <a:lnTo>
                  <a:pt x="69522" y="93251"/>
                </a:lnTo>
                <a:lnTo>
                  <a:pt x="69904" y="93450"/>
                </a:lnTo>
                <a:lnTo>
                  <a:pt x="70301" y="93618"/>
                </a:lnTo>
                <a:lnTo>
                  <a:pt x="70712" y="93756"/>
                </a:lnTo>
                <a:lnTo>
                  <a:pt x="71137" y="93863"/>
                </a:lnTo>
                <a:lnTo>
                  <a:pt x="71577" y="93940"/>
                </a:lnTo>
                <a:lnTo>
                  <a:pt x="72031" y="93986"/>
                </a:lnTo>
                <a:lnTo>
                  <a:pt x="72499" y="94001"/>
                </a:lnTo>
                <a:lnTo>
                  <a:pt x="72890" y="93991"/>
                </a:lnTo>
                <a:lnTo>
                  <a:pt x="73280" y="93960"/>
                </a:lnTo>
                <a:lnTo>
                  <a:pt x="73667" y="93910"/>
                </a:lnTo>
                <a:lnTo>
                  <a:pt x="74052" y="93839"/>
                </a:lnTo>
                <a:lnTo>
                  <a:pt x="74436" y="93747"/>
                </a:lnTo>
                <a:lnTo>
                  <a:pt x="74817" y="93636"/>
                </a:lnTo>
                <a:lnTo>
                  <a:pt x="75197" y="93504"/>
                </a:lnTo>
                <a:lnTo>
                  <a:pt x="75574" y="93352"/>
                </a:lnTo>
                <a:lnTo>
                  <a:pt x="75950" y="93180"/>
                </a:lnTo>
                <a:lnTo>
                  <a:pt x="76323" y="92987"/>
                </a:lnTo>
                <a:lnTo>
                  <a:pt x="76695" y="92774"/>
                </a:lnTo>
                <a:lnTo>
                  <a:pt x="77064" y="92541"/>
                </a:lnTo>
                <a:lnTo>
                  <a:pt x="77426" y="92288"/>
                </a:lnTo>
                <a:lnTo>
                  <a:pt x="77773" y="92016"/>
                </a:lnTo>
                <a:lnTo>
                  <a:pt x="78107" y="91724"/>
                </a:lnTo>
                <a:lnTo>
                  <a:pt x="78427" y="91413"/>
                </a:lnTo>
                <a:lnTo>
                  <a:pt x="78733" y="91083"/>
                </a:lnTo>
                <a:lnTo>
                  <a:pt x="79026" y="90734"/>
                </a:lnTo>
                <a:lnTo>
                  <a:pt x="79304" y="90365"/>
                </a:lnTo>
                <a:lnTo>
                  <a:pt x="79569" y="89977"/>
                </a:lnTo>
                <a:lnTo>
                  <a:pt x="79819" y="89570"/>
                </a:lnTo>
                <a:lnTo>
                  <a:pt x="80056" y="89144"/>
                </a:lnTo>
                <a:lnTo>
                  <a:pt x="80279" y="88698"/>
                </a:lnTo>
                <a:lnTo>
                  <a:pt x="80488" y="88233"/>
                </a:lnTo>
                <a:lnTo>
                  <a:pt x="83270" y="88233"/>
                </a:lnTo>
                <a:lnTo>
                  <a:pt x="82839" y="89375"/>
                </a:lnTo>
                <a:lnTo>
                  <a:pt x="82380" y="90471"/>
                </a:lnTo>
                <a:lnTo>
                  <a:pt x="81892" y="91519"/>
                </a:lnTo>
                <a:lnTo>
                  <a:pt x="81376" y="92519"/>
                </a:lnTo>
                <a:lnTo>
                  <a:pt x="80830" y="93473"/>
                </a:lnTo>
                <a:lnTo>
                  <a:pt x="80256" y="94379"/>
                </a:lnTo>
                <a:lnTo>
                  <a:pt x="79653" y="95237"/>
                </a:lnTo>
                <a:lnTo>
                  <a:pt x="79022" y="96048"/>
                </a:lnTo>
                <a:lnTo>
                  <a:pt x="78361" y="96812"/>
                </a:lnTo>
                <a:lnTo>
                  <a:pt x="77672" y="97528"/>
                </a:lnTo>
                <a:lnTo>
                  <a:pt x="76955" y="98197"/>
                </a:lnTo>
                <a:lnTo>
                  <a:pt x="76208" y="98819"/>
                </a:lnTo>
                <a:lnTo>
                  <a:pt x="75445" y="99391"/>
                </a:lnTo>
                <a:lnTo>
                  <a:pt x="74678" y="99914"/>
                </a:lnTo>
                <a:lnTo>
                  <a:pt x="73908" y="100387"/>
                </a:lnTo>
                <a:lnTo>
                  <a:pt x="73133" y="100811"/>
                </a:lnTo>
                <a:lnTo>
                  <a:pt x="72354" y="101184"/>
                </a:lnTo>
                <a:lnTo>
                  <a:pt x="71572" y="101508"/>
                </a:lnTo>
                <a:lnTo>
                  <a:pt x="70785" y="101782"/>
                </a:lnTo>
                <a:lnTo>
                  <a:pt x="69995" y="102006"/>
                </a:lnTo>
                <a:lnTo>
                  <a:pt x="69200" y="102180"/>
                </a:lnTo>
                <a:lnTo>
                  <a:pt x="68401" y="102304"/>
                </a:lnTo>
                <a:lnTo>
                  <a:pt x="67599" y="102379"/>
                </a:lnTo>
                <a:lnTo>
                  <a:pt x="66793" y="102404"/>
                </a:lnTo>
                <a:lnTo>
                  <a:pt x="66247" y="102391"/>
                </a:lnTo>
                <a:lnTo>
                  <a:pt x="65703" y="102353"/>
                </a:lnTo>
                <a:lnTo>
                  <a:pt x="65161" y="102290"/>
                </a:lnTo>
                <a:lnTo>
                  <a:pt x="64621" y="102202"/>
                </a:lnTo>
                <a:lnTo>
                  <a:pt x="64083" y="102088"/>
                </a:lnTo>
                <a:lnTo>
                  <a:pt x="63547" y="101949"/>
                </a:lnTo>
                <a:lnTo>
                  <a:pt x="63013" y="101785"/>
                </a:lnTo>
                <a:lnTo>
                  <a:pt x="62481" y="101596"/>
                </a:lnTo>
                <a:lnTo>
                  <a:pt x="61951" y="101381"/>
                </a:lnTo>
                <a:lnTo>
                  <a:pt x="61423" y="101141"/>
                </a:lnTo>
                <a:lnTo>
                  <a:pt x="60897" y="100876"/>
                </a:lnTo>
                <a:lnTo>
                  <a:pt x="60373" y="100586"/>
                </a:lnTo>
                <a:lnTo>
                  <a:pt x="59861" y="100272"/>
                </a:lnTo>
                <a:lnTo>
                  <a:pt x="59372" y="99936"/>
                </a:lnTo>
                <a:lnTo>
                  <a:pt x="58906" y="99579"/>
                </a:lnTo>
                <a:lnTo>
                  <a:pt x="58463" y="99200"/>
                </a:lnTo>
                <a:lnTo>
                  <a:pt x="58042" y="98799"/>
                </a:lnTo>
                <a:lnTo>
                  <a:pt x="57645" y="98376"/>
                </a:lnTo>
                <a:lnTo>
                  <a:pt x="57270" y="97932"/>
                </a:lnTo>
                <a:lnTo>
                  <a:pt x="56917" y="97465"/>
                </a:lnTo>
                <a:lnTo>
                  <a:pt x="56588" y="96977"/>
                </a:lnTo>
                <a:lnTo>
                  <a:pt x="56281" y="96468"/>
                </a:lnTo>
                <a:lnTo>
                  <a:pt x="55998" y="95936"/>
                </a:lnTo>
                <a:lnTo>
                  <a:pt x="55737" y="95383"/>
                </a:lnTo>
                <a:lnTo>
                  <a:pt x="55497" y="94793"/>
                </a:lnTo>
                <a:lnTo>
                  <a:pt x="55279" y="94152"/>
                </a:lnTo>
                <a:lnTo>
                  <a:pt x="55081" y="93460"/>
                </a:lnTo>
                <a:lnTo>
                  <a:pt x="54904" y="92717"/>
                </a:lnTo>
                <a:lnTo>
                  <a:pt x="54748" y="91923"/>
                </a:lnTo>
                <a:lnTo>
                  <a:pt x="54613" y="91078"/>
                </a:lnTo>
                <a:lnTo>
                  <a:pt x="54499" y="90182"/>
                </a:lnTo>
                <a:lnTo>
                  <a:pt x="54405" y="89235"/>
                </a:lnTo>
                <a:lnTo>
                  <a:pt x="54332" y="88237"/>
                </a:lnTo>
                <a:lnTo>
                  <a:pt x="54280" y="87188"/>
                </a:lnTo>
                <a:lnTo>
                  <a:pt x="54249" y="86088"/>
                </a:lnTo>
                <a:lnTo>
                  <a:pt x="54239" y="84937"/>
                </a:lnTo>
                <a:lnTo>
                  <a:pt x="54239" y="41019"/>
                </a:lnTo>
                <a:lnTo>
                  <a:pt x="43896" y="41019"/>
                </a:lnTo>
                <a:lnTo>
                  <a:pt x="43896" y="38669"/>
                </a:lnTo>
                <a:lnTo>
                  <a:pt x="44551" y="38392"/>
                </a:lnTo>
                <a:lnTo>
                  <a:pt x="45208" y="38084"/>
                </a:lnTo>
                <a:lnTo>
                  <a:pt x="45869" y="37747"/>
                </a:lnTo>
                <a:lnTo>
                  <a:pt x="46531" y="37379"/>
                </a:lnTo>
                <a:lnTo>
                  <a:pt x="47196" y="36981"/>
                </a:lnTo>
                <a:lnTo>
                  <a:pt x="47864" y="36553"/>
                </a:lnTo>
                <a:lnTo>
                  <a:pt x="48533" y="36094"/>
                </a:lnTo>
                <a:lnTo>
                  <a:pt x="49206" y="35605"/>
                </a:lnTo>
                <a:lnTo>
                  <a:pt x="49881" y="35086"/>
                </a:lnTo>
                <a:lnTo>
                  <a:pt x="50558" y="34537"/>
                </a:lnTo>
                <a:lnTo>
                  <a:pt x="51238" y="33957"/>
                </a:lnTo>
                <a:lnTo>
                  <a:pt x="51920" y="33348"/>
                </a:lnTo>
                <a:lnTo>
                  <a:pt x="52598" y="32713"/>
                </a:lnTo>
                <a:lnTo>
                  <a:pt x="53263" y="32059"/>
                </a:lnTo>
                <a:lnTo>
                  <a:pt x="53915" y="31386"/>
                </a:lnTo>
                <a:lnTo>
                  <a:pt x="54556" y="30693"/>
                </a:lnTo>
                <a:lnTo>
                  <a:pt x="55183" y="29981"/>
                </a:lnTo>
                <a:lnTo>
                  <a:pt x="55799" y="29250"/>
                </a:lnTo>
                <a:lnTo>
                  <a:pt x="56402" y="28499"/>
                </a:lnTo>
                <a:lnTo>
                  <a:pt x="56993" y="27729"/>
                </a:lnTo>
                <a:lnTo>
                  <a:pt x="57571" y="26939"/>
                </a:lnTo>
                <a:lnTo>
                  <a:pt x="58137" y="26131"/>
                </a:lnTo>
                <a:lnTo>
                  <a:pt x="58691" y="25302"/>
                </a:lnTo>
                <a:lnTo>
                  <a:pt x="59232" y="24455"/>
                </a:lnTo>
                <a:lnTo>
                  <a:pt x="59514" y="23972"/>
                </a:lnTo>
                <a:lnTo>
                  <a:pt x="59814" y="23426"/>
                </a:lnTo>
                <a:lnTo>
                  <a:pt x="60132" y="22817"/>
                </a:lnTo>
                <a:lnTo>
                  <a:pt x="60468" y="22146"/>
                </a:lnTo>
                <a:lnTo>
                  <a:pt x="60822" y="21413"/>
                </a:lnTo>
                <a:lnTo>
                  <a:pt x="61193" y="20617"/>
                </a:lnTo>
                <a:lnTo>
                  <a:pt x="61583" y="19758"/>
                </a:lnTo>
                <a:lnTo>
                  <a:pt x="61990" y="18837"/>
                </a:lnTo>
                <a:lnTo>
                  <a:pt x="62415" y="17853"/>
                </a:lnTo>
                <a:lnTo>
                  <a:pt x="62858" y="16807"/>
                </a:lnTo>
                <a:lnTo>
                  <a:pt x="63318" y="15699"/>
                </a:lnTo>
                <a:lnTo>
                  <a:pt x="63797" y="14527"/>
                </a:lnTo>
                <a:lnTo>
                  <a:pt x="66008" y="14527"/>
                </a:lnTo>
                <a:close/>
                <a:moveTo>
                  <a:pt x="119163" y="34182"/>
                </a:moveTo>
                <a:lnTo>
                  <a:pt x="121595" y="34260"/>
                </a:lnTo>
                <a:lnTo>
                  <a:pt x="123946" y="34494"/>
                </a:lnTo>
                <a:lnTo>
                  <a:pt x="126215" y="34885"/>
                </a:lnTo>
                <a:lnTo>
                  <a:pt x="128404" y="35431"/>
                </a:lnTo>
                <a:lnTo>
                  <a:pt x="130511" y="36134"/>
                </a:lnTo>
                <a:lnTo>
                  <a:pt x="132537" y="36992"/>
                </a:lnTo>
                <a:lnTo>
                  <a:pt x="134482" y="38007"/>
                </a:lnTo>
                <a:lnTo>
                  <a:pt x="136345" y="39178"/>
                </a:lnTo>
                <a:lnTo>
                  <a:pt x="138128" y="40505"/>
                </a:lnTo>
                <a:lnTo>
                  <a:pt x="139829" y="41988"/>
                </a:lnTo>
                <a:lnTo>
                  <a:pt x="141448" y="43627"/>
                </a:lnTo>
                <a:lnTo>
                  <a:pt x="142987" y="45423"/>
                </a:lnTo>
                <a:lnTo>
                  <a:pt x="144206" y="47043"/>
                </a:lnTo>
                <a:lnTo>
                  <a:pt x="145319" y="48703"/>
                </a:lnTo>
                <a:lnTo>
                  <a:pt x="146326" y="50402"/>
                </a:lnTo>
                <a:lnTo>
                  <a:pt x="147227" y="52141"/>
                </a:lnTo>
                <a:lnTo>
                  <a:pt x="148022" y="53919"/>
                </a:lnTo>
                <a:lnTo>
                  <a:pt x="148711" y="55737"/>
                </a:lnTo>
                <a:lnTo>
                  <a:pt x="149294" y="57595"/>
                </a:lnTo>
                <a:lnTo>
                  <a:pt x="149771" y="59492"/>
                </a:lnTo>
                <a:lnTo>
                  <a:pt x="150142" y="61429"/>
                </a:lnTo>
                <a:lnTo>
                  <a:pt x="150407" y="63405"/>
                </a:lnTo>
                <a:lnTo>
                  <a:pt x="150566" y="65421"/>
                </a:lnTo>
                <a:lnTo>
                  <a:pt x="150619" y="67476"/>
                </a:lnTo>
                <a:lnTo>
                  <a:pt x="150590" y="68936"/>
                </a:lnTo>
                <a:lnTo>
                  <a:pt x="150502" y="70399"/>
                </a:lnTo>
                <a:lnTo>
                  <a:pt x="150356" y="71865"/>
                </a:lnTo>
                <a:lnTo>
                  <a:pt x="150151" y="73334"/>
                </a:lnTo>
                <a:lnTo>
                  <a:pt x="149888" y="74805"/>
                </a:lnTo>
                <a:lnTo>
                  <a:pt x="149567" y="76280"/>
                </a:lnTo>
                <a:lnTo>
                  <a:pt x="149187" y="77758"/>
                </a:lnTo>
                <a:lnTo>
                  <a:pt x="148749" y="79238"/>
                </a:lnTo>
                <a:lnTo>
                  <a:pt x="148252" y="80722"/>
                </a:lnTo>
                <a:lnTo>
                  <a:pt x="147697" y="82208"/>
                </a:lnTo>
                <a:lnTo>
                  <a:pt x="147083" y="83698"/>
                </a:lnTo>
                <a:lnTo>
                  <a:pt x="146411" y="85191"/>
                </a:lnTo>
                <a:lnTo>
                  <a:pt x="145687" y="86654"/>
                </a:lnTo>
                <a:lnTo>
                  <a:pt x="144920" y="88055"/>
                </a:lnTo>
                <a:lnTo>
                  <a:pt x="144108" y="89396"/>
                </a:lnTo>
                <a:lnTo>
                  <a:pt x="143252" y="90675"/>
                </a:lnTo>
                <a:lnTo>
                  <a:pt x="142353" y="91893"/>
                </a:lnTo>
                <a:lnTo>
                  <a:pt x="141409" y="93050"/>
                </a:lnTo>
                <a:lnTo>
                  <a:pt x="140421" y="94146"/>
                </a:lnTo>
                <a:lnTo>
                  <a:pt x="139389" y="95180"/>
                </a:lnTo>
                <a:lnTo>
                  <a:pt x="138313" y="96153"/>
                </a:lnTo>
                <a:lnTo>
                  <a:pt x="137192" y="97065"/>
                </a:lnTo>
                <a:lnTo>
                  <a:pt x="136028" y="97916"/>
                </a:lnTo>
                <a:lnTo>
                  <a:pt x="134820" y="98705"/>
                </a:lnTo>
                <a:lnTo>
                  <a:pt x="133578" y="99433"/>
                </a:lnTo>
                <a:lnTo>
                  <a:pt x="132312" y="100097"/>
                </a:lnTo>
                <a:lnTo>
                  <a:pt x="131024" y="100697"/>
                </a:lnTo>
                <a:lnTo>
                  <a:pt x="129712" y="101235"/>
                </a:lnTo>
                <a:lnTo>
                  <a:pt x="128376" y="101709"/>
                </a:lnTo>
                <a:lnTo>
                  <a:pt x="127018" y="102120"/>
                </a:lnTo>
                <a:lnTo>
                  <a:pt x="125636" y="102468"/>
                </a:lnTo>
                <a:lnTo>
                  <a:pt x="124231" y="102753"/>
                </a:lnTo>
                <a:lnTo>
                  <a:pt x="122803" y="102974"/>
                </a:lnTo>
                <a:lnTo>
                  <a:pt x="121351" y="103132"/>
                </a:lnTo>
                <a:lnTo>
                  <a:pt x="119876" y="103227"/>
                </a:lnTo>
                <a:lnTo>
                  <a:pt x="118378" y="103259"/>
                </a:lnTo>
                <a:lnTo>
                  <a:pt x="115959" y="103177"/>
                </a:lnTo>
                <a:lnTo>
                  <a:pt x="113625" y="102932"/>
                </a:lnTo>
                <a:lnTo>
                  <a:pt x="111374" y="102525"/>
                </a:lnTo>
                <a:lnTo>
                  <a:pt x="109208" y="101954"/>
                </a:lnTo>
                <a:lnTo>
                  <a:pt x="107126" y="101221"/>
                </a:lnTo>
                <a:lnTo>
                  <a:pt x="105129" y="100324"/>
                </a:lnTo>
                <a:lnTo>
                  <a:pt x="103215" y="99264"/>
                </a:lnTo>
                <a:lnTo>
                  <a:pt x="101386" y="98041"/>
                </a:lnTo>
                <a:lnTo>
                  <a:pt x="99641" y="96655"/>
                </a:lnTo>
                <a:lnTo>
                  <a:pt x="97980" y="95106"/>
                </a:lnTo>
                <a:lnTo>
                  <a:pt x="96403" y="93395"/>
                </a:lnTo>
                <a:lnTo>
                  <a:pt x="94911" y="91520"/>
                </a:lnTo>
                <a:lnTo>
                  <a:pt x="93737" y="89855"/>
                </a:lnTo>
                <a:lnTo>
                  <a:pt x="92666" y="88157"/>
                </a:lnTo>
                <a:lnTo>
                  <a:pt x="91696" y="86425"/>
                </a:lnTo>
                <a:lnTo>
                  <a:pt x="90829" y="84659"/>
                </a:lnTo>
                <a:lnTo>
                  <a:pt x="90064" y="82860"/>
                </a:lnTo>
                <a:lnTo>
                  <a:pt x="89401" y="81027"/>
                </a:lnTo>
                <a:lnTo>
                  <a:pt x="88839" y="79161"/>
                </a:lnTo>
                <a:lnTo>
                  <a:pt x="88380" y="77261"/>
                </a:lnTo>
                <a:lnTo>
                  <a:pt x="88023" y="75328"/>
                </a:lnTo>
                <a:lnTo>
                  <a:pt x="87768" y="73361"/>
                </a:lnTo>
                <a:lnTo>
                  <a:pt x="87615" y="71360"/>
                </a:lnTo>
                <a:lnTo>
                  <a:pt x="87564" y="69326"/>
                </a:lnTo>
                <a:lnTo>
                  <a:pt x="87595" y="67832"/>
                </a:lnTo>
                <a:lnTo>
                  <a:pt x="87688" y="66341"/>
                </a:lnTo>
                <a:lnTo>
                  <a:pt x="87842" y="64850"/>
                </a:lnTo>
                <a:lnTo>
                  <a:pt x="88059" y="63362"/>
                </a:lnTo>
                <a:lnTo>
                  <a:pt x="88338" y="61874"/>
                </a:lnTo>
                <a:lnTo>
                  <a:pt x="88678" y="60388"/>
                </a:lnTo>
                <a:lnTo>
                  <a:pt x="89081" y="58904"/>
                </a:lnTo>
                <a:lnTo>
                  <a:pt x="89545" y="57421"/>
                </a:lnTo>
                <a:lnTo>
                  <a:pt x="90071" y="55940"/>
                </a:lnTo>
                <a:lnTo>
                  <a:pt x="90660" y="54460"/>
                </a:lnTo>
                <a:lnTo>
                  <a:pt x="91310" y="52982"/>
                </a:lnTo>
                <a:lnTo>
                  <a:pt x="92022" y="51505"/>
                </a:lnTo>
                <a:lnTo>
                  <a:pt x="92784" y="50061"/>
                </a:lnTo>
                <a:lnTo>
                  <a:pt x="93586" y="48681"/>
                </a:lnTo>
                <a:lnTo>
                  <a:pt x="94427" y="47365"/>
                </a:lnTo>
                <a:lnTo>
                  <a:pt x="95307" y="46114"/>
                </a:lnTo>
                <a:lnTo>
                  <a:pt x="96226" y="44927"/>
                </a:lnTo>
                <a:lnTo>
                  <a:pt x="97184" y="43804"/>
                </a:lnTo>
                <a:lnTo>
                  <a:pt x="98182" y="42745"/>
                </a:lnTo>
                <a:lnTo>
                  <a:pt x="99218" y="41750"/>
                </a:lnTo>
                <a:lnTo>
                  <a:pt x="100294" y="40820"/>
                </a:lnTo>
                <a:lnTo>
                  <a:pt x="101409" y="39954"/>
                </a:lnTo>
                <a:lnTo>
                  <a:pt x="102563" y="39152"/>
                </a:lnTo>
                <a:lnTo>
                  <a:pt x="103756" y="38415"/>
                </a:lnTo>
                <a:lnTo>
                  <a:pt x="104974" y="37739"/>
                </a:lnTo>
                <a:lnTo>
                  <a:pt x="106205" y="37122"/>
                </a:lnTo>
                <a:lnTo>
                  <a:pt x="107447" y="36563"/>
                </a:lnTo>
                <a:lnTo>
                  <a:pt x="108701" y="36063"/>
                </a:lnTo>
                <a:lnTo>
                  <a:pt x="109967" y="35622"/>
                </a:lnTo>
                <a:lnTo>
                  <a:pt x="111245" y="35240"/>
                </a:lnTo>
                <a:lnTo>
                  <a:pt x="112535" y="34917"/>
                </a:lnTo>
                <a:lnTo>
                  <a:pt x="113837" y="34652"/>
                </a:lnTo>
                <a:lnTo>
                  <a:pt x="115150" y="34447"/>
                </a:lnTo>
                <a:lnTo>
                  <a:pt x="116476" y="34300"/>
                </a:lnTo>
                <a:lnTo>
                  <a:pt x="117813" y="34212"/>
                </a:lnTo>
                <a:lnTo>
                  <a:pt x="119163" y="34182"/>
                </a:lnTo>
                <a:moveTo>
                  <a:pt x="116952" y="38882"/>
                </a:moveTo>
                <a:lnTo>
                  <a:pt x="116321" y="38898"/>
                </a:lnTo>
                <a:lnTo>
                  <a:pt x="115690" y="38944"/>
                </a:lnTo>
                <a:lnTo>
                  <a:pt x="115059" y="39022"/>
                </a:lnTo>
                <a:lnTo>
                  <a:pt x="114427" y="39131"/>
                </a:lnTo>
                <a:lnTo>
                  <a:pt x="113795" y="39271"/>
                </a:lnTo>
                <a:lnTo>
                  <a:pt x="113162" y="39442"/>
                </a:lnTo>
                <a:lnTo>
                  <a:pt x="112529" y="39645"/>
                </a:lnTo>
                <a:lnTo>
                  <a:pt x="111895" y="39878"/>
                </a:lnTo>
                <a:lnTo>
                  <a:pt x="111261" y="40143"/>
                </a:lnTo>
                <a:lnTo>
                  <a:pt x="110626" y="40438"/>
                </a:lnTo>
                <a:lnTo>
                  <a:pt x="109991" y="40765"/>
                </a:lnTo>
                <a:lnTo>
                  <a:pt x="109355" y="41123"/>
                </a:lnTo>
                <a:lnTo>
                  <a:pt x="108729" y="41520"/>
                </a:lnTo>
                <a:lnTo>
                  <a:pt x="108124" y="41964"/>
                </a:lnTo>
                <a:lnTo>
                  <a:pt x="107538" y="42455"/>
                </a:lnTo>
                <a:lnTo>
                  <a:pt x="106973" y="42992"/>
                </a:lnTo>
                <a:lnTo>
                  <a:pt x="106429" y="43577"/>
                </a:lnTo>
                <a:lnTo>
                  <a:pt x="105904" y="44209"/>
                </a:lnTo>
                <a:lnTo>
                  <a:pt x="105400" y="44887"/>
                </a:lnTo>
                <a:lnTo>
                  <a:pt x="104917" y="45613"/>
                </a:lnTo>
                <a:lnTo>
                  <a:pt x="104453" y="46385"/>
                </a:lnTo>
                <a:lnTo>
                  <a:pt x="104010" y="47204"/>
                </a:lnTo>
                <a:lnTo>
                  <a:pt x="103587" y="48070"/>
                </a:lnTo>
                <a:lnTo>
                  <a:pt x="103185" y="48983"/>
                </a:lnTo>
                <a:lnTo>
                  <a:pt x="102809" y="49942"/>
                </a:lnTo>
                <a:lnTo>
                  <a:pt x="102466" y="50945"/>
                </a:lnTo>
                <a:lnTo>
                  <a:pt x="102155" y="51993"/>
                </a:lnTo>
                <a:lnTo>
                  <a:pt x="101877" y="53085"/>
                </a:lnTo>
                <a:lnTo>
                  <a:pt x="101632" y="54221"/>
                </a:lnTo>
                <a:lnTo>
                  <a:pt x="101420" y="55402"/>
                </a:lnTo>
                <a:lnTo>
                  <a:pt x="101240" y="56628"/>
                </a:lnTo>
                <a:lnTo>
                  <a:pt x="101093" y="57898"/>
                </a:lnTo>
                <a:lnTo>
                  <a:pt x="100978" y="59212"/>
                </a:lnTo>
                <a:lnTo>
                  <a:pt x="100896" y="60571"/>
                </a:lnTo>
                <a:lnTo>
                  <a:pt x="100847" y="61974"/>
                </a:lnTo>
                <a:lnTo>
                  <a:pt x="100831" y="63422"/>
                </a:lnTo>
                <a:lnTo>
                  <a:pt x="100870" y="65765"/>
                </a:lnTo>
                <a:lnTo>
                  <a:pt x="100989" y="68055"/>
                </a:lnTo>
                <a:lnTo>
                  <a:pt x="101185" y="70290"/>
                </a:lnTo>
                <a:lnTo>
                  <a:pt x="101461" y="72470"/>
                </a:lnTo>
                <a:lnTo>
                  <a:pt x="101816" y="74597"/>
                </a:lnTo>
                <a:lnTo>
                  <a:pt x="102249" y="76669"/>
                </a:lnTo>
                <a:lnTo>
                  <a:pt x="102761" y="78687"/>
                </a:lnTo>
                <a:lnTo>
                  <a:pt x="103351" y="80650"/>
                </a:lnTo>
                <a:lnTo>
                  <a:pt x="104021" y="82559"/>
                </a:lnTo>
                <a:lnTo>
                  <a:pt x="104769" y="84414"/>
                </a:lnTo>
                <a:lnTo>
                  <a:pt x="105596" y="86215"/>
                </a:lnTo>
                <a:lnTo>
                  <a:pt x="106502" y="87961"/>
                </a:lnTo>
                <a:lnTo>
                  <a:pt x="107472" y="89608"/>
                </a:lnTo>
                <a:lnTo>
                  <a:pt x="108492" y="91112"/>
                </a:lnTo>
                <a:lnTo>
                  <a:pt x="109562" y="92473"/>
                </a:lnTo>
                <a:lnTo>
                  <a:pt x="110682" y="93690"/>
                </a:lnTo>
                <a:lnTo>
                  <a:pt x="111853" y="94765"/>
                </a:lnTo>
                <a:lnTo>
                  <a:pt x="113073" y="95696"/>
                </a:lnTo>
                <a:lnTo>
                  <a:pt x="114343" y="96483"/>
                </a:lnTo>
                <a:lnTo>
                  <a:pt x="115664" y="97128"/>
                </a:lnTo>
                <a:lnTo>
                  <a:pt x="117034" y="97629"/>
                </a:lnTo>
                <a:lnTo>
                  <a:pt x="118454" y="97987"/>
                </a:lnTo>
                <a:lnTo>
                  <a:pt x="119925" y="98202"/>
                </a:lnTo>
                <a:lnTo>
                  <a:pt x="121445" y="98274"/>
                </a:lnTo>
                <a:lnTo>
                  <a:pt x="122582" y="98234"/>
                </a:lnTo>
                <a:lnTo>
                  <a:pt x="123684" y="98116"/>
                </a:lnTo>
                <a:lnTo>
                  <a:pt x="124753" y="97918"/>
                </a:lnTo>
                <a:lnTo>
                  <a:pt x="125788" y="97641"/>
                </a:lnTo>
                <a:lnTo>
                  <a:pt x="126790" y="97286"/>
                </a:lnTo>
                <a:lnTo>
                  <a:pt x="127758" y="96851"/>
                </a:lnTo>
                <a:lnTo>
                  <a:pt x="128692" y="96337"/>
                </a:lnTo>
                <a:lnTo>
                  <a:pt x="129593" y="95745"/>
                </a:lnTo>
                <a:lnTo>
                  <a:pt x="130460" y="95073"/>
                </a:lnTo>
                <a:lnTo>
                  <a:pt x="131293" y="94322"/>
                </a:lnTo>
                <a:lnTo>
                  <a:pt x="132092" y="93492"/>
                </a:lnTo>
                <a:lnTo>
                  <a:pt x="132858" y="92583"/>
                </a:lnTo>
                <a:lnTo>
                  <a:pt x="133576" y="91578"/>
                </a:lnTo>
                <a:lnTo>
                  <a:pt x="134231" y="90459"/>
                </a:lnTo>
                <a:lnTo>
                  <a:pt x="134824" y="89227"/>
                </a:lnTo>
                <a:lnTo>
                  <a:pt x="135355" y="87881"/>
                </a:lnTo>
                <a:lnTo>
                  <a:pt x="135823" y="86421"/>
                </a:lnTo>
                <a:lnTo>
                  <a:pt x="136228" y="84848"/>
                </a:lnTo>
                <a:lnTo>
                  <a:pt x="136572" y="83162"/>
                </a:lnTo>
                <a:lnTo>
                  <a:pt x="136852" y="81361"/>
                </a:lnTo>
                <a:lnTo>
                  <a:pt x="137071" y="79447"/>
                </a:lnTo>
                <a:lnTo>
                  <a:pt x="137227" y="77420"/>
                </a:lnTo>
                <a:lnTo>
                  <a:pt x="137321" y="75279"/>
                </a:lnTo>
                <a:lnTo>
                  <a:pt x="137352" y="73024"/>
                </a:lnTo>
                <a:lnTo>
                  <a:pt x="137300" y="70183"/>
                </a:lnTo>
                <a:lnTo>
                  <a:pt x="137144" y="67444"/>
                </a:lnTo>
                <a:lnTo>
                  <a:pt x="136884" y="64809"/>
                </a:lnTo>
                <a:lnTo>
                  <a:pt x="136520" y="62276"/>
                </a:lnTo>
                <a:lnTo>
                  <a:pt x="136052" y="59845"/>
                </a:lnTo>
                <a:lnTo>
                  <a:pt x="135479" y="57518"/>
                </a:lnTo>
                <a:lnTo>
                  <a:pt x="134803" y="55293"/>
                </a:lnTo>
                <a:lnTo>
                  <a:pt x="134023" y="53171"/>
                </a:lnTo>
                <a:lnTo>
                  <a:pt x="133139" y="51151"/>
                </a:lnTo>
                <a:lnTo>
                  <a:pt x="132151" y="49235"/>
                </a:lnTo>
                <a:lnTo>
                  <a:pt x="131058" y="47421"/>
                </a:lnTo>
                <a:lnTo>
                  <a:pt x="129862" y="45710"/>
                </a:lnTo>
                <a:lnTo>
                  <a:pt x="128999" y="44619"/>
                </a:lnTo>
                <a:lnTo>
                  <a:pt x="128097" y="43624"/>
                </a:lnTo>
                <a:lnTo>
                  <a:pt x="127156" y="42723"/>
                </a:lnTo>
                <a:lnTo>
                  <a:pt x="126177" y="41917"/>
                </a:lnTo>
                <a:lnTo>
                  <a:pt x="125159" y="41205"/>
                </a:lnTo>
                <a:lnTo>
                  <a:pt x="124102" y="40589"/>
                </a:lnTo>
                <a:lnTo>
                  <a:pt x="123007" y="40068"/>
                </a:lnTo>
                <a:lnTo>
                  <a:pt x="121873" y="39641"/>
                </a:lnTo>
                <a:lnTo>
                  <a:pt x="120701" y="39309"/>
                </a:lnTo>
                <a:lnTo>
                  <a:pt x="119490" y="39072"/>
                </a:lnTo>
                <a:lnTo>
                  <a:pt x="118240" y="38930"/>
                </a:lnTo>
                <a:lnTo>
                  <a:pt x="116952" y="38882"/>
                </a:lnTo>
                <a:close/>
                <a:moveTo>
                  <a:pt x="202476" y="34182"/>
                </a:moveTo>
                <a:lnTo>
                  <a:pt x="202476" y="56258"/>
                </a:lnTo>
                <a:lnTo>
                  <a:pt x="200122" y="56258"/>
                </a:lnTo>
                <a:lnTo>
                  <a:pt x="199659" y="54573"/>
                </a:lnTo>
                <a:lnTo>
                  <a:pt x="199176" y="52981"/>
                </a:lnTo>
                <a:lnTo>
                  <a:pt x="198671" y="51480"/>
                </a:lnTo>
                <a:lnTo>
                  <a:pt x="198144" y="50072"/>
                </a:lnTo>
                <a:lnTo>
                  <a:pt x="197597" y="48756"/>
                </a:lnTo>
                <a:lnTo>
                  <a:pt x="197028" y="47533"/>
                </a:lnTo>
                <a:lnTo>
                  <a:pt x="196438" y="46402"/>
                </a:lnTo>
                <a:lnTo>
                  <a:pt x="195826" y="45363"/>
                </a:lnTo>
                <a:lnTo>
                  <a:pt x="195193" y="44416"/>
                </a:lnTo>
                <a:lnTo>
                  <a:pt x="194539" y="43561"/>
                </a:lnTo>
                <a:lnTo>
                  <a:pt x="193864" y="42799"/>
                </a:lnTo>
                <a:lnTo>
                  <a:pt x="193167" y="42129"/>
                </a:lnTo>
                <a:lnTo>
                  <a:pt x="192444" y="41531"/>
                </a:lnTo>
                <a:lnTo>
                  <a:pt x="191688" y="40985"/>
                </a:lnTo>
                <a:lnTo>
                  <a:pt x="190900" y="40490"/>
                </a:lnTo>
                <a:lnTo>
                  <a:pt x="190080" y="40048"/>
                </a:lnTo>
                <a:lnTo>
                  <a:pt x="189228" y="39658"/>
                </a:lnTo>
                <a:lnTo>
                  <a:pt x="188344" y="39320"/>
                </a:lnTo>
                <a:lnTo>
                  <a:pt x="187427" y="39034"/>
                </a:lnTo>
                <a:lnTo>
                  <a:pt x="186478" y="38800"/>
                </a:lnTo>
                <a:lnTo>
                  <a:pt x="185497" y="38618"/>
                </a:lnTo>
                <a:lnTo>
                  <a:pt x="184484" y="38488"/>
                </a:lnTo>
                <a:lnTo>
                  <a:pt x="183438" y="38410"/>
                </a:lnTo>
                <a:lnTo>
                  <a:pt x="182361" y="38384"/>
                </a:lnTo>
                <a:lnTo>
                  <a:pt x="181542" y="38402"/>
                </a:lnTo>
                <a:lnTo>
                  <a:pt x="180750" y="38457"/>
                </a:lnTo>
                <a:lnTo>
                  <a:pt x="179985" y="38548"/>
                </a:lnTo>
                <a:lnTo>
                  <a:pt x="179246" y="38676"/>
                </a:lnTo>
                <a:lnTo>
                  <a:pt x="178534" y="38841"/>
                </a:lnTo>
                <a:lnTo>
                  <a:pt x="177849" y="39042"/>
                </a:lnTo>
                <a:lnTo>
                  <a:pt x="177191" y="39280"/>
                </a:lnTo>
                <a:lnTo>
                  <a:pt x="176559" y="39554"/>
                </a:lnTo>
                <a:lnTo>
                  <a:pt x="175954" y="39865"/>
                </a:lnTo>
                <a:lnTo>
                  <a:pt x="175376" y="40212"/>
                </a:lnTo>
                <a:lnTo>
                  <a:pt x="174825" y="40596"/>
                </a:lnTo>
                <a:lnTo>
                  <a:pt x="174301" y="41016"/>
                </a:lnTo>
                <a:lnTo>
                  <a:pt x="173811" y="41459"/>
                </a:lnTo>
                <a:lnTo>
                  <a:pt x="173363" y="41909"/>
                </a:lnTo>
                <a:lnTo>
                  <a:pt x="172959" y="42367"/>
                </a:lnTo>
                <a:lnTo>
                  <a:pt x="172597" y="42833"/>
                </a:lnTo>
                <a:lnTo>
                  <a:pt x="172277" y="43308"/>
                </a:lnTo>
                <a:lnTo>
                  <a:pt x="172000" y="43790"/>
                </a:lnTo>
                <a:lnTo>
                  <a:pt x="171766" y="44280"/>
                </a:lnTo>
                <a:lnTo>
                  <a:pt x="171574" y="44778"/>
                </a:lnTo>
                <a:lnTo>
                  <a:pt x="171425" y="45284"/>
                </a:lnTo>
                <a:lnTo>
                  <a:pt x="171319" y="45798"/>
                </a:lnTo>
                <a:lnTo>
                  <a:pt x="171255" y="46319"/>
                </a:lnTo>
                <a:lnTo>
                  <a:pt x="171233" y="46849"/>
                </a:lnTo>
                <a:lnTo>
                  <a:pt x="171249" y="47505"/>
                </a:lnTo>
                <a:lnTo>
                  <a:pt x="171297" y="48145"/>
                </a:lnTo>
                <a:lnTo>
                  <a:pt x="171376" y="48770"/>
                </a:lnTo>
                <a:lnTo>
                  <a:pt x="171487" y="49378"/>
                </a:lnTo>
                <a:lnTo>
                  <a:pt x="171630" y="49971"/>
                </a:lnTo>
                <a:lnTo>
                  <a:pt x="171804" y="50548"/>
                </a:lnTo>
                <a:lnTo>
                  <a:pt x="172010" y="51109"/>
                </a:lnTo>
                <a:lnTo>
                  <a:pt x="172248" y="51654"/>
                </a:lnTo>
                <a:lnTo>
                  <a:pt x="172517" y="52183"/>
                </a:lnTo>
                <a:lnTo>
                  <a:pt x="172818" y="52697"/>
                </a:lnTo>
                <a:lnTo>
                  <a:pt x="173151" y="53195"/>
                </a:lnTo>
                <a:lnTo>
                  <a:pt x="173516" y="53677"/>
                </a:lnTo>
                <a:lnTo>
                  <a:pt x="173916" y="54165"/>
                </a:lnTo>
                <a:lnTo>
                  <a:pt x="174380" y="54659"/>
                </a:lnTo>
                <a:lnTo>
                  <a:pt x="174907" y="55157"/>
                </a:lnTo>
                <a:lnTo>
                  <a:pt x="175497" y="55661"/>
                </a:lnTo>
                <a:lnTo>
                  <a:pt x="176151" y="56169"/>
                </a:lnTo>
                <a:lnTo>
                  <a:pt x="176868" y="56683"/>
                </a:lnTo>
                <a:lnTo>
                  <a:pt x="177649" y="57201"/>
                </a:lnTo>
                <a:lnTo>
                  <a:pt x="178493" y="57724"/>
                </a:lnTo>
                <a:lnTo>
                  <a:pt x="179401" y="58252"/>
                </a:lnTo>
                <a:lnTo>
                  <a:pt x="180371" y="58785"/>
                </a:lnTo>
                <a:lnTo>
                  <a:pt x="181406" y="59323"/>
                </a:lnTo>
                <a:lnTo>
                  <a:pt x="182503" y="59865"/>
                </a:lnTo>
                <a:lnTo>
                  <a:pt x="192918" y="64917"/>
                </a:lnTo>
                <a:lnTo>
                  <a:pt x="195230" y="66122"/>
                </a:lnTo>
                <a:lnTo>
                  <a:pt x="197342" y="67389"/>
                </a:lnTo>
                <a:lnTo>
                  <a:pt x="199253" y="68718"/>
                </a:lnTo>
                <a:lnTo>
                  <a:pt x="200962" y="70109"/>
                </a:lnTo>
                <a:lnTo>
                  <a:pt x="202470" y="71563"/>
                </a:lnTo>
                <a:lnTo>
                  <a:pt x="203777" y="73079"/>
                </a:lnTo>
                <a:lnTo>
                  <a:pt x="204884" y="74658"/>
                </a:lnTo>
                <a:lnTo>
                  <a:pt x="205789" y="76298"/>
                </a:lnTo>
                <a:lnTo>
                  <a:pt x="206492" y="78001"/>
                </a:lnTo>
                <a:lnTo>
                  <a:pt x="206995" y="79766"/>
                </a:lnTo>
                <a:lnTo>
                  <a:pt x="207297" y="81594"/>
                </a:lnTo>
                <a:lnTo>
                  <a:pt x="207397" y="83484"/>
                </a:lnTo>
                <a:lnTo>
                  <a:pt x="207351" y="84941"/>
                </a:lnTo>
                <a:lnTo>
                  <a:pt x="207210" y="86351"/>
                </a:lnTo>
                <a:lnTo>
                  <a:pt x="206976" y="87713"/>
                </a:lnTo>
                <a:lnTo>
                  <a:pt x="206648" y="89028"/>
                </a:lnTo>
                <a:lnTo>
                  <a:pt x="206227" y="90294"/>
                </a:lnTo>
                <a:lnTo>
                  <a:pt x="205712" y="91512"/>
                </a:lnTo>
                <a:lnTo>
                  <a:pt x="205104" y="92683"/>
                </a:lnTo>
                <a:lnTo>
                  <a:pt x="204402" y="93806"/>
                </a:lnTo>
                <a:lnTo>
                  <a:pt x="203606" y="94880"/>
                </a:lnTo>
                <a:lnTo>
                  <a:pt x="202716" y="95907"/>
                </a:lnTo>
                <a:lnTo>
                  <a:pt x="201733" y="96886"/>
                </a:lnTo>
                <a:lnTo>
                  <a:pt x="200657" y="97817"/>
                </a:lnTo>
                <a:lnTo>
                  <a:pt x="199522" y="98686"/>
                </a:lnTo>
                <a:lnTo>
                  <a:pt x="198365" y="99480"/>
                </a:lnTo>
                <a:lnTo>
                  <a:pt x="197186" y="100198"/>
                </a:lnTo>
                <a:lnTo>
                  <a:pt x="195985" y="100840"/>
                </a:lnTo>
                <a:lnTo>
                  <a:pt x="194761" y="101407"/>
                </a:lnTo>
                <a:lnTo>
                  <a:pt x="193515" y="101898"/>
                </a:lnTo>
                <a:lnTo>
                  <a:pt x="192247" y="102314"/>
                </a:lnTo>
                <a:lnTo>
                  <a:pt x="190956" y="102654"/>
                </a:lnTo>
                <a:lnTo>
                  <a:pt x="189643" y="102918"/>
                </a:lnTo>
                <a:lnTo>
                  <a:pt x="188308" y="103107"/>
                </a:lnTo>
                <a:lnTo>
                  <a:pt x="186950" y="103221"/>
                </a:lnTo>
                <a:lnTo>
                  <a:pt x="185571" y="103259"/>
                </a:lnTo>
                <a:lnTo>
                  <a:pt x="184560" y="103244"/>
                </a:lnTo>
                <a:lnTo>
                  <a:pt x="183526" y="103199"/>
                </a:lnTo>
                <a:lnTo>
                  <a:pt x="182468" y="103125"/>
                </a:lnTo>
                <a:lnTo>
                  <a:pt x="181386" y="103021"/>
                </a:lnTo>
                <a:lnTo>
                  <a:pt x="180280" y="102888"/>
                </a:lnTo>
                <a:lnTo>
                  <a:pt x="179151" y="102724"/>
                </a:lnTo>
                <a:lnTo>
                  <a:pt x="177998" y="102532"/>
                </a:lnTo>
                <a:lnTo>
                  <a:pt x="176821" y="102309"/>
                </a:lnTo>
                <a:lnTo>
                  <a:pt x="175620" y="102057"/>
                </a:lnTo>
                <a:lnTo>
                  <a:pt x="174396" y="101775"/>
                </a:lnTo>
                <a:lnTo>
                  <a:pt x="173147" y="101463"/>
                </a:lnTo>
                <a:lnTo>
                  <a:pt x="171875" y="101122"/>
                </a:lnTo>
                <a:lnTo>
                  <a:pt x="171489" y="101008"/>
                </a:lnTo>
                <a:lnTo>
                  <a:pt x="171114" y="100905"/>
                </a:lnTo>
                <a:lnTo>
                  <a:pt x="170752" y="100811"/>
                </a:lnTo>
                <a:lnTo>
                  <a:pt x="170401" y="100727"/>
                </a:lnTo>
                <a:lnTo>
                  <a:pt x="170062" y="100652"/>
                </a:lnTo>
                <a:lnTo>
                  <a:pt x="169735" y="100588"/>
                </a:lnTo>
                <a:lnTo>
                  <a:pt x="169420" y="100534"/>
                </a:lnTo>
                <a:lnTo>
                  <a:pt x="169117" y="100489"/>
                </a:lnTo>
                <a:lnTo>
                  <a:pt x="168826" y="100455"/>
                </a:lnTo>
                <a:lnTo>
                  <a:pt x="168547" y="100430"/>
                </a:lnTo>
                <a:lnTo>
                  <a:pt x="168279" y="100415"/>
                </a:lnTo>
                <a:lnTo>
                  <a:pt x="168024" y="100410"/>
                </a:lnTo>
                <a:lnTo>
                  <a:pt x="167755" y="100423"/>
                </a:lnTo>
                <a:lnTo>
                  <a:pt x="167496" y="100461"/>
                </a:lnTo>
                <a:lnTo>
                  <a:pt x="167248" y="100526"/>
                </a:lnTo>
                <a:lnTo>
                  <a:pt x="167009" y="100616"/>
                </a:lnTo>
                <a:lnTo>
                  <a:pt x="166780" y="100731"/>
                </a:lnTo>
                <a:lnTo>
                  <a:pt x="166561" y="100873"/>
                </a:lnTo>
                <a:lnTo>
                  <a:pt x="166352" y="101040"/>
                </a:lnTo>
                <a:lnTo>
                  <a:pt x="166153" y="101233"/>
                </a:lnTo>
                <a:lnTo>
                  <a:pt x="165964" y="101452"/>
                </a:lnTo>
                <a:lnTo>
                  <a:pt x="165785" y="101696"/>
                </a:lnTo>
                <a:lnTo>
                  <a:pt x="165615" y="101966"/>
                </a:lnTo>
                <a:lnTo>
                  <a:pt x="165456" y="102262"/>
                </a:lnTo>
                <a:lnTo>
                  <a:pt x="163102" y="102262"/>
                </a:lnTo>
                <a:lnTo>
                  <a:pt x="163102" y="78904"/>
                </a:lnTo>
                <a:lnTo>
                  <a:pt x="165456" y="78904"/>
                </a:lnTo>
                <a:lnTo>
                  <a:pt x="165814" y="80537"/>
                </a:lnTo>
                <a:lnTo>
                  <a:pt x="166222" y="82102"/>
                </a:lnTo>
                <a:lnTo>
                  <a:pt x="166682" y="83598"/>
                </a:lnTo>
                <a:lnTo>
                  <a:pt x="167191" y="85026"/>
                </a:lnTo>
                <a:lnTo>
                  <a:pt x="167752" y="86385"/>
                </a:lnTo>
                <a:lnTo>
                  <a:pt x="168362" y="87676"/>
                </a:lnTo>
                <a:lnTo>
                  <a:pt x="169024" y="88899"/>
                </a:lnTo>
                <a:lnTo>
                  <a:pt x="169735" y="90053"/>
                </a:lnTo>
                <a:lnTo>
                  <a:pt x="170498" y="91138"/>
                </a:lnTo>
                <a:lnTo>
                  <a:pt x="171311" y="92155"/>
                </a:lnTo>
                <a:lnTo>
                  <a:pt x="172174" y="93103"/>
                </a:lnTo>
                <a:lnTo>
                  <a:pt x="173088" y="93983"/>
                </a:lnTo>
                <a:lnTo>
                  <a:pt x="174037" y="94793"/>
                </a:lnTo>
                <a:lnTo>
                  <a:pt x="175004" y="95533"/>
                </a:lnTo>
                <a:lnTo>
                  <a:pt x="175990" y="96203"/>
                </a:lnTo>
                <a:lnTo>
                  <a:pt x="176995" y="96802"/>
                </a:lnTo>
                <a:lnTo>
                  <a:pt x="178019" y="97330"/>
                </a:lnTo>
                <a:lnTo>
                  <a:pt x="179062" y="97788"/>
                </a:lnTo>
                <a:lnTo>
                  <a:pt x="180123" y="98176"/>
                </a:lnTo>
                <a:lnTo>
                  <a:pt x="181204" y="98493"/>
                </a:lnTo>
                <a:lnTo>
                  <a:pt x="182303" y="98740"/>
                </a:lnTo>
                <a:lnTo>
                  <a:pt x="183421" y="98916"/>
                </a:lnTo>
                <a:lnTo>
                  <a:pt x="184558" y="99022"/>
                </a:lnTo>
                <a:lnTo>
                  <a:pt x="185713" y="99057"/>
                </a:lnTo>
                <a:lnTo>
                  <a:pt x="186521" y="99037"/>
                </a:lnTo>
                <a:lnTo>
                  <a:pt x="187303" y="98977"/>
                </a:lnTo>
                <a:lnTo>
                  <a:pt x="188060" y="98877"/>
                </a:lnTo>
                <a:lnTo>
                  <a:pt x="188792" y="98737"/>
                </a:lnTo>
                <a:lnTo>
                  <a:pt x="189499" y="98557"/>
                </a:lnTo>
                <a:lnTo>
                  <a:pt x="190180" y="98337"/>
                </a:lnTo>
                <a:lnTo>
                  <a:pt x="190836" y="98077"/>
                </a:lnTo>
                <a:lnTo>
                  <a:pt x="191467" y="97777"/>
                </a:lnTo>
                <a:lnTo>
                  <a:pt x="192073" y="97437"/>
                </a:lnTo>
                <a:lnTo>
                  <a:pt x="192653" y="97057"/>
                </a:lnTo>
                <a:lnTo>
                  <a:pt x="193208" y="96637"/>
                </a:lnTo>
                <a:lnTo>
                  <a:pt x="193738" y="96177"/>
                </a:lnTo>
                <a:lnTo>
                  <a:pt x="194233" y="95689"/>
                </a:lnTo>
                <a:lnTo>
                  <a:pt x="194686" y="95184"/>
                </a:lnTo>
                <a:lnTo>
                  <a:pt x="195095" y="94663"/>
                </a:lnTo>
                <a:lnTo>
                  <a:pt x="195462" y="94126"/>
                </a:lnTo>
                <a:lnTo>
                  <a:pt x="195785" y="93572"/>
                </a:lnTo>
                <a:lnTo>
                  <a:pt x="196065" y="93002"/>
                </a:lnTo>
                <a:lnTo>
                  <a:pt x="196302" y="92416"/>
                </a:lnTo>
                <a:lnTo>
                  <a:pt x="196496" y="91814"/>
                </a:lnTo>
                <a:lnTo>
                  <a:pt x="196647" y="91195"/>
                </a:lnTo>
                <a:lnTo>
                  <a:pt x="196754" y="90560"/>
                </a:lnTo>
                <a:lnTo>
                  <a:pt x="196819" y="89908"/>
                </a:lnTo>
                <a:lnTo>
                  <a:pt x="196841" y="89241"/>
                </a:lnTo>
                <a:lnTo>
                  <a:pt x="196817" y="88433"/>
                </a:lnTo>
                <a:lnTo>
                  <a:pt x="196745" y="87648"/>
                </a:lnTo>
                <a:lnTo>
                  <a:pt x="196624" y="86884"/>
                </a:lnTo>
                <a:lnTo>
                  <a:pt x="196456" y="86142"/>
                </a:lnTo>
                <a:lnTo>
                  <a:pt x="196240" y="85422"/>
                </a:lnTo>
                <a:lnTo>
                  <a:pt x="195976" y="84723"/>
                </a:lnTo>
                <a:lnTo>
                  <a:pt x="195663" y="84046"/>
                </a:lnTo>
                <a:lnTo>
                  <a:pt x="195303" y="83391"/>
                </a:lnTo>
                <a:lnTo>
                  <a:pt x="194895" y="82758"/>
                </a:lnTo>
                <a:lnTo>
                  <a:pt x="194438" y="82147"/>
                </a:lnTo>
                <a:lnTo>
                  <a:pt x="193934" y="81557"/>
                </a:lnTo>
                <a:lnTo>
                  <a:pt x="193381" y="80989"/>
                </a:lnTo>
                <a:lnTo>
                  <a:pt x="192757" y="80420"/>
                </a:lnTo>
                <a:lnTo>
                  <a:pt x="192037" y="79825"/>
                </a:lnTo>
                <a:lnTo>
                  <a:pt x="191221" y="79207"/>
                </a:lnTo>
                <a:lnTo>
                  <a:pt x="190310" y="78563"/>
                </a:lnTo>
                <a:lnTo>
                  <a:pt x="189303" y="77895"/>
                </a:lnTo>
                <a:lnTo>
                  <a:pt x="188201" y="77202"/>
                </a:lnTo>
                <a:lnTo>
                  <a:pt x="187003" y="76484"/>
                </a:lnTo>
                <a:lnTo>
                  <a:pt x="185709" y="75742"/>
                </a:lnTo>
                <a:lnTo>
                  <a:pt x="184320" y="74975"/>
                </a:lnTo>
                <a:lnTo>
                  <a:pt x="182835" y="74183"/>
                </a:lnTo>
                <a:lnTo>
                  <a:pt x="181255" y="73367"/>
                </a:lnTo>
                <a:lnTo>
                  <a:pt x="179579" y="72526"/>
                </a:lnTo>
                <a:lnTo>
                  <a:pt x="177905" y="71679"/>
                </a:lnTo>
                <a:lnTo>
                  <a:pt x="176329" y="70846"/>
                </a:lnTo>
                <a:lnTo>
                  <a:pt x="174853" y="70027"/>
                </a:lnTo>
                <a:lnTo>
                  <a:pt x="173476" y="69221"/>
                </a:lnTo>
                <a:lnTo>
                  <a:pt x="172198" y="68430"/>
                </a:lnTo>
                <a:lnTo>
                  <a:pt x="171019" y="67652"/>
                </a:lnTo>
                <a:lnTo>
                  <a:pt x="169940" y="66888"/>
                </a:lnTo>
                <a:lnTo>
                  <a:pt x="168959" y="66138"/>
                </a:lnTo>
                <a:lnTo>
                  <a:pt x="168077" y="65402"/>
                </a:lnTo>
                <a:lnTo>
                  <a:pt x="167294" y="64680"/>
                </a:lnTo>
                <a:lnTo>
                  <a:pt x="166611" y="63972"/>
                </a:lnTo>
                <a:lnTo>
                  <a:pt x="166026" y="63277"/>
                </a:lnTo>
                <a:lnTo>
                  <a:pt x="165514" y="62586"/>
                </a:lnTo>
                <a:lnTo>
                  <a:pt x="165046" y="61866"/>
                </a:lnTo>
                <a:lnTo>
                  <a:pt x="164622" y="61116"/>
                </a:lnTo>
                <a:lnTo>
                  <a:pt x="164243" y="60337"/>
                </a:lnTo>
                <a:lnTo>
                  <a:pt x="163909" y="59528"/>
                </a:lnTo>
                <a:lnTo>
                  <a:pt x="163619" y="58689"/>
                </a:lnTo>
                <a:lnTo>
                  <a:pt x="163374" y="57820"/>
                </a:lnTo>
                <a:lnTo>
                  <a:pt x="163173" y="56922"/>
                </a:lnTo>
                <a:lnTo>
                  <a:pt x="163017" y="55995"/>
                </a:lnTo>
                <a:lnTo>
                  <a:pt x="162906" y="55037"/>
                </a:lnTo>
                <a:lnTo>
                  <a:pt x="162839" y="54050"/>
                </a:lnTo>
                <a:lnTo>
                  <a:pt x="162816" y="53033"/>
                </a:lnTo>
                <a:lnTo>
                  <a:pt x="162855" y="51712"/>
                </a:lnTo>
                <a:lnTo>
                  <a:pt x="162970" y="50427"/>
                </a:lnTo>
                <a:lnTo>
                  <a:pt x="163162" y="49179"/>
                </a:lnTo>
                <a:lnTo>
                  <a:pt x="163431" y="47967"/>
                </a:lnTo>
                <a:lnTo>
                  <a:pt x="163776" y="46792"/>
                </a:lnTo>
                <a:lnTo>
                  <a:pt x="164198" y="45654"/>
                </a:lnTo>
                <a:lnTo>
                  <a:pt x="164698" y="44551"/>
                </a:lnTo>
                <a:lnTo>
                  <a:pt x="165273" y="43486"/>
                </a:lnTo>
                <a:lnTo>
                  <a:pt x="165926" y="42457"/>
                </a:lnTo>
                <a:lnTo>
                  <a:pt x="166655" y="41465"/>
                </a:lnTo>
                <a:lnTo>
                  <a:pt x="167462" y="40509"/>
                </a:lnTo>
                <a:lnTo>
                  <a:pt x="168345" y="39590"/>
                </a:lnTo>
                <a:lnTo>
                  <a:pt x="169288" y="38726"/>
                </a:lnTo>
                <a:lnTo>
                  <a:pt x="170277" y="37937"/>
                </a:lnTo>
                <a:lnTo>
                  <a:pt x="171311" y="37224"/>
                </a:lnTo>
                <a:lnTo>
                  <a:pt x="172390" y="36586"/>
                </a:lnTo>
                <a:lnTo>
                  <a:pt x="173515" y="36022"/>
                </a:lnTo>
                <a:lnTo>
                  <a:pt x="174684" y="35534"/>
                </a:lnTo>
                <a:lnTo>
                  <a:pt x="175898" y="35121"/>
                </a:lnTo>
                <a:lnTo>
                  <a:pt x="177158" y="34783"/>
                </a:lnTo>
                <a:lnTo>
                  <a:pt x="178462" y="34520"/>
                </a:lnTo>
                <a:lnTo>
                  <a:pt x="179812" y="34332"/>
                </a:lnTo>
                <a:lnTo>
                  <a:pt x="181206" y="34220"/>
                </a:lnTo>
                <a:lnTo>
                  <a:pt x="182646" y="34182"/>
                </a:lnTo>
                <a:lnTo>
                  <a:pt x="183299" y="34194"/>
                </a:lnTo>
                <a:lnTo>
                  <a:pt x="183976" y="34228"/>
                </a:lnTo>
                <a:lnTo>
                  <a:pt x="184675" y="34285"/>
                </a:lnTo>
                <a:lnTo>
                  <a:pt x="185396" y="34364"/>
                </a:lnTo>
                <a:lnTo>
                  <a:pt x="186141" y="34466"/>
                </a:lnTo>
                <a:lnTo>
                  <a:pt x="186908" y="34592"/>
                </a:lnTo>
                <a:lnTo>
                  <a:pt x="187698" y="34739"/>
                </a:lnTo>
                <a:lnTo>
                  <a:pt x="188511" y="34910"/>
                </a:lnTo>
                <a:lnTo>
                  <a:pt x="189347" y="35103"/>
                </a:lnTo>
                <a:lnTo>
                  <a:pt x="190205" y="35320"/>
                </a:lnTo>
                <a:lnTo>
                  <a:pt x="191086" y="35558"/>
                </a:lnTo>
                <a:lnTo>
                  <a:pt x="191990" y="35820"/>
                </a:lnTo>
                <a:lnTo>
                  <a:pt x="192580" y="35991"/>
                </a:lnTo>
                <a:lnTo>
                  <a:pt x="193136" y="36146"/>
                </a:lnTo>
                <a:lnTo>
                  <a:pt x="193658" y="36287"/>
                </a:lnTo>
                <a:lnTo>
                  <a:pt x="194146" y="36413"/>
                </a:lnTo>
                <a:lnTo>
                  <a:pt x="194601" y="36525"/>
                </a:lnTo>
                <a:lnTo>
                  <a:pt x="195022" y="36621"/>
                </a:lnTo>
                <a:lnTo>
                  <a:pt x="195409" y="36703"/>
                </a:lnTo>
                <a:lnTo>
                  <a:pt x="195763" y="36770"/>
                </a:lnTo>
                <a:lnTo>
                  <a:pt x="196083" y="36821"/>
                </a:lnTo>
                <a:lnTo>
                  <a:pt x="196369" y="36859"/>
                </a:lnTo>
                <a:lnTo>
                  <a:pt x="196622" y="36881"/>
                </a:lnTo>
                <a:lnTo>
                  <a:pt x="196841" y="36888"/>
                </a:lnTo>
                <a:lnTo>
                  <a:pt x="197027" y="36885"/>
                </a:lnTo>
                <a:lnTo>
                  <a:pt x="197207" y="36874"/>
                </a:lnTo>
                <a:lnTo>
                  <a:pt x="197380" y="36857"/>
                </a:lnTo>
                <a:lnTo>
                  <a:pt x="197546" y="36833"/>
                </a:lnTo>
                <a:lnTo>
                  <a:pt x="197705" y="36802"/>
                </a:lnTo>
                <a:lnTo>
                  <a:pt x="197857" y="36764"/>
                </a:lnTo>
                <a:lnTo>
                  <a:pt x="198002" y="36719"/>
                </a:lnTo>
                <a:lnTo>
                  <a:pt x="198140" y="36667"/>
                </a:lnTo>
                <a:lnTo>
                  <a:pt x="198272" y="36608"/>
                </a:lnTo>
                <a:lnTo>
                  <a:pt x="198396" y="36542"/>
                </a:lnTo>
                <a:lnTo>
                  <a:pt x="198513" y="36469"/>
                </a:lnTo>
                <a:lnTo>
                  <a:pt x="198624" y="36390"/>
                </a:lnTo>
                <a:lnTo>
                  <a:pt x="198732" y="36298"/>
                </a:lnTo>
                <a:lnTo>
                  <a:pt x="198844" y="36190"/>
                </a:lnTo>
                <a:lnTo>
                  <a:pt x="198958" y="36065"/>
                </a:lnTo>
                <a:lnTo>
                  <a:pt x="199076" y="35923"/>
                </a:lnTo>
                <a:lnTo>
                  <a:pt x="199196" y="35764"/>
                </a:lnTo>
                <a:lnTo>
                  <a:pt x="199319" y="35589"/>
                </a:lnTo>
                <a:lnTo>
                  <a:pt x="199446" y="35396"/>
                </a:lnTo>
                <a:lnTo>
                  <a:pt x="199575" y="35187"/>
                </a:lnTo>
                <a:lnTo>
                  <a:pt x="199707" y="34961"/>
                </a:lnTo>
                <a:lnTo>
                  <a:pt x="199842" y="34718"/>
                </a:lnTo>
                <a:lnTo>
                  <a:pt x="199981" y="34459"/>
                </a:lnTo>
                <a:lnTo>
                  <a:pt x="200122" y="34182"/>
                </a:lnTo>
                <a:lnTo>
                  <a:pt x="202476" y="34182"/>
                </a:lnTo>
                <a:close/>
                <a:moveTo>
                  <a:pt x="253876" y="91864"/>
                </a:moveTo>
                <a:lnTo>
                  <a:pt x="252252" y="93113"/>
                </a:lnTo>
                <a:lnTo>
                  <a:pt x="250731" y="94270"/>
                </a:lnTo>
                <a:lnTo>
                  <a:pt x="249315" y="95336"/>
                </a:lnTo>
                <a:lnTo>
                  <a:pt x="248003" y="96311"/>
                </a:lnTo>
                <a:lnTo>
                  <a:pt x="246795" y="97196"/>
                </a:lnTo>
                <a:lnTo>
                  <a:pt x="245691" y="97989"/>
                </a:lnTo>
                <a:lnTo>
                  <a:pt x="244691" y="98691"/>
                </a:lnTo>
                <a:lnTo>
                  <a:pt x="243795" y="99302"/>
                </a:lnTo>
                <a:lnTo>
                  <a:pt x="243002" y="99823"/>
                </a:lnTo>
                <a:lnTo>
                  <a:pt x="242314" y="100252"/>
                </a:lnTo>
                <a:lnTo>
                  <a:pt x="241730" y="100590"/>
                </a:lnTo>
                <a:lnTo>
                  <a:pt x="241250" y="100837"/>
                </a:lnTo>
                <a:lnTo>
                  <a:pt x="240605" y="101133"/>
                </a:lnTo>
                <a:lnTo>
                  <a:pt x="239953" y="101403"/>
                </a:lnTo>
                <a:lnTo>
                  <a:pt x="239293" y="101647"/>
                </a:lnTo>
                <a:lnTo>
                  <a:pt x="238627" y="101866"/>
                </a:lnTo>
                <a:lnTo>
                  <a:pt x="237954" y="102059"/>
                </a:lnTo>
                <a:lnTo>
                  <a:pt x="237274" y="102226"/>
                </a:lnTo>
                <a:lnTo>
                  <a:pt x="236587" y="102367"/>
                </a:lnTo>
                <a:lnTo>
                  <a:pt x="235893" y="102483"/>
                </a:lnTo>
                <a:lnTo>
                  <a:pt x="235192" y="102573"/>
                </a:lnTo>
                <a:lnTo>
                  <a:pt x="234484" y="102637"/>
                </a:lnTo>
                <a:lnTo>
                  <a:pt x="233769" y="102676"/>
                </a:lnTo>
                <a:lnTo>
                  <a:pt x="233048" y="102689"/>
                </a:lnTo>
                <a:lnTo>
                  <a:pt x="231935" y="102657"/>
                </a:lnTo>
                <a:lnTo>
                  <a:pt x="230855" y="102560"/>
                </a:lnTo>
                <a:lnTo>
                  <a:pt x="229809" y="102400"/>
                </a:lnTo>
                <a:lnTo>
                  <a:pt x="228795" y="102175"/>
                </a:lnTo>
                <a:lnTo>
                  <a:pt x="227815" y="101885"/>
                </a:lnTo>
                <a:lnTo>
                  <a:pt x="226869" y="101532"/>
                </a:lnTo>
                <a:lnTo>
                  <a:pt x="225955" y="101114"/>
                </a:lnTo>
                <a:lnTo>
                  <a:pt x="225074" y="100632"/>
                </a:lnTo>
                <a:lnTo>
                  <a:pt x="224227" y="100085"/>
                </a:lnTo>
                <a:lnTo>
                  <a:pt x="223413" y="99474"/>
                </a:lnTo>
                <a:lnTo>
                  <a:pt x="222632" y="98799"/>
                </a:lnTo>
                <a:lnTo>
                  <a:pt x="221884" y="98060"/>
                </a:lnTo>
                <a:lnTo>
                  <a:pt x="221184" y="97268"/>
                </a:lnTo>
                <a:lnTo>
                  <a:pt x="220544" y="96436"/>
                </a:lnTo>
                <a:lnTo>
                  <a:pt x="219965" y="95563"/>
                </a:lnTo>
                <a:lnTo>
                  <a:pt x="219447" y="94650"/>
                </a:lnTo>
                <a:lnTo>
                  <a:pt x="218990" y="93696"/>
                </a:lnTo>
                <a:lnTo>
                  <a:pt x="218594" y="92701"/>
                </a:lnTo>
                <a:lnTo>
                  <a:pt x="218259" y="91666"/>
                </a:lnTo>
                <a:lnTo>
                  <a:pt x="217985" y="90591"/>
                </a:lnTo>
                <a:lnTo>
                  <a:pt x="217772" y="89474"/>
                </a:lnTo>
                <a:lnTo>
                  <a:pt x="217620" y="88318"/>
                </a:lnTo>
                <a:lnTo>
                  <a:pt x="217528" y="87120"/>
                </a:lnTo>
                <a:lnTo>
                  <a:pt x="217498" y="85883"/>
                </a:lnTo>
                <a:lnTo>
                  <a:pt x="217513" y="85096"/>
                </a:lnTo>
                <a:lnTo>
                  <a:pt x="217557" y="84328"/>
                </a:lnTo>
                <a:lnTo>
                  <a:pt x="217631" y="83577"/>
                </a:lnTo>
                <a:lnTo>
                  <a:pt x="217735" y="82844"/>
                </a:lnTo>
                <a:lnTo>
                  <a:pt x="217869" y="82129"/>
                </a:lnTo>
                <a:lnTo>
                  <a:pt x="218033" y="81432"/>
                </a:lnTo>
                <a:lnTo>
                  <a:pt x="218226" y="80752"/>
                </a:lnTo>
                <a:lnTo>
                  <a:pt x="218449" y="80091"/>
                </a:lnTo>
                <a:lnTo>
                  <a:pt x="218701" y="79447"/>
                </a:lnTo>
                <a:lnTo>
                  <a:pt x="218984" y="78821"/>
                </a:lnTo>
                <a:lnTo>
                  <a:pt x="219296" y="78212"/>
                </a:lnTo>
                <a:lnTo>
                  <a:pt x="219638" y="77622"/>
                </a:lnTo>
                <a:lnTo>
                  <a:pt x="220155" y="76819"/>
                </a:lnTo>
                <a:lnTo>
                  <a:pt x="220732" y="76024"/>
                </a:lnTo>
                <a:lnTo>
                  <a:pt x="221370" y="75236"/>
                </a:lnTo>
                <a:lnTo>
                  <a:pt x="222067" y="74457"/>
                </a:lnTo>
                <a:lnTo>
                  <a:pt x="222824" y="73685"/>
                </a:lnTo>
                <a:lnTo>
                  <a:pt x="223641" y="72922"/>
                </a:lnTo>
                <a:lnTo>
                  <a:pt x="224518" y="72166"/>
                </a:lnTo>
                <a:lnTo>
                  <a:pt x="225455" y="71419"/>
                </a:lnTo>
                <a:lnTo>
                  <a:pt x="226452" y="70679"/>
                </a:lnTo>
                <a:lnTo>
                  <a:pt x="227509" y="69947"/>
                </a:lnTo>
                <a:lnTo>
                  <a:pt x="228625" y="69223"/>
                </a:lnTo>
                <a:lnTo>
                  <a:pt x="229802" y="68507"/>
                </a:lnTo>
                <a:lnTo>
                  <a:pt x="231075" y="67782"/>
                </a:lnTo>
                <a:lnTo>
                  <a:pt x="232482" y="67031"/>
                </a:lnTo>
                <a:lnTo>
                  <a:pt x="234022" y="66255"/>
                </a:lnTo>
                <a:lnTo>
                  <a:pt x="235695" y="65452"/>
                </a:lnTo>
                <a:lnTo>
                  <a:pt x="237501" y="64625"/>
                </a:lnTo>
                <a:lnTo>
                  <a:pt x="239440" y="63771"/>
                </a:lnTo>
                <a:lnTo>
                  <a:pt x="241513" y="62892"/>
                </a:lnTo>
                <a:lnTo>
                  <a:pt x="243719" y="61987"/>
                </a:lnTo>
                <a:lnTo>
                  <a:pt x="246058" y="61056"/>
                </a:lnTo>
                <a:lnTo>
                  <a:pt x="248531" y="60100"/>
                </a:lnTo>
                <a:lnTo>
                  <a:pt x="251137" y="59117"/>
                </a:lnTo>
                <a:lnTo>
                  <a:pt x="253876" y="58110"/>
                </a:lnTo>
                <a:lnTo>
                  <a:pt x="253876" y="55546"/>
                </a:lnTo>
                <a:lnTo>
                  <a:pt x="253854" y="53962"/>
                </a:lnTo>
                <a:lnTo>
                  <a:pt x="253790" y="52464"/>
                </a:lnTo>
                <a:lnTo>
                  <a:pt x="253682" y="51051"/>
                </a:lnTo>
                <a:lnTo>
                  <a:pt x="253531" y="49722"/>
                </a:lnTo>
                <a:lnTo>
                  <a:pt x="253337" y="48479"/>
                </a:lnTo>
                <a:lnTo>
                  <a:pt x="253100" y="47321"/>
                </a:lnTo>
                <a:lnTo>
                  <a:pt x="252820" y="46248"/>
                </a:lnTo>
                <a:lnTo>
                  <a:pt x="252497" y="45260"/>
                </a:lnTo>
                <a:lnTo>
                  <a:pt x="252130" y="44357"/>
                </a:lnTo>
                <a:lnTo>
                  <a:pt x="251721" y="43539"/>
                </a:lnTo>
                <a:lnTo>
                  <a:pt x="251269" y="42806"/>
                </a:lnTo>
                <a:lnTo>
                  <a:pt x="250773" y="42158"/>
                </a:lnTo>
                <a:lnTo>
                  <a:pt x="250236" y="41578"/>
                </a:lnTo>
                <a:lnTo>
                  <a:pt x="249660" y="41048"/>
                </a:lnTo>
                <a:lnTo>
                  <a:pt x="249045" y="40569"/>
                </a:lnTo>
                <a:lnTo>
                  <a:pt x="248391" y="40140"/>
                </a:lnTo>
                <a:lnTo>
                  <a:pt x="247698" y="39762"/>
                </a:lnTo>
                <a:lnTo>
                  <a:pt x="246966" y="39434"/>
                </a:lnTo>
                <a:lnTo>
                  <a:pt x="246194" y="39157"/>
                </a:lnTo>
                <a:lnTo>
                  <a:pt x="245384" y="38930"/>
                </a:lnTo>
                <a:lnTo>
                  <a:pt x="244534" y="38753"/>
                </a:lnTo>
                <a:lnTo>
                  <a:pt x="243645" y="38627"/>
                </a:lnTo>
                <a:lnTo>
                  <a:pt x="242717" y="38551"/>
                </a:lnTo>
                <a:lnTo>
                  <a:pt x="241750" y="38526"/>
                </a:lnTo>
                <a:lnTo>
                  <a:pt x="241014" y="38543"/>
                </a:lnTo>
                <a:lnTo>
                  <a:pt x="240303" y="38593"/>
                </a:lnTo>
                <a:lnTo>
                  <a:pt x="239619" y="38677"/>
                </a:lnTo>
                <a:lnTo>
                  <a:pt x="238960" y="38794"/>
                </a:lnTo>
                <a:lnTo>
                  <a:pt x="238327" y="38945"/>
                </a:lnTo>
                <a:lnTo>
                  <a:pt x="237720" y="39129"/>
                </a:lnTo>
                <a:lnTo>
                  <a:pt x="237138" y="39347"/>
                </a:lnTo>
                <a:lnTo>
                  <a:pt x="236582" y="39598"/>
                </a:lnTo>
                <a:lnTo>
                  <a:pt x="236052" y="39883"/>
                </a:lnTo>
                <a:lnTo>
                  <a:pt x="235548" y="40201"/>
                </a:lnTo>
                <a:lnTo>
                  <a:pt x="235070" y="40553"/>
                </a:lnTo>
                <a:lnTo>
                  <a:pt x="234617" y="40938"/>
                </a:lnTo>
                <a:lnTo>
                  <a:pt x="234184" y="41345"/>
                </a:lnTo>
                <a:lnTo>
                  <a:pt x="233789" y="41762"/>
                </a:lnTo>
                <a:lnTo>
                  <a:pt x="233431" y="42189"/>
                </a:lnTo>
                <a:lnTo>
                  <a:pt x="233111" y="42626"/>
                </a:lnTo>
                <a:lnTo>
                  <a:pt x="232829" y="43072"/>
                </a:lnTo>
                <a:lnTo>
                  <a:pt x="232584" y="43528"/>
                </a:lnTo>
                <a:lnTo>
                  <a:pt x="232377" y="43994"/>
                </a:lnTo>
                <a:lnTo>
                  <a:pt x="232207" y="44470"/>
                </a:lnTo>
                <a:lnTo>
                  <a:pt x="232076" y="44956"/>
                </a:lnTo>
                <a:lnTo>
                  <a:pt x="231982" y="45452"/>
                </a:lnTo>
                <a:lnTo>
                  <a:pt x="231925" y="45958"/>
                </a:lnTo>
                <a:lnTo>
                  <a:pt x="231906" y="46473"/>
                </a:lnTo>
                <a:lnTo>
                  <a:pt x="232049" y="50588"/>
                </a:lnTo>
                <a:lnTo>
                  <a:pt x="232037" y="51121"/>
                </a:lnTo>
                <a:lnTo>
                  <a:pt x="232002" y="51634"/>
                </a:lnTo>
                <a:lnTo>
                  <a:pt x="231944" y="52126"/>
                </a:lnTo>
                <a:lnTo>
                  <a:pt x="231863" y="52597"/>
                </a:lnTo>
                <a:lnTo>
                  <a:pt x="231758" y="53048"/>
                </a:lnTo>
                <a:lnTo>
                  <a:pt x="231630" y="53478"/>
                </a:lnTo>
                <a:lnTo>
                  <a:pt x="231479" y="53887"/>
                </a:lnTo>
                <a:lnTo>
                  <a:pt x="231304" y="54276"/>
                </a:lnTo>
                <a:lnTo>
                  <a:pt x="231106" y="54644"/>
                </a:lnTo>
                <a:lnTo>
                  <a:pt x="230885" y="54991"/>
                </a:lnTo>
                <a:lnTo>
                  <a:pt x="230640" y="55318"/>
                </a:lnTo>
                <a:lnTo>
                  <a:pt x="230373" y="55624"/>
                </a:lnTo>
                <a:lnTo>
                  <a:pt x="230086" y="55907"/>
                </a:lnTo>
                <a:lnTo>
                  <a:pt x="229785" y="56166"/>
                </a:lnTo>
                <a:lnTo>
                  <a:pt x="229470" y="56400"/>
                </a:lnTo>
                <a:lnTo>
                  <a:pt x="229140" y="56609"/>
                </a:lnTo>
                <a:lnTo>
                  <a:pt x="228796" y="56794"/>
                </a:lnTo>
                <a:lnTo>
                  <a:pt x="228438" y="56954"/>
                </a:lnTo>
                <a:lnTo>
                  <a:pt x="228065" y="57090"/>
                </a:lnTo>
                <a:lnTo>
                  <a:pt x="227678" y="57200"/>
                </a:lnTo>
                <a:lnTo>
                  <a:pt x="227277" y="57287"/>
                </a:lnTo>
                <a:lnTo>
                  <a:pt x="226861" y="57348"/>
                </a:lnTo>
                <a:lnTo>
                  <a:pt x="226430" y="57385"/>
                </a:lnTo>
                <a:lnTo>
                  <a:pt x="225986" y="57398"/>
                </a:lnTo>
                <a:lnTo>
                  <a:pt x="225553" y="57385"/>
                </a:lnTo>
                <a:lnTo>
                  <a:pt x="225133" y="57346"/>
                </a:lnTo>
                <a:lnTo>
                  <a:pt x="224726" y="57282"/>
                </a:lnTo>
                <a:lnTo>
                  <a:pt x="224333" y="57193"/>
                </a:lnTo>
                <a:lnTo>
                  <a:pt x="223954" y="57077"/>
                </a:lnTo>
                <a:lnTo>
                  <a:pt x="223587" y="56936"/>
                </a:lnTo>
                <a:lnTo>
                  <a:pt x="223235" y="56770"/>
                </a:lnTo>
                <a:lnTo>
                  <a:pt x="222895" y="56578"/>
                </a:lnTo>
                <a:lnTo>
                  <a:pt x="222569" y="56360"/>
                </a:lnTo>
                <a:lnTo>
                  <a:pt x="222256" y="56116"/>
                </a:lnTo>
                <a:lnTo>
                  <a:pt x="221957" y="55847"/>
                </a:lnTo>
                <a:lnTo>
                  <a:pt x="221670" y="55553"/>
                </a:lnTo>
                <a:lnTo>
                  <a:pt x="221403" y="55235"/>
                </a:lnTo>
                <a:lnTo>
                  <a:pt x="221158" y="54899"/>
                </a:lnTo>
                <a:lnTo>
                  <a:pt x="220937" y="54545"/>
                </a:lnTo>
                <a:lnTo>
                  <a:pt x="220739" y="54171"/>
                </a:lnTo>
                <a:lnTo>
                  <a:pt x="220565" y="53779"/>
                </a:lnTo>
                <a:lnTo>
                  <a:pt x="220413" y="53368"/>
                </a:lnTo>
                <a:lnTo>
                  <a:pt x="220285" y="52939"/>
                </a:lnTo>
                <a:lnTo>
                  <a:pt x="220180" y="52490"/>
                </a:lnTo>
                <a:lnTo>
                  <a:pt x="220099" y="52023"/>
                </a:lnTo>
                <a:lnTo>
                  <a:pt x="220041" y="51538"/>
                </a:lnTo>
                <a:lnTo>
                  <a:pt x="220006" y="51033"/>
                </a:lnTo>
                <a:lnTo>
                  <a:pt x="219994" y="50510"/>
                </a:lnTo>
                <a:lnTo>
                  <a:pt x="220038" y="49499"/>
                </a:lnTo>
                <a:lnTo>
                  <a:pt x="220169" y="48503"/>
                </a:lnTo>
                <a:lnTo>
                  <a:pt x="220387" y="47520"/>
                </a:lnTo>
                <a:lnTo>
                  <a:pt x="220692" y="46551"/>
                </a:lnTo>
                <a:lnTo>
                  <a:pt x="221084" y="45595"/>
                </a:lnTo>
                <a:lnTo>
                  <a:pt x="221563" y="44654"/>
                </a:lnTo>
                <a:lnTo>
                  <a:pt x="222130" y="43726"/>
                </a:lnTo>
                <a:lnTo>
                  <a:pt x="222784" y="42812"/>
                </a:lnTo>
                <a:lnTo>
                  <a:pt x="223525" y="41912"/>
                </a:lnTo>
                <a:lnTo>
                  <a:pt x="224353" y="41025"/>
                </a:lnTo>
                <a:lnTo>
                  <a:pt x="225269" y="40153"/>
                </a:lnTo>
                <a:lnTo>
                  <a:pt x="226271" y="39294"/>
                </a:lnTo>
                <a:lnTo>
                  <a:pt x="227353" y="38477"/>
                </a:lnTo>
                <a:lnTo>
                  <a:pt x="228504" y="37732"/>
                </a:lnTo>
                <a:lnTo>
                  <a:pt x="229726" y="37057"/>
                </a:lnTo>
                <a:lnTo>
                  <a:pt x="231019" y="36454"/>
                </a:lnTo>
                <a:lnTo>
                  <a:pt x="232381" y="35922"/>
                </a:lnTo>
                <a:lnTo>
                  <a:pt x="233814" y="35460"/>
                </a:lnTo>
                <a:lnTo>
                  <a:pt x="235318" y="35070"/>
                </a:lnTo>
                <a:lnTo>
                  <a:pt x="236891" y="34750"/>
                </a:lnTo>
                <a:lnTo>
                  <a:pt x="238535" y="34502"/>
                </a:lnTo>
                <a:lnTo>
                  <a:pt x="240250" y="34324"/>
                </a:lnTo>
                <a:lnTo>
                  <a:pt x="242035" y="34218"/>
                </a:lnTo>
                <a:lnTo>
                  <a:pt x="243890" y="34182"/>
                </a:lnTo>
                <a:lnTo>
                  <a:pt x="245318" y="34202"/>
                </a:lnTo>
                <a:lnTo>
                  <a:pt x="246703" y="34263"/>
                </a:lnTo>
                <a:lnTo>
                  <a:pt x="248045" y="34364"/>
                </a:lnTo>
                <a:lnTo>
                  <a:pt x="249342" y="34506"/>
                </a:lnTo>
                <a:lnTo>
                  <a:pt x="250597" y="34688"/>
                </a:lnTo>
                <a:lnTo>
                  <a:pt x="251807" y="34911"/>
                </a:lnTo>
                <a:lnTo>
                  <a:pt x="252974" y="35174"/>
                </a:lnTo>
                <a:lnTo>
                  <a:pt x="254098" y="35478"/>
                </a:lnTo>
                <a:lnTo>
                  <a:pt x="255178" y="35822"/>
                </a:lnTo>
                <a:lnTo>
                  <a:pt x="256214" y="36207"/>
                </a:lnTo>
                <a:lnTo>
                  <a:pt x="257206" y="36632"/>
                </a:lnTo>
                <a:lnTo>
                  <a:pt x="258156" y="37097"/>
                </a:lnTo>
                <a:lnTo>
                  <a:pt x="258842" y="37482"/>
                </a:lnTo>
                <a:lnTo>
                  <a:pt x="259497" y="37902"/>
                </a:lnTo>
                <a:lnTo>
                  <a:pt x="260122" y="38356"/>
                </a:lnTo>
                <a:lnTo>
                  <a:pt x="260715" y="38844"/>
                </a:lnTo>
                <a:lnTo>
                  <a:pt x="261279" y="39368"/>
                </a:lnTo>
                <a:lnTo>
                  <a:pt x="261811" y="39925"/>
                </a:lnTo>
                <a:lnTo>
                  <a:pt x="262313" y="40518"/>
                </a:lnTo>
                <a:lnTo>
                  <a:pt x="262784" y="41145"/>
                </a:lnTo>
                <a:lnTo>
                  <a:pt x="263224" y="41806"/>
                </a:lnTo>
                <a:lnTo>
                  <a:pt x="263634" y="42502"/>
                </a:lnTo>
                <a:lnTo>
                  <a:pt x="264013" y="43233"/>
                </a:lnTo>
                <a:lnTo>
                  <a:pt x="264361" y="43998"/>
                </a:lnTo>
                <a:lnTo>
                  <a:pt x="264566" y="44552"/>
                </a:lnTo>
                <a:lnTo>
                  <a:pt x="264754" y="45195"/>
                </a:lnTo>
                <a:lnTo>
                  <a:pt x="264923" y="45927"/>
                </a:lnTo>
                <a:lnTo>
                  <a:pt x="265074" y="46748"/>
                </a:lnTo>
                <a:lnTo>
                  <a:pt x="265208" y="47658"/>
                </a:lnTo>
                <a:lnTo>
                  <a:pt x="265324" y="48657"/>
                </a:lnTo>
                <a:lnTo>
                  <a:pt x="265422" y="49744"/>
                </a:lnTo>
                <a:lnTo>
                  <a:pt x="265502" y="50921"/>
                </a:lnTo>
                <a:lnTo>
                  <a:pt x="265565" y="52186"/>
                </a:lnTo>
                <a:lnTo>
                  <a:pt x="265609" y="53541"/>
                </a:lnTo>
                <a:lnTo>
                  <a:pt x="265636" y="54984"/>
                </a:lnTo>
                <a:lnTo>
                  <a:pt x="265645" y="56516"/>
                </a:lnTo>
                <a:lnTo>
                  <a:pt x="265645" y="78637"/>
                </a:lnTo>
                <a:lnTo>
                  <a:pt x="265648" y="80140"/>
                </a:lnTo>
                <a:lnTo>
                  <a:pt x="265655" y="81542"/>
                </a:lnTo>
                <a:lnTo>
                  <a:pt x="265667" y="82844"/>
                </a:lnTo>
                <a:lnTo>
                  <a:pt x="265685" y="84046"/>
                </a:lnTo>
                <a:lnTo>
                  <a:pt x="265707" y="85148"/>
                </a:lnTo>
                <a:lnTo>
                  <a:pt x="265734" y="86150"/>
                </a:lnTo>
                <a:lnTo>
                  <a:pt x="265766" y="87051"/>
                </a:lnTo>
                <a:lnTo>
                  <a:pt x="265804" y="87852"/>
                </a:lnTo>
                <a:lnTo>
                  <a:pt x="265846" y="88553"/>
                </a:lnTo>
                <a:lnTo>
                  <a:pt x="265893" y="89153"/>
                </a:lnTo>
                <a:lnTo>
                  <a:pt x="265945" y="89653"/>
                </a:lnTo>
                <a:lnTo>
                  <a:pt x="266002" y="90053"/>
                </a:lnTo>
                <a:lnTo>
                  <a:pt x="266064" y="90393"/>
                </a:lnTo>
                <a:lnTo>
                  <a:pt x="266134" y="90714"/>
                </a:lnTo>
                <a:lnTo>
                  <a:pt x="266209" y="91016"/>
                </a:lnTo>
                <a:lnTo>
                  <a:pt x="266291" y="91298"/>
                </a:lnTo>
                <a:lnTo>
                  <a:pt x="266379" y="91561"/>
                </a:lnTo>
                <a:lnTo>
                  <a:pt x="266474" y="91805"/>
                </a:lnTo>
                <a:lnTo>
                  <a:pt x="266576" y="92030"/>
                </a:lnTo>
                <a:lnTo>
                  <a:pt x="266683" y="92235"/>
                </a:lnTo>
                <a:lnTo>
                  <a:pt x="266798" y="92421"/>
                </a:lnTo>
                <a:lnTo>
                  <a:pt x="266918" y="92588"/>
                </a:lnTo>
                <a:lnTo>
                  <a:pt x="267045" y="92735"/>
                </a:lnTo>
                <a:lnTo>
                  <a:pt x="267179" y="92864"/>
                </a:lnTo>
                <a:lnTo>
                  <a:pt x="267317" y="92977"/>
                </a:lnTo>
                <a:lnTo>
                  <a:pt x="267459" y="93081"/>
                </a:lnTo>
                <a:lnTo>
                  <a:pt x="267604" y="93174"/>
                </a:lnTo>
                <a:lnTo>
                  <a:pt x="267753" y="93258"/>
                </a:lnTo>
                <a:lnTo>
                  <a:pt x="267906" y="93332"/>
                </a:lnTo>
                <a:lnTo>
                  <a:pt x="268061" y="93396"/>
                </a:lnTo>
                <a:lnTo>
                  <a:pt x="268221" y="93450"/>
                </a:lnTo>
                <a:lnTo>
                  <a:pt x="268383" y="93495"/>
                </a:lnTo>
                <a:lnTo>
                  <a:pt x="268550" y="93529"/>
                </a:lnTo>
                <a:lnTo>
                  <a:pt x="268719" y="93554"/>
                </a:lnTo>
                <a:lnTo>
                  <a:pt x="268892" y="93569"/>
                </a:lnTo>
                <a:lnTo>
                  <a:pt x="269069" y="93574"/>
                </a:lnTo>
                <a:lnTo>
                  <a:pt x="269257" y="93570"/>
                </a:lnTo>
                <a:lnTo>
                  <a:pt x="269441" y="93560"/>
                </a:lnTo>
                <a:lnTo>
                  <a:pt x="269622" y="93542"/>
                </a:lnTo>
                <a:lnTo>
                  <a:pt x="269798" y="93518"/>
                </a:lnTo>
                <a:lnTo>
                  <a:pt x="269970" y="93487"/>
                </a:lnTo>
                <a:lnTo>
                  <a:pt x="270139" y="93449"/>
                </a:lnTo>
                <a:lnTo>
                  <a:pt x="270303" y="93404"/>
                </a:lnTo>
                <a:lnTo>
                  <a:pt x="270464" y="93352"/>
                </a:lnTo>
                <a:lnTo>
                  <a:pt x="270620" y="93293"/>
                </a:lnTo>
                <a:lnTo>
                  <a:pt x="270773" y="93227"/>
                </a:lnTo>
                <a:lnTo>
                  <a:pt x="270922" y="93155"/>
                </a:lnTo>
                <a:lnTo>
                  <a:pt x="271066" y="93075"/>
                </a:lnTo>
                <a:lnTo>
                  <a:pt x="271335" y="92898"/>
                </a:lnTo>
                <a:lnTo>
                  <a:pt x="271643" y="92674"/>
                </a:lnTo>
                <a:lnTo>
                  <a:pt x="271989" y="92403"/>
                </a:lnTo>
                <a:lnTo>
                  <a:pt x="272374" y="92086"/>
                </a:lnTo>
                <a:lnTo>
                  <a:pt x="272797" y="91723"/>
                </a:lnTo>
                <a:lnTo>
                  <a:pt x="273260" y="91313"/>
                </a:lnTo>
                <a:lnTo>
                  <a:pt x="273760" y="90856"/>
                </a:lnTo>
                <a:lnTo>
                  <a:pt x="274300" y="90353"/>
                </a:lnTo>
                <a:lnTo>
                  <a:pt x="274878" y="89804"/>
                </a:lnTo>
                <a:lnTo>
                  <a:pt x="275495" y="89208"/>
                </a:lnTo>
                <a:lnTo>
                  <a:pt x="276150" y="88565"/>
                </a:lnTo>
                <a:lnTo>
                  <a:pt x="276844" y="87877"/>
                </a:lnTo>
                <a:lnTo>
                  <a:pt x="276844" y="91864"/>
                </a:lnTo>
                <a:lnTo>
                  <a:pt x="275517" y="93571"/>
                </a:lnTo>
                <a:lnTo>
                  <a:pt x="274201" y="95128"/>
                </a:lnTo>
                <a:lnTo>
                  <a:pt x="272894" y="96538"/>
                </a:lnTo>
                <a:lnTo>
                  <a:pt x="271597" y="97799"/>
                </a:lnTo>
                <a:lnTo>
                  <a:pt x="270310" y="98912"/>
                </a:lnTo>
                <a:lnTo>
                  <a:pt x="269033" y="99876"/>
                </a:lnTo>
                <a:lnTo>
                  <a:pt x="267766" y="100692"/>
                </a:lnTo>
                <a:lnTo>
                  <a:pt x="266509" y="101360"/>
                </a:lnTo>
                <a:lnTo>
                  <a:pt x="265262" y="101879"/>
                </a:lnTo>
                <a:lnTo>
                  <a:pt x="264024" y="102250"/>
                </a:lnTo>
                <a:lnTo>
                  <a:pt x="262797" y="102472"/>
                </a:lnTo>
                <a:lnTo>
                  <a:pt x="261579" y="102546"/>
                </a:lnTo>
                <a:lnTo>
                  <a:pt x="261007" y="102530"/>
                </a:lnTo>
                <a:lnTo>
                  <a:pt x="260454" y="102479"/>
                </a:lnTo>
                <a:lnTo>
                  <a:pt x="259921" y="102395"/>
                </a:lnTo>
                <a:lnTo>
                  <a:pt x="259408" y="102277"/>
                </a:lnTo>
                <a:lnTo>
                  <a:pt x="258914" y="102126"/>
                </a:lnTo>
                <a:lnTo>
                  <a:pt x="258441" y="101941"/>
                </a:lnTo>
                <a:lnTo>
                  <a:pt x="257987" y="101723"/>
                </a:lnTo>
                <a:lnTo>
                  <a:pt x="257553" y="101470"/>
                </a:lnTo>
                <a:lnTo>
                  <a:pt x="257139" y="101184"/>
                </a:lnTo>
                <a:lnTo>
                  <a:pt x="256745" y="100865"/>
                </a:lnTo>
                <a:lnTo>
                  <a:pt x="256370" y="100512"/>
                </a:lnTo>
                <a:lnTo>
                  <a:pt x="256016" y="100125"/>
                </a:lnTo>
                <a:lnTo>
                  <a:pt x="255685" y="99698"/>
                </a:lnTo>
                <a:lnTo>
                  <a:pt x="255382" y="99223"/>
                </a:lnTo>
                <a:lnTo>
                  <a:pt x="255106" y="98701"/>
                </a:lnTo>
                <a:lnTo>
                  <a:pt x="254859" y="98131"/>
                </a:lnTo>
                <a:lnTo>
                  <a:pt x="254639" y="97514"/>
                </a:lnTo>
                <a:lnTo>
                  <a:pt x="254446" y="96849"/>
                </a:lnTo>
                <a:lnTo>
                  <a:pt x="254282" y="96137"/>
                </a:lnTo>
                <a:lnTo>
                  <a:pt x="254145" y="95378"/>
                </a:lnTo>
                <a:lnTo>
                  <a:pt x="254036" y="94571"/>
                </a:lnTo>
                <a:lnTo>
                  <a:pt x="253955" y="93716"/>
                </a:lnTo>
                <a:lnTo>
                  <a:pt x="253902" y="92814"/>
                </a:lnTo>
                <a:lnTo>
                  <a:pt x="253876" y="91864"/>
                </a:lnTo>
                <a:moveTo>
                  <a:pt x="253876" y="87196"/>
                </a:moveTo>
                <a:lnTo>
                  <a:pt x="253876" y="62454"/>
                </a:lnTo>
                <a:lnTo>
                  <a:pt x="252134" y="63145"/>
                </a:lnTo>
                <a:lnTo>
                  <a:pt x="250498" y="63802"/>
                </a:lnTo>
                <a:lnTo>
                  <a:pt x="248967" y="64425"/>
                </a:lnTo>
                <a:lnTo>
                  <a:pt x="247543" y="65013"/>
                </a:lnTo>
                <a:lnTo>
                  <a:pt x="246225" y="65567"/>
                </a:lnTo>
                <a:lnTo>
                  <a:pt x="245013" y="66087"/>
                </a:lnTo>
                <a:lnTo>
                  <a:pt x="243907" y="66572"/>
                </a:lnTo>
                <a:lnTo>
                  <a:pt x="242907" y="67022"/>
                </a:lnTo>
                <a:lnTo>
                  <a:pt x="242013" y="67438"/>
                </a:lnTo>
                <a:lnTo>
                  <a:pt x="241225" y="67820"/>
                </a:lnTo>
                <a:lnTo>
                  <a:pt x="240543" y="68167"/>
                </a:lnTo>
                <a:lnTo>
                  <a:pt x="239966" y="68480"/>
                </a:lnTo>
                <a:lnTo>
                  <a:pt x="239050" y="69002"/>
                </a:lnTo>
                <a:lnTo>
                  <a:pt x="238177" y="69528"/>
                </a:lnTo>
                <a:lnTo>
                  <a:pt x="237350" y="70058"/>
                </a:lnTo>
                <a:lnTo>
                  <a:pt x="236566" y="70591"/>
                </a:lnTo>
                <a:lnTo>
                  <a:pt x="235828" y="71129"/>
                </a:lnTo>
                <a:lnTo>
                  <a:pt x="235134" y="71671"/>
                </a:lnTo>
                <a:lnTo>
                  <a:pt x="234485" y="72216"/>
                </a:lnTo>
                <a:lnTo>
                  <a:pt x="233880" y="72766"/>
                </a:lnTo>
                <a:lnTo>
                  <a:pt x="233319" y="73319"/>
                </a:lnTo>
                <a:lnTo>
                  <a:pt x="232804" y="73876"/>
                </a:lnTo>
                <a:lnTo>
                  <a:pt x="232333" y="74437"/>
                </a:lnTo>
                <a:lnTo>
                  <a:pt x="231906" y="75003"/>
                </a:lnTo>
                <a:lnTo>
                  <a:pt x="231519" y="75574"/>
                </a:lnTo>
                <a:lnTo>
                  <a:pt x="231165" y="76155"/>
                </a:lnTo>
                <a:lnTo>
                  <a:pt x="230845" y="76744"/>
                </a:lnTo>
                <a:lnTo>
                  <a:pt x="230559" y="77342"/>
                </a:lnTo>
                <a:lnTo>
                  <a:pt x="230306" y="77949"/>
                </a:lnTo>
                <a:lnTo>
                  <a:pt x="230087" y="78565"/>
                </a:lnTo>
                <a:lnTo>
                  <a:pt x="229902" y="79190"/>
                </a:lnTo>
                <a:lnTo>
                  <a:pt x="229751" y="79823"/>
                </a:lnTo>
                <a:lnTo>
                  <a:pt x="229633" y="80466"/>
                </a:lnTo>
                <a:lnTo>
                  <a:pt x="229548" y="81117"/>
                </a:lnTo>
                <a:lnTo>
                  <a:pt x="229498" y="81777"/>
                </a:lnTo>
                <a:lnTo>
                  <a:pt x="229481" y="82447"/>
                </a:lnTo>
                <a:lnTo>
                  <a:pt x="229502" y="83285"/>
                </a:lnTo>
                <a:lnTo>
                  <a:pt x="229566" y="84100"/>
                </a:lnTo>
                <a:lnTo>
                  <a:pt x="229673" y="84891"/>
                </a:lnTo>
                <a:lnTo>
                  <a:pt x="229822" y="85657"/>
                </a:lnTo>
                <a:lnTo>
                  <a:pt x="230014" y="86399"/>
                </a:lnTo>
                <a:lnTo>
                  <a:pt x="230248" y="87117"/>
                </a:lnTo>
                <a:lnTo>
                  <a:pt x="230525" y="87811"/>
                </a:lnTo>
                <a:lnTo>
                  <a:pt x="230844" y="88481"/>
                </a:lnTo>
                <a:lnTo>
                  <a:pt x="231206" y="89127"/>
                </a:lnTo>
                <a:lnTo>
                  <a:pt x="231611" y="89748"/>
                </a:lnTo>
                <a:lnTo>
                  <a:pt x="232058" y="90345"/>
                </a:lnTo>
                <a:lnTo>
                  <a:pt x="232548" y="90919"/>
                </a:lnTo>
                <a:lnTo>
                  <a:pt x="233066" y="91456"/>
                </a:lnTo>
                <a:lnTo>
                  <a:pt x="233596" y="91948"/>
                </a:lnTo>
                <a:lnTo>
                  <a:pt x="234140" y="92392"/>
                </a:lnTo>
                <a:lnTo>
                  <a:pt x="234696" y="92789"/>
                </a:lnTo>
                <a:lnTo>
                  <a:pt x="235265" y="93140"/>
                </a:lnTo>
                <a:lnTo>
                  <a:pt x="235847" y="93444"/>
                </a:lnTo>
                <a:lnTo>
                  <a:pt x="236442" y="93701"/>
                </a:lnTo>
                <a:lnTo>
                  <a:pt x="237050" y="93912"/>
                </a:lnTo>
                <a:lnTo>
                  <a:pt x="237671" y="94075"/>
                </a:lnTo>
                <a:lnTo>
                  <a:pt x="238304" y="94192"/>
                </a:lnTo>
                <a:lnTo>
                  <a:pt x="238951" y="94262"/>
                </a:lnTo>
                <a:lnTo>
                  <a:pt x="239610" y="94286"/>
                </a:lnTo>
                <a:lnTo>
                  <a:pt x="240537" y="94236"/>
                </a:lnTo>
                <a:lnTo>
                  <a:pt x="241512" y="94089"/>
                </a:lnTo>
                <a:lnTo>
                  <a:pt x="242534" y="93843"/>
                </a:lnTo>
                <a:lnTo>
                  <a:pt x="243604" y="93498"/>
                </a:lnTo>
                <a:lnTo>
                  <a:pt x="244722" y="93055"/>
                </a:lnTo>
                <a:lnTo>
                  <a:pt x="245887" y="92513"/>
                </a:lnTo>
                <a:lnTo>
                  <a:pt x="247099" y="91873"/>
                </a:lnTo>
                <a:lnTo>
                  <a:pt x="248360" y="91135"/>
                </a:lnTo>
                <a:lnTo>
                  <a:pt x="249667" y="90298"/>
                </a:lnTo>
                <a:lnTo>
                  <a:pt x="251023" y="89362"/>
                </a:lnTo>
                <a:lnTo>
                  <a:pt x="252425" y="88328"/>
                </a:lnTo>
                <a:lnTo>
                  <a:pt x="253876" y="87196"/>
                </a:lnTo>
                <a:close/>
                <a:moveTo>
                  <a:pt x="283035" y="63095"/>
                </a:moveTo>
                <a:lnTo>
                  <a:pt x="319913" y="63095"/>
                </a:lnTo>
                <a:lnTo>
                  <a:pt x="319913" y="73848"/>
                </a:lnTo>
                <a:lnTo>
                  <a:pt x="283035" y="73848"/>
                </a:lnTo>
                <a:lnTo>
                  <a:pt x="283035" y="63095"/>
                </a:lnTo>
                <a:close/>
                <a:moveTo>
                  <a:pt x="349044" y="14527"/>
                </a:moveTo>
                <a:lnTo>
                  <a:pt x="349044" y="36034"/>
                </a:lnTo>
                <a:lnTo>
                  <a:pt x="364308" y="36034"/>
                </a:lnTo>
                <a:lnTo>
                  <a:pt x="364308" y="41019"/>
                </a:lnTo>
                <a:lnTo>
                  <a:pt x="349044" y="41019"/>
                </a:lnTo>
                <a:lnTo>
                  <a:pt x="349044" y="83261"/>
                </a:lnTo>
                <a:lnTo>
                  <a:pt x="349056" y="84288"/>
                </a:lnTo>
                <a:lnTo>
                  <a:pt x="349094" y="85257"/>
                </a:lnTo>
                <a:lnTo>
                  <a:pt x="349157" y="86169"/>
                </a:lnTo>
                <a:lnTo>
                  <a:pt x="349246" y="87024"/>
                </a:lnTo>
                <a:lnTo>
                  <a:pt x="349360" y="87821"/>
                </a:lnTo>
                <a:lnTo>
                  <a:pt x="349498" y="88561"/>
                </a:lnTo>
                <a:lnTo>
                  <a:pt x="349663" y="89244"/>
                </a:lnTo>
                <a:lnTo>
                  <a:pt x="349852" y="89869"/>
                </a:lnTo>
                <a:lnTo>
                  <a:pt x="350067" y="90437"/>
                </a:lnTo>
                <a:lnTo>
                  <a:pt x="350307" y="90948"/>
                </a:lnTo>
                <a:lnTo>
                  <a:pt x="350572" y="91402"/>
                </a:lnTo>
                <a:lnTo>
                  <a:pt x="350863" y="91798"/>
                </a:lnTo>
                <a:lnTo>
                  <a:pt x="351173" y="92150"/>
                </a:lnTo>
                <a:lnTo>
                  <a:pt x="351498" y="92471"/>
                </a:lnTo>
                <a:lnTo>
                  <a:pt x="351837" y="92762"/>
                </a:lnTo>
                <a:lnTo>
                  <a:pt x="352190" y="93022"/>
                </a:lnTo>
                <a:lnTo>
                  <a:pt x="352558" y="93251"/>
                </a:lnTo>
                <a:lnTo>
                  <a:pt x="352940" y="93450"/>
                </a:lnTo>
                <a:lnTo>
                  <a:pt x="353337" y="93618"/>
                </a:lnTo>
                <a:lnTo>
                  <a:pt x="353748" y="93756"/>
                </a:lnTo>
                <a:lnTo>
                  <a:pt x="354173" y="93863"/>
                </a:lnTo>
                <a:lnTo>
                  <a:pt x="354612" y="93940"/>
                </a:lnTo>
                <a:lnTo>
                  <a:pt x="355066" y="93986"/>
                </a:lnTo>
                <a:lnTo>
                  <a:pt x="355535" y="94001"/>
                </a:lnTo>
                <a:lnTo>
                  <a:pt x="355926" y="93991"/>
                </a:lnTo>
                <a:lnTo>
                  <a:pt x="356315" y="93960"/>
                </a:lnTo>
                <a:lnTo>
                  <a:pt x="356703" y="93910"/>
                </a:lnTo>
                <a:lnTo>
                  <a:pt x="357088" y="93839"/>
                </a:lnTo>
                <a:lnTo>
                  <a:pt x="357472" y="93747"/>
                </a:lnTo>
                <a:lnTo>
                  <a:pt x="357853" y="93636"/>
                </a:lnTo>
                <a:lnTo>
                  <a:pt x="358232" y="93504"/>
                </a:lnTo>
                <a:lnTo>
                  <a:pt x="358610" y="93352"/>
                </a:lnTo>
                <a:lnTo>
                  <a:pt x="358985" y="93180"/>
                </a:lnTo>
                <a:lnTo>
                  <a:pt x="359359" y="92987"/>
                </a:lnTo>
                <a:lnTo>
                  <a:pt x="359730" y="92774"/>
                </a:lnTo>
                <a:lnTo>
                  <a:pt x="360100" y="92541"/>
                </a:lnTo>
                <a:lnTo>
                  <a:pt x="360461" y="92288"/>
                </a:lnTo>
                <a:lnTo>
                  <a:pt x="360809" y="92016"/>
                </a:lnTo>
                <a:lnTo>
                  <a:pt x="361143" y="91724"/>
                </a:lnTo>
                <a:lnTo>
                  <a:pt x="361463" y="91413"/>
                </a:lnTo>
                <a:lnTo>
                  <a:pt x="361769" y="91083"/>
                </a:lnTo>
                <a:lnTo>
                  <a:pt x="362061" y="90734"/>
                </a:lnTo>
                <a:lnTo>
                  <a:pt x="362340" y="90365"/>
                </a:lnTo>
                <a:lnTo>
                  <a:pt x="362604" y="89977"/>
                </a:lnTo>
                <a:lnTo>
                  <a:pt x="362855" y="89570"/>
                </a:lnTo>
                <a:lnTo>
                  <a:pt x="363092" y="89144"/>
                </a:lnTo>
                <a:lnTo>
                  <a:pt x="363315" y="88698"/>
                </a:lnTo>
                <a:lnTo>
                  <a:pt x="363524" y="88233"/>
                </a:lnTo>
                <a:lnTo>
                  <a:pt x="366305" y="88233"/>
                </a:lnTo>
                <a:lnTo>
                  <a:pt x="365875" y="89375"/>
                </a:lnTo>
                <a:lnTo>
                  <a:pt x="365416" y="90471"/>
                </a:lnTo>
                <a:lnTo>
                  <a:pt x="364928" y="91519"/>
                </a:lnTo>
                <a:lnTo>
                  <a:pt x="364411" y="92519"/>
                </a:lnTo>
                <a:lnTo>
                  <a:pt x="363866" y="93473"/>
                </a:lnTo>
                <a:lnTo>
                  <a:pt x="363292" y="94379"/>
                </a:lnTo>
                <a:lnTo>
                  <a:pt x="362689" y="95237"/>
                </a:lnTo>
                <a:lnTo>
                  <a:pt x="362057" y="96048"/>
                </a:lnTo>
                <a:lnTo>
                  <a:pt x="361397" y="96812"/>
                </a:lnTo>
                <a:lnTo>
                  <a:pt x="360708" y="97528"/>
                </a:lnTo>
                <a:lnTo>
                  <a:pt x="359990" y="98197"/>
                </a:lnTo>
                <a:lnTo>
                  <a:pt x="359244" y="98819"/>
                </a:lnTo>
                <a:lnTo>
                  <a:pt x="358481" y="99391"/>
                </a:lnTo>
                <a:lnTo>
                  <a:pt x="357714" y="99914"/>
                </a:lnTo>
                <a:lnTo>
                  <a:pt x="356943" y="100387"/>
                </a:lnTo>
                <a:lnTo>
                  <a:pt x="356169" y="100811"/>
                </a:lnTo>
                <a:lnTo>
                  <a:pt x="355390" y="101184"/>
                </a:lnTo>
                <a:lnTo>
                  <a:pt x="354607" y="101508"/>
                </a:lnTo>
                <a:lnTo>
                  <a:pt x="353821" y="101782"/>
                </a:lnTo>
                <a:lnTo>
                  <a:pt x="353030" y="102006"/>
                </a:lnTo>
                <a:lnTo>
                  <a:pt x="352236" y="102180"/>
                </a:lnTo>
                <a:lnTo>
                  <a:pt x="351437" y="102304"/>
                </a:lnTo>
                <a:lnTo>
                  <a:pt x="350635" y="102379"/>
                </a:lnTo>
                <a:lnTo>
                  <a:pt x="349828" y="102404"/>
                </a:lnTo>
                <a:lnTo>
                  <a:pt x="349282" y="102391"/>
                </a:lnTo>
                <a:lnTo>
                  <a:pt x="348739" y="102353"/>
                </a:lnTo>
                <a:lnTo>
                  <a:pt x="348197" y="102290"/>
                </a:lnTo>
                <a:lnTo>
                  <a:pt x="347657" y="102202"/>
                </a:lnTo>
                <a:lnTo>
                  <a:pt x="347119" y="102088"/>
                </a:lnTo>
                <a:lnTo>
                  <a:pt x="346583" y="101949"/>
                </a:lnTo>
                <a:lnTo>
                  <a:pt x="346049" y="101785"/>
                </a:lnTo>
                <a:lnTo>
                  <a:pt x="345517" y="101596"/>
                </a:lnTo>
                <a:lnTo>
                  <a:pt x="344987" y="101381"/>
                </a:lnTo>
                <a:lnTo>
                  <a:pt x="344459" y="101141"/>
                </a:lnTo>
                <a:lnTo>
                  <a:pt x="343933" y="100876"/>
                </a:lnTo>
                <a:lnTo>
                  <a:pt x="343409" y="100586"/>
                </a:lnTo>
                <a:lnTo>
                  <a:pt x="342897" y="100272"/>
                </a:lnTo>
                <a:lnTo>
                  <a:pt x="342408" y="99936"/>
                </a:lnTo>
                <a:lnTo>
                  <a:pt x="341942" y="99579"/>
                </a:lnTo>
                <a:lnTo>
                  <a:pt x="341499" y="99200"/>
                </a:lnTo>
                <a:lnTo>
                  <a:pt x="341078" y="98799"/>
                </a:lnTo>
                <a:lnTo>
                  <a:pt x="340680" y="98376"/>
                </a:lnTo>
                <a:lnTo>
                  <a:pt x="340305" y="97932"/>
                </a:lnTo>
                <a:lnTo>
                  <a:pt x="339953" y="97465"/>
                </a:lnTo>
                <a:lnTo>
                  <a:pt x="339624" y="96977"/>
                </a:lnTo>
                <a:lnTo>
                  <a:pt x="339317" y="96468"/>
                </a:lnTo>
                <a:lnTo>
                  <a:pt x="339033" y="95936"/>
                </a:lnTo>
                <a:lnTo>
                  <a:pt x="338772" y="95383"/>
                </a:lnTo>
                <a:lnTo>
                  <a:pt x="338533" y="94793"/>
                </a:lnTo>
                <a:lnTo>
                  <a:pt x="338315" y="94152"/>
                </a:lnTo>
                <a:lnTo>
                  <a:pt x="338117" y="93460"/>
                </a:lnTo>
                <a:lnTo>
                  <a:pt x="337940" y="92717"/>
                </a:lnTo>
                <a:lnTo>
                  <a:pt x="337784" y="91923"/>
                </a:lnTo>
                <a:lnTo>
                  <a:pt x="337649" y="91078"/>
                </a:lnTo>
                <a:lnTo>
                  <a:pt x="337534" y="90182"/>
                </a:lnTo>
                <a:lnTo>
                  <a:pt x="337441" y="89235"/>
                </a:lnTo>
                <a:lnTo>
                  <a:pt x="337368" y="88237"/>
                </a:lnTo>
                <a:lnTo>
                  <a:pt x="337316" y="87188"/>
                </a:lnTo>
                <a:lnTo>
                  <a:pt x="337285" y="86088"/>
                </a:lnTo>
                <a:lnTo>
                  <a:pt x="337274" y="84937"/>
                </a:lnTo>
                <a:lnTo>
                  <a:pt x="337274" y="41019"/>
                </a:lnTo>
                <a:lnTo>
                  <a:pt x="326932" y="41019"/>
                </a:lnTo>
                <a:lnTo>
                  <a:pt x="326932" y="38669"/>
                </a:lnTo>
                <a:lnTo>
                  <a:pt x="327587" y="38392"/>
                </a:lnTo>
                <a:lnTo>
                  <a:pt x="328244" y="38084"/>
                </a:lnTo>
                <a:lnTo>
                  <a:pt x="328904" y="37747"/>
                </a:lnTo>
                <a:lnTo>
                  <a:pt x="329567" y="37379"/>
                </a:lnTo>
                <a:lnTo>
                  <a:pt x="330232" y="36981"/>
                </a:lnTo>
                <a:lnTo>
                  <a:pt x="330899" y="36553"/>
                </a:lnTo>
                <a:lnTo>
                  <a:pt x="331569" y="36094"/>
                </a:lnTo>
                <a:lnTo>
                  <a:pt x="332242" y="35605"/>
                </a:lnTo>
                <a:lnTo>
                  <a:pt x="332917" y="35086"/>
                </a:lnTo>
                <a:lnTo>
                  <a:pt x="333594" y="34537"/>
                </a:lnTo>
                <a:lnTo>
                  <a:pt x="334274" y="33957"/>
                </a:lnTo>
                <a:lnTo>
                  <a:pt x="334956" y="33348"/>
                </a:lnTo>
                <a:lnTo>
                  <a:pt x="335634" y="32713"/>
                </a:lnTo>
                <a:lnTo>
                  <a:pt x="336299" y="32059"/>
                </a:lnTo>
                <a:lnTo>
                  <a:pt x="336951" y="31386"/>
                </a:lnTo>
                <a:lnTo>
                  <a:pt x="337591" y="30693"/>
                </a:lnTo>
                <a:lnTo>
                  <a:pt x="338219" y="29981"/>
                </a:lnTo>
                <a:lnTo>
                  <a:pt x="338835" y="29250"/>
                </a:lnTo>
                <a:lnTo>
                  <a:pt x="339438" y="28499"/>
                </a:lnTo>
                <a:lnTo>
                  <a:pt x="340028" y="27729"/>
                </a:lnTo>
                <a:lnTo>
                  <a:pt x="340607" y="26939"/>
                </a:lnTo>
                <a:lnTo>
                  <a:pt x="341173" y="26131"/>
                </a:lnTo>
                <a:lnTo>
                  <a:pt x="341726" y="25302"/>
                </a:lnTo>
                <a:lnTo>
                  <a:pt x="342267" y="24455"/>
                </a:lnTo>
                <a:lnTo>
                  <a:pt x="342550" y="23972"/>
                </a:lnTo>
                <a:lnTo>
                  <a:pt x="342850" y="23426"/>
                </a:lnTo>
                <a:lnTo>
                  <a:pt x="343168" y="22817"/>
                </a:lnTo>
                <a:lnTo>
                  <a:pt x="343504" y="22146"/>
                </a:lnTo>
                <a:lnTo>
                  <a:pt x="343857" y="21413"/>
                </a:lnTo>
                <a:lnTo>
                  <a:pt x="344229" y="20617"/>
                </a:lnTo>
                <a:lnTo>
                  <a:pt x="344618" y="19758"/>
                </a:lnTo>
                <a:lnTo>
                  <a:pt x="345026" y="18837"/>
                </a:lnTo>
                <a:lnTo>
                  <a:pt x="345451" y="17853"/>
                </a:lnTo>
                <a:lnTo>
                  <a:pt x="345893" y="16807"/>
                </a:lnTo>
                <a:lnTo>
                  <a:pt x="346354" y="15699"/>
                </a:lnTo>
                <a:lnTo>
                  <a:pt x="346833" y="14527"/>
                </a:lnTo>
                <a:lnTo>
                  <a:pt x="349044" y="14527"/>
                </a:lnTo>
                <a:close/>
                <a:moveTo>
                  <a:pt x="402199" y="34182"/>
                </a:moveTo>
                <a:lnTo>
                  <a:pt x="404631" y="34260"/>
                </a:lnTo>
                <a:lnTo>
                  <a:pt x="406982" y="34494"/>
                </a:lnTo>
                <a:lnTo>
                  <a:pt x="409251" y="34885"/>
                </a:lnTo>
                <a:lnTo>
                  <a:pt x="411440" y="35431"/>
                </a:lnTo>
                <a:lnTo>
                  <a:pt x="413547" y="36134"/>
                </a:lnTo>
                <a:lnTo>
                  <a:pt x="415573" y="36992"/>
                </a:lnTo>
                <a:lnTo>
                  <a:pt x="417518" y="38007"/>
                </a:lnTo>
                <a:lnTo>
                  <a:pt x="419381" y="39178"/>
                </a:lnTo>
                <a:lnTo>
                  <a:pt x="421163" y="40505"/>
                </a:lnTo>
                <a:lnTo>
                  <a:pt x="422864" y="41988"/>
                </a:lnTo>
                <a:lnTo>
                  <a:pt x="424484" y="43627"/>
                </a:lnTo>
                <a:lnTo>
                  <a:pt x="426023" y="45423"/>
                </a:lnTo>
                <a:lnTo>
                  <a:pt x="427242" y="47043"/>
                </a:lnTo>
                <a:lnTo>
                  <a:pt x="428355" y="48703"/>
                </a:lnTo>
                <a:lnTo>
                  <a:pt x="429362" y="50402"/>
                </a:lnTo>
                <a:lnTo>
                  <a:pt x="430263" y="52141"/>
                </a:lnTo>
                <a:lnTo>
                  <a:pt x="431058" y="53919"/>
                </a:lnTo>
                <a:lnTo>
                  <a:pt x="431747" y="55737"/>
                </a:lnTo>
                <a:lnTo>
                  <a:pt x="432330" y="57595"/>
                </a:lnTo>
                <a:lnTo>
                  <a:pt x="432807" y="59492"/>
                </a:lnTo>
                <a:lnTo>
                  <a:pt x="433178" y="61429"/>
                </a:lnTo>
                <a:lnTo>
                  <a:pt x="433443" y="63405"/>
                </a:lnTo>
                <a:lnTo>
                  <a:pt x="433602" y="65421"/>
                </a:lnTo>
                <a:lnTo>
                  <a:pt x="433655" y="67476"/>
                </a:lnTo>
                <a:lnTo>
                  <a:pt x="433626" y="68936"/>
                </a:lnTo>
                <a:lnTo>
                  <a:pt x="433538" y="70399"/>
                </a:lnTo>
                <a:lnTo>
                  <a:pt x="433392" y="71865"/>
                </a:lnTo>
                <a:lnTo>
                  <a:pt x="433187" y="73334"/>
                </a:lnTo>
                <a:lnTo>
                  <a:pt x="432924" y="74805"/>
                </a:lnTo>
                <a:lnTo>
                  <a:pt x="432603" y="76280"/>
                </a:lnTo>
                <a:lnTo>
                  <a:pt x="432223" y="77758"/>
                </a:lnTo>
                <a:lnTo>
                  <a:pt x="431784" y="79238"/>
                </a:lnTo>
                <a:lnTo>
                  <a:pt x="431288" y="80722"/>
                </a:lnTo>
                <a:lnTo>
                  <a:pt x="430732" y="82208"/>
                </a:lnTo>
                <a:lnTo>
                  <a:pt x="430119" y="83698"/>
                </a:lnTo>
                <a:lnTo>
                  <a:pt x="429446" y="85191"/>
                </a:lnTo>
                <a:lnTo>
                  <a:pt x="428723" y="86654"/>
                </a:lnTo>
                <a:lnTo>
                  <a:pt x="427955" y="88055"/>
                </a:lnTo>
                <a:lnTo>
                  <a:pt x="427144" y="89396"/>
                </a:lnTo>
                <a:lnTo>
                  <a:pt x="426288" y="90675"/>
                </a:lnTo>
                <a:lnTo>
                  <a:pt x="425388" y="91893"/>
                </a:lnTo>
                <a:lnTo>
                  <a:pt x="424444" y="93050"/>
                </a:lnTo>
                <a:lnTo>
                  <a:pt x="423456" y="94146"/>
                </a:lnTo>
                <a:lnTo>
                  <a:pt x="422424" y="95180"/>
                </a:lnTo>
                <a:lnTo>
                  <a:pt x="421348" y="96153"/>
                </a:lnTo>
                <a:lnTo>
                  <a:pt x="420228" y="97065"/>
                </a:lnTo>
                <a:lnTo>
                  <a:pt x="419064" y="97916"/>
                </a:lnTo>
                <a:lnTo>
                  <a:pt x="417855" y="98705"/>
                </a:lnTo>
                <a:lnTo>
                  <a:pt x="416613" y="99433"/>
                </a:lnTo>
                <a:lnTo>
                  <a:pt x="415348" y="100097"/>
                </a:lnTo>
                <a:lnTo>
                  <a:pt x="414059" y="100697"/>
                </a:lnTo>
                <a:lnTo>
                  <a:pt x="412747" y="101235"/>
                </a:lnTo>
                <a:lnTo>
                  <a:pt x="411412" y="101709"/>
                </a:lnTo>
                <a:lnTo>
                  <a:pt x="410054" y="102120"/>
                </a:lnTo>
                <a:lnTo>
                  <a:pt x="408672" y="102468"/>
                </a:lnTo>
                <a:lnTo>
                  <a:pt x="407267" y="102753"/>
                </a:lnTo>
                <a:lnTo>
                  <a:pt x="405839" y="102974"/>
                </a:lnTo>
                <a:lnTo>
                  <a:pt x="404387" y="103132"/>
                </a:lnTo>
                <a:lnTo>
                  <a:pt x="402912" y="103227"/>
                </a:lnTo>
                <a:lnTo>
                  <a:pt x="401414" y="103259"/>
                </a:lnTo>
                <a:lnTo>
                  <a:pt x="398995" y="103177"/>
                </a:lnTo>
                <a:lnTo>
                  <a:pt x="396661" y="102932"/>
                </a:lnTo>
                <a:lnTo>
                  <a:pt x="394410" y="102525"/>
                </a:lnTo>
                <a:lnTo>
                  <a:pt x="392244" y="101954"/>
                </a:lnTo>
                <a:lnTo>
                  <a:pt x="390162" y="101221"/>
                </a:lnTo>
                <a:lnTo>
                  <a:pt x="388164" y="100324"/>
                </a:lnTo>
                <a:lnTo>
                  <a:pt x="386251" y="99264"/>
                </a:lnTo>
                <a:lnTo>
                  <a:pt x="384422" y="98041"/>
                </a:lnTo>
                <a:lnTo>
                  <a:pt x="382677" y="96655"/>
                </a:lnTo>
                <a:lnTo>
                  <a:pt x="381016" y="95106"/>
                </a:lnTo>
                <a:lnTo>
                  <a:pt x="379439" y="93395"/>
                </a:lnTo>
                <a:lnTo>
                  <a:pt x="377946" y="91520"/>
                </a:lnTo>
                <a:lnTo>
                  <a:pt x="376773" y="89855"/>
                </a:lnTo>
                <a:lnTo>
                  <a:pt x="375702" y="88157"/>
                </a:lnTo>
                <a:lnTo>
                  <a:pt x="374732" y="86425"/>
                </a:lnTo>
                <a:lnTo>
                  <a:pt x="373865" y="84659"/>
                </a:lnTo>
                <a:lnTo>
                  <a:pt x="373100" y="82860"/>
                </a:lnTo>
                <a:lnTo>
                  <a:pt x="372436" y="81027"/>
                </a:lnTo>
                <a:lnTo>
                  <a:pt x="371875" y="79161"/>
                </a:lnTo>
                <a:lnTo>
                  <a:pt x="371416" y="77261"/>
                </a:lnTo>
                <a:lnTo>
                  <a:pt x="371059" y="75328"/>
                </a:lnTo>
                <a:lnTo>
                  <a:pt x="370804" y="73361"/>
                </a:lnTo>
                <a:lnTo>
                  <a:pt x="370651" y="71360"/>
                </a:lnTo>
                <a:lnTo>
                  <a:pt x="370600" y="69326"/>
                </a:lnTo>
                <a:lnTo>
                  <a:pt x="370631" y="67832"/>
                </a:lnTo>
                <a:lnTo>
                  <a:pt x="370723" y="66341"/>
                </a:lnTo>
                <a:lnTo>
                  <a:pt x="370878" y="64850"/>
                </a:lnTo>
                <a:lnTo>
                  <a:pt x="371095" y="63362"/>
                </a:lnTo>
                <a:lnTo>
                  <a:pt x="371374" y="61874"/>
                </a:lnTo>
                <a:lnTo>
                  <a:pt x="371714" y="60388"/>
                </a:lnTo>
                <a:lnTo>
                  <a:pt x="372117" y="58904"/>
                </a:lnTo>
                <a:lnTo>
                  <a:pt x="372581" y="57421"/>
                </a:lnTo>
                <a:lnTo>
                  <a:pt x="373107" y="55940"/>
                </a:lnTo>
                <a:lnTo>
                  <a:pt x="373695" y="54460"/>
                </a:lnTo>
                <a:lnTo>
                  <a:pt x="374346" y="52982"/>
                </a:lnTo>
                <a:lnTo>
                  <a:pt x="375058" y="51505"/>
                </a:lnTo>
                <a:lnTo>
                  <a:pt x="375820" y="50061"/>
                </a:lnTo>
                <a:lnTo>
                  <a:pt x="376622" y="48681"/>
                </a:lnTo>
                <a:lnTo>
                  <a:pt x="377463" y="47365"/>
                </a:lnTo>
                <a:lnTo>
                  <a:pt x="378343" y="46114"/>
                </a:lnTo>
                <a:lnTo>
                  <a:pt x="379262" y="44927"/>
                </a:lnTo>
                <a:lnTo>
                  <a:pt x="380220" y="43804"/>
                </a:lnTo>
                <a:lnTo>
                  <a:pt x="381217" y="42745"/>
                </a:lnTo>
                <a:lnTo>
                  <a:pt x="382254" y="41750"/>
                </a:lnTo>
                <a:lnTo>
                  <a:pt x="383330" y="40820"/>
                </a:lnTo>
                <a:lnTo>
                  <a:pt x="384444" y="39954"/>
                </a:lnTo>
                <a:lnTo>
                  <a:pt x="385598" y="39152"/>
                </a:lnTo>
                <a:lnTo>
                  <a:pt x="386791" y="38415"/>
                </a:lnTo>
                <a:lnTo>
                  <a:pt x="388010" y="37739"/>
                </a:lnTo>
                <a:lnTo>
                  <a:pt x="389240" y="37122"/>
                </a:lnTo>
                <a:lnTo>
                  <a:pt x="390483" y="36563"/>
                </a:lnTo>
                <a:lnTo>
                  <a:pt x="391737" y="36063"/>
                </a:lnTo>
                <a:lnTo>
                  <a:pt x="393003" y="35622"/>
                </a:lnTo>
                <a:lnTo>
                  <a:pt x="394281" y="35240"/>
                </a:lnTo>
                <a:lnTo>
                  <a:pt x="395571" y="34917"/>
                </a:lnTo>
                <a:lnTo>
                  <a:pt x="396873" y="34652"/>
                </a:lnTo>
                <a:lnTo>
                  <a:pt x="398186" y="34447"/>
                </a:lnTo>
                <a:lnTo>
                  <a:pt x="399512" y="34300"/>
                </a:lnTo>
                <a:lnTo>
                  <a:pt x="400849" y="34212"/>
                </a:lnTo>
                <a:lnTo>
                  <a:pt x="402199" y="34182"/>
                </a:lnTo>
                <a:moveTo>
                  <a:pt x="399987" y="38882"/>
                </a:moveTo>
                <a:lnTo>
                  <a:pt x="399357" y="38898"/>
                </a:lnTo>
                <a:lnTo>
                  <a:pt x="398726" y="38944"/>
                </a:lnTo>
                <a:lnTo>
                  <a:pt x="398095" y="39022"/>
                </a:lnTo>
                <a:lnTo>
                  <a:pt x="397463" y="39131"/>
                </a:lnTo>
                <a:lnTo>
                  <a:pt x="396831" y="39271"/>
                </a:lnTo>
                <a:lnTo>
                  <a:pt x="396198" y="39442"/>
                </a:lnTo>
                <a:lnTo>
                  <a:pt x="395565" y="39645"/>
                </a:lnTo>
                <a:lnTo>
                  <a:pt x="394931" y="39878"/>
                </a:lnTo>
                <a:lnTo>
                  <a:pt x="394297" y="40143"/>
                </a:lnTo>
                <a:lnTo>
                  <a:pt x="393662" y="40438"/>
                </a:lnTo>
                <a:lnTo>
                  <a:pt x="393026" y="40765"/>
                </a:lnTo>
                <a:lnTo>
                  <a:pt x="392391" y="41123"/>
                </a:lnTo>
                <a:lnTo>
                  <a:pt x="391765" y="41520"/>
                </a:lnTo>
                <a:lnTo>
                  <a:pt x="391159" y="41964"/>
                </a:lnTo>
                <a:lnTo>
                  <a:pt x="390574" y="42455"/>
                </a:lnTo>
                <a:lnTo>
                  <a:pt x="390009" y="42992"/>
                </a:lnTo>
                <a:lnTo>
                  <a:pt x="389464" y="43577"/>
                </a:lnTo>
                <a:lnTo>
                  <a:pt x="388940" y="44209"/>
                </a:lnTo>
                <a:lnTo>
                  <a:pt x="388436" y="44887"/>
                </a:lnTo>
                <a:lnTo>
                  <a:pt x="387952" y="45613"/>
                </a:lnTo>
                <a:lnTo>
                  <a:pt x="387489" y="46385"/>
                </a:lnTo>
                <a:lnTo>
                  <a:pt x="387046" y="47204"/>
                </a:lnTo>
                <a:lnTo>
                  <a:pt x="386623" y="48070"/>
                </a:lnTo>
                <a:lnTo>
                  <a:pt x="386221" y="48983"/>
                </a:lnTo>
                <a:lnTo>
                  <a:pt x="385845" y="49942"/>
                </a:lnTo>
                <a:lnTo>
                  <a:pt x="385501" y="50945"/>
                </a:lnTo>
                <a:lnTo>
                  <a:pt x="385191" y="51993"/>
                </a:lnTo>
                <a:lnTo>
                  <a:pt x="384913" y="53085"/>
                </a:lnTo>
                <a:lnTo>
                  <a:pt x="384668" y="54221"/>
                </a:lnTo>
                <a:lnTo>
                  <a:pt x="384455" y="55402"/>
                </a:lnTo>
                <a:lnTo>
                  <a:pt x="384275" y="56628"/>
                </a:lnTo>
                <a:lnTo>
                  <a:pt x="384128" y="57898"/>
                </a:lnTo>
                <a:lnTo>
                  <a:pt x="384014" y="59212"/>
                </a:lnTo>
                <a:lnTo>
                  <a:pt x="383932" y="60571"/>
                </a:lnTo>
                <a:lnTo>
                  <a:pt x="383883" y="61974"/>
                </a:lnTo>
                <a:lnTo>
                  <a:pt x="383867" y="63422"/>
                </a:lnTo>
                <a:lnTo>
                  <a:pt x="383906" y="65765"/>
                </a:lnTo>
                <a:lnTo>
                  <a:pt x="384024" y="68055"/>
                </a:lnTo>
                <a:lnTo>
                  <a:pt x="384221" y="70290"/>
                </a:lnTo>
                <a:lnTo>
                  <a:pt x="384497" y="72470"/>
                </a:lnTo>
                <a:lnTo>
                  <a:pt x="384851" y="74597"/>
                </a:lnTo>
                <a:lnTo>
                  <a:pt x="385285" y="76669"/>
                </a:lnTo>
                <a:lnTo>
                  <a:pt x="385796" y="78687"/>
                </a:lnTo>
                <a:lnTo>
                  <a:pt x="386387" y="80650"/>
                </a:lnTo>
                <a:lnTo>
                  <a:pt x="387057" y="82559"/>
                </a:lnTo>
                <a:lnTo>
                  <a:pt x="387805" y="84414"/>
                </a:lnTo>
                <a:lnTo>
                  <a:pt x="388632" y="86215"/>
                </a:lnTo>
                <a:lnTo>
                  <a:pt x="389538" y="87961"/>
                </a:lnTo>
                <a:lnTo>
                  <a:pt x="390508" y="89608"/>
                </a:lnTo>
                <a:lnTo>
                  <a:pt x="391528" y="91112"/>
                </a:lnTo>
                <a:lnTo>
                  <a:pt x="392598" y="92473"/>
                </a:lnTo>
                <a:lnTo>
                  <a:pt x="393718" y="93690"/>
                </a:lnTo>
                <a:lnTo>
                  <a:pt x="394888" y="94765"/>
                </a:lnTo>
                <a:lnTo>
                  <a:pt x="396109" y="95696"/>
                </a:lnTo>
                <a:lnTo>
                  <a:pt x="397379" y="96483"/>
                </a:lnTo>
                <a:lnTo>
                  <a:pt x="398699" y="97128"/>
                </a:lnTo>
                <a:lnTo>
                  <a:pt x="400070" y="97629"/>
                </a:lnTo>
                <a:lnTo>
                  <a:pt x="401490" y="97987"/>
                </a:lnTo>
                <a:lnTo>
                  <a:pt x="402961" y="98202"/>
                </a:lnTo>
                <a:lnTo>
                  <a:pt x="404481" y="98274"/>
                </a:lnTo>
                <a:lnTo>
                  <a:pt x="405617" y="98234"/>
                </a:lnTo>
                <a:lnTo>
                  <a:pt x="406720" y="98116"/>
                </a:lnTo>
                <a:lnTo>
                  <a:pt x="407789" y="97918"/>
                </a:lnTo>
                <a:lnTo>
                  <a:pt x="408824" y="97641"/>
                </a:lnTo>
                <a:lnTo>
                  <a:pt x="409826" y="97286"/>
                </a:lnTo>
                <a:lnTo>
                  <a:pt x="410794" y="96851"/>
                </a:lnTo>
                <a:lnTo>
                  <a:pt x="411728" y="96337"/>
                </a:lnTo>
                <a:lnTo>
                  <a:pt x="412629" y="95745"/>
                </a:lnTo>
                <a:lnTo>
                  <a:pt x="413495" y="95073"/>
                </a:lnTo>
                <a:lnTo>
                  <a:pt x="414329" y="94322"/>
                </a:lnTo>
                <a:lnTo>
                  <a:pt x="415128" y="93492"/>
                </a:lnTo>
                <a:lnTo>
                  <a:pt x="415894" y="92583"/>
                </a:lnTo>
                <a:lnTo>
                  <a:pt x="416612" y="91578"/>
                </a:lnTo>
                <a:lnTo>
                  <a:pt x="417267" y="90459"/>
                </a:lnTo>
                <a:lnTo>
                  <a:pt x="417860" y="89227"/>
                </a:lnTo>
                <a:lnTo>
                  <a:pt x="418390" y="87881"/>
                </a:lnTo>
                <a:lnTo>
                  <a:pt x="418858" y="86421"/>
                </a:lnTo>
                <a:lnTo>
                  <a:pt x="419264" y="84848"/>
                </a:lnTo>
                <a:lnTo>
                  <a:pt x="419607" y="83162"/>
                </a:lnTo>
                <a:lnTo>
                  <a:pt x="419888" y="81361"/>
                </a:lnTo>
                <a:lnTo>
                  <a:pt x="420107" y="79447"/>
                </a:lnTo>
                <a:lnTo>
                  <a:pt x="420263" y="77420"/>
                </a:lnTo>
                <a:lnTo>
                  <a:pt x="420356" y="75279"/>
                </a:lnTo>
                <a:lnTo>
                  <a:pt x="420388" y="73024"/>
                </a:lnTo>
                <a:lnTo>
                  <a:pt x="420336" y="70183"/>
                </a:lnTo>
                <a:lnTo>
                  <a:pt x="420180" y="67444"/>
                </a:lnTo>
                <a:lnTo>
                  <a:pt x="419919" y="64809"/>
                </a:lnTo>
                <a:lnTo>
                  <a:pt x="419555" y="62276"/>
                </a:lnTo>
                <a:lnTo>
                  <a:pt x="419087" y="59845"/>
                </a:lnTo>
                <a:lnTo>
                  <a:pt x="418515" y="57518"/>
                </a:lnTo>
                <a:lnTo>
                  <a:pt x="417839" y="55293"/>
                </a:lnTo>
                <a:lnTo>
                  <a:pt x="417059" y="53171"/>
                </a:lnTo>
                <a:lnTo>
                  <a:pt x="416175" y="51151"/>
                </a:lnTo>
                <a:lnTo>
                  <a:pt x="415186" y="49235"/>
                </a:lnTo>
                <a:lnTo>
                  <a:pt x="414094" y="47421"/>
                </a:lnTo>
                <a:lnTo>
                  <a:pt x="412898" y="45710"/>
                </a:lnTo>
                <a:lnTo>
                  <a:pt x="412035" y="44619"/>
                </a:lnTo>
                <a:lnTo>
                  <a:pt x="411133" y="43624"/>
                </a:lnTo>
                <a:lnTo>
                  <a:pt x="410192" y="42723"/>
                </a:lnTo>
                <a:lnTo>
                  <a:pt x="409213" y="41917"/>
                </a:lnTo>
                <a:lnTo>
                  <a:pt x="408195" y="41205"/>
                </a:lnTo>
                <a:lnTo>
                  <a:pt x="407138" y="40589"/>
                </a:lnTo>
                <a:lnTo>
                  <a:pt x="406043" y="40068"/>
                </a:lnTo>
                <a:lnTo>
                  <a:pt x="404909" y="39641"/>
                </a:lnTo>
                <a:lnTo>
                  <a:pt x="403737" y="39309"/>
                </a:lnTo>
                <a:lnTo>
                  <a:pt x="402525" y="39072"/>
                </a:lnTo>
                <a:lnTo>
                  <a:pt x="401276" y="38930"/>
                </a:lnTo>
                <a:lnTo>
                  <a:pt x="399987" y="38882"/>
                </a:lnTo>
                <a:close/>
                <a:moveTo>
                  <a:pt x="444640" y="63095"/>
                </a:moveTo>
                <a:lnTo>
                  <a:pt x="481517" y="63095"/>
                </a:lnTo>
                <a:lnTo>
                  <a:pt x="481517" y="73848"/>
                </a:lnTo>
                <a:lnTo>
                  <a:pt x="444640" y="73848"/>
                </a:lnTo>
                <a:lnTo>
                  <a:pt x="444640" y="63095"/>
                </a:lnTo>
                <a:close/>
                <a:moveTo>
                  <a:pt x="528694" y="91864"/>
                </a:moveTo>
                <a:lnTo>
                  <a:pt x="527070" y="93113"/>
                </a:lnTo>
                <a:lnTo>
                  <a:pt x="525550" y="94270"/>
                </a:lnTo>
                <a:lnTo>
                  <a:pt x="524134" y="95336"/>
                </a:lnTo>
                <a:lnTo>
                  <a:pt x="522822" y="96311"/>
                </a:lnTo>
                <a:lnTo>
                  <a:pt x="521613" y="97196"/>
                </a:lnTo>
                <a:lnTo>
                  <a:pt x="520509" y="97989"/>
                </a:lnTo>
                <a:lnTo>
                  <a:pt x="519509" y="98691"/>
                </a:lnTo>
                <a:lnTo>
                  <a:pt x="518613" y="99302"/>
                </a:lnTo>
                <a:lnTo>
                  <a:pt x="517821" y="99823"/>
                </a:lnTo>
                <a:lnTo>
                  <a:pt x="517133" y="100252"/>
                </a:lnTo>
                <a:lnTo>
                  <a:pt x="516549" y="100590"/>
                </a:lnTo>
                <a:lnTo>
                  <a:pt x="516069" y="100837"/>
                </a:lnTo>
                <a:lnTo>
                  <a:pt x="515424" y="101133"/>
                </a:lnTo>
                <a:lnTo>
                  <a:pt x="514771" y="101403"/>
                </a:lnTo>
                <a:lnTo>
                  <a:pt x="514112" y="101647"/>
                </a:lnTo>
                <a:lnTo>
                  <a:pt x="513446" y="101866"/>
                </a:lnTo>
                <a:lnTo>
                  <a:pt x="512773" y="102059"/>
                </a:lnTo>
                <a:lnTo>
                  <a:pt x="512092" y="102226"/>
                </a:lnTo>
                <a:lnTo>
                  <a:pt x="511405" y="102367"/>
                </a:lnTo>
                <a:lnTo>
                  <a:pt x="510711" y="102483"/>
                </a:lnTo>
                <a:lnTo>
                  <a:pt x="510011" y="102573"/>
                </a:lnTo>
                <a:lnTo>
                  <a:pt x="509303" y="102637"/>
                </a:lnTo>
                <a:lnTo>
                  <a:pt x="508588" y="102676"/>
                </a:lnTo>
                <a:lnTo>
                  <a:pt x="507866" y="102689"/>
                </a:lnTo>
                <a:lnTo>
                  <a:pt x="506753" y="102657"/>
                </a:lnTo>
                <a:lnTo>
                  <a:pt x="505674" y="102560"/>
                </a:lnTo>
                <a:lnTo>
                  <a:pt x="504627" y="102400"/>
                </a:lnTo>
                <a:lnTo>
                  <a:pt x="503614" y="102175"/>
                </a:lnTo>
                <a:lnTo>
                  <a:pt x="502634" y="101885"/>
                </a:lnTo>
                <a:lnTo>
                  <a:pt x="501687" y="101532"/>
                </a:lnTo>
                <a:lnTo>
                  <a:pt x="500774" y="101114"/>
                </a:lnTo>
                <a:lnTo>
                  <a:pt x="499893" y="100632"/>
                </a:lnTo>
                <a:lnTo>
                  <a:pt x="499046" y="100085"/>
                </a:lnTo>
                <a:lnTo>
                  <a:pt x="498232" y="99474"/>
                </a:lnTo>
                <a:lnTo>
                  <a:pt x="497451" y="98799"/>
                </a:lnTo>
                <a:lnTo>
                  <a:pt x="496703" y="98060"/>
                </a:lnTo>
                <a:lnTo>
                  <a:pt x="496002" y="97268"/>
                </a:lnTo>
                <a:lnTo>
                  <a:pt x="495363" y="96436"/>
                </a:lnTo>
                <a:lnTo>
                  <a:pt x="494784" y="95563"/>
                </a:lnTo>
                <a:lnTo>
                  <a:pt x="494266" y="94650"/>
                </a:lnTo>
                <a:lnTo>
                  <a:pt x="493809" y="93696"/>
                </a:lnTo>
                <a:lnTo>
                  <a:pt x="493413" y="92701"/>
                </a:lnTo>
                <a:lnTo>
                  <a:pt x="493078" y="91666"/>
                </a:lnTo>
                <a:lnTo>
                  <a:pt x="492804" y="90591"/>
                </a:lnTo>
                <a:lnTo>
                  <a:pt x="492590" y="89474"/>
                </a:lnTo>
                <a:lnTo>
                  <a:pt x="492438" y="88318"/>
                </a:lnTo>
                <a:lnTo>
                  <a:pt x="492347" y="87120"/>
                </a:lnTo>
                <a:lnTo>
                  <a:pt x="492316" y="85883"/>
                </a:lnTo>
                <a:lnTo>
                  <a:pt x="492331" y="85096"/>
                </a:lnTo>
                <a:lnTo>
                  <a:pt x="492376" y="84328"/>
                </a:lnTo>
                <a:lnTo>
                  <a:pt x="492450" y="83577"/>
                </a:lnTo>
                <a:lnTo>
                  <a:pt x="492554" y="82844"/>
                </a:lnTo>
                <a:lnTo>
                  <a:pt x="492688" y="82129"/>
                </a:lnTo>
                <a:lnTo>
                  <a:pt x="492851" y="81432"/>
                </a:lnTo>
                <a:lnTo>
                  <a:pt x="493044" y="80752"/>
                </a:lnTo>
                <a:lnTo>
                  <a:pt x="493267" y="80091"/>
                </a:lnTo>
                <a:lnTo>
                  <a:pt x="493520" y="79447"/>
                </a:lnTo>
                <a:lnTo>
                  <a:pt x="493802" y="78821"/>
                </a:lnTo>
                <a:lnTo>
                  <a:pt x="494114" y="78212"/>
                </a:lnTo>
                <a:lnTo>
                  <a:pt x="494456" y="77622"/>
                </a:lnTo>
                <a:lnTo>
                  <a:pt x="494974" y="76819"/>
                </a:lnTo>
                <a:lnTo>
                  <a:pt x="495551" y="76024"/>
                </a:lnTo>
                <a:lnTo>
                  <a:pt x="496188" y="75236"/>
                </a:lnTo>
                <a:lnTo>
                  <a:pt x="496885" y="74457"/>
                </a:lnTo>
                <a:lnTo>
                  <a:pt x="497643" y="73685"/>
                </a:lnTo>
                <a:lnTo>
                  <a:pt x="498460" y="72922"/>
                </a:lnTo>
                <a:lnTo>
                  <a:pt x="499337" y="72166"/>
                </a:lnTo>
                <a:lnTo>
                  <a:pt x="500274" y="71419"/>
                </a:lnTo>
                <a:lnTo>
                  <a:pt x="501270" y="70679"/>
                </a:lnTo>
                <a:lnTo>
                  <a:pt x="502327" y="69947"/>
                </a:lnTo>
                <a:lnTo>
                  <a:pt x="503444" y="69223"/>
                </a:lnTo>
                <a:lnTo>
                  <a:pt x="504621" y="68507"/>
                </a:lnTo>
                <a:lnTo>
                  <a:pt x="505894" y="67782"/>
                </a:lnTo>
                <a:lnTo>
                  <a:pt x="507300" y="67031"/>
                </a:lnTo>
                <a:lnTo>
                  <a:pt x="508840" y="66255"/>
                </a:lnTo>
                <a:lnTo>
                  <a:pt x="510513" y="65452"/>
                </a:lnTo>
                <a:lnTo>
                  <a:pt x="512320" y="64625"/>
                </a:lnTo>
                <a:lnTo>
                  <a:pt x="514259" y="63771"/>
                </a:lnTo>
                <a:lnTo>
                  <a:pt x="516332" y="62892"/>
                </a:lnTo>
                <a:lnTo>
                  <a:pt x="518538" y="61987"/>
                </a:lnTo>
                <a:lnTo>
                  <a:pt x="520877" y="61056"/>
                </a:lnTo>
                <a:lnTo>
                  <a:pt x="523350" y="60100"/>
                </a:lnTo>
                <a:lnTo>
                  <a:pt x="525955" y="59117"/>
                </a:lnTo>
                <a:lnTo>
                  <a:pt x="528694" y="58110"/>
                </a:lnTo>
                <a:lnTo>
                  <a:pt x="528694" y="55546"/>
                </a:lnTo>
                <a:lnTo>
                  <a:pt x="528673" y="53962"/>
                </a:lnTo>
                <a:lnTo>
                  <a:pt x="528608" y="52464"/>
                </a:lnTo>
                <a:lnTo>
                  <a:pt x="528500" y="51051"/>
                </a:lnTo>
                <a:lnTo>
                  <a:pt x="528350" y="49722"/>
                </a:lnTo>
                <a:lnTo>
                  <a:pt x="528156" y="48479"/>
                </a:lnTo>
                <a:lnTo>
                  <a:pt x="527919" y="47321"/>
                </a:lnTo>
                <a:lnTo>
                  <a:pt x="527639" y="46248"/>
                </a:lnTo>
                <a:lnTo>
                  <a:pt x="527315" y="45260"/>
                </a:lnTo>
                <a:lnTo>
                  <a:pt x="526949" y="44357"/>
                </a:lnTo>
                <a:lnTo>
                  <a:pt x="526540" y="43539"/>
                </a:lnTo>
                <a:lnTo>
                  <a:pt x="526087" y="42806"/>
                </a:lnTo>
                <a:lnTo>
                  <a:pt x="525592" y="42158"/>
                </a:lnTo>
                <a:lnTo>
                  <a:pt x="525055" y="41578"/>
                </a:lnTo>
                <a:lnTo>
                  <a:pt x="524479" y="41048"/>
                </a:lnTo>
                <a:lnTo>
                  <a:pt x="523864" y="40569"/>
                </a:lnTo>
                <a:lnTo>
                  <a:pt x="523210" y="40140"/>
                </a:lnTo>
                <a:lnTo>
                  <a:pt x="522517" y="39762"/>
                </a:lnTo>
                <a:lnTo>
                  <a:pt x="521784" y="39434"/>
                </a:lnTo>
                <a:lnTo>
                  <a:pt x="521013" y="39157"/>
                </a:lnTo>
                <a:lnTo>
                  <a:pt x="520202" y="38930"/>
                </a:lnTo>
                <a:lnTo>
                  <a:pt x="519352" y="38753"/>
                </a:lnTo>
                <a:lnTo>
                  <a:pt x="518464" y="38627"/>
                </a:lnTo>
                <a:lnTo>
                  <a:pt x="517536" y="38551"/>
                </a:lnTo>
                <a:lnTo>
                  <a:pt x="516568" y="38526"/>
                </a:lnTo>
                <a:lnTo>
                  <a:pt x="515832" y="38543"/>
                </a:lnTo>
                <a:lnTo>
                  <a:pt x="515122" y="38593"/>
                </a:lnTo>
                <a:lnTo>
                  <a:pt x="514437" y="38677"/>
                </a:lnTo>
                <a:lnTo>
                  <a:pt x="513779" y="38794"/>
                </a:lnTo>
                <a:lnTo>
                  <a:pt x="513146" y="38945"/>
                </a:lnTo>
                <a:lnTo>
                  <a:pt x="512538" y="39129"/>
                </a:lnTo>
                <a:lnTo>
                  <a:pt x="511957" y="39347"/>
                </a:lnTo>
                <a:lnTo>
                  <a:pt x="511401" y="39598"/>
                </a:lnTo>
                <a:lnTo>
                  <a:pt x="510871" y="39883"/>
                </a:lnTo>
                <a:lnTo>
                  <a:pt x="510367" y="40201"/>
                </a:lnTo>
                <a:lnTo>
                  <a:pt x="509888" y="40553"/>
                </a:lnTo>
                <a:lnTo>
                  <a:pt x="509435" y="40938"/>
                </a:lnTo>
                <a:lnTo>
                  <a:pt x="509002" y="41345"/>
                </a:lnTo>
                <a:lnTo>
                  <a:pt x="508607" y="41762"/>
                </a:lnTo>
                <a:lnTo>
                  <a:pt x="508250" y="42189"/>
                </a:lnTo>
                <a:lnTo>
                  <a:pt x="507930" y="42626"/>
                </a:lnTo>
                <a:lnTo>
                  <a:pt x="507647" y="43072"/>
                </a:lnTo>
                <a:lnTo>
                  <a:pt x="507403" y="43528"/>
                </a:lnTo>
                <a:lnTo>
                  <a:pt x="507195" y="43994"/>
                </a:lnTo>
                <a:lnTo>
                  <a:pt x="507026" y="44470"/>
                </a:lnTo>
                <a:lnTo>
                  <a:pt x="506894" y="44956"/>
                </a:lnTo>
                <a:lnTo>
                  <a:pt x="506800" y="45452"/>
                </a:lnTo>
                <a:lnTo>
                  <a:pt x="506744" y="45958"/>
                </a:lnTo>
                <a:lnTo>
                  <a:pt x="506725" y="46473"/>
                </a:lnTo>
                <a:lnTo>
                  <a:pt x="506868" y="50588"/>
                </a:lnTo>
                <a:lnTo>
                  <a:pt x="506856" y="51121"/>
                </a:lnTo>
                <a:lnTo>
                  <a:pt x="506821" y="51634"/>
                </a:lnTo>
                <a:lnTo>
                  <a:pt x="506763" y="52126"/>
                </a:lnTo>
                <a:lnTo>
                  <a:pt x="506681" y="52597"/>
                </a:lnTo>
                <a:lnTo>
                  <a:pt x="506577" y="53048"/>
                </a:lnTo>
                <a:lnTo>
                  <a:pt x="506448" y="53478"/>
                </a:lnTo>
                <a:lnTo>
                  <a:pt x="506297" y="53887"/>
                </a:lnTo>
                <a:lnTo>
                  <a:pt x="506123" y="54276"/>
                </a:lnTo>
                <a:lnTo>
                  <a:pt x="505925" y="54644"/>
                </a:lnTo>
                <a:lnTo>
                  <a:pt x="505703" y="54991"/>
                </a:lnTo>
                <a:lnTo>
                  <a:pt x="505459" y="55318"/>
                </a:lnTo>
                <a:lnTo>
                  <a:pt x="505191" y="55624"/>
                </a:lnTo>
                <a:lnTo>
                  <a:pt x="504905" y="55907"/>
                </a:lnTo>
                <a:lnTo>
                  <a:pt x="504604" y="56166"/>
                </a:lnTo>
                <a:lnTo>
                  <a:pt x="504289" y="56400"/>
                </a:lnTo>
                <a:lnTo>
                  <a:pt x="503959" y="56609"/>
                </a:lnTo>
                <a:lnTo>
                  <a:pt x="503615" y="56794"/>
                </a:lnTo>
                <a:lnTo>
                  <a:pt x="503256" y="56954"/>
                </a:lnTo>
                <a:lnTo>
                  <a:pt x="502884" y="57090"/>
                </a:lnTo>
                <a:lnTo>
                  <a:pt x="502497" y="57200"/>
                </a:lnTo>
                <a:lnTo>
                  <a:pt x="502095" y="57287"/>
                </a:lnTo>
                <a:lnTo>
                  <a:pt x="501679" y="57348"/>
                </a:lnTo>
                <a:lnTo>
                  <a:pt x="501249" y="57385"/>
                </a:lnTo>
                <a:lnTo>
                  <a:pt x="500805" y="57398"/>
                </a:lnTo>
                <a:lnTo>
                  <a:pt x="500371" y="57385"/>
                </a:lnTo>
                <a:lnTo>
                  <a:pt x="499952" y="57346"/>
                </a:lnTo>
                <a:lnTo>
                  <a:pt x="499545" y="57282"/>
                </a:lnTo>
                <a:lnTo>
                  <a:pt x="499152" y="57193"/>
                </a:lnTo>
                <a:lnTo>
                  <a:pt x="498772" y="57077"/>
                </a:lnTo>
                <a:lnTo>
                  <a:pt x="498406" y="56936"/>
                </a:lnTo>
                <a:lnTo>
                  <a:pt x="498053" y="56770"/>
                </a:lnTo>
                <a:lnTo>
                  <a:pt x="497714" y="56578"/>
                </a:lnTo>
                <a:lnTo>
                  <a:pt x="497387" y="56360"/>
                </a:lnTo>
                <a:lnTo>
                  <a:pt x="497075" y="56116"/>
                </a:lnTo>
                <a:lnTo>
                  <a:pt x="496775" y="55847"/>
                </a:lnTo>
                <a:lnTo>
                  <a:pt x="496489" y="55553"/>
                </a:lnTo>
                <a:lnTo>
                  <a:pt x="496221" y="55235"/>
                </a:lnTo>
                <a:lnTo>
                  <a:pt x="495977" y="54899"/>
                </a:lnTo>
                <a:lnTo>
                  <a:pt x="495756" y="54545"/>
                </a:lnTo>
                <a:lnTo>
                  <a:pt x="495558" y="54171"/>
                </a:lnTo>
                <a:lnTo>
                  <a:pt x="495383" y="53779"/>
                </a:lnTo>
                <a:lnTo>
                  <a:pt x="495232" y="53368"/>
                </a:lnTo>
                <a:lnTo>
                  <a:pt x="495104" y="52939"/>
                </a:lnTo>
                <a:lnTo>
                  <a:pt x="494999" y="52490"/>
                </a:lnTo>
                <a:lnTo>
                  <a:pt x="494918" y="52023"/>
                </a:lnTo>
                <a:lnTo>
                  <a:pt x="494859" y="51538"/>
                </a:lnTo>
                <a:lnTo>
                  <a:pt x="494825" y="51033"/>
                </a:lnTo>
                <a:lnTo>
                  <a:pt x="494813" y="50510"/>
                </a:lnTo>
                <a:lnTo>
                  <a:pt x="494856" y="49499"/>
                </a:lnTo>
                <a:lnTo>
                  <a:pt x="494987" y="48503"/>
                </a:lnTo>
                <a:lnTo>
                  <a:pt x="495205" y="47520"/>
                </a:lnTo>
                <a:lnTo>
                  <a:pt x="495510" y="46551"/>
                </a:lnTo>
                <a:lnTo>
                  <a:pt x="495903" y="45595"/>
                </a:lnTo>
                <a:lnTo>
                  <a:pt x="496382" y="44654"/>
                </a:lnTo>
                <a:lnTo>
                  <a:pt x="496949" y="43726"/>
                </a:lnTo>
                <a:lnTo>
                  <a:pt x="497603" y="42812"/>
                </a:lnTo>
                <a:lnTo>
                  <a:pt x="498344" y="41912"/>
                </a:lnTo>
                <a:lnTo>
                  <a:pt x="499172" y="41025"/>
                </a:lnTo>
                <a:lnTo>
                  <a:pt x="500087" y="40153"/>
                </a:lnTo>
                <a:lnTo>
                  <a:pt x="501090" y="39294"/>
                </a:lnTo>
                <a:lnTo>
                  <a:pt x="502171" y="38477"/>
                </a:lnTo>
                <a:lnTo>
                  <a:pt x="503323" y="37732"/>
                </a:lnTo>
                <a:lnTo>
                  <a:pt x="504545" y="37057"/>
                </a:lnTo>
                <a:lnTo>
                  <a:pt x="505837" y="36454"/>
                </a:lnTo>
                <a:lnTo>
                  <a:pt x="507200" y="35922"/>
                </a:lnTo>
                <a:lnTo>
                  <a:pt x="508633" y="35460"/>
                </a:lnTo>
                <a:lnTo>
                  <a:pt x="510136" y="35070"/>
                </a:lnTo>
                <a:lnTo>
                  <a:pt x="511710" y="34750"/>
                </a:lnTo>
                <a:lnTo>
                  <a:pt x="513354" y="34502"/>
                </a:lnTo>
                <a:lnTo>
                  <a:pt x="515068" y="34324"/>
                </a:lnTo>
                <a:lnTo>
                  <a:pt x="516853" y="34218"/>
                </a:lnTo>
                <a:lnTo>
                  <a:pt x="518708" y="34182"/>
                </a:lnTo>
                <a:lnTo>
                  <a:pt x="520137" y="34202"/>
                </a:lnTo>
                <a:lnTo>
                  <a:pt x="521522" y="34263"/>
                </a:lnTo>
                <a:lnTo>
                  <a:pt x="522863" y="34364"/>
                </a:lnTo>
                <a:lnTo>
                  <a:pt x="524161" y="34506"/>
                </a:lnTo>
                <a:lnTo>
                  <a:pt x="525415" y="34688"/>
                </a:lnTo>
                <a:lnTo>
                  <a:pt x="526626" y="34911"/>
                </a:lnTo>
                <a:lnTo>
                  <a:pt x="527793" y="35174"/>
                </a:lnTo>
                <a:lnTo>
                  <a:pt x="528916" y="35478"/>
                </a:lnTo>
                <a:lnTo>
                  <a:pt x="529996" y="35822"/>
                </a:lnTo>
                <a:lnTo>
                  <a:pt x="531032" y="36207"/>
                </a:lnTo>
                <a:lnTo>
                  <a:pt x="532025" y="36632"/>
                </a:lnTo>
                <a:lnTo>
                  <a:pt x="532974" y="37097"/>
                </a:lnTo>
                <a:lnTo>
                  <a:pt x="533660" y="37482"/>
                </a:lnTo>
                <a:lnTo>
                  <a:pt x="534316" y="37902"/>
                </a:lnTo>
                <a:lnTo>
                  <a:pt x="534940" y="38356"/>
                </a:lnTo>
                <a:lnTo>
                  <a:pt x="535534" y="38844"/>
                </a:lnTo>
                <a:lnTo>
                  <a:pt x="536097" y="39368"/>
                </a:lnTo>
                <a:lnTo>
                  <a:pt x="536630" y="39925"/>
                </a:lnTo>
                <a:lnTo>
                  <a:pt x="537132" y="40518"/>
                </a:lnTo>
                <a:lnTo>
                  <a:pt x="537603" y="41145"/>
                </a:lnTo>
                <a:lnTo>
                  <a:pt x="538043" y="41806"/>
                </a:lnTo>
                <a:lnTo>
                  <a:pt x="538453" y="42502"/>
                </a:lnTo>
                <a:lnTo>
                  <a:pt x="538832" y="43233"/>
                </a:lnTo>
                <a:lnTo>
                  <a:pt x="539180" y="43998"/>
                </a:lnTo>
                <a:lnTo>
                  <a:pt x="539385" y="44552"/>
                </a:lnTo>
                <a:lnTo>
                  <a:pt x="539572" y="45195"/>
                </a:lnTo>
                <a:lnTo>
                  <a:pt x="539742" y="45927"/>
                </a:lnTo>
                <a:lnTo>
                  <a:pt x="539893" y="46748"/>
                </a:lnTo>
                <a:lnTo>
                  <a:pt x="540027" y="47658"/>
                </a:lnTo>
                <a:lnTo>
                  <a:pt x="540143" y="48657"/>
                </a:lnTo>
                <a:lnTo>
                  <a:pt x="540241" y="49744"/>
                </a:lnTo>
                <a:lnTo>
                  <a:pt x="540321" y="50921"/>
                </a:lnTo>
                <a:lnTo>
                  <a:pt x="540384" y="52186"/>
                </a:lnTo>
                <a:lnTo>
                  <a:pt x="540428" y="53541"/>
                </a:lnTo>
                <a:lnTo>
                  <a:pt x="540455" y="54984"/>
                </a:lnTo>
                <a:lnTo>
                  <a:pt x="540464" y="56516"/>
                </a:lnTo>
                <a:lnTo>
                  <a:pt x="540464" y="78637"/>
                </a:lnTo>
                <a:lnTo>
                  <a:pt x="540466" y="80140"/>
                </a:lnTo>
                <a:lnTo>
                  <a:pt x="540474" y="81542"/>
                </a:lnTo>
                <a:lnTo>
                  <a:pt x="540486" y="82844"/>
                </a:lnTo>
                <a:lnTo>
                  <a:pt x="540503" y="84046"/>
                </a:lnTo>
                <a:lnTo>
                  <a:pt x="540526" y="85148"/>
                </a:lnTo>
                <a:lnTo>
                  <a:pt x="540553" y="86150"/>
                </a:lnTo>
                <a:lnTo>
                  <a:pt x="540585" y="87051"/>
                </a:lnTo>
                <a:lnTo>
                  <a:pt x="540622" y="87852"/>
                </a:lnTo>
                <a:lnTo>
                  <a:pt x="540664" y="88553"/>
                </a:lnTo>
                <a:lnTo>
                  <a:pt x="540711" y="89153"/>
                </a:lnTo>
                <a:lnTo>
                  <a:pt x="540763" y="89653"/>
                </a:lnTo>
                <a:lnTo>
                  <a:pt x="540820" y="90053"/>
                </a:lnTo>
                <a:lnTo>
                  <a:pt x="540883" y="90393"/>
                </a:lnTo>
                <a:lnTo>
                  <a:pt x="540952" y="90714"/>
                </a:lnTo>
                <a:lnTo>
                  <a:pt x="541028" y="91016"/>
                </a:lnTo>
                <a:lnTo>
                  <a:pt x="541110" y="91298"/>
                </a:lnTo>
                <a:lnTo>
                  <a:pt x="541198" y="91561"/>
                </a:lnTo>
                <a:lnTo>
                  <a:pt x="541293" y="91805"/>
                </a:lnTo>
                <a:lnTo>
                  <a:pt x="541394" y="92030"/>
                </a:lnTo>
                <a:lnTo>
                  <a:pt x="541502" y="92235"/>
                </a:lnTo>
                <a:lnTo>
                  <a:pt x="541616" y="92421"/>
                </a:lnTo>
                <a:lnTo>
                  <a:pt x="541737" y="92588"/>
                </a:lnTo>
                <a:lnTo>
                  <a:pt x="541864" y="92735"/>
                </a:lnTo>
                <a:lnTo>
                  <a:pt x="541997" y="92864"/>
                </a:lnTo>
                <a:lnTo>
                  <a:pt x="542136" y="92977"/>
                </a:lnTo>
                <a:lnTo>
                  <a:pt x="542278" y="93081"/>
                </a:lnTo>
                <a:lnTo>
                  <a:pt x="542423" y="93174"/>
                </a:lnTo>
                <a:lnTo>
                  <a:pt x="542572" y="93258"/>
                </a:lnTo>
                <a:lnTo>
                  <a:pt x="542724" y="93332"/>
                </a:lnTo>
                <a:lnTo>
                  <a:pt x="542880" y="93396"/>
                </a:lnTo>
                <a:lnTo>
                  <a:pt x="543039" y="93450"/>
                </a:lnTo>
                <a:lnTo>
                  <a:pt x="543202" y="93495"/>
                </a:lnTo>
                <a:lnTo>
                  <a:pt x="543368" y="93529"/>
                </a:lnTo>
                <a:lnTo>
                  <a:pt x="543538" y="93554"/>
                </a:lnTo>
                <a:lnTo>
                  <a:pt x="543711" y="93569"/>
                </a:lnTo>
                <a:lnTo>
                  <a:pt x="543888" y="93574"/>
                </a:lnTo>
                <a:lnTo>
                  <a:pt x="544076" y="93570"/>
                </a:lnTo>
                <a:lnTo>
                  <a:pt x="544260" y="93560"/>
                </a:lnTo>
                <a:lnTo>
                  <a:pt x="544440" y="93542"/>
                </a:lnTo>
                <a:lnTo>
                  <a:pt x="544617" y="93518"/>
                </a:lnTo>
                <a:lnTo>
                  <a:pt x="544789" y="93487"/>
                </a:lnTo>
                <a:lnTo>
                  <a:pt x="544958" y="93449"/>
                </a:lnTo>
                <a:lnTo>
                  <a:pt x="545122" y="93404"/>
                </a:lnTo>
                <a:lnTo>
                  <a:pt x="545282" y="93352"/>
                </a:lnTo>
                <a:lnTo>
                  <a:pt x="545439" y="93293"/>
                </a:lnTo>
                <a:lnTo>
                  <a:pt x="545592" y="93227"/>
                </a:lnTo>
                <a:lnTo>
                  <a:pt x="545740" y="93155"/>
                </a:lnTo>
                <a:lnTo>
                  <a:pt x="545885" y="93075"/>
                </a:lnTo>
                <a:lnTo>
                  <a:pt x="546154" y="92898"/>
                </a:lnTo>
                <a:lnTo>
                  <a:pt x="546461" y="92674"/>
                </a:lnTo>
                <a:lnTo>
                  <a:pt x="546808" y="92403"/>
                </a:lnTo>
                <a:lnTo>
                  <a:pt x="547193" y="92086"/>
                </a:lnTo>
                <a:lnTo>
                  <a:pt x="547616" y="91723"/>
                </a:lnTo>
                <a:lnTo>
                  <a:pt x="548078" y="91313"/>
                </a:lnTo>
                <a:lnTo>
                  <a:pt x="548579" y="90856"/>
                </a:lnTo>
                <a:lnTo>
                  <a:pt x="549118" y="90353"/>
                </a:lnTo>
                <a:lnTo>
                  <a:pt x="549696" y="89804"/>
                </a:lnTo>
                <a:lnTo>
                  <a:pt x="550313" y="89208"/>
                </a:lnTo>
                <a:lnTo>
                  <a:pt x="550969" y="88565"/>
                </a:lnTo>
                <a:lnTo>
                  <a:pt x="551663" y="87877"/>
                </a:lnTo>
                <a:lnTo>
                  <a:pt x="551663" y="91864"/>
                </a:lnTo>
                <a:lnTo>
                  <a:pt x="550336" y="93571"/>
                </a:lnTo>
                <a:lnTo>
                  <a:pt x="549019" y="95128"/>
                </a:lnTo>
                <a:lnTo>
                  <a:pt x="547713" y="96538"/>
                </a:lnTo>
                <a:lnTo>
                  <a:pt x="546416" y="97799"/>
                </a:lnTo>
                <a:lnTo>
                  <a:pt x="545129" y="98912"/>
                </a:lnTo>
                <a:lnTo>
                  <a:pt x="543852" y="99876"/>
                </a:lnTo>
                <a:lnTo>
                  <a:pt x="542585" y="100692"/>
                </a:lnTo>
                <a:lnTo>
                  <a:pt x="541328" y="101360"/>
                </a:lnTo>
                <a:lnTo>
                  <a:pt x="540080" y="101879"/>
                </a:lnTo>
                <a:lnTo>
                  <a:pt x="538843" y="102250"/>
                </a:lnTo>
                <a:lnTo>
                  <a:pt x="537616" y="102472"/>
                </a:lnTo>
                <a:lnTo>
                  <a:pt x="536398" y="102546"/>
                </a:lnTo>
                <a:lnTo>
                  <a:pt x="535825" y="102530"/>
                </a:lnTo>
                <a:lnTo>
                  <a:pt x="535273" y="102479"/>
                </a:lnTo>
                <a:lnTo>
                  <a:pt x="534740" y="102395"/>
                </a:lnTo>
                <a:lnTo>
                  <a:pt x="534226" y="102277"/>
                </a:lnTo>
                <a:lnTo>
                  <a:pt x="533733" y="102126"/>
                </a:lnTo>
                <a:lnTo>
                  <a:pt x="533259" y="101941"/>
                </a:lnTo>
                <a:lnTo>
                  <a:pt x="532806" y="101723"/>
                </a:lnTo>
                <a:lnTo>
                  <a:pt x="532372" y="101470"/>
                </a:lnTo>
                <a:lnTo>
                  <a:pt x="531958" y="101184"/>
                </a:lnTo>
                <a:lnTo>
                  <a:pt x="531563" y="100865"/>
                </a:lnTo>
                <a:lnTo>
                  <a:pt x="531189" y="100512"/>
                </a:lnTo>
                <a:lnTo>
                  <a:pt x="530834" y="100125"/>
                </a:lnTo>
                <a:lnTo>
                  <a:pt x="530503" y="99698"/>
                </a:lnTo>
                <a:lnTo>
                  <a:pt x="530200" y="99223"/>
                </a:lnTo>
                <a:lnTo>
                  <a:pt x="529925" y="98701"/>
                </a:lnTo>
                <a:lnTo>
                  <a:pt x="529677" y="98131"/>
                </a:lnTo>
                <a:lnTo>
                  <a:pt x="529457" y="97514"/>
                </a:lnTo>
                <a:lnTo>
                  <a:pt x="529265" y="96849"/>
                </a:lnTo>
                <a:lnTo>
                  <a:pt x="529101" y="96137"/>
                </a:lnTo>
                <a:lnTo>
                  <a:pt x="528964" y="95378"/>
                </a:lnTo>
                <a:lnTo>
                  <a:pt x="528855" y="94571"/>
                </a:lnTo>
                <a:lnTo>
                  <a:pt x="528774" y="93716"/>
                </a:lnTo>
                <a:lnTo>
                  <a:pt x="528720" y="92814"/>
                </a:lnTo>
                <a:lnTo>
                  <a:pt x="528694" y="91864"/>
                </a:lnTo>
                <a:moveTo>
                  <a:pt x="528694" y="87196"/>
                </a:moveTo>
                <a:lnTo>
                  <a:pt x="528694" y="62454"/>
                </a:lnTo>
                <a:lnTo>
                  <a:pt x="526952" y="63145"/>
                </a:lnTo>
                <a:lnTo>
                  <a:pt x="525316" y="63802"/>
                </a:lnTo>
                <a:lnTo>
                  <a:pt x="523786" y="64425"/>
                </a:lnTo>
                <a:lnTo>
                  <a:pt x="522362" y="65013"/>
                </a:lnTo>
                <a:lnTo>
                  <a:pt x="521044" y="65567"/>
                </a:lnTo>
                <a:lnTo>
                  <a:pt x="519832" y="66087"/>
                </a:lnTo>
                <a:lnTo>
                  <a:pt x="518726" y="66572"/>
                </a:lnTo>
                <a:lnTo>
                  <a:pt x="517725" y="67022"/>
                </a:lnTo>
                <a:lnTo>
                  <a:pt x="516831" y="67438"/>
                </a:lnTo>
                <a:lnTo>
                  <a:pt x="516043" y="67820"/>
                </a:lnTo>
                <a:lnTo>
                  <a:pt x="515361" y="68167"/>
                </a:lnTo>
                <a:lnTo>
                  <a:pt x="514785" y="68480"/>
                </a:lnTo>
                <a:lnTo>
                  <a:pt x="513868" y="69002"/>
                </a:lnTo>
                <a:lnTo>
                  <a:pt x="512996" y="69528"/>
                </a:lnTo>
                <a:lnTo>
                  <a:pt x="512168" y="70058"/>
                </a:lnTo>
                <a:lnTo>
                  <a:pt x="511385" y="70591"/>
                </a:lnTo>
                <a:lnTo>
                  <a:pt x="510647" y="71129"/>
                </a:lnTo>
                <a:lnTo>
                  <a:pt x="509953" y="71671"/>
                </a:lnTo>
                <a:lnTo>
                  <a:pt x="509303" y="72216"/>
                </a:lnTo>
                <a:lnTo>
                  <a:pt x="508698" y="72766"/>
                </a:lnTo>
                <a:lnTo>
                  <a:pt x="508138" y="73319"/>
                </a:lnTo>
                <a:lnTo>
                  <a:pt x="507622" y="73876"/>
                </a:lnTo>
                <a:lnTo>
                  <a:pt x="507151" y="74437"/>
                </a:lnTo>
                <a:lnTo>
                  <a:pt x="506725" y="75003"/>
                </a:lnTo>
                <a:lnTo>
                  <a:pt x="506338" y="75574"/>
                </a:lnTo>
                <a:lnTo>
                  <a:pt x="505984" y="76155"/>
                </a:lnTo>
                <a:lnTo>
                  <a:pt x="505664" y="76744"/>
                </a:lnTo>
                <a:lnTo>
                  <a:pt x="505378" y="77342"/>
                </a:lnTo>
                <a:lnTo>
                  <a:pt x="505125" y="77949"/>
                </a:lnTo>
                <a:lnTo>
                  <a:pt x="504906" y="78565"/>
                </a:lnTo>
                <a:lnTo>
                  <a:pt x="504721" y="79190"/>
                </a:lnTo>
                <a:lnTo>
                  <a:pt x="504569" y="79823"/>
                </a:lnTo>
                <a:lnTo>
                  <a:pt x="504451" y="80466"/>
                </a:lnTo>
                <a:lnTo>
                  <a:pt x="504367" y="81117"/>
                </a:lnTo>
                <a:lnTo>
                  <a:pt x="504317" y="81777"/>
                </a:lnTo>
                <a:lnTo>
                  <a:pt x="504300" y="82447"/>
                </a:lnTo>
                <a:lnTo>
                  <a:pt x="504321" y="83285"/>
                </a:lnTo>
                <a:lnTo>
                  <a:pt x="504385" y="84100"/>
                </a:lnTo>
                <a:lnTo>
                  <a:pt x="504491" y="84891"/>
                </a:lnTo>
                <a:lnTo>
                  <a:pt x="504640" y="85657"/>
                </a:lnTo>
                <a:lnTo>
                  <a:pt x="504832" y="86399"/>
                </a:lnTo>
                <a:lnTo>
                  <a:pt x="505066" y="87117"/>
                </a:lnTo>
                <a:lnTo>
                  <a:pt x="505343" y="87811"/>
                </a:lnTo>
                <a:lnTo>
                  <a:pt x="505663" y="88481"/>
                </a:lnTo>
                <a:lnTo>
                  <a:pt x="506025" y="89127"/>
                </a:lnTo>
                <a:lnTo>
                  <a:pt x="506430" y="89748"/>
                </a:lnTo>
                <a:lnTo>
                  <a:pt x="506877" y="90345"/>
                </a:lnTo>
                <a:lnTo>
                  <a:pt x="507367" y="90919"/>
                </a:lnTo>
                <a:lnTo>
                  <a:pt x="507884" y="91456"/>
                </a:lnTo>
                <a:lnTo>
                  <a:pt x="508415" y="91948"/>
                </a:lnTo>
                <a:lnTo>
                  <a:pt x="508958" y="92392"/>
                </a:lnTo>
                <a:lnTo>
                  <a:pt x="509515" y="92789"/>
                </a:lnTo>
                <a:lnTo>
                  <a:pt x="510084" y="93140"/>
                </a:lnTo>
                <a:lnTo>
                  <a:pt x="510666" y="93444"/>
                </a:lnTo>
                <a:lnTo>
                  <a:pt x="511261" y="93701"/>
                </a:lnTo>
                <a:lnTo>
                  <a:pt x="511869" y="93912"/>
                </a:lnTo>
                <a:lnTo>
                  <a:pt x="512489" y="94075"/>
                </a:lnTo>
                <a:lnTo>
                  <a:pt x="513123" y="94192"/>
                </a:lnTo>
                <a:lnTo>
                  <a:pt x="513769" y="94262"/>
                </a:lnTo>
                <a:lnTo>
                  <a:pt x="514428" y="94286"/>
                </a:lnTo>
                <a:lnTo>
                  <a:pt x="515356" y="94236"/>
                </a:lnTo>
                <a:lnTo>
                  <a:pt x="516331" y="94089"/>
                </a:lnTo>
                <a:lnTo>
                  <a:pt x="517353" y="93843"/>
                </a:lnTo>
                <a:lnTo>
                  <a:pt x="518423" y="93498"/>
                </a:lnTo>
                <a:lnTo>
                  <a:pt x="519540" y="93055"/>
                </a:lnTo>
                <a:lnTo>
                  <a:pt x="520705" y="92513"/>
                </a:lnTo>
                <a:lnTo>
                  <a:pt x="521918" y="91873"/>
                </a:lnTo>
                <a:lnTo>
                  <a:pt x="523178" y="91135"/>
                </a:lnTo>
                <a:lnTo>
                  <a:pt x="524486" y="90298"/>
                </a:lnTo>
                <a:lnTo>
                  <a:pt x="525841" y="89362"/>
                </a:lnTo>
                <a:lnTo>
                  <a:pt x="527244" y="88328"/>
                </a:lnTo>
                <a:lnTo>
                  <a:pt x="528694" y="87196"/>
                </a:lnTo>
                <a:close/>
                <a:moveTo>
                  <a:pt x="575608" y="34182"/>
                </a:moveTo>
                <a:lnTo>
                  <a:pt x="575608" y="48852"/>
                </a:lnTo>
                <a:lnTo>
                  <a:pt x="576978" y="46509"/>
                </a:lnTo>
                <a:lnTo>
                  <a:pt x="578354" y="44370"/>
                </a:lnTo>
                <a:lnTo>
                  <a:pt x="579736" y="42434"/>
                </a:lnTo>
                <a:lnTo>
                  <a:pt x="581124" y="40702"/>
                </a:lnTo>
                <a:lnTo>
                  <a:pt x="582518" y="39174"/>
                </a:lnTo>
                <a:lnTo>
                  <a:pt x="583918" y="37850"/>
                </a:lnTo>
                <a:lnTo>
                  <a:pt x="585323" y="36729"/>
                </a:lnTo>
                <a:lnTo>
                  <a:pt x="586735" y="35812"/>
                </a:lnTo>
                <a:lnTo>
                  <a:pt x="588153" y="35099"/>
                </a:lnTo>
                <a:lnTo>
                  <a:pt x="589576" y="34590"/>
                </a:lnTo>
                <a:lnTo>
                  <a:pt x="591006" y="34284"/>
                </a:lnTo>
                <a:lnTo>
                  <a:pt x="592441" y="34182"/>
                </a:lnTo>
                <a:lnTo>
                  <a:pt x="593086" y="34199"/>
                </a:lnTo>
                <a:lnTo>
                  <a:pt x="593711" y="34248"/>
                </a:lnTo>
                <a:lnTo>
                  <a:pt x="594318" y="34331"/>
                </a:lnTo>
                <a:lnTo>
                  <a:pt x="594906" y="34447"/>
                </a:lnTo>
                <a:lnTo>
                  <a:pt x="595475" y="34596"/>
                </a:lnTo>
                <a:lnTo>
                  <a:pt x="596026" y="34779"/>
                </a:lnTo>
                <a:lnTo>
                  <a:pt x="596557" y="34994"/>
                </a:lnTo>
                <a:lnTo>
                  <a:pt x="597070" y="35242"/>
                </a:lnTo>
                <a:lnTo>
                  <a:pt x="597564" y="35524"/>
                </a:lnTo>
                <a:lnTo>
                  <a:pt x="598039" y="35839"/>
                </a:lnTo>
                <a:lnTo>
                  <a:pt x="598495" y="36187"/>
                </a:lnTo>
                <a:lnTo>
                  <a:pt x="598932" y="36568"/>
                </a:lnTo>
                <a:lnTo>
                  <a:pt x="599343" y="36971"/>
                </a:lnTo>
                <a:lnTo>
                  <a:pt x="599717" y="37384"/>
                </a:lnTo>
                <a:lnTo>
                  <a:pt x="600056" y="37807"/>
                </a:lnTo>
                <a:lnTo>
                  <a:pt x="600359" y="38241"/>
                </a:lnTo>
                <a:lnTo>
                  <a:pt x="600626" y="38686"/>
                </a:lnTo>
                <a:lnTo>
                  <a:pt x="600858" y="39140"/>
                </a:lnTo>
                <a:lnTo>
                  <a:pt x="601054" y="39605"/>
                </a:lnTo>
                <a:lnTo>
                  <a:pt x="601215" y="40081"/>
                </a:lnTo>
                <a:lnTo>
                  <a:pt x="601340" y="40567"/>
                </a:lnTo>
                <a:lnTo>
                  <a:pt x="601429" y="41063"/>
                </a:lnTo>
                <a:lnTo>
                  <a:pt x="601482" y="41570"/>
                </a:lnTo>
                <a:lnTo>
                  <a:pt x="601500" y="42087"/>
                </a:lnTo>
                <a:lnTo>
                  <a:pt x="601487" y="42544"/>
                </a:lnTo>
                <a:lnTo>
                  <a:pt x="601449" y="42989"/>
                </a:lnTo>
                <a:lnTo>
                  <a:pt x="601384" y="43422"/>
                </a:lnTo>
                <a:lnTo>
                  <a:pt x="601294" y="43843"/>
                </a:lnTo>
                <a:lnTo>
                  <a:pt x="601178" y="44253"/>
                </a:lnTo>
                <a:lnTo>
                  <a:pt x="601037" y="44650"/>
                </a:lnTo>
                <a:lnTo>
                  <a:pt x="600869" y="45036"/>
                </a:lnTo>
                <a:lnTo>
                  <a:pt x="600676" y="45410"/>
                </a:lnTo>
                <a:lnTo>
                  <a:pt x="600457" y="45772"/>
                </a:lnTo>
                <a:lnTo>
                  <a:pt x="600212" y="46122"/>
                </a:lnTo>
                <a:lnTo>
                  <a:pt x="599942" y="46460"/>
                </a:lnTo>
                <a:lnTo>
                  <a:pt x="599646" y="46787"/>
                </a:lnTo>
                <a:lnTo>
                  <a:pt x="599332" y="47094"/>
                </a:lnTo>
                <a:lnTo>
                  <a:pt x="599008" y="47374"/>
                </a:lnTo>
                <a:lnTo>
                  <a:pt x="598674" y="47628"/>
                </a:lnTo>
                <a:lnTo>
                  <a:pt x="598330" y="47855"/>
                </a:lnTo>
                <a:lnTo>
                  <a:pt x="597976" y="48055"/>
                </a:lnTo>
                <a:lnTo>
                  <a:pt x="597613" y="48229"/>
                </a:lnTo>
                <a:lnTo>
                  <a:pt x="597239" y="48376"/>
                </a:lnTo>
                <a:lnTo>
                  <a:pt x="596856" y="48496"/>
                </a:lnTo>
                <a:lnTo>
                  <a:pt x="596463" y="48589"/>
                </a:lnTo>
                <a:lnTo>
                  <a:pt x="596059" y="48656"/>
                </a:lnTo>
                <a:lnTo>
                  <a:pt x="595646" y="48696"/>
                </a:lnTo>
                <a:lnTo>
                  <a:pt x="595223" y="48710"/>
                </a:lnTo>
                <a:lnTo>
                  <a:pt x="594803" y="48692"/>
                </a:lnTo>
                <a:lnTo>
                  <a:pt x="594374" y="48641"/>
                </a:lnTo>
                <a:lnTo>
                  <a:pt x="593937" y="48556"/>
                </a:lnTo>
                <a:lnTo>
                  <a:pt x="593492" y="48437"/>
                </a:lnTo>
                <a:lnTo>
                  <a:pt x="593038" y="48283"/>
                </a:lnTo>
                <a:lnTo>
                  <a:pt x="592575" y="48095"/>
                </a:lnTo>
                <a:lnTo>
                  <a:pt x="592104" y="47874"/>
                </a:lnTo>
                <a:lnTo>
                  <a:pt x="591625" y="47618"/>
                </a:lnTo>
                <a:lnTo>
                  <a:pt x="591137" y="47328"/>
                </a:lnTo>
                <a:lnTo>
                  <a:pt x="590641" y="47003"/>
                </a:lnTo>
                <a:lnTo>
                  <a:pt x="590137" y="46645"/>
                </a:lnTo>
                <a:lnTo>
                  <a:pt x="589624" y="46253"/>
                </a:lnTo>
                <a:lnTo>
                  <a:pt x="589118" y="45860"/>
                </a:lnTo>
                <a:lnTo>
                  <a:pt x="588634" y="45502"/>
                </a:lnTo>
                <a:lnTo>
                  <a:pt x="588173" y="45178"/>
                </a:lnTo>
                <a:lnTo>
                  <a:pt x="587734" y="44888"/>
                </a:lnTo>
                <a:lnTo>
                  <a:pt x="587317" y="44632"/>
                </a:lnTo>
                <a:lnTo>
                  <a:pt x="586922" y="44410"/>
                </a:lnTo>
                <a:lnTo>
                  <a:pt x="586550" y="44222"/>
                </a:lnTo>
                <a:lnTo>
                  <a:pt x="586200" y="44069"/>
                </a:lnTo>
                <a:lnTo>
                  <a:pt x="585872" y="43949"/>
                </a:lnTo>
                <a:lnTo>
                  <a:pt x="585567" y="43864"/>
                </a:lnTo>
                <a:lnTo>
                  <a:pt x="585284" y="43813"/>
                </a:lnTo>
                <a:lnTo>
                  <a:pt x="585023" y="43796"/>
                </a:lnTo>
                <a:lnTo>
                  <a:pt x="584808" y="43806"/>
                </a:lnTo>
                <a:lnTo>
                  <a:pt x="584589" y="43835"/>
                </a:lnTo>
                <a:lnTo>
                  <a:pt x="584368" y="43885"/>
                </a:lnTo>
                <a:lnTo>
                  <a:pt x="584143" y="43954"/>
                </a:lnTo>
                <a:lnTo>
                  <a:pt x="583916" y="44042"/>
                </a:lnTo>
                <a:lnTo>
                  <a:pt x="583686" y="44151"/>
                </a:lnTo>
                <a:lnTo>
                  <a:pt x="583452" y="44279"/>
                </a:lnTo>
                <a:lnTo>
                  <a:pt x="583216" y="44427"/>
                </a:lnTo>
                <a:lnTo>
                  <a:pt x="582977" y="44594"/>
                </a:lnTo>
                <a:lnTo>
                  <a:pt x="582735" y="44782"/>
                </a:lnTo>
                <a:lnTo>
                  <a:pt x="582489" y="44989"/>
                </a:lnTo>
                <a:lnTo>
                  <a:pt x="582241" y="45216"/>
                </a:lnTo>
                <a:lnTo>
                  <a:pt x="581705" y="45727"/>
                </a:lnTo>
                <a:lnTo>
                  <a:pt x="581165" y="46291"/>
                </a:lnTo>
                <a:lnTo>
                  <a:pt x="580623" y="46907"/>
                </a:lnTo>
                <a:lnTo>
                  <a:pt x="580078" y="47576"/>
                </a:lnTo>
                <a:lnTo>
                  <a:pt x="579529" y="48297"/>
                </a:lnTo>
                <a:lnTo>
                  <a:pt x="578978" y="49069"/>
                </a:lnTo>
                <a:lnTo>
                  <a:pt x="578424" y="49895"/>
                </a:lnTo>
                <a:lnTo>
                  <a:pt x="577866" y="50772"/>
                </a:lnTo>
                <a:lnTo>
                  <a:pt x="577306" y="51702"/>
                </a:lnTo>
                <a:lnTo>
                  <a:pt x="576743" y="52684"/>
                </a:lnTo>
                <a:lnTo>
                  <a:pt x="576177" y="53718"/>
                </a:lnTo>
                <a:lnTo>
                  <a:pt x="575608" y="54805"/>
                </a:lnTo>
                <a:lnTo>
                  <a:pt x="575608" y="85987"/>
                </a:lnTo>
                <a:lnTo>
                  <a:pt x="575617" y="86868"/>
                </a:lnTo>
                <a:lnTo>
                  <a:pt x="575645" y="87713"/>
                </a:lnTo>
                <a:lnTo>
                  <a:pt x="575692" y="88521"/>
                </a:lnTo>
                <a:lnTo>
                  <a:pt x="575758" y="89293"/>
                </a:lnTo>
                <a:lnTo>
                  <a:pt x="575843" y="90028"/>
                </a:lnTo>
                <a:lnTo>
                  <a:pt x="575946" y="90727"/>
                </a:lnTo>
                <a:lnTo>
                  <a:pt x="576069" y="91390"/>
                </a:lnTo>
                <a:lnTo>
                  <a:pt x="576210" y="92016"/>
                </a:lnTo>
                <a:lnTo>
                  <a:pt x="576370" y="92605"/>
                </a:lnTo>
                <a:lnTo>
                  <a:pt x="576549" y="93158"/>
                </a:lnTo>
                <a:lnTo>
                  <a:pt x="576746" y="93674"/>
                </a:lnTo>
                <a:lnTo>
                  <a:pt x="576963" y="94154"/>
                </a:lnTo>
                <a:lnTo>
                  <a:pt x="577127" y="94470"/>
                </a:lnTo>
                <a:lnTo>
                  <a:pt x="577312" y="94776"/>
                </a:lnTo>
                <a:lnTo>
                  <a:pt x="577516" y="95074"/>
                </a:lnTo>
                <a:lnTo>
                  <a:pt x="577740" y="95362"/>
                </a:lnTo>
                <a:lnTo>
                  <a:pt x="577983" y="95642"/>
                </a:lnTo>
                <a:lnTo>
                  <a:pt x="578247" y="95913"/>
                </a:lnTo>
                <a:lnTo>
                  <a:pt x="578530" y="96175"/>
                </a:lnTo>
                <a:lnTo>
                  <a:pt x="578833" y="96428"/>
                </a:lnTo>
                <a:lnTo>
                  <a:pt x="579156" y="96673"/>
                </a:lnTo>
                <a:lnTo>
                  <a:pt x="579499" y="96908"/>
                </a:lnTo>
                <a:lnTo>
                  <a:pt x="579862" y="97135"/>
                </a:lnTo>
                <a:lnTo>
                  <a:pt x="580244" y="97352"/>
                </a:lnTo>
                <a:lnTo>
                  <a:pt x="580651" y="97556"/>
                </a:lnTo>
                <a:lnTo>
                  <a:pt x="581086" y="97743"/>
                </a:lnTo>
                <a:lnTo>
                  <a:pt x="581550" y="97911"/>
                </a:lnTo>
                <a:lnTo>
                  <a:pt x="582043" y="98062"/>
                </a:lnTo>
                <a:lnTo>
                  <a:pt x="582565" y="98195"/>
                </a:lnTo>
                <a:lnTo>
                  <a:pt x="583115" y="98310"/>
                </a:lnTo>
                <a:lnTo>
                  <a:pt x="583694" y="98408"/>
                </a:lnTo>
                <a:lnTo>
                  <a:pt x="584302" y="98488"/>
                </a:lnTo>
                <a:lnTo>
                  <a:pt x="584938" y="98550"/>
                </a:lnTo>
                <a:lnTo>
                  <a:pt x="585604" y="98594"/>
                </a:lnTo>
                <a:lnTo>
                  <a:pt x="586298" y="98621"/>
                </a:lnTo>
                <a:lnTo>
                  <a:pt x="587020" y="98630"/>
                </a:lnTo>
                <a:lnTo>
                  <a:pt x="587020" y="101265"/>
                </a:lnTo>
                <a:lnTo>
                  <a:pt x="553567" y="101265"/>
                </a:lnTo>
                <a:lnTo>
                  <a:pt x="553567" y="98630"/>
                </a:lnTo>
                <a:lnTo>
                  <a:pt x="554381" y="98619"/>
                </a:lnTo>
                <a:lnTo>
                  <a:pt x="555160" y="98586"/>
                </a:lnTo>
                <a:lnTo>
                  <a:pt x="555903" y="98532"/>
                </a:lnTo>
                <a:lnTo>
                  <a:pt x="556610" y="98456"/>
                </a:lnTo>
                <a:lnTo>
                  <a:pt x="557282" y="98358"/>
                </a:lnTo>
                <a:lnTo>
                  <a:pt x="557918" y="98239"/>
                </a:lnTo>
                <a:lnTo>
                  <a:pt x="558518" y="98098"/>
                </a:lnTo>
                <a:lnTo>
                  <a:pt x="559083" y="97935"/>
                </a:lnTo>
                <a:lnTo>
                  <a:pt x="559612" y="97751"/>
                </a:lnTo>
                <a:lnTo>
                  <a:pt x="560105" y="97545"/>
                </a:lnTo>
                <a:lnTo>
                  <a:pt x="560563" y="97317"/>
                </a:lnTo>
                <a:lnTo>
                  <a:pt x="560985" y="97067"/>
                </a:lnTo>
                <a:lnTo>
                  <a:pt x="561275" y="96869"/>
                </a:lnTo>
                <a:lnTo>
                  <a:pt x="561550" y="96651"/>
                </a:lnTo>
                <a:lnTo>
                  <a:pt x="561810" y="96414"/>
                </a:lnTo>
                <a:lnTo>
                  <a:pt x="562055" y="96159"/>
                </a:lnTo>
                <a:lnTo>
                  <a:pt x="562285" y="95885"/>
                </a:lnTo>
                <a:lnTo>
                  <a:pt x="562501" y="95593"/>
                </a:lnTo>
                <a:lnTo>
                  <a:pt x="562701" y="95281"/>
                </a:lnTo>
                <a:lnTo>
                  <a:pt x="562887" y="94951"/>
                </a:lnTo>
                <a:lnTo>
                  <a:pt x="563058" y="94602"/>
                </a:lnTo>
                <a:lnTo>
                  <a:pt x="563214" y="94234"/>
                </a:lnTo>
                <a:lnTo>
                  <a:pt x="563355" y="93848"/>
                </a:lnTo>
                <a:lnTo>
                  <a:pt x="563482" y="93442"/>
                </a:lnTo>
                <a:lnTo>
                  <a:pt x="563539" y="93210"/>
                </a:lnTo>
                <a:lnTo>
                  <a:pt x="563591" y="92915"/>
                </a:lnTo>
                <a:lnTo>
                  <a:pt x="563638" y="92558"/>
                </a:lnTo>
                <a:lnTo>
                  <a:pt x="563680" y="92139"/>
                </a:lnTo>
                <a:lnTo>
                  <a:pt x="563717" y="91658"/>
                </a:lnTo>
                <a:lnTo>
                  <a:pt x="563749" y="91115"/>
                </a:lnTo>
                <a:lnTo>
                  <a:pt x="563776" y="90510"/>
                </a:lnTo>
                <a:lnTo>
                  <a:pt x="563799" y="89842"/>
                </a:lnTo>
                <a:lnTo>
                  <a:pt x="563816" y="89112"/>
                </a:lnTo>
                <a:lnTo>
                  <a:pt x="563828" y="88320"/>
                </a:lnTo>
                <a:lnTo>
                  <a:pt x="563836" y="87466"/>
                </a:lnTo>
                <a:lnTo>
                  <a:pt x="563838" y="86550"/>
                </a:lnTo>
                <a:lnTo>
                  <a:pt x="563838" y="61325"/>
                </a:lnTo>
                <a:lnTo>
                  <a:pt x="563835" y="59494"/>
                </a:lnTo>
                <a:lnTo>
                  <a:pt x="563825" y="57791"/>
                </a:lnTo>
                <a:lnTo>
                  <a:pt x="563809" y="56216"/>
                </a:lnTo>
                <a:lnTo>
                  <a:pt x="563787" y="54768"/>
                </a:lnTo>
                <a:lnTo>
                  <a:pt x="563758" y="53449"/>
                </a:lnTo>
                <a:lnTo>
                  <a:pt x="563722" y="52257"/>
                </a:lnTo>
                <a:lnTo>
                  <a:pt x="563680" y="51193"/>
                </a:lnTo>
                <a:lnTo>
                  <a:pt x="563632" y="50257"/>
                </a:lnTo>
                <a:lnTo>
                  <a:pt x="563577" y="49448"/>
                </a:lnTo>
                <a:lnTo>
                  <a:pt x="563516" y="48768"/>
                </a:lnTo>
                <a:lnTo>
                  <a:pt x="563449" y="48215"/>
                </a:lnTo>
                <a:lnTo>
                  <a:pt x="563375" y="47790"/>
                </a:lnTo>
                <a:lnTo>
                  <a:pt x="563292" y="47437"/>
                </a:lnTo>
                <a:lnTo>
                  <a:pt x="563198" y="47101"/>
                </a:lnTo>
                <a:lnTo>
                  <a:pt x="563094" y="46780"/>
                </a:lnTo>
                <a:lnTo>
                  <a:pt x="562978" y="46476"/>
                </a:lnTo>
                <a:lnTo>
                  <a:pt x="562852" y="46188"/>
                </a:lnTo>
                <a:lnTo>
                  <a:pt x="562715" y="45916"/>
                </a:lnTo>
                <a:lnTo>
                  <a:pt x="562567" y="45661"/>
                </a:lnTo>
                <a:lnTo>
                  <a:pt x="562408" y="45422"/>
                </a:lnTo>
                <a:lnTo>
                  <a:pt x="562238" y="45199"/>
                </a:lnTo>
                <a:lnTo>
                  <a:pt x="562057" y="44992"/>
                </a:lnTo>
                <a:lnTo>
                  <a:pt x="561865" y="44802"/>
                </a:lnTo>
                <a:lnTo>
                  <a:pt x="561663" y="44628"/>
                </a:lnTo>
                <a:lnTo>
                  <a:pt x="561450" y="44469"/>
                </a:lnTo>
                <a:lnTo>
                  <a:pt x="561230" y="44324"/>
                </a:lnTo>
                <a:lnTo>
                  <a:pt x="561001" y="44193"/>
                </a:lnTo>
                <a:lnTo>
                  <a:pt x="560763" y="44076"/>
                </a:lnTo>
                <a:lnTo>
                  <a:pt x="560517" y="43972"/>
                </a:lnTo>
                <a:lnTo>
                  <a:pt x="560263" y="43882"/>
                </a:lnTo>
                <a:lnTo>
                  <a:pt x="560000" y="43806"/>
                </a:lnTo>
                <a:lnTo>
                  <a:pt x="559729" y="43744"/>
                </a:lnTo>
                <a:lnTo>
                  <a:pt x="559449" y="43696"/>
                </a:lnTo>
                <a:lnTo>
                  <a:pt x="559161" y="43661"/>
                </a:lnTo>
                <a:lnTo>
                  <a:pt x="558865" y="43640"/>
                </a:lnTo>
                <a:lnTo>
                  <a:pt x="558560" y="43633"/>
                </a:lnTo>
                <a:lnTo>
                  <a:pt x="558187" y="43641"/>
                </a:lnTo>
                <a:lnTo>
                  <a:pt x="557807" y="43663"/>
                </a:lnTo>
                <a:lnTo>
                  <a:pt x="557419" y="43700"/>
                </a:lnTo>
                <a:lnTo>
                  <a:pt x="557022" y="43752"/>
                </a:lnTo>
                <a:lnTo>
                  <a:pt x="556618" y="43818"/>
                </a:lnTo>
                <a:lnTo>
                  <a:pt x="556206" y="43900"/>
                </a:lnTo>
                <a:lnTo>
                  <a:pt x="555786" y="43996"/>
                </a:lnTo>
                <a:lnTo>
                  <a:pt x="555358" y="44107"/>
                </a:lnTo>
                <a:lnTo>
                  <a:pt x="554922" y="44233"/>
                </a:lnTo>
                <a:lnTo>
                  <a:pt x="554478" y="44374"/>
                </a:lnTo>
                <a:lnTo>
                  <a:pt x="554026" y="44529"/>
                </a:lnTo>
                <a:lnTo>
                  <a:pt x="553567" y="44699"/>
                </a:lnTo>
                <a:lnTo>
                  <a:pt x="552854" y="42140"/>
                </a:lnTo>
                <a:lnTo>
                  <a:pt x="572612" y="34182"/>
                </a:lnTo>
                <a:lnTo>
                  <a:pt x="575608" y="34182"/>
                </a:lnTo>
                <a:close/>
                <a:moveTo>
                  <a:pt x="621421" y="0"/>
                </a:moveTo>
                <a:lnTo>
                  <a:pt x="621914" y="15"/>
                </a:lnTo>
                <a:lnTo>
                  <a:pt x="622395" y="59"/>
                </a:lnTo>
                <a:lnTo>
                  <a:pt x="622863" y="132"/>
                </a:lnTo>
                <a:lnTo>
                  <a:pt x="623319" y="235"/>
                </a:lnTo>
                <a:lnTo>
                  <a:pt x="623763" y="367"/>
                </a:lnTo>
                <a:lnTo>
                  <a:pt x="624194" y="528"/>
                </a:lnTo>
                <a:lnTo>
                  <a:pt x="624613" y="719"/>
                </a:lnTo>
                <a:lnTo>
                  <a:pt x="625019" y="939"/>
                </a:lnTo>
                <a:lnTo>
                  <a:pt x="625413" y="1188"/>
                </a:lnTo>
                <a:lnTo>
                  <a:pt x="625795" y="1467"/>
                </a:lnTo>
                <a:lnTo>
                  <a:pt x="626164" y="1775"/>
                </a:lnTo>
                <a:lnTo>
                  <a:pt x="626521" y="2112"/>
                </a:lnTo>
                <a:lnTo>
                  <a:pt x="626857" y="2470"/>
                </a:lnTo>
                <a:lnTo>
                  <a:pt x="627164" y="2840"/>
                </a:lnTo>
                <a:lnTo>
                  <a:pt x="627441" y="3223"/>
                </a:lnTo>
                <a:lnTo>
                  <a:pt x="627690" y="3618"/>
                </a:lnTo>
                <a:lnTo>
                  <a:pt x="627909" y="4026"/>
                </a:lnTo>
                <a:lnTo>
                  <a:pt x="628099" y="4446"/>
                </a:lnTo>
                <a:lnTo>
                  <a:pt x="628260" y="4878"/>
                </a:lnTo>
                <a:lnTo>
                  <a:pt x="628391" y="5323"/>
                </a:lnTo>
                <a:lnTo>
                  <a:pt x="628494" y="5781"/>
                </a:lnTo>
                <a:lnTo>
                  <a:pt x="628567" y="6251"/>
                </a:lnTo>
                <a:lnTo>
                  <a:pt x="628610" y="6733"/>
                </a:lnTo>
                <a:lnTo>
                  <a:pt x="628625" y="7228"/>
                </a:lnTo>
                <a:lnTo>
                  <a:pt x="628610" y="7723"/>
                </a:lnTo>
                <a:lnTo>
                  <a:pt x="628567" y="8206"/>
                </a:lnTo>
                <a:lnTo>
                  <a:pt x="628494" y="8678"/>
                </a:lnTo>
                <a:lnTo>
                  <a:pt x="628391" y="9137"/>
                </a:lnTo>
                <a:lnTo>
                  <a:pt x="628260" y="9584"/>
                </a:lnTo>
                <a:lnTo>
                  <a:pt x="628099" y="10020"/>
                </a:lnTo>
                <a:lnTo>
                  <a:pt x="627909" y="10443"/>
                </a:lnTo>
                <a:lnTo>
                  <a:pt x="627690" y="10855"/>
                </a:lnTo>
                <a:lnTo>
                  <a:pt x="627441" y="11255"/>
                </a:lnTo>
                <a:lnTo>
                  <a:pt x="627164" y="11642"/>
                </a:lnTo>
                <a:lnTo>
                  <a:pt x="626857" y="12018"/>
                </a:lnTo>
                <a:lnTo>
                  <a:pt x="626521" y="12382"/>
                </a:lnTo>
                <a:lnTo>
                  <a:pt x="626164" y="12725"/>
                </a:lnTo>
                <a:lnTo>
                  <a:pt x="625795" y="13038"/>
                </a:lnTo>
                <a:lnTo>
                  <a:pt x="625413" y="13321"/>
                </a:lnTo>
                <a:lnTo>
                  <a:pt x="625019" y="13574"/>
                </a:lnTo>
                <a:lnTo>
                  <a:pt x="624613" y="13797"/>
                </a:lnTo>
                <a:lnTo>
                  <a:pt x="624194" y="13991"/>
                </a:lnTo>
                <a:lnTo>
                  <a:pt x="623763" y="14155"/>
                </a:lnTo>
                <a:lnTo>
                  <a:pt x="623319" y="14289"/>
                </a:lnTo>
                <a:lnTo>
                  <a:pt x="622863" y="14393"/>
                </a:lnTo>
                <a:lnTo>
                  <a:pt x="622395" y="14468"/>
                </a:lnTo>
                <a:lnTo>
                  <a:pt x="621914" y="14513"/>
                </a:lnTo>
                <a:lnTo>
                  <a:pt x="621421" y="14527"/>
                </a:lnTo>
                <a:lnTo>
                  <a:pt x="620927" y="14513"/>
                </a:lnTo>
                <a:lnTo>
                  <a:pt x="620446" y="14468"/>
                </a:lnTo>
                <a:lnTo>
                  <a:pt x="619976" y="14393"/>
                </a:lnTo>
                <a:lnTo>
                  <a:pt x="619519" y="14289"/>
                </a:lnTo>
                <a:lnTo>
                  <a:pt x="619073" y="14155"/>
                </a:lnTo>
                <a:lnTo>
                  <a:pt x="618639" y="13991"/>
                </a:lnTo>
                <a:lnTo>
                  <a:pt x="618217" y="13797"/>
                </a:lnTo>
                <a:lnTo>
                  <a:pt x="617807" y="13574"/>
                </a:lnTo>
                <a:lnTo>
                  <a:pt x="617408" y="13321"/>
                </a:lnTo>
                <a:lnTo>
                  <a:pt x="617022" y="13038"/>
                </a:lnTo>
                <a:lnTo>
                  <a:pt x="616648" y="12725"/>
                </a:lnTo>
                <a:lnTo>
                  <a:pt x="616285" y="12382"/>
                </a:lnTo>
                <a:lnTo>
                  <a:pt x="615943" y="12018"/>
                </a:lnTo>
                <a:lnTo>
                  <a:pt x="615631" y="11642"/>
                </a:lnTo>
                <a:lnTo>
                  <a:pt x="615349" y="11255"/>
                </a:lnTo>
                <a:lnTo>
                  <a:pt x="615096" y="10855"/>
                </a:lnTo>
                <a:lnTo>
                  <a:pt x="614873" y="10443"/>
                </a:lnTo>
                <a:lnTo>
                  <a:pt x="614680" y="10020"/>
                </a:lnTo>
                <a:lnTo>
                  <a:pt x="614517" y="9584"/>
                </a:lnTo>
                <a:lnTo>
                  <a:pt x="614383" y="9137"/>
                </a:lnTo>
                <a:lnTo>
                  <a:pt x="614279" y="8678"/>
                </a:lnTo>
                <a:lnTo>
                  <a:pt x="614205" y="8206"/>
                </a:lnTo>
                <a:lnTo>
                  <a:pt x="614160" y="7723"/>
                </a:lnTo>
                <a:lnTo>
                  <a:pt x="614145" y="7228"/>
                </a:lnTo>
                <a:lnTo>
                  <a:pt x="614160" y="6733"/>
                </a:lnTo>
                <a:lnTo>
                  <a:pt x="614204" y="6251"/>
                </a:lnTo>
                <a:lnTo>
                  <a:pt x="614277" y="5781"/>
                </a:lnTo>
                <a:lnTo>
                  <a:pt x="614379" y="5323"/>
                </a:lnTo>
                <a:lnTo>
                  <a:pt x="614510" y="4878"/>
                </a:lnTo>
                <a:lnTo>
                  <a:pt x="614671" y="4446"/>
                </a:lnTo>
                <a:lnTo>
                  <a:pt x="614861" y="4026"/>
                </a:lnTo>
                <a:lnTo>
                  <a:pt x="615080" y="3618"/>
                </a:lnTo>
                <a:lnTo>
                  <a:pt x="615329" y="3223"/>
                </a:lnTo>
                <a:lnTo>
                  <a:pt x="615606" y="2840"/>
                </a:lnTo>
                <a:lnTo>
                  <a:pt x="615913" y="2470"/>
                </a:lnTo>
                <a:lnTo>
                  <a:pt x="616249" y="2112"/>
                </a:lnTo>
                <a:lnTo>
                  <a:pt x="616607" y="1775"/>
                </a:lnTo>
                <a:lnTo>
                  <a:pt x="616978" y="1467"/>
                </a:lnTo>
                <a:lnTo>
                  <a:pt x="617362" y="1188"/>
                </a:lnTo>
                <a:lnTo>
                  <a:pt x="617759" y="939"/>
                </a:lnTo>
                <a:lnTo>
                  <a:pt x="618170" y="719"/>
                </a:lnTo>
                <a:lnTo>
                  <a:pt x="618594" y="528"/>
                </a:lnTo>
                <a:lnTo>
                  <a:pt x="619032" y="367"/>
                </a:lnTo>
                <a:lnTo>
                  <a:pt x="619483" y="235"/>
                </a:lnTo>
                <a:lnTo>
                  <a:pt x="619947" y="132"/>
                </a:lnTo>
                <a:lnTo>
                  <a:pt x="620425" y="59"/>
                </a:lnTo>
                <a:lnTo>
                  <a:pt x="620916" y="15"/>
                </a:lnTo>
                <a:lnTo>
                  <a:pt x="621421" y="0"/>
                </a:lnTo>
                <a:moveTo>
                  <a:pt x="627341" y="34182"/>
                </a:moveTo>
                <a:lnTo>
                  <a:pt x="627341" y="86479"/>
                </a:lnTo>
                <a:lnTo>
                  <a:pt x="627347" y="87469"/>
                </a:lnTo>
                <a:lnTo>
                  <a:pt x="627366" y="88403"/>
                </a:lnTo>
                <a:lnTo>
                  <a:pt x="627397" y="89279"/>
                </a:lnTo>
                <a:lnTo>
                  <a:pt x="627440" y="90099"/>
                </a:lnTo>
                <a:lnTo>
                  <a:pt x="627496" y="90862"/>
                </a:lnTo>
                <a:lnTo>
                  <a:pt x="627564" y="91569"/>
                </a:lnTo>
                <a:lnTo>
                  <a:pt x="627645" y="92218"/>
                </a:lnTo>
                <a:lnTo>
                  <a:pt x="627737" y="92811"/>
                </a:lnTo>
                <a:lnTo>
                  <a:pt x="627843" y="93347"/>
                </a:lnTo>
                <a:lnTo>
                  <a:pt x="627960" y="93827"/>
                </a:lnTo>
                <a:lnTo>
                  <a:pt x="628090" y="94249"/>
                </a:lnTo>
                <a:lnTo>
                  <a:pt x="628233" y="94615"/>
                </a:lnTo>
                <a:lnTo>
                  <a:pt x="628387" y="94945"/>
                </a:lnTo>
                <a:lnTo>
                  <a:pt x="628554" y="95261"/>
                </a:lnTo>
                <a:lnTo>
                  <a:pt x="628732" y="95563"/>
                </a:lnTo>
                <a:lnTo>
                  <a:pt x="628922" y="95851"/>
                </a:lnTo>
                <a:lnTo>
                  <a:pt x="629124" y="96124"/>
                </a:lnTo>
                <a:lnTo>
                  <a:pt x="629338" y="96383"/>
                </a:lnTo>
                <a:lnTo>
                  <a:pt x="629564" y="96627"/>
                </a:lnTo>
                <a:lnTo>
                  <a:pt x="629802" y="96857"/>
                </a:lnTo>
                <a:lnTo>
                  <a:pt x="630052" y="97073"/>
                </a:lnTo>
                <a:lnTo>
                  <a:pt x="630313" y="97275"/>
                </a:lnTo>
                <a:lnTo>
                  <a:pt x="630587" y="97462"/>
                </a:lnTo>
                <a:lnTo>
                  <a:pt x="630872" y="97635"/>
                </a:lnTo>
                <a:lnTo>
                  <a:pt x="631183" y="97794"/>
                </a:lnTo>
                <a:lnTo>
                  <a:pt x="631535" y="97939"/>
                </a:lnTo>
                <a:lnTo>
                  <a:pt x="631926" y="98070"/>
                </a:lnTo>
                <a:lnTo>
                  <a:pt x="632358" y="98188"/>
                </a:lnTo>
                <a:lnTo>
                  <a:pt x="632830" y="98291"/>
                </a:lnTo>
                <a:lnTo>
                  <a:pt x="633342" y="98381"/>
                </a:lnTo>
                <a:lnTo>
                  <a:pt x="633894" y="98457"/>
                </a:lnTo>
                <a:lnTo>
                  <a:pt x="634486" y="98519"/>
                </a:lnTo>
                <a:lnTo>
                  <a:pt x="635118" y="98568"/>
                </a:lnTo>
                <a:lnTo>
                  <a:pt x="635791" y="98602"/>
                </a:lnTo>
                <a:lnTo>
                  <a:pt x="636503" y="98623"/>
                </a:lnTo>
                <a:lnTo>
                  <a:pt x="637256" y="98630"/>
                </a:lnTo>
                <a:lnTo>
                  <a:pt x="637256" y="101265"/>
                </a:lnTo>
                <a:lnTo>
                  <a:pt x="605514" y="101265"/>
                </a:lnTo>
                <a:lnTo>
                  <a:pt x="605514" y="98630"/>
                </a:lnTo>
                <a:lnTo>
                  <a:pt x="606289" y="98623"/>
                </a:lnTo>
                <a:lnTo>
                  <a:pt x="607020" y="98604"/>
                </a:lnTo>
                <a:lnTo>
                  <a:pt x="607708" y="98572"/>
                </a:lnTo>
                <a:lnTo>
                  <a:pt x="608352" y="98527"/>
                </a:lnTo>
                <a:lnTo>
                  <a:pt x="608952" y="98469"/>
                </a:lnTo>
                <a:lnTo>
                  <a:pt x="609509" y="98399"/>
                </a:lnTo>
                <a:lnTo>
                  <a:pt x="610022" y="98315"/>
                </a:lnTo>
                <a:lnTo>
                  <a:pt x="610491" y="98219"/>
                </a:lnTo>
                <a:lnTo>
                  <a:pt x="610917" y="98110"/>
                </a:lnTo>
                <a:lnTo>
                  <a:pt x="611300" y="97988"/>
                </a:lnTo>
                <a:lnTo>
                  <a:pt x="611639" y="97854"/>
                </a:lnTo>
                <a:lnTo>
                  <a:pt x="611934" y="97706"/>
                </a:lnTo>
                <a:lnTo>
                  <a:pt x="612203" y="97544"/>
                </a:lnTo>
                <a:lnTo>
                  <a:pt x="612462" y="97365"/>
                </a:lnTo>
                <a:lnTo>
                  <a:pt x="612712" y="97169"/>
                </a:lnTo>
                <a:lnTo>
                  <a:pt x="612952" y="96956"/>
                </a:lnTo>
                <a:lnTo>
                  <a:pt x="613183" y="96727"/>
                </a:lnTo>
                <a:lnTo>
                  <a:pt x="613405" y="96481"/>
                </a:lnTo>
                <a:lnTo>
                  <a:pt x="613617" y="96218"/>
                </a:lnTo>
                <a:lnTo>
                  <a:pt x="613820" y="95938"/>
                </a:lnTo>
                <a:lnTo>
                  <a:pt x="614014" y="95641"/>
                </a:lnTo>
                <a:lnTo>
                  <a:pt x="614198" y="95328"/>
                </a:lnTo>
                <a:lnTo>
                  <a:pt x="614372" y="94998"/>
                </a:lnTo>
                <a:lnTo>
                  <a:pt x="614537" y="94651"/>
                </a:lnTo>
                <a:lnTo>
                  <a:pt x="614691" y="94268"/>
                </a:lnTo>
                <a:lnTo>
                  <a:pt x="614832" y="93831"/>
                </a:lnTo>
                <a:lnTo>
                  <a:pt x="614959" y="93340"/>
                </a:lnTo>
                <a:lnTo>
                  <a:pt x="615072" y="92795"/>
                </a:lnTo>
                <a:lnTo>
                  <a:pt x="615173" y="92196"/>
                </a:lnTo>
                <a:lnTo>
                  <a:pt x="615260" y="91542"/>
                </a:lnTo>
                <a:lnTo>
                  <a:pt x="615333" y="90834"/>
                </a:lnTo>
                <a:lnTo>
                  <a:pt x="615393" y="90071"/>
                </a:lnTo>
                <a:lnTo>
                  <a:pt x="615440" y="89255"/>
                </a:lnTo>
                <a:lnTo>
                  <a:pt x="615474" y="88384"/>
                </a:lnTo>
                <a:lnTo>
                  <a:pt x="615494" y="87459"/>
                </a:lnTo>
                <a:lnTo>
                  <a:pt x="615500" y="86479"/>
                </a:lnTo>
                <a:lnTo>
                  <a:pt x="615500" y="61397"/>
                </a:lnTo>
                <a:lnTo>
                  <a:pt x="615496" y="59684"/>
                </a:lnTo>
                <a:lnTo>
                  <a:pt x="615483" y="58074"/>
                </a:lnTo>
                <a:lnTo>
                  <a:pt x="615460" y="56569"/>
                </a:lnTo>
                <a:lnTo>
                  <a:pt x="615429" y="55167"/>
                </a:lnTo>
                <a:lnTo>
                  <a:pt x="615389" y="53869"/>
                </a:lnTo>
                <a:lnTo>
                  <a:pt x="615340" y="52674"/>
                </a:lnTo>
                <a:lnTo>
                  <a:pt x="615282" y="51583"/>
                </a:lnTo>
                <a:lnTo>
                  <a:pt x="615215" y="50596"/>
                </a:lnTo>
                <a:lnTo>
                  <a:pt x="615139" y="49712"/>
                </a:lnTo>
                <a:lnTo>
                  <a:pt x="615055" y="48932"/>
                </a:lnTo>
                <a:lnTo>
                  <a:pt x="614961" y="48256"/>
                </a:lnTo>
                <a:lnTo>
                  <a:pt x="614858" y="47684"/>
                </a:lnTo>
                <a:lnTo>
                  <a:pt x="614771" y="47314"/>
                </a:lnTo>
                <a:lnTo>
                  <a:pt x="614676" y="46964"/>
                </a:lnTo>
                <a:lnTo>
                  <a:pt x="614573" y="46633"/>
                </a:lnTo>
                <a:lnTo>
                  <a:pt x="614462" y="46321"/>
                </a:lnTo>
                <a:lnTo>
                  <a:pt x="614343" y="46029"/>
                </a:lnTo>
                <a:lnTo>
                  <a:pt x="614216" y="45756"/>
                </a:lnTo>
                <a:lnTo>
                  <a:pt x="614082" y="45502"/>
                </a:lnTo>
                <a:lnTo>
                  <a:pt x="613939" y="45267"/>
                </a:lnTo>
                <a:lnTo>
                  <a:pt x="613789" y="45052"/>
                </a:lnTo>
                <a:lnTo>
                  <a:pt x="613630" y="44856"/>
                </a:lnTo>
                <a:lnTo>
                  <a:pt x="613464" y="44679"/>
                </a:lnTo>
                <a:lnTo>
                  <a:pt x="613289" y="44521"/>
                </a:lnTo>
                <a:lnTo>
                  <a:pt x="613105" y="44380"/>
                </a:lnTo>
                <a:lnTo>
                  <a:pt x="612911" y="44250"/>
                </a:lnTo>
                <a:lnTo>
                  <a:pt x="612705" y="44133"/>
                </a:lnTo>
                <a:lnTo>
                  <a:pt x="612489" y="44028"/>
                </a:lnTo>
                <a:lnTo>
                  <a:pt x="612261" y="43936"/>
                </a:lnTo>
                <a:lnTo>
                  <a:pt x="612023" y="43855"/>
                </a:lnTo>
                <a:lnTo>
                  <a:pt x="611774" y="43788"/>
                </a:lnTo>
                <a:lnTo>
                  <a:pt x="611514" y="43732"/>
                </a:lnTo>
                <a:lnTo>
                  <a:pt x="611243" y="43689"/>
                </a:lnTo>
                <a:lnTo>
                  <a:pt x="610961" y="43658"/>
                </a:lnTo>
                <a:lnTo>
                  <a:pt x="610668" y="43640"/>
                </a:lnTo>
                <a:lnTo>
                  <a:pt x="610365" y="43633"/>
                </a:lnTo>
                <a:lnTo>
                  <a:pt x="610026" y="43641"/>
                </a:lnTo>
                <a:lnTo>
                  <a:pt x="609675" y="43663"/>
                </a:lnTo>
                <a:lnTo>
                  <a:pt x="609313" y="43700"/>
                </a:lnTo>
                <a:lnTo>
                  <a:pt x="608938" y="43752"/>
                </a:lnTo>
                <a:lnTo>
                  <a:pt x="608552" y="43818"/>
                </a:lnTo>
                <a:lnTo>
                  <a:pt x="608153" y="43900"/>
                </a:lnTo>
                <a:lnTo>
                  <a:pt x="607743" y="43996"/>
                </a:lnTo>
                <a:lnTo>
                  <a:pt x="607321" y="44107"/>
                </a:lnTo>
                <a:lnTo>
                  <a:pt x="606887" y="44233"/>
                </a:lnTo>
                <a:lnTo>
                  <a:pt x="606442" y="44374"/>
                </a:lnTo>
                <a:lnTo>
                  <a:pt x="605984" y="44529"/>
                </a:lnTo>
                <a:lnTo>
                  <a:pt x="605514" y="44699"/>
                </a:lnTo>
                <a:lnTo>
                  <a:pt x="604516" y="42140"/>
                </a:lnTo>
                <a:lnTo>
                  <a:pt x="624203" y="34182"/>
                </a:lnTo>
                <a:lnTo>
                  <a:pt x="627341" y="34182"/>
                </a:lnTo>
                <a:close/>
                <a:moveTo>
                  <a:pt x="663904" y="14527"/>
                </a:moveTo>
                <a:lnTo>
                  <a:pt x="663904" y="36034"/>
                </a:lnTo>
                <a:lnTo>
                  <a:pt x="679168" y="36034"/>
                </a:lnTo>
                <a:lnTo>
                  <a:pt x="679168" y="41019"/>
                </a:lnTo>
                <a:lnTo>
                  <a:pt x="663904" y="41019"/>
                </a:lnTo>
                <a:lnTo>
                  <a:pt x="663904" y="83261"/>
                </a:lnTo>
                <a:lnTo>
                  <a:pt x="663916" y="84288"/>
                </a:lnTo>
                <a:lnTo>
                  <a:pt x="663954" y="85257"/>
                </a:lnTo>
                <a:lnTo>
                  <a:pt x="664017" y="86169"/>
                </a:lnTo>
                <a:lnTo>
                  <a:pt x="664106" y="87024"/>
                </a:lnTo>
                <a:lnTo>
                  <a:pt x="664220" y="87821"/>
                </a:lnTo>
                <a:lnTo>
                  <a:pt x="664358" y="88561"/>
                </a:lnTo>
                <a:lnTo>
                  <a:pt x="664523" y="89244"/>
                </a:lnTo>
                <a:lnTo>
                  <a:pt x="664712" y="89869"/>
                </a:lnTo>
                <a:lnTo>
                  <a:pt x="664927" y="90437"/>
                </a:lnTo>
                <a:lnTo>
                  <a:pt x="665167" y="90948"/>
                </a:lnTo>
                <a:lnTo>
                  <a:pt x="665432" y="91402"/>
                </a:lnTo>
                <a:lnTo>
                  <a:pt x="665723" y="91798"/>
                </a:lnTo>
                <a:lnTo>
                  <a:pt x="666033" y="92150"/>
                </a:lnTo>
                <a:lnTo>
                  <a:pt x="666358" y="92471"/>
                </a:lnTo>
                <a:lnTo>
                  <a:pt x="666697" y="92762"/>
                </a:lnTo>
                <a:lnTo>
                  <a:pt x="667050" y="93022"/>
                </a:lnTo>
                <a:lnTo>
                  <a:pt x="667418" y="93251"/>
                </a:lnTo>
                <a:lnTo>
                  <a:pt x="667800" y="93450"/>
                </a:lnTo>
                <a:lnTo>
                  <a:pt x="668197" y="93618"/>
                </a:lnTo>
                <a:lnTo>
                  <a:pt x="668608" y="93756"/>
                </a:lnTo>
                <a:lnTo>
                  <a:pt x="669033" y="93863"/>
                </a:lnTo>
                <a:lnTo>
                  <a:pt x="669472" y="93940"/>
                </a:lnTo>
                <a:lnTo>
                  <a:pt x="669926" y="93986"/>
                </a:lnTo>
                <a:lnTo>
                  <a:pt x="670395" y="94001"/>
                </a:lnTo>
                <a:lnTo>
                  <a:pt x="670786" y="93991"/>
                </a:lnTo>
                <a:lnTo>
                  <a:pt x="671175" y="93960"/>
                </a:lnTo>
                <a:lnTo>
                  <a:pt x="671563" y="93910"/>
                </a:lnTo>
                <a:lnTo>
                  <a:pt x="671948" y="93839"/>
                </a:lnTo>
                <a:lnTo>
                  <a:pt x="672332" y="93747"/>
                </a:lnTo>
                <a:lnTo>
                  <a:pt x="672713" y="93636"/>
                </a:lnTo>
                <a:lnTo>
                  <a:pt x="673092" y="93504"/>
                </a:lnTo>
                <a:lnTo>
                  <a:pt x="673470" y="93352"/>
                </a:lnTo>
                <a:lnTo>
                  <a:pt x="673845" y="93180"/>
                </a:lnTo>
                <a:lnTo>
                  <a:pt x="674219" y="92987"/>
                </a:lnTo>
                <a:lnTo>
                  <a:pt x="674590" y="92774"/>
                </a:lnTo>
                <a:lnTo>
                  <a:pt x="674960" y="92541"/>
                </a:lnTo>
                <a:lnTo>
                  <a:pt x="675321" y="92288"/>
                </a:lnTo>
                <a:lnTo>
                  <a:pt x="675669" y="92016"/>
                </a:lnTo>
                <a:lnTo>
                  <a:pt x="676003" y="91724"/>
                </a:lnTo>
                <a:lnTo>
                  <a:pt x="676323" y="91413"/>
                </a:lnTo>
                <a:lnTo>
                  <a:pt x="676629" y="91083"/>
                </a:lnTo>
                <a:lnTo>
                  <a:pt x="676921" y="90734"/>
                </a:lnTo>
                <a:lnTo>
                  <a:pt x="677200" y="90365"/>
                </a:lnTo>
                <a:lnTo>
                  <a:pt x="677464" y="89977"/>
                </a:lnTo>
                <a:lnTo>
                  <a:pt x="677715" y="89570"/>
                </a:lnTo>
                <a:lnTo>
                  <a:pt x="677952" y="89144"/>
                </a:lnTo>
                <a:lnTo>
                  <a:pt x="678175" y="88698"/>
                </a:lnTo>
                <a:lnTo>
                  <a:pt x="678384" y="88233"/>
                </a:lnTo>
                <a:lnTo>
                  <a:pt x="681165" y="88233"/>
                </a:lnTo>
                <a:lnTo>
                  <a:pt x="680735" y="89375"/>
                </a:lnTo>
                <a:lnTo>
                  <a:pt x="680276" y="90471"/>
                </a:lnTo>
                <a:lnTo>
                  <a:pt x="679788" y="91519"/>
                </a:lnTo>
                <a:lnTo>
                  <a:pt x="679271" y="92519"/>
                </a:lnTo>
                <a:lnTo>
                  <a:pt x="678726" y="93473"/>
                </a:lnTo>
                <a:lnTo>
                  <a:pt x="678152" y="94379"/>
                </a:lnTo>
                <a:lnTo>
                  <a:pt x="677549" y="95237"/>
                </a:lnTo>
                <a:lnTo>
                  <a:pt x="676917" y="96048"/>
                </a:lnTo>
                <a:lnTo>
                  <a:pt x="676257" y="96812"/>
                </a:lnTo>
                <a:lnTo>
                  <a:pt x="675568" y="97528"/>
                </a:lnTo>
                <a:lnTo>
                  <a:pt x="674850" y="98197"/>
                </a:lnTo>
                <a:lnTo>
                  <a:pt x="674104" y="98819"/>
                </a:lnTo>
                <a:lnTo>
                  <a:pt x="673341" y="99391"/>
                </a:lnTo>
                <a:lnTo>
                  <a:pt x="672574" y="99914"/>
                </a:lnTo>
                <a:lnTo>
                  <a:pt x="671803" y="100387"/>
                </a:lnTo>
                <a:lnTo>
                  <a:pt x="671029" y="100811"/>
                </a:lnTo>
                <a:lnTo>
                  <a:pt x="670250" y="101184"/>
                </a:lnTo>
                <a:lnTo>
                  <a:pt x="669467" y="101508"/>
                </a:lnTo>
                <a:lnTo>
                  <a:pt x="668681" y="101782"/>
                </a:lnTo>
                <a:lnTo>
                  <a:pt x="667890" y="102006"/>
                </a:lnTo>
                <a:lnTo>
                  <a:pt x="667096" y="102180"/>
                </a:lnTo>
                <a:lnTo>
                  <a:pt x="666297" y="102304"/>
                </a:lnTo>
                <a:lnTo>
                  <a:pt x="665495" y="102379"/>
                </a:lnTo>
                <a:lnTo>
                  <a:pt x="664688" y="102404"/>
                </a:lnTo>
                <a:lnTo>
                  <a:pt x="664143" y="102391"/>
                </a:lnTo>
                <a:lnTo>
                  <a:pt x="663599" y="102353"/>
                </a:lnTo>
                <a:lnTo>
                  <a:pt x="663057" y="102290"/>
                </a:lnTo>
                <a:lnTo>
                  <a:pt x="662517" y="102202"/>
                </a:lnTo>
                <a:lnTo>
                  <a:pt x="661979" y="102088"/>
                </a:lnTo>
                <a:lnTo>
                  <a:pt x="661443" y="101949"/>
                </a:lnTo>
                <a:lnTo>
                  <a:pt x="660909" y="101785"/>
                </a:lnTo>
                <a:lnTo>
                  <a:pt x="660377" y="101596"/>
                </a:lnTo>
                <a:lnTo>
                  <a:pt x="659847" y="101381"/>
                </a:lnTo>
                <a:lnTo>
                  <a:pt x="659319" y="101141"/>
                </a:lnTo>
                <a:lnTo>
                  <a:pt x="658793" y="100876"/>
                </a:lnTo>
                <a:lnTo>
                  <a:pt x="658269" y="100586"/>
                </a:lnTo>
                <a:lnTo>
                  <a:pt x="657757" y="100272"/>
                </a:lnTo>
                <a:lnTo>
                  <a:pt x="657268" y="99936"/>
                </a:lnTo>
                <a:lnTo>
                  <a:pt x="656802" y="99579"/>
                </a:lnTo>
                <a:lnTo>
                  <a:pt x="656359" y="99200"/>
                </a:lnTo>
                <a:lnTo>
                  <a:pt x="655938" y="98799"/>
                </a:lnTo>
                <a:lnTo>
                  <a:pt x="655540" y="98376"/>
                </a:lnTo>
                <a:lnTo>
                  <a:pt x="655165" y="97932"/>
                </a:lnTo>
                <a:lnTo>
                  <a:pt x="654813" y="97465"/>
                </a:lnTo>
                <a:lnTo>
                  <a:pt x="654484" y="96977"/>
                </a:lnTo>
                <a:lnTo>
                  <a:pt x="654177" y="96468"/>
                </a:lnTo>
                <a:lnTo>
                  <a:pt x="653893" y="95936"/>
                </a:lnTo>
                <a:lnTo>
                  <a:pt x="653632" y="95383"/>
                </a:lnTo>
                <a:lnTo>
                  <a:pt x="653393" y="94793"/>
                </a:lnTo>
                <a:lnTo>
                  <a:pt x="653175" y="94152"/>
                </a:lnTo>
                <a:lnTo>
                  <a:pt x="652977" y="93460"/>
                </a:lnTo>
                <a:lnTo>
                  <a:pt x="652800" y="92717"/>
                </a:lnTo>
                <a:lnTo>
                  <a:pt x="652644" y="91923"/>
                </a:lnTo>
                <a:lnTo>
                  <a:pt x="652509" y="91078"/>
                </a:lnTo>
                <a:lnTo>
                  <a:pt x="652394" y="90182"/>
                </a:lnTo>
                <a:lnTo>
                  <a:pt x="652301" y="89235"/>
                </a:lnTo>
                <a:lnTo>
                  <a:pt x="652228" y="88237"/>
                </a:lnTo>
                <a:lnTo>
                  <a:pt x="652176" y="87188"/>
                </a:lnTo>
                <a:lnTo>
                  <a:pt x="652145" y="86088"/>
                </a:lnTo>
                <a:lnTo>
                  <a:pt x="652134" y="84937"/>
                </a:lnTo>
                <a:lnTo>
                  <a:pt x="652134" y="41019"/>
                </a:lnTo>
                <a:lnTo>
                  <a:pt x="641792" y="41019"/>
                </a:lnTo>
                <a:lnTo>
                  <a:pt x="641792" y="38669"/>
                </a:lnTo>
                <a:lnTo>
                  <a:pt x="642447" y="38392"/>
                </a:lnTo>
                <a:lnTo>
                  <a:pt x="643104" y="38084"/>
                </a:lnTo>
                <a:lnTo>
                  <a:pt x="643764" y="37747"/>
                </a:lnTo>
                <a:lnTo>
                  <a:pt x="644427" y="37379"/>
                </a:lnTo>
                <a:lnTo>
                  <a:pt x="645092" y="36981"/>
                </a:lnTo>
                <a:lnTo>
                  <a:pt x="645759" y="36553"/>
                </a:lnTo>
                <a:lnTo>
                  <a:pt x="646429" y="36094"/>
                </a:lnTo>
                <a:lnTo>
                  <a:pt x="647102" y="35605"/>
                </a:lnTo>
                <a:lnTo>
                  <a:pt x="647777" y="35086"/>
                </a:lnTo>
                <a:lnTo>
                  <a:pt x="648454" y="34537"/>
                </a:lnTo>
                <a:lnTo>
                  <a:pt x="649134" y="33957"/>
                </a:lnTo>
                <a:lnTo>
                  <a:pt x="649816" y="33348"/>
                </a:lnTo>
                <a:lnTo>
                  <a:pt x="650494" y="32713"/>
                </a:lnTo>
                <a:lnTo>
                  <a:pt x="651159" y="32059"/>
                </a:lnTo>
                <a:lnTo>
                  <a:pt x="651811" y="31386"/>
                </a:lnTo>
                <a:lnTo>
                  <a:pt x="652451" y="30693"/>
                </a:lnTo>
                <a:lnTo>
                  <a:pt x="653079" y="29981"/>
                </a:lnTo>
                <a:lnTo>
                  <a:pt x="653695" y="29250"/>
                </a:lnTo>
                <a:lnTo>
                  <a:pt x="654298" y="28499"/>
                </a:lnTo>
                <a:lnTo>
                  <a:pt x="654888" y="27729"/>
                </a:lnTo>
                <a:lnTo>
                  <a:pt x="655467" y="26939"/>
                </a:lnTo>
                <a:lnTo>
                  <a:pt x="656033" y="26131"/>
                </a:lnTo>
                <a:lnTo>
                  <a:pt x="656586" y="25302"/>
                </a:lnTo>
                <a:lnTo>
                  <a:pt x="657127" y="24455"/>
                </a:lnTo>
                <a:lnTo>
                  <a:pt x="657410" y="23972"/>
                </a:lnTo>
                <a:lnTo>
                  <a:pt x="657710" y="23426"/>
                </a:lnTo>
                <a:lnTo>
                  <a:pt x="658028" y="22817"/>
                </a:lnTo>
                <a:lnTo>
                  <a:pt x="658364" y="22146"/>
                </a:lnTo>
                <a:lnTo>
                  <a:pt x="658717" y="21413"/>
                </a:lnTo>
                <a:lnTo>
                  <a:pt x="659089" y="20617"/>
                </a:lnTo>
                <a:lnTo>
                  <a:pt x="659478" y="19758"/>
                </a:lnTo>
                <a:lnTo>
                  <a:pt x="659886" y="18837"/>
                </a:lnTo>
                <a:lnTo>
                  <a:pt x="660311" y="17853"/>
                </a:lnTo>
                <a:lnTo>
                  <a:pt x="660753" y="16807"/>
                </a:lnTo>
                <a:lnTo>
                  <a:pt x="661214" y="15699"/>
                </a:lnTo>
                <a:lnTo>
                  <a:pt x="661693" y="14527"/>
                </a:lnTo>
                <a:lnTo>
                  <a:pt x="663904" y="14527"/>
                </a:lnTo>
                <a:close/>
                <a:moveTo>
                  <a:pt x="704247" y="0"/>
                </a:moveTo>
                <a:lnTo>
                  <a:pt x="704247" y="47784"/>
                </a:lnTo>
                <a:lnTo>
                  <a:pt x="705544" y="46379"/>
                </a:lnTo>
                <a:lnTo>
                  <a:pt x="706795" y="45061"/>
                </a:lnTo>
                <a:lnTo>
                  <a:pt x="708000" y="43829"/>
                </a:lnTo>
                <a:lnTo>
                  <a:pt x="709161" y="42684"/>
                </a:lnTo>
                <a:lnTo>
                  <a:pt x="710275" y="41626"/>
                </a:lnTo>
                <a:lnTo>
                  <a:pt x="711344" y="40654"/>
                </a:lnTo>
                <a:lnTo>
                  <a:pt x="712367" y="39768"/>
                </a:lnTo>
                <a:lnTo>
                  <a:pt x="713345" y="38969"/>
                </a:lnTo>
                <a:lnTo>
                  <a:pt x="714277" y="38257"/>
                </a:lnTo>
                <a:lnTo>
                  <a:pt x="715164" y="37631"/>
                </a:lnTo>
                <a:lnTo>
                  <a:pt x="716005" y="37092"/>
                </a:lnTo>
                <a:lnTo>
                  <a:pt x="716801" y="36639"/>
                </a:lnTo>
                <a:lnTo>
                  <a:pt x="717573" y="36247"/>
                </a:lnTo>
                <a:lnTo>
                  <a:pt x="718346" y="35888"/>
                </a:lnTo>
                <a:lnTo>
                  <a:pt x="719119" y="35564"/>
                </a:lnTo>
                <a:lnTo>
                  <a:pt x="719892" y="35274"/>
                </a:lnTo>
                <a:lnTo>
                  <a:pt x="720664" y="35018"/>
                </a:lnTo>
                <a:lnTo>
                  <a:pt x="721437" y="34796"/>
                </a:lnTo>
                <a:lnTo>
                  <a:pt x="722210" y="34609"/>
                </a:lnTo>
                <a:lnTo>
                  <a:pt x="722983" y="34455"/>
                </a:lnTo>
                <a:lnTo>
                  <a:pt x="723755" y="34336"/>
                </a:lnTo>
                <a:lnTo>
                  <a:pt x="724528" y="34250"/>
                </a:lnTo>
                <a:lnTo>
                  <a:pt x="725301" y="34199"/>
                </a:lnTo>
                <a:lnTo>
                  <a:pt x="726074" y="34182"/>
                </a:lnTo>
                <a:lnTo>
                  <a:pt x="726990" y="34203"/>
                </a:lnTo>
                <a:lnTo>
                  <a:pt x="727885" y="34267"/>
                </a:lnTo>
                <a:lnTo>
                  <a:pt x="728757" y="34373"/>
                </a:lnTo>
                <a:lnTo>
                  <a:pt x="729608" y="34522"/>
                </a:lnTo>
                <a:lnTo>
                  <a:pt x="730438" y="34713"/>
                </a:lnTo>
                <a:lnTo>
                  <a:pt x="731245" y="34946"/>
                </a:lnTo>
                <a:lnTo>
                  <a:pt x="732031" y="35222"/>
                </a:lnTo>
                <a:lnTo>
                  <a:pt x="732794" y="35540"/>
                </a:lnTo>
                <a:lnTo>
                  <a:pt x="733536" y="35901"/>
                </a:lnTo>
                <a:lnTo>
                  <a:pt x="734257" y="36304"/>
                </a:lnTo>
                <a:lnTo>
                  <a:pt x="734955" y="36750"/>
                </a:lnTo>
                <a:lnTo>
                  <a:pt x="735632" y="37238"/>
                </a:lnTo>
                <a:lnTo>
                  <a:pt x="736283" y="37771"/>
                </a:lnTo>
                <a:lnTo>
                  <a:pt x="736906" y="38353"/>
                </a:lnTo>
                <a:lnTo>
                  <a:pt x="737500" y="38983"/>
                </a:lnTo>
                <a:lnTo>
                  <a:pt x="738065" y="39661"/>
                </a:lnTo>
                <a:lnTo>
                  <a:pt x="738601" y="40388"/>
                </a:lnTo>
                <a:lnTo>
                  <a:pt x="739109" y="41163"/>
                </a:lnTo>
                <a:lnTo>
                  <a:pt x="739588" y="41987"/>
                </a:lnTo>
                <a:lnTo>
                  <a:pt x="740038" y="42858"/>
                </a:lnTo>
                <a:lnTo>
                  <a:pt x="740460" y="43779"/>
                </a:lnTo>
                <a:lnTo>
                  <a:pt x="740853" y="44747"/>
                </a:lnTo>
                <a:lnTo>
                  <a:pt x="741217" y="45764"/>
                </a:lnTo>
                <a:lnTo>
                  <a:pt x="741552" y="46829"/>
                </a:lnTo>
                <a:lnTo>
                  <a:pt x="741769" y="47639"/>
                </a:lnTo>
                <a:lnTo>
                  <a:pt x="741966" y="48555"/>
                </a:lnTo>
                <a:lnTo>
                  <a:pt x="742145" y="49574"/>
                </a:lnTo>
                <a:lnTo>
                  <a:pt x="742305" y="50698"/>
                </a:lnTo>
                <a:lnTo>
                  <a:pt x="742446" y="51927"/>
                </a:lnTo>
                <a:lnTo>
                  <a:pt x="742569" y="53260"/>
                </a:lnTo>
                <a:lnTo>
                  <a:pt x="742672" y="54698"/>
                </a:lnTo>
                <a:lnTo>
                  <a:pt x="742757" y="56241"/>
                </a:lnTo>
                <a:lnTo>
                  <a:pt x="742823" y="57888"/>
                </a:lnTo>
                <a:lnTo>
                  <a:pt x="742870" y="59640"/>
                </a:lnTo>
                <a:lnTo>
                  <a:pt x="742898" y="61496"/>
                </a:lnTo>
                <a:lnTo>
                  <a:pt x="742907" y="63457"/>
                </a:lnTo>
                <a:lnTo>
                  <a:pt x="742907" y="86479"/>
                </a:lnTo>
                <a:lnTo>
                  <a:pt x="742914" y="87482"/>
                </a:lnTo>
                <a:lnTo>
                  <a:pt x="742935" y="88431"/>
                </a:lnTo>
                <a:lnTo>
                  <a:pt x="742970" y="89326"/>
                </a:lnTo>
                <a:lnTo>
                  <a:pt x="743018" y="90166"/>
                </a:lnTo>
                <a:lnTo>
                  <a:pt x="743081" y="90952"/>
                </a:lnTo>
                <a:lnTo>
                  <a:pt x="743157" y="91684"/>
                </a:lnTo>
                <a:lnTo>
                  <a:pt x="743247" y="92362"/>
                </a:lnTo>
                <a:lnTo>
                  <a:pt x="743351" y="92985"/>
                </a:lnTo>
                <a:lnTo>
                  <a:pt x="743469" y="93554"/>
                </a:lnTo>
                <a:lnTo>
                  <a:pt x="743601" y="94069"/>
                </a:lnTo>
                <a:lnTo>
                  <a:pt x="743746" y="94529"/>
                </a:lnTo>
                <a:lnTo>
                  <a:pt x="743906" y="94936"/>
                </a:lnTo>
                <a:lnTo>
                  <a:pt x="744032" y="95215"/>
                </a:lnTo>
                <a:lnTo>
                  <a:pt x="744171" y="95484"/>
                </a:lnTo>
                <a:lnTo>
                  <a:pt x="744325" y="95743"/>
                </a:lnTo>
                <a:lnTo>
                  <a:pt x="744492" y="95993"/>
                </a:lnTo>
                <a:lnTo>
                  <a:pt x="744674" y="96233"/>
                </a:lnTo>
                <a:lnTo>
                  <a:pt x="744869" y="96463"/>
                </a:lnTo>
                <a:lnTo>
                  <a:pt x="745078" y="96683"/>
                </a:lnTo>
                <a:lnTo>
                  <a:pt x="745301" y="96893"/>
                </a:lnTo>
                <a:lnTo>
                  <a:pt x="745538" y="97093"/>
                </a:lnTo>
                <a:lnTo>
                  <a:pt x="745788" y="97284"/>
                </a:lnTo>
                <a:lnTo>
                  <a:pt x="746053" y="97464"/>
                </a:lnTo>
                <a:lnTo>
                  <a:pt x="746331" y="97635"/>
                </a:lnTo>
                <a:lnTo>
                  <a:pt x="746636" y="97794"/>
                </a:lnTo>
                <a:lnTo>
                  <a:pt x="746981" y="97939"/>
                </a:lnTo>
                <a:lnTo>
                  <a:pt x="747365" y="98070"/>
                </a:lnTo>
                <a:lnTo>
                  <a:pt x="747789" y="98188"/>
                </a:lnTo>
                <a:lnTo>
                  <a:pt x="748253" y="98291"/>
                </a:lnTo>
                <a:lnTo>
                  <a:pt x="748756" y="98381"/>
                </a:lnTo>
                <a:lnTo>
                  <a:pt x="749299" y="98457"/>
                </a:lnTo>
                <a:lnTo>
                  <a:pt x="749882" y="98519"/>
                </a:lnTo>
                <a:lnTo>
                  <a:pt x="750504" y="98568"/>
                </a:lnTo>
                <a:lnTo>
                  <a:pt x="751166" y="98602"/>
                </a:lnTo>
                <a:lnTo>
                  <a:pt x="751867" y="98623"/>
                </a:lnTo>
                <a:lnTo>
                  <a:pt x="752608" y="98630"/>
                </a:lnTo>
                <a:lnTo>
                  <a:pt x="752608" y="101265"/>
                </a:lnTo>
                <a:lnTo>
                  <a:pt x="720510" y="101265"/>
                </a:lnTo>
                <a:lnTo>
                  <a:pt x="720510" y="98630"/>
                </a:lnTo>
                <a:lnTo>
                  <a:pt x="722008" y="98630"/>
                </a:lnTo>
                <a:lnTo>
                  <a:pt x="722749" y="98620"/>
                </a:lnTo>
                <a:lnTo>
                  <a:pt x="723452" y="98591"/>
                </a:lnTo>
                <a:lnTo>
                  <a:pt x="724116" y="98543"/>
                </a:lnTo>
                <a:lnTo>
                  <a:pt x="724742" y="98475"/>
                </a:lnTo>
                <a:lnTo>
                  <a:pt x="725329" y="98389"/>
                </a:lnTo>
                <a:lnTo>
                  <a:pt x="725877" y="98283"/>
                </a:lnTo>
                <a:lnTo>
                  <a:pt x="726387" y="98157"/>
                </a:lnTo>
                <a:lnTo>
                  <a:pt x="726858" y="98013"/>
                </a:lnTo>
                <a:lnTo>
                  <a:pt x="727291" y="97849"/>
                </a:lnTo>
                <a:lnTo>
                  <a:pt x="727684" y="97665"/>
                </a:lnTo>
                <a:lnTo>
                  <a:pt x="728040" y="97463"/>
                </a:lnTo>
                <a:lnTo>
                  <a:pt x="728356" y="97241"/>
                </a:lnTo>
                <a:lnTo>
                  <a:pt x="728646" y="97000"/>
                </a:lnTo>
                <a:lnTo>
                  <a:pt x="728921" y="96742"/>
                </a:lnTo>
                <a:lnTo>
                  <a:pt x="729181" y="96464"/>
                </a:lnTo>
                <a:lnTo>
                  <a:pt x="729426" y="96169"/>
                </a:lnTo>
                <a:lnTo>
                  <a:pt x="729656" y="95855"/>
                </a:lnTo>
                <a:lnTo>
                  <a:pt x="729872" y="95523"/>
                </a:lnTo>
                <a:lnTo>
                  <a:pt x="730072" y="95173"/>
                </a:lnTo>
                <a:lnTo>
                  <a:pt x="730258" y="94804"/>
                </a:lnTo>
                <a:lnTo>
                  <a:pt x="730429" y="94417"/>
                </a:lnTo>
                <a:lnTo>
                  <a:pt x="730585" y="94012"/>
                </a:lnTo>
                <a:lnTo>
                  <a:pt x="730726" y="93588"/>
                </a:lnTo>
                <a:lnTo>
                  <a:pt x="730853" y="93146"/>
                </a:lnTo>
                <a:lnTo>
                  <a:pt x="730887" y="92926"/>
                </a:lnTo>
                <a:lnTo>
                  <a:pt x="730918" y="92644"/>
                </a:lnTo>
                <a:lnTo>
                  <a:pt x="730946" y="92301"/>
                </a:lnTo>
                <a:lnTo>
                  <a:pt x="730972" y="91896"/>
                </a:lnTo>
                <a:lnTo>
                  <a:pt x="730994" y="91430"/>
                </a:lnTo>
                <a:lnTo>
                  <a:pt x="731013" y="90903"/>
                </a:lnTo>
                <a:lnTo>
                  <a:pt x="731029" y="90315"/>
                </a:lnTo>
                <a:lnTo>
                  <a:pt x="731043" y="89665"/>
                </a:lnTo>
                <a:lnTo>
                  <a:pt x="731053" y="88954"/>
                </a:lnTo>
                <a:lnTo>
                  <a:pt x="731061" y="88181"/>
                </a:lnTo>
                <a:lnTo>
                  <a:pt x="731065" y="87347"/>
                </a:lnTo>
                <a:lnTo>
                  <a:pt x="731067" y="86452"/>
                </a:lnTo>
                <a:lnTo>
                  <a:pt x="731067" y="63379"/>
                </a:lnTo>
                <a:lnTo>
                  <a:pt x="731059" y="61650"/>
                </a:lnTo>
                <a:lnTo>
                  <a:pt x="731036" y="60022"/>
                </a:lnTo>
                <a:lnTo>
                  <a:pt x="730998" y="58497"/>
                </a:lnTo>
                <a:lnTo>
                  <a:pt x="730944" y="57073"/>
                </a:lnTo>
                <a:lnTo>
                  <a:pt x="730875" y="55751"/>
                </a:lnTo>
                <a:lnTo>
                  <a:pt x="730790" y="54531"/>
                </a:lnTo>
                <a:lnTo>
                  <a:pt x="730690" y="53413"/>
                </a:lnTo>
                <a:lnTo>
                  <a:pt x="730575" y="52397"/>
                </a:lnTo>
                <a:lnTo>
                  <a:pt x="730445" y="51482"/>
                </a:lnTo>
                <a:lnTo>
                  <a:pt x="730299" y="50670"/>
                </a:lnTo>
                <a:lnTo>
                  <a:pt x="730138" y="49959"/>
                </a:lnTo>
                <a:lnTo>
                  <a:pt x="729961" y="49350"/>
                </a:lnTo>
                <a:lnTo>
                  <a:pt x="729768" y="48804"/>
                </a:lnTo>
                <a:lnTo>
                  <a:pt x="729556" y="48281"/>
                </a:lnTo>
                <a:lnTo>
                  <a:pt x="729326" y="47782"/>
                </a:lnTo>
                <a:lnTo>
                  <a:pt x="729077" y="47305"/>
                </a:lnTo>
                <a:lnTo>
                  <a:pt x="728811" y="46852"/>
                </a:lnTo>
                <a:lnTo>
                  <a:pt x="728526" y="46422"/>
                </a:lnTo>
                <a:lnTo>
                  <a:pt x="728222" y="46015"/>
                </a:lnTo>
                <a:lnTo>
                  <a:pt x="727900" y="45632"/>
                </a:lnTo>
                <a:lnTo>
                  <a:pt x="727560" y="45271"/>
                </a:lnTo>
                <a:lnTo>
                  <a:pt x="727202" y="44934"/>
                </a:lnTo>
                <a:lnTo>
                  <a:pt x="726825" y="44620"/>
                </a:lnTo>
                <a:lnTo>
                  <a:pt x="726430" y="44330"/>
                </a:lnTo>
                <a:lnTo>
                  <a:pt x="726019" y="44063"/>
                </a:lnTo>
                <a:lnTo>
                  <a:pt x="725594" y="43819"/>
                </a:lnTo>
                <a:lnTo>
                  <a:pt x="725155" y="43598"/>
                </a:lnTo>
                <a:lnTo>
                  <a:pt x="724702" y="43400"/>
                </a:lnTo>
                <a:lnTo>
                  <a:pt x="724236" y="43226"/>
                </a:lnTo>
                <a:lnTo>
                  <a:pt x="723755" y="43075"/>
                </a:lnTo>
                <a:lnTo>
                  <a:pt x="723261" y="42947"/>
                </a:lnTo>
                <a:lnTo>
                  <a:pt x="722753" y="42842"/>
                </a:lnTo>
                <a:lnTo>
                  <a:pt x="722231" y="42761"/>
                </a:lnTo>
                <a:lnTo>
                  <a:pt x="721695" y="42703"/>
                </a:lnTo>
                <a:lnTo>
                  <a:pt x="721145" y="42668"/>
                </a:lnTo>
                <a:lnTo>
                  <a:pt x="720581" y="42656"/>
                </a:lnTo>
                <a:lnTo>
                  <a:pt x="719997" y="42669"/>
                </a:lnTo>
                <a:lnTo>
                  <a:pt x="719408" y="42708"/>
                </a:lnTo>
                <a:lnTo>
                  <a:pt x="718816" y="42772"/>
                </a:lnTo>
                <a:lnTo>
                  <a:pt x="718219" y="42862"/>
                </a:lnTo>
                <a:lnTo>
                  <a:pt x="717619" y="42978"/>
                </a:lnTo>
                <a:lnTo>
                  <a:pt x="717015" y="43119"/>
                </a:lnTo>
                <a:lnTo>
                  <a:pt x="716406" y="43286"/>
                </a:lnTo>
                <a:lnTo>
                  <a:pt x="715794" y="43479"/>
                </a:lnTo>
                <a:lnTo>
                  <a:pt x="715178" y="43698"/>
                </a:lnTo>
                <a:lnTo>
                  <a:pt x="714558" y="43942"/>
                </a:lnTo>
                <a:lnTo>
                  <a:pt x="713934" y="44212"/>
                </a:lnTo>
                <a:lnTo>
                  <a:pt x="713306" y="44508"/>
                </a:lnTo>
                <a:lnTo>
                  <a:pt x="712665" y="44843"/>
                </a:lnTo>
                <a:lnTo>
                  <a:pt x="712004" y="45230"/>
                </a:lnTo>
                <a:lnTo>
                  <a:pt x="711322" y="45670"/>
                </a:lnTo>
                <a:lnTo>
                  <a:pt x="710619" y="46162"/>
                </a:lnTo>
                <a:lnTo>
                  <a:pt x="709895" y="46706"/>
                </a:lnTo>
                <a:lnTo>
                  <a:pt x="709151" y="47303"/>
                </a:lnTo>
                <a:lnTo>
                  <a:pt x="708385" y="47952"/>
                </a:lnTo>
                <a:lnTo>
                  <a:pt x="707599" y="48654"/>
                </a:lnTo>
                <a:lnTo>
                  <a:pt x="706792" y="49408"/>
                </a:lnTo>
                <a:lnTo>
                  <a:pt x="705965" y="50215"/>
                </a:lnTo>
                <a:lnTo>
                  <a:pt x="705116" y="51074"/>
                </a:lnTo>
                <a:lnTo>
                  <a:pt x="704247" y="51985"/>
                </a:lnTo>
                <a:lnTo>
                  <a:pt x="704247" y="86452"/>
                </a:lnTo>
                <a:lnTo>
                  <a:pt x="704252" y="87533"/>
                </a:lnTo>
                <a:lnTo>
                  <a:pt x="704268" y="88543"/>
                </a:lnTo>
                <a:lnTo>
                  <a:pt x="704294" y="89483"/>
                </a:lnTo>
                <a:lnTo>
                  <a:pt x="704330" y="90353"/>
                </a:lnTo>
                <a:lnTo>
                  <a:pt x="704377" y="91153"/>
                </a:lnTo>
                <a:lnTo>
                  <a:pt x="704434" y="91882"/>
                </a:lnTo>
                <a:lnTo>
                  <a:pt x="704502" y="92542"/>
                </a:lnTo>
                <a:lnTo>
                  <a:pt x="704580" y="93130"/>
                </a:lnTo>
                <a:lnTo>
                  <a:pt x="704668" y="93649"/>
                </a:lnTo>
                <a:lnTo>
                  <a:pt x="704767" y="94098"/>
                </a:lnTo>
                <a:lnTo>
                  <a:pt x="704876" y="94476"/>
                </a:lnTo>
                <a:lnTo>
                  <a:pt x="704996" y="94784"/>
                </a:lnTo>
                <a:lnTo>
                  <a:pt x="705129" y="95053"/>
                </a:lnTo>
                <a:lnTo>
                  <a:pt x="705281" y="95315"/>
                </a:lnTo>
                <a:lnTo>
                  <a:pt x="705450" y="95570"/>
                </a:lnTo>
                <a:lnTo>
                  <a:pt x="705638" y="95817"/>
                </a:lnTo>
                <a:lnTo>
                  <a:pt x="705843" y="96056"/>
                </a:lnTo>
                <a:lnTo>
                  <a:pt x="706066" y="96289"/>
                </a:lnTo>
                <a:lnTo>
                  <a:pt x="706306" y="96513"/>
                </a:lnTo>
                <a:lnTo>
                  <a:pt x="706565" y="96731"/>
                </a:lnTo>
                <a:lnTo>
                  <a:pt x="706841" y="96941"/>
                </a:lnTo>
                <a:lnTo>
                  <a:pt x="707136" y="97143"/>
                </a:lnTo>
                <a:lnTo>
                  <a:pt x="707448" y="97338"/>
                </a:lnTo>
                <a:lnTo>
                  <a:pt x="707778" y="97526"/>
                </a:lnTo>
                <a:lnTo>
                  <a:pt x="708137" y="97702"/>
                </a:lnTo>
                <a:lnTo>
                  <a:pt x="708537" y="97863"/>
                </a:lnTo>
                <a:lnTo>
                  <a:pt x="708979" y="98009"/>
                </a:lnTo>
                <a:lnTo>
                  <a:pt x="709462" y="98139"/>
                </a:lnTo>
                <a:lnTo>
                  <a:pt x="709986" y="98254"/>
                </a:lnTo>
                <a:lnTo>
                  <a:pt x="710550" y="98354"/>
                </a:lnTo>
                <a:lnTo>
                  <a:pt x="711157" y="98438"/>
                </a:lnTo>
                <a:lnTo>
                  <a:pt x="711804" y="98507"/>
                </a:lnTo>
                <a:lnTo>
                  <a:pt x="712492" y="98561"/>
                </a:lnTo>
                <a:lnTo>
                  <a:pt x="713221" y="98599"/>
                </a:lnTo>
                <a:lnTo>
                  <a:pt x="713992" y="98622"/>
                </a:lnTo>
                <a:lnTo>
                  <a:pt x="714803" y="98630"/>
                </a:lnTo>
                <a:lnTo>
                  <a:pt x="714803" y="101265"/>
                </a:lnTo>
                <a:lnTo>
                  <a:pt x="682420" y="101265"/>
                </a:lnTo>
                <a:lnTo>
                  <a:pt x="682420" y="98630"/>
                </a:lnTo>
                <a:lnTo>
                  <a:pt x="683132" y="98620"/>
                </a:lnTo>
                <a:lnTo>
                  <a:pt x="683819" y="98592"/>
                </a:lnTo>
                <a:lnTo>
                  <a:pt x="684480" y="98545"/>
                </a:lnTo>
                <a:lnTo>
                  <a:pt x="685115" y="98479"/>
                </a:lnTo>
                <a:lnTo>
                  <a:pt x="685724" y="98395"/>
                </a:lnTo>
                <a:lnTo>
                  <a:pt x="686307" y="98291"/>
                </a:lnTo>
                <a:lnTo>
                  <a:pt x="686865" y="98169"/>
                </a:lnTo>
                <a:lnTo>
                  <a:pt x="687397" y="98028"/>
                </a:lnTo>
                <a:lnTo>
                  <a:pt x="687903" y="97869"/>
                </a:lnTo>
                <a:lnTo>
                  <a:pt x="688384" y="97690"/>
                </a:lnTo>
                <a:lnTo>
                  <a:pt x="688839" y="97493"/>
                </a:lnTo>
                <a:lnTo>
                  <a:pt x="689268" y="97277"/>
                </a:lnTo>
                <a:lnTo>
                  <a:pt x="689501" y="97149"/>
                </a:lnTo>
                <a:lnTo>
                  <a:pt x="689727" y="97004"/>
                </a:lnTo>
                <a:lnTo>
                  <a:pt x="689945" y="96842"/>
                </a:lnTo>
                <a:lnTo>
                  <a:pt x="690155" y="96661"/>
                </a:lnTo>
                <a:lnTo>
                  <a:pt x="690357" y="96463"/>
                </a:lnTo>
                <a:lnTo>
                  <a:pt x="690551" y="96246"/>
                </a:lnTo>
                <a:lnTo>
                  <a:pt x="690738" y="96012"/>
                </a:lnTo>
                <a:lnTo>
                  <a:pt x="690916" y="95760"/>
                </a:lnTo>
                <a:lnTo>
                  <a:pt x="691086" y="95491"/>
                </a:lnTo>
                <a:lnTo>
                  <a:pt x="691249" y="95203"/>
                </a:lnTo>
                <a:lnTo>
                  <a:pt x="691403" y="94898"/>
                </a:lnTo>
                <a:lnTo>
                  <a:pt x="691550" y="94575"/>
                </a:lnTo>
                <a:lnTo>
                  <a:pt x="691687" y="94214"/>
                </a:lnTo>
                <a:lnTo>
                  <a:pt x="691812" y="93796"/>
                </a:lnTo>
                <a:lnTo>
                  <a:pt x="691925" y="93320"/>
                </a:lnTo>
                <a:lnTo>
                  <a:pt x="692026" y="92787"/>
                </a:lnTo>
                <a:lnTo>
                  <a:pt x="692115" y="92197"/>
                </a:lnTo>
                <a:lnTo>
                  <a:pt x="692192" y="91550"/>
                </a:lnTo>
                <a:lnTo>
                  <a:pt x="692257" y="90845"/>
                </a:lnTo>
                <a:lnTo>
                  <a:pt x="692311" y="90083"/>
                </a:lnTo>
                <a:lnTo>
                  <a:pt x="692353" y="89263"/>
                </a:lnTo>
                <a:lnTo>
                  <a:pt x="692382" y="88387"/>
                </a:lnTo>
                <a:lnTo>
                  <a:pt x="692400" y="87453"/>
                </a:lnTo>
                <a:lnTo>
                  <a:pt x="692406" y="86461"/>
                </a:lnTo>
                <a:lnTo>
                  <a:pt x="692406" y="27468"/>
                </a:lnTo>
                <a:lnTo>
                  <a:pt x="692402" y="25666"/>
                </a:lnTo>
                <a:lnTo>
                  <a:pt x="692391" y="23983"/>
                </a:lnTo>
                <a:lnTo>
                  <a:pt x="692373" y="22420"/>
                </a:lnTo>
                <a:lnTo>
                  <a:pt x="692347" y="20977"/>
                </a:lnTo>
                <a:lnTo>
                  <a:pt x="692313" y="19653"/>
                </a:lnTo>
                <a:lnTo>
                  <a:pt x="692272" y="18449"/>
                </a:lnTo>
                <a:lnTo>
                  <a:pt x="692224" y="17364"/>
                </a:lnTo>
                <a:lnTo>
                  <a:pt x="692168" y="16399"/>
                </a:lnTo>
                <a:lnTo>
                  <a:pt x="692105" y="15554"/>
                </a:lnTo>
                <a:lnTo>
                  <a:pt x="692035" y="14828"/>
                </a:lnTo>
                <a:lnTo>
                  <a:pt x="691956" y="14222"/>
                </a:lnTo>
                <a:lnTo>
                  <a:pt x="691871" y="13735"/>
                </a:lnTo>
                <a:lnTo>
                  <a:pt x="691778" y="13319"/>
                </a:lnTo>
                <a:lnTo>
                  <a:pt x="691677" y="12926"/>
                </a:lnTo>
                <a:lnTo>
                  <a:pt x="691568" y="12556"/>
                </a:lnTo>
                <a:lnTo>
                  <a:pt x="691451" y="12208"/>
                </a:lnTo>
                <a:lnTo>
                  <a:pt x="691326" y="11884"/>
                </a:lnTo>
                <a:lnTo>
                  <a:pt x="691193" y="11582"/>
                </a:lnTo>
                <a:lnTo>
                  <a:pt x="691053" y="11302"/>
                </a:lnTo>
                <a:lnTo>
                  <a:pt x="690904" y="11046"/>
                </a:lnTo>
                <a:lnTo>
                  <a:pt x="690748" y="10812"/>
                </a:lnTo>
                <a:lnTo>
                  <a:pt x="690583" y="10601"/>
                </a:lnTo>
                <a:lnTo>
                  <a:pt x="690411" y="10413"/>
                </a:lnTo>
                <a:lnTo>
                  <a:pt x="690230" y="10248"/>
                </a:lnTo>
                <a:lnTo>
                  <a:pt x="690041" y="10100"/>
                </a:lnTo>
                <a:lnTo>
                  <a:pt x="689841" y="9965"/>
                </a:lnTo>
                <a:lnTo>
                  <a:pt x="689631" y="9843"/>
                </a:lnTo>
                <a:lnTo>
                  <a:pt x="689410" y="9734"/>
                </a:lnTo>
                <a:lnTo>
                  <a:pt x="689179" y="9637"/>
                </a:lnTo>
                <a:lnTo>
                  <a:pt x="688938" y="9554"/>
                </a:lnTo>
                <a:lnTo>
                  <a:pt x="688686" y="9483"/>
                </a:lnTo>
                <a:lnTo>
                  <a:pt x="688423" y="9425"/>
                </a:lnTo>
                <a:lnTo>
                  <a:pt x="688151" y="9380"/>
                </a:lnTo>
                <a:lnTo>
                  <a:pt x="687868" y="9348"/>
                </a:lnTo>
                <a:lnTo>
                  <a:pt x="687574" y="9329"/>
                </a:lnTo>
                <a:lnTo>
                  <a:pt x="687270" y="9322"/>
                </a:lnTo>
                <a:lnTo>
                  <a:pt x="687008" y="9330"/>
                </a:lnTo>
                <a:lnTo>
                  <a:pt x="686719" y="9354"/>
                </a:lnTo>
                <a:lnTo>
                  <a:pt x="686405" y="9393"/>
                </a:lnTo>
                <a:lnTo>
                  <a:pt x="686066" y="9449"/>
                </a:lnTo>
                <a:lnTo>
                  <a:pt x="685700" y="9520"/>
                </a:lnTo>
                <a:lnTo>
                  <a:pt x="685309" y="9607"/>
                </a:lnTo>
                <a:lnTo>
                  <a:pt x="684892" y="9710"/>
                </a:lnTo>
                <a:lnTo>
                  <a:pt x="684449" y="9829"/>
                </a:lnTo>
                <a:lnTo>
                  <a:pt x="683980" y="9963"/>
                </a:lnTo>
                <a:lnTo>
                  <a:pt x="683486" y="10113"/>
                </a:lnTo>
                <a:lnTo>
                  <a:pt x="682966" y="10280"/>
                </a:lnTo>
                <a:lnTo>
                  <a:pt x="682420" y="10462"/>
                </a:lnTo>
                <a:lnTo>
                  <a:pt x="681421" y="7969"/>
                </a:lnTo>
                <a:lnTo>
                  <a:pt x="700966" y="0"/>
                </a:lnTo>
                <a:lnTo>
                  <a:pt x="704247" y="0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</a:ln>
        </p:spPr>
      </p:sp>
      <p:sp>
        <p:nvSpPr>
          <p:cNvPr id="35" name="Original vector context 35">
            <a:extLst xmlns:a="http://schemas.openxmlformats.org/drawingml/2006/main">
              <a:ext uri="{FF2B5EF4-FFF2-40B4-BE49-F238E27FC236}">
                <a16:creationId xmlns:a16="http://schemas.microsoft.com/office/drawing/2014/main" id="{DC20AF2C-90E5-4DDE-9717-F10C88D8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42" y="8626702"/>
            <a:ext cx="43812" cy="319980"/>
          </a:xfrm>
          <a:custGeom xmlns:a="http://schemas.openxmlformats.org/drawingml/2006/main">
            <a:pathLst>
              <a:path w="43812" h="319980">
                <a:moveTo>
                  <a:pt x="23035" y="0"/>
                </a:moveTo>
                <a:lnTo>
                  <a:pt x="16255" y="283399"/>
                </a:lnTo>
                <a:lnTo>
                  <a:pt x="27208" y="283661"/>
                </a:lnTo>
                <a:lnTo>
                  <a:pt x="33988" y="260"/>
                </a:lnTo>
                <a:lnTo>
                  <a:pt x="23035" y="0"/>
                </a:lnTo>
                <a:close/>
                <a:moveTo>
                  <a:pt x="0" y="275718"/>
                </a:moveTo>
                <a:lnTo>
                  <a:pt x="20859" y="319980"/>
                </a:lnTo>
                <a:lnTo>
                  <a:pt x="43812" y="276762"/>
                </a:lnTo>
                <a:lnTo>
                  <a:pt x="0" y="275718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36" name="Original vector context 36">
            <a:extLst xmlns:a="http://schemas.openxmlformats.org/drawingml/2006/main">
              <a:ext uri="{FF2B5EF4-FFF2-40B4-BE49-F238E27FC236}">
                <a16:creationId xmlns:a16="http://schemas.microsoft.com/office/drawing/2014/main" id="{B0B0DCC5-AE83-4DF8-8C97-4A282D05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84" y="10453525"/>
            <a:ext cx="956843" cy="277103"/>
          </a:xfrm>
          <a:custGeom xmlns:a="http://schemas.openxmlformats.org/drawingml/2006/main">
            <a:pathLst>
              <a:path w="956843" h="277103">
                <a:moveTo>
                  <a:pt x="0" y="46184"/>
                </a:moveTo>
                <a:lnTo>
                  <a:pt x="422" y="39917"/>
                </a:lnTo>
                <a:lnTo>
                  <a:pt x="1652" y="33907"/>
                </a:lnTo>
                <a:lnTo>
                  <a:pt x="3635" y="28207"/>
                </a:lnTo>
                <a:lnTo>
                  <a:pt x="6316" y="22874"/>
                </a:lnTo>
                <a:lnTo>
                  <a:pt x="9639" y="17962"/>
                </a:lnTo>
                <a:lnTo>
                  <a:pt x="13549" y="13527"/>
                </a:lnTo>
                <a:lnTo>
                  <a:pt x="17992" y="9623"/>
                </a:lnTo>
                <a:lnTo>
                  <a:pt x="22912" y="6306"/>
                </a:lnTo>
                <a:lnTo>
                  <a:pt x="28254" y="3629"/>
                </a:lnTo>
                <a:lnTo>
                  <a:pt x="33962" y="1650"/>
                </a:lnTo>
                <a:lnTo>
                  <a:pt x="39983" y="422"/>
                </a:lnTo>
                <a:lnTo>
                  <a:pt x="46260" y="0"/>
                </a:lnTo>
                <a:lnTo>
                  <a:pt x="910583" y="0"/>
                </a:lnTo>
                <a:lnTo>
                  <a:pt x="916860" y="422"/>
                </a:lnTo>
                <a:lnTo>
                  <a:pt x="922881" y="1650"/>
                </a:lnTo>
                <a:lnTo>
                  <a:pt x="928589" y="3629"/>
                </a:lnTo>
                <a:lnTo>
                  <a:pt x="933931" y="6306"/>
                </a:lnTo>
                <a:lnTo>
                  <a:pt x="938851" y="9623"/>
                </a:lnTo>
                <a:lnTo>
                  <a:pt x="943294" y="13527"/>
                </a:lnTo>
                <a:lnTo>
                  <a:pt x="947204" y="17962"/>
                </a:lnTo>
                <a:lnTo>
                  <a:pt x="950527" y="22874"/>
                </a:lnTo>
                <a:lnTo>
                  <a:pt x="953208" y="28207"/>
                </a:lnTo>
                <a:lnTo>
                  <a:pt x="955191" y="33907"/>
                </a:lnTo>
                <a:lnTo>
                  <a:pt x="956421" y="39917"/>
                </a:lnTo>
                <a:lnTo>
                  <a:pt x="956843" y="46184"/>
                </a:lnTo>
                <a:lnTo>
                  <a:pt x="956843" y="230919"/>
                </a:lnTo>
                <a:lnTo>
                  <a:pt x="956421" y="237186"/>
                </a:lnTo>
                <a:lnTo>
                  <a:pt x="955191" y="243196"/>
                </a:lnTo>
                <a:lnTo>
                  <a:pt x="953208" y="248896"/>
                </a:lnTo>
                <a:lnTo>
                  <a:pt x="950527" y="254229"/>
                </a:lnTo>
                <a:lnTo>
                  <a:pt x="947204" y="259141"/>
                </a:lnTo>
                <a:lnTo>
                  <a:pt x="943294" y="263576"/>
                </a:lnTo>
                <a:lnTo>
                  <a:pt x="938851" y="267480"/>
                </a:lnTo>
                <a:lnTo>
                  <a:pt x="933931" y="270798"/>
                </a:lnTo>
                <a:lnTo>
                  <a:pt x="928589" y="273474"/>
                </a:lnTo>
                <a:lnTo>
                  <a:pt x="922881" y="275453"/>
                </a:lnTo>
                <a:lnTo>
                  <a:pt x="916860" y="276682"/>
                </a:lnTo>
                <a:lnTo>
                  <a:pt x="910583" y="277103"/>
                </a:lnTo>
                <a:lnTo>
                  <a:pt x="46260" y="277103"/>
                </a:lnTo>
                <a:lnTo>
                  <a:pt x="39983" y="276682"/>
                </a:lnTo>
                <a:lnTo>
                  <a:pt x="33962" y="275453"/>
                </a:lnTo>
                <a:lnTo>
                  <a:pt x="28254" y="273474"/>
                </a:lnTo>
                <a:lnTo>
                  <a:pt x="22912" y="270798"/>
                </a:lnTo>
                <a:lnTo>
                  <a:pt x="17992" y="267480"/>
                </a:lnTo>
                <a:lnTo>
                  <a:pt x="13549" y="263576"/>
                </a:lnTo>
                <a:lnTo>
                  <a:pt x="9639" y="259141"/>
                </a:lnTo>
                <a:lnTo>
                  <a:pt x="6316" y="254229"/>
                </a:lnTo>
                <a:lnTo>
                  <a:pt x="3635" y="248896"/>
                </a:lnTo>
                <a:lnTo>
                  <a:pt x="1652" y="243196"/>
                </a:lnTo>
                <a:lnTo>
                  <a:pt x="422" y="237186"/>
                </a:lnTo>
                <a:lnTo>
                  <a:pt x="0" y="230919"/>
                </a:lnTo>
                <a:lnTo>
                  <a:pt x="0" y="461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37" name="Original vector context 37">
            <a:extLst xmlns:a="http://schemas.openxmlformats.org/drawingml/2006/main">
              <a:ext uri="{FF2B5EF4-FFF2-40B4-BE49-F238E27FC236}">
                <a16:creationId xmlns:a16="http://schemas.microsoft.com/office/drawing/2014/main" id="{4DF48B14-8704-42EC-85CC-2F6A9B8E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08" y="10524538"/>
            <a:ext cx="336847" cy="114937"/>
          </a:xfrm>
          <a:custGeom xmlns:a="http://schemas.openxmlformats.org/drawingml/2006/main">
            <a:pathLst>
              <a:path w="336847" h="114937">
                <a:moveTo>
                  <a:pt x="23824" y="114937"/>
                </a:moveTo>
                <a:lnTo>
                  <a:pt x="23824" y="11109"/>
                </a:lnTo>
                <a:lnTo>
                  <a:pt x="0" y="11109"/>
                </a:lnTo>
                <a:lnTo>
                  <a:pt x="0" y="0"/>
                </a:lnTo>
                <a:lnTo>
                  <a:pt x="37091" y="0"/>
                </a:lnTo>
                <a:lnTo>
                  <a:pt x="37091" y="103828"/>
                </a:lnTo>
                <a:lnTo>
                  <a:pt x="61985" y="103828"/>
                </a:lnTo>
                <a:lnTo>
                  <a:pt x="61985" y="114937"/>
                </a:lnTo>
                <a:lnTo>
                  <a:pt x="23824" y="114937"/>
                </a:lnTo>
                <a:close/>
                <a:moveTo>
                  <a:pt x="111474" y="114937"/>
                </a:moveTo>
                <a:lnTo>
                  <a:pt x="111474" y="11109"/>
                </a:lnTo>
                <a:lnTo>
                  <a:pt x="87650" y="11109"/>
                </a:lnTo>
                <a:lnTo>
                  <a:pt x="87650" y="0"/>
                </a:lnTo>
                <a:lnTo>
                  <a:pt x="124741" y="0"/>
                </a:lnTo>
                <a:lnTo>
                  <a:pt x="124741" y="103828"/>
                </a:lnTo>
                <a:lnTo>
                  <a:pt x="149635" y="103828"/>
                </a:lnTo>
                <a:lnTo>
                  <a:pt x="149635" y="114937"/>
                </a:lnTo>
                <a:lnTo>
                  <a:pt x="111474" y="114937"/>
                </a:lnTo>
                <a:close/>
                <a:moveTo>
                  <a:pt x="203617" y="114937"/>
                </a:moveTo>
                <a:lnTo>
                  <a:pt x="169023" y="35322"/>
                </a:lnTo>
                <a:lnTo>
                  <a:pt x="183574" y="35322"/>
                </a:lnTo>
                <a:lnTo>
                  <a:pt x="210893" y="98403"/>
                </a:lnTo>
                <a:lnTo>
                  <a:pt x="238783" y="35322"/>
                </a:lnTo>
                <a:lnTo>
                  <a:pt x="252050" y="35322"/>
                </a:lnTo>
                <a:lnTo>
                  <a:pt x="217170" y="114937"/>
                </a:lnTo>
                <a:lnTo>
                  <a:pt x="203617" y="114937"/>
                </a:lnTo>
                <a:close/>
                <a:moveTo>
                  <a:pt x="259383" y="114937"/>
                </a:moveTo>
                <a:lnTo>
                  <a:pt x="259383" y="35322"/>
                </a:lnTo>
                <a:lnTo>
                  <a:pt x="271009" y="35322"/>
                </a:lnTo>
                <a:lnTo>
                  <a:pt x="271009" y="53623"/>
                </a:lnTo>
                <a:lnTo>
                  <a:pt x="271920" y="51739"/>
                </a:lnTo>
                <a:lnTo>
                  <a:pt x="272819" y="49954"/>
                </a:lnTo>
                <a:lnTo>
                  <a:pt x="273709" y="48269"/>
                </a:lnTo>
                <a:lnTo>
                  <a:pt x="274588" y="46684"/>
                </a:lnTo>
                <a:lnTo>
                  <a:pt x="275456" y="45199"/>
                </a:lnTo>
                <a:lnTo>
                  <a:pt x="276315" y="43814"/>
                </a:lnTo>
                <a:lnTo>
                  <a:pt x="277162" y="42528"/>
                </a:lnTo>
                <a:lnTo>
                  <a:pt x="278000" y="41343"/>
                </a:lnTo>
                <a:lnTo>
                  <a:pt x="278827" y="40257"/>
                </a:lnTo>
                <a:lnTo>
                  <a:pt x="279643" y="39272"/>
                </a:lnTo>
                <a:lnTo>
                  <a:pt x="280449" y="38386"/>
                </a:lnTo>
                <a:lnTo>
                  <a:pt x="281245" y="37600"/>
                </a:lnTo>
                <a:lnTo>
                  <a:pt x="282036" y="36895"/>
                </a:lnTo>
                <a:lnTo>
                  <a:pt x="282829" y="36251"/>
                </a:lnTo>
                <a:lnTo>
                  <a:pt x="283624" y="35669"/>
                </a:lnTo>
                <a:lnTo>
                  <a:pt x="284419" y="35147"/>
                </a:lnTo>
                <a:lnTo>
                  <a:pt x="285217" y="34688"/>
                </a:lnTo>
                <a:lnTo>
                  <a:pt x="286015" y="34289"/>
                </a:lnTo>
                <a:lnTo>
                  <a:pt x="286816" y="33952"/>
                </a:lnTo>
                <a:lnTo>
                  <a:pt x="287617" y="33676"/>
                </a:lnTo>
                <a:lnTo>
                  <a:pt x="288420" y="33461"/>
                </a:lnTo>
                <a:lnTo>
                  <a:pt x="289225" y="33308"/>
                </a:lnTo>
                <a:lnTo>
                  <a:pt x="290031" y="33216"/>
                </a:lnTo>
                <a:lnTo>
                  <a:pt x="290839" y="33185"/>
                </a:lnTo>
                <a:lnTo>
                  <a:pt x="291786" y="33217"/>
                </a:lnTo>
                <a:lnTo>
                  <a:pt x="292702" y="33311"/>
                </a:lnTo>
                <a:lnTo>
                  <a:pt x="293587" y="33468"/>
                </a:lnTo>
                <a:lnTo>
                  <a:pt x="294441" y="33688"/>
                </a:lnTo>
                <a:lnTo>
                  <a:pt x="295264" y="33970"/>
                </a:lnTo>
                <a:lnTo>
                  <a:pt x="296055" y="34316"/>
                </a:lnTo>
                <a:lnTo>
                  <a:pt x="296815" y="34724"/>
                </a:lnTo>
                <a:lnTo>
                  <a:pt x="297544" y="35195"/>
                </a:lnTo>
                <a:lnTo>
                  <a:pt x="298242" y="35729"/>
                </a:lnTo>
                <a:lnTo>
                  <a:pt x="298908" y="36325"/>
                </a:lnTo>
                <a:lnTo>
                  <a:pt x="299543" y="36985"/>
                </a:lnTo>
                <a:lnTo>
                  <a:pt x="300148" y="37707"/>
                </a:lnTo>
                <a:lnTo>
                  <a:pt x="300711" y="38487"/>
                </a:lnTo>
                <a:lnTo>
                  <a:pt x="301226" y="39320"/>
                </a:lnTo>
                <a:lnTo>
                  <a:pt x="301692" y="40206"/>
                </a:lnTo>
                <a:lnTo>
                  <a:pt x="302109" y="41145"/>
                </a:lnTo>
                <a:lnTo>
                  <a:pt x="302477" y="42137"/>
                </a:lnTo>
                <a:lnTo>
                  <a:pt x="302796" y="43182"/>
                </a:lnTo>
                <a:lnTo>
                  <a:pt x="303065" y="44279"/>
                </a:lnTo>
                <a:lnTo>
                  <a:pt x="303286" y="45430"/>
                </a:lnTo>
                <a:lnTo>
                  <a:pt x="303458" y="46633"/>
                </a:lnTo>
                <a:lnTo>
                  <a:pt x="303580" y="47890"/>
                </a:lnTo>
                <a:lnTo>
                  <a:pt x="303654" y="49199"/>
                </a:lnTo>
                <a:lnTo>
                  <a:pt x="303678" y="50561"/>
                </a:lnTo>
                <a:lnTo>
                  <a:pt x="303678" y="54834"/>
                </a:lnTo>
                <a:lnTo>
                  <a:pt x="304077" y="53642"/>
                </a:lnTo>
                <a:lnTo>
                  <a:pt x="304490" y="52489"/>
                </a:lnTo>
                <a:lnTo>
                  <a:pt x="304915" y="51373"/>
                </a:lnTo>
                <a:lnTo>
                  <a:pt x="305355" y="50296"/>
                </a:lnTo>
                <a:lnTo>
                  <a:pt x="305807" y="49257"/>
                </a:lnTo>
                <a:lnTo>
                  <a:pt x="306273" y="48256"/>
                </a:lnTo>
                <a:lnTo>
                  <a:pt x="306752" y="47292"/>
                </a:lnTo>
                <a:lnTo>
                  <a:pt x="307245" y="46367"/>
                </a:lnTo>
                <a:lnTo>
                  <a:pt x="307751" y="45480"/>
                </a:lnTo>
                <a:lnTo>
                  <a:pt x="308270" y="44632"/>
                </a:lnTo>
                <a:lnTo>
                  <a:pt x="308803" y="43821"/>
                </a:lnTo>
                <a:lnTo>
                  <a:pt x="309349" y="43048"/>
                </a:lnTo>
                <a:lnTo>
                  <a:pt x="309904" y="42307"/>
                </a:lnTo>
                <a:lnTo>
                  <a:pt x="310462" y="41592"/>
                </a:lnTo>
                <a:lnTo>
                  <a:pt x="311023" y="40903"/>
                </a:lnTo>
                <a:lnTo>
                  <a:pt x="311588" y="40239"/>
                </a:lnTo>
                <a:lnTo>
                  <a:pt x="312156" y="39601"/>
                </a:lnTo>
                <a:lnTo>
                  <a:pt x="312728" y="38989"/>
                </a:lnTo>
                <a:lnTo>
                  <a:pt x="313304" y="38402"/>
                </a:lnTo>
                <a:lnTo>
                  <a:pt x="313882" y="37842"/>
                </a:lnTo>
                <a:lnTo>
                  <a:pt x="314465" y="37307"/>
                </a:lnTo>
                <a:lnTo>
                  <a:pt x="315050" y="36797"/>
                </a:lnTo>
                <a:lnTo>
                  <a:pt x="315640" y="36314"/>
                </a:lnTo>
                <a:lnTo>
                  <a:pt x="316232" y="35856"/>
                </a:lnTo>
                <a:lnTo>
                  <a:pt x="316834" y="35429"/>
                </a:lnTo>
                <a:lnTo>
                  <a:pt x="317451" y="35040"/>
                </a:lnTo>
                <a:lnTo>
                  <a:pt x="318082" y="34687"/>
                </a:lnTo>
                <a:lnTo>
                  <a:pt x="318729" y="34372"/>
                </a:lnTo>
                <a:lnTo>
                  <a:pt x="319390" y="34094"/>
                </a:lnTo>
                <a:lnTo>
                  <a:pt x="320066" y="33853"/>
                </a:lnTo>
                <a:lnTo>
                  <a:pt x="320757" y="33649"/>
                </a:lnTo>
                <a:lnTo>
                  <a:pt x="321463" y="33482"/>
                </a:lnTo>
                <a:lnTo>
                  <a:pt x="322184" y="33352"/>
                </a:lnTo>
                <a:lnTo>
                  <a:pt x="322919" y="33259"/>
                </a:lnTo>
                <a:lnTo>
                  <a:pt x="323670" y="33204"/>
                </a:lnTo>
                <a:lnTo>
                  <a:pt x="324435" y="33185"/>
                </a:lnTo>
                <a:lnTo>
                  <a:pt x="325281" y="33215"/>
                </a:lnTo>
                <a:lnTo>
                  <a:pt x="326106" y="33306"/>
                </a:lnTo>
                <a:lnTo>
                  <a:pt x="326909" y="33457"/>
                </a:lnTo>
                <a:lnTo>
                  <a:pt x="327693" y="33668"/>
                </a:lnTo>
                <a:lnTo>
                  <a:pt x="328455" y="33939"/>
                </a:lnTo>
                <a:lnTo>
                  <a:pt x="329196" y="34271"/>
                </a:lnTo>
                <a:lnTo>
                  <a:pt x="329917" y="34663"/>
                </a:lnTo>
                <a:lnTo>
                  <a:pt x="330617" y="35116"/>
                </a:lnTo>
                <a:lnTo>
                  <a:pt x="331296" y="35629"/>
                </a:lnTo>
                <a:lnTo>
                  <a:pt x="331955" y="36202"/>
                </a:lnTo>
                <a:lnTo>
                  <a:pt x="332592" y="36835"/>
                </a:lnTo>
                <a:lnTo>
                  <a:pt x="333209" y="37529"/>
                </a:lnTo>
                <a:lnTo>
                  <a:pt x="333790" y="38313"/>
                </a:lnTo>
                <a:lnTo>
                  <a:pt x="334320" y="39216"/>
                </a:lnTo>
                <a:lnTo>
                  <a:pt x="334800" y="40240"/>
                </a:lnTo>
                <a:lnTo>
                  <a:pt x="335230" y="41383"/>
                </a:lnTo>
                <a:lnTo>
                  <a:pt x="335609" y="42645"/>
                </a:lnTo>
                <a:lnTo>
                  <a:pt x="335937" y="44027"/>
                </a:lnTo>
                <a:lnTo>
                  <a:pt x="336215" y="45529"/>
                </a:lnTo>
                <a:lnTo>
                  <a:pt x="336442" y="47151"/>
                </a:lnTo>
                <a:lnTo>
                  <a:pt x="336619" y="48892"/>
                </a:lnTo>
                <a:lnTo>
                  <a:pt x="336746" y="50753"/>
                </a:lnTo>
                <a:lnTo>
                  <a:pt x="336821" y="52734"/>
                </a:lnTo>
                <a:lnTo>
                  <a:pt x="336847" y="54834"/>
                </a:lnTo>
                <a:lnTo>
                  <a:pt x="336847" y="114937"/>
                </a:lnTo>
                <a:lnTo>
                  <a:pt x="325220" y="114937"/>
                </a:lnTo>
                <a:lnTo>
                  <a:pt x="325220" y="60602"/>
                </a:lnTo>
                <a:lnTo>
                  <a:pt x="325217" y="59516"/>
                </a:lnTo>
                <a:lnTo>
                  <a:pt x="325208" y="58488"/>
                </a:lnTo>
                <a:lnTo>
                  <a:pt x="325193" y="57520"/>
                </a:lnTo>
                <a:lnTo>
                  <a:pt x="325172" y="56610"/>
                </a:lnTo>
                <a:lnTo>
                  <a:pt x="325146" y="55759"/>
                </a:lnTo>
                <a:lnTo>
                  <a:pt x="325113" y="54967"/>
                </a:lnTo>
                <a:lnTo>
                  <a:pt x="325074" y="54234"/>
                </a:lnTo>
                <a:lnTo>
                  <a:pt x="325030" y="53560"/>
                </a:lnTo>
                <a:lnTo>
                  <a:pt x="324979" y="52944"/>
                </a:lnTo>
                <a:lnTo>
                  <a:pt x="324923" y="52388"/>
                </a:lnTo>
                <a:lnTo>
                  <a:pt x="324860" y="51890"/>
                </a:lnTo>
                <a:lnTo>
                  <a:pt x="324792" y="51451"/>
                </a:lnTo>
                <a:lnTo>
                  <a:pt x="324715" y="51050"/>
                </a:lnTo>
                <a:lnTo>
                  <a:pt x="324625" y="50665"/>
                </a:lnTo>
                <a:lnTo>
                  <a:pt x="324524" y="50296"/>
                </a:lnTo>
                <a:lnTo>
                  <a:pt x="324411" y="49944"/>
                </a:lnTo>
                <a:lnTo>
                  <a:pt x="324287" y="49608"/>
                </a:lnTo>
                <a:lnTo>
                  <a:pt x="324150" y="49288"/>
                </a:lnTo>
                <a:lnTo>
                  <a:pt x="324001" y="48985"/>
                </a:lnTo>
                <a:lnTo>
                  <a:pt x="323841" y="48698"/>
                </a:lnTo>
                <a:lnTo>
                  <a:pt x="323668" y="48427"/>
                </a:lnTo>
                <a:lnTo>
                  <a:pt x="323484" y="48172"/>
                </a:lnTo>
                <a:lnTo>
                  <a:pt x="323288" y="47934"/>
                </a:lnTo>
                <a:lnTo>
                  <a:pt x="323080" y="47713"/>
                </a:lnTo>
                <a:lnTo>
                  <a:pt x="322864" y="47508"/>
                </a:lnTo>
                <a:lnTo>
                  <a:pt x="322646" y="47321"/>
                </a:lnTo>
                <a:lnTo>
                  <a:pt x="322425" y="47152"/>
                </a:lnTo>
                <a:lnTo>
                  <a:pt x="322200" y="47000"/>
                </a:lnTo>
                <a:lnTo>
                  <a:pt x="321973" y="46867"/>
                </a:lnTo>
                <a:lnTo>
                  <a:pt x="321743" y="46751"/>
                </a:lnTo>
                <a:lnTo>
                  <a:pt x="321509" y="46653"/>
                </a:lnTo>
                <a:lnTo>
                  <a:pt x="321273" y="46573"/>
                </a:lnTo>
                <a:lnTo>
                  <a:pt x="321034" y="46511"/>
                </a:lnTo>
                <a:lnTo>
                  <a:pt x="320791" y="46466"/>
                </a:lnTo>
                <a:lnTo>
                  <a:pt x="320546" y="46440"/>
                </a:lnTo>
                <a:lnTo>
                  <a:pt x="320298" y="46431"/>
                </a:lnTo>
                <a:lnTo>
                  <a:pt x="319676" y="46470"/>
                </a:lnTo>
                <a:lnTo>
                  <a:pt x="319047" y="46588"/>
                </a:lnTo>
                <a:lnTo>
                  <a:pt x="318410" y="46785"/>
                </a:lnTo>
                <a:lnTo>
                  <a:pt x="317766" y="47060"/>
                </a:lnTo>
                <a:lnTo>
                  <a:pt x="317114" y="47414"/>
                </a:lnTo>
                <a:lnTo>
                  <a:pt x="316455" y="47846"/>
                </a:lnTo>
                <a:lnTo>
                  <a:pt x="315789" y="48357"/>
                </a:lnTo>
                <a:lnTo>
                  <a:pt x="315115" y="48947"/>
                </a:lnTo>
                <a:lnTo>
                  <a:pt x="314433" y="49615"/>
                </a:lnTo>
                <a:lnTo>
                  <a:pt x="313745" y="50362"/>
                </a:lnTo>
                <a:lnTo>
                  <a:pt x="313048" y="51188"/>
                </a:lnTo>
                <a:lnTo>
                  <a:pt x="312345" y="52092"/>
                </a:lnTo>
                <a:lnTo>
                  <a:pt x="311636" y="53087"/>
                </a:lnTo>
                <a:lnTo>
                  <a:pt x="310925" y="54186"/>
                </a:lnTo>
                <a:lnTo>
                  <a:pt x="310212" y="55388"/>
                </a:lnTo>
                <a:lnTo>
                  <a:pt x="309496" y="56693"/>
                </a:lnTo>
                <a:lnTo>
                  <a:pt x="308777" y="58102"/>
                </a:lnTo>
                <a:lnTo>
                  <a:pt x="308056" y="59614"/>
                </a:lnTo>
                <a:lnTo>
                  <a:pt x="307333" y="61229"/>
                </a:lnTo>
                <a:lnTo>
                  <a:pt x="306607" y="62948"/>
                </a:lnTo>
                <a:lnTo>
                  <a:pt x="305878" y="64770"/>
                </a:lnTo>
                <a:lnTo>
                  <a:pt x="305148" y="66696"/>
                </a:lnTo>
                <a:lnTo>
                  <a:pt x="304414" y="68725"/>
                </a:lnTo>
                <a:lnTo>
                  <a:pt x="303678" y="70857"/>
                </a:lnTo>
                <a:lnTo>
                  <a:pt x="303678" y="114937"/>
                </a:lnTo>
                <a:lnTo>
                  <a:pt x="292551" y="114937"/>
                </a:lnTo>
                <a:lnTo>
                  <a:pt x="292551" y="60673"/>
                </a:lnTo>
                <a:lnTo>
                  <a:pt x="292537" y="58977"/>
                </a:lnTo>
                <a:lnTo>
                  <a:pt x="292493" y="57401"/>
                </a:lnTo>
                <a:lnTo>
                  <a:pt x="292422" y="55947"/>
                </a:lnTo>
                <a:lnTo>
                  <a:pt x="292321" y="54612"/>
                </a:lnTo>
                <a:lnTo>
                  <a:pt x="292192" y="53399"/>
                </a:lnTo>
                <a:lnTo>
                  <a:pt x="292034" y="52306"/>
                </a:lnTo>
                <a:lnTo>
                  <a:pt x="291847" y="51334"/>
                </a:lnTo>
                <a:lnTo>
                  <a:pt x="291632" y="50482"/>
                </a:lnTo>
                <a:lnTo>
                  <a:pt x="291387" y="49751"/>
                </a:lnTo>
                <a:lnTo>
                  <a:pt x="291114" y="49141"/>
                </a:lnTo>
                <a:lnTo>
                  <a:pt x="290813" y="48651"/>
                </a:lnTo>
                <a:lnTo>
                  <a:pt x="290482" y="48282"/>
                </a:lnTo>
                <a:lnTo>
                  <a:pt x="290141" y="47987"/>
                </a:lnTo>
                <a:lnTo>
                  <a:pt x="289805" y="47717"/>
                </a:lnTo>
                <a:lnTo>
                  <a:pt x="289475" y="47472"/>
                </a:lnTo>
                <a:lnTo>
                  <a:pt x="289151" y="47254"/>
                </a:lnTo>
                <a:lnTo>
                  <a:pt x="288833" y="47061"/>
                </a:lnTo>
                <a:lnTo>
                  <a:pt x="288521" y="46894"/>
                </a:lnTo>
                <a:lnTo>
                  <a:pt x="288215" y="46752"/>
                </a:lnTo>
                <a:lnTo>
                  <a:pt x="287914" y="46636"/>
                </a:lnTo>
                <a:lnTo>
                  <a:pt x="287620" y="46546"/>
                </a:lnTo>
                <a:lnTo>
                  <a:pt x="287332" y="46482"/>
                </a:lnTo>
                <a:lnTo>
                  <a:pt x="287050" y="46444"/>
                </a:lnTo>
                <a:lnTo>
                  <a:pt x="286773" y="46431"/>
                </a:lnTo>
                <a:lnTo>
                  <a:pt x="286163" y="46475"/>
                </a:lnTo>
                <a:lnTo>
                  <a:pt x="285546" y="46607"/>
                </a:lnTo>
                <a:lnTo>
                  <a:pt x="284921" y="46827"/>
                </a:lnTo>
                <a:lnTo>
                  <a:pt x="284289" y="47135"/>
                </a:lnTo>
                <a:lnTo>
                  <a:pt x="283649" y="47531"/>
                </a:lnTo>
                <a:lnTo>
                  <a:pt x="283002" y="48015"/>
                </a:lnTo>
                <a:lnTo>
                  <a:pt x="282347" y="48587"/>
                </a:lnTo>
                <a:lnTo>
                  <a:pt x="281685" y="49248"/>
                </a:lnTo>
                <a:lnTo>
                  <a:pt x="281016" y="49996"/>
                </a:lnTo>
                <a:lnTo>
                  <a:pt x="280339" y="50832"/>
                </a:lnTo>
                <a:lnTo>
                  <a:pt x="279654" y="51756"/>
                </a:lnTo>
                <a:lnTo>
                  <a:pt x="278963" y="52769"/>
                </a:lnTo>
                <a:lnTo>
                  <a:pt x="278270" y="53850"/>
                </a:lnTo>
                <a:lnTo>
                  <a:pt x="277583" y="54980"/>
                </a:lnTo>
                <a:lnTo>
                  <a:pt x="276901" y="56160"/>
                </a:lnTo>
                <a:lnTo>
                  <a:pt x="276224" y="57390"/>
                </a:lnTo>
                <a:lnTo>
                  <a:pt x="275553" y="58668"/>
                </a:lnTo>
                <a:lnTo>
                  <a:pt x="274888" y="59997"/>
                </a:lnTo>
                <a:lnTo>
                  <a:pt x="274228" y="61375"/>
                </a:lnTo>
                <a:lnTo>
                  <a:pt x="273573" y="62802"/>
                </a:lnTo>
                <a:lnTo>
                  <a:pt x="272924" y="64278"/>
                </a:lnTo>
                <a:lnTo>
                  <a:pt x="272280" y="65805"/>
                </a:lnTo>
                <a:lnTo>
                  <a:pt x="271642" y="67380"/>
                </a:lnTo>
                <a:lnTo>
                  <a:pt x="271009" y="69005"/>
                </a:lnTo>
                <a:lnTo>
                  <a:pt x="271009" y="114937"/>
                </a:lnTo>
                <a:lnTo>
                  <a:pt x="259383" y="114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8" name="Original vector context 38">
            <a:extLst xmlns:a="http://schemas.openxmlformats.org/drawingml/2006/main">
              <a:ext uri="{FF2B5EF4-FFF2-40B4-BE49-F238E27FC236}">
                <a16:creationId xmlns:a16="http://schemas.microsoft.com/office/drawing/2014/main" id="{29AE2990-FEF5-4AE8-A979-5E104A34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09" y="9568352"/>
            <a:ext cx="227348" cy="103259"/>
          </a:xfrm>
          <a:custGeom xmlns:a="http://schemas.openxmlformats.org/drawingml/2006/main">
            <a:pathLst>
              <a:path w="227348" h="103259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89262" y="34182"/>
                </a:moveTo>
                <a:lnTo>
                  <a:pt x="89262" y="56258"/>
                </a:lnTo>
                <a:lnTo>
                  <a:pt x="86908" y="56258"/>
                </a:lnTo>
                <a:lnTo>
                  <a:pt x="86445" y="54573"/>
                </a:lnTo>
                <a:lnTo>
                  <a:pt x="85962" y="52981"/>
                </a:lnTo>
                <a:lnTo>
                  <a:pt x="85457" y="51480"/>
                </a:lnTo>
                <a:lnTo>
                  <a:pt x="84930" y="50072"/>
                </a:lnTo>
                <a:lnTo>
                  <a:pt x="84383" y="48756"/>
                </a:lnTo>
                <a:lnTo>
                  <a:pt x="83814" y="47533"/>
                </a:lnTo>
                <a:lnTo>
                  <a:pt x="83224" y="46402"/>
                </a:lnTo>
                <a:lnTo>
                  <a:pt x="82612" y="45363"/>
                </a:lnTo>
                <a:lnTo>
                  <a:pt x="81979" y="44416"/>
                </a:lnTo>
                <a:lnTo>
                  <a:pt x="81325" y="43561"/>
                </a:lnTo>
                <a:lnTo>
                  <a:pt x="80650" y="42799"/>
                </a:lnTo>
                <a:lnTo>
                  <a:pt x="79953" y="42129"/>
                </a:lnTo>
                <a:lnTo>
                  <a:pt x="79230" y="41531"/>
                </a:lnTo>
                <a:lnTo>
                  <a:pt x="78474" y="40985"/>
                </a:lnTo>
                <a:lnTo>
                  <a:pt x="77686" y="40490"/>
                </a:lnTo>
                <a:lnTo>
                  <a:pt x="76866" y="40048"/>
                </a:lnTo>
                <a:lnTo>
                  <a:pt x="76014" y="39658"/>
                </a:lnTo>
                <a:lnTo>
                  <a:pt x="75130" y="39320"/>
                </a:lnTo>
                <a:lnTo>
                  <a:pt x="74213" y="39034"/>
                </a:lnTo>
                <a:lnTo>
                  <a:pt x="73264" y="38800"/>
                </a:lnTo>
                <a:lnTo>
                  <a:pt x="72283" y="38618"/>
                </a:lnTo>
                <a:lnTo>
                  <a:pt x="71270" y="38488"/>
                </a:lnTo>
                <a:lnTo>
                  <a:pt x="70224" y="38410"/>
                </a:lnTo>
                <a:lnTo>
                  <a:pt x="69147" y="38384"/>
                </a:lnTo>
                <a:lnTo>
                  <a:pt x="68328" y="38402"/>
                </a:lnTo>
                <a:lnTo>
                  <a:pt x="67536" y="38457"/>
                </a:lnTo>
                <a:lnTo>
                  <a:pt x="66771" y="38548"/>
                </a:lnTo>
                <a:lnTo>
                  <a:pt x="66032" y="38676"/>
                </a:lnTo>
                <a:lnTo>
                  <a:pt x="65320" y="38841"/>
                </a:lnTo>
                <a:lnTo>
                  <a:pt x="64635" y="39042"/>
                </a:lnTo>
                <a:lnTo>
                  <a:pt x="63977" y="39280"/>
                </a:lnTo>
                <a:lnTo>
                  <a:pt x="63345" y="39554"/>
                </a:lnTo>
                <a:lnTo>
                  <a:pt x="62741" y="39865"/>
                </a:lnTo>
                <a:lnTo>
                  <a:pt x="62162" y="40212"/>
                </a:lnTo>
                <a:lnTo>
                  <a:pt x="61611" y="40596"/>
                </a:lnTo>
                <a:lnTo>
                  <a:pt x="61087" y="41016"/>
                </a:lnTo>
                <a:lnTo>
                  <a:pt x="60597" y="41459"/>
                </a:lnTo>
                <a:lnTo>
                  <a:pt x="60149" y="41909"/>
                </a:lnTo>
                <a:lnTo>
                  <a:pt x="59745" y="42367"/>
                </a:lnTo>
                <a:lnTo>
                  <a:pt x="59383" y="42833"/>
                </a:lnTo>
                <a:lnTo>
                  <a:pt x="59063" y="43308"/>
                </a:lnTo>
                <a:lnTo>
                  <a:pt x="58786" y="43790"/>
                </a:lnTo>
                <a:lnTo>
                  <a:pt x="58552" y="44280"/>
                </a:lnTo>
                <a:lnTo>
                  <a:pt x="58360" y="44778"/>
                </a:lnTo>
                <a:lnTo>
                  <a:pt x="58211" y="45284"/>
                </a:lnTo>
                <a:lnTo>
                  <a:pt x="58105" y="45798"/>
                </a:lnTo>
                <a:lnTo>
                  <a:pt x="58041" y="46319"/>
                </a:lnTo>
                <a:lnTo>
                  <a:pt x="58019" y="46849"/>
                </a:lnTo>
                <a:lnTo>
                  <a:pt x="58035" y="47505"/>
                </a:lnTo>
                <a:lnTo>
                  <a:pt x="58083" y="48145"/>
                </a:lnTo>
                <a:lnTo>
                  <a:pt x="58162" y="48770"/>
                </a:lnTo>
                <a:lnTo>
                  <a:pt x="58273" y="49378"/>
                </a:lnTo>
                <a:lnTo>
                  <a:pt x="58416" y="49971"/>
                </a:lnTo>
                <a:lnTo>
                  <a:pt x="58590" y="50548"/>
                </a:lnTo>
                <a:lnTo>
                  <a:pt x="58796" y="51109"/>
                </a:lnTo>
                <a:lnTo>
                  <a:pt x="59034" y="51654"/>
                </a:lnTo>
                <a:lnTo>
                  <a:pt x="59303" y="52183"/>
                </a:lnTo>
                <a:lnTo>
                  <a:pt x="59605" y="52697"/>
                </a:lnTo>
                <a:lnTo>
                  <a:pt x="59937" y="53195"/>
                </a:lnTo>
                <a:lnTo>
                  <a:pt x="60302" y="53677"/>
                </a:lnTo>
                <a:lnTo>
                  <a:pt x="60702" y="54165"/>
                </a:lnTo>
                <a:lnTo>
                  <a:pt x="61166" y="54659"/>
                </a:lnTo>
                <a:lnTo>
                  <a:pt x="61693" y="55157"/>
                </a:lnTo>
                <a:lnTo>
                  <a:pt x="62283" y="55661"/>
                </a:lnTo>
                <a:lnTo>
                  <a:pt x="62937" y="56169"/>
                </a:lnTo>
                <a:lnTo>
                  <a:pt x="63654" y="56683"/>
                </a:lnTo>
                <a:lnTo>
                  <a:pt x="64435" y="57201"/>
                </a:lnTo>
                <a:lnTo>
                  <a:pt x="65279" y="57724"/>
                </a:lnTo>
                <a:lnTo>
                  <a:pt x="66187" y="58252"/>
                </a:lnTo>
                <a:lnTo>
                  <a:pt x="67158" y="58785"/>
                </a:lnTo>
                <a:lnTo>
                  <a:pt x="68192" y="59323"/>
                </a:lnTo>
                <a:lnTo>
                  <a:pt x="69289" y="59865"/>
                </a:lnTo>
                <a:lnTo>
                  <a:pt x="79704" y="64917"/>
                </a:lnTo>
                <a:lnTo>
                  <a:pt x="82016" y="66122"/>
                </a:lnTo>
                <a:lnTo>
                  <a:pt x="84128" y="67389"/>
                </a:lnTo>
                <a:lnTo>
                  <a:pt x="86039" y="68718"/>
                </a:lnTo>
                <a:lnTo>
                  <a:pt x="87748" y="70109"/>
                </a:lnTo>
                <a:lnTo>
                  <a:pt x="89256" y="71563"/>
                </a:lnTo>
                <a:lnTo>
                  <a:pt x="90564" y="73079"/>
                </a:lnTo>
                <a:lnTo>
                  <a:pt x="91670" y="74658"/>
                </a:lnTo>
                <a:lnTo>
                  <a:pt x="92575" y="76298"/>
                </a:lnTo>
                <a:lnTo>
                  <a:pt x="93279" y="78001"/>
                </a:lnTo>
                <a:lnTo>
                  <a:pt x="93781" y="79766"/>
                </a:lnTo>
                <a:lnTo>
                  <a:pt x="94083" y="81594"/>
                </a:lnTo>
                <a:lnTo>
                  <a:pt x="94184" y="83484"/>
                </a:lnTo>
                <a:lnTo>
                  <a:pt x="94137" y="84941"/>
                </a:lnTo>
                <a:lnTo>
                  <a:pt x="93996" y="86351"/>
                </a:lnTo>
                <a:lnTo>
                  <a:pt x="93762" y="87713"/>
                </a:lnTo>
                <a:lnTo>
                  <a:pt x="93435" y="89028"/>
                </a:lnTo>
                <a:lnTo>
                  <a:pt x="93013" y="90294"/>
                </a:lnTo>
                <a:lnTo>
                  <a:pt x="92498" y="91512"/>
                </a:lnTo>
                <a:lnTo>
                  <a:pt x="91890" y="92683"/>
                </a:lnTo>
                <a:lnTo>
                  <a:pt x="91188" y="93806"/>
                </a:lnTo>
                <a:lnTo>
                  <a:pt x="90392" y="94880"/>
                </a:lnTo>
                <a:lnTo>
                  <a:pt x="89503" y="95907"/>
                </a:lnTo>
                <a:lnTo>
                  <a:pt x="88519" y="96886"/>
                </a:lnTo>
                <a:lnTo>
                  <a:pt x="87443" y="97817"/>
                </a:lnTo>
                <a:lnTo>
                  <a:pt x="86308" y="98686"/>
                </a:lnTo>
                <a:lnTo>
                  <a:pt x="85151" y="99480"/>
                </a:lnTo>
                <a:lnTo>
                  <a:pt x="83972" y="100198"/>
                </a:lnTo>
                <a:lnTo>
                  <a:pt x="82771" y="100840"/>
                </a:lnTo>
                <a:lnTo>
                  <a:pt x="81547" y="101407"/>
                </a:lnTo>
                <a:lnTo>
                  <a:pt x="80301" y="101898"/>
                </a:lnTo>
                <a:lnTo>
                  <a:pt x="79033" y="102314"/>
                </a:lnTo>
                <a:lnTo>
                  <a:pt x="77742" y="102654"/>
                </a:lnTo>
                <a:lnTo>
                  <a:pt x="76429" y="102918"/>
                </a:lnTo>
                <a:lnTo>
                  <a:pt x="75094" y="103107"/>
                </a:lnTo>
                <a:lnTo>
                  <a:pt x="73736" y="103221"/>
                </a:lnTo>
                <a:lnTo>
                  <a:pt x="72357" y="103259"/>
                </a:lnTo>
                <a:lnTo>
                  <a:pt x="71346" y="103244"/>
                </a:lnTo>
                <a:lnTo>
                  <a:pt x="70312" y="103199"/>
                </a:lnTo>
                <a:lnTo>
                  <a:pt x="69254" y="103125"/>
                </a:lnTo>
                <a:lnTo>
                  <a:pt x="68172" y="103021"/>
                </a:lnTo>
                <a:lnTo>
                  <a:pt x="67066" y="102888"/>
                </a:lnTo>
                <a:lnTo>
                  <a:pt x="65937" y="102724"/>
                </a:lnTo>
                <a:lnTo>
                  <a:pt x="64784" y="102532"/>
                </a:lnTo>
                <a:lnTo>
                  <a:pt x="63607" y="102309"/>
                </a:lnTo>
                <a:lnTo>
                  <a:pt x="62406" y="102057"/>
                </a:lnTo>
                <a:lnTo>
                  <a:pt x="61182" y="101775"/>
                </a:lnTo>
                <a:lnTo>
                  <a:pt x="59933" y="101463"/>
                </a:lnTo>
                <a:lnTo>
                  <a:pt x="58661" y="101122"/>
                </a:lnTo>
                <a:lnTo>
                  <a:pt x="58275" y="101008"/>
                </a:lnTo>
                <a:lnTo>
                  <a:pt x="57901" y="100905"/>
                </a:lnTo>
                <a:lnTo>
                  <a:pt x="57538" y="100811"/>
                </a:lnTo>
                <a:lnTo>
                  <a:pt x="57187" y="100727"/>
                </a:lnTo>
                <a:lnTo>
                  <a:pt x="56848" y="100652"/>
                </a:lnTo>
                <a:lnTo>
                  <a:pt x="56522" y="100588"/>
                </a:lnTo>
                <a:lnTo>
                  <a:pt x="56206" y="100534"/>
                </a:lnTo>
                <a:lnTo>
                  <a:pt x="55903" y="100489"/>
                </a:lnTo>
                <a:lnTo>
                  <a:pt x="55612" y="100455"/>
                </a:lnTo>
                <a:lnTo>
                  <a:pt x="55333" y="100430"/>
                </a:lnTo>
                <a:lnTo>
                  <a:pt x="55065" y="100415"/>
                </a:lnTo>
                <a:lnTo>
                  <a:pt x="54810" y="100410"/>
                </a:lnTo>
                <a:lnTo>
                  <a:pt x="54541" y="100423"/>
                </a:lnTo>
                <a:lnTo>
                  <a:pt x="54283" y="100461"/>
                </a:lnTo>
                <a:lnTo>
                  <a:pt x="54034" y="100526"/>
                </a:lnTo>
                <a:lnTo>
                  <a:pt x="53795" y="100616"/>
                </a:lnTo>
                <a:lnTo>
                  <a:pt x="53566" y="100731"/>
                </a:lnTo>
                <a:lnTo>
                  <a:pt x="53347" y="100873"/>
                </a:lnTo>
                <a:lnTo>
                  <a:pt x="53138" y="101040"/>
                </a:lnTo>
                <a:lnTo>
                  <a:pt x="52939" y="101233"/>
                </a:lnTo>
                <a:lnTo>
                  <a:pt x="52750" y="101452"/>
                </a:lnTo>
                <a:lnTo>
                  <a:pt x="52571" y="101696"/>
                </a:lnTo>
                <a:lnTo>
                  <a:pt x="52401" y="101966"/>
                </a:lnTo>
                <a:lnTo>
                  <a:pt x="52242" y="102262"/>
                </a:lnTo>
                <a:lnTo>
                  <a:pt x="49888" y="102262"/>
                </a:lnTo>
                <a:lnTo>
                  <a:pt x="49888" y="78904"/>
                </a:lnTo>
                <a:lnTo>
                  <a:pt x="52242" y="78904"/>
                </a:lnTo>
                <a:lnTo>
                  <a:pt x="52600" y="80537"/>
                </a:lnTo>
                <a:lnTo>
                  <a:pt x="53009" y="82102"/>
                </a:lnTo>
                <a:lnTo>
                  <a:pt x="53468" y="83598"/>
                </a:lnTo>
                <a:lnTo>
                  <a:pt x="53977" y="85026"/>
                </a:lnTo>
                <a:lnTo>
                  <a:pt x="54538" y="86385"/>
                </a:lnTo>
                <a:lnTo>
                  <a:pt x="55148" y="87676"/>
                </a:lnTo>
                <a:lnTo>
                  <a:pt x="55810" y="88899"/>
                </a:lnTo>
                <a:lnTo>
                  <a:pt x="56522" y="90053"/>
                </a:lnTo>
                <a:lnTo>
                  <a:pt x="57284" y="91138"/>
                </a:lnTo>
                <a:lnTo>
                  <a:pt x="58097" y="92155"/>
                </a:lnTo>
                <a:lnTo>
                  <a:pt x="58960" y="93103"/>
                </a:lnTo>
                <a:lnTo>
                  <a:pt x="59874" y="93983"/>
                </a:lnTo>
                <a:lnTo>
                  <a:pt x="60823" y="94793"/>
                </a:lnTo>
                <a:lnTo>
                  <a:pt x="61790" y="95533"/>
                </a:lnTo>
                <a:lnTo>
                  <a:pt x="62776" y="96203"/>
                </a:lnTo>
                <a:lnTo>
                  <a:pt x="63781" y="96802"/>
                </a:lnTo>
                <a:lnTo>
                  <a:pt x="64805" y="97330"/>
                </a:lnTo>
                <a:lnTo>
                  <a:pt x="65848" y="97788"/>
                </a:lnTo>
                <a:lnTo>
                  <a:pt x="66909" y="98176"/>
                </a:lnTo>
                <a:lnTo>
                  <a:pt x="67990" y="98493"/>
                </a:lnTo>
                <a:lnTo>
                  <a:pt x="69089" y="98740"/>
                </a:lnTo>
                <a:lnTo>
                  <a:pt x="70207" y="98916"/>
                </a:lnTo>
                <a:lnTo>
                  <a:pt x="71344" y="99022"/>
                </a:lnTo>
                <a:lnTo>
                  <a:pt x="72499" y="99057"/>
                </a:lnTo>
                <a:lnTo>
                  <a:pt x="73307" y="99037"/>
                </a:lnTo>
                <a:lnTo>
                  <a:pt x="74089" y="98977"/>
                </a:lnTo>
                <a:lnTo>
                  <a:pt x="74847" y="98877"/>
                </a:lnTo>
                <a:lnTo>
                  <a:pt x="75578" y="98737"/>
                </a:lnTo>
                <a:lnTo>
                  <a:pt x="76285" y="98557"/>
                </a:lnTo>
                <a:lnTo>
                  <a:pt x="76966" y="98337"/>
                </a:lnTo>
                <a:lnTo>
                  <a:pt x="77622" y="98077"/>
                </a:lnTo>
                <a:lnTo>
                  <a:pt x="78253" y="97777"/>
                </a:lnTo>
                <a:lnTo>
                  <a:pt x="78859" y="97437"/>
                </a:lnTo>
                <a:lnTo>
                  <a:pt x="79439" y="97057"/>
                </a:lnTo>
                <a:lnTo>
                  <a:pt x="79994" y="96637"/>
                </a:lnTo>
                <a:lnTo>
                  <a:pt x="80524" y="96177"/>
                </a:lnTo>
                <a:lnTo>
                  <a:pt x="81019" y="95689"/>
                </a:lnTo>
                <a:lnTo>
                  <a:pt x="81472" y="95184"/>
                </a:lnTo>
                <a:lnTo>
                  <a:pt x="81881" y="94663"/>
                </a:lnTo>
                <a:lnTo>
                  <a:pt x="82248" y="94126"/>
                </a:lnTo>
                <a:lnTo>
                  <a:pt x="82571" y="93572"/>
                </a:lnTo>
                <a:lnTo>
                  <a:pt x="82851" y="93002"/>
                </a:lnTo>
                <a:lnTo>
                  <a:pt x="83088" y="92416"/>
                </a:lnTo>
                <a:lnTo>
                  <a:pt x="83282" y="91814"/>
                </a:lnTo>
                <a:lnTo>
                  <a:pt x="83433" y="91195"/>
                </a:lnTo>
                <a:lnTo>
                  <a:pt x="83541" y="90560"/>
                </a:lnTo>
                <a:lnTo>
                  <a:pt x="83605" y="89908"/>
                </a:lnTo>
                <a:lnTo>
                  <a:pt x="83627" y="89241"/>
                </a:lnTo>
                <a:lnTo>
                  <a:pt x="83603" y="88433"/>
                </a:lnTo>
                <a:lnTo>
                  <a:pt x="83531" y="87648"/>
                </a:lnTo>
                <a:lnTo>
                  <a:pt x="83411" y="86884"/>
                </a:lnTo>
                <a:lnTo>
                  <a:pt x="83242" y="86142"/>
                </a:lnTo>
                <a:lnTo>
                  <a:pt x="83026" y="85422"/>
                </a:lnTo>
                <a:lnTo>
                  <a:pt x="82762" y="84723"/>
                </a:lnTo>
                <a:lnTo>
                  <a:pt x="82450" y="84046"/>
                </a:lnTo>
                <a:lnTo>
                  <a:pt x="82089" y="83391"/>
                </a:lnTo>
                <a:lnTo>
                  <a:pt x="81681" y="82758"/>
                </a:lnTo>
                <a:lnTo>
                  <a:pt x="81224" y="82147"/>
                </a:lnTo>
                <a:lnTo>
                  <a:pt x="80720" y="81557"/>
                </a:lnTo>
                <a:lnTo>
                  <a:pt x="80167" y="80989"/>
                </a:lnTo>
                <a:lnTo>
                  <a:pt x="79543" y="80420"/>
                </a:lnTo>
                <a:lnTo>
                  <a:pt x="78823" y="79825"/>
                </a:lnTo>
                <a:lnTo>
                  <a:pt x="78007" y="79207"/>
                </a:lnTo>
                <a:lnTo>
                  <a:pt x="77096" y="78563"/>
                </a:lnTo>
                <a:lnTo>
                  <a:pt x="76089" y="77895"/>
                </a:lnTo>
                <a:lnTo>
                  <a:pt x="74987" y="77202"/>
                </a:lnTo>
                <a:lnTo>
                  <a:pt x="73789" y="76484"/>
                </a:lnTo>
                <a:lnTo>
                  <a:pt x="72495" y="75742"/>
                </a:lnTo>
                <a:lnTo>
                  <a:pt x="71106" y="74975"/>
                </a:lnTo>
                <a:lnTo>
                  <a:pt x="69621" y="74183"/>
                </a:lnTo>
                <a:lnTo>
                  <a:pt x="68041" y="73367"/>
                </a:lnTo>
                <a:lnTo>
                  <a:pt x="66365" y="72526"/>
                </a:lnTo>
                <a:lnTo>
                  <a:pt x="64691" y="71679"/>
                </a:lnTo>
                <a:lnTo>
                  <a:pt x="63116" y="70846"/>
                </a:lnTo>
                <a:lnTo>
                  <a:pt x="61639" y="70027"/>
                </a:lnTo>
                <a:lnTo>
                  <a:pt x="60262" y="69221"/>
                </a:lnTo>
                <a:lnTo>
                  <a:pt x="58984" y="68430"/>
                </a:lnTo>
                <a:lnTo>
                  <a:pt x="57805" y="67652"/>
                </a:lnTo>
                <a:lnTo>
                  <a:pt x="56726" y="66888"/>
                </a:lnTo>
                <a:lnTo>
                  <a:pt x="55745" y="66138"/>
                </a:lnTo>
                <a:lnTo>
                  <a:pt x="54863" y="65402"/>
                </a:lnTo>
                <a:lnTo>
                  <a:pt x="54080" y="64680"/>
                </a:lnTo>
                <a:lnTo>
                  <a:pt x="53397" y="63972"/>
                </a:lnTo>
                <a:lnTo>
                  <a:pt x="52812" y="63277"/>
                </a:lnTo>
                <a:lnTo>
                  <a:pt x="52300" y="62586"/>
                </a:lnTo>
                <a:lnTo>
                  <a:pt x="51832" y="61866"/>
                </a:lnTo>
                <a:lnTo>
                  <a:pt x="51408" y="61116"/>
                </a:lnTo>
                <a:lnTo>
                  <a:pt x="51029" y="60337"/>
                </a:lnTo>
                <a:lnTo>
                  <a:pt x="50695" y="59528"/>
                </a:lnTo>
                <a:lnTo>
                  <a:pt x="50405" y="58689"/>
                </a:lnTo>
                <a:lnTo>
                  <a:pt x="50160" y="57820"/>
                </a:lnTo>
                <a:lnTo>
                  <a:pt x="49959" y="56922"/>
                </a:lnTo>
                <a:lnTo>
                  <a:pt x="49803" y="55995"/>
                </a:lnTo>
                <a:lnTo>
                  <a:pt x="49692" y="55037"/>
                </a:lnTo>
                <a:lnTo>
                  <a:pt x="49625" y="54050"/>
                </a:lnTo>
                <a:lnTo>
                  <a:pt x="49603" y="53033"/>
                </a:lnTo>
                <a:lnTo>
                  <a:pt x="49641" y="51712"/>
                </a:lnTo>
                <a:lnTo>
                  <a:pt x="49756" y="50427"/>
                </a:lnTo>
                <a:lnTo>
                  <a:pt x="49948" y="49179"/>
                </a:lnTo>
                <a:lnTo>
                  <a:pt x="50217" y="47967"/>
                </a:lnTo>
                <a:lnTo>
                  <a:pt x="50562" y="46792"/>
                </a:lnTo>
                <a:lnTo>
                  <a:pt x="50985" y="45654"/>
                </a:lnTo>
                <a:lnTo>
                  <a:pt x="51484" y="44551"/>
                </a:lnTo>
                <a:lnTo>
                  <a:pt x="52059" y="43486"/>
                </a:lnTo>
                <a:lnTo>
                  <a:pt x="52712" y="42457"/>
                </a:lnTo>
                <a:lnTo>
                  <a:pt x="53441" y="41465"/>
                </a:lnTo>
                <a:lnTo>
                  <a:pt x="54248" y="40509"/>
                </a:lnTo>
                <a:lnTo>
                  <a:pt x="55131" y="39590"/>
                </a:lnTo>
                <a:lnTo>
                  <a:pt x="56074" y="38726"/>
                </a:lnTo>
                <a:lnTo>
                  <a:pt x="57063" y="37937"/>
                </a:lnTo>
                <a:lnTo>
                  <a:pt x="58097" y="37224"/>
                </a:lnTo>
                <a:lnTo>
                  <a:pt x="59177" y="36586"/>
                </a:lnTo>
                <a:lnTo>
                  <a:pt x="60301" y="36022"/>
                </a:lnTo>
                <a:lnTo>
                  <a:pt x="61470" y="35534"/>
                </a:lnTo>
                <a:lnTo>
                  <a:pt x="62684" y="35121"/>
                </a:lnTo>
                <a:lnTo>
                  <a:pt x="63944" y="34783"/>
                </a:lnTo>
                <a:lnTo>
                  <a:pt x="65248" y="34520"/>
                </a:lnTo>
                <a:lnTo>
                  <a:pt x="66598" y="34332"/>
                </a:lnTo>
                <a:lnTo>
                  <a:pt x="67992" y="34220"/>
                </a:lnTo>
                <a:lnTo>
                  <a:pt x="69432" y="34182"/>
                </a:lnTo>
                <a:lnTo>
                  <a:pt x="70086" y="34194"/>
                </a:lnTo>
                <a:lnTo>
                  <a:pt x="70762" y="34228"/>
                </a:lnTo>
                <a:lnTo>
                  <a:pt x="71461" y="34285"/>
                </a:lnTo>
                <a:lnTo>
                  <a:pt x="72182" y="34364"/>
                </a:lnTo>
                <a:lnTo>
                  <a:pt x="72927" y="34466"/>
                </a:lnTo>
                <a:lnTo>
                  <a:pt x="73694" y="34592"/>
                </a:lnTo>
                <a:lnTo>
                  <a:pt x="74484" y="34739"/>
                </a:lnTo>
                <a:lnTo>
                  <a:pt x="75297" y="34910"/>
                </a:lnTo>
                <a:lnTo>
                  <a:pt x="76133" y="35103"/>
                </a:lnTo>
                <a:lnTo>
                  <a:pt x="76991" y="35320"/>
                </a:lnTo>
                <a:lnTo>
                  <a:pt x="77872" y="35558"/>
                </a:lnTo>
                <a:lnTo>
                  <a:pt x="78776" y="35820"/>
                </a:lnTo>
                <a:lnTo>
                  <a:pt x="79366" y="35991"/>
                </a:lnTo>
                <a:lnTo>
                  <a:pt x="79922" y="36146"/>
                </a:lnTo>
                <a:lnTo>
                  <a:pt x="80444" y="36287"/>
                </a:lnTo>
                <a:lnTo>
                  <a:pt x="80932" y="36413"/>
                </a:lnTo>
                <a:lnTo>
                  <a:pt x="81387" y="36525"/>
                </a:lnTo>
                <a:lnTo>
                  <a:pt x="81808" y="36621"/>
                </a:lnTo>
                <a:lnTo>
                  <a:pt x="82195" y="36703"/>
                </a:lnTo>
                <a:lnTo>
                  <a:pt x="82549" y="36770"/>
                </a:lnTo>
                <a:lnTo>
                  <a:pt x="82869" y="36821"/>
                </a:lnTo>
                <a:lnTo>
                  <a:pt x="83155" y="36859"/>
                </a:lnTo>
                <a:lnTo>
                  <a:pt x="83408" y="36881"/>
                </a:lnTo>
                <a:lnTo>
                  <a:pt x="83627" y="36888"/>
                </a:lnTo>
                <a:lnTo>
                  <a:pt x="83813" y="36885"/>
                </a:lnTo>
                <a:lnTo>
                  <a:pt x="83993" y="36874"/>
                </a:lnTo>
                <a:lnTo>
                  <a:pt x="84166" y="36857"/>
                </a:lnTo>
                <a:lnTo>
                  <a:pt x="84332" y="36833"/>
                </a:lnTo>
                <a:lnTo>
                  <a:pt x="84491" y="36802"/>
                </a:lnTo>
                <a:lnTo>
                  <a:pt x="84643" y="36764"/>
                </a:lnTo>
                <a:lnTo>
                  <a:pt x="84788" y="36719"/>
                </a:lnTo>
                <a:lnTo>
                  <a:pt x="84927" y="36667"/>
                </a:lnTo>
                <a:lnTo>
                  <a:pt x="85058" y="36608"/>
                </a:lnTo>
                <a:lnTo>
                  <a:pt x="85182" y="36542"/>
                </a:lnTo>
                <a:lnTo>
                  <a:pt x="85300" y="36469"/>
                </a:lnTo>
                <a:lnTo>
                  <a:pt x="85410" y="36390"/>
                </a:lnTo>
                <a:lnTo>
                  <a:pt x="85518" y="36298"/>
                </a:lnTo>
                <a:lnTo>
                  <a:pt x="85630" y="36190"/>
                </a:lnTo>
                <a:lnTo>
                  <a:pt x="85744" y="36065"/>
                </a:lnTo>
                <a:lnTo>
                  <a:pt x="85862" y="35923"/>
                </a:lnTo>
                <a:lnTo>
                  <a:pt x="85982" y="35764"/>
                </a:lnTo>
                <a:lnTo>
                  <a:pt x="86105" y="35589"/>
                </a:lnTo>
                <a:lnTo>
                  <a:pt x="86232" y="35396"/>
                </a:lnTo>
                <a:lnTo>
                  <a:pt x="86361" y="35187"/>
                </a:lnTo>
                <a:lnTo>
                  <a:pt x="86493" y="34961"/>
                </a:lnTo>
                <a:lnTo>
                  <a:pt x="86629" y="34718"/>
                </a:lnTo>
                <a:lnTo>
                  <a:pt x="86767" y="34459"/>
                </a:lnTo>
                <a:lnTo>
                  <a:pt x="86908" y="34182"/>
                </a:lnTo>
                <a:lnTo>
                  <a:pt x="89262" y="34182"/>
                </a:lnTo>
                <a:close/>
                <a:moveTo>
                  <a:pt x="159136" y="76483"/>
                </a:moveTo>
                <a:lnTo>
                  <a:pt x="158661" y="78589"/>
                </a:lnTo>
                <a:lnTo>
                  <a:pt x="158116" y="80614"/>
                </a:lnTo>
                <a:lnTo>
                  <a:pt x="157500" y="82556"/>
                </a:lnTo>
                <a:lnTo>
                  <a:pt x="156814" y="84415"/>
                </a:lnTo>
                <a:lnTo>
                  <a:pt x="156058" y="86191"/>
                </a:lnTo>
                <a:lnTo>
                  <a:pt x="155231" y="87885"/>
                </a:lnTo>
                <a:lnTo>
                  <a:pt x="154334" y="89497"/>
                </a:lnTo>
                <a:lnTo>
                  <a:pt x="153366" y="91026"/>
                </a:lnTo>
                <a:lnTo>
                  <a:pt x="152329" y="92472"/>
                </a:lnTo>
                <a:lnTo>
                  <a:pt x="151221" y="93836"/>
                </a:lnTo>
                <a:lnTo>
                  <a:pt x="150042" y="95117"/>
                </a:lnTo>
                <a:lnTo>
                  <a:pt x="148793" y="96315"/>
                </a:lnTo>
                <a:lnTo>
                  <a:pt x="147498" y="97424"/>
                </a:lnTo>
                <a:lnTo>
                  <a:pt x="146180" y="98437"/>
                </a:lnTo>
                <a:lnTo>
                  <a:pt x="144839" y="99353"/>
                </a:lnTo>
                <a:lnTo>
                  <a:pt x="143475" y="100173"/>
                </a:lnTo>
                <a:lnTo>
                  <a:pt x="142089" y="100896"/>
                </a:lnTo>
                <a:lnTo>
                  <a:pt x="140680" y="101523"/>
                </a:lnTo>
                <a:lnTo>
                  <a:pt x="139248" y="102053"/>
                </a:lnTo>
                <a:lnTo>
                  <a:pt x="137793" y="102487"/>
                </a:lnTo>
                <a:lnTo>
                  <a:pt x="136315" y="102825"/>
                </a:lnTo>
                <a:lnTo>
                  <a:pt x="134815" y="103066"/>
                </a:lnTo>
                <a:lnTo>
                  <a:pt x="133292" y="103210"/>
                </a:lnTo>
                <a:lnTo>
                  <a:pt x="131746" y="103259"/>
                </a:lnTo>
                <a:lnTo>
                  <a:pt x="129911" y="103194"/>
                </a:lnTo>
                <a:lnTo>
                  <a:pt x="128116" y="103000"/>
                </a:lnTo>
                <a:lnTo>
                  <a:pt x="126360" y="102676"/>
                </a:lnTo>
                <a:lnTo>
                  <a:pt x="124644" y="102223"/>
                </a:lnTo>
                <a:lnTo>
                  <a:pt x="122968" y="101641"/>
                </a:lnTo>
                <a:lnTo>
                  <a:pt x="121332" y="100929"/>
                </a:lnTo>
                <a:lnTo>
                  <a:pt x="119735" y="100088"/>
                </a:lnTo>
                <a:lnTo>
                  <a:pt x="118177" y="99117"/>
                </a:lnTo>
                <a:lnTo>
                  <a:pt x="116659" y="98017"/>
                </a:lnTo>
                <a:lnTo>
                  <a:pt x="115181" y="96788"/>
                </a:lnTo>
                <a:lnTo>
                  <a:pt x="113743" y="95429"/>
                </a:lnTo>
                <a:lnTo>
                  <a:pt x="112344" y="93941"/>
                </a:lnTo>
                <a:lnTo>
                  <a:pt x="111022" y="92342"/>
                </a:lnTo>
                <a:lnTo>
                  <a:pt x="109816" y="90652"/>
                </a:lnTo>
                <a:lnTo>
                  <a:pt x="108724" y="88872"/>
                </a:lnTo>
                <a:lnTo>
                  <a:pt x="107747" y="87000"/>
                </a:lnTo>
                <a:lnTo>
                  <a:pt x="106885" y="85038"/>
                </a:lnTo>
                <a:lnTo>
                  <a:pt x="106138" y="82985"/>
                </a:lnTo>
                <a:lnTo>
                  <a:pt x="105506" y="80840"/>
                </a:lnTo>
                <a:lnTo>
                  <a:pt x="104989" y="78605"/>
                </a:lnTo>
                <a:lnTo>
                  <a:pt x="104587" y="76279"/>
                </a:lnTo>
                <a:lnTo>
                  <a:pt x="104300" y="73862"/>
                </a:lnTo>
                <a:lnTo>
                  <a:pt x="104127" y="71355"/>
                </a:lnTo>
                <a:lnTo>
                  <a:pt x="104070" y="68756"/>
                </a:lnTo>
                <a:lnTo>
                  <a:pt x="104133" y="66235"/>
                </a:lnTo>
                <a:lnTo>
                  <a:pt x="104324" y="63794"/>
                </a:lnTo>
                <a:lnTo>
                  <a:pt x="104643" y="61433"/>
                </a:lnTo>
                <a:lnTo>
                  <a:pt x="105088" y="59152"/>
                </a:lnTo>
                <a:lnTo>
                  <a:pt x="105661" y="56951"/>
                </a:lnTo>
                <a:lnTo>
                  <a:pt x="106361" y="54831"/>
                </a:lnTo>
                <a:lnTo>
                  <a:pt x="107189" y="52790"/>
                </a:lnTo>
                <a:lnTo>
                  <a:pt x="108143" y="50829"/>
                </a:lnTo>
                <a:lnTo>
                  <a:pt x="109226" y="48948"/>
                </a:lnTo>
                <a:lnTo>
                  <a:pt x="110435" y="47148"/>
                </a:lnTo>
                <a:lnTo>
                  <a:pt x="111772" y="45427"/>
                </a:lnTo>
                <a:lnTo>
                  <a:pt x="113236" y="43787"/>
                </a:lnTo>
                <a:lnTo>
                  <a:pt x="114789" y="42253"/>
                </a:lnTo>
                <a:lnTo>
                  <a:pt x="116393" y="40852"/>
                </a:lnTo>
                <a:lnTo>
                  <a:pt x="118048" y="39585"/>
                </a:lnTo>
                <a:lnTo>
                  <a:pt x="119754" y="38451"/>
                </a:lnTo>
                <a:lnTo>
                  <a:pt x="121512" y="37450"/>
                </a:lnTo>
                <a:lnTo>
                  <a:pt x="123320" y="36583"/>
                </a:lnTo>
                <a:lnTo>
                  <a:pt x="125179" y="35850"/>
                </a:lnTo>
                <a:lnTo>
                  <a:pt x="127089" y="35249"/>
                </a:lnTo>
                <a:lnTo>
                  <a:pt x="129051" y="34782"/>
                </a:lnTo>
                <a:lnTo>
                  <a:pt x="131063" y="34449"/>
                </a:lnTo>
                <a:lnTo>
                  <a:pt x="133126" y="34249"/>
                </a:lnTo>
                <a:lnTo>
                  <a:pt x="135241" y="34182"/>
                </a:lnTo>
                <a:lnTo>
                  <a:pt x="136822" y="34217"/>
                </a:lnTo>
                <a:lnTo>
                  <a:pt x="138356" y="34323"/>
                </a:lnTo>
                <a:lnTo>
                  <a:pt x="139842" y="34499"/>
                </a:lnTo>
                <a:lnTo>
                  <a:pt x="141280" y="34746"/>
                </a:lnTo>
                <a:lnTo>
                  <a:pt x="142671" y="35063"/>
                </a:lnTo>
                <a:lnTo>
                  <a:pt x="144014" y="35451"/>
                </a:lnTo>
                <a:lnTo>
                  <a:pt x="145310" y="35909"/>
                </a:lnTo>
                <a:lnTo>
                  <a:pt x="146558" y="36438"/>
                </a:lnTo>
                <a:lnTo>
                  <a:pt x="147759" y="37037"/>
                </a:lnTo>
                <a:lnTo>
                  <a:pt x="148912" y="37707"/>
                </a:lnTo>
                <a:lnTo>
                  <a:pt x="150018" y="38447"/>
                </a:lnTo>
                <a:lnTo>
                  <a:pt x="151076" y="39258"/>
                </a:lnTo>
                <a:lnTo>
                  <a:pt x="152067" y="40107"/>
                </a:lnTo>
                <a:lnTo>
                  <a:pt x="152972" y="40960"/>
                </a:lnTo>
                <a:lnTo>
                  <a:pt x="153791" y="41820"/>
                </a:lnTo>
                <a:lnTo>
                  <a:pt x="154524" y="42684"/>
                </a:lnTo>
                <a:lnTo>
                  <a:pt x="155170" y="43555"/>
                </a:lnTo>
                <a:lnTo>
                  <a:pt x="155730" y="44430"/>
                </a:lnTo>
                <a:lnTo>
                  <a:pt x="156204" y="45311"/>
                </a:lnTo>
                <a:lnTo>
                  <a:pt x="156592" y="46198"/>
                </a:lnTo>
                <a:lnTo>
                  <a:pt x="156894" y="47089"/>
                </a:lnTo>
                <a:lnTo>
                  <a:pt x="157109" y="47987"/>
                </a:lnTo>
                <a:lnTo>
                  <a:pt x="157239" y="48890"/>
                </a:lnTo>
                <a:lnTo>
                  <a:pt x="157282" y="49798"/>
                </a:lnTo>
                <a:lnTo>
                  <a:pt x="157269" y="50240"/>
                </a:lnTo>
                <a:lnTo>
                  <a:pt x="157233" y="50668"/>
                </a:lnTo>
                <a:lnTo>
                  <a:pt x="157172" y="51082"/>
                </a:lnTo>
                <a:lnTo>
                  <a:pt x="157087" y="51482"/>
                </a:lnTo>
                <a:lnTo>
                  <a:pt x="156978" y="51867"/>
                </a:lnTo>
                <a:lnTo>
                  <a:pt x="156845" y="52238"/>
                </a:lnTo>
                <a:lnTo>
                  <a:pt x="156687" y="52595"/>
                </a:lnTo>
                <a:lnTo>
                  <a:pt x="156505" y="52937"/>
                </a:lnTo>
                <a:lnTo>
                  <a:pt x="156299" y="53265"/>
                </a:lnTo>
                <a:lnTo>
                  <a:pt x="156068" y="53579"/>
                </a:lnTo>
                <a:lnTo>
                  <a:pt x="155813" y="53879"/>
                </a:lnTo>
                <a:lnTo>
                  <a:pt x="155534" y="54164"/>
                </a:lnTo>
                <a:lnTo>
                  <a:pt x="155233" y="54430"/>
                </a:lnTo>
                <a:lnTo>
                  <a:pt x="154913" y="54673"/>
                </a:lnTo>
                <a:lnTo>
                  <a:pt x="154573" y="54893"/>
                </a:lnTo>
                <a:lnTo>
                  <a:pt x="154214" y="55090"/>
                </a:lnTo>
                <a:lnTo>
                  <a:pt x="153836" y="55264"/>
                </a:lnTo>
                <a:lnTo>
                  <a:pt x="153439" y="55414"/>
                </a:lnTo>
                <a:lnTo>
                  <a:pt x="153022" y="55541"/>
                </a:lnTo>
                <a:lnTo>
                  <a:pt x="152586" y="55646"/>
                </a:lnTo>
                <a:lnTo>
                  <a:pt x="152130" y="55727"/>
                </a:lnTo>
                <a:lnTo>
                  <a:pt x="151656" y="55785"/>
                </a:lnTo>
                <a:lnTo>
                  <a:pt x="151161" y="55819"/>
                </a:lnTo>
                <a:lnTo>
                  <a:pt x="150648" y="55831"/>
                </a:lnTo>
                <a:lnTo>
                  <a:pt x="149961" y="55812"/>
                </a:lnTo>
                <a:lnTo>
                  <a:pt x="149303" y="55756"/>
                </a:lnTo>
                <a:lnTo>
                  <a:pt x="148673" y="55662"/>
                </a:lnTo>
                <a:lnTo>
                  <a:pt x="148072" y="55530"/>
                </a:lnTo>
                <a:lnTo>
                  <a:pt x="147500" y="55361"/>
                </a:lnTo>
                <a:lnTo>
                  <a:pt x="146957" y="55154"/>
                </a:lnTo>
                <a:lnTo>
                  <a:pt x="146442" y="54910"/>
                </a:lnTo>
                <a:lnTo>
                  <a:pt x="145956" y="54628"/>
                </a:lnTo>
                <a:lnTo>
                  <a:pt x="145499" y="54309"/>
                </a:lnTo>
                <a:lnTo>
                  <a:pt x="145070" y="53952"/>
                </a:lnTo>
                <a:lnTo>
                  <a:pt x="144671" y="53557"/>
                </a:lnTo>
                <a:lnTo>
                  <a:pt x="144300" y="53125"/>
                </a:lnTo>
                <a:lnTo>
                  <a:pt x="144103" y="52857"/>
                </a:lnTo>
                <a:lnTo>
                  <a:pt x="143918" y="52551"/>
                </a:lnTo>
                <a:lnTo>
                  <a:pt x="143745" y="52208"/>
                </a:lnTo>
                <a:lnTo>
                  <a:pt x="143582" y="51827"/>
                </a:lnTo>
                <a:lnTo>
                  <a:pt x="143432" y="51409"/>
                </a:lnTo>
                <a:lnTo>
                  <a:pt x="143292" y="50953"/>
                </a:lnTo>
                <a:lnTo>
                  <a:pt x="143164" y="50459"/>
                </a:lnTo>
                <a:lnTo>
                  <a:pt x="143047" y="49928"/>
                </a:lnTo>
                <a:lnTo>
                  <a:pt x="142942" y="49359"/>
                </a:lnTo>
                <a:lnTo>
                  <a:pt x="142848" y="48753"/>
                </a:lnTo>
                <a:lnTo>
                  <a:pt x="142766" y="48109"/>
                </a:lnTo>
                <a:lnTo>
                  <a:pt x="142695" y="47428"/>
                </a:lnTo>
                <a:lnTo>
                  <a:pt x="142615" y="46741"/>
                </a:lnTo>
                <a:lnTo>
                  <a:pt x="142506" y="46083"/>
                </a:lnTo>
                <a:lnTo>
                  <a:pt x="142367" y="45452"/>
                </a:lnTo>
                <a:lnTo>
                  <a:pt x="142199" y="44848"/>
                </a:lnTo>
                <a:lnTo>
                  <a:pt x="142002" y="44273"/>
                </a:lnTo>
                <a:lnTo>
                  <a:pt x="141776" y="43725"/>
                </a:lnTo>
                <a:lnTo>
                  <a:pt x="141521" y="43204"/>
                </a:lnTo>
                <a:lnTo>
                  <a:pt x="141236" y="42712"/>
                </a:lnTo>
                <a:lnTo>
                  <a:pt x="140923" y="42247"/>
                </a:lnTo>
                <a:lnTo>
                  <a:pt x="140580" y="41810"/>
                </a:lnTo>
                <a:lnTo>
                  <a:pt x="140207" y="41400"/>
                </a:lnTo>
                <a:lnTo>
                  <a:pt x="139806" y="41019"/>
                </a:lnTo>
                <a:lnTo>
                  <a:pt x="139376" y="40677"/>
                </a:lnTo>
                <a:lnTo>
                  <a:pt x="138920" y="40366"/>
                </a:lnTo>
                <a:lnTo>
                  <a:pt x="138437" y="40084"/>
                </a:lnTo>
                <a:lnTo>
                  <a:pt x="137928" y="39832"/>
                </a:lnTo>
                <a:lnTo>
                  <a:pt x="137391" y="39609"/>
                </a:lnTo>
                <a:lnTo>
                  <a:pt x="136828" y="39416"/>
                </a:lnTo>
                <a:lnTo>
                  <a:pt x="136238" y="39253"/>
                </a:lnTo>
                <a:lnTo>
                  <a:pt x="135621" y="39120"/>
                </a:lnTo>
                <a:lnTo>
                  <a:pt x="134978" y="39016"/>
                </a:lnTo>
                <a:lnTo>
                  <a:pt x="134308" y="38942"/>
                </a:lnTo>
                <a:lnTo>
                  <a:pt x="133611" y="38897"/>
                </a:lnTo>
                <a:lnTo>
                  <a:pt x="132887" y="38882"/>
                </a:lnTo>
                <a:lnTo>
                  <a:pt x="131717" y="38919"/>
                </a:lnTo>
                <a:lnTo>
                  <a:pt x="130587" y="39029"/>
                </a:lnTo>
                <a:lnTo>
                  <a:pt x="129494" y="39212"/>
                </a:lnTo>
                <a:lnTo>
                  <a:pt x="128441" y="39468"/>
                </a:lnTo>
                <a:lnTo>
                  <a:pt x="127426" y="39797"/>
                </a:lnTo>
                <a:lnTo>
                  <a:pt x="126449" y="40200"/>
                </a:lnTo>
                <a:lnTo>
                  <a:pt x="125512" y="40675"/>
                </a:lnTo>
                <a:lnTo>
                  <a:pt x="124613" y="41224"/>
                </a:lnTo>
                <a:lnTo>
                  <a:pt x="123752" y="41846"/>
                </a:lnTo>
                <a:lnTo>
                  <a:pt x="122931" y="42542"/>
                </a:lnTo>
                <a:lnTo>
                  <a:pt x="122147" y="43310"/>
                </a:lnTo>
                <a:lnTo>
                  <a:pt x="121403" y="44152"/>
                </a:lnTo>
                <a:lnTo>
                  <a:pt x="120480" y="45346"/>
                </a:lnTo>
                <a:lnTo>
                  <a:pt x="119637" y="46603"/>
                </a:lnTo>
                <a:lnTo>
                  <a:pt x="118875" y="47922"/>
                </a:lnTo>
                <a:lnTo>
                  <a:pt x="118193" y="49303"/>
                </a:lnTo>
                <a:lnTo>
                  <a:pt x="117591" y="50747"/>
                </a:lnTo>
                <a:lnTo>
                  <a:pt x="117070" y="52252"/>
                </a:lnTo>
                <a:lnTo>
                  <a:pt x="116628" y="53821"/>
                </a:lnTo>
                <a:lnTo>
                  <a:pt x="116267" y="55451"/>
                </a:lnTo>
                <a:lnTo>
                  <a:pt x="115986" y="57144"/>
                </a:lnTo>
                <a:lnTo>
                  <a:pt x="115786" y="58899"/>
                </a:lnTo>
                <a:lnTo>
                  <a:pt x="115665" y="60716"/>
                </a:lnTo>
                <a:lnTo>
                  <a:pt x="115625" y="62596"/>
                </a:lnTo>
                <a:lnTo>
                  <a:pt x="115665" y="64523"/>
                </a:lnTo>
                <a:lnTo>
                  <a:pt x="115785" y="66413"/>
                </a:lnTo>
                <a:lnTo>
                  <a:pt x="115984" y="68264"/>
                </a:lnTo>
                <a:lnTo>
                  <a:pt x="116263" y="70077"/>
                </a:lnTo>
                <a:lnTo>
                  <a:pt x="116622" y="71852"/>
                </a:lnTo>
                <a:lnTo>
                  <a:pt x="117061" y="73590"/>
                </a:lnTo>
                <a:lnTo>
                  <a:pt x="117579" y="75288"/>
                </a:lnTo>
                <a:lnTo>
                  <a:pt x="118177" y="76949"/>
                </a:lnTo>
                <a:lnTo>
                  <a:pt x="118855" y="78572"/>
                </a:lnTo>
                <a:lnTo>
                  <a:pt x="119613" y="80157"/>
                </a:lnTo>
                <a:lnTo>
                  <a:pt x="120450" y="81704"/>
                </a:lnTo>
                <a:lnTo>
                  <a:pt x="121367" y="83212"/>
                </a:lnTo>
                <a:lnTo>
                  <a:pt x="122352" y="84640"/>
                </a:lnTo>
                <a:lnTo>
                  <a:pt x="123393" y="85943"/>
                </a:lnTo>
                <a:lnTo>
                  <a:pt x="124490" y="87122"/>
                </a:lnTo>
                <a:lnTo>
                  <a:pt x="125643" y="88177"/>
                </a:lnTo>
                <a:lnTo>
                  <a:pt x="126852" y="89108"/>
                </a:lnTo>
                <a:lnTo>
                  <a:pt x="128117" y="89915"/>
                </a:lnTo>
                <a:lnTo>
                  <a:pt x="129438" y="90598"/>
                </a:lnTo>
                <a:lnTo>
                  <a:pt x="130814" y="91156"/>
                </a:lnTo>
                <a:lnTo>
                  <a:pt x="132247" y="91591"/>
                </a:lnTo>
                <a:lnTo>
                  <a:pt x="133736" y="91901"/>
                </a:lnTo>
                <a:lnTo>
                  <a:pt x="135281" y="92087"/>
                </a:lnTo>
                <a:lnTo>
                  <a:pt x="136881" y="92149"/>
                </a:lnTo>
                <a:lnTo>
                  <a:pt x="138037" y="92116"/>
                </a:lnTo>
                <a:lnTo>
                  <a:pt x="139172" y="92017"/>
                </a:lnTo>
                <a:lnTo>
                  <a:pt x="140287" y="91851"/>
                </a:lnTo>
                <a:lnTo>
                  <a:pt x="141383" y="91619"/>
                </a:lnTo>
                <a:lnTo>
                  <a:pt x="142459" y="91321"/>
                </a:lnTo>
                <a:lnTo>
                  <a:pt x="143515" y="90957"/>
                </a:lnTo>
                <a:lnTo>
                  <a:pt x="144551" y="90526"/>
                </a:lnTo>
                <a:lnTo>
                  <a:pt x="145568" y="90029"/>
                </a:lnTo>
                <a:lnTo>
                  <a:pt x="146564" y="89466"/>
                </a:lnTo>
                <a:lnTo>
                  <a:pt x="147541" y="88836"/>
                </a:lnTo>
                <a:lnTo>
                  <a:pt x="148498" y="88140"/>
                </a:lnTo>
                <a:lnTo>
                  <a:pt x="149435" y="87378"/>
                </a:lnTo>
                <a:lnTo>
                  <a:pt x="150088" y="86795"/>
                </a:lnTo>
                <a:lnTo>
                  <a:pt x="150737" y="86138"/>
                </a:lnTo>
                <a:lnTo>
                  <a:pt x="151384" y="85406"/>
                </a:lnTo>
                <a:lnTo>
                  <a:pt x="152027" y="84601"/>
                </a:lnTo>
                <a:lnTo>
                  <a:pt x="152667" y="83721"/>
                </a:lnTo>
                <a:lnTo>
                  <a:pt x="153305" y="82767"/>
                </a:lnTo>
                <a:lnTo>
                  <a:pt x="153940" y="81739"/>
                </a:lnTo>
                <a:lnTo>
                  <a:pt x="154571" y="80637"/>
                </a:lnTo>
                <a:lnTo>
                  <a:pt x="155200" y="79460"/>
                </a:lnTo>
                <a:lnTo>
                  <a:pt x="155825" y="78209"/>
                </a:lnTo>
                <a:lnTo>
                  <a:pt x="156448" y="76885"/>
                </a:lnTo>
                <a:lnTo>
                  <a:pt x="157068" y="75486"/>
                </a:lnTo>
                <a:lnTo>
                  <a:pt x="159136" y="76483"/>
                </a:lnTo>
                <a:close/>
                <a:moveTo>
                  <a:pt x="193966" y="41019"/>
                </a:moveTo>
                <a:lnTo>
                  <a:pt x="193966" y="83942"/>
                </a:lnTo>
                <a:lnTo>
                  <a:pt x="193979" y="85417"/>
                </a:lnTo>
                <a:lnTo>
                  <a:pt x="194021" y="86798"/>
                </a:lnTo>
                <a:lnTo>
                  <a:pt x="194090" y="88086"/>
                </a:lnTo>
                <a:lnTo>
                  <a:pt x="194187" y="89282"/>
                </a:lnTo>
                <a:lnTo>
                  <a:pt x="194312" y="90384"/>
                </a:lnTo>
                <a:lnTo>
                  <a:pt x="194465" y="91393"/>
                </a:lnTo>
                <a:lnTo>
                  <a:pt x="194645" y="92309"/>
                </a:lnTo>
                <a:lnTo>
                  <a:pt x="194853" y="93131"/>
                </a:lnTo>
                <a:lnTo>
                  <a:pt x="195089" y="93861"/>
                </a:lnTo>
                <a:lnTo>
                  <a:pt x="195353" y="94498"/>
                </a:lnTo>
                <a:lnTo>
                  <a:pt x="195644" y="95041"/>
                </a:lnTo>
                <a:lnTo>
                  <a:pt x="195963" y="95492"/>
                </a:lnTo>
                <a:lnTo>
                  <a:pt x="196415" y="95993"/>
                </a:lnTo>
                <a:lnTo>
                  <a:pt x="196892" y="96451"/>
                </a:lnTo>
                <a:lnTo>
                  <a:pt x="197394" y="96865"/>
                </a:lnTo>
                <a:lnTo>
                  <a:pt x="197920" y="97235"/>
                </a:lnTo>
                <a:lnTo>
                  <a:pt x="198472" y="97562"/>
                </a:lnTo>
                <a:lnTo>
                  <a:pt x="199048" y="97845"/>
                </a:lnTo>
                <a:lnTo>
                  <a:pt x="199649" y="98085"/>
                </a:lnTo>
                <a:lnTo>
                  <a:pt x="200274" y="98281"/>
                </a:lnTo>
                <a:lnTo>
                  <a:pt x="200925" y="98434"/>
                </a:lnTo>
                <a:lnTo>
                  <a:pt x="201600" y="98543"/>
                </a:lnTo>
                <a:lnTo>
                  <a:pt x="202300" y="98608"/>
                </a:lnTo>
                <a:lnTo>
                  <a:pt x="203024" y="98630"/>
                </a:lnTo>
                <a:lnTo>
                  <a:pt x="208945" y="98630"/>
                </a:lnTo>
                <a:lnTo>
                  <a:pt x="208945" y="101265"/>
                </a:lnTo>
                <a:lnTo>
                  <a:pt x="169928" y="101265"/>
                </a:lnTo>
                <a:lnTo>
                  <a:pt x="169928" y="98630"/>
                </a:lnTo>
                <a:lnTo>
                  <a:pt x="172852" y="98630"/>
                </a:lnTo>
                <a:lnTo>
                  <a:pt x="173324" y="98620"/>
                </a:lnTo>
                <a:lnTo>
                  <a:pt x="173789" y="98590"/>
                </a:lnTo>
                <a:lnTo>
                  <a:pt x="174247" y="98541"/>
                </a:lnTo>
                <a:lnTo>
                  <a:pt x="174699" y="98471"/>
                </a:lnTo>
                <a:lnTo>
                  <a:pt x="175143" y="98382"/>
                </a:lnTo>
                <a:lnTo>
                  <a:pt x="175580" y="98273"/>
                </a:lnTo>
                <a:lnTo>
                  <a:pt x="176011" y="98144"/>
                </a:lnTo>
                <a:lnTo>
                  <a:pt x="176434" y="97996"/>
                </a:lnTo>
                <a:lnTo>
                  <a:pt x="176851" y="97827"/>
                </a:lnTo>
                <a:lnTo>
                  <a:pt x="177261" y="97639"/>
                </a:lnTo>
                <a:lnTo>
                  <a:pt x="177663" y="97431"/>
                </a:lnTo>
                <a:lnTo>
                  <a:pt x="178059" y="97203"/>
                </a:lnTo>
                <a:lnTo>
                  <a:pt x="178441" y="96959"/>
                </a:lnTo>
                <a:lnTo>
                  <a:pt x="178803" y="96700"/>
                </a:lnTo>
                <a:lnTo>
                  <a:pt x="179145" y="96428"/>
                </a:lnTo>
                <a:lnTo>
                  <a:pt x="179466" y="96141"/>
                </a:lnTo>
                <a:lnTo>
                  <a:pt x="179767" y="95841"/>
                </a:lnTo>
                <a:lnTo>
                  <a:pt x="180047" y="95527"/>
                </a:lnTo>
                <a:lnTo>
                  <a:pt x="180308" y="95200"/>
                </a:lnTo>
                <a:lnTo>
                  <a:pt x="180548" y="94858"/>
                </a:lnTo>
                <a:lnTo>
                  <a:pt x="180767" y="94503"/>
                </a:lnTo>
                <a:lnTo>
                  <a:pt x="180967" y="94133"/>
                </a:lnTo>
                <a:lnTo>
                  <a:pt x="181146" y="93750"/>
                </a:lnTo>
                <a:lnTo>
                  <a:pt x="181305" y="93353"/>
                </a:lnTo>
                <a:lnTo>
                  <a:pt x="181447" y="92918"/>
                </a:lnTo>
                <a:lnTo>
                  <a:pt x="181577" y="92419"/>
                </a:lnTo>
                <a:lnTo>
                  <a:pt x="181695" y="91856"/>
                </a:lnTo>
                <a:lnTo>
                  <a:pt x="181800" y="91230"/>
                </a:lnTo>
                <a:lnTo>
                  <a:pt x="181893" y="90541"/>
                </a:lnTo>
                <a:lnTo>
                  <a:pt x="181973" y="89789"/>
                </a:lnTo>
                <a:lnTo>
                  <a:pt x="182041" y="88973"/>
                </a:lnTo>
                <a:lnTo>
                  <a:pt x="182097" y="88093"/>
                </a:lnTo>
                <a:lnTo>
                  <a:pt x="182140" y="87151"/>
                </a:lnTo>
                <a:lnTo>
                  <a:pt x="182171" y="86145"/>
                </a:lnTo>
                <a:lnTo>
                  <a:pt x="182190" y="85075"/>
                </a:lnTo>
                <a:lnTo>
                  <a:pt x="182196" y="83942"/>
                </a:lnTo>
                <a:lnTo>
                  <a:pt x="182196" y="41019"/>
                </a:lnTo>
                <a:lnTo>
                  <a:pt x="169500" y="41019"/>
                </a:lnTo>
                <a:lnTo>
                  <a:pt x="169500" y="36034"/>
                </a:lnTo>
                <a:lnTo>
                  <a:pt x="182196" y="36034"/>
                </a:lnTo>
                <a:lnTo>
                  <a:pt x="182196" y="31743"/>
                </a:lnTo>
                <a:lnTo>
                  <a:pt x="182218" y="30132"/>
                </a:lnTo>
                <a:lnTo>
                  <a:pt x="182283" y="28562"/>
                </a:lnTo>
                <a:lnTo>
                  <a:pt x="182392" y="27034"/>
                </a:lnTo>
                <a:lnTo>
                  <a:pt x="182545" y="25547"/>
                </a:lnTo>
                <a:lnTo>
                  <a:pt x="182741" y="24103"/>
                </a:lnTo>
                <a:lnTo>
                  <a:pt x="182981" y="22700"/>
                </a:lnTo>
                <a:lnTo>
                  <a:pt x="183264" y="21338"/>
                </a:lnTo>
                <a:lnTo>
                  <a:pt x="183591" y="20019"/>
                </a:lnTo>
                <a:lnTo>
                  <a:pt x="183962" y="18741"/>
                </a:lnTo>
                <a:lnTo>
                  <a:pt x="184376" y="17505"/>
                </a:lnTo>
                <a:lnTo>
                  <a:pt x="184833" y="16310"/>
                </a:lnTo>
                <a:lnTo>
                  <a:pt x="185335" y="15157"/>
                </a:lnTo>
                <a:lnTo>
                  <a:pt x="185881" y="14043"/>
                </a:lnTo>
                <a:lnTo>
                  <a:pt x="186473" y="12966"/>
                </a:lnTo>
                <a:lnTo>
                  <a:pt x="187111" y="11924"/>
                </a:lnTo>
                <a:lnTo>
                  <a:pt x="187796" y="10919"/>
                </a:lnTo>
                <a:lnTo>
                  <a:pt x="188526" y="9950"/>
                </a:lnTo>
                <a:lnTo>
                  <a:pt x="189302" y="9018"/>
                </a:lnTo>
                <a:lnTo>
                  <a:pt x="190125" y="8122"/>
                </a:lnTo>
                <a:lnTo>
                  <a:pt x="190994" y="7261"/>
                </a:lnTo>
                <a:lnTo>
                  <a:pt x="191908" y="6438"/>
                </a:lnTo>
                <a:lnTo>
                  <a:pt x="192869" y="5650"/>
                </a:lnTo>
                <a:lnTo>
                  <a:pt x="193876" y="4899"/>
                </a:lnTo>
                <a:lnTo>
                  <a:pt x="194929" y="4184"/>
                </a:lnTo>
                <a:lnTo>
                  <a:pt x="196016" y="3516"/>
                </a:lnTo>
                <a:lnTo>
                  <a:pt x="197125" y="2905"/>
                </a:lnTo>
                <a:lnTo>
                  <a:pt x="198256" y="2353"/>
                </a:lnTo>
                <a:lnTo>
                  <a:pt x="199410" y="1859"/>
                </a:lnTo>
                <a:lnTo>
                  <a:pt x="200587" y="1424"/>
                </a:lnTo>
                <a:lnTo>
                  <a:pt x="201785" y="1046"/>
                </a:lnTo>
                <a:lnTo>
                  <a:pt x="203006" y="726"/>
                </a:lnTo>
                <a:lnTo>
                  <a:pt x="204249" y="465"/>
                </a:lnTo>
                <a:lnTo>
                  <a:pt x="205514" y="261"/>
                </a:lnTo>
                <a:lnTo>
                  <a:pt x="206802" y="116"/>
                </a:lnTo>
                <a:lnTo>
                  <a:pt x="208112" y="29"/>
                </a:lnTo>
                <a:lnTo>
                  <a:pt x="209444" y="0"/>
                </a:lnTo>
                <a:lnTo>
                  <a:pt x="210684" y="34"/>
                </a:lnTo>
                <a:lnTo>
                  <a:pt x="211907" y="135"/>
                </a:lnTo>
                <a:lnTo>
                  <a:pt x="213113" y="303"/>
                </a:lnTo>
                <a:lnTo>
                  <a:pt x="214302" y="538"/>
                </a:lnTo>
                <a:lnTo>
                  <a:pt x="215475" y="841"/>
                </a:lnTo>
                <a:lnTo>
                  <a:pt x="216631" y="1211"/>
                </a:lnTo>
                <a:lnTo>
                  <a:pt x="217769" y="1648"/>
                </a:lnTo>
                <a:lnTo>
                  <a:pt x="218891" y="2152"/>
                </a:lnTo>
                <a:lnTo>
                  <a:pt x="219996" y="2724"/>
                </a:lnTo>
                <a:lnTo>
                  <a:pt x="221085" y="3363"/>
                </a:lnTo>
                <a:lnTo>
                  <a:pt x="222156" y="4069"/>
                </a:lnTo>
                <a:lnTo>
                  <a:pt x="223211" y="4842"/>
                </a:lnTo>
                <a:lnTo>
                  <a:pt x="223871" y="5382"/>
                </a:lnTo>
                <a:lnTo>
                  <a:pt x="224475" y="5932"/>
                </a:lnTo>
                <a:lnTo>
                  <a:pt x="225021" y="6494"/>
                </a:lnTo>
                <a:lnTo>
                  <a:pt x="225509" y="7066"/>
                </a:lnTo>
                <a:lnTo>
                  <a:pt x="225940" y="7649"/>
                </a:lnTo>
                <a:lnTo>
                  <a:pt x="226314" y="8243"/>
                </a:lnTo>
                <a:lnTo>
                  <a:pt x="226630" y="8848"/>
                </a:lnTo>
                <a:lnTo>
                  <a:pt x="226888" y="9463"/>
                </a:lnTo>
                <a:lnTo>
                  <a:pt x="227089" y="10090"/>
                </a:lnTo>
                <a:lnTo>
                  <a:pt x="227233" y="10727"/>
                </a:lnTo>
                <a:lnTo>
                  <a:pt x="227319" y="11376"/>
                </a:lnTo>
                <a:lnTo>
                  <a:pt x="227348" y="12035"/>
                </a:lnTo>
                <a:lnTo>
                  <a:pt x="227335" y="12389"/>
                </a:lnTo>
                <a:lnTo>
                  <a:pt x="227296" y="12740"/>
                </a:lnTo>
                <a:lnTo>
                  <a:pt x="227232" y="13088"/>
                </a:lnTo>
                <a:lnTo>
                  <a:pt x="227142" y="13432"/>
                </a:lnTo>
                <a:lnTo>
                  <a:pt x="227026" y="13772"/>
                </a:lnTo>
                <a:lnTo>
                  <a:pt x="226884" y="14109"/>
                </a:lnTo>
                <a:lnTo>
                  <a:pt x="226717" y="14443"/>
                </a:lnTo>
                <a:lnTo>
                  <a:pt x="226524" y="14773"/>
                </a:lnTo>
                <a:lnTo>
                  <a:pt x="226305" y="15099"/>
                </a:lnTo>
                <a:lnTo>
                  <a:pt x="226060" y="15423"/>
                </a:lnTo>
                <a:lnTo>
                  <a:pt x="225789" y="15742"/>
                </a:lnTo>
                <a:lnTo>
                  <a:pt x="225493" y="16058"/>
                </a:lnTo>
                <a:lnTo>
                  <a:pt x="225182" y="16360"/>
                </a:lnTo>
                <a:lnTo>
                  <a:pt x="224867" y="16635"/>
                </a:lnTo>
                <a:lnTo>
                  <a:pt x="224548" y="16884"/>
                </a:lnTo>
                <a:lnTo>
                  <a:pt x="224225" y="17107"/>
                </a:lnTo>
                <a:lnTo>
                  <a:pt x="223898" y="17303"/>
                </a:lnTo>
                <a:lnTo>
                  <a:pt x="223567" y="17474"/>
                </a:lnTo>
                <a:lnTo>
                  <a:pt x="223232" y="17618"/>
                </a:lnTo>
                <a:lnTo>
                  <a:pt x="222894" y="17736"/>
                </a:lnTo>
                <a:lnTo>
                  <a:pt x="222551" y="17828"/>
                </a:lnTo>
                <a:lnTo>
                  <a:pt x="222204" y="17893"/>
                </a:lnTo>
                <a:lnTo>
                  <a:pt x="221853" y="17933"/>
                </a:lnTo>
                <a:lnTo>
                  <a:pt x="221499" y="17946"/>
                </a:lnTo>
                <a:lnTo>
                  <a:pt x="221224" y="17937"/>
                </a:lnTo>
                <a:lnTo>
                  <a:pt x="220947" y="17913"/>
                </a:lnTo>
                <a:lnTo>
                  <a:pt x="220667" y="17871"/>
                </a:lnTo>
                <a:lnTo>
                  <a:pt x="220385" y="17814"/>
                </a:lnTo>
                <a:lnTo>
                  <a:pt x="220101" y="17739"/>
                </a:lnTo>
                <a:lnTo>
                  <a:pt x="219814" y="17649"/>
                </a:lnTo>
                <a:lnTo>
                  <a:pt x="219524" y="17541"/>
                </a:lnTo>
                <a:lnTo>
                  <a:pt x="219232" y="17417"/>
                </a:lnTo>
                <a:lnTo>
                  <a:pt x="218938" y="17277"/>
                </a:lnTo>
                <a:lnTo>
                  <a:pt x="218641" y="17120"/>
                </a:lnTo>
                <a:lnTo>
                  <a:pt x="218341" y="16947"/>
                </a:lnTo>
                <a:lnTo>
                  <a:pt x="218039" y="16757"/>
                </a:lnTo>
                <a:lnTo>
                  <a:pt x="217730" y="16540"/>
                </a:lnTo>
                <a:lnTo>
                  <a:pt x="217410" y="16285"/>
                </a:lnTo>
                <a:lnTo>
                  <a:pt x="217079" y="15992"/>
                </a:lnTo>
                <a:lnTo>
                  <a:pt x="216736" y="15661"/>
                </a:lnTo>
                <a:lnTo>
                  <a:pt x="216381" y="15292"/>
                </a:lnTo>
                <a:lnTo>
                  <a:pt x="216015" y="14885"/>
                </a:lnTo>
                <a:lnTo>
                  <a:pt x="215638" y="14440"/>
                </a:lnTo>
                <a:lnTo>
                  <a:pt x="215250" y="13957"/>
                </a:lnTo>
                <a:lnTo>
                  <a:pt x="214850" y="13436"/>
                </a:lnTo>
                <a:lnTo>
                  <a:pt x="214438" y="12877"/>
                </a:lnTo>
                <a:lnTo>
                  <a:pt x="214015" y="12280"/>
                </a:lnTo>
                <a:lnTo>
                  <a:pt x="213581" y="11646"/>
                </a:lnTo>
                <a:lnTo>
                  <a:pt x="213144" y="11009"/>
                </a:lnTo>
                <a:lnTo>
                  <a:pt x="212713" y="10409"/>
                </a:lnTo>
                <a:lnTo>
                  <a:pt x="212288" y="9844"/>
                </a:lnTo>
                <a:lnTo>
                  <a:pt x="211869" y="9314"/>
                </a:lnTo>
                <a:lnTo>
                  <a:pt x="211456" y="8820"/>
                </a:lnTo>
                <a:lnTo>
                  <a:pt x="211049" y="8361"/>
                </a:lnTo>
                <a:lnTo>
                  <a:pt x="210648" y="7938"/>
                </a:lnTo>
                <a:lnTo>
                  <a:pt x="210252" y="7550"/>
                </a:lnTo>
                <a:lnTo>
                  <a:pt x="209863" y="7198"/>
                </a:lnTo>
                <a:lnTo>
                  <a:pt x="209480" y="6881"/>
                </a:lnTo>
                <a:lnTo>
                  <a:pt x="209102" y="6599"/>
                </a:lnTo>
                <a:lnTo>
                  <a:pt x="208731" y="6354"/>
                </a:lnTo>
                <a:lnTo>
                  <a:pt x="208359" y="6135"/>
                </a:lnTo>
                <a:lnTo>
                  <a:pt x="207980" y="5935"/>
                </a:lnTo>
                <a:lnTo>
                  <a:pt x="207594" y="5755"/>
                </a:lnTo>
                <a:lnTo>
                  <a:pt x="207201" y="5593"/>
                </a:lnTo>
                <a:lnTo>
                  <a:pt x="206801" y="5451"/>
                </a:lnTo>
                <a:lnTo>
                  <a:pt x="206395" y="5327"/>
                </a:lnTo>
                <a:lnTo>
                  <a:pt x="205981" y="5223"/>
                </a:lnTo>
                <a:lnTo>
                  <a:pt x="205561" y="5137"/>
                </a:lnTo>
                <a:lnTo>
                  <a:pt x="205133" y="5070"/>
                </a:lnTo>
                <a:lnTo>
                  <a:pt x="204699" y="5023"/>
                </a:lnTo>
                <a:lnTo>
                  <a:pt x="204257" y="4994"/>
                </a:lnTo>
                <a:lnTo>
                  <a:pt x="203809" y="4985"/>
                </a:lnTo>
                <a:lnTo>
                  <a:pt x="203269" y="4997"/>
                </a:lnTo>
                <a:lnTo>
                  <a:pt x="202743" y="5034"/>
                </a:lnTo>
                <a:lnTo>
                  <a:pt x="202231" y="5095"/>
                </a:lnTo>
                <a:lnTo>
                  <a:pt x="201733" y="5181"/>
                </a:lnTo>
                <a:lnTo>
                  <a:pt x="201248" y="5291"/>
                </a:lnTo>
                <a:lnTo>
                  <a:pt x="200778" y="5426"/>
                </a:lnTo>
                <a:lnTo>
                  <a:pt x="200321" y="5585"/>
                </a:lnTo>
                <a:lnTo>
                  <a:pt x="199878" y="5768"/>
                </a:lnTo>
                <a:lnTo>
                  <a:pt x="199449" y="5976"/>
                </a:lnTo>
                <a:lnTo>
                  <a:pt x="199034" y="6209"/>
                </a:lnTo>
                <a:lnTo>
                  <a:pt x="198633" y="6466"/>
                </a:lnTo>
                <a:lnTo>
                  <a:pt x="198245" y="6747"/>
                </a:lnTo>
                <a:lnTo>
                  <a:pt x="197874" y="7054"/>
                </a:lnTo>
                <a:lnTo>
                  <a:pt x="197520" y="7388"/>
                </a:lnTo>
                <a:lnTo>
                  <a:pt x="197184" y="7749"/>
                </a:lnTo>
                <a:lnTo>
                  <a:pt x="196866" y="8137"/>
                </a:lnTo>
                <a:lnTo>
                  <a:pt x="196566" y="8551"/>
                </a:lnTo>
                <a:lnTo>
                  <a:pt x="196284" y="8993"/>
                </a:lnTo>
                <a:lnTo>
                  <a:pt x="196019" y="9461"/>
                </a:lnTo>
                <a:lnTo>
                  <a:pt x="195773" y="9957"/>
                </a:lnTo>
                <a:lnTo>
                  <a:pt x="195544" y="10479"/>
                </a:lnTo>
                <a:lnTo>
                  <a:pt x="195333" y="11029"/>
                </a:lnTo>
                <a:lnTo>
                  <a:pt x="195140" y="11605"/>
                </a:lnTo>
                <a:lnTo>
                  <a:pt x="194964" y="12209"/>
                </a:lnTo>
                <a:lnTo>
                  <a:pt x="194805" y="12906"/>
                </a:lnTo>
                <a:lnTo>
                  <a:pt x="194659" y="13767"/>
                </a:lnTo>
                <a:lnTo>
                  <a:pt x="194527" y="14789"/>
                </a:lnTo>
                <a:lnTo>
                  <a:pt x="194409" y="15973"/>
                </a:lnTo>
                <a:lnTo>
                  <a:pt x="194305" y="17320"/>
                </a:lnTo>
                <a:lnTo>
                  <a:pt x="194215" y="18829"/>
                </a:lnTo>
                <a:lnTo>
                  <a:pt x="194139" y="20500"/>
                </a:lnTo>
                <a:lnTo>
                  <a:pt x="194077" y="22334"/>
                </a:lnTo>
                <a:lnTo>
                  <a:pt x="194028" y="24329"/>
                </a:lnTo>
                <a:lnTo>
                  <a:pt x="193993" y="26487"/>
                </a:lnTo>
                <a:lnTo>
                  <a:pt x="193973" y="28807"/>
                </a:lnTo>
                <a:lnTo>
                  <a:pt x="193966" y="31289"/>
                </a:lnTo>
                <a:lnTo>
                  <a:pt x="193966" y="36034"/>
                </a:lnTo>
                <a:lnTo>
                  <a:pt x="210799" y="36034"/>
                </a:lnTo>
                <a:lnTo>
                  <a:pt x="210799" y="41019"/>
                </a:lnTo>
                <a:lnTo>
                  <a:pt x="193966" y="41019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</a:ln>
        </p:spPr>
      </p:sp>
      <p:sp>
        <p:nvSpPr>
          <p:cNvPr id="39" name="Original vector context 39">
            <a:extLst xmlns:a="http://schemas.openxmlformats.org/drawingml/2006/main">
              <a:ext uri="{FF2B5EF4-FFF2-40B4-BE49-F238E27FC236}">
                <a16:creationId xmlns:a16="http://schemas.microsoft.com/office/drawing/2014/main" id="{1407205B-C7BA-43C4-AF08-0A74C9F6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20" y="9568352"/>
            <a:ext cx="105953" cy="101265"/>
          </a:xfrm>
          <a:custGeom xmlns:a="http://schemas.openxmlformats.org/drawingml/2006/main">
            <a:pathLst>
              <a:path w="105953" h="101265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72571" y="41019"/>
                </a:moveTo>
                <a:lnTo>
                  <a:pt x="72571" y="83942"/>
                </a:lnTo>
                <a:lnTo>
                  <a:pt x="72585" y="85417"/>
                </a:lnTo>
                <a:lnTo>
                  <a:pt x="72626" y="86798"/>
                </a:lnTo>
                <a:lnTo>
                  <a:pt x="72696" y="88086"/>
                </a:lnTo>
                <a:lnTo>
                  <a:pt x="72793" y="89282"/>
                </a:lnTo>
                <a:lnTo>
                  <a:pt x="72917" y="90384"/>
                </a:lnTo>
                <a:lnTo>
                  <a:pt x="73070" y="91393"/>
                </a:lnTo>
                <a:lnTo>
                  <a:pt x="73250" y="92309"/>
                </a:lnTo>
                <a:lnTo>
                  <a:pt x="73458" y="93131"/>
                </a:lnTo>
                <a:lnTo>
                  <a:pt x="73694" y="93861"/>
                </a:lnTo>
                <a:lnTo>
                  <a:pt x="73958" y="94498"/>
                </a:lnTo>
                <a:lnTo>
                  <a:pt x="74249" y="95041"/>
                </a:lnTo>
                <a:lnTo>
                  <a:pt x="74568" y="95492"/>
                </a:lnTo>
                <a:lnTo>
                  <a:pt x="75020" y="95993"/>
                </a:lnTo>
                <a:lnTo>
                  <a:pt x="75497" y="96451"/>
                </a:lnTo>
                <a:lnTo>
                  <a:pt x="75999" y="96865"/>
                </a:lnTo>
                <a:lnTo>
                  <a:pt x="76526" y="97235"/>
                </a:lnTo>
                <a:lnTo>
                  <a:pt x="77077" y="97562"/>
                </a:lnTo>
                <a:lnTo>
                  <a:pt x="77653" y="97845"/>
                </a:lnTo>
                <a:lnTo>
                  <a:pt x="78254" y="98085"/>
                </a:lnTo>
                <a:lnTo>
                  <a:pt x="78879" y="98281"/>
                </a:lnTo>
                <a:lnTo>
                  <a:pt x="79530" y="98434"/>
                </a:lnTo>
                <a:lnTo>
                  <a:pt x="80205" y="98543"/>
                </a:lnTo>
                <a:lnTo>
                  <a:pt x="80905" y="98608"/>
                </a:lnTo>
                <a:lnTo>
                  <a:pt x="81630" y="98630"/>
                </a:lnTo>
                <a:lnTo>
                  <a:pt x="87550" y="98630"/>
                </a:lnTo>
                <a:lnTo>
                  <a:pt x="87550" y="101265"/>
                </a:lnTo>
                <a:lnTo>
                  <a:pt x="48533" y="101265"/>
                </a:lnTo>
                <a:lnTo>
                  <a:pt x="48533" y="98630"/>
                </a:lnTo>
                <a:lnTo>
                  <a:pt x="51457" y="98630"/>
                </a:lnTo>
                <a:lnTo>
                  <a:pt x="51929" y="98620"/>
                </a:lnTo>
                <a:lnTo>
                  <a:pt x="52394" y="98590"/>
                </a:lnTo>
                <a:lnTo>
                  <a:pt x="52853" y="98541"/>
                </a:lnTo>
                <a:lnTo>
                  <a:pt x="53304" y="98471"/>
                </a:lnTo>
                <a:lnTo>
                  <a:pt x="53748" y="98382"/>
                </a:lnTo>
                <a:lnTo>
                  <a:pt x="54185" y="98273"/>
                </a:lnTo>
                <a:lnTo>
                  <a:pt x="54616" y="98144"/>
                </a:lnTo>
                <a:lnTo>
                  <a:pt x="55039" y="97996"/>
                </a:lnTo>
                <a:lnTo>
                  <a:pt x="55456" y="97827"/>
                </a:lnTo>
                <a:lnTo>
                  <a:pt x="55866" y="97639"/>
                </a:lnTo>
                <a:lnTo>
                  <a:pt x="56268" y="97431"/>
                </a:lnTo>
                <a:lnTo>
                  <a:pt x="56664" y="97203"/>
                </a:lnTo>
                <a:lnTo>
                  <a:pt x="57046" y="96959"/>
                </a:lnTo>
                <a:lnTo>
                  <a:pt x="57408" y="96700"/>
                </a:lnTo>
                <a:lnTo>
                  <a:pt x="57750" y="96428"/>
                </a:lnTo>
                <a:lnTo>
                  <a:pt x="58071" y="96141"/>
                </a:lnTo>
                <a:lnTo>
                  <a:pt x="58372" y="95841"/>
                </a:lnTo>
                <a:lnTo>
                  <a:pt x="58653" y="95527"/>
                </a:lnTo>
                <a:lnTo>
                  <a:pt x="58913" y="95200"/>
                </a:lnTo>
                <a:lnTo>
                  <a:pt x="59153" y="94858"/>
                </a:lnTo>
                <a:lnTo>
                  <a:pt x="59372" y="94503"/>
                </a:lnTo>
                <a:lnTo>
                  <a:pt x="59572" y="94133"/>
                </a:lnTo>
                <a:lnTo>
                  <a:pt x="59751" y="93750"/>
                </a:lnTo>
                <a:lnTo>
                  <a:pt x="59910" y="93353"/>
                </a:lnTo>
                <a:lnTo>
                  <a:pt x="60052" y="92918"/>
                </a:lnTo>
                <a:lnTo>
                  <a:pt x="60182" y="92419"/>
                </a:lnTo>
                <a:lnTo>
                  <a:pt x="60300" y="91856"/>
                </a:lnTo>
                <a:lnTo>
                  <a:pt x="60405" y="91230"/>
                </a:lnTo>
                <a:lnTo>
                  <a:pt x="60498" y="90541"/>
                </a:lnTo>
                <a:lnTo>
                  <a:pt x="60578" y="89789"/>
                </a:lnTo>
                <a:lnTo>
                  <a:pt x="60647" y="88973"/>
                </a:lnTo>
                <a:lnTo>
                  <a:pt x="60702" y="88093"/>
                </a:lnTo>
                <a:lnTo>
                  <a:pt x="60746" y="87151"/>
                </a:lnTo>
                <a:lnTo>
                  <a:pt x="60777" y="86145"/>
                </a:lnTo>
                <a:lnTo>
                  <a:pt x="60795" y="85075"/>
                </a:lnTo>
                <a:lnTo>
                  <a:pt x="60801" y="83942"/>
                </a:lnTo>
                <a:lnTo>
                  <a:pt x="60801" y="41019"/>
                </a:lnTo>
                <a:lnTo>
                  <a:pt x="48105" y="41019"/>
                </a:lnTo>
                <a:lnTo>
                  <a:pt x="48105" y="36034"/>
                </a:lnTo>
                <a:lnTo>
                  <a:pt x="60801" y="36034"/>
                </a:lnTo>
                <a:lnTo>
                  <a:pt x="60801" y="31743"/>
                </a:lnTo>
                <a:lnTo>
                  <a:pt x="60823" y="30132"/>
                </a:lnTo>
                <a:lnTo>
                  <a:pt x="60888" y="28562"/>
                </a:lnTo>
                <a:lnTo>
                  <a:pt x="60997" y="27034"/>
                </a:lnTo>
                <a:lnTo>
                  <a:pt x="61150" y="25547"/>
                </a:lnTo>
                <a:lnTo>
                  <a:pt x="61346" y="24103"/>
                </a:lnTo>
                <a:lnTo>
                  <a:pt x="61586" y="22700"/>
                </a:lnTo>
                <a:lnTo>
                  <a:pt x="61869" y="21338"/>
                </a:lnTo>
                <a:lnTo>
                  <a:pt x="62196" y="20019"/>
                </a:lnTo>
                <a:lnTo>
                  <a:pt x="62567" y="18741"/>
                </a:lnTo>
                <a:lnTo>
                  <a:pt x="62981" y="17505"/>
                </a:lnTo>
                <a:lnTo>
                  <a:pt x="63439" y="16310"/>
                </a:lnTo>
                <a:lnTo>
                  <a:pt x="63940" y="15157"/>
                </a:lnTo>
                <a:lnTo>
                  <a:pt x="64486" y="14043"/>
                </a:lnTo>
                <a:lnTo>
                  <a:pt x="65078" y="12966"/>
                </a:lnTo>
                <a:lnTo>
                  <a:pt x="65716" y="11924"/>
                </a:lnTo>
                <a:lnTo>
                  <a:pt x="66401" y="10919"/>
                </a:lnTo>
                <a:lnTo>
                  <a:pt x="67131" y="9950"/>
                </a:lnTo>
                <a:lnTo>
                  <a:pt x="67908" y="9018"/>
                </a:lnTo>
                <a:lnTo>
                  <a:pt x="68730" y="8122"/>
                </a:lnTo>
                <a:lnTo>
                  <a:pt x="69599" y="7261"/>
                </a:lnTo>
                <a:lnTo>
                  <a:pt x="70513" y="6438"/>
                </a:lnTo>
                <a:lnTo>
                  <a:pt x="71474" y="5650"/>
                </a:lnTo>
                <a:lnTo>
                  <a:pt x="72481" y="4899"/>
                </a:lnTo>
                <a:lnTo>
                  <a:pt x="73534" y="4184"/>
                </a:lnTo>
                <a:lnTo>
                  <a:pt x="74621" y="3516"/>
                </a:lnTo>
                <a:lnTo>
                  <a:pt x="75730" y="2905"/>
                </a:lnTo>
                <a:lnTo>
                  <a:pt x="76862" y="2353"/>
                </a:lnTo>
                <a:lnTo>
                  <a:pt x="78016" y="1859"/>
                </a:lnTo>
                <a:lnTo>
                  <a:pt x="79192" y="1424"/>
                </a:lnTo>
                <a:lnTo>
                  <a:pt x="80390" y="1046"/>
                </a:lnTo>
                <a:lnTo>
                  <a:pt x="81611" y="726"/>
                </a:lnTo>
                <a:lnTo>
                  <a:pt x="82854" y="465"/>
                </a:lnTo>
                <a:lnTo>
                  <a:pt x="84119" y="261"/>
                </a:lnTo>
                <a:lnTo>
                  <a:pt x="85407" y="116"/>
                </a:lnTo>
                <a:lnTo>
                  <a:pt x="86717" y="29"/>
                </a:lnTo>
                <a:lnTo>
                  <a:pt x="88049" y="0"/>
                </a:lnTo>
                <a:lnTo>
                  <a:pt x="89289" y="34"/>
                </a:lnTo>
                <a:lnTo>
                  <a:pt x="90512" y="135"/>
                </a:lnTo>
                <a:lnTo>
                  <a:pt x="91718" y="303"/>
                </a:lnTo>
                <a:lnTo>
                  <a:pt x="92908" y="538"/>
                </a:lnTo>
                <a:lnTo>
                  <a:pt x="94080" y="841"/>
                </a:lnTo>
                <a:lnTo>
                  <a:pt x="95236" y="1211"/>
                </a:lnTo>
                <a:lnTo>
                  <a:pt x="96374" y="1648"/>
                </a:lnTo>
                <a:lnTo>
                  <a:pt x="97496" y="2152"/>
                </a:lnTo>
                <a:lnTo>
                  <a:pt x="98602" y="2724"/>
                </a:lnTo>
                <a:lnTo>
                  <a:pt x="99690" y="3363"/>
                </a:lnTo>
                <a:lnTo>
                  <a:pt x="100761" y="4069"/>
                </a:lnTo>
                <a:lnTo>
                  <a:pt x="101816" y="4842"/>
                </a:lnTo>
                <a:lnTo>
                  <a:pt x="102477" y="5382"/>
                </a:lnTo>
                <a:lnTo>
                  <a:pt x="103080" y="5932"/>
                </a:lnTo>
                <a:lnTo>
                  <a:pt x="103626" y="6494"/>
                </a:lnTo>
                <a:lnTo>
                  <a:pt x="104114" y="7066"/>
                </a:lnTo>
                <a:lnTo>
                  <a:pt x="104545" y="7649"/>
                </a:lnTo>
                <a:lnTo>
                  <a:pt x="104919" y="8243"/>
                </a:lnTo>
                <a:lnTo>
                  <a:pt x="105235" y="8848"/>
                </a:lnTo>
                <a:lnTo>
                  <a:pt x="105493" y="9463"/>
                </a:lnTo>
                <a:lnTo>
                  <a:pt x="105694" y="10090"/>
                </a:lnTo>
                <a:lnTo>
                  <a:pt x="105838" y="10727"/>
                </a:lnTo>
                <a:lnTo>
                  <a:pt x="105924" y="11376"/>
                </a:lnTo>
                <a:lnTo>
                  <a:pt x="105953" y="12035"/>
                </a:lnTo>
                <a:lnTo>
                  <a:pt x="105940" y="12389"/>
                </a:lnTo>
                <a:lnTo>
                  <a:pt x="105901" y="12740"/>
                </a:lnTo>
                <a:lnTo>
                  <a:pt x="105837" y="13088"/>
                </a:lnTo>
                <a:lnTo>
                  <a:pt x="105747" y="13432"/>
                </a:lnTo>
                <a:lnTo>
                  <a:pt x="105631" y="13772"/>
                </a:lnTo>
                <a:lnTo>
                  <a:pt x="105489" y="14109"/>
                </a:lnTo>
                <a:lnTo>
                  <a:pt x="105322" y="14443"/>
                </a:lnTo>
                <a:lnTo>
                  <a:pt x="105129" y="14773"/>
                </a:lnTo>
                <a:lnTo>
                  <a:pt x="104910" y="15099"/>
                </a:lnTo>
                <a:lnTo>
                  <a:pt x="104665" y="15423"/>
                </a:lnTo>
                <a:lnTo>
                  <a:pt x="104395" y="15742"/>
                </a:lnTo>
                <a:lnTo>
                  <a:pt x="104098" y="16058"/>
                </a:lnTo>
                <a:lnTo>
                  <a:pt x="103787" y="16360"/>
                </a:lnTo>
                <a:lnTo>
                  <a:pt x="103472" y="16635"/>
                </a:lnTo>
                <a:lnTo>
                  <a:pt x="103153" y="16884"/>
                </a:lnTo>
                <a:lnTo>
                  <a:pt x="102830" y="17107"/>
                </a:lnTo>
                <a:lnTo>
                  <a:pt x="102503" y="17303"/>
                </a:lnTo>
                <a:lnTo>
                  <a:pt x="102172" y="17474"/>
                </a:lnTo>
                <a:lnTo>
                  <a:pt x="101838" y="17618"/>
                </a:lnTo>
                <a:lnTo>
                  <a:pt x="101499" y="17736"/>
                </a:lnTo>
                <a:lnTo>
                  <a:pt x="101156" y="17828"/>
                </a:lnTo>
                <a:lnTo>
                  <a:pt x="100809" y="17893"/>
                </a:lnTo>
                <a:lnTo>
                  <a:pt x="100459" y="17933"/>
                </a:lnTo>
                <a:lnTo>
                  <a:pt x="100104" y="17946"/>
                </a:lnTo>
                <a:lnTo>
                  <a:pt x="99829" y="17937"/>
                </a:lnTo>
                <a:lnTo>
                  <a:pt x="99552" y="17913"/>
                </a:lnTo>
                <a:lnTo>
                  <a:pt x="99272" y="17871"/>
                </a:lnTo>
                <a:lnTo>
                  <a:pt x="98990" y="17814"/>
                </a:lnTo>
                <a:lnTo>
                  <a:pt x="98706" y="17739"/>
                </a:lnTo>
                <a:lnTo>
                  <a:pt x="98419" y="17649"/>
                </a:lnTo>
                <a:lnTo>
                  <a:pt x="98129" y="17541"/>
                </a:lnTo>
                <a:lnTo>
                  <a:pt x="97837" y="17417"/>
                </a:lnTo>
                <a:lnTo>
                  <a:pt x="97543" y="17277"/>
                </a:lnTo>
                <a:lnTo>
                  <a:pt x="97246" y="17120"/>
                </a:lnTo>
                <a:lnTo>
                  <a:pt x="96946" y="16947"/>
                </a:lnTo>
                <a:lnTo>
                  <a:pt x="96644" y="16757"/>
                </a:lnTo>
                <a:lnTo>
                  <a:pt x="96336" y="16540"/>
                </a:lnTo>
                <a:lnTo>
                  <a:pt x="96015" y="16285"/>
                </a:lnTo>
                <a:lnTo>
                  <a:pt x="95684" y="15992"/>
                </a:lnTo>
                <a:lnTo>
                  <a:pt x="95341" y="15661"/>
                </a:lnTo>
                <a:lnTo>
                  <a:pt x="94986" y="15292"/>
                </a:lnTo>
                <a:lnTo>
                  <a:pt x="94620" y="14885"/>
                </a:lnTo>
                <a:lnTo>
                  <a:pt x="94243" y="14440"/>
                </a:lnTo>
                <a:lnTo>
                  <a:pt x="93855" y="13957"/>
                </a:lnTo>
                <a:lnTo>
                  <a:pt x="93455" y="13436"/>
                </a:lnTo>
                <a:lnTo>
                  <a:pt x="93043" y="12877"/>
                </a:lnTo>
                <a:lnTo>
                  <a:pt x="92620" y="12280"/>
                </a:lnTo>
                <a:lnTo>
                  <a:pt x="92186" y="11646"/>
                </a:lnTo>
                <a:lnTo>
                  <a:pt x="91749" y="11009"/>
                </a:lnTo>
                <a:lnTo>
                  <a:pt x="91318" y="10409"/>
                </a:lnTo>
                <a:lnTo>
                  <a:pt x="90893" y="9844"/>
                </a:lnTo>
                <a:lnTo>
                  <a:pt x="90474" y="9314"/>
                </a:lnTo>
                <a:lnTo>
                  <a:pt x="90061" y="8820"/>
                </a:lnTo>
                <a:lnTo>
                  <a:pt x="89654" y="8361"/>
                </a:lnTo>
                <a:lnTo>
                  <a:pt x="89253" y="7938"/>
                </a:lnTo>
                <a:lnTo>
                  <a:pt x="88858" y="7550"/>
                </a:lnTo>
                <a:lnTo>
                  <a:pt x="88468" y="7198"/>
                </a:lnTo>
                <a:lnTo>
                  <a:pt x="88085" y="6881"/>
                </a:lnTo>
                <a:lnTo>
                  <a:pt x="87707" y="6599"/>
                </a:lnTo>
                <a:lnTo>
                  <a:pt x="87336" y="6354"/>
                </a:lnTo>
                <a:lnTo>
                  <a:pt x="86964" y="6135"/>
                </a:lnTo>
                <a:lnTo>
                  <a:pt x="86585" y="5935"/>
                </a:lnTo>
                <a:lnTo>
                  <a:pt x="86199" y="5755"/>
                </a:lnTo>
                <a:lnTo>
                  <a:pt x="85806" y="5593"/>
                </a:lnTo>
                <a:lnTo>
                  <a:pt x="85407" y="5451"/>
                </a:lnTo>
                <a:lnTo>
                  <a:pt x="85000" y="5327"/>
                </a:lnTo>
                <a:lnTo>
                  <a:pt x="84586" y="5223"/>
                </a:lnTo>
                <a:lnTo>
                  <a:pt x="84166" y="5137"/>
                </a:lnTo>
                <a:lnTo>
                  <a:pt x="83738" y="5070"/>
                </a:lnTo>
                <a:lnTo>
                  <a:pt x="83304" y="5023"/>
                </a:lnTo>
                <a:lnTo>
                  <a:pt x="82862" y="4994"/>
                </a:lnTo>
                <a:lnTo>
                  <a:pt x="82414" y="4985"/>
                </a:lnTo>
                <a:lnTo>
                  <a:pt x="81874" y="4997"/>
                </a:lnTo>
                <a:lnTo>
                  <a:pt x="81348" y="5034"/>
                </a:lnTo>
                <a:lnTo>
                  <a:pt x="80836" y="5095"/>
                </a:lnTo>
                <a:lnTo>
                  <a:pt x="80338" y="5181"/>
                </a:lnTo>
                <a:lnTo>
                  <a:pt x="79853" y="5291"/>
                </a:lnTo>
                <a:lnTo>
                  <a:pt x="79383" y="5426"/>
                </a:lnTo>
                <a:lnTo>
                  <a:pt x="78926" y="5585"/>
                </a:lnTo>
                <a:lnTo>
                  <a:pt x="78483" y="5768"/>
                </a:lnTo>
                <a:lnTo>
                  <a:pt x="78054" y="5976"/>
                </a:lnTo>
                <a:lnTo>
                  <a:pt x="77639" y="6209"/>
                </a:lnTo>
                <a:lnTo>
                  <a:pt x="77238" y="6466"/>
                </a:lnTo>
                <a:lnTo>
                  <a:pt x="76850" y="6747"/>
                </a:lnTo>
                <a:lnTo>
                  <a:pt x="76479" y="7054"/>
                </a:lnTo>
                <a:lnTo>
                  <a:pt x="76125" y="7388"/>
                </a:lnTo>
                <a:lnTo>
                  <a:pt x="75789" y="7749"/>
                </a:lnTo>
                <a:lnTo>
                  <a:pt x="75471" y="8137"/>
                </a:lnTo>
                <a:lnTo>
                  <a:pt x="75171" y="8551"/>
                </a:lnTo>
                <a:lnTo>
                  <a:pt x="74889" y="8993"/>
                </a:lnTo>
                <a:lnTo>
                  <a:pt x="74624" y="9461"/>
                </a:lnTo>
                <a:lnTo>
                  <a:pt x="74378" y="9957"/>
                </a:lnTo>
                <a:lnTo>
                  <a:pt x="74149" y="10479"/>
                </a:lnTo>
                <a:lnTo>
                  <a:pt x="73938" y="11029"/>
                </a:lnTo>
                <a:lnTo>
                  <a:pt x="73745" y="11605"/>
                </a:lnTo>
                <a:lnTo>
                  <a:pt x="73569" y="12209"/>
                </a:lnTo>
                <a:lnTo>
                  <a:pt x="73410" y="12906"/>
                </a:lnTo>
                <a:lnTo>
                  <a:pt x="73264" y="13767"/>
                </a:lnTo>
                <a:lnTo>
                  <a:pt x="73132" y="14789"/>
                </a:lnTo>
                <a:lnTo>
                  <a:pt x="73015" y="15973"/>
                </a:lnTo>
                <a:lnTo>
                  <a:pt x="72910" y="17320"/>
                </a:lnTo>
                <a:lnTo>
                  <a:pt x="72820" y="18829"/>
                </a:lnTo>
                <a:lnTo>
                  <a:pt x="72744" y="20500"/>
                </a:lnTo>
                <a:lnTo>
                  <a:pt x="72682" y="22334"/>
                </a:lnTo>
                <a:lnTo>
                  <a:pt x="72633" y="24329"/>
                </a:lnTo>
                <a:lnTo>
                  <a:pt x="72598" y="26487"/>
                </a:lnTo>
                <a:lnTo>
                  <a:pt x="72578" y="28807"/>
                </a:lnTo>
                <a:lnTo>
                  <a:pt x="72571" y="31289"/>
                </a:lnTo>
                <a:lnTo>
                  <a:pt x="72571" y="36034"/>
                </a:lnTo>
                <a:lnTo>
                  <a:pt x="89404" y="36034"/>
                </a:lnTo>
                <a:lnTo>
                  <a:pt x="89404" y="41019"/>
                </a:lnTo>
                <a:lnTo>
                  <a:pt x="72571" y="41019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</a:ln>
        </p:spPr>
      </p:sp>
      <p:sp>
        <p:nvSpPr>
          <p:cNvPr id="40" name="Original vector context 40">
            <a:extLst xmlns:a="http://schemas.openxmlformats.org/drawingml/2006/main">
              <a:ext uri="{FF2B5EF4-FFF2-40B4-BE49-F238E27FC236}">
                <a16:creationId xmlns:a16="http://schemas.microsoft.com/office/drawing/2014/main" id="{F68E3417-F43A-48D8-8DB2-BE4FB36F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94" y="9568352"/>
            <a:ext cx="1395045" cy="132741"/>
          </a:xfrm>
          <a:custGeom xmlns:a="http://schemas.openxmlformats.org/drawingml/2006/main">
            <a:pathLst>
              <a:path w="1395045" h="132741">
                <a:moveTo>
                  <a:pt x="31599" y="34182"/>
                </a:moveTo>
                <a:lnTo>
                  <a:pt x="34031" y="34260"/>
                </a:lnTo>
                <a:lnTo>
                  <a:pt x="36382" y="34494"/>
                </a:lnTo>
                <a:lnTo>
                  <a:pt x="38652" y="34885"/>
                </a:lnTo>
                <a:lnTo>
                  <a:pt x="40840" y="35431"/>
                </a:lnTo>
                <a:lnTo>
                  <a:pt x="42947" y="36134"/>
                </a:lnTo>
                <a:lnTo>
                  <a:pt x="44973" y="36992"/>
                </a:lnTo>
                <a:lnTo>
                  <a:pt x="46918" y="38007"/>
                </a:lnTo>
                <a:lnTo>
                  <a:pt x="48781" y="39178"/>
                </a:lnTo>
                <a:lnTo>
                  <a:pt x="50564" y="40505"/>
                </a:lnTo>
                <a:lnTo>
                  <a:pt x="52265" y="41988"/>
                </a:lnTo>
                <a:lnTo>
                  <a:pt x="53885" y="43627"/>
                </a:lnTo>
                <a:lnTo>
                  <a:pt x="55423" y="45423"/>
                </a:lnTo>
                <a:lnTo>
                  <a:pt x="56642" y="47043"/>
                </a:lnTo>
                <a:lnTo>
                  <a:pt x="57755" y="48703"/>
                </a:lnTo>
                <a:lnTo>
                  <a:pt x="58762" y="50402"/>
                </a:lnTo>
                <a:lnTo>
                  <a:pt x="59663" y="52141"/>
                </a:lnTo>
                <a:lnTo>
                  <a:pt x="60458" y="53919"/>
                </a:lnTo>
                <a:lnTo>
                  <a:pt x="61147" y="55737"/>
                </a:lnTo>
                <a:lnTo>
                  <a:pt x="61730" y="57595"/>
                </a:lnTo>
                <a:lnTo>
                  <a:pt x="62207" y="59492"/>
                </a:lnTo>
                <a:lnTo>
                  <a:pt x="62578" y="61429"/>
                </a:lnTo>
                <a:lnTo>
                  <a:pt x="62843" y="63405"/>
                </a:lnTo>
                <a:lnTo>
                  <a:pt x="63002" y="65421"/>
                </a:lnTo>
                <a:lnTo>
                  <a:pt x="63055" y="67476"/>
                </a:lnTo>
                <a:lnTo>
                  <a:pt x="63026" y="68936"/>
                </a:lnTo>
                <a:lnTo>
                  <a:pt x="62938" y="70399"/>
                </a:lnTo>
                <a:lnTo>
                  <a:pt x="62792" y="71865"/>
                </a:lnTo>
                <a:lnTo>
                  <a:pt x="62588" y="73334"/>
                </a:lnTo>
                <a:lnTo>
                  <a:pt x="62325" y="74805"/>
                </a:lnTo>
                <a:lnTo>
                  <a:pt x="62003" y="76280"/>
                </a:lnTo>
                <a:lnTo>
                  <a:pt x="61623" y="77758"/>
                </a:lnTo>
                <a:lnTo>
                  <a:pt x="61185" y="79238"/>
                </a:lnTo>
                <a:lnTo>
                  <a:pt x="60688" y="80722"/>
                </a:lnTo>
                <a:lnTo>
                  <a:pt x="60133" y="82208"/>
                </a:lnTo>
                <a:lnTo>
                  <a:pt x="59519" y="83698"/>
                </a:lnTo>
                <a:lnTo>
                  <a:pt x="58847" y="85191"/>
                </a:lnTo>
                <a:lnTo>
                  <a:pt x="58123" y="86654"/>
                </a:lnTo>
                <a:lnTo>
                  <a:pt x="57356" y="88055"/>
                </a:lnTo>
                <a:lnTo>
                  <a:pt x="56544" y="89396"/>
                </a:lnTo>
                <a:lnTo>
                  <a:pt x="55689" y="90675"/>
                </a:lnTo>
                <a:lnTo>
                  <a:pt x="54789" y="91893"/>
                </a:lnTo>
                <a:lnTo>
                  <a:pt x="53845" y="93050"/>
                </a:lnTo>
                <a:lnTo>
                  <a:pt x="52857" y="94146"/>
                </a:lnTo>
                <a:lnTo>
                  <a:pt x="51825" y="95180"/>
                </a:lnTo>
                <a:lnTo>
                  <a:pt x="50749" y="96153"/>
                </a:lnTo>
                <a:lnTo>
                  <a:pt x="49629" y="97065"/>
                </a:lnTo>
                <a:lnTo>
                  <a:pt x="48464" y="97916"/>
                </a:lnTo>
                <a:lnTo>
                  <a:pt x="47256" y="98705"/>
                </a:lnTo>
                <a:lnTo>
                  <a:pt x="46014" y="99433"/>
                </a:lnTo>
                <a:lnTo>
                  <a:pt x="44748" y="100097"/>
                </a:lnTo>
                <a:lnTo>
                  <a:pt x="43460" y="100697"/>
                </a:lnTo>
                <a:lnTo>
                  <a:pt x="42148" y="101235"/>
                </a:lnTo>
                <a:lnTo>
                  <a:pt x="40813" y="101709"/>
                </a:lnTo>
                <a:lnTo>
                  <a:pt x="39454" y="102120"/>
                </a:lnTo>
                <a:lnTo>
                  <a:pt x="38072" y="102468"/>
                </a:lnTo>
                <a:lnTo>
                  <a:pt x="36667" y="102753"/>
                </a:lnTo>
                <a:lnTo>
                  <a:pt x="35239" y="102974"/>
                </a:lnTo>
                <a:lnTo>
                  <a:pt x="33787" y="103132"/>
                </a:lnTo>
                <a:lnTo>
                  <a:pt x="32313" y="103227"/>
                </a:lnTo>
                <a:lnTo>
                  <a:pt x="30814" y="103259"/>
                </a:lnTo>
                <a:lnTo>
                  <a:pt x="28396" y="103177"/>
                </a:lnTo>
                <a:lnTo>
                  <a:pt x="26061" y="102932"/>
                </a:lnTo>
                <a:lnTo>
                  <a:pt x="23811" y="102525"/>
                </a:lnTo>
                <a:lnTo>
                  <a:pt x="21645" y="101954"/>
                </a:lnTo>
                <a:lnTo>
                  <a:pt x="19563" y="101221"/>
                </a:lnTo>
                <a:lnTo>
                  <a:pt x="17565" y="100324"/>
                </a:lnTo>
                <a:lnTo>
                  <a:pt x="15651" y="99264"/>
                </a:lnTo>
                <a:lnTo>
                  <a:pt x="13822" y="98041"/>
                </a:lnTo>
                <a:lnTo>
                  <a:pt x="12077" y="96655"/>
                </a:lnTo>
                <a:lnTo>
                  <a:pt x="10416" y="95106"/>
                </a:lnTo>
                <a:lnTo>
                  <a:pt x="8839" y="93395"/>
                </a:lnTo>
                <a:lnTo>
                  <a:pt x="7347" y="91520"/>
                </a:lnTo>
                <a:lnTo>
                  <a:pt x="6173" y="89855"/>
                </a:lnTo>
                <a:lnTo>
                  <a:pt x="5102" y="88157"/>
                </a:lnTo>
                <a:lnTo>
                  <a:pt x="4133" y="86425"/>
                </a:lnTo>
                <a:lnTo>
                  <a:pt x="3265" y="84659"/>
                </a:lnTo>
                <a:lnTo>
                  <a:pt x="2500" y="82860"/>
                </a:lnTo>
                <a:lnTo>
                  <a:pt x="1837" y="81027"/>
                </a:lnTo>
                <a:lnTo>
                  <a:pt x="1276" y="79161"/>
                </a:lnTo>
                <a:lnTo>
                  <a:pt x="816" y="77261"/>
                </a:lnTo>
                <a:lnTo>
                  <a:pt x="459" y="75328"/>
                </a:lnTo>
                <a:lnTo>
                  <a:pt x="204" y="73361"/>
                </a:lnTo>
                <a:lnTo>
                  <a:pt x="51" y="71360"/>
                </a:lnTo>
                <a:lnTo>
                  <a:pt x="0" y="69326"/>
                </a:lnTo>
                <a:lnTo>
                  <a:pt x="31" y="67832"/>
                </a:lnTo>
                <a:lnTo>
                  <a:pt x="124" y="66341"/>
                </a:lnTo>
                <a:lnTo>
                  <a:pt x="279" y="64850"/>
                </a:lnTo>
                <a:lnTo>
                  <a:pt x="495" y="63362"/>
                </a:lnTo>
                <a:lnTo>
                  <a:pt x="774" y="61874"/>
                </a:lnTo>
                <a:lnTo>
                  <a:pt x="1115" y="60388"/>
                </a:lnTo>
                <a:lnTo>
                  <a:pt x="1517" y="58904"/>
                </a:lnTo>
                <a:lnTo>
                  <a:pt x="1981" y="57421"/>
                </a:lnTo>
                <a:lnTo>
                  <a:pt x="2508" y="55940"/>
                </a:lnTo>
                <a:lnTo>
                  <a:pt x="3096" y="54460"/>
                </a:lnTo>
                <a:lnTo>
                  <a:pt x="3746" y="52982"/>
                </a:lnTo>
                <a:lnTo>
                  <a:pt x="4458" y="51505"/>
                </a:lnTo>
                <a:lnTo>
                  <a:pt x="5221" y="50061"/>
                </a:lnTo>
                <a:lnTo>
                  <a:pt x="6022" y="48681"/>
                </a:lnTo>
                <a:lnTo>
                  <a:pt x="6863" y="47365"/>
                </a:lnTo>
                <a:lnTo>
                  <a:pt x="7743" y="46114"/>
                </a:lnTo>
                <a:lnTo>
                  <a:pt x="8662" y="44927"/>
                </a:lnTo>
                <a:lnTo>
                  <a:pt x="9621" y="43804"/>
                </a:lnTo>
                <a:lnTo>
                  <a:pt x="10618" y="42745"/>
                </a:lnTo>
                <a:lnTo>
                  <a:pt x="11654" y="41750"/>
                </a:lnTo>
                <a:lnTo>
                  <a:pt x="12730" y="40820"/>
                </a:lnTo>
                <a:lnTo>
                  <a:pt x="13845" y="39954"/>
                </a:lnTo>
                <a:lnTo>
                  <a:pt x="14999" y="39152"/>
                </a:lnTo>
                <a:lnTo>
                  <a:pt x="16192" y="38415"/>
                </a:lnTo>
                <a:lnTo>
                  <a:pt x="17410" y="37739"/>
                </a:lnTo>
                <a:lnTo>
                  <a:pt x="18641" y="37122"/>
                </a:lnTo>
                <a:lnTo>
                  <a:pt x="19883" y="36563"/>
                </a:lnTo>
                <a:lnTo>
                  <a:pt x="21137" y="36063"/>
                </a:lnTo>
                <a:lnTo>
                  <a:pt x="22403" y="35622"/>
                </a:lnTo>
                <a:lnTo>
                  <a:pt x="23681" y="35240"/>
                </a:lnTo>
                <a:lnTo>
                  <a:pt x="24971" y="34917"/>
                </a:lnTo>
                <a:lnTo>
                  <a:pt x="26273" y="34652"/>
                </a:lnTo>
                <a:lnTo>
                  <a:pt x="27587" y="34447"/>
                </a:lnTo>
                <a:lnTo>
                  <a:pt x="28912" y="34300"/>
                </a:lnTo>
                <a:lnTo>
                  <a:pt x="30250" y="34212"/>
                </a:lnTo>
                <a:lnTo>
                  <a:pt x="31599" y="34182"/>
                </a:lnTo>
                <a:moveTo>
                  <a:pt x="29388" y="38882"/>
                </a:moveTo>
                <a:lnTo>
                  <a:pt x="28757" y="38898"/>
                </a:lnTo>
                <a:lnTo>
                  <a:pt x="28127" y="38944"/>
                </a:lnTo>
                <a:lnTo>
                  <a:pt x="27495" y="39022"/>
                </a:lnTo>
                <a:lnTo>
                  <a:pt x="26863" y="39131"/>
                </a:lnTo>
                <a:lnTo>
                  <a:pt x="26231" y="39271"/>
                </a:lnTo>
                <a:lnTo>
                  <a:pt x="25598" y="39442"/>
                </a:lnTo>
                <a:lnTo>
                  <a:pt x="24965" y="39645"/>
                </a:lnTo>
                <a:lnTo>
                  <a:pt x="24331" y="39878"/>
                </a:lnTo>
                <a:lnTo>
                  <a:pt x="23697" y="40143"/>
                </a:lnTo>
                <a:lnTo>
                  <a:pt x="23062" y="40438"/>
                </a:lnTo>
                <a:lnTo>
                  <a:pt x="22427" y="40765"/>
                </a:lnTo>
                <a:lnTo>
                  <a:pt x="21791" y="41123"/>
                </a:lnTo>
                <a:lnTo>
                  <a:pt x="21165" y="41520"/>
                </a:lnTo>
                <a:lnTo>
                  <a:pt x="20560" y="41964"/>
                </a:lnTo>
                <a:lnTo>
                  <a:pt x="19975" y="42455"/>
                </a:lnTo>
                <a:lnTo>
                  <a:pt x="19410" y="42992"/>
                </a:lnTo>
                <a:lnTo>
                  <a:pt x="18865" y="43577"/>
                </a:lnTo>
                <a:lnTo>
                  <a:pt x="18341" y="44209"/>
                </a:lnTo>
                <a:lnTo>
                  <a:pt x="17837" y="44887"/>
                </a:lnTo>
                <a:lnTo>
                  <a:pt x="17353" y="45613"/>
                </a:lnTo>
                <a:lnTo>
                  <a:pt x="16889" y="46385"/>
                </a:lnTo>
                <a:lnTo>
                  <a:pt x="16446" y="47204"/>
                </a:lnTo>
                <a:lnTo>
                  <a:pt x="16024" y="48070"/>
                </a:lnTo>
                <a:lnTo>
                  <a:pt x="15621" y="48983"/>
                </a:lnTo>
                <a:lnTo>
                  <a:pt x="15245" y="49942"/>
                </a:lnTo>
                <a:lnTo>
                  <a:pt x="14902" y="50945"/>
                </a:lnTo>
                <a:lnTo>
                  <a:pt x="14591" y="51993"/>
                </a:lnTo>
                <a:lnTo>
                  <a:pt x="14313" y="53085"/>
                </a:lnTo>
                <a:lnTo>
                  <a:pt x="14068" y="54221"/>
                </a:lnTo>
                <a:lnTo>
                  <a:pt x="13856" y="55402"/>
                </a:lnTo>
                <a:lnTo>
                  <a:pt x="13676" y="56628"/>
                </a:lnTo>
                <a:lnTo>
                  <a:pt x="13529" y="57898"/>
                </a:lnTo>
                <a:lnTo>
                  <a:pt x="13414" y="59212"/>
                </a:lnTo>
                <a:lnTo>
                  <a:pt x="13333" y="60571"/>
                </a:lnTo>
                <a:lnTo>
                  <a:pt x="13284" y="61974"/>
                </a:lnTo>
                <a:lnTo>
                  <a:pt x="13267" y="63422"/>
                </a:lnTo>
                <a:lnTo>
                  <a:pt x="13307" y="65765"/>
                </a:lnTo>
                <a:lnTo>
                  <a:pt x="13425" y="68055"/>
                </a:lnTo>
                <a:lnTo>
                  <a:pt x="13622" y="70290"/>
                </a:lnTo>
                <a:lnTo>
                  <a:pt x="13897" y="72470"/>
                </a:lnTo>
                <a:lnTo>
                  <a:pt x="14252" y="74597"/>
                </a:lnTo>
                <a:lnTo>
                  <a:pt x="14685" y="76669"/>
                </a:lnTo>
                <a:lnTo>
                  <a:pt x="15197" y="78687"/>
                </a:lnTo>
                <a:lnTo>
                  <a:pt x="15788" y="80650"/>
                </a:lnTo>
                <a:lnTo>
                  <a:pt x="16457" y="82559"/>
                </a:lnTo>
                <a:lnTo>
                  <a:pt x="17205" y="84414"/>
                </a:lnTo>
                <a:lnTo>
                  <a:pt x="18032" y="86215"/>
                </a:lnTo>
                <a:lnTo>
                  <a:pt x="18938" y="87961"/>
                </a:lnTo>
                <a:lnTo>
                  <a:pt x="19908" y="89608"/>
                </a:lnTo>
                <a:lnTo>
                  <a:pt x="20928" y="91112"/>
                </a:lnTo>
                <a:lnTo>
                  <a:pt x="21998" y="92473"/>
                </a:lnTo>
                <a:lnTo>
                  <a:pt x="23119" y="93690"/>
                </a:lnTo>
                <a:lnTo>
                  <a:pt x="24289" y="94765"/>
                </a:lnTo>
                <a:lnTo>
                  <a:pt x="25509" y="95696"/>
                </a:lnTo>
                <a:lnTo>
                  <a:pt x="26780" y="96483"/>
                </a:lnTo>
                <a:lnTo>
                  <a:pt x="28100" y="97128"/>
                </a:lnTo>
                <a:lnTo>
                  <a:pt x="29470" y="97629"/>
                </a:lnTo>
                <a:lnTo>
                  <a:pt x="30891" y="97987"/>
                </a:lnTo>
                <a:lnTo>
                  <a:pt x="32361" y="98202"/>
                </a:lnTo>
                <a:lnTo>
                  <a:pt x="33882" y="98274"/>
                </a:lnTo>
                <a:lnTo>
                  <a:pt x="35018" y="98234"/>
                </a:lnTo>
                <a:lnTo>
                  <a:pt x="36120" y="98116"/>
                </a:lnTo>
                <a:lnTo>
                  <a:pt x="37189" y="97918"/>
                </a:lnTo>
                <a:lnTo>
                  <a:pt x="38225" y="97641"/>
                </a:lnTo>
                <a:lnTo>
                  <a:pt x="39226" y="97286"/>
                </a:lnTo>
                <a:lnTo>
                  <a:pt x="40194" y="96851"/>
                </a:lnTo>
                <a:lnTo>
                  <a:pt x="41128" y="96337"/>
                </a:lnTo>
                <a:lnTo>
                  <a:pt x="42029" y="95745"/>
                </a:lnTo>
                <a:lnTo>
                  <a:pt x="42896" y="95073"/>
                </a:lnTo>
                <a:lnTo>
                  <a:pt x="43729" y="94322"/>
                </a:lnTo>
                <a:lnTo>
                  <a:pt x="44528" y="93492"/>
                </a:lnTo>
                <a:lnTo>
                  <a:pt x="45294" y="92583"/>
                </a:lnTo>
                <a:lnTo>
                  <a:pt x="46012" y="91578"/>
                </a:lnTo>
                <a:lnTo>
                  <a:pt x="46667" y="90459"/>
                </a:lnTo>
                <a:lnTo>
                  <a:pt x="47260" y="89227"/>
                </a:lnTo>
                <a:lnTo>
                  <a:pt x="47791" y="87881"/>
                </a:lnTo>
                <a:lnTo>
                  <a:pt x="48259" y="86421"/>
                </a:lnTo>
                <a:lnTo>
                  <a:pt x="48665" y="84848"/>
                </a:lnTo>
                <a:lnTo>
                  <a:pt x="49008" y="83162"/>
                </a:lnTo>
                <a:lnTo>
                  <a:pt x="49289" y="81361"/>
                </a:lnTo>
                <a:lnTo>
                  <a:pt x="49507" y="79447"/>
                </a:lnTo>
                <a:lnTo>
                  <a:pt x="49663" y="77420"/>
                </a:lnTo>
                <a:lnTo>
                  <a:pt x="49757" y="75279"/>
                </a:lnTo>
                <a:lnTo>
                  <a:pt x="49788" y="73024"/>
                </a:lnTo>
                <a:lnTo>
                  <a:pt x="49736" y="70183"/>
                </a:lnTo>
                <a:lnTo>
                  <a:pt x="49580" y="67444"/>
                </a:lnTo>
                <a:lnTo>
                  <a:pt x="49320" y="64809"/>
                </a:lnTo>
                <a:lnTo>
                  <a:pt x="48956" y="62276"/>
                </a:lnTo>
                <a:lnTo>
                  <a:pt x="48488" y="59845"/>
                </a:lnTo>
                <a:lnTo>
                  <a:pt x="47916" y="57518"/>
                </a:lnTo>
                <a:lnTo>
                  <a:pt x="47239" y="55293"/>
                </a:lnTo>
                <a:lnTo>
                  <a:pt x="46459" y="53171"/>
                </a:lnTo>
                <a:lnTo>
                  <a:pt x="45575" y="51151"/>
                </a:lnTo>
                <a:lnTo>
                  <a:pt x="44587" y="49235"/>
                </a:lnTo>
                <a:lnTo>
                  <a:pt x="43495" y="47421"/>
                </a:lnTo>
                <a:lnTo>
                  <a:pt x="42298" y="45710"/>
                </a:lnTo>
                <a:lnTo>
                  <a:pt x="41435" y="44619"/>
                </a:lnTo>
                <a:lnTo>
                  <a:pt x="40533" y="43624"/>
                </a:lnTo>
                <a:lnTo>
                  <a:pt x="39592" y="42723"/>
                </a:lnTo>
                <a:lnTo>
                  <a:pt x="38613" y="41917"/>
                </a:lnTo>
                <a:lnTo>
                  <a:pt x="37595" y="41205"/>
                </a:lnTo>
                <a:lnTo>
                  <a:pt x="36539" y="40589"/>
                </a:lnTo>
                <a:lnTo>
                  <a:pt x="35443" y="40068"/>
                </a:lnTo>
                <a:lnTo>
                  <a:pt x="34310" y="39641"/>
                </a:lnTo>
                <a:lnTo>
                  <a:pt x="33137" y="39309"/>
                </a:lnTo>
                <a:lnTo>
                  <a:pt x="31926" y="39072"/>
                </a:lnTo>
                <a:lnTo>
                  <a:pt x="30676" y="38930"/>
                </a:lnTo>
                <a:lnTo>
                  <a:pt x="29388" y="38882"/>
                </a:lnTo>
                <a:close/>
                <a:moveTo>
                  <a:pt x="91801" y="34182"/>
                </a:moveTo>
                <a:lnTo>
                  <a:pt x="91801" y="48852"/>
                </a:lnTo>
                <a:lnTo>
                  <a:pt x="93171" y="46509"/>
                </a:lnTo>
                <a:lnTo>
                  <a:pt x="94547" y="44370"/>
                </a:lnTo>
                <a:lnTo>
                  <a:pt x="95929" y="42434"/>
                </a:lnTo>
                <a:lnTo>
                  <a:pt x="97317" y="40702"/>
                </a:lnTo>
                <a:lnTo>
                  <a:pt x="98711" y="39174"/>
                </a:lnTo>
                <a:lnTo>
                  <a:pt x="100111" y="37850"/>
                </a:lnTo>
                <a:lnTo>
                  <a:pt x="101517" y="36729"/>
                </a:lnTo>
                <a:lnTo>
                  <a:pt x="102929" y="35812"/>
                </a:lnTo>
                <a:lnTo>
                  <a:pt x="104346" y="35099"/>
                </a:lnTo>
                <a:lnTo>
                  <a:pt x="105770" y="34590"/>
                </a:lnTo>
                <a:lnTo>
                  <a:pt x="107199" y="34284"/>
                </a:lnTo>
                <a:lnTo>
                  <a:pt x="108635" y="34182"/>
                </a:lnTo>
                <a:lnTo>
                  <a:pt x="109279" y="34199"/>
                </a:lnTo>
                <a:lnTo>
                  <a:pt x="109905" y="34248"/>
                </a:lnTo>
                <a:lnTo>
                  <a:pt x="110512" y="34331"/>
                </a:lnTo>
                <a:lnTo>
                  <a:pt x="111100" y="34447"/>
                </a:lnTo>
                <a:lnTo>
                  <a:pt x="111669" y="34596"/>
                </a:lnTo>
                <a:lnTo>
                  <a:pt x="112219" y="34779"/>
                </a:lnTo>
                <a:lnTo>
                  <a:pt x="112751" y="34994"/>
                </a:lnTo>
                <a:lnTo>
                  <a:pt x="113263" y="35242"/>
                </a:lnTo>
                <a:lnTo>
                  <a:pt x="113757" y="35524"/>
                </a:lnTo>
                <a:lnTo>
                  <a:pt x="114232" y="35839"/>
                </a:lnTo>
                <a:lnTo>
                  <a:pt x="114688" y="36187"/>
                </a:lnTo>
                <a:lnTo>
                  <a:pt x="115126" y="36568"/>
                </a:lnTo>
                <a:lnTo>
                  <a:pt x="115536" y="36971"/>
                </a:lnTo>
                <a:lnTo>
                  <a:pt x="115911" y="37384"/>
                </a:lnTo>
                <a:lnTo>
                  <a:pt x="116249" y="37807"/>
                </a:lnTo>
                <a:lnTo>
                  <a:pt x="116552" y="38241"/>
                </a:lnTo>
                <a:lnTo>
                  <a:pt x="116820" y="38686"/>
                </a:lnTo>
                <a:lnTo>
                  <a:pt x="117052" y="39140"/>
                </a:lnTo>
                <a:lnTo>
                  <a:pt x="117248" y="39605"/>
                </a:lnTo>
                <a:lnTo>
                  <a:pt x="117408" y="40081"/>
                </a:lnTo>
                <a:lnTo>
                  <a:pt x="117533" y="40567"/>
                </a:lnTo>
                <a:lnTo>
                  <a:pt x="117622" y="41063"/>
                </a:lnTo>
                <a:lnTo>
                  <a:pt x="117676" y="41570"/>
                </a:lnTo>
                <a:lnTo>
                  <a:pt x="117694" y="42087"/>
                </a:lnTo>
                <a:lnTo>
                  <a:pt x="117681" y="42544"/>
                </a:lnTo>
                <a:lnTo>
                  <a:pt x="117642" y="42989"/>
                </a:lnTo>
                <a:lnTo>
                  <a:pt x="117578" y="43422"/>
                </a:lnTo>
                <a:lnTo>
                  <a:pt x="117488" y="43843"/>
                </a:lnTo>
                <a:lnTo>
                  <a:pt x="117372" y="44253"/>
                </a:lnTo>
                <a:lnTo>
                  <a:pt x="117230" y="44650"/>
                </a:lnTo>
                <a:lnTo>
                  <a:pt x="117063" y="45036"/>
                </a:lnTo>
                <a:lnTo>
                  <a:pt x="116869" y="45410"/>
                </a:lnTo>
                <a:lnTo>
                  <a:pt x="116651" y="45772"/>
                </a:lnTo>
                <a:lnTo>
                  <a:pt x="116406" y="46122"/>
                </a:lnTo>
                <a:lnTo>
                  <a:pt x="116135" y="46460"/>
                </a:lnTo>
                <a:lnTo>
                  <a:pt x="115839" y="46787"/>
                </a:lnTo>
                <a:lnTo>
                  <a:pt x="115525" y="47094"/>
                </a:lnTo>
                <a:lnTo>
                  <a:pt x="115201" y="47374"/>
                </a:lnTo>
                <a:lnTo>
                  <a:pt x="114867" y="47628"/>
                </a:lnTo>
                <a:lnTo>
                  <a:pt x="114524" y="47855"/>
                </a:lnTo>
                <a:lnTo>
                  <a:pt x="114170" y="48055"/>
                </a:lnTo>
                <a:lnTo>
                  <a:pt x="113806" y="48229"/>
                </a:lnTo>
                <a:lnTo>
                  <a:pt x="113433" y="48376"/>
                </a:lnTo>
                <a:lnTo>
                  <a:pt x="113049" y="48496"/>
                </a:lnTo>
                <a:lnTo>
                  <a:pt x="112656" y="48589"/>
                </a:lnTo>
                <a:lnTo>
                  <a:pt x="112253" y="48656"/>
                </a:lnTo>
                <a:lnTo>
                  <a:pt x="111840" y="48696"/>
                </a:lnTo>
                <a:lnTo>
                  <a:pt x="111417" y="48710"/>
                </a:lnTo>
                <a:lnTo>
                  <a:pt x="110996" y="48692"/>
                </a:lnTo>
                <a:lnTo>
                  <a:pt x="110568" y="48641"/>
                </a:lnTo>
                <a:lnTo>
                  <a:pt x="110131" y="48556"/>
                </a:lnTo>
                <a:lnTo>
                  <a:pt x="109685" y="48437"/>
                </a:lnTo>
                <a:lnTo>
                  <a:pt x="109231" y="48283"/>
                </a:lnTo>
                <a:lnTo>
                  <a:pt x="108769" y="48095"/>
                </a:lnTo>
                <a:lnTo>
                  <a:pt x="108298" y="47874"/>
                </a:lnTo>
                <a:lnTo>
                  <a:pt x="107819" y="47618"/>
                </a:lnTo>
                <a:lnTo>
                  <a:pt x="107331" y="47328"/>
                </a:lnTo>
                <a:lnTo>
                  <a:pt x="106835" y="47003"/>
                </a:lnTo>
                <a:lnTo>
                  <a:pt x="106330" y="46645"/>
                </a:lnTo>
                <a:lnTo>
                  <a:pt x="105817" y="46253"/>
                </a:lnTo>
                <a:lnTo>
                  <a:pt x="105311" y="45860"/>
                </a:lnTo>
                <a:lnTo>
                  <a:pt x="104828" y="45502"/>
                </a:lnTo>
                <a:lnTo>
                  <a:pt x="104366" y="45178"/>
                </a:lnTo>
                <a:lnTo>
                  <a:pt x="103927" y="44888"/>
                </a:lnTo>
                <a:lnTo>
                  <a:pt x="103510" y="44632"/>
                </a:lnTo>
                <a:lnTo>
                  <a:pt x="103116" y="44410"/>
                </a:lnTo>
                <a:lnTo>
                  <a:pt x="102744" y="44222"/>
                </a:lnTo>
                <a:lnTo>
                  <a:pt x="102394" y="44069"/>
                </a:lnTo>
                <a:lnTo>
                  <a:pt x="102066" y="43949"/>
                </a:lnTo>
                <a:lnTo>
                  <a:pt x="101761" y="43864"/>
                </a:lnTo>
                <a:lnTo>
                  <a:pt x="101477" y="43813"/>
                </a:lnTo>
                <a:lnTo>
                  <a:pt x="101217" y="43796"/>
                </a:lnTo>
                <a:lnTo>
                  <a:pt x="101001" y="43806"/>
                </a:lnTo>
                <a:lnTo>
                  <a:pt x="100783" y="43835"/>
                </a:lnTo>
                <a:lnTo>
                  <a:pt x="100561" y="43885"/>
                </a:lnTo>
                <a:lnTo>
                  <a:pt x="100337" y="43954"/>
                </a:lnTo>
                <a:lnTo>
                  <a:pt x="100110" y="44042"/>
                </a:lnTo>
                <a:lnTo>
                  <a:pt x="99879" y="44151"/>
                </a:lnTo>
                <a:lnTo>
                  <a:pt x="99646" y="44279"/>
                </a:lnTo>
                <a:lnTo>
                  <a:pt x="99410" y="44427"/>
                </a:lnTo>
                <a:lnTo>
                  <a:pt x="99170" y="44594"/>
                </a:lnTo>
                <a:lnTo>
                  <a:pt x="98928" y="44782"/>
                </a:lnTo>
                <a:lnTo>
                  <a:pt x="98683" y="44989"/>
                </a:lnTo>
                <a:lnTo>
                  <a:pt x="98435" y="45216"/>
                </a:lnTo>
                <a:lnTo>
                  <a:pt x="97898" y="45727"/>
                </a:lnTo>
                <a:lnTo>
                  <a:pt x="97359" y="46291"/>
                </a:lnTo>
                <a:lnTo>
                  <a:pt x="96816" y="46907"/>
                </a:lnTo>
                <a:lnTo>
                  <a:pt x="96271" y="47576"/>
                </a:lnTo>
                <a:lnTo>
                  <a:pt x="95723" y="48297"/>
                </a:lnTo>
                <a:lnTo>
                  <a:pt x="95171" y="49069"/>
                </a:lnTo>
                <a:lnTo>
                  <a:pt x="94617" y="49895"/>
                </a:lnTo>
                <a:lnTo>
                  <a:pt x="94060" y="50772"/>
                </a:lnTo>
                <a:lnTo>
                  <a:pt x="93500" y="51702"/>
                </a:lnTo>
                <a:lnTo>
                  <a:pt x="92936" y="52684"/>
                </a:lnTo>
                <a:lnTo>
                  <a:pt x="92370" y="53718"/>
                </a:lnTo>
                <a:lnTo>
                  <a:pt x="91801" y="54805"/>
                </a:lnTo>
                <a:lnTo>
                  <a:pt x="91801" y="85987"/>
                </a:lnTo>
                <a:lnTo>
                  <a:pt x="91811" y="86868"/>
                </a:lnTo>
                <a:lnTo>
                  <a:pt x="91839" y="87713"/>
                </a:lnTo>
                <a:lnTo>
                  <a:pt x="91886" y="88521"/>
                </a:lnTo>
                <a:lnTo>
                  <a:pt x="91952" y="89293"/>
                </a:lnTo>
                <a:lnTo>
                  <a:pt x="92036" y="90028"/>
                </a:lnTo>
                <a:lnTo>
                  <a:pt x="92140" y="90727"/>
                </a:lnTo>
                <a:lnTo>
                  <a:pt x="92262" y="91390"/>
                </a:lnTo>
                <a:lnTo>
                  <a:pt x="92403" y="92016"/>
                </a:lnTo>
                <a:lnTo>
                  <a:pt x="92563" y="92605"/>
                </a:lnTo>
                <a:lnTo>
                  <a:pt x="92742" y="93158"/>
                </a:lnTo>
                <a:lnTo>
                  <a:pt x="92940" y="93674"/>
                </a:lnTo>
                <a:lnTo>
                  <a:pt x="93156" y="94154"/>
                </a:lnTo>
                <a:lnTo>
                  <a:pt x="93321" y="94470"/>
                </a:lnTo>
                <a:lnTo>
                  <a:pt x="93505" y="94776"/>
                </a:lnTo>
                <a:lnTo>
                  <a:pt x="93709" y="95074"/>
                </a:lnTo>
                <a:lnTo>
                  <a:pt x="93933" y="95362"/>
                </a:lnTo>
                <a:lnTo>
                  <a:pt x="94177" y="95642"/>
                </a:lnTo>
                <a:lnTo>
                  <a:pt x="94440" y="95913"/>
                </a:lnTo>
                <a:lnTo>
                  <a:pt x="94724" y="96175"/>
                </a:lnTo>
                <a:lnTo>
                  <a:pt x="95027" y="96428"/>
                </a:lnTo>
                <a:lnTo>
                  <a:pt x="95350" y="96673"/>
                </a:lnTo>
                <a:lnTo>
                  <a:pt x="95693" y="96908"/>
                </a:lnTo>
                <a:lnTo>
                  <a:pt x="96055" y="97135"/>
                </a:lnTo>
                <a:lnTo>
                  <a:pt x="96438" y="97352"/>
                </a:lnTo>
                <a:lnTo>
                  <a:pt x="96844" y="97556"/>
                </a:lnTo>
                <a:lnTo>
                  <a:pt x="97280" y="97743"/>
                </a:lnTo>
                <a:lnTo>
                  <a:pt x="97744" y="97911"/>
                </a:lnTo>
                <a:lnTo>
                  <a:pt x="98237" y="98062"/>
                </a:lnTo>
                <a:lnTo>
                  <a:pt x="98758" y="98195"/>
                </a:lnTo>
                <a:lnTo>
                  <a:pt x="99309" y="98310"/>
                </a:lnTo>
                <a:lnTo>
                  <a:pt x="99888" y="98408"/>
                </a:lnTo>
                <a:lnTo>
                  <a:pt x="100495" y="98488"/>
                </a:lnTo>
                <a:lnTo>
                  <a:pt x="101132" y="98550"/>
                </a:lnTo>
                <a:lnTo>
                  <a:pt x="101797" y="98594"/>
                </a:lnTo>
                <a:lnTo>
                  <a:pt x="102491" y="98621"/>
                </a:lnTo>
                <a:lnTo>
                  <a:pt x="103214" y="98630"/>
                </a:lnTo>
                <a:lnTo>
                  <a:pt x="103214" y="101265"/>
                </a:lnTo>
                <a:lnTo>
                  <a:pt x="69760" y="101265"/>
                </a:lnTo>
                <a:lnTo>
                  <a:pt x="69760" y="98630"/>
                </a:lnTo>
                <a:lnTo>
                  <a:pt x="70575" y="98619"/>
                </a:lnTo>
                <a:lnTo>
                  <a:pt x="71353" y="98586"/>
                </a:lnTo>
                <a:lnTo>
                  <a:pt x="72096" y="98532"/>
                </a:lnTo>
                <a:lnTo>
                  <a:pt x="72804" y="98456"/>
                </a:lnTo>
                <a:lnTo>
                  <a:pt x="73475" y="98358"/>
                </a:lnTo>
                <a:lnTo>
                  <a:pt x="74111" y="98239"/>
                </a:lnTo>
                <a:lnTo>
                  <a:pt x="74712" y="98098"/>
                </a:lnTo>
                <a:lnTo>
                  <a:pt x="75276" y="97935"/>
                </a:lnTo>
                <a:lnTo>
                  <a:pt x="75805" y="97751"/>
                </a:lnTo>
                <a:lnTo>
                  <a:pt x="76299" y="97545"/>
                </a:lnTo>
                <a:lnTo>
                  <a:pt x="76757" y="97317"/>
                </a:lnTo>
                <a:lnTo>
                  <a:pt x="77179" y="97067"/>
                </a:lnTo>
                <a:lnTo>
                  <a:pt x="77468" y="96869"/>
                </a:lnTo>
                <a:lnTo>
                  <a:pt x="77743" y="96651"/>
                </a:lnTo>
                <a:lnTo>
                  <a:pt x="78003" y="96414"/>
                </a:lnTo>
                <a:lnTo>
                  <a:pt x="78248" y="96159"/>
                </a:lnTo>
                <a:lnTo>
                  <a:pt x="78479" y="95885"/>
                </a:lnTo>
                <a:lnTo>
                  <a:pt x="78694" y="95593"/>
                </a:lnTo>
                <a:lnTo>
                  <a:pt x="78895" y="95281"/>
                </a:lnTo>
                <a:lnTo>
                  <a:pt x="79081" y="94951"/>
                </a:lnTo>
                <a:lnTo>
                  <a:pt x="79252" y="94602"/>
                </a:lnTo>
                <a:lnTo>
                  <a:pt x="79408" y="94234"/>
                </a:lnTo>
                <a:lnTo>
                  <a:pt x="79549" y="93848"/>
                </a:lnTo>
                <a:lnTo>
                  <a:pt x="79675" y="93442"/>
                </a:lnTo>
                <a:lnTo>
                  <a:pt x="79732" y="93210"/>
                </a:lnTo>
                <a:lnTo>
                  <a:pt x="79784" y="92915"/>
                </a:lnTo>
                <a:lnTo>
                  <a:pt x="79831" y="92558"/>
                </a:lnTo>
                <a:lnTo>
                  <a:pt x="79873" y="92139"/>
                </a:lnTo>
                <a:lnTo>
                  <a:pt x="79910" y="91658"/>
                </a:lnTo>
                <a:lnTo>
                  <a:pt x="79943" y="91115"/>
                </a:lnTo>
                <a:lnTo>
                  <a:pt x="79970" y="90510"/>
                </a:lnTo>
                <a:lnTo>
                  <a:pt x="79992" y="89842"/>
                </a:lnTo>
                <a:lnTo>
                  <a:pt x="80009" y="89112"/>
                </a:lnTo>
                <a:lnTo>
                  <a:pt x="80022" y="88320"/>
                </a:lnTo>
                <a:lnTo>
                  <a:pt x="80029" y="87466"/>
                </a:lnTo>
                <a:lnTo>
                  <a:pt x="80032" y="86550"/>
                </a:lnTo>
                <a:lnTo>
                  <a:pt x="80032" y="61325"/>
                </a:lnTo>
                <a:lnTo>
                  <a:pt x="80029" y="59494"/>
                </a:lnTo>
                <a:lnTo>
                  <a:pt x="80019" y="57791"/>
                </a:lnTo>
                <a:lnTo>
                  <a:pt x="80003" y="56216"/>
                </a:lnTo>
                <a:lnTo>
                  <a:pt x="79980" y="54768"/>
                </a:lnTo>
                <a:lnTo>
                  <a:pt x="79951" y="53449"/>
                </a:lnTo>
                <a:lnTo>
                  <a:pt x="79916" y="52257"/>
                </a:lnTo>
                <a:lnTo>
                  <a:pt x="79874" y="51193"/>
                </a:lnTo>
                <a:lnTo>
                  <a:pt x="79826" y="50257"/>
                </a:lnTo>
                <a:lnTo>
                  <a:pt x="79771" y="49448"/>
                </a:lnTo>
                <a:lnTo>
                  <a:pt x="79710" y="48768"/>
                </a:lnTo>
                <a:lnTo>
                  <a:pt x="79642" y="48215"/>
                </a:lnTo>
                <a:lnTo>
                  <a:pt x="79568" y="47790"/>
                </a:lnTo>
                <a:lnTo>
                  <a:pt x="79485" y="47437"/>
                </a:lnTo>
                <a:lnTo>
                  <a:pt x="79392" y="47101"/>
                </a:lnTo>
                <a:lnTo>
                  <a:pt x="79287" y="46780"/>
                </a:lnTo>
                <a:lnTo>
                  <a:pt x="79172" y="46476"/>
                </a:lnTo>
                <a:lnTo>
                  <a:pt x="79046" y="46188"/>
                </a:lnTo>
                <a:lnTo>
                  <a:pt x="78908" y="45916"/>
                </a:lnTo>
                <a:lnTo>
                  <a:pt x="78760" y="45661"/>
                </a:lnTo>
                <a:lnTo>
                  <a:pt x="78601" y="45422"/>
                </a:lnTo>
                <a:lnTo>
                  <a:pt x="78431" y="45199"/>
                </a:lnTo>
                <a:lnTo>
                  <a:pt x="78250" y="44992"/>
                </a:lnTo>
                <a:lnTo>
                  <a:pt x="78059" y="44802"/>
                </a:lnTo>
                <a:lnTo>
                  <a:pt x="77856" y="44628"/>
                </a:lnTo>
                <a:lnTo>
                  <a:pt x="77644" y="44469"/>
                </a:lnTo>
                <a:lnTo>
                  <a:pt x="77423" y="44324"/>
                </a:lnTo>
                <a:lnTo>
                  <a:pt x="77194" y="44193"/>
                </a:lnTo>
                <a:lnTo>
                  <a:pt x="76957" y="44076"/>
                </a:lnTo>
                <a:lnTo>
                  <a:pt x="76711" y="43972"/>
                </a:lnTo>
                <a:lnTo>
                  <a:pt x="76456" y="43882"/>
                </a:lnTo>
                <a:lnTo>
                  <a:pt x="76194" y="43806"/>
                </a:lnTo>
                <a:lnTo>
                  <a:pt x="75922" y="43744"/>
                </a:lnTo>
                <a:lnTo>
                  <a:pt x="75643" y="43696"/>
                </a:lnTo>
                <a:lnTo>
                  <a:pt x="75355" y="43661"/>
                </a:lnTo>
                <a:lnTo>
                  <a:pt x="75058" y="43640"/>
                </a:lnTo>
                <a:lnTo>
                  <a:pt x="74753" y="43633"/>
                </a:lnTo>
                <a:lnTo>
                  <a:pt x="74381" y="43641"/>
                </a:lnTo>
                <a:lnTo>
                  <a:pt x="74000" y="43663"/>
                </a:lnTo>
                <a:lnTo>
                  <a:pt x="73612" y="43700"/>
                </a:lnTo>
                <a:lnTo>
                  <a:pt x="73216" y="43752"/>
                </a:lnTo>
                <a:lnTo>
                  <a:pt x="72812" y="43818"/>
                </a:lnTo>
                <a:lnTo>
                  <a:pt x="72399" y="43900"/>
                </a:lnTo>
                <a:lnTo>
                  <a:pt x="71979" y="43996"/>
                </a:lnTo>
                <a:lnTo>
                  <a:pt x="71551" y="44107"/>
                </a:lnTo>
                <a:lnTo>
                  <a:pt x="71116" y="44233"/>
                </a:lnTo>
                <a:lnTo>
                  <a:pt x="70672" y="44374"/>
                </a:lnTo>
                <a:lnTo>
                  <a:pt x="70220" y="44529"/>
                </a:lnTo>
                <a:lnTo>
                  <a:pt x="69760" y="44699"/>
                </a:lnTo>
                <a:lnTo>
                  <a:pt x="69047" y="42140"/>
                </a:lnTo>
                <a:lnTo>
                  <a:pt x="88805" y="34182"/>
                </a:lnTo>
                <a:lnTo>
                  <a:pt x="91801" y="34182"/>
                </a:lnTo>
                <a:close/>
                <a:moveTo>
                  <a:pt x="119516" y="63095"/>
                </a:moveTo>
                <a:lnTo>
                  <a:pt x="156393" y="63095"/>
                </a:lnTo>
                <a:lnTo>
                  <a:pt x="156393" y="73848"/>
                </a:lnTo>
                <a:lnTo>
                  <a:pt x="119516" y="73848"/>
                </a:lnTo>
                <a:lnTo>
                  <a:pt x="119516" y="63095"/>
                </a:lnTo>
                <a:close/>
                <a:moveTo>
                  <a:pt x="189019" y="0"/>
                </a:moveTo>
                <a:lnTo>
                  <a:pt x="189019" y="86461"/>
                </a:lnTo>
                <a:lnTo>
                  <a:pt x="189025" y="87453"/>
                </a:lnTo>
                <a:lnTo>
                  <a:pt x="189044" y="88387"/>
                </a:lnTo>
                <a:lnTo>
                  <a:pt x="189075" y="89263"/>
                </a:lnTo>
                <a:lnTo>
                  <a:pt x="189118" y="90083"/>
                </a:lnTo>
                <a:lnTo>
                  <a:pt x="189174" y="90845"/>
                </a:lnTo>
                <a:lnTo>
                  <a:pt x="189242" y="91550"/>
                </a:lnTo>
                <a:lnTo>
                  <a:pt x="189323" y="92197"/>
                </a:lnTo>
                <a:lnTo>
                  <a:pt x="189416" y="92787"/>
                </a:lnTo>
                <a:lnTo>
                  <a:pt x="189521" y="93320"/>
                </a:lnTo>
                <a:lnTo>
                  <a:pt x="189638" y="93796"/>
                </a:lnTo>
                <a:lnTo>
                  <a:pt x="189768" y="94214"/>
                </a:lnTo>
                <a:lnTo>
                  <a:pt x="189911" y="94575"/>
                </a:lnTo>
                <a:lnTo>
                  <a:pt x="190066" y="94900"/>
                </a:lnTo>
                <a:lnTo>
                  <a:pt x="190235" y="95212"/>
                </a:lnTo>
                <a:lnTo>
                  <a:pt x="190417" y="95511"/>
                </a:lnTo>
                <a:lnTo>
                  <a:pt x="190612" y="95796"/>
                </a:lnTo>
                <a:lnTo>
                  <a:pt x="190821" y="96068"/>
                </a:lnTo>
                <a:lnTo>
                  <a:pt x="191043" y="96327"/>
                </a:lnTo>
                <a:lnTo>
                  <a:pt x="191279" y="96572"/>
                </a:lnTo>
                <a:lnTo>
                  <a:pt x="191528" y="96804"/>
                </a:lnTo>
                <a:lnTo>
                  <a:pt x="191790" y="97023"/>
                </a:lnTo>
                <a:lnTo>
                  <a:pt x="192066" y="97229"/>
                </a:lnTo>
                <a:lnTo>
                  <a:pt x="192355" y="97421"/>
                </a:lnTo>
                <a:lnTo>
                  <a:pt x="192657" y="97599"/>
                </a:lnTo>
                <a:lnTo>
                  <a:pt x="192988" y="97764"/>
                </a:lnTo>
                <a:lnTo>
                  <a:pt x="193364" y="97914"/>
                </a:lnTo>
                <a:lnTo>
                  <a:pt x="193785" y="98050"/>
                </a:lnTo>
                <a:lnTo>
                  <a:pt x="194250" y="98172"/>
                </a:lnTo>
                <a:lnTo>
                  <a:pt x="194760" y="98279"/>
                </a:lnTo>
                <a:lnTo>
                  <a:pt x="195314" y="98372"/>
                </a:lnTo>
                <a:lnTo>
                  <a:pt x="195913" y="98451"/>
                </a:lnTo>
                <a:lnTo>
                  <a:pt x="196556" y="98515"/>
                </a:lnTo>
                <a:lnTo>
                  <a:pt x="197244" y="98565"/>
                </a:lnTo>
                <a:lnTo>
                  <a:pt x="197977" y="98601"/>
                </a:lnTo>
                <a:lnTo>
                  <a:pt x="198754" y="98623"/>
                </a:lnTo>
                <a:lnTo>
                  <a:pt x="199576" y="98630"/>
                </a:lnTo>
                <a:lnTo>
                  <a:pt x="199576" y="101265"/>
                </a:lnTo>
                <a:lnTo>
                  <a:pt x="167549" y="101265"/>
                </a:lnTo>
                <a:lnTo>
                  <a:pt x="167549" y="98630"/>
                </a:lnTo>
                <a:lnTo>
                  <a:pt x="168278" y="98623"/>
                </a:lnTo>
                <a:lnTo>
                  <a:pt x="168968" y="98604"/>
                </a:lnTo>
                <a:lnTo>
                  <a:pt x="169618" y="98572"/>
                </a:lnTo>
                <a:lnTo>
                  <a:pt x="170228" y="98527"/>
                </a:lnTo>
                <a:lnTo>
                  <a:pt x="170799" y="98469"/>
                </a:lnTo>
                <a:lnTo>
                  <a:pt x="171330" y="98399"/>
                </a:lnTo>
                <a:lnTo>
                  <a:pt x="171821" y="98315"/>
                </a:lnTo>
                <a:lnTo>
                  <a:pt x="172273" y="98219"/>
                </a:lnTo>
                <a:lnTo>
                  <a:pt x="172685" y="98110"/>
                </a:lnTo>
                <a:lnTo>
                  <a:pt x="173057" y="97988"/>
                </a:lnTo>
                <a:lnTo>
                  <a:pt x="173390" y="97854"/>
                </a:lnTo>
                <a:lnTo>
                  <a:pt x="173683" y="97706"/>
                </a:lnTo>
                <a:lnTo>
                  <a:pt x="173952" y="97543"/>
                </a:lnTo>
                <a:lnTo>
                  <a:pt x="174210" y="97364"/>
                </a:lnTo>
                <a:lnTo>
                  <a:pt x="174459" y="97168"/>
                </a:lnTo>
                <a:lnTo>
                  <a:pt x="174698" y="96955"/>
                </a:lnTo>
                <a:lnTo>
                  <a:pt x="174927" y="96725"/>
                </a:lnTo>
                <a:lnTo>
                  <a:pt x="175146" y="96478"/>
                </a:lnTo>
                <a:lnTo>
                  <a:pt x="175355" y="96215"/>
                </a:lnTo>
                <a:lnTo>
                  <a:pt x="175554" y="95935"/>
                </a:lnTo>
                <a:lnTo>
                  <a:pt x="175743" y="95638"/>
                </a:lnTo>
                <a:lnTo>
                  <a:pt x="175922" y="95324"/>
                </a:lnTo>
                <a:lnTo>
                  <a:pt x="176092" y="94994"/>
                </a:lnTo>
                <a:lnTo>
                  <a:pt x="176251" y="94646"/>
                </a:lnTo>
                <a:lnTo>
                  <a:pt x="176399" y="94263"/>
                </a:lnTo>
                <a:lnTo>
                  <a:pt x="176535" y="93825"/>
                </a:lnTo>
                <a:lnTo>
                  <a:pt x="176657" y="93334"/>
                </a:lnTo>
                <a:lnTo>
                  <a:pt x="176766" y="92787"/>
                </a:lnTo>
                <a:lnTo>
                  <a:pt x="176863" y="92187"/>
                </a:lnTo>
                <a:lnTo>
                  <a:pt x="176947" y="91532"/>
                </a:lnTo>
                <a:lnTo>
                  <a:pt x="177018" y="90823"/>
                </a:lnTo>
                <a:lnTo>
                  <a:pt x="177076" y="90059"/>
                </a:lnTo>
                <a:lnTo>
                  <a:pt x="177121" y="89241"/>
                </a:lnTo>
                <a:lnTo>
                  <a:pt x="177153" y="88369"/>
                </a:lnTo>
                <a:lnTo>
                  <a:pt x="177172" y="87442"/>
                </a:lnTo>
                <a:lnTo>
                  <a:pt x="177179" y="86461"/>
                </a:lnTo>
                <a:lnTo>
                  <a:pt x="177179" y="27254"/>
                </a:lnTo>
                <a:lnTo>
                  <a:pt x="177175" y="25475"/>
                </a:lnTo>
                <a:lnTo>
                  <a:pt x="177165" y="23814"/>
                </a:lnTo>
                <a:lnTo>
                  <a:pt x="177147" y="22271"/>
                </a:lnTo>
                <a:lnTo>
                  <a:pt x="177123" y="20847"/>
                </a:lnTo>
                <a:lnTo>
                  <a:pt x="177092" y="19540"/>
                </a:lnTo>
                <a:lnTo>
                  <a:pt x="177054" y="18351"/>
                </a:lnTo>
                <a:lnTo>
                  <a:pt x="177009" y="17281"/>
                </a:lnTo>
                <a:lnTo>
                  <a:pt x="176957" y="16328"/>
                </a:lnTo>
                <a:lnTo>
                  <a:pt x="176898" y="15494"/>
                </a:lnTo>
                <a:lnTo>
                  <a:pt x="176832" y="14778"/>
                </a:lnTo>
                <a:lnTo>
                  <a:pt x="176759" y="14180"/>
                </a:lnTo>
                <a:lnTo>
                  <a:pt x="176679" y="13700"/>
                </a:lnTo>
                <a:lnTo>
                  <a:pt x="176592" y="13289"/>
                </a:lnTo>
                <a:lnTo>
                  <a:pt x="176496" y="12901"/>
                </a:lnTo>
                <a:lnTo>
                  <a:pt x="176392" y="12536"/>
                </a:lnTo>
                <a:lnTo>
                  <a:pt x="176279" y="12192"/>
                </a:lnTo>
                <a:lnTo>
                  <a:pt x="176158" y="11871"/>
                </a:lnTo>
                <a:lnTo>
                  <a:pt x="176028" y="11573"/>
                </a:lnTo>
                <a:lnTo>
                  <a:pt x="175890" y="11296"/>
                </a:lnTo>
                <a:lnTo>
                  <a:pt x="175744" y="11042"/>
                </a:lnTo>
                <a:lnTo>
                  <a:pt x="175589" y="10810"/>
                </a:lnTo>
                <a:lnTo>
                  <a:pt x="175426" y="10600"/>
                </a:lnTo>
                <a:lnTo>
                  <a:pt x="175254" y="10413"/>
                </a:lnTo>
                <a:lnTo>
                  <a:pt x="175074" y="10248"/>
                </a:lnTo>
                <a:lnTo>
                  <a:pt x="174886" y="10100"/>
                </a:lnTo>
                <a:lnTo>
                  <a:pt x="174689" y="9965"/>
                </a:lnTo>
                <a:lnTo>
                  <a:pt x="174484" y="9843"/>
                </a:lnTo>
                <a:lnTo>
                  <a:pt x="174270" y="9734"/>
                </a:lnTo>
                <a:lnTo>
                  <a:pt x="174048" y="9637"/>
                </a:lnTo>
                <a:lnTo>
                  <a:pt x="173817" y="9554"/>
                </a:lnTo>
                <a:lnTo>
                  <a:pt x="173578" y="9483"/>
                </a:lnTo>
                <a:lnTo>
                  <a:pt x="173331" y="9425"/>
                </a:lnTo>
                <a:lnTo>
                  <a:pt x="173075" y="9380"/>
                </a:lnTo>
                <a:lnTo>
                  <a:pt x="172811" y="9348"/>
                </a:lnTo>
                <a:lnTo>
                  <a:pt x="172538" y="9329"/>
                </a:lnTo>
                <a:lnTo>
                  <a:pt x="172257" y="9322"/>
                </a:lnTo>
                <a:lnTo>
                  <a:pt x="171941" y="9330"/>
                </a:lnTo>
                <a:lnTo>
                  <a:pt x="171611" y="9354"/>
                </a:lnTo>
                <a:lnTo>
                  <a:pt x="171267" y="9393"/>
                </a:lnTo>
                <a:lnTo>
                  <a:pt x="170909" y="9449"/>
                </a:lnTo>
                <a:lnTo>
                  <a:pt x="170538" y="9520"/>
                </a:lnTo>
                <a:lnTo>
                  <a:pt x="170153" y="9607"/>
                </a:lnTo>
                <a:lnTo>
                  <a:pt x="169753" y="9710"/>
                </a:lnTo>
                <a:lnTo>
                  <a:pt x="169340" y="9829"/>
                </a:lnTo>
                <a:lnTo>
                  <a:pt x="168913" y="9963"/>
                </a:lnTo>
                <a:lnTo>
                  <a:pt x="168472" y="10113"/>
                </a:lnTo>
                <a:lnTo>
                  <a:pt x="168018" y="10280"/>
                </a:lnTo>
                <a:lnTo>
                  <a:pt x="167549" y="10462"/>
                </a:lnTo>
                <a:lnTo>
                  <a:pt x="166336" y="7969"/>
                </a:lnTo>
                <a:lnTo>
                  <a:pt x="185809" y="0"/>
                </a:lnTo>
                <a:lnTo>
                  <a:pt x="189019" y="0"/>
                </a:lnTo>
                <a:close/>
                <a:moveTo>
                  <a:pt x="238679" y="34182"/>
                </a:moveTo>
                <a:lnTo>
                  <a:pt x="241111" y="34260"/>
                </a:lnTo>
                <a:lnTo>
                  <a:pt x="243462" y="34494"/>
                </a:lnTo>
                <a:lnTo>
                  <a:pt x="245732" y="34885"/>
                </a:lnTo>
                <a:lnTo>
                  <a:pt x="247920" y="35431"/>
                </a:lnTo>
                <a:lnTo>
                  <a:pt x="250027" y="36134"/>
                </a:lnTo>
                <a:lnTo>
                  <a:pt x="252053" y="36992"/>
                </a:lnTo>
                <a:lnTo>
                  <a:pt x="253998" y="38007"/>
                </a:lnTo>
                <a:lnTo>
                  <a:pt x="255861" y="39178"/>
                </a:lnTo>
                <a:lnTo>
                  <a:pt x="257644" y="40505"/>
                </a:lnTo>
                <a:lnTo>
                  <a:pt x="259345" y="41988"/>
                </a:lnTo>
                <a:lnTo>
                  <a:pt x="260964" y="43627"/>
                </a:lnTo>
                <a:lnTo>
                  <a:pt x="262503" y="45423"/>
                </a:lnTo>
                <a:lnTo>
                  <a:pt x="263722" y="47043"/>
                </a:lnTo>
                <a:lnTo>
                  <a:pt x="264835" y="48703"/>
                </a:lnTo>
                <a:lnTo>
                  <a:pt x="265842" y="50402"/>
                </a:lnTo>
                <a:lnTo>
                  <a:pt x="266743" y="52141"/>
                </a:lnTo>
                <a:lnTo>
                  <a:pt x="267538" y="53919"/>
                </a:lnTo>
                <a:lnTo>
                  <a:pt x="268227" y="55737"/>
                </a:lnTo>
                <a:lnTo>
                  <a:pt x="268810" y="57595"/>
                </a:lnTo>
                <a:lnTo>
                  <a:pt x="269287" y="59492"/>
                </a:lnTo>
                <a:lnTo>
                  <a:pt x="269658" y="61429"/>
                </a:lnTo>
                <a:lnTo>
                  <a:pt x="269923" y="63405"/>
                </a:lnTo>
                <a:lnTo>
                  <a:pt x="270082" y="65421"/>
                </a:lnTo>
                <a:lnTo>
                  <a:pt x="270135" y="67476"/>
                </a:lnTo>
                <a:lnTo>
                  <a:pt x="270106" y="68936"/>
                </a:lnTo>
                <a:lnTo>
                  <a:pt x="270018" y="70399"/>
                </a:lnTo>
                <a:lnTo>
                  <a:pt x="269872" y="71865"/>
                </a:lnTo>
                <a:lnTo>
                  <a:pt x="269668" y="73334"/>
                </a:lnTo>
                <a:lnTo>
                  <a:pt x="269405" y="74805"/>
                </a:lnTo>
                <a:lnTo>
                  <a:pt x="269083" y="76280"/>
                </a:lnTo>
                <a:lnTo>
                  <a:pt x="268703" y="77758"/>
                </a:lnTo>
                <a:lnTo>
                  <a:pt x="268265" y="79238"/>
                </a:lnTo>
                <a:lnTo>
                  <a:pt x="267768" y="80722"/>
                </a:lnTo>
                <a:lnTo>
                  <a:pt x="267213" y="82208"/>
                </a:lnTo>
                <a:lnTo>
                  <a:pt x="266599" y="83698"/>
                </a:lnTo>
                <a:lnTo>
                  <a:pt x="265927" y="85191"/>
                </a:lnTo>
                <a:lnTo>
                  <a:pt x="265203" y="86654"/>
                </a:lnTo>
                <a:lnTo>
                  <a:pt x="264436" y="88055"/>
                </a:lnTo>
                <a:lnTo>
                  <a:pt x="263624" y="89396"/>
                </a:lnTo>
                <a:lnTo>
                  <a:pt x="262768" y="90675"/>
                </a:lnTo>
                <a:lnTo>
                  <a:pt x="261869" y="91893"/>
                </a:lnTo>
                <a:lnTo>
                  <a:pt x="260925" y="93050"/>
                </a:lnTo>
                <a:lnTo>
                  <a:pt x="259937" y="94146"/>
                </a:lnTo>
                <a:lnTo>
                  <a:pt x="258905" y="95180"/>
                </a:lnTo>
                <a:lnTo>
                  <a:pt x="257829" y="96153"/>
                </a:lnTo>
                <a:lnTo>
                  <a:pt x="256708" y="97065"/>
                </a:lnTo>
                <a:lnTo>
                  <a:pt x="255544" y="97916"/>
                </a:lnTo>
                <a:lnTo>
                  <a:pt x="254336" y="98705"/>
                </a:lnTo>
                <a:lnTo>
                  <a:pt x="253094" y="99433"/>
                </a:lnTo>
                <a:lnTo>
                  <a:pt x="251828" y="100097"/>
                </a:lnTo>
                <a:lnTo>
                  <a:pt x="250540" y="100697"/>
                </a:lnTo>
                <a:lnTo>
                  <a:pt x="249228" y="101235"/>
                </a:lnTo>
                <a:lnTo>
                  <a:pt x="247893" y="101709"/>
                </a:lnTo>
                <a:lnTo>
                  <a:pt x="246534" y="102120"/>
                </a:lnTo>
                <a:lnTo>
                  <a:pt x="245152" y="102468"/>
                </a:lnTo>
                <a:lnTo>
                  <a:pt x="243747" y="102753"/>
                </a:lnTo>
                <a:lnTo>
                  <a:pt x="242319" y="102974"/>
                </a:lnTo>
                <a:lnTo>
                  <a:pt x="240867" y="103132"/>
                </a:lnTo>
                <a:lnTo>
                  <a:pt x="239392" y="103227"/>
                </a:lnTo>
                <a:lnTo>
                  <a:pt x="237894" y="103259"/>
                </a:lnTo>
                <a:lnTo>
                  <a:pt x="235476" y="103177"/>
                </a:lnTo>
                <a:lnTo>
                  <a:pt x="233141" y="102932"/>
                </a:lnTo>
                <a:lnTo>
                  <a:pt x="230891" y="102525"/>
                </a:lnTo>
                <a:lnTo>
                  <a:pt x="228724" y="101954"/>
                </a:lnTo>
                <a:lnTo>
                  <a:pt x="226643" y="101221"/>
                </a:lnTo>
                <a:lnTo>
                  <a:pt x="224645" y="100324"/>
                </a:lnTo>
                <a:lnTo>
                  <a:pt x="222731" y="99264"/>
                </a:lnTo>
                <a:lnTo>
                  <a:pt x="220902" y="98041"/>
                </a:lnTo>
                <a:lnTo>
                  <a:pt x="219157" y="96655"/>
                </a:lnTo>
                <a:lnTo>
                  <a:pt x="217496" y="95106"/>
                </a:lnTo>
                <a:lnTo>
                  <a:pt x="215919" y="93395"/>
                </a:lnTo>
                <a:lnTo>
                  <a:pt x="214427" y="91520"/>
                </a:lnTo>
                <a:lnTo>
                  <a:pt x="213253" y="89855"/>
                </a:lnTo>
                <a:lnTo>
                  <a:pt x="212182" y="88157"/>
                </a:lnTo>
                <a:lnTo>
                  <a:pt x="211213" y="86425"/>
                </a:lnTo>
                <a:lnTo>
                  <a:pt x="210345" y="84659"/>
                </a:lnTo>
                <a:lnTo>
                  <a:pt x="209580" y="82860"/>
                </a:lnTo>
                <a:lnTo>
                  <a:pt x="208917" y="81027"/>
                </a:lnTo>
                <a:lnTo>
                  <a:pt x="208355" y="79161"/>
                </a:lnTo>
                <a:lnTo>
                  <a:pt x="207896" y="77261"/>
                </a:lnTo>
                <a:lnTo>
                  <a:pt x="207539" y="75328"/>
                </a:lnTo>
                <a:lnTo>
                  <a:pt x="207284" y="73361"/>
                </a:lnTo>
                <a:lnTo>
                  <a:pt x="207131" y="71360"/>
                </a:lnTo>
                <a:lnTo>
                  <a:pt x="207080" y="69326"/>
                </a:lnTo>
                <a:lnTo>
                  <a:pt x="207111" y="67832"/>
                </a:lnTo>
                <a:lnTo>
                  <a:pt x="207204" y="66341"/>
                </a:lnTo>
                <a:lnTo>
                  <a:pt x="207359" y="64850"/>
                </a:lnTo>
                <a:lnTo>
                  <a:pt x="207575" y="63362"/>
                </a:lnTo>
                <a:lnTo>
                  <a:pt x="207854" y="61874"/>
                </a:lnTo>
                <a:lnTo>
                  <a:pt x="208194" y="60388"/>
                </a:lnTo>
                <a:lnTo>
                  <a:pt x="208597" y="58904"/>
                </a:lnTo>
                <a:lnTo>
                  <a:pt x="209061" y="57421"/>
                </a:lnTo>
                <a:lnTo>
                  <a:pt x="209588" y="55940"/>
                </a:lnTo>
                <a:lnTo>
                  <a:pt x="210176" y="54460"/>
                </a:lnTo>
                <a:lnTo>
                  <a:pt x="210826" y="52982"/>
                </a:lnTo>
                <a:lnTo>
                  <a:pt x="211538" y="51505"/>
                </a:lnTo>
                <a:lnTo>
                  <a:pt x="212301" y="50061"/>
                </a:lnTo>
                <a:lnTo>
                  <a:pt x="213102" y="48681"/>
                </a:lnTo>
                <a:lnTo>
                  <a:pt x="213943" y="47365"/>
                </a:lnTo>
                <a:lnTo>
                  <a:pt x="214823" y="46114"/>
                </a:lnTo>
                <a:lnTo>
                  <a:pt x="215742" y="44927"/>
                </a:lnTo>
                <a:lnTo>
                  <a:pt x="216700" y="43804"/>
                </a:lnTo>
                <a:lnTo>
                  <a:pt x="217698" y="42745"/>
                </a:lnTo>
                <a:lnTo>
                  <a:pt x="218734" y="41750"/>
                </a:lnTo>
                <a:lnTo>
                  <a:pt x="219810" y="40820"/>
                </a:lnTo>
                <a:lnTo>
                  <a:pt x="220925" y="39954"/>
                </a:lnTo>
                <a:lnTo>
                  <a:pt x="222079" y="39152"/>
                </a:lnTo>
                <a:lnTo>
                  <a:pt x="223272" y="38415"/>
                </a:lnTo>
                <a:lnTo>
                  <a:pt x="224490" y="37739"/>
                </a:lnTo>
                <a:lnTo>
                  <a:pt x="225721" y="37122"/>
                </a:lnTo>
                <a:lnTo>
                  <a:pt x="226963" y="36563"/>
                </a:lnTo>
                <a:lnTo>
                  <a:pt x="228217" y="36063"/>
                </a:lnTo>
                <a:lnTo>
                  <a:pt x="229483" y="35622"/>
                </a:lnTo>
                <a:lnTo>
                  <a:pt x="230761" y="35240"/>
                </a:lnTo>
                <a:lnTo>
                  <a:pt x="232051" y="34917"/>
                </a:lnTo>
                <a:lnTo>
                  <a:pt x="233353" y="34652"/>
                </a:lnTo>
                <a:lnTo>
                  <a:pt x="234667" y="34447"/>
                </a:lnTo>
                <a:lnTo>
                  <a:pt x="235992" y="34300"/>
                </a:lnTo>
                <a:lnTo>
                  <a:pt x="237330" y="34212"/>
                </a:lnTo>
                <a:lnTo>
                  <a:pt x="238679" y="34182"/>
                </a:lnTo>
                <a:moveTo>
                  <a:pt x="236468" y="38882"/>
                </a:moveTo>
                <a:lnTo>
                  <a:pt x="235837" y="38898"/>
                </a:lnTo>
                <a:lnTo>
                  <a:pt x="235207" y="38944"/>
                </a:lnTo>
                <a:lnTo>
                  <a:pt x="234575" y="39022"/>
                </a:lnTo>
                <a:lnTo>
                  <a:pt x="233943" y="39131"/>
                </a:lnTo>
                <a:lnTo>
                  <a:pt x="233311" y="39271"/>
                </a:lnTo>
                <a:lnTo>
                  <a:pt x="232678" y="39442"/>
                </a:lnTo>
                <a:lnTo>
                  <a:pt x="232045" y="39645"/>
                </a:lnTo>
                <a:lnTo>
                  <a:pt x="231411" y="39878"/>
                </a:lnTo>
                <a:lnTo>
                  <a:pt x="230777" y="40143"/>
                </a:lnTo>
                <a:lnTo>
                  <a:pt x="230142" y="40438"/>
                </a:lnTo>
                <a:lnTo>
                  <a:pt x="229507" y="40765"/>
                </a:lnTo>
                <a:lnTo>
                  <a:pt x="228871" y="41123"/>
                </a:lnTo>
                <a:lnTo>
                  <a:pt x="228245" y="41520"/>
                </a:lnTo>
                <a:lnTo>
                  <a:pt x="227640" y="41964"/>
                </a:lnTo>
                <a:lnTo>
                  <a:pt x="227054" y="42455"/>
                </a:lnTo>
                <a:lnTo>
                  <a:pt x="226489" y="42992"/>
                </a:lnTo>
                <a:lnTo>
                  <a:pt x="225945" y="43577"/>
                </a:lnTo>
                <a:lnTo>
                  <a:pt x="225421" y="44209"/>
                </a:lnTo>
                <a:lnTo>
                  <a:pt x="224917" y="44887"/>
                </a:lnTo>
                <a:lnTo>
                  <a:pt x="224433" y="45613"/>
                </a:lnTo>
                <a:lnTo>
                  <a:pt x="223969" y="46385"/>
                </a:lnTo>
                <a:lnTo>
                  <a:pt x="223526" y="47204"/>
                </a:lnTo>
                <a:lnTo>
                  <a:pt x="223104" y="48070"/>
                </a:lnTo>
                <a:lnTo>
                  <a:pt x="222701" y="48983"/>
                </a:lnTo>
                <a:lnTo>
                  <a:pt x="222325" y="49942"/>
                </a:lnTo>
                <a:lnTo>
                  <a:pt x="221982" y="50945"/>
                </a:lnTo>
                <a:lnTo>
                  <a:pt x="221671" y="51993"/>
                </a:lnTo>
                <a:lnTo>
                  <a:pt x="221393" y="53085"/>
                </a:lnTo>
                <a:lnTo>
                  <a:pt x="221148" y="54221"/>
                </a:lnTo>
                <a:lnTo>
                  <a:pt x="220936" y="55402"/>
                </a:lnTo>
                <a:lnTo>
                  <a:pt x="220756" y="56628"/>
                </a:lnTo>
                <a:lnTo>
                  <a:pt x="220609" y="57898"/>
                </a:lnTo>
                <a:lnTo>
                  <a:pt x="220494" y="59212"/>
                </a:lnTo>
                <a:lnTo>
                  <a:pt x="220413" y="60571"/>
                </a:lnTo>
                <a:lnTo>
                  <a:pt x="220364" y="61974"/>
                </a:lnTo>
                <a:lnTo>
                  <a:pt x="220347" y="63422"/>
                </a:lnTo>
                <a:lnTo>
                  <a:pt x="220387" y="65765"/>
                </a:lnTo>
                <a:lnTo>
                  <a:pt x="220505" y="68055"/>
                </a:lnTo>
                <a:lnTo>
                  <a:pt x="220702" y="70290"/>
                </a:lnTo>
                <a:lnTo>
                  <a:pt x="220977" y="72470"/>
                </a:lnTo>
                <a:lnTo>
                  <a:pt x="221332" y="74597"/>
                </a:lnTo>
                <a:lnTo>
                  <a:pt x="221765" y="76669"/>
                </a:lnTo>
                <a:lnTo>
                  <a:pt x="222277" y="78687"/>
                </a:lnTo>
                <a:lnTo>
                  <a:pt x="222868" y="80650"/>
                </a:lnTo>
                <a:lnTo>
                  <a:pt x="223537" y="82559"/>
                </a:lnTo>
                <a:lnTo>
                  <a:pt x="224285" y="84414"/>
                </a:lnTo>
                <a:lnTo>
                  <a:pt x="225112" y="86215"/>
                </a:lnTo>
                <a:lnTo>
                  <a:pt x="226018" y="87961"/>
                </a:lnTo>
                <a:lnTo>
                  <a:pt x="226988" y="89608"/>
                </a:lnTo>
                <a:lnTo>
                  <a:pt x="228008" y="91112"/>
                </a:lnTo>
                <a:lnTo>
                  <a:pt x="229078" y="92473"/>
                </a:lnTo>
                <a:lnTo>
                  <a:pt x="230199" y="93690"/>
                </a:lnTo>
                <a:lnTo>
                  <a:pt x="231369" y="94765"/>
                </a:lnTo>
                <a:lnTo>
                  <a:pt x="232589" y="95696"/>
                </a:lnTo>
                <a:lnTo>
                  <a:pt x="233859" y="96483"/>
                </a:lnTo>
                <a:lnTo>
                  <a:pt x="235180" y="97128"/>
                </a:lnTo>
                <a:lnTo>
                  <a:pt x="236550" y="97629"/>
                </a:lnTo>
                <a:lnTo>
                  <a:pt x="237971" y="97987"/>
                </a:lnTo>
                <a:lnTo>
                  <a:pt x="239441" y="98202"/>
                </a:lnTo>
                <a:lnTo>
                  <a:pt x="240961" y="98274"/>
                </a:lnTo>
                <a:lnTo>
                  <a:pt x="242098" y="98234"/>
                </a:lnTo>
                <a:lnTo>
                  <a:pt x="243200" y="98116"/>
                </a:lnTo>
                <a:lnTo>
                  <a:pt x="244269" y="97918"/>
                </a:lnTo>
                <a:lnTo>
                  <a:pt x="245305" y="97641"/>
                </a:lnTo>
                <a:lnTo>
                  <a:pt x="246306" y="97286"/>
                </a:lnTo>
                <a:lnTo>
                  <a:pt x="247274" y="96851"/>
                </a:lnTo>
                <a:lnTo>
                  <a:pt x="248208" y="96337"/>
                </a:lnTo>
                <a:lnTo>
                  <a:pt x="249109" y="95745"/>
                </a:lnTo>
                <a:lnTo>
                  <a:pt x="249976" y="95073"/>
                </a:lnTo>
                <a:lnTo>
                  <a:pt x="250809" y="94322"/>
                </a:lnTo>
                <a:lnTo>
                  <a:pt x="251608" y="93492"/>
                </a:lnTo>
                <a:lnTo>
                  <a:pt x="252374" y="92583"/>
                </a:lnTo>
                <a:lnTo>
                  <a:pt x="253092" y="91578"/>
                </a:lnTo>
                <a:lnTo>
                  <a:pt x="253747" y="90459"/>
                </a:lnTo>
                <a:lnTo>
                  <a:pt x="254340" y="89227"/>
                </a:lnTo>
                <a:lnTo>
                  <a:pt x="254871" y="87881"/>
                </a:lnTo>
                <a:lnTo>
                  <a:pt x="255339" y="86421"/>
                </a:lnTo>
                <a:lnTo>
                  <a:pt x="255744" y="84848"/>
                </a:lnTo>
                <a:lnTo>
                  <a:pt x="256088" y="83162"/>
                </a:lnTo>
                <a:lnTo>
                  <a:pt x="256369" y="81361"/>
                </a:lnTo>
                <a:lnTo>
                  <a:pt x="256587" y="79447"/>
                </a:lnTo>
                <a:lnTo>
                  <a:pt x="256743" y="77420"/>
                </a:lnTo>
                <a:lnTo>
                  <a:pt x="256837" y="75279"/>
                </a:lnTo>
                <a:lnTo>
                  <a:pt x="256868" y="73024"/>
                </a:lnTo>
                <a:lnTo>
                  <a:pt x="256816" y="70183"/>
                </a:lnTo>
                <a:lnTo>
                  <a:pt x="256660" y="67444"/>
                </a:lnTo>
                <a:lnTo>
                  <a:pt x="256400" y="64809"/>
                </a:lnTo>
                <a:lnTo>
                  <a:pt x="256036" y="62276"/>
                </a:lnTo>
                <a:lnTo>
                  <a:pt x="255568" y="59845"/>
                </a:lnTo>
                <a:lnTo>
                  <a:pt x="254996" y="57518"/>
                </a:lnTo>
                <a:lnTo>
                  <a:pt x="254319" y="55293"/>
                </a:lnTo>
                <a:lnTo>
                  <a:pt x="253539" y="53171"/>
                </a:lnTo>
                <a:lnTo>
                  <a:pt x="252655" y="51151"/>
                </a:lnTo>
                <a:lnTo>
                  <a:pt x="251667" y="49235"/>
                </a:lnTo>
                <a:lnTo>
                  <a:pt x="250575" y="47421"/>
                </a:lnTo>
                <a:lnTo>
                  <a:pt x="249378" y="45710"/>
                </a:lnTo>
                <a:lnTo>
                  <a:pt x="248515" y="44619"/>
                </a:lnTo>
                <a:lnTo>
                  <a:pt x="247613" y="43624"/>
                </a:lnTo>
                <a:lnTo>
                  <a:pt x="246672" y="42723"/>
                </a:lnTo>
                <a:lnTo>
                  <a:pt x="245693" y="41917"/>
                </a:lnTo>
                <a:lnTo>
                  <a:pt x="244675" y="41205"/>
                </a:lnTo>
                <a:lnTo>
                  <a:pt x="243618" y="40589"/>
                </a:lnTo>
                <a:lnTo>
                  <a:pt x="242523" y="40068"/>
                </a:lnTo>
                <a:lnTo>
                  <a:pt x="241389" y="39641"/>
                </a:lnTo>
                <a:lnTo>
                  <a:pt x="240217" y="39309"/>
                </a:lnTo>
                <a:lnTo>
                  <a:pt x="239006" y="39072"/>
                </a:lnTo>
                <a:lnTo>
                  <a:pt x="237756" y="38930"/>
                </a:lnTo>
                <a:lnTo>
                  <a:pt x="236468" y="38882"/>
                </a:lnTo>
                <a:close/>
                <a:moveTo>
                  <a:pt x="311720" y="34182"/>
                </a:moveTo>
                <a:lnTo>
                  <a:pt x="314152" y="34260"/>
                </a:lnTo>
                <a:lnTo>
                  <a:pt x="316503" y="34494"/>
                </a:lnTo>
                <a:lnTo>
                  <a:pt x="318773" y="34885"/>
                </a:lnTo>
                <a:lnTo>
                  <a:pt x="320961" y="35431"/>
                </a:lnTo>
                <a:lnTo>
                  <a:pt x="323069" y="36134"/>
                </a:lnTo>
                <a:lnTo>
                  <a:pt x="325095" y="36992"/>
                </a:lnTo>
                <a:lnTo>
                  <a:pt x="327039" y="38007"/>
                </a:lnTo>
                <a:lnTo>
                  <a:pt x="328903" y="39178"/>
                </a:lnTo>
                <a:lnTo>
                  <a:pt x="330685" y="40505"/>
                </a:lnTo>
                <a:lnTo>
                  <a:pt x="332386" y="41988"/>
                </a:lnTo>
                <a:lnTo>
                  <a:pt x="334006" y="43627"/>
                </a:lnTo>
                <a:lnTo>
                  <a:pt x="335544" y="45423"/>
                </a:lnTo>
                <a:lnTo>
                  <a:pt x="336763" y="47043"/>
                </a:lnTo>
                <a:lnTo>
                  <a:pt x="337876" y="48703"/>
                </a:lnTo>
                <a:lnTo>
                  <a:pt x="338883" y="50402"/>
                </a:lnTo>
                <a:lnTo>
                  <a:pt x="339785" y="52141"/>
                </a:lnTo>
                <a:lnTo>
                  <a:pt x="340580" y="53919"/>
                </a:lnTo>
                <a:lnTo>
                  <a:pt x="341269" y="55737"/>
                </a:lnTo>
                <a:lnTo>
                  <a:pt x="341852" y="57595"/>
                </a:lnTo>
                <a:lnTo>
                  <a:pt x="342329" y="59492"/>
                </a:lnTo>
                <a:lnTo>
                  <a:pt x="342700" y="61429"/>
                </a:lnTo>
                <a:lnTo>
                  <a:pt x="342965" y="63405"/>
                </a:lnTo>
                <a:lnTo>
                  <a:pt x="343124" y="65421"/>
                </a:lnTo>
                <a:lnTo>
                  <a:pt x="343177" y="67476"/>
                </a:lnTo>
                <a:lnTo>
                  <a:pt x="343147" y="68936"/>
                </a:lnTo>
                <a:lnTo>
                  <a:pt x="343060" y="70399"/>
                </a:lnTo>
                <a:lnTo>
                  <a:pt x="342914" y="71865"/>
                </a:lnTo>
                <a:lnTo>
                  <a:pt x="342709" y="73334"/>
                </a:lnTo>
                <a:lnTo>
                  <a:pt x="342446" y="74805"/>
                </a:lnTo>
                <a:lnTo>
                  <a:pt x="342125" y="76280"/>
                </a:lnTo>
                <a:lnTo>
                  <a:pt x="341745" y="77758"/>
                </a:lnTo>
                <a:lnTo>
                  <a:pt x="341306" y="79238"/>
                </a:lnTo>
                <a:lnTo>
                  <a:pt x="340809" y="80722"/>
                </a:lnTo>
                <a:lnTo>
                  <a:pt x="340254" y="82208"/>
                </a:lnTo>
                <a:lnTo>
                  <a:pt x="339640" y="83698"/>
                </a:lnTo>
                <a:lnTo>
                  <a:pt x="338968" y="85191"/>
                </a:lnTo>
                <a:lnTo>
                  <a:pt x="338245" y="86654"/>
                </a:lnTo>
                <a:lnTo>
                  <a:pt x="337477" y="88055"/>
                </a:lnTo>
                <a:lnTo>
                  <a:pt x="336666" y="89396"/>
                </a:lnTo>
                <a:lnTo>
                  <a:pt x="335810" y="90675"/>
                </a:lnTo>
                <a:lnTo>
                  <a:pt x="334910" y="91893"/>
                </a:lnTo>
                <a:lnTo>
                  <a:pt x="333966" y="93050"/>
                </a:lnTo>
                <a:lnTo>
                  <a:pt x="332978" y="94146"/>
                </a:lnTo>
                <a:lnTo>
                  <a:pt x="331946" y="95180"/>
                </a:lnTo>
                <a:lnTo>
                  <a:pt x="330870" y="96153"/>
                </a:lnTo>
                <a:lnTo>
                  <a:pt x="329750" y="97065"/>
                </a:lnTo>
                <a:lnTo>
                  <a:pt x="328586" y="97916"/>
                </a:lnTo>
                <a:lnTo>
                  <a:pt x="327377" y="98705"/>
                </a:lnTo>
                <a:lnTo>
                  <a:pt x="326135" y="99433"/>
                </a:lnTo>
                <a:lnTo>
                  <a:pt x="324870" y="100097"/>
                </a:lnTo>
                <a:lnTo>
                  <a:pt x="323581" y="100697"/>
                </a:lnTo>
                <a:lnTo>
                  <a:pt x="322269" y="101235"/>
                </a:lnTo>
                <a:lnTo>
                  <a:pt x="320934" y="101709"/>
                </a:lnTo>
                <a:lnTo>
                  <a:pt x="319575" y="102120"/>
                </a:lnTo>
                <a:lnTo>
                  <a:pt x="318194" y="102468"/>
                </a:lnTo>
                <a:lnTo>
                  <a:pt x="316789" y="102753"/>
                </a:lnTo>
                <a:lnTo>
                  <a:pt x="315360" y="102974"/>
                </a:lnTo>
                <a:lnTo>
                  <a:pt x="313909" y="103132"/>
                </a:lnTo>
                <a:lnTo>
                  <a:pt x="312434" y="103227"/>
                </a:lnTo>
                <a:lnTo>
                  <a:pt x="310936" y="103259"/>
                </a:lnTo>
                <a:lnTo>
                  <a:pt x="308517" y="103177"/>
                </a:lnTo>
                <a:lnTo>
                  <a:pt x="306182" y="102932"/>
                </a:lnTo>
                <a:lnTo>
                  <a:pt x="303932" y="102525"/>
                </a:lnTo>
                <a:lnTo>
                  <a:pt x="301766" y="101954"/>
                </a:lnTo>
                <a:lnTo>
                  <a:pt x="299684" y="101221"/>
                </a:lnTo>
                <a:lnTo>
                  <a:pt x="297686" y="100324"/>
                </a:lnTo>
                <a:lnTo>
                  <a:pt x="295773" y="99264"/>
                </a:lnTo>
                <a:lnTo>
                  <a:pt x="293943" y="98041"/>
                </a:lnTo>
                <a:lnTo>
                  <a:pt x="292198" y="96655"/>
                </a:lnTo>
                <a:lnTo>
                  <a:pt x="290537" y="95106"/>
                </a:lnTo>
                <a:lnTo>
                  <a:pt x="288961" y="93395"/>
                </a:lnTo>
                <a:lnTo>
                  <a:pt x="287468" y="91520"/>
                </a:lnTo>
                <a:lnTo>
                  <a:pt x="286295" y="89855"/>
                </a:lnTo>
                <a:lnTo>
                  <a:pt x="285223" y="88157"/>
                </a:lnTo>
                <a:lnTo>
                  <a:pt x="284254" y="86425"/>
                </a:lnTo>
                <a:lnTo>
                  <a:pt x="283387" y="84659"/>
                </a:lnTo>
                <a:lnTo>
                  <a:pt x="282621" y="82860"/>
                </a:lnTo>
                <a:lnTo>
                  <a:pt x="281958" y="81027"/>
                </a:lnTo>
                <a:lnTo>
                  <a:pt x="281397" y="79161"/>
                </a:lnTo>
                <a:lnTo>
                  <a:pt x="280938" y="77261"/>
                </a:lnTo>
                <a:lnTo>
                  <a:pt x="280581" y="75328"/>
                </a:lnTo>
                <a:lnTo>
                  <a:pt x="280325" y="73361"/>
                </a:lnTo>
                <a:lnTo>
                  <a:pt x="280172" y="71360"/>
                </a:lnTo>
                <a:lnTo>
                  <a:pt x="280121" y="69326"/>
                </a:lnTo>
                <a:lnTo>
                  <a:pt x="280152" y="67832"/>
                </a:lnTo>
                <a:lnTo>
                  <a:pt x="280245" y="66341"/>
                </a:lnTo>
                <a:lnTo>
                  <a:pt x="280400" y="64850"/>
                </a:lnTo>
                <a:lnTo>
                  <a:pt x="280617" y="63362"/>
                </a:lnTo>
                <a:lnTo>
                  <a:pt x="280895" y="61874"/>
                </a:lnTo>
                <a:lnTo>
                  <a:pt x="281236" y="60388"/>
                </a:lnTo>
                <a:lnTo>
                  <a:pt x="281638" y="58904"/>
                </a:lnTo>
                <a:lnTo>
                  <a:pt x="282103" y="57421"/>
                </a:lnTo>
                <a:lnTo>
                  <a:pt x="282629" y="55940"/>
                </a:lnTo>
                <a:lnTo>
                  <a:pt x="283217" y="54460"/>
                </a:lnTo>
                <a:lnTo>
                  <a:pt x="283867" y="52982"/>
                </a:lnTo>
                <a:lnTo>
                  <a:pt x="284579" y="51505"/>
                </a:lnTo>
                <a:lnTo>
                  <a:pt x="285342" y="50061"/>
                </a:lnTo>
                <a:lnTo>
                  <a:pt x="286144" y="48681"/>
                </a:lnTo>
                <a:lnTo>
                  <a:pt x="286985" y="47365"/>
                </a:lnTo>
                <a:lnTo>
                  <a:pt x="287865" y="46114"/>
                </a:lnTo>
                <a:lnTo>
                  <a:pt x="288784" y="44927"/>
                </a:lnTo>
                <a:lnTo>
                  <a:pt x="289742" y="43804"/>
                </a:lnTo>
                <a:lnTo>
                  <a:pt x="290739" y="42745"/>
                </a:lnTo>
                <a:lnTo>
                  <a:pt x="291776" y="41750"/>
                </a:lnTo>
                <a:lnTo>
                  <a:pt x="292851" y="40820"/>
                </a:lnTo>
                <a:lnTo>
                  <a:pt x="293966" y="39954"/>
                </a:lnTo>
                <a:lnTo>
                  <a:pt x="295120" y="39152"/>
                </a:lnTo>
                <a:lnTo>
                  <a:pt x="296313" y="38415"/>
                </a:lnTo>
                <a:lnTo>
                  <a:pt x="297532" y="37739"/>
                </a:lnTo>
                <a:lnTo>
                  <a:pt x="298762" y="37122"/>
                </a:lnTo>
                <a:lnTo>
                  <a:pt x="300004" y="36563"/>
                </a:lnTo>
                <a:lnTo>
                  <a:pt x="301259" y="36063"/>
                </a:lnTo>
                <a:lnTo>
                  <a:pt x="302525" y="35622"/>
                </a:lnTo>
                <a:lnTo>
                  <a:pt x="303803" y="35240"/>
                </a:lnTo>
                <a:lnTo>
                  <a:pt x="305093" y="34917"/>
                </a:lnTo>
                <a:lnTo>
                  <a:pt x="306394" y="34652"/>
                </a:lnTo>
                <a:lnTo>
                  <a:pt x="307708" y="34447"/>
                </a:lnTo>
                <a:lnTo>
                  <a:pt x="309034" y="34300"/>
                </a:lnTo>
                <a:lnTo>
                  <a:pt x="310371" y="34212"/>
                </a:lnTo>
                <a:lnTo>
                  <a:pt x="311720" y="34182"/>
                </a:lnTo>
                <a:moveTo>
                  <a:pt x="309509" y="38882"/>
                </a:moveTo>
                <a:lnTo>
                  <a:pt x="308879" y="38898"/>
                </a:lnTo>
                <a:lnTo>
                  <a:pt x="308248" y="38944"/>
                </a:lnTo>
                <a:lnTo>
                  <a:pt x="307617" y="39022"/>
                </a:lnTo>
                <a:lnTo>
                  <a:pt x="306985" y="39131"/>
                </a:lnTo>
                <a:lnTo>
                  <a:pt x="306353" y="39271"/>
                </a:lnTo>
                <a:lnTo>
                  <a:pt x="305720" y="39442"/>
                </a:lnTo>
                <a:lnTo>
                  <a:pt x="305086" y="39645"/>
                </a:lnTo>
                <a:lnTo>
                  <a:pt x="304453" y="39878"/>
                </a:lnTo>
                <a:lnTo>
                  <a:pt x="303818" y="40143"/>
                </a:lnTo>
                <a:lnTo>
                  <a:pt x="303184" y="40438"/>
                </a:lnTo>
                <a:lnTo>
                  <a:pt x="302548" y="40765"/>
                </a:lnTo>
                <a:lnTo>
                  <a:pt x="301913" y="41123"/>
                </a:lnTo>
                <a:lnTo>
                  <a:pt x="301287" y="41520"/>
                </a:lnTo>
                <a:lnTo>
                  <a:pt x="300681" y="41964"/>
                </a:lnTo>
                <a:lnTo>
                  <a:pt x="300096" y="42455"/>
                </a:lnTo>
                <a:lnTo>
                  <a:pt x="299531" y="42992"/>
                </a:lnTo>
                <a:lnTo>
                  <a:pt x="298986" y="43577"/>
                </a:lnTo>
                <a:lnTo>
                  <a:pt x="298462" y="44209"/>
                </a:lnTo>
                <a:lnTo>
                  <a:pt x="297958" y="44887"/>
                </a:lnTo>
                <a:lnTo>
                  <a:pt x="297474" y="45613"/>
                </a:lnTo>
                <a:lnTo>
                  <a:pt x="297011" y="46385"/>
                </a:lnTo>
                <a:lnTo>
                  <a:pt x="296568" y="47204"/>
                </a:lnTo>
                <a:lnTo>
                  <a:pt x="296145" y="48070"/>
                </a:lnTo>
                <a:lnTo>
                  <a:pt x="295742" y="48983"/>
                </a:lnTo>
                <a:lnTo>
                  <a:pt x="295367" y="49942"/>
                </a:lnTo>
                <a:lnTo>
                  <a:pt x="295023" y="50945"/>
                </a:lnTo>
                <a:lnTo>
                  <a:pt x="294713" y="51993"/>
                </a:lnTo>
                <a:lnTo>
                  <a:pt x="294435" y="53085"/>
                </a:lnTo>
                <a:lnTo>
                  <a:pt x="294190" y="54221"/>
                </a:lnTo>
                <a:lnTo>
                  <a:pt x="293977" y="55402"/>
                </a:lnTo>
                <a:lnTo>
                  <a:pt x="293797" y="56628"/>
                </a:lnTo>
                <a:lnTo>
                  <a:pt x="293650" y="57898"/>
                </a:lnTo>
                <a:lnTo>
                  <a:pt x="293536" y="59212"/>
                </a:lnTo>
                <a:lnTo>
                  <a:pt x="293454" y="60571"/>
                </a:lnTo>
                <a:lnTo>
                  <a:pt x="293405" y="61974"/>
                </a:lnTo>
                <a:lnTo>
                  <a:pt x="293389" y="63422"/>
                </a:lnTo>
                <a:lnTo>
                  <a:pt x="293428" y="65765"/>
                </a:lnTo>
                <a:lnTo>
                  <a:pt x="293546" y="68055"/>
                </a:lnTo>
                <a:lnTo>
                  <a:pt x="293743" y="70290"/>
                </a:lnTo>
                <a:lnTo>
                  <a:pt x="294019" y="72470"/>
                </a:lnTo>
                <a:lnTo>
                  <a:pt x="294373" y="74597"/>
                </a:lnTo>
                <a:lnTo>
                  <a:pt x="294806" y="76669"/>
                </a:lnTo>
                <a:lnTo>
                  <a:pt x="295318" y="78687"/>
                </a:lnTo>
                <a:lnTo>
                  <a:pt x="295909" y="80650"/>
                </a:lnTo>
                <a:lnTo>
                  <a:pt x="296578" y="82559"/>
                </a:lnTo>
                <a:lnTo>
                  <a:pt x="297327" y="84414"/>
                </a:lnTo>
                <a:lnTo>
                  <a:pt x="298154" y="86215"/>
                </a:lnTo>
                <a:lnTo>
                  <a:pt x="299059" y="87961"/>
                </a:lnTo>
                <a:lnTo>
                  <a:pt x="300029" y="89608"/>
                </a:lnTo>
                <a:lnTo>
                  <a:pt x="301050" y="91112"/>
                </a:lnTo>
                <a:lnTo>
                  <a:pt x="302120" y="92473"/>
                </a:lnTo>
                <a:lnTo>
                  <a:pt x="303240" y="93690"/>
                </a:lnTo>
                <a:lnTo>
                  <a:pt x="304410" y="94765"/>
                </a:lnTo>
                <a:lnTo>
                  <a:pt x="305631" y="95696"/>
                </a:lnTo>
                <a:lnTo>
                  <a:pt x="306901" y="96483"/>
                </a:lnTo>
                <a:lnTo>
                  <a:pt x="308221" y="97128"/>
                </a:lnTo>
                <a:lnTo>
                  <a:pt x="309592" y="97629"/>
                </a:lnTo>
                <a:lnTo>
                  <a:pt x="311012" y="97987"/>
                </a:lnTo>
                <a:lnTo>
                  <a:pt x="312482" y="98202"/>
                </a:lnTo>
                <a:lnTo>
                  <a:pt x="314003" y="98274"/>
                </a:lnTo>
                <a:lnTo>
                  <a:pt x="315139" y="98234"/>
                </a:lnTo>
                <a:lnTo>
                  <a:pt x="316242" y="98116"/>
                </a:lnTo>
                <a:lnTo>
                  <a:pt x="317311" y="97918"/>
                </a:lnTo>
                <a:lnTo>
                  <a:pt x="318346" y="97641"/>
                </a:lnTo>
                <a:lnTo>
                  <a:pt x="319348" y="97286"/>
                </a:lnTo>
                <a:lnTo>
                  <a:pt x="320316" y="96851"/>
                </a:lnTo>
                <a:lnTo>
                  <a:pt x="321250" y="96337"/>
                </a:lnTo>
                <a:lnTo>
                  <a:pt x="322150" y="95745"/>
                </a:lnTo>
                <a:lnTo>
                  <a:pt x="323017" y="95073"/>
                </a:lnTo>
                <a:lnTo>
                  <a:pt x="323850" y="94322"/>
                </a:lnTo>
                <a:lnTo>
                  <a:pt x="324650" y="93492"/>
                </a:lnTo>
                <a:lnTo>
                  <a:pt x="325416" y="92583"/>
                </a:lnTo>
                <a:lnTo>
                  <a:pt x="326133" y="91578"/>
                </a:lnTo>
                <a:lnTo>
                  <a:pt x="326789" y="90459"/>
                </a:lnTo>
                <a:lnTo>
                  <a:pt x="327382" y="89227"/>
                </a:lnTo>
                <a:lnTo>
                  <a:pt x="327912" y="87881"/>
                </a:lnTo>
                <a:lnTo>
                  <a:pt x="328380" y="86421"/>
                </a:lnTo>
                <a:lnTo>
                  <a:pt x="328786" y="84848"/>
                </a:lnTo>
                <a:lnTo>
                  <a:pt x="329129" y="83162"/>
                </a:lnTo>
                <a:lnTo>
                  <a:pt x="329410" y="81361"/>
                </a:lnTo>
                <a:lnTo>
                  <a:pt x="329628" y="79447"/>
                </a:lnTo>
                <a:lnTo>
                  <a:pt x="329785" y="77420"/>
                </a:lnTo>
                <a:lnTo>
                  <a:pt x="329878" y="75279"/>
                </a:lnTo>
                <a:lnTo>
                  <a:pt x="329909" y="73024"/>
                </a:lnTo>
                <a:lnTo>
                  <a:pt x="329857" y="70183"/>
                </a:lnTo>
                <a:lnTo>
                  <a:pt x="329701" y="67444"/>
                </a:lnTo>
                <a:lnTo>
                  <a:pt x="329441" y="64809"/>
                </a:lnTo>
                <a:lnTo>
                  <a:pt x="329077" y="62276"/>
                </a:lnTo>
                <a:lnTo>
                  <a:pt x="328609" y="59845"/>
                </a:lnTo>
                <a:lnTo>
                  <a:pt x="328037" y="57518"/>
                </a:lnTo>
                <a:lnTo>
                  <a:pt x="327361" y="55293"/>
                </a:lnTo>
                <a:lnTo>
                  <a:pt x="326581" y="53171"/>
                </a:lnTo>
                <a:lnTo>
                  <a:pt x="325696" y="51151"/>
                </a:lnTo>
                <a:lnTo>
                  <a:pt x="324708" y="49235"/>
                </a:lnTo>
                <a:lnTo>
                  <a:pt x="323616" y="47421"/>
                </a:lnTo>
                <a:lnTo>
                  <a:pt x="322420" y="45710"/>
                </a:lnTo>
                <a:lnTo>
                  <a:pt x="321556" y="44619"/>
                </a:lnTo>
                <a:lnTo>
                  <a:pt x="320654" y="43624"/>
                </a:lnTo>
                <a:lnTo>
                  <a:pt x="319714" y="42723"/>
                </a:lnTo>
                <a:lnTo>
                  <a:pt x="318734" y="41917"/>
                </a:lnTo>
                <a:lnTo>
                  <a:pt x="317716" y="41205"/>
                </a:lnTo>
                <a:lnTo>
                  <a:pt x="316660" y="40589"/>
                </a:lnTo>
                <a:lnTo>
                  <a:pt x="315565" y="40068"/>
                </a:lnTo>
                <a:lnTo>
                  <a:pt x="314431" y="39641"/>
                </a:lnTo>
                <a:lnTo>
                  <a:pt x="313258" y="39309"/>
                </a:lnTo>
                <a:lnTo>
                  <a:pt x="312047" y="39072"/>
                </a:lnTo>
                <a:lnTo>
                  <a:pt x="310797" y="38930"/>
                </a:lnTo>
                <a:lnTo>
                  <a:pt x="309509" y="38882"/>
                </a:lnTo>
                <a:close/>
                <a:moveTo>
                  <a:pt x="348098" y="42449"/>
                </a:moveTo>
                <a:lnTo>
                  <a:pt x="368213" y="34325"/>
                </a:lnTo>
                <a:lnTo>
                  <a:pt x="370924" y="34325"/>
                </a:lnTo>
                <a:lnTo>
                  <a:pt x="370924" y="49564"/>
                </a:lnTo>
                <a:lnTo>
                  <a:pt x="371768" y="48164"/>
                </a:lnTo>
                <a:lnTo>
                  <a:pt x="372613" y="46837"/>
                </a:lnTo>
                <a:lnTo>
                  <a:pt x="373458" y="45583"/>
                </a:lnTo>
                <a:lnTo>
                  <a:pt x="374304" y="44401"/>
                </a:lnTo>
                <a:lnTo>
                  <a:pt x="375150" y="43292"/>
                </a:lnTo>
                <a:lnTo>
                  <a:pt x="375997" y="42256"/>
                </a:lnTo>
                <a:lnTo>
                  <a:pt x="376845" y="41292"/>
                </a:lnTo>
                <a:lnTo>
                  <a:pt x="377692" y="40401"/>
                </a:lnTo>
                <a:lnTo>
                  <a:pt x="378541" y="39583"/>
                </a:lnTo>
                <a:lnTo>
                  <a:pt x="379389" y="38838"/>
                </a:lnTo>
                <a:lnTo>
                  <a:pt x="380239" y="38165"/>
                </a:lnTo>
                <a:lnTo>
                  <a:pt x="381088" y="37565"/>
                </a:lnTo>
                <a:lnTo>
                  <a:pt x="381942" y="37024"/>
                </a:lnTo>
                <a:lnTo>
                  <a:pt x="382803" y="36531"/>
                </a:lnTo>
                <a:lnTo>
                  <a:pt x="383672" y="36085"/>
                </a:lnTo>
                <a:lnTo>
                  <a:pt x="384548" y="35686"/>
                </a:lnTo>
                <a:lnTo>
                  <a:pt x="385431" y="35333"/>
                </a:lnTo>
                <a:lnTo>
                  <a:pt x="386322" y="35028"/>
                </a:lnTo>
                <a:lnTo>
                  <a:pt x="387221" y="34769"/>
                </a:lnTo>
                <a:lnTo>
                  <a:pt x="388126" y="34558"/>
                </a:lnTo>
                <a:lnTo>
                  <a:pt x="389039" y="34394"/>
                </a:lnTo>
                <a:lnTo>
                  <a:pt x="389960" y="34276"/>
                </a:lnTo>
                <a:lnTo>
                  <a:pt x="390888" y="34206"/>
                </a:lnTo>
                <a:lnTo>
                  <a:pt x="391823" y="34182"/>
                </a:lnTo>
                <a:lnTo>
                  <a:pt x="393441" y="34235"/>
                </a:lnTo>
                <a:lnTo>
                  <a:pt x="395014" y="34396"/>
                </a:lnTo>
                <a:lnTo>
                  <a:pt x="396540" y="34662"/>
                </a:lnTo>
                <a:lnTo>
                  <a:pt x="398021" y="35036"/>
                </a:lnTo>
                <a:lnTo>
                  <a:pt x="399457" y="35516"/>
                </a:lnTo>
                <a:lnTo>
                  <a:pt x="400847" y="36103"/>
                </a:lnTo>
                <a:lnTo>
                  <a:pt x="402191" y="36796"/>
                </a:lnTo>
                <a:lnTo>
                  <a:pt x="403490" y="37596"/>
                </a:lnTo>
                <a:lnTo>
                  <a:pt x="404743" y="38503"/>
                </a:lnTo>
                <a:lnTo>
                  <a:pt x="405951" y="39517"/>
                </a:lnTo>
                <a:lnTo>
                  <a:pt x="407113" y="40637"/>
                </a:lnTo>
                <a:lnTo>
                  <a:pt x="408229" y="41864"/>
                </a:lnTo>
                <a:lnTo>
                  <a:pt x="409517" y="43469"/>
                </a:lnTo>
                <a:lnTo>
                  <a:pt x="410692" y="45153"/>
                </a:lnTo>
                <a:lnTo>
                  <a:pt x="411756" y="46915"/>
                </a:lnTo>
                <a:lnTo>
                  <a:pt x="412707" y="48757"/>
                </a:lnTo>
                <a:lnTo>
                  <a:pt x="413547" y="50678"/>
                </a:lnTo>
                <a:lnTo>
                  <a:pt x="414274" y="52678"/>
                </a:lnTo>
                <a:lnTo>
                  <a:pt x="414890" y="54757"/>
                </a:lnTo>
                <a:lnTo>
                  <a:pt x="415394" y="56915"/>
                </a:lnTo>
                <a:lnTo>
                  <a:pt x="415786" y="59152"/>
                </a:lnTo>
                <a:lnTo>
                  <a:pt x="416066" y="61468"/>
                </a:lnTo>
                <a:lnTo>
                  <a:pt x="416234" y="63863"/>
                </a:lnTo>
                <a:lnTo>
                  <a:pt x="416290" y="66337"/>
                </a:lnTo>
                <a:lnTo>
                  <a:pt x="416222" y="69106"/>
                </a:lnTo>
                <a:lnTo>
                  <a:pt x="416020" y="71795"/>
                </a:lnTo>
                <a:lnTo>
                  <a:pt x="415683" y="74402"/>
                </a:lnTo>
                <a:lnTo>
                  <a:pt x="415212" y="76929"/>
                </a:lnTo>
                <a:lnTo>
                  <a:pt x="414605" y="79374"/>
                </a:lnTo>
                <a:lnTo>
                  <a:pt x="413864" y="81738"/>
                </a:lnTo>
                <a:lnTo>
                  <a:pt x="412989" y="84022"/>
                </a:lnTo>
                <a:lnTo>
                  <a:pt x="411978" y="86224"/>
                </a:lnTo>
                <a:lnTo>
                  <a:pt x="410833" y="88345"/>
                </a:lnTo>
                <a:lnTo>
                  <a:pt x="409553" y="90386"/>
                </a:lnTo>
                <a:lnTo>
                  <a:pt x="408138" y="92345"/>
                </a:lnTo>
                <a:lnTo>
                  <a:pt x="406589" y="94223"/>
                </a:lnTo>
                <a:lnTo>
                  <a:pt x="405228" y="95667"/>
                </a:lnTo>
                <a:lnTo>
                  <a:pt x="403811" y="96984"/>
                </a:lnTo>
                <a:lnTo>
                  <a:pt x="402336" y="98176"/>
                </a:lnTo>
                <a:lnTo>
                  <a:pt x="400803" y="99243"/>
                </a:lnTo>
                <a:lnTo>
                  <a:pt x="399213" y="100184"/>
                </a:lnTo>
                <a:lnTo>
                  <a:pt x="397566" y="101000"/>
                </a:lnTo>
                <a:lnTo>
                  <a:pt x="395861" y="101690"/>
                </a:lnTo>
                <a:lnTo>
                  <a:pt x="394098" y="102255"/>
                </a:lnTo>
                <a:lnTo>
                  <a:pt x="392278" y="102694"/>
                </a:lnTo>
                <a:lnTo>
                  <a:pt x="390401" y="103008"/>
                </a:lnTo>
                <a:lnTo>
                  <a:pt x="388466" y="103196"/>
                </a:lnTo>
                <a:lnTo>
                  <a:pt x="386474" y="103259"/>
                </a:lnTo>
                <a:lnTo>
                  <a:pt x="385604" y="103248"/>
                </a:lnTo>
                <a:lnTo>
                  <a:pt x="384754" y="103217"/>
                </a:lnTo>
                <a:lnTo>
                  <a:pt x="383924" y="103165"/>
                </a:lnTo>
                <a:lnTo>
                  <a:pt x="383113" y="103092"/>
                </a:lnTo>
                <a:lnTo>
                  <a:pt x="382323" y="102999"/>
                </a:lnTo>
                <a:lnTo>
                  <a:pt x="381552" y="102885"/>
                </a:lnTo>
                <a:lnTo>
                  <a:pt x="380801" y="102750"/>
                </a:lnTo>
                <a:lnTo>
                  <a:pt x="380070" y="102594"/>
                </a:lnTo>
                <a:lnTo>
                  <a:pt x="379359" y="102417"/>
                </a:lnTo>
                <a:lnTo>
                  <a:pt x="378667" y="102220"/>
                </a:lnTo>
                <a:lnTo>
                  <a:pt x="377995" y="102002"/>
                </a:lnTo>
                <a:lnTo>
                  <a:pt x="377344" y="101763"/>
                </a:lnTo>
                <a:lnTo>
                  <a:pt x="376863" y="101570"/>
                </a:lnTo>
                <a:lnTo>
                  <a:pt x="376373" y="101348"/>
                </a:lnTo>
                <a:lnTo>
                  <a:pt x="375872" y="101095"/>
                </a:lnTo>
                <a:lnTo>
                  <a:pt x="375362" y="100814"/>
                </a:lnTo>
                <a:lnTo>
                  <a:pt x="374842" y="100502"/>
                </a:lnTo>
                <a:lnTo>
                  <a:pt x="374312" y="100161"/>
                </a:lnTo>
                <a:lnTo>
                  <a:pt x="373772" y="99790"/>
                </a:lnTo>
                <a:lnTo>
                  <a:pt x="373222" y="99389"/>
                </a:lnTo>
                <a:lnTo>
                  <a:pt x="372663" y="98959"/>
                </a:lnTo>
                <a:lnTo>
                  <a:pt x="372093" y="98499"/>
                </a:lnTo>
                <a:lnTo>
                  <a:pt x="371513" y="98010"/>
                </a:lnTo>
                <a:lnTo>
                  <a:pt x="370924" y="97490"/>
                </a:lnTo>
                <a:lnTo>
                  <a:pt x="370924" y="117359"/>
                </a:lnTo>
                <a:lnTo>
                  <a:pt x="370930" y="118440"/>
                </a:lnTo>
                <a:lnTo>
                  <a:pt x="370947" y="119454"/>
                </a:lnTo>
                <a:lnTo>
                  <a:pt x="370975" y="120401"/>
                </a:lnTo>
                <a:lnTo>
                  <a:pt x="371015" y="121279"/>
                </a:lnTo>
                <a:lnTo>
                  <a:pt x="371066" y="122090"/>
                </a:lnTo>
                <a:lnTo>
                  <a:pt x="371129" y="122833"/>
                </a:lnTo>
                <a:lnTo>
                  <a:pt x="371203" y="123508"/>
                </a:lnTo>
                <a:lnTo>
                  <a:pt x="371289" y="124116"/>
                </a:lnTo>
                <a:lnTo>
                  <a:pt x="371385" y="124656"/>
                </a:lnTo>
                <a:lnTo>
                  <a:pt x="371494" y="125128"/>
                </a:lnTo>
                <a:lnTo>
                  <a:pt x="371613" y="125532"/>
                </a:lnTo>
                <a:lnTo>
                  <a:pt x="371744" y="125869"/>
                </a:lnTo>
                <a:lnTo>
                  <a:pt x="371889" y="126166"/>
                </a:lnTo>
                <a:lnTo>
                  <a:pt x="372051" y="126453"/>
                </a:lnTo>
                <a:lnTo>
                  <a:pt x="372230" y="126730"/>
                </a:lnTo>
                <a:lnTo>
                  <a:pt x="372426" y="126996"/>
                </a:lnTo>
                <a:lnTo>
                  <a:pt x="372638" y="127252"/>
                </a:lnTo>
                <a:lnTo>
                  <a:pt x="372868" y="127498"/>
                </a:lnTo>
                <a:lnTo>
                  <a:pt x="373114" y="127733"/>
                </a:lnTo>
                <a:lnTo>
                  <a:pt x="373377" y="127957"/>
                </a:lnTo>
                <a:lnTo>
                  <a:pt x="373657" y="128172"/>
                </a:lnTo>
                <a:lnTo>
                  <a:pt x="373953" y="128376"/>
                </a:lnTo>
                <a:lnTo>
                  <a:pt x="374267" y="128569"/>
                </a:lnTo>
                <a:lnTo>
                  <a:pt x="374597" y="128753"/>
                </a:lnTo>
                <a:lnTo>
                  <a:pt x="374959" y="128923"/>
                </a:lnTo>
                <a:lnTo>
                  <a:pt x="375367" y="129079"/>
                </a:lnTo>
                <a:lnTo>
                  <a:pt x="375821" y="129220"/>
                </a:lnTo>
                <a:lnTo>
                  <a:pt x="376321" y="129346"/>
                </a:lnTo>
                <a:lnTo>
                  <a:pt x="376867" y="129457"/>
                </a:lnTo>
                <a:lnTo>
                  <a:pt x="377460" y="129554"/>
                </a:lnTo>
                <a:lnTo>
                  <a:pt x="378098" y="129635"/>
                </a:lnTo>
                <a:lnTo>
                  <a:pt x="378782" y="129702"/>
                </a:lnTo>
                <a:lnTo>
                  <a:pt x="379512" y="129754"/>
                </a:lnTo>
                <a:lnTo>
                  <a:pt x="380289" y="129791"/>
                </a:lnTo>
                <a:lnTo>
                  <a:pt x="381111" y="129813"/>
                </a:lnTo>
                <a:lnTo>
                  <a:pt x="381980" y="129821"/>
                </a:lnTo>
                <a:lnTo>
                  <a:pt x="381980" y="132456"/>
                </a:lnTo>
                <a:lnTo>
                  <a:pt x="347742" y="132456"/>
                </a:lnTo>
                <a:lnTo>
                  <a:pt x="347742" y="129821"/>
                </a:lnTo>
                <a:lnTo>
                  <a:pt x="349525" y="129821"/>
                </a:lnTo>
                <a:lnTo>
                  <a:pt x="350171" y="129821"/>
                </a:lnTo>
                <a:lnTo>
                  <a:pt x="350801" y="129799"/>
                </a:lnTo>
                <a:lnTo>
                  <a:pt x="351415" y="129754"/>
                </a:lnTo>
                <a:lnTo>
                  <a:pt x="352014" y="129686"/>
                </a:lnTo>
                <a:lnTo>
                  <a:pt x="352596" y="129595"/>
                </a:lnTo>
                <a:lnTo>
                  <a:pt x="353163" y="129482"/>
                </a:lnTo>
                <a:lnTo>
                  <a:pt x="353714" y="129346"/>
                </a:lnTo>
                <a:lnTo>
                  <a:pt x="354249" y="129187"/>
                </a:lnTo>
                <a:lnTo>
                  <a:pt x="354768" y="129005"/>
                </a:lnTo>
                <a:lnTo>
                  <a:pt x="355271" y="128801"/>
                </a:lnTo>
                <a:lnTo>
                  <a:pt x="355758" y="128573"/>
                </a:lnTo>
                <a:lnTo>
                  <a:pt x="356230" y="128323"/>
                </a:lnTo>
                <a:lnTo>
                  <a:pt x="356452" y="128186"/>
                </a:lnTo>
                <a:lnTo>
                  <a:pt x="356665" y="128035"/>
                </a:lnTo>
                <a:lnTo>
                  <a:pt x="356870" y="127871"/>
                </a:lnTo>
                <a:lnTo>
                  <a:pt x="357066" y="127694"/>
                </a:lnTo>
                <a:lnTo>
                  <a:pt x="357254" y="127503"/>
                </a:lnTo>
                <a:lnTo>
                  <a:pt x="357434" y="127299"/>
                </a:lnTo>
                <a:lnTo>
                  <a:pt x="357605" y="127081"/>
                </a:lnTo>
                <a:lnTo>
                  <a:pt x="357768" y="126850"/>
                </a:lnTo>
                <a:lnTo>
                  <a:pt x="357922" y="126606"/>
                </a:lnTo>
                <a:lnTo>
                  <a:pt x="358068" y="126348"/>
                </a:lnTo>
                <a:lnTo>
                  <a:pt x="358205" y="126077"/>
                </a:lnTo>
                <a:lnTo>
                  <a:pt x="358334" y="125793"/>
                </a:lnTo>
                <a:lnTo>
                  <a:pt x="358454" y="125465"/>
                </a:lnTo>
                <a:lnTo>
                  <a:pt x="358563" y="125062"/>
                </a:lnTo>
                <a:lnTo>
                  <a:pt x="358662" y="124584"/>
                </a:lnTo>
                <a:lnTo>
                  <a:pt x="358750" y="124032"/>
                </a:lnTo>
                <a:lnTo>
                  <a:pt x="358828" y="123405"/>
                </a:lnTo>
                <a:lnTo>
                  <a:pt x="358896" y="122703"/>
                </a:lnTo>
                <a:lnTo>
                  <a:pt x="358953" y="121926"/>
                </a:lnTo>
                <a:lnTo>
                  <a:pt x="359000" y="121075"/>
                </a:lnTo>
                <a:lnTo>
                  <a:pt x="359036" y="120149"/>
                </a:lnTo>
                <a:lnTo>
                  <a:pt x="359062" y="119148"/>
                </a:lnTo>
                <a:lnTo>
                  <a:pt x="359078" y="118073"/>
                </a:lnTo>
                <a:lnTo>
                  <a:pt x="359083" y="116922"/>
                </a:lnTo>
                <a:lnTo>
                  <a:pt x="359083" y="55205"/>
                </a:lnTo>
                <a:lnTo>
                  <a:pt x="359079" y="54181"/>
                </a:lnTo>
                <a:lnTo>
                  <a:pt x="359067" y="53220"/>
                </a:lnTo>
                <a:lnTo>
                  <a:pt x="359048" y="52324"/>
                </a:lnTo>
                <a:lnTo>
                  <a:pt x="359020" y="51492"/>
                </a:lnTo>
                <a:lnTo>
                  <a:pt x="358984" y="50725"/>
                </a:lnTo>
                <a:lnTo>
                  <a:pt x="358941" y="50021"/>
                </a:lnTo>
                <a:lnTo>
                  <a:pt x="358889" y="49383"/>
                </a:lnTo>
                <a:lnTo>
                  <a:pt x="358830" y="48808"/>
                </a:lnTo>
                <a:lnTo>
                  <a:pt x="358762" y="48298"/>
                </a:lnTo>
                <a:lnTo>
                  <a:pt x="358687" y="47852"/>
                </a:lnTo>
                <a:lnTo>
                  <a:pt x="358604" y="47471"/>
                </a:lnTo>
                <a:lnTo>
                  <a:pt x="358513" y="47154"/>
                </a:lnTo>
                <a:lnTo>
                  <a:pt x="358413" y="46875"/>
                </a:lnTo>
                <a:lnTo>
                  <a:pt x="358304" y="46607"/>
                </a:lnTo>
                <a:lnTo>
                  <a:pt x="358185" y="46352"/>
                </a:lnTo>
                <a:lnTo>
                  <a:pt x="358057" y="46108"/>
                </a:lnTo>
                <a:lnTo>
                  <a:pt x="357919" y="45877"/>
                </a:lnTo>
                <a:lnTo>
                  <a:pt x="357773" y="45657"/>
                </a:lnTo>
                <a:lnTo>
                  <a:pt x="357616" y="45449"/>
                </a:lnTo>
                <a:lnTo>
                  <a:pt x="357451" y="45253"/>
                </a:lnTo>
                <a:lnTo>
                  <a:pt x="357275" y="45069"/>
                </a:lnTo>
                <a:lnTo>
                  <a:pt x="357091" y="44897"/>
                </a:lnTo>
                <a:lnTo>
                  <a:pt x="356897" y="44736"/>
                </a:lnTo>
                <a:lnTo>
                  <a:pt x="356694" y="44588"/>
                </a:lnTo>
                <a:lnTo>
                  <a:pt x="356479" y="44451"/>
                </a:lnTo>
                <a:lnTo>
                  <a:pt x="356253" y="44326"/>
                </a:lnTo>
                <a:lnTo>
                  <a:pt x="356014" y="44213"/>
                </a:lnTo>
                <a:lnTo>
                  <a:pt x="355762" y="44112"/>
                </a:lnTo>
                <a:lnTo>
                  <a:pt x="355499" y="44023"/>
                </a:lnTo>
                <a:lnTo>
                  <a:pt x="355223" y="43946"/>
                </a:lnTo>
                <a:lnTo>
                  <a:pt x="354934" y="43880"/>
                </a:lnTo>
                <a:lnTo>
                  <a:pt x="354633" y="43827"/>
                </a:lnTo>
                <a:lnTo>
                  <a:pt x="354320" y="43785"/>
                </a:lnTo>
                <a:lnTo>
                  <a:pt x="353994" y="43755"/>
                </a:lnTo>
                <a:lnTo>
                  <a:pt x="353656" y="43737"/>
                </a:lnTo>
                <a:lnTo>
                  <a:pt x="353306" y="43731"/>
                </a:lnTo>
                <a:lnTo>
                  <a:pt x="353014" y="43738"/>
                </a:lnTo>
                <a:lnTo>
                  <a:pt x="352709" y="43759"/>
                </a:lnTo>
                <a:lnTo>
                  <a:pt x="352392" y="43794"/>
                </a:lnTo>
                <a:lnTo>
                  <a:pt x="352061" y="43842"/>
                </a:lnTo>
                <a:lnTo>
                  <a:pt x="351718" y="43904"/>
                </a:lnTo>
                <a:lnTo>
                  <a:pt x="351362" y="43981"/>
                </a:lnTo>
                <a:lnTo>
                  <a:pt x="350993" y="44071"/>
                </a:lnTo>
                <a:lnTo>
                  <a:pt x="350611" y="44174"/>
                </a:lnTo>
                <a:lnTo>
                  <a:pt x="350216" y="44292"/>
                </a:lnTo>
                <a:lnTo>
                  <a:pt x="349808" y="44424"/>
                </a:lnTo>
                <a:lnTo>
                  <a:pt x="349388" y="44569"/>
                </a:lnTo>
                <a:lnTo>
                  <a:pt x="348954" y="44728"/>
                </a:lnTo>
                <a:lnTo>
                  <a:pt x="348098" y="42449"/>
                </a:lnTo>
                <a:moveTo>
                  <a:pt x="370924" y="53895"/>
                </a:moveTo>
                <a:lnTo>
                  <a:pt x="370924" y="78218"/>
                </a:lnTo>
                <a:lnTo>
                  <a:pt x="370928" y="79497"/>
                </a:lnTo>
                <a:lnTo>
                  <a:pt x="370942" y="80700"/>
                </a:lnTo>
                <a:lnTo>
                  <a:pt x="370964" y="81828"/>
                </a:lnTo>
                <a:lnTo>
                  <a:pt x="370995" y="82881"/>
                </a:lnTo>
                <a:lnTo>
                  <a:pt x="371035" y="83859"/>
                </a:lnTo>
                <a:lnTo>
                  <a:pt x="371084" y="84762"/>
                </a:lnTo>
                <a:lnTo>
                  <a:pt x="371142" y="85590"/>
                </a:lnTo>
                <a:lnTo>
                  <a:pt x="371209" y="86343"/>
                </a:lnTo>
                <a:lnTo>
                  <a:pt x="371285" y="87020"/>
                </a:lnTo>
                <a:lnTo>
                  <a:pt x="371370" y="87623"/>
                </a:lnTo>
                <a:lnTo>
                  <a:pt x="371463" y="88150"/>
                </a:lnTo>
                <a:lnTo>
                  <a:pt x="371566" y="88602"/>
                </a:lnTo>
                <a:lnTo>
                  <a:pt x="371752" y="89283"/>
                </a:lnTo>
                <a:lnTo>
                  <a:pt x="371979" y="89950"/>
                </a:lnTo>
                <a:lnTo>
                  <a:pt x="372246" y="90603"/>
                </a:lnTo>
                <a:lnTo>
                  <a:pt x="372553" y="91242"/>
                </a:lnTo>
                <a:lnTo>
                  <a:pt x="372900" y="91867"/>
                </a:lnTo>
                <a:lnTo>
                  <a:pt x="373287" y="92479"/>
                </a:lnTo>
                <a:lnTo>
                  <a:pt x="373714" y="93076"/>
                </a:lnTo>
                <a:lnTo>
                  <a:pt x="374181" y="93660"/>
                </a:lnTo>
                <a:lnTo>
                  <a:pt x="374689" y="94230"/>
                </a:lnTo>
                <a:lnTo>
                  <a:pt x="375236" y="94786"/>
                </a:lnTo>
                <a:lnTo>
                  <a:pt x="375824" y="95328"/>
                </a:lnTo>
                <a:lnTo>
                  <a:pt x="376452" y="95857"/>
                </a:lnTo>
                <a:lnTo>
                  <a:pt x="377114" y="96357"/>
                </a:lnTo>
                <a:lnTo>
                  <a:pt x="377804" y="96813"/>
                </a:lnTo>
                <a:lnTo>
                  <a:pt x="378523" y="97226"/>
                </a:lnTo>
                <a:lnTo>
                  <a:pt x="379269" y="97595"/>
                </a:lnTo>
                <a:lnTo>
                  <a:pt x="380044" y="97921"/>
                </a:lnTo>
                <a:lnTo>
                  <a:pt x="380848" y="98204"/>
                </a:lnTo>
                <a:lnTo>
                  <a:pt x="381679" y="98443"/>
                </a:lnTo>
                <a:lnTo>
                  <a:pt x="382539" y="98638"/>
                </a:lnTo>
                <a:lnTo>
                  <a:pt x="383427" y="98790"/>
                </a:lnTo>
                <a:lnTo>
                  <a:pt x="384343" y="98899"/>
                </a:lnTo>
                <a:lnTo>
                  <a:pt x="385287" y="98964"/>
                </a:lnTo>
                <a:lnTo>
                  <a:pt x="386260" y="98986"/>
                </a:lnTo>
                <a:lnTo>
                  <a:pt x="387430" y="98947"/>
                </a:lnTo>
                <a:lnTo>
                  <a:pt x="388562" y="98832"/>
                </a:lnTo>
                <a:lnTo>
                  <a:pt x="389657" y="98639"/>
                </a:lnTo>
                <a:lnTo>
                  <a:pt x="390714" y="98369"/>
                </a:lnTo>
                <a:lnTo>
                  <a:pt x="391733" y="98023"/>
                </a:lnTo>
                <a:lnTo>
                  <a:pt x="392715" y="97599"/>
                </a:lnTo>
                <a:lnTo>
                  <a:pt x="393659" y="97098"/>
                </a:lnTo>
                <a:lnTo>
                  <a:pt x="394566" y="96520"/>
                </a:lnTo>
                <a:lnTo>
                  <a:pt x="395435" y="95865"/>
                </a:lnTo>
                <a:lnTo>
                  <a:pt x="396266" y="95133"/>
                </a:lnTo>
                <a:lnTo>
                  <a:pt x="397059" y="94324"/>
                </a:lnTo>
                <a:lnTo>
                  <a:pt x="397815" y="93438"/>
                </a:lnTo>
                <a:lnTo>
                  <a:pt x="398738" y="92188"/>
                </a:lnTo>
                <a:lnTo>
                  <a:pt x="399581" y="90856"/>
                </a:lnTo>
                <a:lnTo>
                  <a:pt x="400343" y="89442"/>
                </a:lnTo>
                <a:lnTo>
                  <a:pt x="401025" y="87947"/>
                </a:lnTo>
                <a:lnTo>
                  <a:pt x="401627" y="86369"/>
                </a:lnTo>
                <a:lnTo>
                  <a:pt x="402148" y="84709"/>
                </a:lnTo>
                <a:lnTo>
                  <a:pt x="402590" y="82967"/>
                </a:lnTo>
                <a:lnTo>
                  <a:pt x="402951" y="81143"/>
                </a:lnTo>
                <a:lnTo>
                  <a:pt x="403232" y="79237"/>
                </a:lnTo>
                <a:lnTo>
                  <a:pt x="403432" y="77249"/>
                </a:lnTo>
                <a:lnTo>
                  <a:pt x="403553" y="75179"/>
                </a:lnTo>
                <a:lnTo>
                  <a:pt x="403593" y="73026"/>
                </a:lnTo>
                <a:lnTo>
                  <a:pt x="403547" y="70585"/>
                </a:lnTo>
                <a:lnTo>
                  <a:pt x="403411" y="68240"/>
                </a:lnTo>
                <a:lnTo>
                  <a:pt x="403183" y="65990"/>
                </a:lnTo>
                <a:lnTo>
                  <a:pt x="402864" y="63837"/>
                </a:lnTo>
                <a:lnTo>
                  <a:pt x="402454" y="61779"/>
                </a:lnTo>
                <a:lnTo>
                  <a:pt x="401952" y="59817"/>
                </a:lnTo>
                <a:lnTo>
                  <a:pt x="401360" y="57950"/>
                </a:lnTo>
                <a:lnTo>
                  <a:pt x="400676" y="56180"/>
                </a:lnTo>
                <a:lnTo>
                  <a:pt x="399902" y="54505"/>
                </a:lnTo>
                <a:lnTo>
                  <a:pt x="399036" y="52926"/>
                </a:lnTo>
                <a:lnTo>
                  <a:pt x="398079" y="51443"/>
                </a:lnTo>
                <a:lnTo>
                  <a:pt x="397031" y="50056"/>
                </a:lnTo>
                <a:lnTo>
                  <a:pt x="396258" y="49170"/>
                </a:lnTo>
                <a:lnTo>
                  <a:pt x="395461" y="48361"/>
                </a:lnTo>
                <a:lnTo>
                  <a:pt x="394641" y="47629"/>
                </a:lnTo>
                <a:lnTo>
                  <a:pt x="393797" y="46974"/>
                </a:lnTo>
                <a:lnTo>
                  <a:pt x="392929" y="46396"/>
                </a:lnTo>
                <a:lnTo>
                  <a:pt x="392037" y="45895"/>
                </a:lnTo>
                <a:lnTo>
                  <a:pt x="391122" y="45471"/>
                </a:lnTo>
                <a:lnTo>
                  <a:pt x="390183" y="45124"/>
                </a:lnTo>
                <a:lnTo>
                  <a:pt x="389220" y="44855"/>
                </a:lnTo>
                <a:lnTo>
                  <a:pt x="388233" y="44662"/>
                </a:lnTo>
                <a:lnTo>
                  <a:pt x="387223" y="44547"/>
                </a:lnTo>
                <a:lnTo>
                  <a:pt x="386188" y="44508"/>
                </a:lnTo>
                <a:lnTo>
                  <a:pt x="385618" y="44520"/>
                </a:lnTo>
                <a:lnTo>
                  <a:pt x="385049" y="44555"/>
                </a:lnTo>
                <a:lnTo>
                  <a:pt x="384481" y="44615"/>
                </a:lnTo>
                <a:lnTo>
                  <a:pt x="383914" y="44698"/>
                </a:lnTo>
                <a:lnTo>
                  <a:pt x="383348" y="44804"/>
                </a:lnTo>
                <a:lnTo>
                  <a:pt x="382782" y="44935"/>
                </a:lnTo>
                <a:lnTo>
                  <a:pt x="382218" y="45089"/>
                </a:lnTo>
                <a:lnTo>
                  <a:pt x="381655" y="45267"/>
                </a:lnTo>
                <a:lnTo>
                  <a:pt x="381093" y="45468"/>
                </a:lnTo>
                <a:lnTo>
                  <a:pt x="380532" y="45693"/>
                </a:lnTo>
                <a:lnTo>
                  <a:pt x="379971" y="45942"/>
                </a:lnTo>
                <a:lnTo>
                  <a:pt x="379412" y="46215"/>
                </a:lnTo>
                <a:lnTo>
                  <a:pt x="378961" y="46464"/>
                </a:lnTo>
                <a:lnTo>
                  <a:pt x="378463" y="46784"/>
                </a:lnTo>
                <a:lnTo>
                  <a:pt x="377919" y="47175"/>
                </a:lnTo>
                <a:lnTo>
                  <a:pt x="377328" y="47637"/>
                </a:lnTo>
                <a:lnTo>
                  <a:pt x="376690" y="48170"/>
                </a:lnTo>
                <a:lnTo>
                  <a:pt x="376006" y="48775"/>
                </a:lnTo>
                <a:lnTo>
                  <a:pt x="375276" y="49450"/>
                </a:lnTo>
                <a:lnTo>
                  <a:pt x="374498" y="50197"/>
                </a:lnTo>
                <a:lnTo>
                  <a:pt x="373675" y="51015"/>
                </a:lnTo>
                <a:lnTo>
                  <a:pt x="372804" y="51904"/>
                </a:lnTo>
                <a:lnTo>
                  <a:pt x="371887" y="52864"/>
                </a:lnTo>
                <a:lnTo>
                  <a:pt x="370924" y="53895"/>
                </a:lnTo>
                <a:close/>
                <a:moveTo>
                  <a:pt x="427203" y="63095"/>
                </a:moveTo>
                <a:lnTo>
                  <a:pt x="464080" y="63095"/>
                </a:lnTo>
                <a:lnTo>
                  <a:pt x="464080" y="73848"/>
                </a:lnTo>
                <a:lnTo>
                  <a:pt x="427203" y="73848"/>
                </a:lnTo>
                <a:lnTo>
                  <a:pt x="427203" y="63095"/>
                </a:lnTo>
                <a:close/>
                <a:moveTo>
                  <a:pt x="469530" y="42449"/>
                </a:moveTo>
                <a:lnTo>
                  <a:pt x="489645" y="34325"/>
                </a:lnTo>
                <a:lnTo>
                  <a:pt x="492355" y="34325"/>
                </a:lnTo>
                <a:lnTo>
                  <a:pt x="492355" y="49564"/>
                </a:lnTo>
                <a:lnTo>
                  <a:pt x="493200" y="48164"/>
                </a:lnTo>
                <a:lnTo>
                  <a:pt x="494044" y="46837"/>
                </a:lnTo>
                <a:lnTo>
                  <a:pt x="494890" y="45583"/>
                </a:lnTo>
                <a:lnTo>
                  <a:pt x="495736" y="44401"/>
                </a:lnTo>
                <a:lnTo>
                  <a:pt x="496582" y="43292"/>
                </a:lnTo>
                <a:lnTo>
                  <a:pt x="497429" y="42256"/>
                </a:lnTo>
                <a:lnTo>
                  <a:pt x="498276" y="41292"/>
                </a:lnTo>
                <a:lnTo>
                  <a:pt x="499124" y="40401"/>
                </a:lnTo>
                <a:lnTo>
                  <a:pt x="499972" y="39583"/>
                </a:lnTo>
                <a:lnTo>
                  <a:pt x="500821" y="38838"/>
                </a:lnTo>
                <a:lnTo>
                  <a:pt x="501670" y="38165"/>
                </a:lnTo>
                <a:lnTo>
                  <a:pt x="502520" y="37565"/>
                </a:lnTo>
                <a:lnTo>
                  <a:pt x="503374" y="37024"/>
                </a:lnTo>
                <a:lnTo>
                  <a:pt x="504235" y="36531"/>
                </a:lnTo>
                <a:lnTo>
                  <a:pt x="505103" y="36085"/>
                </a:lnTo>
                <a:lnTo>
                  <a:pt x="505979" y="35686"/>
                </a:lnTo>
                <a:lnTo>
                  <a:pt x="506863" y="35333"/>
                </a:lnTo>
                <a:lnTo>
                  <a:pt x="507754" y="35028"/>
                </a:lnTo>
                <a:lnTo>
                  <a:pt x="508652" y="34769"/>
                </a:lnTo>
                <a:lnTo>
                  <a:pt x="509558" y="34558"/>
                </a:lnTo>
                <a:lnTo>
                  <a:pt x="510471" y="34394"/>
                </a:lnTo>
                <a:lnTo>
                  <a:pt x="511391" y="34276"/>
                </a:lnTo>
                <a:lnTo>
                  <a:pt x="512319" y="34206"/>
                </a:lnTo>
                <a:lnTo>
                  <a:pt x="513255" y="34182"/>
                </a:lnTo>
                <a:lnTo>
                  <a:pt x="514873" y="34235"/>
                </a:lnTo>
                <a:lnTo>
                  <a:pt x="516445" y="34396"/>
                </a:lnTo>
                <a:lnTo>
                  <a:pt x="517972" y="34662"/>
                </a:lnTo>
                <a:lnTo>
                  <a:pt x="519453" y="35036"/>
                </a:lnTo>
                <a:lnTo>
                  <a:pt x="520888" y="35516"/>
                </a:lnTo>
                <a:lnTo>
                  <a:pt x="522278" y="36103"/>
                </a:lnTo>
                <a:lnTo>
                  <a:pt x="523622" y="36796"/>
                </a:lnTo>
                <a:lnTo>
                  <a:pt x="524921" y="37596"/>
                </a:lnTo>
                <a:lnTo>
                  <a:pt x="526174" y="38503"/>
                </a:lnTo>
                <a:lnTo>
                  <a:pt x="527382" y="39517"/>
                </a:lnTo>
                <a:lnTo>
                  <a:pt x="528544" y="40637"/>
                </a:lnTo>
                <a:lnTo>
                  <a:pt x="529661" y="41864"/>
                </a:lnTo>
                <a:lnTo>
                  <a:pt x="530948" y="43469"/>
                </a:lnTo>
                <a:lnTo>
                  <a:pt x="532124" y="45153"/>
                </a:lnTo>
                <a:lnTo>
                  <a:pt x="533187" y="46915"/>
                </a:lnTo>
                <a:lnTo>
                  <a:pt x="534139" y="48757"/>
                </a:lnTo>
                <a:lnTo>
                  <a:pt x="534978" y="50678"/>
                </a:lnTo>
                <a:lnTo>
                  <a:pt x="535706" y="52678"/>
                </a:lnTo>
                <a:lnTo>
                  <a:pt x="536322" y="54757"/>
                </a:lnTo>
                <a:lnTo>
                  <a:pt x="536825" y="56915"/>
                </a:lnTo>
                <a:lnTo>
                  <a:pt x="537217" y="59152"/>
                </a:lnTo>
                <a:lnTo>
                  <a:pt x="537497" y="61468"/>
                </a:lnTo>
                <a:lnTo>
                  <a:pt x="537665" y="63863"/>
                </a:lnTo>
                <a:lnTo>
                  <a:pt x="537721" y="66337"/>
                </a:lnTo>
                <a:lnTo>
                  <a:pt x="537654" y="69106"/>
                </a:lnTo>
                <a:lnTo>
                  <a:pt x="537451" y="71795"/>
                </a:lnTo>
                <a:lnTo>
                  <a:pt x="537115" y="74402"/>
                </a:lnTo>
                <a:lnTo>
                  <a:pt x="536643" y="76929"/>
                </a:lnTo>
                <a:lnTo>
                  <a:pt x="536037" y="79374"/>
                </a:lnTo>
                <a:lnTo>
                  <a:pt x="535296" y="81738"/>
                </a:lnTo>
                <a:lnTo>
                  <a:pt x="534420" y="84022"/>
                </a:lnTo>
                <a:lnTo>
                  <a:pt x="533409" y="86224"/>
                </a:lnTo>
                <a:lnTo>
                  <a:pt x="532264" y="88345"/>
                </a:lnTo>
                <a:lnTo>
                  <a:pt x="530984" y="90386"/>
                </a:lnTo>
                <a:lnTo>
                  <a:pt x="529570" y="92345"/>
                </a:lnTo>
                <a:lnTo>
                  <a:pt x="528020" y="94223"/>
                </a:lnTo>
                <a:lnTo>
                  <a:pt x="526660" y="95667"/>
                </a:lnTo>
                <a:lnTo>
                  <a:pt x="525242" y="96984"/>
                </a:lnTo>
                <a:lnTo>
                  <a:pt x="523767" y="98176"/>
                </a:lnTo>
                <a:lnTo>
                  <a:pt x="522235" y="99243"/>
                </a:lnTo>
                <a:lnTo>
                  <a:pt x="520644" y="100184"/>
                </a:lnTo>
                <a:lnTo>
                  <a:pt x="518997" y="101000"/>
                </a:lnTo>
                <a:lnTo>
                  <a:pt x="517292" y="101690"/>
                </a:lnTo>
                <a:lnTo>
                  <a:pt x="515530" y="102255"/>
                </a:lnTo>
                <a:lnTo>
                  <a:pt x="513710" y="102694"/>
                </a:lnTo>
                <a:lnTo>
                  <a:pt x="511832" y="103008"/>
                </a:lnTo>
                <a:lnTo>
                  <a:pt x="509897" y="103196"/>
                </a:lnTo>
                <a:lnTo>
                  <a:pt x="507905" y="103259"/>
                </a:lnTo>
                <a:lnTo>
                  <a:pt x="507035" y="103248"/>
                </a:lnTo>
                <a:lnTo>
                  <a:pt x="506185" y="103217"/>
                </a:lnTo>
                <a:lnTo>
                  <a:pt x="505355" y="103165"/>
                </a:lnTo>
                <a:lnTo>
                  <a:pt x="504545" y="103092"/>
                </a:lnTo>
                <a:lnTo>
                  <a:pt x="503754" y="102999"/>
                </a:lnTo>
                <a:lnTo>
                  <a:pt x="502983" y="102885"/>
                </a:lnTo>
                <a:lnTo>
                  <a:pt x="502233" y="102750"/>
                </a:lnTo>
                <a:lnTo>
                  <a:pt x="501501" y="102594"/>
                </a:lnTo>
                <a:lnTo>
                  <a:pt x="500790" y="102417"/>
                </a:lnTo>
                <a:lnTo>
                  <a:pt x="500099" y="102220"/>
                </a:lnTo>
                <a:lnTo>
                  <a:pt x="499427" y="102002"/>
                </a:lnTo>
                <a:lnTo>
                  <a:pt x="498775" y="101763"/>
                </a:lnTo>
                <a:lnTo>
                  <a:pt x="498295" y="101570"/>
                </a:lnTo>
                <a:lnTo>
                  <a:pt x="497804" y="101348"/>
                </a:lnTo>
                <a:lnTo>
                  <a:pt x="497304" y="101095"/>
                </a:lnTo>
                <a:lnTo>
                  <a:pt x="496794" y="100814"/>
                </a:lnTo>
                <a:lnTo>
                  <a:pt x="496274" y="100502"/>
                </a:lnTo>
                <a:lnTo>
                  <a:pt x="495744" y="100161"/>
                </a:lnTo>
                <a:lnTo>
                  <a:pt x="495204" y="99790"/>
                </a:lnTo>
                <a:lnTo>
                  <a:pt x="494654" y="99389"/>
                </a:lnTo>
                <a:lnTo>
                  <a:pt x="494094" y="98959"/>
                </a:lnTo>
                <a:lnTo>
                  <a:pt x="493524" y="98499"/>
                </a:lnTo>
                <a:lnTo>
                  <a:pt x="492945" y="98010"/>
                </a:lnTo>
                <a:lnTo>
                  <a:pt x="492355" y="97490"/>
                </a:lnTo>
                <a:lnTo>
                  <a:pt x="492355" y="117359"/>
                </a:lnTo>
                <a:lnTo>
                  <a:pt x="492361" y="118440"/>
                </a:lnTo>
                <a:lnTo>
                  <a:pt x="492378" y="119454"/>
                </a:lnTo>
                <a:lnTo>
                  <a:pt x="492407" y="120401"/>
                </a:lnTo>
                <a:lnTo>
                  <a:pt x="492447" y="121279"/>
                </a:lnTo>
                <a:lnTo>
                  <a:pt x="492498" y="122090"/>
                </a:lnTo>
                <a:lnTo>
                  <a:pt x="492560" y="122833"/>
                </a:lnTo>
                <a:lnTo>
                  <a:pt x="492635" y="123508"/>
                </a:lnTo>
                <a:lnTo>
                  <a:pt x="492720" y="124116"/>
                </a:lnTo>
                <a:lnTo>
                  <a:pt x="492817" y="124656"/>
                </a:lnTo>
                <a:lnTo>
                  <a:pt x="492925" y="125128"/>
                </a:lnTo>
                <a:lnTo>
                  <a:pt x="493045" y="125532"/>
                </a:lnTo>
                <a:lnTo>
                  <a:pt x="493176" y="125869"/>
                </a:lnTo>
                <a:lnTo>
                  <a:pt x="493321" y="126166"/>
                </a:lnTo>
                <a:lnTo>
                  <a:pt x="493483" y="126453"/>
                </a:lnTo>
                <a:lnTo>
                  <a:pt x="493662" y="126730"/>
                </a:lnTo>
                <a:lnTo>
                  <a:pt x="493857" y="126996"/>
                </a:lnTo>
                <a:lnTo>
                  <a:pt x="494070" y="127252"/>
                </a:lnTo>
                <a:lnTo>
                  <a:pt x="494299" y="127498"/>
                </a:lnTo>
                <a:lnTo>
                  <a:pt x="494545" y="127733"/>
                </a:lnTo>
                <a:lnTo>
                  <a:pt x="494808" y="127957"/>
                </a:lnTo>
                <a:lnTo>
                  <a:pt x="495088" y="128172"/>
                </a:lnTo>
                <a:lnTo>
                  <a:pt x="495385" y="128376"/>
                </a:lnTo>
                <a:lnTo>
                  <a:pt x="495698" y="128569"/>
                </a:lnTo>
                <a:lnTo>
                  <a:pt x="496029" y="128753"/>
                </a:lnTo>
                <a:lnTo>
                  <a:pt x="496391" y="128923"/>
                </a:lnTo>
                <a:lnTo>
                  <a:pt x="496799" y="129079"/>
                </a:lnTo>
                <a:lnTo>
                  <a:pt x="497253" y="129220"/>
                </a:lnTo>
                <a:lnTo>
                  <a:pt x="497753" y="129346"/>
                </a:lnTo>
                <a:lnTo>
                  <a:pt x="498299" y="129457"/>
                </a:lnTo>
                <a:lnTo>
                  <a:pt x="498891" y="129554"/>
                </a:lnTo>
                <a:lnTo>
                  <a:pt x="499529" y="129635"/>
                </a:lnTo>
                <a:lnTo>
                  <a:pt x="500214" y="129702"/>
                </a:lnTo>
                <a:lnTo>
                  <a:pt x="500944" y="129754"/>
                </a:lnTo>
                <a:lnTo>
                  <a:pt x="501720" y="129791"/>
                </a:lnTo>
                <a:lnTo>
                  <a:pt x="502543" y="129813"/>
                </a:lnTo>
                <a:lnTo>
                  <a:pt x="503411" y="129821"/>
                </a:lnTo>
                <a:lnTo>
                  <a:pt x="503411" y="132456"/>
                </a:lnTo>
                <a:lnTo>
                  <a:pt x="469173" y="132456"/>
                </a:lnTo>
                <a:lnTo>
                  <a:pt x="469173" y="129821"/>
                </a:lnTo>
                <a:lnTo>
                  <a:pt x="470957" y="129821"/>
                </a:lnTo>
                <a:lnTo>
                  <a:pt x="471602" y="129821"/>
                </a:lnTo>
                <a:lnTo>
                  <a:pt x="472233" y="129799"/>
                </a:lnTo>
                <a:lnTo>
                  <a:pt x="472847" y="129754"/>
                </a:lnTo>
                <a:lnTo>
                  <a:pt x="473445" y="129686"/>
                </a:lnTo>
                <a:lnTo>
                  <a:pt x="474028" y="129595"/>
                </a:lnTo>
                <a:lnTo>
                  <a:pt x="474594" y="129482"/>
                </a:lnTo>
                <a:lnTo>
                  <a:pt x="475145" y="129346"/>
                </a:lnTo>
                <a:lnTo>
                  <a:pt x="475680" y="129187"/>
                </a:lnTo>
                <a:lnTo>
                  <a:pt x="476199" y="129005"/>
                </a:lnTo>
                <a:lnTo>
                  <a:pt x="476703" y="128801"/>
                </a:lnTo>
                <a:lnTo>
                  <a:pt x="477190" y="128573"/>
                </a:lnTo>
                <a:lnTo>
                  <a:pt x="477661" y="128323"/>
                </a:lnTo>
                <a:lnTo>
                  <a:pt x="477883" y="128186"/>
                </a:lnTo>
                <a:lnTo>
                  <a:pt x="478096" y="128035"/>
                </a:lnTo>
                <a:lnTo>
                  <a:pt x="478301" y="127871"/>
                </a:lnTo>
                <a:lnTo>
                  <a:pt x="478498" y="127694"/>
                </a:lnTo>
                <a:lnTo>
                  <a:pt x="478686" y="127503"/>
                </a:lnTo>
                <a:lnTo>
                  <a:pt x="478865" y="127299"/>
                </a:lnTo>
                <a:lnTo>
                  <a:pt x="479036" y="127081"/>
                </a:lnTo>
                <a:lnTo>
                  <a:pt x="479199" y="126850"/>
                </a:lnTo>
                <a:lnTo>
                  <a:pt x="479353" y="126606"/>
                </a:lnTo>
                <a:lnTo>
                  <a:pt x="479499" y="126348"/>
                </a:lnTo>
                <a:lnTo>
                  <a:pt x="479637" y="126077"/>
                </a:lnTo>
                <a:lnTo>
                  <a:pt x="479766" y="125793"/>
                </a:lnTo>
                <a:lnTo>
                  <a:pt x="479885" y="125465"/>
                </a:lnTo>
                <a:lnTo>
                  <a:pt x="479995" y="125062"/>
                </a:lnTo>
                <a:lnTo>
                  <a:pt x="480093" y="124584"/>
                </a:lnTo>
                <a:lnTo>
                  <a:pt x="480182" y="124032"/>
                </a:lnTo>
                <a:lnTo>
                  <a:pt x="480260" y="123405"/>
                </a:lnTo>
                <a:lnTo>
                  <a:pt x="480327" y="122703"/>
                </a:lnTo>
                <a:lnTo>
                  <a:pt x="480385" y="121926"/>
                </a:lnTo>
                <a:lnTo>
                  <a:pt x="480431" y="121075"/>
                </a:lnTo>
                <a:lnTo>
                  <a:pt x="480468" y="120149"/>
                </a:lnTo>
                <a:lnTo>
                  <a:pt x="480494" y="119148"/>
                </a:lnTo>
                <a:lnTo>
                  <a:pt x="480509" y="118073"/>
                </a:lnTo>
                <a:lnTo>
                  <a:pt x="480515" y="116922"/>
                </a:lnTo>
                <a:lnTo>
                  <a:pt x="480515" y="55205"/>
                </a:lnTo>
                <a:lnTo>
                  <a:pt x="480511" y="54181"/>
                </a:lnTo>
                <a:lnTo>
                  <a:pt x="480499" y="53220"/>
                </a:lnTo>
                <a:lnTo>
                  <a:pt x="480479" y="52324"/>
                </a:lnTo>
                <a:lnTo>
                  <a:pt x="480451" y="51492"/>
                </a:lnTo>
                <a:lnTo>
                  <a:pt x="480416" y="50725"/>
                </a:lnTo>
                <a:lnTo>
                  <a:pt x="480372" y="50021"/>
                </a:lnTo>
                <a:lnTo>
                  <a:pt x="480320" y="49383"/>
                </a:lnTo>
                <a:lnTo>
                  <a:pt x="480261" y="48808"/>
                </a:lnTo>
                <a:lnTo>
                  <a:pt x="480194" y="48298"/>
                </a:lnTo>
                <a:lnTo>
                  <a:pt x="480118" y="47852"/>
                </a:lnTo>
                <a:lnTo>
                  <a:pt x="480035" y="47471"/>
                </a:lnTo>
                <a:lnTo>
                  <a:pt x="479944" y="47154"/>
                </a:lnTo>
                <a:lnTo>
                  <a:pt x="479844" y="46875"/>
                </a:lnTo>
                <a:lnTo>
                  <a:pt x="479735" y="46607"/>
                </a:lnTo>
                <a:lnTo>
                  <a:pt x="479616" y="46352"/>
                </a:lnTo>
                <a:lnTo>
                  <a:pt x="479488" y="46108"/>
                </a:lnTo>
                <a:lnTo>
                  <a:pt x="479351" y="45877"/>
                </a:lnTo>
                <a:lnTo>
                  <a:pt x="479204" y="45657"/>
                </a:lnTo>
                <a:lnTo>
                  <a:pt x="479048" y="45449"/>
                </a:lnTo>
                <a:lnTo>
                  <a:pt x="478882" y="45253"/>
                </a:lnTo>
                <a:lnTo>
                  <a:pt x="478707" y="45069"/>
                </a:lnTo>
                <a:lnTo>
                  <a:pt x="478522" y="44897"/>
                </a:lnTo>
                <a:lnTo>
                  <a:pt x="478328" y="44736"/>
                </a:lnTo>
                <a:lnTo>
                  <a:pt x="478125" y="44588"/>
                </a:lnTo>
                <a:lnTo>
                  <a:pt x="477911" y="44451"/>
                </a:lnTo>
                <a:lnTo>
                  <a:pt x="477684" y="44326"/>
                </a:lnTo>
                <a:lnTo>
                  <a:pt x="477445" y="44213"/>
                </a:lnTo>
                <a:lnTo>
                  <a:pt x="477194" y="44112"/>
                </a:lnTo>
                <a:lnTo>
                  <a:pt x="476930" y="44023"/>
                </a:lnTo>
                <a:lnTo>
                  <a:pt x="476654" y="43946"/>
                </a:lnTo>
                <a:lnTo>
                  <a:pt x="476365" y="43880"/>
                </a:lnTo>
                <a:lnTo>
                  <a:pt x="476064" y="43827"/>
                </a:lnTo>
                <a:lnTo>
                  <a:pt x="475751" y="43785"/>
                </a:lnTo>
                <a:lnTo>
                  <a:pt x="475426" y="43755"/>
                </a:lnTo>
                <a:lnTo>
                  <a:pt x="475087" y="43737"/>
                </a:lnTo>
                <a:lnTo>
                  <a:pt x="474737" y="43731"/>
                </a:lnTo>
                <a:lnTo>
                  <a:pt x="474445" y="43738"/>
                </a:lnTo>
                <a:lnTo>
                  <a:pt x="474141" y="43759"/>
                </a:lnTo>
                <a:lnTo>
                  <a:pt x="473823" y="43794"/>
                </a:lnTo>
                <a:lnTo>
                  <a:pt x="473493" y="43842"/>
                </a:lnTo>
                <a:lnTo>
                  <a:pt x="473149" y="43904"/>
                </a:lnTo>
                <a:lnTo>
                  <a:pt x="472793" y="43981"/>
                </a:lnTo>
                <a:lnTo>
                  <a:pt x="472424" y="44071"/>
                </a:lnTo>
                <a:lnTo>
                  <a:pt x="472042" y="44174"/>
                </a:lnTo>
                <a:lnTo>
                  <a:pt x="471648" y="44292"/>
                </a:lnTo>
                <a:lnTo>
                  <a:pt x="471240" y="44424"/>
                </a:lnTo>
                <a:lnTo>
                  <a:pt x="470819" y="44569"/>
                </a:lnTo>
                <a:lnTo>
                  <a:pt x="470386" y="44728"/>
                </a:lnTo>
                <a:lnTo>
                  <a:pt x="469530" y="42449"/>
                </a:lnTo>
                <a:moveTo>
                  <a:pt x="492355" y="53895"/>
                </a:moveTo>
                <a:lnTo>
                  <a:pt x="492355" y="78218"/>
                </a:lnTo>
                <a:lnTo>
                  <a:pt x="492360" y="79497"/>
                </a:lnTo>
                <a:lnTo>
                  <a:pt x="492373" y="80700"/>
                </a:lnTo>
                <a:lnTo>
                  <a:pt x="492395" y="81828"/>
                </a:lnTo>
                <a:lnTo>
                  <a:pt x="492427" y="82881"/>
                </a:lnTo>
                <a:lnTo>
                  <a:pt x="492467" y="83859"/>
                </a:lnTo>
                <a:lnTo>
                  <a:pt x="492516" y="84762"/>
                </a:lnTo>
                <a:lnTo>
                  <a:pt x="492574" y="85590"/>
                </a:lnTo>
                <a:lnTo>
                  <a:pt x="492641" y="86343"/>
                </a:lnTo>
                <a:lnTo>
                  <a:pt x="492716" y="87020"/>
                </a:lnTo>
                <a:lnTo>
                  <a:pt x="492801" y="87623"/>
                </a:lnTo>
                <a:lnTo>
                  <a:pt x="492895" y="88150"/>
                </a:lnTo>
                <a:lnTo>
                  <a:pt x="492997" y="88602"/>
                </a:lnTo>
                <a:lnTo>
                  <a:pt x="493184" y="89283"/>
                </a:lnTo>
                <a:lnTo>
                  <a:pt x="493410" y="89950"/>
                </a:lnTo>
                <a:lnTo>
                  <a:pt x="493677" y="90603"/>
                </a:lnTo>
                <a:lnTo>
                  <a:pt x="493984" y="91242"/>
                </a:lnTo>
                <a:lnTo>
                  <a:pt x="494331" y="91867"/>
                </a:lnTo>
                <a:lnTo>
                  <a:pt x="494718" y="92479"/>
                </a:lnTo>
                <a:lnTo>
                  <a:pt x="495145" y="93076"/>
                </a:lnTo>
                <a:lnTo>
                  <a:pt x="495613" y="93660"/>
                </a:lnTo>
                <a:lnTo>
                  <a:pt x="496120" y="94230"/>
                </a:lnTo>
                <a:lnTo>
                  <a:pt x="496668" y="94786"/>
                </a:lnTo>
                <a:lnTo>
                  <a:pt x="497256" y="95328"/>
                </a:lnTo>
                <a:lnTo>
                  <a:pt x="497883" y="95857"/>
                </a:lnTo>
                <a:lnTo>
                  <a:pt x="498545" y="96357"/>
                </a:lnTo>
                <a:lnTo>
                  <a:pt x="499236" y="96813"/>
                </a:lnTo>
                <a:lnTo>
                  <a:pt x="499954" y="97226"/>
                </a:lnTo>
                <a:lnTo>
                  <a:pt x="500701" y="97595"/>
                </a:lnTo>
                <a:lnTo>
                  <a:pt x="501476" y="97921"/>
                </a:lnTo>
                <a:lnTo>
                  <a:pt x="502279" y="98204"/>
                </a:lnTo>
                <a:lnTo>
                  <a:pt x="503111" y="98443"/>
                </a:lnTo>
                <a:lnTo>
                  <a:pt x="503970" y="98638"/>
                </a:lnTo>
                <a:lnTo>
                  <a:pt x="504858" y="98790"/>
                </a:lnTo>
                <a:lnTo>
                  <a:pt x="505774" y="98899"/>
                </a:lnTo>
                <a:lnTo>
                  <a:pt x="506719" y="98964"/>
                </a:lnTo>
                <a:lnTo>
                  <a:pt x="507691" y="98986"/>
                </a:lnTo>
                <a:lnTo>
                  <a:pt x="508861" y="98947"/>
                </a:lnTo>
                <a:lnTo>
                  <a:pt x="509994" y="98832"/>
                </a:lnTo>
                <a:lnTo>
                  <a:pt x="511088" y="98639"/>
                </a:lnTo>
                <a:lnTo>
                  <a:pt x="512145" y="98369"/>
                </a:lnTo>
                <a:lnTo>
                  <a:pt x="513165" y="98023"/>
                </a:lnTo>
                <a:lnTo>
                  <a:pt x="514147" y="97599"/>
                </a:lnTo>
                <a:lnTo>
                  <a:pt x="515091" y="97098"/>
                </a:lnTo>
                <a:lnTo>
                  <a:pt x="515997" y="96520"/>
                </a:lnTo>
                <a:lnTo>
                  <a:pt x="516866" y="95865"/>
                </a:lnTo>
                <a:lnTo>
                  <a:pt x="517697" y="95133"/>
                </a:lnTo>
                <a:lnTo>
                  <a:pt x="518491" y="94324"/>
                </a:lnTo>
                <a:lnTo>
                  <a:pt x="519247" y="93438"/>
                </a:lnTo>
                <a:lnTo>
                  <a:pt x="520169" y="92188"/>
                </a:lnTo>
                <a:lnTo>
                  <a:pt x="521012" y="90856"/>
                </a:lnTo>
                <a:lnTo>
                  <a:pt x="521774" y="89442"/>
                </a:lnTo>
                <a:lnTo>
                  <a:pt x="522456" y="87947"/>
                </a:lnTo>
                <a:lnTo>
                  <a:pt x="523058" y="86369"/>
                </a:lnTo>
                <a:lnTo>
                  <a:pt x="523580" y="84709"/>
                </a:lnTo>
                <a:lnTo>
                  <a:pt x="524021" y="82967"/>
                </a:lnTo>
                <a:lnTo>
                  <a:pt x="524382" y="81143"/>
                </a:lnTo>
                <a:lnTo>
                  <a:pt x="524663" y="79237"/>
                </a:lnTo>
                <a:lnTo>
                  <a:pt x="524864" y="77249"/>
                </a:lnTo>
                <a:lnTo>
                  <a:pt x="524984" y="75179"/>
                </a:lnTo>
                <a:lnTo>
                  <a:pt x="525024" y="73026"/>
                </a:lnTo>
                <a:lnTo>
                  <a:pt x="524979" y="70585"/>
                </a:lnTo>
                <a:lnTo>
                  <a:pt x="524842" y="68240"/>
                </a:lnTo>
                <a:lnTo>
                  <a:pt x="524614" y="65990"/>
                </a:lnTo>
                <a:lnTo>
                  <a:pt x="524295" y="63837"/>
                </a:lnTo>
                <a:lnTo>
                  <a:pt x="523885" y="61779"/>
                </a:lnTo>
                <a:lnTo>
                  <a:pt x="523384" y="59817"/>
                </a:lnTo>
                <a:lnTo>
                  <a:pt x="522791" y="57950"/>
                </a:lnTo>
                <a:lnTo>
                  <a:pt x="522108" y="56180"/>
                </a:lnTo>
                <a:lnTo>
                  <a:pt x="521333" y="54505"/>
                </a:lnTo>
                <a:lnTo>
                  <a:pt x="520467" y="52926"/>
                </a:lnTo>
                <a:lnTo>
                  <a:pt x="519510" y="51443"/>
                </a:lnTo>
                <a:lnTo>
                  <a:pt x="518462" y="50056"/>
                </a:lnTo>
                <a:lnTo>
                  <a:pt x="517689" y="49170"/>
                </a:lnTo>
                <a:lnTo>
                  <a:pt x="516893" y="48361"/>
                </a:lnTo>
                <a:lnTo>
                  <a:pt x="516072" y="47629"/>
                </a:lnTo>
                <a:lnTo>
                  <a:pt x="515228" y="46974"/>
                </a:lnTo>
                <a:lnTo>
                  <a:pt x="514361" y="46396"/>
                </a:lnTo>
                <a:lnTo>
                  <a:pt x="513469" y="45895"/>
                </a:lnTo>
                <a:lnTo>
                  <a:pt x="512554" y="45471"/>
                </a:lnTo>
                <a:lnTo>
                  <a:pt x="511614" y="45124"/>
                </a:lnTo>
                <a:lnTo>
                  <a:pt x="510651" y="44855"/>
                </a:lnTo>
                <a:lnTo>
                  <a:pt x="509665" y="44662"/>
                </a:lnTo>
                <a:lnTo>
                  <a:pt x="508654" y="44547"/>
                </a:lnTo>
                <a:lnTo>
                  <a:pt x="507620" y="44508"/>
                </a:lnTo>
                <a:lnTo>
                  <a:pt x="507050" y="44520"/>
                </a:lnTo>
                <a:lnTo>
                  <a:pt x="506481" y="44555"/>
                </a:lnTo>
                <a:lnTo>
                  <a:pt x="505912" y="44615"/>
                </a:lnTo>
                <a:lnTo>
                  <a:pt x="505345" y="44698"/>
                </a:lnTo>
                <a:lnTo>
                  <a:pt x="504779" y="44804"/>
                </a:lnTo>
                <a:lnTo>
                  <a:pt x="504214" y="44935"/>
                </a:lnTo>
                <a:lnTo>
                  <a:pt x="503650" y="45089"/>
                </a:lnTo>
                <a:lnTo>
                  <a:pt x="503087" y="45267"/>
                </a:lnTo>
                <a:lnTo>
                  <a:pt x="502524" y="45468"/>
                </a:lnTo>
                <a:lnTo>
                  <a:pt x="501963" y="45693"/>
                </a:lnTo>
                <a:lnTo>
                  <a:pt x="501403" y="45942"/>
                </a:lnTo>
                <a:lnTo>
                  <a:pt x="500844" y="46215"/>
                </a:lnTo>
                <a:lnTo>
                  <a:pt x="500392" y="46464"/>
                </a:lnTo>
                <a:lnTo>
                  <a:pt x="499895" y="46784"/>
                </a:lnTo>
                <a:lnTo>
                  <a:pt x="499350" y="47175"/>
                </a:lnTo>
                <a:lnTo>
                  <a:pt x="498759" y="47637"/>
                </a:lnTo>
                <a:lnTo>
                  <a:pt x="498122" y="48170"/>
                </a:lnTo>
                <a:lnTo>
                  <a:pt x="497438" y="48775"/>
                </a:lnTo>
                <a:lnTo>
                  <a:pt x="496707" y="49450"/>
                </a:lnTo>
                <a:lnTo>
                  <a:pt x="495930" y="50197"/>
                </a:lnTo>
                <a:lnTo>
                  <a:pt x="495106" y="51015"/>
                </a:lnTo>
                <a:lnTo>
                  <a:pt x="494236" y="51904"/>
                </a:lnTo>
                <a:lnTo>
                  <a:pt x="493319" y="52864"/>
                </a:lnTo>
                <a:lnTo>
                  <a:pt x="492355" y="53895"/>
                </a:lnTo>
                <a:close/>
                <a:moveTo>
                  <a:pt x="558264" y="60673"/>
                </a:moveTo>
                <a:lnTo>
                  <a:pt x="558302" y="63046"/>
                </a:lnTo>
                <a:lnTo>
                  <a:pt x="558440" y="65331"/>
                </a:lnTo>
                <a:lnTo>
                  <a:pt x="558679" y="67530"/>
                </a:lnTo>
                <a:lnTo>
                  <a:pt x="559017" y="69641"/>
                </a:lnTo>
                <a:lnTo>
                  <a:pt x="559455" y="71666"/>
                </a:lnTo>
                <a:lnTo>
                  <a:pt x="559994" y="73605"/>
                </a:lnTo>
                <a:lnTo>
                  <a:pt x="560632" y="75456"/>
                </a:lnTo>
                <a:lnTo>
                  <a:pt x="561371" y="77220"/>
                </a:lnTo>
                <a:lnTo>
                  <a:pt x="562209" y="78898"/>
                </a:lnTo>
                <a:lnTo>
                  <a:pt x="563148" y="80489"/>
                </a:lnTo>
                <a:lnTo>
                  <a:pt x="564187" y="81993"/>
                </a:lnTo>
                <a:lnTo>
                  <a:pt x="565326" y="83410"/>
                </a:lnTo>
                <a:lnTo>
                  <a:pt x="566532" y="84726"/>
                </a:lnTo>
                <a:lnTo>
                  <a:pt x="567773" y="85928"/>
                </a:lnTo>
                <a:lnTo>
                  <a:pt x="569048" y="87015"/>
                </a:lnTo>
                <a:lnTo>
                  <a:pt x="570358" y="87988"/>
                </a:lnTo>
                <a:lnTo>
                  <a:pt x="571703" y="88847"/>
                </a:lnTo>
                <a:lnTo>
                  <a:pt x="573083" y="89591"/>
                </a:lnTo>
                <a:lnTo>
                  <a:pt x="574497" y="90220"/>
                </a:lnTo>
                <a:lnTo>
                  <a:pt x="575946" y="90735"/>
                </a:lnTo>
                <a:lnTo>
                  <a:pt x="577429" y="91136"/>
                </a:lnTo>
                <a:lnTo>
                  <a:pt x="578948" y="91422"/>
                </a:lnTo>
                <a:lnTo>
                  <a:pt x="580500" y="91594"/>
                </a:lnTo>
                <a:lnTo>
                  <a:pt x="582088" y="91651"/>
                </a:lnTo>
                <a:lnTo>
                  <a:pt x="583146" y="91626"/>
                </a:lnTo>
                <a:lnTo>
                  <a:pt x="584181" y="91553"/>
                </a:lnTo>
                <a:lnTo>
                  <a:pt x="585193" y="91431"/>
                </a:lnTo>
                <a:lnTo>
                  <a:pt x="586182" y="91259"/>
                </a:lnTo>
                <a:lnTo>
                  <a:pt x="587147" y="91039"/>
                </a:lnTo>
                <a:lnTo>
                  <a:pt x="588089" y="90770"/>
                </a:lnTo>
                <a:lnTo>
                  <a:pt x="589007" y="90451"/>
                </a:lnTo>
                <a:lnTo>
                  <a:pt x="589903" y="90084"/>
                </a:lnTo>
                <a:lnTo>
                  <a:pt x="590775" y="89668"/>
                </a:lnTo>
                <a:lnTo>
                  <a:pt x="591623" y="89203"/>
                </a:lnTo>
                <a:lnTo>
                  <a:pt x="592449" y="88689"/>
                </a:lnTo>
                <a:lnTo>
                  <a:pt x="593251" y="88126"/>
                </a:lnTo>
                <a:lnTo>
                  <a:pt x="594031" y="87503"/>
                </a:lnTo>
                <a:lnTo>
                  <a:pt x="594790" y="86811"/>
                </a:lnTo>
                <a:lnTo>
                  <a:pt x="595527" y="86050"/>
                </a:lnTo>
                <a:lnTo>
                  <a:pt x="596243" y="85218"/>
                </a:lnTo>
                <a:lnTo>
                  <a:pt x="596938" y="84317"/>
                </a:lnTo>
                <a:lnTo>
                  <a:pt x="597611" y="83346"/>
                </a:lnTo>
                <a:lnTo>
                  <a:pt x="598263" y="82305"/>
                </a:lnTo>
                <a:lnTo>
                  <a:pt x="598894" y="81194"/>
                </a:lnTo>
                <a:lnTo>
                  <a:pt x="599504" y="80014"/>
                </a:lnTo>
                <a:lnTo>
                  <a:pt x="600092" y="78764"/>
                </a:lnTo>
                <a:lnTo>
                  <a:pt x="600659" y="77445"/>
                </a:lnTo>
                <a:lnTo>
                  <a:pt x="601204" y="76055"/>
                </a:lnTo>
                <a:lnTo>
                  <a:pt x="603416" y="77480"/>
                </a:lnTo>
                <a:lnTo>
                  <a:pt x="603126" y="79093"/>
                </a:lnTo>
                <a:lnTo>
                  <a:pt x="602758" y="80683"/>
                </a:lnTo>
                <a:lnTo>
                  <a:pt x="602310" y="82249"/>
                </a:lnTo>
                <a:lnTo>
                  <a:pt x="601783" y="83790"/>
                </a:lnTo>
                <a:lnTo>
                  <a:pt x="601177" y="85307"/>
                </a:lnTo>
                <a:lnTo>
                  <a:pt x="600491" y="86799"/>
                </a:lnTo>
                <a:lnTo>
                  <a:pt x="599726" y="88268"/>
                </a:lnTo>
                <a:lnTo>
                  <a:pt x="598882" y="89712"/>
                </a:lnTo>
                <a:lnTo>
                  <a:pt x="597959" y="91132"/>
                </a:lnTo>
                <a:lnTo>
                  <a:pt x="596956" y="92528"/>
                </a:lnTo>
                <a:lnTo>
                  <a:pt x="595874" y="93900"/>
                </a:lnTo>
                <a:lnTo>
                  <a:pt x="594713" y="95247"/>
                </a:lnTo>
                <a:lnTo>
                  <a:pt x="593487" y="96527"/>
                </a:lnTo>
                <a:lnTo>
                  <a:pt x="592211" y="97695"/>
                </a:lnTo>
                <a:lnTo>
                  <a:pt x="590884" y="98752"/>
                </a:lnTo>
                <a:lnTo>
                  <a:pt x="589506" y="99698"/>
                </a:lnTo>
                <a:lnTo>
                  <a:pt x="588078" y="100532"/>
                </a:lnTo>
                <a:lnTo>
                  <a:pt x="586600" y="101256"/>
                </a:lnTo>
                <a:lnTo>
                  <a:pt x="585070" y="101868"/>
                </a:lnTo>
                <a:lnTo>
                  <a:pt x="583491" y="102368"/>
                </a:lnTo>
                <a:lnTo>
                  <a:pt x="581861" y="102758"/>
                </a:lnTo>
                <a:lnTo>
                  <a:pt x="580180" y="103036"/>
                </a:lnTo>
                <a:lnTo>
                  <a:pt x="578449" y="103203"/>
                </a:lnTo>
                <a:lnTo>
                  <a:pt x="576667" y="103259"/>
                </a:lnTo>
                <a:lnTo>
                  <a:pt x="574729" y="103195"/>
                </a:lnTo>
                <a:lnTo>
                  <a:pt x="572838" y="103005"/>
                </a:lnTo>
                <a:lnTo>
                  <a:pt x="570994" y="102688"/>
                </a:lnTo>
                <a:lnTo>
                  <a:pt x="569197" y="102244"/>
                </a:lnTo>
                <a:lnTo>
                  <a:pt x="567447" y="101673"/>
                </a:lnTo>
                <a:lnTo>
                  <a:pt x="565745" y="100976"/>
                </a:lnTo>
                <a:lnTo>
                  <a:pt x="564089" y="100152"/>
                </a:lnTo>
                <a:lnTo>
                  <a:pt x="562480" y="99200"/>
                </a:lnTo>
                <a:lnTo>
                  <a:pt x="560919" y="98122"/>
                </a:lnTo>
                <a:lnTo>
                  <a:pt x="559404" y="96918"/>
                </a:lnTo>
                <a:lnTo>
                  <a:pt x="557937" y="95586"/>
                </a:lnTo>
                <a:lnTo>
                  <a:pt x="556516" y="94128"/>
                </a:lnTo>
                <a:lnTo>
                  <a:pt x="555178" y="92562"/>
                </a:lnTo>
                <a:lnTo>
                  <a:pt x="553955" y="90909"/>
                </a:lnTo>
                <a:lnTo>
                  <a:pt x="552850" y="89168"/>
                </a:lnTo>
                <a:lnTo>
                  <a:pt x="551860" y="87340"/>
                </a:lnTo>
                <a:lnTo>
                  <a:pt x="550987" y="85425"/>
                </a:lnTo>
                <a:lnTo>
                  <a:pt x="550230" y="83422"/>
                </a:lnTo>
                <a:lnTo>
                  <a:pt x="549590" y="81333"/>
                </a:lnTo>
                <a:lnTo>
                  <a:pt x="549066" y="79155"/>
                </a:lnTo>
                <a:lnTo>
                  <a:pt x="548659" y="76891"/>
                </a:lnTo>
                <a:lnTo>
                  <a:pt x="548368" y="74539"/>
                </a:lnTo>
                <a:lnTo>
                  <a:pt x="548193" y="72099"/>
                </a:lnTo>
                <a:lnTo>
                  <a:pt x="548135" y="69573"/>
                </a:lnTo>
                <a:lnTo>
                  <a:pt x="548195" y="66841"/>
                </a:lnTo>
                <a:lnTo>
                  <a:pt x="548374" y="64210"/>
                </a:lnTo>
                <a:lnTo>
                  <a:pt x="548672" y="61683"/>
                </a:lnTo>
                <a:lnTo>
                  <a:pt x="549090" y="59257"/>
                </a:lnTo>
                <a:lnTo>
                  <a:pt x="549627" y="56933"/>
                </a:lnTo>
                <a:lnTo>
                  <a:pt x="550284" y="54712"/>
                </a:lnTo>
                <a:lnTo>
                  <a:pt x="551060" y="52593"/>
                </a:lnTo>
                <a:lnTo>
                  <a:pt x="551955" y="50576"/>
                </a:lnTo>
                <a:lnTo>
                  <a:pt x="552970" y="48661"/>
                </a:lnTo>
                <a:lnTo>
                  <a:pt x="554104" y="46848"/>
                </a:lnTo>
                <a:lnTo>
                  <a:pt x="555358" y="45137"/>
                </a:lnTo>
                <a:lnTo>
                  <a:pt x="556730" y="43529"/>
                </a:lnTo>
                <a:lnTo>
                  <a:pt x="558193" y="42036"/>
                </a:lnTo>
                <a:lnTo>
                  <a:pt x="559717" y="40673"/>
                </a:lnTo>
                <a:lnTo>
                  <a:pt x="561302" y="39440"/>
                </a:lnTo>
                <a:lnTo>
                  <a:pt x="562948" y="38336"/>
                </a:lnTo>
                <a:lnTo>
                  <a:pt x="564655" y="37363"/>
                </a:lnTo>
                <a:lnTo>
                  <a:pt x="566422" y="36519"/>
                </a:lnTo>
                <a:lnTo>
                  <a:pt x="568251" y="35805"/>
                </a:lnTo>
                <a:lnTo>
                  <a:pt x="570140" y="35221"/>
                </a:lnTo>
                <a:lnTo>
                  <a:pt x="572091" y="34766"/>
                </a:lnTo>
                <a:lnTo>
                  <a:pt x="574102" y="34442"/>
                </a:lnTo>
                <a:lnTo>
                  <a:pt x="576174" y="34247"/>
                </a:lnTo>
                <a:lnTo>
                  <a:pt x="578308" y="34182"/>
                </a:lnTo>
                <a:lnTo>
                  <a:pt x="580111" y="34232"/>
                </a:lnTo>
                <a:lnTo>
                  <a:pt x="581860" y="34382"/>
                </a:lnTo>
                <a:lnTo>
                  <a:pt x="583555" y="34633"/>
                </a:lnTo>
                <a:lnTo>
                  <a:pt x="585195" y="34983"/>
                </a:lnTo>
                <a:lnTo>
                  <a:pt x="586780" y="35434"/>
                </a:lnTo>
                <a:lnTo>
                  <a:pt x="588312" y="35985"/>
                </a:lnTo>
                <a:lnTo>
                  <a:pt x="589788" y="36636"/>
                </a:lnTo>
                <a:lnTo>
                  <a:pt x="591210" y="37387"/>
                </a:lnTo>
                <a:lnTo>
                  <a:pt x="592578" y="38238"/>
                </a:lnTo>
                <a:lnTo>
                  <a:pt x="593891" y="39189"/>
                </a:lnTo>
                <a:lnTo>
                  <a:pt x="595150" y="40241"/>
                </a:lnTo>
                <a:lnTo>
                  <a:pt x="596354" y="41392"/>
                </a:lnTo>
                <a:lnTo>
                  <a:pt x="597482" y="42628"/>
                </a:lnTo>
                <a:lnTo>
                  <a:pt x="598512" y="43930"/>
                </a:lnTo>
                <a:lnTo>
                  <a:pt x="599443" y="45301"/>
                </a:lnTo>
                <a:lnTo>
                  <a:pt x="600277" y="46738"/>
                </a:lnTo>
                <a:lnTo>
                  <a:pt x="601013" y="48244"/>
                </a:lnTo>
                <a:lnTo>
                  <a:pt x="601650" y="49817"/>
                </a:lnTo>
                <a:lnTo>
                  <a:pt x="602190" y="51457"/>
                </a:lnTo>
                <a:lnTo>
                  <a:pt x="602631" y="53165"/>
                </a:lnTo>
                <a:lnTo>
                  <a:pt x="602974" y="54941"/>
                </a:lnTo>
                <a:lnTo>
                  <a:pt x="603219" y="56784"/>
                </a:lnTo>
                <a:lnTo>
                  <a:pt x="603367" y="58695"/>
                </a:lnTo>
                <a:lnTo>
                  <a:pt x="603416" y="60673"/>
                </a:lnTo>
                <a:lnTo>
                  <a:pt x="558264" y="60673"/>
                </a:lnTo>
                <a:moveTo>
                  <a:pt x="558264" y="56543"/>
                </a:moveTo>
                <a:lnTo>
                  <a:pt x="588508" y="56543"/>
                </a:lnTo>
                <a:lnTo>
                  <a:pt x="588443" y="55524"/>
                </a:lnTo>
                <a:lnTo>
                  <a:pt x="588367" y="54557"/>
                </a:lnTo>
                <a:lnTo>
                  <a:pt x="588280" y="53641"/>
                </a:lnTo>
                <a:lnTo>
                  <a:pt x="588183" y="52777"/>
                </a:lnTo>
                <a:lnTo>
                  <a:pt x="588074" y="51964"/>
                </a:lnTo>
                <a:lnTo>
                  <a:pt x="587955" y="51202"/>
                </a:lnTo>
                <a:lnTo>
                  <a:pt x="587825" y="50492"/>
                </a:lnTo>
                <a:lnTo>
                  <a:pt x="587683" y="49833"/>
                </a:lnTo>
                <a:lnTo>
                  <a:pt x="587531" y="49226"/>
                </a:lnTo>
                <a:lnTo>
                  <a:pt x="587368" y="48670"/>
                </a:lnTo>
                <a:lnTo>
                  <a:pt x="587195" y="48166"/>
                </a:lnTo>
                <a:lnTo>
                  <a:pt x="587010" y="47713"/>
                </a:lnTo>
                <a:lnTo>
                  <a:pt x="586700" y="47060"/>
                </a:lnTo>
                <a:lnTo>
                  <a:pt x="586367" y="46431"/>
                </a:lnTo>
                <a:lnTo>
                  <a:pt x="586009" y="45825"/>
                </a:lnTo>
                <a:lnTo>
                  <a:pt x="585627" y="45244"/>
                </a:lnTo>
                <a:lnTo>
                  <a:pt x="585220" y="44686"/>
                </a:lnTo>
                <a:lnTo>
                  <a:pt x="584790" y="44152"/>
                </a:lnTo>
                <a:lnTo>
                  <a:pt x="584335" y="43642"/>
                </a:lnTo>
                <a:lnTo>
                  <a:pt x="583855" y="43155"/>
                </a:lnTo>
                <a:lnTo>
                  <a:pt x="583352" y="42692"/>
                </a:lnTo>
                <a:lnTo>
                  <a:pt x="582824" y="42253"/>
                </a:lnTo>
                <a:lnTo>
                  <a:pt x="582272" y="41838"/>
                </a:lnTo>
                <a:lnTo>
                  <a:pt x="581696" y="41446"/>
                </a:lnTo>
                <a:lnTo>
                  <a:pt x="581105" y="41082"/>
                </a:lnTo>
                <a:lnTo>
                  <a:pt x="580510" y="40750"/>
                </a:lnTo>
                <a:lnTo>
                  <a:pt x="579910" y="40449"/>
                </a:lnTo>
                <a:lnTo>
                  <a:pt x="579306" y="40180"/>
                </a:lnTo>
                <a:lnTo>
                  <a:pt x="578698" y="39942"/>
                </a:lnTo>
                <a:lnTo>
                  <a:pt x="578085" y="39737"/>
                </a:lnTo>
                <a:lnTo>
                  <a:pt x="577467" y="39563"/>
                </a:lnTo>
                <a:lnTo>
                  <a:pt x="576845" y="39420"/>
                </a:lnTo>
                <a:lnTo>
                  <a:pt x="576219" y="39309"/>
                </a:lnTo>
                <a:lnTo>
                  <a:pt x="575588" y="39230"/>
                </a:lnTo>
                <a:lnTo>
                  <a:pt x="574953" y="39183"/>
                </a:lnTo>
                <a:lnTo>
                  <a:pt x="574313" y="39167"/>
                </a:lnTo>
                <a:lnTo>
                  <a:pt x="573335" y="39199"/>
                </a:lnTo>
                <a:lnTo>
                  <a:pt x="572374" y="39295"/>
                </a:lnTo>
                <a:lnTo>
                  <a:pt x="571431" y="39454"/>
                </a:lnTo>
                <a:lnTo>
                  <a:pt x="570505" y="39677"/>
                </a:lnTo>
                <a:lnTo>
                  <a:pt x="569596" y="39964"/>
                </a:lnTo>
                <a:lnTo>
                  <a:pt x="568705" y="40315"/>
                </a:lnTo>
                <a:lnTo>
                  <a:pt x="567831" y="40730"/>
                </a:lnTo>
                <a:lnTo>
                  <a:pt x="566974" y="41208"/>
                </a:lnTo>
                <a:lnTo>
                  <a:pt x="566135" y="41751"/>
                </a:lnTo>
                <a:lnTo>
                  <a:pt x="565313" y="42357"/>
                </a:lnTo>
                <a:lnTo>
                  <a:pt x="564508" y="43027"/>
                </a:lnTo>
                <a:lnTo>
                  <a:pt x="563721" y="43760"/>
                </a:lnTo>
                <a:lnTo>
                  <a:pt x="562969" y="44551"/>
                </a:lnTo>
                <a:lnTo>
                  <a:pt x="562271" y="45391"/>
                </a:lnTo>
                <a:lnTo>
                  <a:pt x="561628" y="46282"/>
                </a:lnTo>
                <a:lnTo>
                  <a:pt x="561038" y="47222"/>
                </a:lnTo>
                <a:lnTo>
                  <a:pt x="560502" y="48212"/>
                </a:lnTo>
                <a:lnTo>
                  <a:pt x="560020" y="49253"/>
                </a:lnTo>
                <a:lnTo>
                  <a:pt x="559593" y="50343"/>
                </a:lnTo>
                <a:lnTo>
                  <a:pt x="559219" y="51483"/>
                </a:lnTo>
                <a:lnTo>
                  <a:pt x="558899" y="52673"/>
                </a:lnTo>
                <a:lnTo>
                  <a:pt x="558633" y="53913"/>
                </a:lnTo>
                <a:lnTo>
                  <a:pt x="558422" y="55203"/>
                </a:lnTo>
                <a:lnTo>
                  <a:pt x="558264" y="56543"/>
                </a:lnTo>
                <a:close/>
                <a:moveTo>
                  <a:pt x="623081" y="60673"/>
                </a:moveTo>
                <a:lnTo>
                  <a:pt x="623119" y="63046"/>
                </a:lnTo>
                <a:lnTo>
                  <a:pt x="623257" y="65331"/>
                </a:lnTo>
                <a:lnTo>
                  <a:pt x="623496" y="67530"/>
                </a:lnTo>
                <a:lnTo>
                  <a:pt x="623834" y="69641"/>
                </a:lnTo>
                <a:lnTo>
                  <a:pt x="624272" y="71666"/>
                </a:lnTo>
                <a:lnTo>
                  <a:pt x="624811" y="73605"/>
                </a:lnTo>
                <a:lnTo>
                  <a:pt x="625449" y="75456"/>
                </a:lnTo>
                <a:lnTo>
                  <a:pt x="626188" y="77220"/>
                </a:lnTo>
                <a:lnTo>
                  <a:pt x="627026" y="78898"/>
                </a:lnTo>
                <a:lnTo>
                  <a:pt x="627965" y="80489"/>
                </a:lnTo>
                <a:lnTo>
                  <a:pt x="629004" y="81993"/>
                </a:lnTo>
                <a:lnTo>
                  <a:pt x="630143" y="83410"/>
                </a:lnTo>
                <a:lnTo>
                  <a:pt x="631349" y="84726"/>
                </a:lnTo>
                <a:lnTo>
                  <a:pt x="632590" y="85928"/>
                </a:lnTo>
                <a:lnTo>
                  <a:pt x="633865" y="87015"/>
                </a:lnTo>
                <a:lnTo>
                  <a:pt x="635175" y="87988"/>
                </a:lnTo>
                <a:lnTo>
                  <a:pt x="636520" y="88847"/>
                </a:lnTo>
                <a:lnTo>
                  <a:pt x="637900" y="89591"/>
                </a:lnTo>
                <a:lnTo>
                  <a:pt x="639314" y="90220"/>
                </a:lnTo>
                <a:lnTo>
                  <a:pt x="640763" y="90735"/>
                </a:lnTo>
                <a:lnTo>
                  <a:pt x="642246" y="91136"/>
                </a:lnTo>
                <a:lnTo>
                  <a:pt x="643764" y="91422"/>
                </a:lnTo>
                <a:lnTo>
                  <a:pt x="645317" y="91594"/>
                </a:lnTo>
                <a:lnTo>
                  <a:pt x="646905" y="91651"/>
                </a:lnTo>
                <a:lnTo>
                  <a:pt x="647963" y="91626"/>
                </a:lnTo>
                <a:lnTo>
                  <a:pt x="648998" y="91553"/>
                </a:lnTo>
                <a:lnTo>
                  <a:pt x="650010" y="91431"/>
                </a:lnTo>
                <a:lnTo>
                  <a:pt x="650999" y="91259"/>
                </a:lnTo>
                <a:lnTo>
                  <a:pt x="651964" y="91039"/>
                </a:lnTo>
                <a:lnTo>
                  <a:pt x="652906" y="90770"/>
                </a:lnTo>
                <a:lnTo>
                  <a:pt x="653824" y="90451"/>
                </a:lnTo>
                <a:lnTo>
                  <a:pt x="654720" y="90084"/>
                </a:lnTo>
                <a:lnTo>
                  <a:pt x="655592" y="89668"/>
                </a:lnTo>
                <a:lnTo>
                  <a:pt x="656440" y="89203"/>
                </a:lnTo>
                <a:lnTo>
                  <a:pt x="657266" y="88689"/>
                </a:lnTo>
                <a:lnTo>
                  <a:pt x="658068" y="88126"/>
                </a:lnTo>
                <a:lnTo>
                  <a:pt x="658848" y="87503"/>
                </a:lnTo>
                <a:lnTo>
                  <a:pt x="659607" y="86811"/>
                </a:lnTo>
                <a:lnTo>
                  <a:pt x="660344" y="86050"/>
                </a:lnTo>
                <a:lnTo>
                  <a:pt x="661060" y="85218"/>
                </a:lnTo>
                <a:lnTo>
                  <a:pt x="661755" y="84317"/>
                </a:lnTo>
                <a:lnTo>
                  <a:pt x="662428" y="83346"/>
                </a:lnTo>
                <a:lnTo>
                  <a:pt x="663080" y="82305"/>
                </a:lnTo>
                <a:lnTo>
                  <a:pt x="663711" y="81194"/>
                </a:lnTo>
                <a:lnTo>
                  <a:pt x="664321" y="80014"/>
                </a:lnTo>
                <a:lnTo>
                  <a:pt x="664909" y="78764"/>
                </a:lnTo>
                <a:lnTo>
                  <a:pt x="665476" y="77445"/>
                </a:lnTo>
                <a:lnTo>
                  <a:pt x="666021" y="76055"/>
                </a:lnTo>
                <a:lnTo>
                  <a:pt x="668233" y="77480"/>
                </a:lnTo>
                <a:lnTo>
                  <a:pt x="667943" y="79093"/>
                </a:lnTo>
                <a:lnTo>
                  <a:pt x="667575" y="80683"/>
                </a:lnTo>
                <a:lnTo>
                  <a:pt x="667127" y="82249"/>
                </a:lnTo>
                <a:lnTo>
                  <a:pt x="666600" y="83790"/>
                </a:lnTo>
                <a:lnTo>
                  <a:pt x="665994" y="85307"/>
                </a:lnTo>
                <a:lnTo>
                  <a:pt x="665308" y="86799"/>
                </a:lnTo>
                <a:lnTo>
                  <a:pt x="664543" y="88268"/>
                </a:lnTo>
                <a:lnTo>
                  <a:pt x="663699" y="89712"/>
                </a:lnTo>
                <a:lnTo>
                  <a:pt x="662776" y="91132"/>
                </a:lnTo>
                <a:lnTo>
                  <a:pt x="661773" y="92528"/>
                </a:lnTo>
                <a:lnTo>
                  <a:pt x="660691" y="93900"/>
                </a:lnTo>
                <a:lnTo>
                  <a:pt x="659530" y="95247"/>
                </a:lnTo>
                <a:lnTo>
                  <a:pt x="658304" y="96527"/>
                </a:lnTo>
                <a:lnTo>
                  <a:pt x="657028" y="97695"/>
                </a:lnTo>
                <a:lnTo>
                  <a:pt x="655701" y="98752"/>
                </a:lnTo>
                <a:lnTo>
                  <a:pt x="654323" y="99698"/>
                </a:lnTo>
                <a:lnTo>
                  <a:pt x="652895" y="100532"/>
                </a:lnTo>
                <a:lnTo>
                  <a:pt x="651417" y="101256"/>
                </a:lnTo>
                <a:lnTo>
                  <a:pt x="649887" y="101868"/>
                </a:lnTo>
                <a:lnTo>
                  <a:pt x="648308" y="102368"/>
                </a:lnTo>
                <a:lnTo>
                  <a:pt x="646678" y="102758"/>
                </a:lnTo>
                <a:lnTo>
                  <a:pt x="644997" y="103036"/>
                </a:lnTo>
                <a:lnTo>
                  <a:pt x="643266" y="103203"/>
                </a:lnTo>
                <a:lnTo>
                  <a:pt x="641484" y="103259"/>
                </a:lnTo>
                <a:lnTo>
                  <a:pt x="639546" y="103195"/>
                </a:lnTo>
                <a:lnTo>
                  <a:pt x="637655" y="103005"/>
                </a:lnTo>
                <a:lnTo>
                  <a:pt x="635811" y="102688"/>
                </a:lnTo>
                <a:lnTo>
                  <a:pt x="634014" y="102244"/>
                </a:lnTo>
                <a:lnTo>
                  <a:pt x="632264" y="101673"/>
                </a:lnTo>
                <a:lnTo>
                  <a:pt x="630562" y="100976"/>
                </a:lnTo>
                <a:lnTo>
                  <a:pt x="628906" y="100152"/>
                </a:lnTo>
                <a:lnTo>
                  <a:pt x="627297" y="99200"/>
                </a:lnTo>
                <a:lnTo>
                  <a:pt x="625736" y="98122"/>
                </a:lnTo>
                <a:lnTo>
                  <a:pt x="624221" y="96918"/>
                </a:lnTo>
                <a:lnTo>
                  <a:pt x="622754" y="95586"/>
                </a:lnTo>
                <a:lnTo>
                  <a:pt x="621333" y="94128"/>
                </a:lnTo>
                <a:lnTo>
                  <a:pt x="619995" y="92562"/>
                </a:lnTo>
                <a:lnTo>
                  <a:pt x="618772" y="90909"/>
                </a:lnTo>
                <a:lnTo>
                  <a:pt x="617667" y="89168"/>
                </a:lnTo>
                <a:lnTo>
                  <a:pt x="616677" y="87340"/>
                </a:lnTo>
                <a:lnTo>
                  <a:pt x="615804" y="85425"/>
                </a:lnTo>
                <a:lnTo>
                  <a:pt x="615047" y="83422"/>
                </a:lnTo>
                <a:lnTo>
                  <a:pt x="614407" y="81333"/>
                </a:lnTo>
                <a:lnTo>
                  <a:pt x="613883" y="79155"/>
                </a:lnTo>
                <a:lnTo>
                  <a:pt x="613476" y="76891"/>
                </a:lnTo>
                <a:lnTo>
                  <a:pt x="613185" y="74539"/>
                </a:lnTo>
                <a:lnTo>
                  <a:pt x="613010" y="72099"/>
                </a:lnTo>
                <a:lnTo>
                  <a:pt x="612952" y="69573"/>
                </a:lnTo>
                <a:lnTo>
                  <a:pt x="613012" y="66841"/>
                </a:lnTo>
                <a:lnTo>
                  <a:pt x="613191" y="64210"/>
                </a:lnTo>
                <a:lnTo>
                  <a:pt x="613489" y="61683"/>
                </a:lnTo>
                <a:lnTo>
                  <a:pt x="613907" y="59257"/>
                </a:lnTo>
                <a:lnTo>
                  <a:pt x="614444" y="56933"/>
                </a:lnTo>
                <a:lnTo>
                  <a:pt x="615101" y="54712"/>
                </a:lnTo>
                <a:lnTo>
                  <a:pt x="615877" y="52593"/>
                </a:lnTo>
                <a:lnTo>
                  <a:pt x="616772" y="50576"/>
                </a:lnTo>
                <a:lnTo>
                  <a:pt x="617787" y="48661"/>
                </a:lnTo>
                <a:lnTo>
                  <a:pt x="618921" y="46848"/>
                </a:lnTo>
                <a:lnTo>
                  <a:pt x="620174" y="45137"/>
                </a:lnTo>
                <a:lnTo>
                  <a:pt x="621547" y="43529"/>
                </a:lnTo>
                <a:lnTo>
                  <a:pt x="623010" y="42036"/>
                </a:lnTo>
                <a:lnTo>
                  <a:pt x="624534" y="40673"/>
                </a:lnTo>
                <a:lnTo>
                  <a:pt x="626119" y="39440"/>
                </a:lnTo>
                <a:lnTo>
                  <a:pt x="627765" y="38336"/>
                </a:lnTo>
                <a:lnTo>
                  <a:pt x="629472" y="37363"/>
                </a:lnTo>
                <a:lnTo>
                  <a:pt x="631239" y="36519"/>
                </a:lnTo>
                <a:lnTo>
                  <a:pt x="633068" y="35805"/>
                </a:lnTo>
                <a:lnTo>
                  <a:pt x="634957" y="35221"/>
                </a:lnTo>
                <a:lnTo>
                  <a:pt x="636908" y="34766"/>
                </a:lnTo>
                <a:lnTo>
                  <a:pt x="638919" y="34442"/>
                </a:lnTo>
                <a:lnTo>
                  <a:pt x="640991" y="34247"/>
                </a:lnTo>
                <a:lnTo>
                  <a:pt x="643125" y="34182"/>
                </a:lnTo>
                <a:lnTo>
                  <a:pt x="644928" y="34232"/>
                </a:lnTo>
                <a:lnTo>
                  <a:pt x="646677" y="34382"/>
                </a:lnTo>
                <a:lnTo>
                  <a:pt x="648372" y="34633"/>
                </a:lnTo>
                <a:lnTo>
                  <a:pt x="650012" y="34983"/>
                </a:lnTo>
                <a:lnTo>
                  <a:pt x="651597" y="35434"/>
                </a:lnTo>
                <a:lnTo>
                  <a:pt x="653128" y="35985"/>
                </a:lnTo>
                <a:lnTo>
                  <a:pt x="654605" y="36636"/>
                </a:lnTo>
                <a:lnTo>
                  <a:pt x="656027" y="37387"/>
                </a:lnTo>
                <a:lnTo>
                  <a:pt x="657395" y="38238"/>
                </a:lnTo>
                <a:lnTo>
                  <a:pt x="658708" y="39189"/>
                </a:lnTo>
                <a:lnTo>
                  <a:pt x="659967" y="40241"/>
                </a:lnTo>
                <a:lnTo>
                  <a:pt x="661171" y="41392"/>
                </a:lnTo>
                <a:lnTo>
                  <a:pt x="662299" y="42628"/>
                </a:lnTo>
                <a:lnTo>
                  <a:pt x="663329" y="43930"/>
                </a:lnTo>
                <a:lnTo>
                  <a:pt x="664260" y="45301"/>
                </a:lnTo>
                <a:lnTo>
                  <a:pt x="665094" y="46738"/>
                </a:lnTo>
                <a:lnTo>
                  <a:pt x="665830" y="48244"/>
                </a:lnTo>
                <a:lnTo>
                  <a:pt x="666467" y="49817"/>
                </a:lnTo>
                <a:lnTo>
                  <a:pt x="667007" y="51457"/>
                </a:lnTo>
                <a:lnTo>
                  <a:pt x="667448" y="53165"/>
                </a:lnTo>
                <a:lnTo>
                  <a:pt x="667791" y="54941"/>
                </a:lnTo>
                <a:lnTo>
                  <a:pt x="668036" y="56784"/>
                </a:lnTo>
                <a:lnTo>
                  <a:pt x="668183" y="58695"/>
                </a:lnTo>
                <a:lnTo>
                  <a:pt x="668233" y="60673"/>
                </a:lnTo>
                <a:lnTo>
                  <a:pt x="623081" y="60673"/>
                </a:lnTo>
                <a:moveTo>
                  <a:pt x="623081" y="56543"/>
                </a:moveTo>
                <a:lnTo>
                  <a:pt x="653325" y="56543"/>
                </a:lnTo>
                <a:lnTo>
                  <a:pt x="653260" y="55524"/>
                </a:lnTo>
                <a:lnTo>
                  <a:pt x="653184" y="54557"/>
                </a:lnTo>
                <a:lnTo>
                  <a:pt x="653097" y="53641"/>
                </a:lnTo>
                <a:lnTo>
                  <a:pt x="653000" y="52777"/>
                </a:lnTo>
                <a:lnTo>
                  <a:pt x="652891" y="51964"/>
                </a:lnTo>
                <a:lnTo>
                  <a:pt x="652772" y="51202"/>
                </a:lnTo>
                <a:lnTo>
                  <a:pt x="652642" y="50492"/>
                </a:lnTo>
                <a:lnTo>
                  <a:pt x="652500" y="49833"/>
                </a:lnTo>
                <a:lnTo>
                  <a:pt x="652348" y="49226"/>
                </a:lnTo>
                <a:lnTo>
                  <a:pt x="652185" y="48670"/>
                </a:lnTo>
                <a:lnTo>
                  <a:pt x="652011" y="48166"/>
                </a:lnTo>
                <a:lnTo>
                  <a:pt x="651827" y="47713"/>
                </a:lnTo>
                <a:lnTo>
                  <a:pt x="651517" y="47060"/>
                </a:lnTo>
                <a:lnTo>
                  <a:pt x="651184" y="46431"/>
                </a:lnTo>
                <a:lnTo>
                  <a:pt x="650826" y="45825"/>
                </a:lnTo>
                <a:lnTo>
                  <a:pt x="650444" y="45244"/>
                </a:lnTo>
                <a:lnTo>
                  <a:pt x="650037" y="44686"/>
                </a:lnTo>
                <a:lnTo>
                  <a:pt x="649607" y="44152"/>
                </a:lnTo>
                <a:lnTo>
                  <a:pt x="649152" y="43642"/>
                </a:lnTo>
                <a:lnTo>
                  <a:pt x="648672" y="43155"/>
                </a:lnTo>
                <a:lnTo>
                  <a:pt x="648169" y="42692"/>
                </a:lnTo>
                <a:lnTo>
                  <a:pt x="647641" y="42253"/>
                </a:lnTo>
                <a:lnTo>
                  <a:pt x="647089" y="41838"/>
                </a:lnTo>
                <a:lnTo>
                  <a:pt x="646513" y="41446"/>
                </a:lnTo>
                <a:lnTo>
                  <a:pt x="645922" y="41082"/>
                </a:lnTo>
                <a:lnTo>
                  <a:pt x="645327" y="40750"/>
                </a:lnTo>
                <a:lnTo>
                  <a:pt x="644727" y="40449"/>
                </a:lnTo>
                <a:lnTo>
                  <a:pt x="644123" y="40180"/>
                </a:lnTo>
                <a:lnTo>
                  <a:pt x="643515" y="39942"/>
                </a:lnTo>
                <a:lnTo>
                  <a:pt x="642902" y="39737"/>
                </a:lnTo>
                <a:lnTo>
                  <a:pt x="642284" y="39563"/>
                </a:lnTo>
                <a:lnTo>
                  <a:pt x="641662" y="39420"/>
                </a:lnTo>
                <a:lnTo>
                  <a:pt x="641036" y="39309"/>
                </a:lnTo>
                <a:lnTo>
                  <a:pt x="640405" y="39230"/>
                </a:lnTo>
                <a:lnTo>
                  <a:pt x="639770" y="39183"/>
                </a:lnTo>
                <a:lnTo>
                  <a:pt x="639130" y="39167"/>
                </a:lnTo>
                <a:lnTo>
                  <a:pt x="638152" y="39199"/>
                </a:lnTo>
                <a:lnTo>
                  <a:pt x="637191" y="39295"/>
                </a:lnTo>
                <a:lnTo>
                  <a:pt x="636248" y="39454"/>
                </a:lnTo>
                <a:lnTo>
                  <a:pt x="635322" y="39677"/>
                </a:lnTo>
                <a:lnTo>
                  <a:pt x="634413" y="39964"/>
                </a:lnTo>
                <a:lnTo>
                  <a:pt x="633522" y="40315"/>
                </a:lnTo>
                <a:lnTo>
                  <a:pt x="632648" y="40730"/>
                </a:lnTo>
                <a:lnTo>
                  <a:pt x="631791" y="41208"/>
                </a:lnTo>
                <a:lnTo>
                  <a:pt x="630952" y="41751"/>
                </a:lnTo>
                <a:lnTo>
                  <a:pt x="630130" y="42357"/>
                </a:lnTo>
                <a:lnTo>
                  <a:pt x="629325" y="43027"/>
                </a:lnTo>
                <a:lnTo>
                  <a:pt x="628538" y="43760"/>
                </a:lnTo>
                <a:lnTo>
                  <a:pt x="627786" y="44551"/>
                </a:lnTo>
                <a:lnTo>
                  <a:pt x="627088" y="45391"/>
                </a:lnTo>
                <a:lnTo>
                  <a:pt x="626445" y="46282"/>
                </a:lnTo>
                <a:lnTo>
                  <a:pt x="625855" y="47222"/>
                </a:lnTo>
                <a:lnTo>
                  <a:pt x="625319" y="48212"/>
                </a:lnTo>
                <a:lnTo>
                  <a:pt x="624837" y="49253"/>
                </a:lnTo>
                <a:lnTo>
                  <a:pt x="624410" y="50343"/>
                </a:lnTo>
                <a:lnTo>
                  <a:pt x="624036" y="51483"/>
                </a:lnTo>
                <a:lnTo>
                  <a:pt x="623716" y="52673"/>
                </a:lnTo>
                <a:lnTo>
                  <a:pt x="623450" y="53913"/>
                </a:lnTo>
                <a:lnTo>
                  <a:pt x="623239" y="55203"/>
                </a:lnTo>
                <a:lnTo>
                  <a:pt x="623081" y="56543"/>
                </a:lnTo>
                <a:close/>
                <a:moveTo>
                  <a:pt x="699382" y="0"/>
                </a:moveTo>
                <a:lnTo>
                  <a:pt x="699382" y="86461"/>
                </a:lnTo>
                <a:lnTo>
                  <a:pt x="699388" y="87453"/>
                </a:lnTo>
                <a:lnTo>
                  <a:pt x="699407" y="88387"/>
                </a:lnTo>
                <a:lnTo>
                  <a:pt x="699438" y="89263"/>
                </a:lnTo>
                <a:lnTo>
                  <a:pt x="699481" y="90083"/>
                </a:lnTo>
                <a:lnTo>
                  <a:pt x="699537" y="90845"/>
                </a:lnTo>
                <a:lnTo>
                  <a:pt x="699605" y="91550"/>
                </a:lnTo>
                <a:lnTo>
                  <a:pt x="699685" y="92197"/>
                </a:lnTo>
                <a:lnTo>
                  <a:pt x="699778" y="92787"/>
                </a:lnTo>
                <a:lnTo>
                  <a:pt x="699883" y="93320"/>
                </a:lnTo>
                <a:lnTo>
                  <a:pt x="700001" y="93796"/>
                </a:lnTo>
                <a:lnTo>
                  <a:pt x="700131" y="94214"/>
                </a:lnTo>
                <a:lnTo>
                  <a:pt x="700274" y="94575"/>
                </a:lnTo>
                <a:lnTo>
                  <a:pt x="700429" y="94900"/>
                </a:lnTo>
                <a:lnTo>
                  <a:pt x="700598" y="95212"/>
                </a:lnTo>
                <a:lnTo>
                  <a:pt x="700780" y="95511"/>
                </a:lnTo>
                <a:lnTo>
                  <a:pt x="700975" y="95796"/>
                </a:lnTo>
                <a:lnTo>
                  <a:pt x="701184" y="96068"/>
                </a:lnTo>
                <a:lnTo>
                  <a:pt x="701406" y="96327"/>
                </a:lnTo>
                <a:lnTo>
                  <a:pt x="701641" y="96572"/>
                </a:lnTo>
                <a:lnTo>
                  <a:pt x="701890" y="96804"/>
                </a:lnTo>
                <a:lnTo>
                  <a:pt x="702153" y="97023"/>
                </a:lnTo>
                <a:lnTo>
                  <a:pt x="702428" y="97229"/>
                </a:lnTo>
                <a:lnTo>
                  <a:pt x="702717" y="97421"/>
                </a:lnTo>
                <a:lnTo>
                  <a:pt x="703020" y="97599"/>
                </a:lnTo>
                <a:lnTo>
                  <a:pt x="703351" y="97764"/>
                </a:lnTo>
                <a:lnTo>
                  <a:pt x="703727" y="97914"/>
                </a:lnTo>
                <a:lnTo>
                  <a:pt x="704148" y="98050"/>
                </a:lnTo>
                <a:lnTo>
                  <a:pt x="704613" y="98172"/>
                </a:lnTo>
                <a:lnTo>
                  <a:pt x="705122" y="98279"/>
                </a:lnTo>
                <a:lnTo>
                  <a:pt x="705677" y="98372"/>
                </a:lnTo>
                <a:lnTo>
                  <a:pt x="706276" y="98451"/>
                </a:lnTo>
                <a:lnTo>
                  <a:pt x="706919" y="98515"/>
                </a:lnTo>
                <a:lnTo>
                  <a:pt x="707607" y="98565"/>
                </a:lnTo>
                <a:lnTo>
                  <a:pt x="708340" y="98601"/>
                </a:lnTo>
                <a:lnTo>
                  <a:pt x="709117" y="98623"/>
                </a:lnTo>
                <a:lnTo>
                  <a:pt x="709939" y="98630"/>
                </a:lnTo>
                <a:lnTo>
                  <a:pt x="709939" y="101265"/>
                </a:lnTo>
                <a:lnTo>
                  <a:pt x="677912" y="101265"/>
                </a:lnTo>
                <a:lnTo>
                  <a:pt x="677912" y="98630"/>
                </a:lnTo>
                <a:lnTo>
                  <a:pt x="678641" y="98623"/>
                </a:lnTo>
                <a:lnTo>
                  <a:pt x="679330" y="98604"/>
                </a:lnTo>
                <a:lnTo>
                  <a:pt x="679980" y="98572"/>
                </a:lnTo>
                <a:lnTo>
                  <a:pt x="680591" y="98527"/>
                </a:lnTo>
                <a:lnTo>
                  <a:pt x="681161" y="98469"/>
                </a:lnTo>
                <a:lnTo>
                  <a:pt x="681692" y="98399"/>
                </a:lnTo>
                <a:lnTo>
                  <a:pt x="682184" y="98315"/>
                </a:lnTo>
                <a:lnTo>
                  <a:pt x="682635" y="98219"/>
                </a:lnTo>
                <a:lnTo>
                  <a:pt x="683047" y="98110"/>
                </a:lnTo>
                <a:lnTo>
                  <a:pt x="683420" y="97988"/>
                </a:lnTo>
                <a:lnTo>
                  <a:pt x="683753" y="97854"/>
                </a:lnTo>
                <a:lnTo>
                  <a:pt x="684046" y="97706"/>
                </a:lnTo>
                <a:lnTo>
                  <a:pt x="684315" y="97543"/>
                </a:lnTo>
                <a:lnTo>
                  <a:pt x="684573" y="97364"/>
                </a:lnTo>
                <a:lnTo>
                  <a:pt x="684822" y="97168"/>
                </a:lnTo>
                <a:lnTo>
                  <a:pt x="685061" y="96955"/>
                </a:lnTo>
                <a:lnTo>
                  <a:pt x="685289" y="96725"/>
                </a:lnTo>
                <a:lnTo>
                  <a:pt x="685508" y="96478"/>
                </a:lnTo>
                <a:lnTo>
                  <a:pt x="685717" y="96215"/>
                </a:lnTo>
                <a:lnTo>
                  <a:pt x="685917" y="95935"/>
                </a:lnTo>
                <a:lnTo>
                  <a:pt x="686106" y="95638"/>
                </a:lnTo>
                <a:lnTo>
                  <a:pt x="686285" y="95324"/>
                </a:lnTo>
                <a:lnTo>
                  <a:pt x="686454" y="94994"/>
                </a:lnTo>
                <a:lnTo>
                  <a:pt x="686614" y="94646"/>
                </a:lnTo>
                <a:lnTo>
                  <a:pt x="686762" y="94263"/>
                </a:lnTo>
                <a:lnTo>
                  <a:pt x="686897" y="93825"/>
                </a:lnTo>
                <a:lnTo>
                  <a:pt x="687020" y="93334"/>
                </a:lnTo>
                <a:lnTo>
                  <a:pt x="687129" y="92787"/>
                </a:lnTo>
                <a:lnTo>
                  <a:pt x="687226" y="92187"/>
                </a:lnTo>
                <a:lnTo>
                  <a:pt x="687309" y="91532"/>
                </a:lnTo>
                <a:lnTo>
                  <a:pt x="687380" y="90823"/>
                </a:lnTo>
                <a:lnTo>
                  <a:pt x="687438" y="90059"/>
                </a:lnTo>
                <a:lnTo>
                  <a:pt x="687483" y="89241"/>
                </a:lnTo>
                <a:lnTo>
                  <a:pt x="687515" y="88369"/>
                </a:lnTo>
                <a:lnTo>
                  <a:pt x="687535" y="87442"/>
                </a:lnTo>
                <a:lnTo>
                  <a:pt x="687541" y="86461"/>
                </a:lnTo>
                <a:lnTo>
                  <a:pt x="687541" y="27254"/>
                </a:lnTo>
                <a:lnTo>
                  <a:pt x="687538" y="25475"/>
                </a:lnTo>
                <a:lnTo>
                  <a:pt x="687527" y="23814"/>
                </a:lnTo>
                <a:lnTo>
                  <a:pt x="687510" y="22271"/>
                </a:lnTo>
                <a:lnTo>
                  <a:pt x="687486" y="20847"/>
                </a:lnTo>
                <a:lnTo>
                  <a:pt x="687455" y="19540"/>
                </a:lnTo>
                <a:lnTo>
                  <a:pt x="687416" y="18351"/>
                </a:lnTo>
                <a:lnTo>
                  <a:pt x="687371" y="17281"/>
                </a:lnTo>
                <a:lnTo>
                  <a:pt x="687319" y="16328"/>
                </a:lnTo>
                <a:lnTo>
                  <a:pt x="687260" y="15494"/>
                </a:lnTo>
                <a:lnTo>
                  <a:pt x="687195" y="14778"/>
                </a:lnTo>
                <a:lnTo>
                  <a:pt x="687122" y="14180"/>
                </a:lnTo>
                <a:lnTo>
                  <a:pt x="687042" y="13700"/>
                </a:lnTo>
                <a:lnTo>
                  <a:pt x="686955" y="13289"/>
                </a:lnTo>
                <a:lnTo>
                  <a:pt x="686859" y="12901"/>
                </a:lnTo>
                <a:lnTo>
                  <a:pt x="686754" y="12536"/>
                </a:lnTo>
                <a:lnTo>
                  <a:pt x="686642" y="12192"/>
                </a:lnTo>
                <a:lnTo>
                  <a:pt x="686521" y="11871"/>
                </a:lnTo>
                <a:lnTo>
                  <a:pt x="686391" y="11573"/>
                </a:lnTo>
                <a:lnTo>
                  <a:pt x="686253" y="11296"/>
                </a:lnTo>
                <a:lnTo>
                  <a:pt x="686107" y="11042"/>
                </a:lnTo>
                <a:lnTo>
                  <a:pt x="685952" y="10810"/>
                </a:lnTo>
                <a:lnTo>
                  <a:pt x="685789" y="10600"/>
                </a:lnTo>
                <a:lnTo>
                  <a:pt x="685617" y="10413"/>
                </a:lnTo>
                <a:lnTo>
                  <a:pt x="685437" y="10248"/>
                </a:lnTo>
                <a:lnTo>
                  <a:pt x="685249" y="10100"/>
                </a:lnTo>
                <a:lnTo>
                  <a:pt x="685052" y="9965"/>
                </a:lnTo>
                <a:lnTo>
                  <a:pt x="684846" y="9843"/>
                </a:lnTo>
                <a:lnTo>
                  <a:pt x="684633" y="9734"/>
                </a:lnTo>
                <a:lnTo>
                  <a:pt x="684410" y="9637"/>
                </a:lnTo>
                <a:lnTo>
                  <a:pt x="684180" y="9554"/>
                </a:lnTo>
                <a:lnTo>
                  <a:pt x="683941" y="9483"/>
                </a:lnTo>
                <a:lnTo>
                  <a:pt x="683693" y="9425"/>
                </a:lnTo>
                <a:lnTo>
                  <a:pt x="683438" y="9380"/>
                </a:lnTo>
                <a:lnTo>
                  <a:pt x="683173" y="9348"/>
                </a:lnTo>
                <a:lnTo>
                  <a:pt x="682901" y="9329"/>
                </a:lnTo>
                <a:lnTo>
                  <a:pt x="682620" y="9322"/>
                </a:lnTo>
                <a:lnTo>
                  <a:pt x="682303" y="9330"/>
                </a:lnTo>
                <a:lnTo>
                  <a:pt x="681974" y="9354"/>
                </a:lnTo>
                <a:lnTo>
                  <a:pt x="681630" y="9393"/>
                </a:lnTo>
                <a:lnTo>
                  <a:pt x="681272" y="9449"/>
                </a:lnTo>
                <a:lnTo>
                  <a:pt x="680901" y="9520"/>
                </a:lnTo>
                <a:lnTo>
                  <a:pt x="680515" y="9607"/>
                </a:lnTo>
                <a:lnTo>
                  <a:pt x="680116" y="9710"/>
                </a:lnTo>
                <a:lnTo>
                  <a:pt x="679703" y="9829"/>
                </a:lnTo>
                <a:lnTo>
                  <a:pt x="679276" y="9963"/>
                </a:lnTo>
                <a:lnTo>
                  <a:pt x="678835" y="10113"/>
                </a:lnTo>
                <a:lnTo>
                  <a:pt x="678380" y="10280"/>
                </a:lnTo>
                <a:lnTo>
                  <a:pt x="677912" y="10462"/>
                </a:lnTo>
                <a:lnTo>
                  <a:pt x="676699" y="7969"/>
                </a:lnTo>
                <a:lnTo>
                  <a:pt x="696172" y="0"/>
                </a:lnTo>
                <a:lnTo>
                  <a:pt x="699382" y="0"/>
                </a:lnTo>
                <a:close/>
                <a:moveTo>
                  <a:pt x="733706" y="0"/>
                </a:moveTo>
                <a:lnTo>
                  <a:pt x="734199" y="15"/>
                </a:lnTo>
                <a:lnTo>
                  <a:pt x="734680" y="59"/>
                </a:lnTo>
                <a:lnTo>
                  <a:pt x="735148" y="132"/>
                </a:lnTo>
                <a:lnTo>
                  <a:pt x="735604" y="235"/>
                </a:lnTo>
                <a:lnTo>
                  <a:pt x="736047" y="367"/>
                </a:lnTo>
                <a:lnTo>
                  <a:pt x="736479" y="528"/>
                </a:lnTo>
                <a:lnTo>
                  <a:pt x="736897" y="719"/>
                </a:lnTo>
                <a:lnTo>
                  <a:pt x="737304" y="939"/>
                </a:lnTo>
                <a:lnTo>
                  <a:pt x="737698" y="1188"/>
                </a:lnTo>
                <a:lnTo>
                  <a:pt x="738080" y="1467"/>
                </a:lnTo>
                <a:lnTo>
                  <a:pt x="738449" y="1775"/>
                </a:lnTo>
                <a:lnTo>
                  <a:pt x="738806" y="2112"/>
                </a:lnTo>
                <a:lnTo>
                  <a:pt x="739142" y="2470"/>
                </a:lnTo>
                <a:lnTo>
                  <a:pt x="739449" y="2840"/>
                </a:lnTo>
                <a:lnTo>
                  <a:pt x="739726" y="3223"/>
                </a:lnTo>
                <a:lnTo>
                  <a:pt x="739975" y="3618"/>
                </a:lnTo>
                <a:lnTo>
                  <a:pt x="740194" y="4026"/>
                </a:lnTo>
                <a:lnTo>
                  <a:pt x="740384" y="4446"/>
                </a:lnTo>
                <a:lnTo>
                  <a:pt x="740545" y="4878"/>
                </a:lnTo>
                <a:lnTo>
                  <a:pt x="740676" y="5323"/>
                </a:lnTo>
                <a:lnTo>
                  <a:pt x="740778" y="5781"/>
                </a:lnTo>
                <a:lnTo>
                  <a:pt x="740852" y="6251"/>
                </a:lnTo>
                <a:lnTo>
                  <a:pt x="740895" y="6733"/>
                </a:lnTo>
                <a:lnTo>
                  <a:pt x="740910" y="7228"/>
                </a:lnTo>
                <a:lnTo>
                  <a:pt x="740895" y="7723"/>
                </a:lnTo>
                <a:lnTo>
                  <a:pt x="740852" y="8206"/>
                </a:lnTo>
                <a:lnTo>
                  <a:pt x="740778" y="8678"/>
                </a:lnTo>
                <a:lnTo>
                  <a:pt x="740676" y="9137"/>
                </a:lnTo>
                <a:lnTo>
                  <a:pt x="740545" y="9584"/>
                </a:lnTo>
                <a:lnTo>
                  <a:pt x="740384" y="10020"/>
                </a:lnTo>
                <a:lnTo>
                  <a:pt x="740194" y="10443"/>
                </a:lnTo>
                <a:lnTo>
                  <a:pt x="739975" y="10855"/>
                </a:lnTo>
                <a:lnTo>
                  <a:pt x="739726" y="11255"/>
                </a:lnTo>
                <a:lnTo>
                  <a:pt x="739449" y="11642"/>
                </a:lnTo>
                <a:lnTo>
                  <a:pt x="739142" y="12018"/>
                </a:lnTo>
                <a:lnTo>
                  <a:pt x="738806" y="12382"/>
                </a:lnTo>
                <a:lnTo>
                  <a:pt x="738449" y="12725"/>
                </a:lnTo>
                <a:lnTo>
                  <a:pt x="738080" y="13038"/>
                </a:lnTo>
                <a:lnTo>
                  <a:pt x="737698" y="13321"/>
                </a:lnTo>
                <a:lnTo>
                  <a:pt x="737304" y="13574"/>
                </a:lnTo>
                <a:lnTo>
                  <a:pt x="736897" y="13797"/>
                </a:lnTo>
                <a:lnTo>
                  <a:pt x="736479" y="13991"/>
                </a:lnTo>
                <a:lnTo>
                  <a:pt x="736047" y="14155"/>
                </a:lnTo>
                <a:lnTo>
                  <a:pt x="735604" y="14289"/>
                </a:lnTo>
                <a:lnTo>
                  <a:pt x="735148" y="14393"/>
                </a:lnTo>
                <a:lnTo>
                  <a:pt x="734680" y="14468"/>
                </a:lnTo>
                <a:lnTo>
                  <a:pt x="734199" y="14513"/>
                </a:lnTo>
                <a:lnTo>
                  <a:pt x="733706" y="14527"/>
                </a:lnTo>
                <a:lnTo>
                  <a:pt x="733212" y="14513"/>
                </a:lnTo>
                <a:lnTo>
                  <a:pt x="732731" y="14468"/>
                </a:lnTo>
                <a:lnTo>
                  <a:pt x="732261" y="14393"/>
                </a:lnTo>
                <a:lnTo>
                  <a:pt x="731804" y="14289"/>
                </a:lnTo>
                <a:lnTo>
                  <a:pt x="731358" y="14155"/>
                </a:lnTo>
                <a:lnTo>
                  <a:pt x="730924" y="13991"/>
                </a:lnTo>
                <a:lnTo>
                  <a:pt x="730502" y="13797"/>
                </a:lnTo>
                <a:lnTo>
                  <a:pt x="730092" y="13574"/>
                </a:lnTo>
                <a:lnTo>
                  <a:pt x="729693" y="13321"/>
                </a:lnTo>
                <a:lnTo>
                  <a:pt x="729307" y="13038"/>
                </a:lnTo>
                <a:lnTo>
                  <a:pt x="728933" y="12725"/>
                </a:lnTo>
                <a:lnTo>
                  <a:pt x="728570" y="12382"/>
                </a:lnTo>
                <a:lnTo>
                  <a:pt x="728228" y="12018"/>
                </a:lnTo>
                <a:lnTo>
                  <a:pt x="727916" y="11642"/>
                </a:lnTo>
                <a:lnTo>
                  <a:pt x="727634" y="11255"/>
                </a:lnTo>
                <a:lnTo>
                  <a:pt x="727381" y="10855"/>
                </a:lnTo>
                <a:lnTo>
                  <a:pt x="727158" y="10443"/>
                </a:lnTo>
                <a:lnTo>
                  <a:pt x="726965" y="10020"/>
                </a:lnTo>
                <a:lnTo>
                  <a:pt x="726802" y="9584"/>
                </a:lnTo>
                <a:lnTo>
                  <a:pt x="726668" y="9137"/>
                </a:lnTo>
                <a:lnTo>
                  <a:pt x="726564" y="8678"/>
                </a:lnTo>
                <a:lnTo>
                  <a:pt x="726490" y="8206"/>
                </a:lnTo>
                <a:lnTo>
                  <a:pt x="726445" y="7723"/>
                </a:lnTo>
                <a:lnTo>
                  <a:pt x="726430" y="7228"/>
                </a:lnTo>
                <a:lnTo>
                  <a:pt x="726445" y="6733"/>
                </a:lnTo>
                <a:lnTo>
                  <a:pt x="726489" y="6251"/>
                </a:lnTo>
                <a:lnTo>
                  <a:pt x="726562" y="5781"/>
                </a:lnTo>
                <a:lnTo>
                  <a:pt x="726664" y="5323"/>
                </a:lnTo>
                <a:lnTo>
                  <a:pt x="726795" y="4878"/>
                </a:lnTo>
                <a:lnTo>
                  <a:pt x="726956" y="4446"/>
                </a:lnTo>
                <a:lnTo>
                  <a:pt x="727146" y="4026"/>
                </a:lnTo>
                <a:lnTo>
                  <a:pt x="727365" y="3618"/>
                </a:lnTo>
                <a:lnTo>
                  <a:pt x="727614" y="3223"/>
                </a:lnTo>
                <a:lnTo>
                  <a:pt x="727891" y="2840"/>
                </a:lnTo>
                <a:lnTo>
                  <a:pt x="728198" y="2470"/>
                </a:lnTo>
                <a:lnTo>
                  <a:pt x="728534" y="2112"/>
                </a:lnTo>
                <a:lnTo>
                  <a:pt x="728892" y="1775"/>
                </a:lnTo>
                <a:lnTo>
                  <a:pt x="729262" y="1467"/>
                </a:lnTo>
                <a:lnTo>
                  <a:pt x="729647" y="1188"/>
                </a:lnTo>
                <a:lnTo>
                  <a:pt x="730044" y="939"/>
                </a:lnTo>
                <a:lnTo>
                  <a:pt x="730455" y="719"/>
                </a:lnTo>
                <a:lnTo>
                  <a:pt x="730879" y="528"/>
                </a:lnTo>
                <a:lnTo>
                  <a:pt x="731317" y="367"/>
                </a:lnTo>
                <a:lnTo>
                  <a:pt x="731768" y="235"/>
                </a:lnTo>
                <a:lnTo>
                  <a:pt x="732232" y="132"/>
                </a:lnTo>
                <a:lnTo>
                  <a:pt x="732710" y="59"/>
                </a:lnTo>
                <a:lnTo>
                  <a:pt x="733201" y="15"/>
                </a:lnTo>
                <a:lnTo>
                  <a:pt x="733706" y="0"/>
                </a:lnTo>
                <a:moveTo>
                  <a:pt x="739626" y="34182"/>
                </a:moveTo>
                <a:lnTo>
                  <a:pt x="739626" y="86479"/>
                </a:lnTo>
                <a:lnTo>
                  <a:pt x="739632" y="87469"/>
                </a:lnTo>
                <a:lnTo>
                  <a:pt x="739651" y="88403"/>
                </a:lnTo>
                <a:lnTo>
                  <a:pt x="739682" y="89279"/>
                </a:lnTo>
                <a:lnTo>
                  <a:pt x="739725" y="90099"/>
                </a:lnTo>
                <a:lnTo>
                  <a:pt x="739781" y="90862"/>
                </a:lnTo>
                <a:lnTo>
                  <a:pt x="739849" y="91569"/>
                </a:lnTo>
                <a:lnTo>
                  <a:pt x="739929" y="92218"/>
                </a:lnTo>
                <a:lnTo>
                  <a:pt x="740022" y="92811"/>
                </a:lnTo>
                <a:lnTo>
                  <a:pt x="740128" y="93347"/>
                </a:lnTo>
                <a:lnTo>
                  <a:pt x="740245" y="93827"/>
                </a:lnTo>
                <a:lnTo>
                  <a:pt x="740375" y="94249"/>
                </a:lnTo>
                <a:lnTo>
                  <a:pt x="740518" y="94615"/>
                </a:lnTo>
                <a:lnTo>
                  <a:pt x="740672" y="94945"/>
                </a:lnTo>
                <a:lnTo>
                  <a:pt x="740839" y="95261"/>
                </a:lnTo>
                <a:lnTo>
                  <a:pt x="741017" y="95563"/>
                </a:lnTo>
                <a:lnTo>
                  <a:pt x="741207" y="95851"/>
                </a:lnTo>
                <a:lnTo>
                  <a:pt x="741409" y="96124"/>
                </a:lnTo>
                <a:lnTo>
                  <a:pt x="741623" y="96383"/>
                </a:lnTo>
                <a:lnTo>
                  <a:pt x="741849" y="96627"/>
                </a:lnTo>
                <a:lnTo>
                  <a:pt x="742087" y="96857"/>
                </a:lnTo>
                <a:lnTo>
                  <a:pt x="742337" y="97073"/>
                </a:lnTo>
                <a:lnTo>
                  <a:pt x="742598" y="97275"/>
                </a:lnTo>
                <a:lnTo>
                  <a:pt x="742872" y="97462"/>
                </a:lnTo>
                <a:lnTo>
                  <a:pt x="743157" y="97635"/>
                </a:lnTo>
                <a:lnTo>
                  <a:pt x="743468" y="97794"/>
                </a:lnTo>
                <a:lnTo>
                  <a:pt x="743820" y="97939"/>
                </a:lnTo>
                <a:lnTo>
                  <a:pt x="744211" y="98070"/>
                </a:lnTo>
                <a:lnTo>
                  <a:pt x="744643" y="98188"/>
                </a:lnTo>
                <a:lnTo>
                  <a:pt x="745115" y="98291"/>
                </a:lnTo>
                <a:lnTo>
                  <a:pt x="745627" y="98381"/>
                </a:lnTo>
                <a:lnTo>
                  <a:pt x="746179" y="98457"/>
                </a:lnTo>
                <a:lnTo>
                  <a:pt x="746771" y="98519"/>
                </a:lnTo>
                <a:lnTo>
                  <a:pt x="747403" y="98568"/>
                </a:lnTo>
                <a:lnTo>
                  <a:pt x="748076" y="98602"/>
                </a:lnTo>
                <a:lnTo>
                  <a:pt x="748788" y="98623"/>
                </a:lnTo>
                <a:lnTo>
                  <a:pt x="749541" y="98630"/>
                </a:lnTo>
                <a:lnTo>
                  <a:pt x="749541" y="101265"/>
                </a:lnTo>
                <a:lnTo>
                  <a:pt x="717799" y="101265"/>
                </a:lnTo>
                <a:lnTo>
                  <a:pt x="717799" y="98630"/>
                </a:lnTo>
                <a:lnTo>
                  <a:pt x="718574" y="98623"/>
                </a:lnTo>
                <a:lnTo>
                  <a:pt x="719305" y="98604"/>
                </a:lnTo>
                <a:lnTo>
                  <a:pt x="719993" y="98572"/>
                </a:lnTo>
                <a:lnTo>
                  <a:pt x="720637" y="98527"/>
                </a:lnTo>
                <a:lnTo>
                  <a:pt x="721237" y="98469"/>
                </a:lnTo>
                <a:lnTo>
                  <a:pt x="721794" y="98399"/>
                </a:lnTo>
                <a:lnTo>
                  <a:pt x="722307" y="98315"/>
                </a:lnTo>
                <a:lnTo>
                  <a:pt x="722776" y="98219"/>
                </a:lnTo>
                <a:lnTo>
                  <a:pt x="723202" y="98110"/>
                </a:lnTo>
                <a:lnTo>
                  <a:pt x="723585" y="97988"/>
                </a:lnTo>
                <a:lnTo>
                  <a:pt x="723924" y="97854"/>
                </a:lnTo>
                <a:lnTo>
                  <a:pt x="724219" y="97706"/>
                </a:lnTo>
                <a:lnTo>
                  <a:pt x="724488" y="97544"/>
                </a:lnTo>
                <a:lnTo>
                  <a:pt x="724747" y="97365"/>
                </a:lnTo>
                <a:lnTo>
                  <a:pt x="724997" y="97169"/>
                </a:lnTo>
                <a:lnTo>
                  <a:pt x="725237" y="96956"/>
                </a:lnTo>
                <a:lnTo>
                  <a:pt x="725468" y="96727"/>
                </a:lnTo>
                <a:lnTo>
                  <a:pt x="725690" y="96481"/>
                </a:lnTo>
                <a:lnTo>
                  <a:pt x="725902" y="96218"/>
                </a:lnTo>
                <a:lnTo>
                  <a:pt x="726105" y="95938"/>
                </a:lnTo>
                <a:lnTo>
                  <a:pt x="726299" y="95641"/>
                </a:lnTo>
                <a:lnTo>
                  <a:pt x="726483" y="95328"/>
                </a:lnTo>
                <a:lnTo>
                  <a:pt x="726657" y="94998"/>
                </a:lnTo>
                <a:lnTo>
                  <a:pt x="726822" y="94651"/>
                </a:lnTo>
                <a:lnTo>
                  <a:pt x="726976" y="94268"/>
                </a:lnTo>
                <a:lnTo>
                  <a:pt x="727117" y="93831"/>
                </a:lnTo>
                <a:lnTo>
                  <a:pt x="727244" y="93340"/>
                </a:lnTo>
                <a:lnTo>
                  <a:pt x="727357" y="92795"/>
                </a:lnTo>
                <a:lnTo>
                  <a:pt x="727458" y="92196"/>
                </a:lnTo>
                <a:lnTo>
                  <a:pt x="727545" y="91542"/>
                </a:lnTo>
                <a:lnTo>
                  <a:pt x="727618" y="90834"/>
                </a:lnTo>
                <a:lnTo>
                  <a:pt x="727678" y="90071"/>
                </a:lnTo>
                <a:lnTo>
                  <a:pt x="727725" y="89255"/>
                </a:lnTo>
                <a:lnTo>
                  <a:pt x="727759" y="88384"/>
                </a:lnTo>
                <a:lnTo>
                  <a:pt x="727779" y="87459"/>
                </a:lnTo>
                <a:lnTo>
                  <a:pt x="727785" y="86479"/>
                </a:lnTo>
                <a:lnTo>
                  <a:pt x="727785" y="61397"/>
                </a:lnTo>
                <a:lnTo>
                  <a:pt x="727781" y="59684"/>
                </a:lnTo>
                <a:lnTo>
                  <a:pt x="727768" y="58074"/>
                </a:lnTo>
                <a:lnTo>
                  <a:pt x="727745" y="56569"/>
                </a:lnTo>
                <a:lnTo>
                  <a:pt x="727714" y="55167"/>
                </a:lnTo>
                <a:lnTo>
                  <a:pt x="727674" y="53869"/>
                </a:lnTo>
                <a:lnTo>
                  <a:pt x="727625" y="52674"/>
                </a:lnTo>
                <a:lnTo>
                  <a:pt x="727567" y="51583"/>
                </a:lnTo>
                <a:lnTo>
                  <a:pt x="727500" y="50596"/>
                </a:lnTo>
                <a:lnTo>
                  <a:pt x="727424" y="49712"/>
                </a:lnTo>
                <a:lnTo>
                  <a:pt x="727340" y="48932"/>
                </a:lnTo>
                <a:lnTo>
                  <a:pt x="727246" y="48256"/>
                </a:lnTo>
                <a:lnTo>
                  <a:pt x="727143" y="47684"/>
                </a:lnTo>
                <a:lnTo>
                  <a:pt x="727056" y="47314"/>
                </a:lnTo>
                <a:lnTo>
                  <a:pt x="726961" y="46964"/>
                </a:lnTo>
                <a:lnTo>
                  <a:pt x="726858" y="46633"/>
                </a:lnTo>
                <a:lnTo>
                  <a:pt x="726747" y="46321"/>
                </a:lnTo>
                <a:lnTo>
                  <a:pt x="726628" y="46029"/>
                </a:lnTo>
                <a:lnTo>
                  <a:pt x="726501" y="45756"/>
                </a:lnTo>
                <a:lnTo>
                  <a:pt x="726367" y="45502"/>
                </a:lnTo>
                <a:lnTo>
                  <a:pt x="726224" y="45267"/>
                </a:lnTo>
                <a:lnTo>
                  <a:pt x="726073" y="45052"/>
                </a:lnTo>
                <a:lnTo>
                  <a:pt x="725915" y="44856"/>
                </a:lnTo>
                <a:lnTo>
                  <a:pt x="725748" y="44679"/>
                </a:lnTo>
                <a:lnTo>
                  <a:pt x="725574" y="44521"/>
                </a:lnTo>
                <a:lnTo>
                  <a:pt x="725390" y="44380"/>
                </a:lnTo>
                <a:lnTo>
                  <a:pt x="725196" y="44250"/>
                </a:lnTo>
                <a:lnTo>
                  <a:pt x="724990" y="44133"/>
                </a:lnTo>
                <a:lnTo>
                  <a:pt x="724774" y="44028"/>
                </a:lnTo>
                <a:lnTo>
                  <a:pt x="724546" y="43936"/>
                </a:lnTo>
                <a:lnTo>
                  <a:pt x="724308" y="43855"/>
                </a:lnTo>
                <a:lnTo>
                  <a:pt x="724059" y="43788"/>
                </a:lnTo>
                <a:lnTo>
                  <a:pt x="723799" y="43732"/>
                </a:lnTo>
                <a:lnTo>
                  <a:pt x="723528" y="43689"/>
                </a:lnTo>
                <a:lnTo>
                  <a:pt x="723246" y="43658"/>
                </a:lnTo>
                <a:lnTo>
                  <a:pt x="722953" y="43640"/>
                </a:lnTo>
                <a:lnTo>
                  <a:pt x="722650" y="43633"/>
                </a:lnTo>
                <a:lnTo>
                  <a:pt x="722311" y="43641"/>
                </a:lnTo>
                <a:lnTo>
                  <a:pt x="721960" y="43663"/>
                </a:lnTo>
                <a:lnTo>
                  <a:pt x="721598" y="43700"/>
                </a:lnTo>
                <a:lnTo>
                  <a:pt x="721223" y="43752"/>
                </a:lnTo>
                <a:lnTo>
                  <a:pt x="720837" y="43818"/>
                </a:lnTo>
                <a:lnTo>
                  <a:pt x="720438" y="43900"/>
                </a:lnTo>
                <a:lnTo>
                  <a:pt x="720028" y="43996"/>
                </a:lnTo>
                <a:lnTo>
                  <a:pt x="719606" y="44107"/>
                </a:lnTo>
                <a:lnTo>
                  <a:pt x="719172" y="44233"/>
                </a:lnTo>
                <a:lnTo>
                  <a:pt x="718726" y="44374"/>
                </a:lnTo>
                <a:lnTo>
                  <a:pt x="718269" y="44529"/>
                </a:lnTo>
                <a:lnTo>
                  <a:pt x="717799" y="44699"/>
                </a:lnTo>
                <a:lnTo>
                  <a:pt x="716801" y="42140"/>
                </a:lnTo>
                <a:lnTo>
                  <a:pt x="736488" y="34182"/>
                </a:lnTo>
                <a:lnTo>
                  <a:pt x="739626" y="34182"/>
                </a:lnTo>
                <a:close/>
                <a:moveTo>
                  <a:pt x="776304" y="47997"/>
                </a:moveTo>
                <a:lnTo>
                  <a:pt x="778210" y="45791"/>
                </a:lnTo>
                <a:lnTo>
                  <a:pt x="780102" y="43776"/>
                </a:lnTo>
                <a:lnTo>
                  <a:pt x="781979" y="41953"/>
                </a:lnTo>
                <a:lnTo>
                  <a:pt x="783841" y="40322"/>
                </a:lnTo>
                <a:lnTo>
                  <a:pt x="785688" y="38883"/>
                </a:lnTo>
                <a:lnTo>
                  <a:pt x="787520" y="37636"/>
                </a:lnTo>
                <a:lnTo>
                  <a:pt x="789338" y="36581"/>
                </a:lnTo>
                <a:lnTo>
                  <a:pt x="791140" y="35717"/>
                </a:lnTo>
                <a:lnTo>
                  <a:pt x="792928" y="35046"/>
                </a:lnTo>
                <a:lnTo>
                  <a:pt x="794701" y="34566"/>
                </a:lnTo>
                <a:lnTo>
                  <a:pt x="796459" y="34278"/>
                </a:lnTo>
                <a:lnTo>
                  <a:pt x="798202" y="34182"/>
                </a:lnTo>
                <a:lnTo>
                  <a:pt x="799083" y="34201"/>
                </a:lnTo>
                <a:lnTo>
                  <a:pt x="799944" y="34256"/>
                </a:lnTo>
                <a:lnTo>
                  <a:pt x="800783" y="34349"/>
                </a:lnTo>
                <a:lnTo>
                  <a:pt x="801602" y="34478"/>
                </a:lnTo>
                <a:lnTo>
                  <a:pt x="802400" y="34645"/>
                </a:lnTo>
                <a:lnTo>
                  <a:pt x="803177" y="34849"/>
                </a:lnTo>
                <a:lnTo>
                  <a:pt x="803934" y="35089"/>
                </a:lnTo>
                <a:lnTo>
                  <a:pt x="804669" y="35367"/>
                </a:lnTo>
                <a:lnTo>
                  <a:pt x="805384" y="35682"/>
                </a:lnTo>
                <a:lnTo>
                  <a:pt x="806078" y="36034"/>
                </a:lnTo>
                <a:lnTo>
                  <a:pt x="806751" y="36422"/>
                </a:lnTo>
                <a:lnTo>
                  <a:pt x="807403" y="36848"/>
                </a:lnTo>
                <a:lnTo>
                  <a:pt x="808034" y="37316"/>
                </a:lnTo>
                <a:lnTo>
                  <a:pt x="808644" y="37832"/>
                </a:lnTo>
                <a:lnTo>
                  <a:pt x="809231" y="38396"/>
                </a:lnTo>
                <a:lnTo>
                  <a:pt x="809797" y="39007"/>
                </a:lnTo>
                <a:lnTo>
                  <a:pt x="810341" y="39666"/>
                </a:lnTo>
                <a:lnTo>
                  <a:pt x="810863" y="40374"/>
                </a:lnTo>
                <a:lnTo>
                  <a:pt x="811363" y="41129"/>
                </a:lnTo>
                <a:lnTo>
                  <a:pt x="811842" y="41932"/>
                </a:lnTo>
                <a:lnTo>
                  <a:pt x="812298" y="42783"/>
                </a:lnTo>
                <a:lnTo>
                  <a:pt x="812733" y="43682"/>
                </a:lnTo>
                <a:lnTo>
                  <a:pt x="813146" y="44628"/>
                </a:lnTo>
                <a:lnTo>
                  <a:pt x="813538" y="45623"/>
                </a:lnTo>
                <a:lnTo>
                  <a:pt x="813788" y="46365"/>
                </a:lnTo>
                <a:lnTo>
                  <a:pt x="814017" y="47170"/>
                </a:lnTo>
                <a:lnTo>
                  <a:pt x="814224" y="48038"/>
                </a:lnTo>
                <a:lnTo>
                  <a:pt x="814410" y="48970"/>
                </a:lnTo>
                <a:lnTo>
                  <a:pt x="814573" y="49964"/>
                </a:lnTo>
                <a:lnTo>
                  <a:pt x="814715" y="51022"/>
                </a:lnTo>
                <a:lnTo>
                  <a:pt x="814835" y="52143"/>
                </a:lnTo>
                <a:lnTo>
                  <a:pt x="814933" y="53328"/>
                </a:lnTo>
                <a:lnTo>
                  <a:pt x="815009" y="54575"/>
                </a:lnTo>
                <a:lnTo>
                  <a:pt x="815063" y="55886"/>
                </a:lnTo>
                <a:lnTo>
                  <a:pt x="815096" y="57260"/>
                </a:lnTo>
                <a:lnTo>
                  <a:pt x="815107" y="58697"/>
                </a:lnTo>
                <a:lnTo>
                  <a:pt x="815107" y="86479"/>
                </a:lnTo>
                <a:lnTo>
                  <a:pt x="815114" y="87482"/>
                </a:lnTo>
                <a:lnTo>
                  <a:pt x="815135" y="88429"/>
                </a:lnTo>
                <a:lnTo>
                  <a:pt x="815169" y="89321"/>
                </a:lnTo>
                <a:lnTo>
                  <a:pt x="815218" y="90158"/>
                </a:lnTo>
                <a:lnTo>
                  <a:pt x="815280" y="90940"/>
                </a:lnTo>
                <a:lnTo>
                  <a:pt x="815357" y="91666"/>
                </a:lnTo>
                <a:lnTo>
                  <a:pt x="815447" y="92338"/>
                </a:lnTo>
                <a:lnTo>
                  <a:pt x="815551" y="92953"/>
                </a:lnTo>
                <a:lnTo>
                  <a:pt x="815669" y="93514"/>
                </a:lnTo>
                <a:lnTo>
                  <a:pt x="815800" y="94019"/>
                </a:lnTo>
                <a:lnTo>
                  <a:pt x="815946" y="94470"/>
                </a:lnTo>
                <a:lnTo>
                  <a:pt x="816106" y="94864"/>
                </a:lnTo>
                <a:lnTo>
                  <a:pt x="816243" y="95155"/>
                </a:lnTo>
                <a:lnTo>
                  <a:pt x="816394" y="95435"/>
                </a:lnTo>
                <a:lnTo>
                  <a:pt x="816558" y="95703"/>
                </a:lnTo>
                <a:lnTo>
                  <a:pt x="816736" y="95961"/>
                </a:lnTo>
                <a:lnTo>
                  <a:pt x="816927" y="96209"/>
                </a:lnTo>
                <a:lnTo>
                  <a:pt x="817131" y="96445"/>
                </a:lnTo>
                <a:lnTo>
                  <a:pt x="817349" y="96670"/>
                </a:lnTo>
                <a:lnTo>
                  <a:pt x="817580" y="96885"/>
                </a:lnTo>
                <a:lnTo>
                  <a:pt x="817824" y="97089"/>
                </a:lnTo>
                <a:lnTo>
                  <a:pt x="818082" y="97282"/>
                </a:lnTo>
                <a:lnTo>
                  <a:pt x="818353" y="97464"/>
                </a:lnTo>
                <a:lnTo>
                  <a:pt x="818638" y="97635"/>
                </a:lnTo>
                <a:lnTo>
                  <a:pt x="818950" y="97794"/>
                </a:lnTo>
                <a:lnTo>
                  <a:pt x="819303" y="97939"/>
                </a:lnTo>
                <a:lnTo>
                  <a:pt x="819697" y="98070"/>
                </a:lnTo>
                <a:lnTo>
                  <a:pt x="820132" y="98188"/>
                </a:lnTo>
                <a:lnTo>
                  <a:pt x="820608" y="98291"/>
                </a:lnTo>
                <a:lnTo>
                  <a:pt x="821125" y="98381"/>
                </a:lnTo>
                <a:lnTo>
                  <a:pt x="821684" y="98457"/>
                </a:lnTo>
                <a:lnTo>
                  <a:pt x="822284" y="98519"/>
                </a:lnTo>
                <a:lnTo>
                  <a:pt x="822924" y="98568"/>
                </a:lnTo>
                <a:lnTo>
                  <a:pt x="823606" y="98602"/>
                </a:lnTo>
                <a:lnTo>
                  <a:pt x="824329" y="98623"/>
                </a:lnTo>
                <a:lnTo>
                  <a:pt x="825093" y="98630"/>
                </a:lnTo>
                <a:lnTo>
                  <a:pt x="825093" y="101265"/>
                </a:lnTo>
                <a:lnTo>
                  <a:pt x="792781" y="101265"/>
                </a:lnTo>
                <a:lnTo>
                  <a:pt x="792781" y="98630"/>
                </a:lnTo>
                <a:lnTo>
                  <a:pt x="794136" y="98630"/>
                </a:lnTo>
                <a:lnTo>
                  <a:pt x="794878" y="98620"/>
                </a:lnTo>
                <a:lnTo>
                  <a:pt x="795582" y="98591"/>
                </a:lnTo>
                <a:lnTo>
                  <a:pt x="796247" y="98543"/>
                </a:lnTo>
                <a:lnTo>
                  <a:pt x="796874" y="98476"/>
                </a:lnTo>
                <a:lnTo>
                  <a:pt x="797464" y="98390"/>
                </a:lnTo>
                <a:lnTo>
                  <a:pt x="798015" y="98284"/>
                </a:lnTo>
                <a:lnTo>
                  <a:pt x="798528" y="98159"/>
                </a:lnTo>
                <a:lnTo>
                  <a:pt x="799002" y="98015"/>
                </a:lnTo>
                <a:lnTo>
                  <a:pt x="799439" y="97852"/>
                </a:lnTo>
                <a:lnTo>
                  <a:pt x="799838" y="97670"/>
                </a:lnTo>
                <a:lnTo>
                  <a:pt x="800198" y="97468"/>
                </a:lnTo>
                <a:lnTo>
                  <a:pt x="800520" y="97248"/>
                </a:lnTo>
                <a:lnTo>
                  <a:pt x="800816" y="97008"/>
                </a:lnTo>
                <a:lnTo>
                  <a:pt x="801096" y="96751"/>
                </a:lnTo>
                <a:lnTo>
                  <a:pt x="801360" y="96475"/>
                </a:lnTo>
                <a:lnTo>
                  <a:pt x="801610" y="96181"/>
                </a:lnTo>
                <a:lnTo>
                  <a:pt x="801844" y="95869"/>
                </a:lnTo>
                <a:lnTo>
                  <a:pt x="802063" y="95539"/>
                </a:lnTo>
                <a:lnTo>
                  <a:pt x="802266" y="95190"/>
                </a:lnTo>
                <a:lnTo>
                  <a:pt x="802454" y="94824"/>
                </a:lnTo>
                <a:lnTo>
                  <a:pt x="802627" y="94439"/>
                </a:lnTo>
                <a:lnTo>
                  <a:pt x="802784" y="94036"/>
                </a:lnTo>
                <a:lnTo>
                  <a:pt x="802926" y="93615"/>
                </a:lnTo>
                <a:lnTo>
                  <a:pt x="803052" y="93175"/>
                </a:lnTo>
                <a:lnTo>
                  <a:pt x="803098" y="92966"/>
                </a:lnTo>
                <a:lnTo>
                  <a:pt x="803139" y="92695"/>
                </a:lnTo>
                <a:lnTo>
                  <a:pt x="803177" y="92360"/>
                </a:lnTo>
                <a:lnTo>
                  <a:pt x="803211" y="91962"/>
                </a:lnTo>
                <a:lnTo>
                  <a:pt x="803241" y="91502"/>
                </a:lnTo>
                <a:lnTo>
                  <a:pt x="803266" y="90978"/>
                </a:lnTo>
                <a:lnTo>
                  <a:pt x="803288" y="90392"/>
                </a:lnTo>
                <a:lnTo>
                  <a:pt x="803306" y="89742"/>
                </a:lnTo>
                <a:lnTo>
                  <a:pt x="803320" y="89030"/>
                </a:lnTo>
                <a:lnTo>
                  <a:pt x="803330" y="88254"/>
                </a:lnTo>
                <a:lnTo>
                  <a:pt x="803336" y="87416"/>
                </a:lnTo>
                <a:lnTo>
                  <a:pt x="803338" y="86515"/>
                </a:lnTo>
                <a:lnTo>
                  <a:pt x="803338" y="59946"/>
                </a:lnTo>
                <a:lnTo>
                  <a:pt x="803322" y="58503"/>
                </a:lnTo>
                <a:lnTo>
                  <a:pt x="803273" y="57129"/>
                </a:lnTo>
                <a:lnTo>
                  <a:pt x="803193" y="55821"/>
                </a:lnTo>
                <a:lnTo>
                  <a:pt x="803080" y="54581"/>
                </a:lnTo>
                <a:lnTo>
                  <a:pt x="802935" y="53409"/>
                </a:lnTo>
                <a:lnTo>
                  <a:pt x="802758" y="52304"/>
                </a:lnTo>
                <a:lnTo>
                  <a:pt x="802549" y="51266"/>
                </a:lnTo>
                <a:lnTo>
                  <a:pt x="802307" y="50295"/>
                </a:lnTo>
                <a:lnTo>
                  <a:pt x="802034" y="49392"/>
                </a:lnTo>
                <a:lnTo>
                  <a:pt x="801728" y="48556"/>
                </a:lnTo>
                <a:lnTo>
                  <a:pt x="801390" y="47788"/>
                </a:lnTo>
                <a:lnTo>
                  <a:pt x="801019" y="47087"/>
                </a:lnTo>
                <a:lnTo>
                  <a:pt x="800611" y="46448"/>
                </a:lnTo>
                <a:lnTo>
                  <a:pt x="800158" y="45864"/>
                </a:lnTo>
                <a:lnTo>
                  <a:pt x="799662" y="45336"/>
                </a:lnTo>
                <a:lnTo>
                  <a:pt x="799121" y="44863"/>
                </a:lnTo>
                <a:lnTo>
                  <a:pt x="798536" y="44446"/>
                </a:lnTo>
                <a:lnTo>
                  <a:pt x="797908" y="44085"/>
                </a:lnTo>
                <a:lnTo>
                  <a:pt x="797235" y="43779"/>
                </a:lnTo>
                <a:lnTo>
                  <a:pt x="796518" y="43529"/>
                </a:lnTo>
                <a:lnTo>
                  <a:pt x="795757" y="43334"/>
                </a:lnTo>
                <a:lnTo>
                  <a:pt x="794951" y="43195"/>
                </a:lnTo>
                <a:lnTo>
                  <a:pt x="794102" y="43112"/>
                </a:lnTo>
                <a:lnTo>
                  <a:pt x="793209" y="43084"/>
                </a:lnTo>
                <a:lnTo>
                  <a:pt x="791795" y="43148"/>
                </a:lnTo>
                <a:lnTo>
                  <a:pt x="790381" y="43340"/>
                </a:lnTo>
                <a:lnTo>
                  <a:pt x="788969" y="43659"/>
                </a:lnTo>
                <a:lnTo>
                  <a:pt x="787558" y="44107"/>
                </a:lnTo>
                <a:lnTo>
                  <a:pt x="786148" y="44683"/>
                </a:lnTo>
                <a:lnTo>
                  <a:pt x="784738" y="45386"/>
                </a:lnTo>
                <a:lnTo>
                  <a:pt x="783330" y="46218"/>
                </a:lnTo>
                <a:lnTo>
                  <a:pt x="781923" y="47177"/>
                </a:lnTo>
                <a:lnTo>
                  <a:pt x="780517" y="48265"/>
                </a:lnTo>
                <a:lnTo>
                  <a:pt x="779111" y="49480"/>
                </a:lnTo>
                <a:lnTo>
                  <a:pt x="777707" y="50823"/>
                </a:lnTo>
                <a:lnTo>
                  <a:pt x="776304" y="52295"/>
                </a:lnTo>
                <a:lnTo>
                  <a:pt x="776304" y="86515"/>
                </a:lnTo>
                <a:lnTo>
                  <a:pt x="776309" y="87578"/>
                </a:lnTo>
                <a:lnTo>
                  <a:pt x="776326" y="88571"/>
                </a:lnTo>
                <a:lnTo>
                  <a:pt x="776353" y="89495"/>
                </a:lnTo>
                <a:lnTo>
                  <a:pt x="776391" y="90348"/>
                </a:lnTo>
                <a:lnTo>
                  <a:pt x="776440" y="91132"/>
                </a:lnTo>
                <a:lnTo>
                  <a:pt x="776500" y="91846"/>
                </a:lnTo>
                <a:lnTo>
                  <a:pt x="776571" y="92490"/>
                </a:lnTo>
                <a:lnTo>
                  <a:pt x="776652" y="93064"/>
                </a:lnTo>
                <a:lnTo>
                  <a:pt x="776745" y="93568"/>
                </a:lnTo>
                <a:lnTo>
                  <a:pt x="776849" y="94003"/>
                </a:lnTo>
                <a:lnTo>
                  <a:pt x="776963" y="94367"/>
                </a:lnTo>
                <a:lnTo>
                  <a:pt x="777088" y="94662"/>
                </a:lnTo>
                <a:lnTo>
                  <a:pt x="777260" y="94997"/>
                </a:lnTo>
                <a:lnTo>
                  <a:pt x="777442" y="95316"/>
                </a:lnTo>
                <a:lnTo>
                  <a:pt x="777634" y="95620"/>
                </a:lnTo>
                <a:lnTo>
                  <a:pt x="777837" y="95909"/>
                </a:lnTo>
                <a:lnTo>
                  <a:pt x="778051" y="96183"/>
                </a:lnTo>
                <a:lnTo>
                  <a:pt x="778274" y="96442"/>
                </a:lnTo>
                <a:lnTo>
                  <a:pt x="778508" y="96685"/>
                </a:lnTo>
                <a:lnTo>
                  <a:pt x="778753" y="96913"/>
                </a:lnTo>
                <a:lnTo>
                  <a:pt x="779008" y="97126"/>
                </a:lnTo>
                <a:lnTo>
                  <a:pt x="779273" y="97323"/>
                </a:lnTo>
                <a:lnTo>
                  <a:pt x="779548" y="97506"/>
                </a:lnTo>
                <a:lnTo>
                  <a:pt x="779835" y="97673"/>
                </a:lnTo>
                <a:lnTo>
                  <a:pt x="780151" y="97826"/>
                </a:lnTo>
                <a:lnTo>
                  <a:pt x="780517" y="97965"/>
                </a:lnTo>
                <a:lnTo>
                  <a:pt x="780933" y="98091"/>
                </a:lnTo>
                <a:lnTo>
                  <a:pt x="781400" y="98204"/>
                </a:lnTo>
                <a:lnTo>
                  <a:pt x="781916" y="98304"/>
                </a:lnTo>
                <a:lnTo>
                  <a:pt x="782483" y="98390"/>
                </a:lnTo>
                <a:lnTo>
                  <a:pt x="783099" y="98464"/>
                </a:lnTo>
                <a:lnTo>
                  <a:pt x="783766" y="98523"/>
                </a:lnTo>
                <a:lnTo>
                  <a:pt x="784482" y="98570"/>
                </a:lnTo>
                <a:lnTo>
                  <a:pt x="785249" y="98603"/>
                </a:lnTo>
                <a:lnTo>
                  <a:pt x="786065" y="98623"/>
                </a:lnTo>
                <a:lnTo>
                  <a:pt x="786932" y="98630"/>
                </a:lnTo>
                <a:lnTo>
                  <a:pt x="786932" y="101265"/>
                </a:lnTo>
                <a:lnTo>
                  <a:pt x="754620" y="101265"/>
                </a:lnTo>
                <a:lnTo>
                  <a:pt x="754620" y="98630"/>
                </a:lnTo>
                <a:lnTo>
                  <a:pt x="756046" y="98630"/>
                </a:lnTo>
                <a:lnTo>
                  <a:pt x="756856" y="98612"/>
                </a:lnTo>
                <a:lnTo>
                  <a:pt x="757620" y="98560"/>
                </a:lnTo>
                <a:lnTo>
                  <a:pt x="758340" y="98472"/>
                </a:lnTo>
                <a:lnTo>
                  <a:pt x="759014" y="98350"/>
                </a:lnTo>
                <a:lnTo>
                  <a:pt x="759644" y="98192"/>
                </a:lnTo>
                <a:lnTo>
                  <a:pt x="760228" y="97999"/>
                </a:lnTo>
                <a:lnTo>
                  <a:pt x="760767" y="97772"/>
                </a:lnTo>
                <a:lnTo>
                  <a:pt x="761261" y="97509"/>
                </a:lnTo>
                <a:lnTo>
                  <a:pt x="761710" y="97211"/>
                </a:lnTo>
                <a:lnTo>
                  <a:pt x="762114" y="96879"/>
                </a:lnTo>
                <a:lnTo>
                  <a:pt x="762473" y="96511"/>
                </a:lnTo>
                <a:lnTo>
                  <a:pt x="762787" y="96108"/>
                </a:lnTo>
                <a:lnTo>
                  <a:pt x="763066" y="95656"/>
                </a:lnTo>
                <a:lnTo>
                  <a:pt x="763321" y="95140"/>
                </a:lnTo>
                <a:lnTo>
                  <a:pt x="763551" y="94560"/>
                </a:lnTo>
                <a:lnTo>
                  <a:pt x="763758" y="93917"/>
                </a:lnTo>
                <a:lnTo>
                  <a:pt x="763940" y="93210"/>
                </a:lnTo>
                <a:lnTo>
                  <a:pt x="764097" y="92439"/>
                </a:lnTo>
                <a:lnTo>
                  <a:pt x="764231" y="91605"/>
                </a:lnTo>
                <a:lnTo>
                  <a:pt x="764340" y="90707"/>
                </a:lnTo>
                <a:lnTo>
                  <a:pt x="764425" y="89745"/>
                </a:lnTo>
                <a:lnTo>
                  <a:pt x="764486" y="88720"/>
                </a:lnTo>
                <a:lnTo>
                  <a:pt x="764522" y="87631"/>
                </a:lnTo>
                <a:lnTo>
                  <a:pt x="764534" y="86479"/>
                </a:lnTo>
                <a:lnTo>
                  <a:pt x="764534" y="62320"/>
                </a:lnTo>
                <a:lnTo>
                  <a:pt x="764531" y="60430"/>
                </a:lnTo>
                <a:lnTo>
                  <a:pt x="764519" y="58667"/>
                </a:lnTo>
                <a:lnTo>
                  <a:pt x="764501" y="57031"/>
                </a:lnTo>
                <a:lnTo>
                  <a:pt x="764475" y="55523"/>
                </a:lnTo>
                <a:lnTo>
                  <a:pt x="764441" y="54142"/>
                </a:lnTo>
                <a:lnTo>
                  <a:pt x="764401" y="52888"/>
                </a:lnTo>
                <a:lnTo>
                  <a:pt x="764352" y="51762"/>
                </a:lnTo>
                <a:lnTo>
                  <a:pt x="764297" y="50763"/>
                </a:lnTo>
                <a:lnTo>
                  <a:pt x="764233" y="49891"/>
                </a:lnTo>
                <a:lnTo>
                  <a:pt x="764163" y="49147"/>
                </a:lnTo>
                <a:lnTo>
                  <a:pt x="764085" y="48530"/>
                </a:lnTo>
                <a:lnTo>
                  <a:pt x="763999" y="48040"/>
                </a:lnTo>
                <a:lnTo>
                  <a:pt x="763906" y="47625"/>
                </a:lnTo>
                <a:lnTo>
                  <a:pt x="763805" y="47232"/>
                </a:lnTo>
                <a:lnTo>
                  <a:pt x="763696" y="46862"/>
                </a:lnTo>
                <a:lnTo>
                  <a:pt x="763579" y="46515"/>
                </a:lnTo>
                <a:lnTo>
                  <a:pt x="763454" y="46191"/>
                </a:lnTo>
                <a:lnTo>
                  <a:pt x="763322" y="45889"/>
                </a:lnTo>
                <a:lnTo>
                  <a:pt x="763181" y="45611"/>
                </a:lnTo>
                <a:lnTo>
                  <a:pt x="763032" y="45354"/>
                </a:lnTo>
                <a:lnTo>
                  <a:pt x="762876" y="45121"/>
                </a:lnTo>
                <a:lnTo>
                  <a:pt x="762711" y="44910"/>
                </a:lnTo>
                <a:lnTo>
                  <a:pt x="762539" y="44722"/>
                </a:lnTo>
                <a:lnTo>
                  <a:pt x="762359" y="44557"/>
                </a:lnTo>
                <a:lnTo>
                  <a:pt x="762169" y="44409"/>
                </a:lnTo>
                <a:lnTo>
                  <a:pt x="761969" y="44275"/>
                </a:lnTo>
                <a:lnTo>
                  <a:pt x="761759" y="44153"/>
                </a:lnTo>
                <a:lnTo>
                  <a:pt x="761539" y="44044"/>
                </a:lnTo>
                <a:lnTo>
                  <a:pt x="761307" y="43948"/>
                </a:lnTo>
                <a:lnTo>
                  <a:pt x="761066" y="43864"/>
                </a:lnTo>
                <a:lnTo>
                  <a:pt x="760814" y="43794"/>
                </a:lnTo>
                <a:lnTo>
                  <a:pt x="760552" y="43736"/>
                </a:lnTo>
                <a:lnTo>
                  <a:pt x="760279" y="43691"/>
                </a:lnTo>
                <a:lnTo>
                  <a:pt x="759996" y="43659"/>
                </a:lnTo>
                <a:lnTo>
                  <a:pt x="759703" y="43640"/>
                </a:lnTo>
                <a:lnTo>
                  <a:pt x="759399" y="43633"/>
                </a:lnTo>
                <a:lnTo>
                  <a:pt x="759060" y="43641"/>
                </a:lnTo>
                <a:lnTo>
                  <a:pt x="758711" y="43663"/>
                </a:lnTo>
                <a:lnTo>
                  <a:pt x="758351" y="43700"/>
                </a:lnTo>
                <a:lnTo>
                  <a:pt x="757980" y="43752"/>
                </a:lnTo>
                <a:lnTo>
                  <a:pt x="757598" y="43818"/>
                </a:lnTo>
                <a:lnTo>
                  <a:pt x="757205" y="43900"/>
                </a:lnTo>
                <a:lnTo>
                  <a:pt x="756802" y="43996"/>
                </a:lnTo>
                <a:lnTo>
                  <a:pt x="756387" y="44107"/>
                </a:lnTo>
                <a:lnTo>
                  <a:pt x="755961" y="44233"/>
                </a:lnTo>
                <a:lnTo>
                  <a:pt x="755525" y="44374"/>
                </a:lnTo>
                <a:lnTo>
                  <a:pt x="755078" y="44529"/>
                </a:lnTo>
                <a:lnTo>
                  <a:pt x="754620" y="44699"/>
                </a:lnTo>
                <a:lnTo>
                  <a:pt x="753550" y="42140"/>
                </a:lnTo>
                <a:lnTo>
                  <a:pt x="773237" y="34182"/>
                </a:lnTo>
                <a:lnTo>
                  <a:pt x="776304" y="34182"/>
                </a:lnTo>
                <a:lnTo>
                  <a:pt x="776304" y="47997"/>
                </a:lnTo>
                <a:close/>
                <a:moveTo>
                  <a:pt x="847776" y="77495"/>
                </a:moveTo>
                <a:lnTo>
                  <a:pt x="846796" y="76993"/>
                </a:lnTo>
                <a:lnTo>
                  <a:pt x="845856" y="76459"/>
                </a:lnTo>
                <a:lnTo>
                  <a:pt x="844954" y="75893"/>
                </a:lnTo>
                <a:lnTo>
                  <a:pt x="844090" y="75295"/>
                </a:lnTo>
                <a:lnTo>
                  <a:pt x="843266" y="74664"/>
                </a:lnTo>
                <a:lnTo>
                  <a:pt x="842480" y="74002"/>
                </a:lnTo>
                <a:lnTo>
                  <a:pt x="841732" y="73307"/>
                </a:lnTo>
                <a:lnTo>
                  <a:pt x="841023" y="72580"/>
                </a:lnTo>
                <a:lnTo>
                  <a:pt x="840353" y="71822"/>
                </a:lnTo>
                <a:lnTo>
                  <a:pt x="839722" y="71031"/>
                </a:lnTo>
                <a:lnTo>
                  <a:pt x="839129" y="70208"/>
                </a:lnTo>
                <a:lnTo>
                  <a:pt x="838574" y="69352"/>
                </a:lnTo>
                <a:lnTo>
                  <a:pt x="838062" y="68473"/>
                </a:lnTo>
                <a:lnTo>
                  <a:pt x="837594" y="67579"/>
                </a:lnTo>
                <a:lnTo>
                  <a:pt x="837170" y="66670"/>
                </a:lnTo>
                <a:lnTo>
                  <a:pt x="836791" y="65745"/>
                </a:lnTo>
                <a:lnTo>
                  <a:pt x="836457" y="64804"/>
                </a:lnTo>
                <a:lnTo>
                  <a:pt x="836167" y="63849"/>
                </a:lnTo>
                <a:lnTo>
                  <a:pt x="835922" y="62878"/>
                </a:lnTo>
                <a:lnTo>
                  <a:pt x="835721" y="61892"/>
                </a:lnTo>
                <a:lnTo>
                  <a:pt x="835565" y="60890"/>
                </a:lnTo>
                <a:lnTo>
                  <a:pt x="835454" y="59873"/>
                </a:lnTo>
                <a:lnTo>
                  <a:pt x="835387" y="58841"/>
                </a:lnTo>
                <a:lnTo>
                  <a:pt x="835364" y="57794"/>
                </a:lnTo>
                <a:lnTo>
                  <a:pt x="835415" y="56200"/>
                </a:lnTo>
                <a:lnTo>
                  <a:pt x="835568" y="54645"/>
                </a:lnTo>
                <a:lnTo>
                  <a:pt x="835821" y="53127"/>
                </a:lnTo>
                <a:lnTo>
                  <a:pt x="836177" y="51646"/>
                </a:lnTo>
                <a:lnTo>
                  <a:pt x="836634" y="50203"/>
                </a:lnTo>
                <a:lnTo>
                  <a:pt x="837192" y="48797"/>
                </a:lnTo>
                <a:lnTo>
                  <a:pt x="837852" y="47429"/>
                </a:lnTo>
                <a:lnTo>
                  <a:pt x="838614" y="46099"/>
                </a:lnTo>
                <a:lnTo>
                  <a:pt x="839477" y="44806"/>
                </a:lnTo>
                <a:lnTo>
                  <a:pt x="840442" y="43550"/>
                </a:lnTo>
                <a:lnTo>
                  <a:pt x="841508" y="42333"/>
                </a:lnTo>
                <a:lnTo>
                  <a:pt x="842676" y="41152"/>
                </a:lnTo>
                <a:lnTo>
                  <a:pt x="843923" y="40039"/>
                </a:lnTo>
                <a:lnTo>
                  <a:pt x="845227" y="39022"/>
                </a:lnTo>
                <a:lnTo>
                  <a:pt x="846588" y="38103"/>
                </a:lnTo>
                <a:lnTo>
                  <a:pt x="848006" y="37280"/>
                </a:lnTo>
                <a:lnTo>
                  <a:pt x="849481" y="36554"/>
                </a:lnTo>
                <a:lnTo>
                  <a:pt x="851012" y="35925"/>
                </a:lnTo>
                <a:lnTo>
                  <a:pt x="852601" y="35392"/>
                </a:lnTo>
                <a:lnTo>
                  <a:pt x="854247" y="34957"/>
                </a:lnTo>
                <a:lnTo>
                  <a:pt x="855950" y="34618"/>
                </a:lnTo>
                <a:lnTo>
                  <a:pt x="857709" y="34376"/>
                </a:lnTo>
                <a:lnTo>
                  <a:pt x="859526" y="34231"/>
                </a:lnTo>
                <a:lnTo>
                  <a:pt x="861400" y="34182"/>
                </a:lnTo>
                <a:lnTo>
                  <a:pt x="862940" y="34214"/>
                </a:lnTo>
                <a:lnTo>
                  <a:pt x="864445" y="34309"/>
                </a:lnTo>
                <a:lnTo>
                  <a:pt x="865916" y="34467"/>
                </a:lnTo>
                <a:lnTo>
                  <a:pt x="867352" y="34689"/>
                </a:lnTo>
                <a:lnTo>
                  <a:pt x="868753" y="34973"/>
                </a:lnTo>
                <a:lnTo>
                  <a:pt x="870120" y="35322"/>
                </a:lnTo>
                <a:lnTo>
                  <a:pt x="871452" y="35733"/>
                </a:lnTo>
                <a:lnTo>
                  <a:pt x="872749" y="36208"/>
                </a:lnTo>
                <a:lnTo>
                  <a:pt x="874012" y="36746"/>
                </a:lnTo>
                <a:lnTo>
                  <a:pt x="875240" y="37347"/>
                </a:lnTo>
                <a:lnTo>
                  <a:pt x="876433" y="38012"/>
                </a:lnTo>
                <a:lnTo>
                  <a:pt x="877592" y="38740"/>
                </a:lnTo>
                <a:lnTo>
                  <a:pt x="891429" y="38740"/>
                </a:lnTo>
                <a:lnTo>
                  <a:pt x="891923" y="38741"/>
                </a:lnTo>
                <a:lnTo>
                  <a:pt x="892381" y="38745"/>
                </a:lnTo>
                <a:lnTo>
                  <a:pt x="892803" y="38751"/>
                </a:lnTo>
                <a:lnTo>
                  <a:pt x="893189" y="38759"/>
                </a:lnTo>
                <a:lnTo>
                  <a:pt x="893540" y="38770"/>
                </a:lnTo>
                <a:lnTo>
                  <a:pt x="893855" y="38784"/>
                </a:lnTo>
                <a:lnTo>
                  <a:pt x="894134" y="38800"/>
                </a:lnTo>
                <a:lnTo>
                  <a:pt x="894378" y="38818"/>
                </a:lnTo>
                <a:lnTo>
                  <a:pt x="894586" y="38839"/>
                </a:lnTo>
                <a:lnTo>
                  <a:pt x="894758" y="38862"/>
                </a:lnTo>
                <a:lnTo>
                  <a:pt x="894895" y="38887"/>
                </a:lnTo>
                <a:lnTo>
                  <a:pt x="894996" y="38916"/>
                </a:lnTo>
                <a:lnTo>
                  <a:pt x="895077" y="38947"/>
                </a:lnTo>
                <a:lnTo>
                  <a:pt x="895154" y="38981"/>
                </a:lnTo>
                <a:lnTo>
                  <a:pt x="895228" y="39019"/>
                </a:lnTo>
                <a:lnTo>
                  <a:pt x="895297" y="39060"/>
                </a:lnTo>
                <a:lnTo>
                  <a:pt x="895363" y="39105"/>
                </a:lnTo>
                <a:lnTo>
                  <a:pt x="895424" y="39153"/>
                </a:lnTo>
                <a:lnTo>
                  <a:pt x="895481" y="39205"/>
                </a:lnTo>
                <a:lnTo>
                  <a:pt x="895535" y="39260"/>
                </a:lnTo>
                <a:lnTo>
                  <a:pt x="895584" y="39318"/>
                </a:lnTo>
                <a:lnTo>
                  <a:pt x="895630" y="39380"/>
                </a:lnTo>
                <a:lnTo>
                  <a:pt x="895672" y="39445"/>
                </a:lnTo>
                <a:lnTo>
                  <a:pt x="895709" y="39514"/>
                </a:lnTo>
                <a:lnTo>
                  <a:pt x="895778" y="39627"/>
                </a:lnTo>
                <a:lnTo>
                  <a:pt x="895840" y="39753"/>
                </a:lnTo>
                <a:lnTo>
                  <a:pt x="895896" y="39893"/>
                </a:lnTo>
                <a:lnTo>
                  <a:pt x="895947" y="40047"/>
                </a:lnTo>
                <a:lnTo>
                  <a:pt x="895992" y="40214"/>
                </a:lnTo>
                <a:lnTo>
                  <a:pt x="896030" y="40395"/>
                </a:lnTo>
                <a:lnTo>
                  <a:pt x="896063" y="40590"/>
                </a:lnTo>
                <a:lnTo>
                  <a:pt x="896090" y="40798"/>
                </a:lnTo>
                <a:lnTo>
                  <a:pt x="896110" y="41020"/>
                </a:lnTo>
                <a:lnTo>
                  <a:pt x="896125" y="41256"/>
                </a:lnTo>
                <a:lnTo>
                  <a:pt x="896134" y="41505"/>
                </a:lnTo>
                <a:lnTo>
                  <a:pt x="896137" y="41769"/>
                </a:lnTo>
                <a:lnTo>
                  <a:pt x="896135" y="42066"/>
                </a:lnTo>
                <a:lnTo>
                  <a:pt x="896127" y="42347"/>
                </a:lnTo>
                <a:lnTo>
                  <a:pt x="896115" y="42613"/>
                </a:lnTo>
                <a:lnTo>
                  <a:pt x="896098" y="42863"/>
                </a:lnTo>
                <a:lnTo>
                  <a:pt x="896075" y="43098"/>
                </a:lnTo>
                <a:lnTo>
                  <a:pt x="896048" y="43317"/>
                </a:lnTo>
                <a:lnTo>
                  <a:pt x="896016" y="43520"/>
                </a:lnTo>
                <a:lnTo>
                  <a:pt x="895979" y="43708"/>
                </a:lnTo>
                <a:lnTo>
                  <a:pt x="895937" y="43880"/>
                </a:lnTo>
                <a:lnTo>
                  <a:pt x="895890" y="44037"/>
                </a:lnTo>
                <a:lnTo>
                  <a:pt x="895838" y="44178"/>
                </a:lnTo>
                <a:lnTo>
                  <a:pt x="895781" y="44303"/>
                </a:lnTo>
                <a:lnTo>
                  <a:pt x="895743" y="44361"/>
                </a:lnTo>
                <a:lnTo>
                  <a:pt x="895700" y="44417"/>
                </a:lnTo>
                <a:lnTo>
                  <a:pt x="895654" y="44470"/>
                </a:lnTo>
                <a:lnTo>
                  <a:pt x="895602" y="44522"/>
                </a:lnTo>
                <a:lnTo>
                  <a:pt x="895547" y="44572"/>
                </a:lnTo>
                <a:lnTo>
                  <a:pt x="895486" y="44620"/>
                </a:lnTo>
                <a:lnTo>
                  <a:pt x="895422" y="44666"/>
                </a:lnTo>
                <a:lnTo>
                  <a:pt x="895353" y="44710"/>
                </a:lnTo>
                <a:lnTo>
                  <a:pt x="895279" y="44752"/>
                </a:lnTo>
                <a:lnTo>
                  <a:pt x="895201" y="44792"/>
                </a:lnTo>
                <a:lnTo>
                  <a:pt x="895119" y="44830"/>
                </a:lnTo>
                <a:lnTo>
                  <a:pt x="895032" y="44866"/>
                </a:lnTo>
                <a:lnTo>
                  <a:pt x="894925" y="44900"/>
                </a:lnTo>
                <a:lnTo>
                  <a:pt x="894783" y="44931"/>
                </a:lnTo>
                <a:lnTo>
                  <a:pt x="894606" y="44959"/>
                </a:lnTo>
                <a:lnTo>
                  <a:pt x="894394" y="44984"/>
                </a:lnTo>
                <a:lnTo>
                  <a:pt x="894146" y="45006"/>
                </a:lnTo>
                <a:lnTo>
                  <a:pt x="893864" y="45025"/>
                </a:lnTo>
                <a:lnTo>
                  <a:pt x="893546" y="45041"/>
                </a:lnTo>
                <a:lnTo>
                  <a:pt x="893193" y="45054"/>
                </a:lnTo>
                <a:lnTo>
                  <a:pt x="892805" y="45064"/>
                </a:lnTo>
                <a:lnTo>
                  <a:pt x="892382" y="45072"/>
                </a:lnTo>
                <a:lnTo>
                  <a:pt x="891923" y="45076"/>
                </a:lnTo>
                <a:lnTo>
                  <a:pt x="891429" y="45078"/>
                </a:lnTo>
                <a:lnTo>
                  <a:pt x="882941" y="45078"/>
                </a:lnTo>
                <a:lnTo>
                  <a:pt x="883579" y="45954"/>
                </a:lnTo>
                <a:lnTo>
                  <a:pt x="884162" y="46870"/>
                </a:lnTo>
                <a:lnTo>
                  <a:pt x="884689" y="47825"/>
                </a:lnTo>
                <a:lnTo>
                  <a:pt x="885160" y="48820"/>
                </a:lnTo>
                <a:lnTo>
                  <a:pt x="885576" y="49855"/>
                </a:lnTo>
                <a:lnTo>
                  <a:pt x="885937" y="50929"/>
                </a:lnTo>
                <a:lnTo>
                  <a:pt x="886242" y="52043"/>
                </a:lnTo>
                <a:lnTo>
                  <a:pt x="886492" y="53197"/>
                </a:lnTo>
                <a:lnTo>
                  <a:pt x="886686" y="54390"/>
                </a:lnTo>
                <a:lnTo>
                  <a:pt x="886825" y="55623"/>
                </a:lnTo>
                <a:lnTo>
                  <a:pt x="886908" y="56895"/>
                </a:lnTo>
                <a:lnTo>
                  <a:pt x="886936" y="58208"/>
                </a:lnTo>
                <a:lnTo>
                  <a:pt x="886887" y="59711"/>
                </a:lnTo>
                <a:lnTo>
                  <a:pt x="886742" y="61179"/>
                </a:lnTo>
                <a:lnTo>
                  <a:pt x="886499" y="62609"/>
                </a:lnTo>
                <a:lnTo>
                  <a:pt x="886159" y="64003"/>
                </a:lnTo>
                <a:lnTo>
                  <a:pt x="885722" y="65360"/>
                </a:lnTo>
                <a:lnTo>
                  <a:pt x="885188" y="66681"/>
                </a:lnTo>
                <a:lnTo>
                  <a:pt x="884557" y="67965"/>
                </a:lnTo>
                <a:lnTo>
                  <a:pt x="883829" y="69212"/>
                </a:lnTo>
                <a:lnTo>
                  <a:pt x="883004" y="70422"/>
                </a:lnTo>
                <a:lnTo>
                  <a:pt x="882081" y="71596"/>
                </a:lnTo>
                <a:lnTo>
                  <a:pt x="881062" y="72734"/>
                </a:lnTo>
                <a:lnTo>
                  <a:pt x="879945" y="73834"/>
                </a:lnTo>
                <a:lnTo>
                  <a:pt x="878747" y="74871"/>
                </a:lnTo>
                <a:lnTo>
                  <a:pt x="877483" y="75818"/>
                </a:lnTo>
                <a:lnTo>
                  <a:pt x="876152" y="76675"/>
                </a:lnTo>
                <a:lnTo>
                  <a:pt x="874754" y="77442"/>
                </a:lnTo>
                <a:lnTo>
                  <a:pt x="873290" y="78118"/>
                </a:lnTo>
                <a:lnTo>
                  <a:pt x="871760" y="78705"/>
                </a:lnTo>
                <a:lnTo>
                  <a:pt x="870164" y="79201"/>
                </a:lnTo>
                <a:lnTo>
                  <a:pt x="868501" y="79606"/>
                </a:lnTo>
                <a:lnTo>
                  <a:pt x="866772" y="79922"/>
                </a:lnTo>
                <a:lnTo>
                  <a:pt x="864976" y="80148"/>
                </a:lnTo>
                <a:lnTo>
                  <a:pt x="863114" y="80283"/>
                </a:lnTo>
                <a:lnTo>
                  <a:pt x="861186" y="80328"/>
                </a:lnTo>
                <a:lnTo>
                  <a:pt x="860376" y="80318"/>
                </a:lnTo>
                <a:lnTo>
                  <a:pt x="859563" y="80288"/>
                </a:lnTo>
                <a:lnTo>
                  <a:pt x="858747" y="80237"/>
                </a:lnTo>
                <a:lnTo>
                  <a:pt x="857928" y="80167"/>
                </a:lnTo>
                <a:lnTo>
                  <a:pt x="857107" y="80076"/>
                </a:lnTo>
                <a:lnTo>
                  <a:pt x="856282" y="79965"/>
                </a:lnTo>
                <a:lnTo>
                  <a:pt x="855454" y="79834"/>
                </a:lnTo>
                <a:lnTo>
                  <a:pt x="854623" y="79682"/>
                </a:lnTo>
                <a:lnTo>
                  <a:pt x="853790" y="79511"/>
                </a:lnTo>
                <a:lnTo>
                  <a:pt x="852953" y="79319"/>
                </a:lnTo>
                <a:lnTo>
                  <a:pt x="852114" y="79107"/>
                </a:lnTo>
                <a:lnTo>
                  <a:pt x="851271" y="78875"/>
                </a:lnTo>
                <a:lnTo>
                  <a:pt x="850762" y="79321"/>
                </a:lnTo>
                <a:lnTo>
                  <a:pt x="850281" y="79757"/>
                </a:lnTo>
                <a:lnTo>
                  <a:pt x="849829" y="80185"/>
                </a:lnTo>
                <a:lnTo>
                  <a:pt x="849404" y="80602"/>
                </a:lnTo>
                <a:lnTo>
                  <a:pt x="849008" y="81011"/>
                </a:lnTo>
                <a:lnTo>
                  <a:pt x="848641" y="81410"/>
                </a:lnTo>
                <a:lnTo>
                  <a:pt x="848301" y="81800"/>
                </a:lnTo>
                <a:lnTo>
                  <a:pt x="847990" y="82180"/>
                </a:lnTo>
                <a:lnTo>
                  <a:pt x="847707" y="82551"/>
                </a:lnTo>
                <a:lnTo>
                  <a:pt x="847452" y="82913"/>
                </a:lnTo>
                <a:lnTo>
                  <a:pt x="847225" y="83265"/>
                </a:lnTo>
                <a:lnTo>
                  <a:pt x="847027" y="83608"/>
                </a:lnTo>
                <a:lnTo>
                  <a:pt x="846850" y="83942"/>
                </a:lnTo>
                <a:lnTo>
                  <a:pt x="846689" y="84267"/>
                </a:lnTo>
                <a:lnTo>
                  <a:pt x="846543" y="84584"/>
                </a:lnTo>
                <a:lnTo>
                  <a:pt x="846413" y="84893"/>
                </a:lnTo>
                <a:lnTo>
                  <a:pt x="846297" y="85193"/>
                </a:lnTo>
                <a:lnTo>
                  <a:pt x="846198" y="85484"/>
                </a:lnTo>
                <a:lnTo>
                  <a:pt x="846113" y="85768"/>
                </a:lnTo>
                <a:lnTo>
                  <a:pt x="846044" y="86042"/>
                </a:lnTo>
                <a:lnTo>
                  <a:pt x="845990" y="86309"/>
                </a:lnTo>
                <a:lnTo>
                  <a:pt x="845952" y="86567"/>
                </a:lnTo>
                <a:lnTo>
                  <a:pt x="845929" y="86816"/>
                </a:lnTo>
                <a:lnTo>
                  <a:pt x="845921" y="87058"/>
                </a:lnTo>
                <a:lnTo>
                  <a:pt x="845929" y="87259"/>
                </a:lnTo>
                <a:lnTo>
                  <a:pt x="845954" y="87459"/>
                </a:lnTo>
                <a:lnTo>
                  <a:pt x="845995" y="87658"/>
                </a:lnTo>
                <a:lnTo>
                  <a:pt x="846052" y="87857"/>
                </a:lnTo>
                <a:lnTo>
                  <a:pt x="846126" y="88054"/>
                </a:lnTo>
                <a:lnTo>
                  <a:pt x="846215" y="88250"/>
                </a:lnTo>
                <a:lnTo>
                  <a:pt x="846322" y="88446"/>
                </a:lnTo>
                <a:lnTo>
                  <a:pt x="846444" y="88640"/>
                </a:lnTo>
                <a:lnTo>
                  <a:pt x="846583" y="88833"/>
                </a:lnTo>
                <a:lnTo>
                  <a:pt x="846739" y="89026"/>
                </a:lnTo>
                <a:lnTo>
                  <a:pt x="846910" y="89217"/>
                </a:lnTo>
                <a:lnTo>
                  <a:pt x="847098" y="89408"/>
                </a:lnTo>
                <a:lnTo>
                  <a:pt x="847310" y="89593"/>
                </a:lnTo>
                <a:lnTo>
                  <a:pt x="847553" y="89769"/>
                </a:lnTo>
                <a:lnTo>
                  <a:pt x="847827" y="89936"/>
                </a:lnTo>
                <a:lnTo>
                  <a:pt x="848132" y="90095"/>
                </a:lnTo>
                <a:lnTo>
                  <a:pt x="848469" y="90244"/>
                </a:lnTo>
                <a:lnTo>
                  <a:pt x="848837" y="90385"/>
                </a:lnTo>
                <a:lnTo>
                  <a:pt x="849236" y="90517"/>
                </a:lnTo>
                <a:lnTo>
                  <a:pt x="849666" y="90640"/>
                </a:lnTo>
                <a:lnTo>
                  <a:pt x="850127" y="90754"/>
                </a:lnTo>
                <a:lnTo>
                  <a:pt x="850620" y="90859"/>
                </a:lnTo>
                <a:lnTo>
                  <a:pt x="851144" y="90956"/>
                </a:lnTo>
                <a:lnTo>
                  <a:pt x="851699" y="91043"/>
                </a:lnTo>
                <a:lnTo>
                  <a:pt x="852073" y="91090"/>
                </a:lnTo>
                <a:lnTo>
                  <a:pt x="852531" y="91136"/>
                </a:lnTo>
                <a:lnTo>
                  <a:pt x="853072" y="91181"/>
                </a:lnTo>
                <a:lnTo>
                  <a:pt x="853696" y="91225"/>
                </a:lnTo>
                <a:lnTo>
                  <a:pt x="854404" y="91268"/>
                </a:lnTo>
                <a:lnTo>
                  <a:pt x="855194" y="91310"/>
                </a:lnTo>
                <a:lnTo>
                  <a:pt x="856068" y="91351"/>
                </a:lnTo>
                <a:lnTo>
                  <a:pt x="857025" y="91391"/>
                </a:lnTo>
                <a:lnTo>
                  <a:pt x="858065" y="91431"/>
                </a:lnTo>
                <a:lnTo>
                  <a:pt x="859189" y="91469"/>
                </a:lnTo>
                <a:lnTo>
                  <a:pt x="860395" y="91506"/>
                </a:lnTo>
                <a:lnTo>
                  <a:pt x="861685" y="91542"/>
                </a:lnTo>
                <a:lnTo>
                  <a:pt x="864062" y="91603"/>
                </a:lnTo>
                <a:lnTo>
                  <a:pt x="866296" y="91668"/>
                </a:lnTo>
                <a:lnTo>
                  <a:pt x="868386" y="91737"/>
                </a:lnTo>
                <a:lnTo>
                  <a:pt x="870332" y="91810"/>
                </a:lnTo>
                <a:lnTo>
                  <a:pt x="872134" y="91887"/>
                </a:lnTo>
                <a:lnTo>
                  <a:pt x="873793" y="91967"/>
                </a:lnTo>
                <a:lnTo>
                  <a:pt x="875309" y="92052"/>
                </a:lnTo>
                <a:lnTo>
                  <a:pt x="876680" y="92141"/>
                </a:lnTo>
                <a:lnTo>
                  <a:pt x="877908" y="92234"/>
                </a:lnTo>
                <a:lnTo>
                  <a:pt x="878992" y="92331"/>
                </a:lnTo>
                <a:lnTo>
                  <a:pt x="879933" y="92432"/>
                </a:lnTo>
                <a:lnTo>
                  <a:pt x="880730" y="92537"/>
                </a:lnTo>
                <a:lnTo>
                  <a:pt x="881817" y="92712"/>
                </a:lnTo>
                <a:lnTo>
                  <a:pt x="882867" y="92930"/>
                </a:lnTo>
                <a:lnTo>
                  <a:pt x="883880" y="93191"/>
                </a:lnTo>
                <a:lnTo>
                  <a:pt x="884855" y="93494"/>
                </a:lnTo>
                <a:lnTo>
                  <a:pt x="885794" y="93839"/>
                </a:lnTo>
                <a:lnTo>
                  <a:pt x="886695" y="94227"/>
                </a:lnTo>
                <a:lnTo>
                  <a:pt x="887559" y="94658"/>
                </a:lnTo>
                <a:lnTo>
                  <a:pt x="888386" y="95131"/>
                </a:lnTo>
                <a:lnTo>
                  <a:pt x="889176" y="95646"/>
                </a:lnTo>
                <a:lnTo>
                  <a:pt x="889929" y="96204"/>
                </a:lnTo>
                <a:lnTo>
                  <a:pt x="890644" y="96805"/>
                </a:lnTo>
                <a:lnTo>
                  <a:pt x="891322" y="97448"/>
                </a:lnTo>
                <a:lnTo>
                  <a:pt x="891955" y="98125"/>
                </a:lnTo>
                <a:lnTo>
                  <a:pt x="892532" y="98827"/>
                </a:lnTo>
                <a:lnTo>
                  <a:pt x="893054" y="99555"/>
                </a:lnTo>
                <a:lnTo>
                  <a:pt x="893522" y="100309"/>
                </a:lnTo>
                <a:lnTo>
                  <a:pt x="893934" y="101089"/>
                </a:lnTo>
                <a:lnTo>
                  <a:pt x="894292" y="101894"/>
                </a:lnTo>
                <a:lnTo>
                  <a:pt x="894594" y="102725"/>
                </a:lnTo>
                <a:lnTo>
                  <a:pt x="894841" y="103582"/>
                </a:lnTo>
                <a:lnTo>
                  <a:pt x="895034" y="104465"/>
                </a:lnTo>
                <a:lnTo>
                  <a:pt x="895171" y="105373"/>
                </a:lnTo>
                <a:lnTo>
                  <a:pt x="895254" y="106307"/>
                </a:lnTo>
                <a:lnTo>
                  <a:pt x="895281" y="107266"/>
                </a:lnTo>
                <a:lnTo>
                  <a:pt x="895229" y="108600"/>
                </a:lnTo>
                <a:lnTo>
                  <a:pt x="895071" y="109919"/>
                </a:lnTo>
                <a:lnTo>
                  <a:pt x="894809" y="111224"/>
                </a:lnTo>
                <a:lnTo>
                  <a:pt x="894441" y="112516"/>
                </a:lnTo>
                <a:lnTo>
                  <a:pt x="893969" y="113794"/>
                </a:lnTo>
                <a:lnTo>
                  <a:pt x="893391" y="115058"/>
                </a:lnTo>
                <a:lnTo>
                  <a:pt x="892708" y="116308"/>
                </a:lnTo>
                <a:lnTo>
                  <a:pt x="891921" y="117545"/>
                </a:lnTo>
                <a:lnTo>
                  <a:pt x="891028" y="118767"/>
                </a:lnTo>
                <a:lnTo>
                  <a:pt x="890031" y="119976"/>
                </a:lnTo>
                <a:lnTo>
                  <a:pt x="888928" y="121171"/>
                </a:lnTo>
                <a:lnTo>
                  <a:pt x="887720" y="122352"/>
                </a:lnTo>
                <a:lnTo>
                  <a:pt x="885819" y="124012"/>
                </a:lnTo>
                <a:lnTo>
                  <a:pt x="883823" y="125527"/>
                </a:lnTo>
                <a:lnTo>
                  <a:pt x="881733" y="126897"/>
                </a:lnTo>
                <a:lnTo>
                  <a:pt x="879549" y="128124"/>
                </a:lnTo>
                <a:lnTo>
                  <a:pt x="877271" y="129206"/>
                </a:lnTo>
                <a:lnTo>
                  <a:pt x="874899" y="130144"/>
                </a:lnTo>
                <a:lnTo>
                  <a:pt x="872433" y="130937"/>
                </a:lnTo>
                <a:lnTo>
                  <a:pt x="869872" y="131586"/>
                </a:lnTo>
                <a:lnTo>
                  <a:pt x="867218" y="132091"/>
                </a:lnTo>
                <a:lnTo>
                  <a:pt x="864469" y="132452"/>
                </a:lnTo>
                <a:lnTo>
                  <a:pt x="861626" y="132668"/>
                </a:lnTo>
                <a:lnTo>
                  <a:pt x="858689" y="132741"/>
                </a:lnTo>
                <a:lnTo>
                  <a:pt x="856425" y="132698"/>
                </a:lnTo>
                <a:lnTo>
                  <a:pt x="854219" y="132569"/>
                </a:lnTo>
                <a:lnTo>
                  <a:pt x="852073" y="132354"/>
                </a:lnTo>
                <a:lnTo>
                  <a:pt x="849987" y="132053"/>
                </a:lnTo>
                <a:lnTo>
                  <a:pt x="847960" y="131667"/>
                </a:lnTo>
                <a:lnTo>
                  <a:pt x="845993" y="131194"/>
                </a:lnTo>
                <a:lnTo>
                  <a:pt x="844084" y="130635"/>
                </a:lnTo>
                <a:lnTo>
                  <a:pt x="842236" y="129991"/>
                </a:lnTo>
                <a:lnTo>
                  <a:pt x="840447" y="129261"/>
                </a:lnTo>
                <a:lnTo>
                  <a:pt x="838717" y="128444"/>
                </a:lnTo>
                <a:lnTo>
                  <a:pt x="837047" y="127542"/>
                </a:lnTo>
                <a:lnTo>
                  <a:pt x="835436" y="126554"/>
                </a:lnTo>
                <a:lnTo>
                  <a:pt x="834581" y="125959"/>
                </a:lnTo>
                <a:lnTo>
                  <a:pt x="833801" y="125361"/>
                </a:lnTo>
                <a:lnTo>
                  <a:pt x="833095" y="124758"/>
                </a:lnTo>
                <a:lnTo>
                  <a:pt x="832464" y="124152"/>
                </a:lnTo>
                <a:lnTo>
                  <a:pt x="831906" y="123541"/>
                </a:lnTo>
                <a:lnTo>
                  <a:pt x="831423" y="122927"/>
                </a:lnTo>
                <a:lnTo>
                  <a:pt x="831015" y="122308"/>
                </a:lnTo>
                <a:lnTo>
                  <a:pt x="830680" y="121686"/>
                </a:lnTo>
                <a:lnTo>
                  <a:pt x="830420" y="121060"/>
                </a:lnTo>
                <a:lnTo>
                  <a:pt x="830235" y="120429"/>
                </a:lnTo>
                <a:lnTo>
                  <a:pt x="830123" y="119795"/>
                </a:lnTo>
                <a:lnTo>
                  <a:pt x="830086" y="119157"/>
                </a:lnTo>
                <a:lnTo>
                  <a:pt x="830092" y="118873"/>
                </a:lnTo>
                <a:lnTo>
                  <a:pt x="830108" y="118589"/>
                </a:lnTo>
                <a:lnTo>
                  <a:pt x="830135" y="118304"/>
                </a:lnTo>
                <a:lnTo>
                  <a:pt x="830173" y="118020"/>
                </a:lnTo>
                <a:lnTo>
                  <a:pt x="830222" y="117736"/>
                </a:lnTo>
                <a:lnTo>
                  <a:pt x="830282" y="117452"/>
                </a:lnTo>
                <a:lnTo>
                  <a:pt x="830353" y="117167"/>
                </a:lnTo>
                <a:lnTo>
                  <a:pt x="830435" y="116883"/>
                </a:lnTo>
                <a:lnTo>
                  <a:pt x="830527" y="116599"/>
                </a:lnTo>
                <a:lnTo>
                  <a:pt x="830631" y="116314"/>
                </a:lnTo>
                <a:lnTo>
                  <a:pt x="830745" y="116030"/>
                </a:lnTo>
                <a:lnTo>
                  <a:pt x="830871" y="115745"/>
                </a:lnTo>
                <a:lnTo>
                  <a:pt x="831091" y="115292"/>
                </a:lnTo>
                <a:lnTo>
                  <a:pt x="831346" y="114810"/>
                </a:lnTo>
                <a:lnTo>
                  <a:pt x="831637" y="114300"/>
                </a:lnTo>
                <a:lnTo>
                  <a:pt x="831964" y="113761"/>
                </a:lnTo>
                <a:lnTo>
                  <a:pt x="832327" y="113194"/>
                </a:lnTo>
                <a:lnTo>
                  <a:pt x="832725" y="112597"/>
                </a:lnTo>
                <a:lnTo>
                  <a:pt x="833159" y="111973"/>
                </a:lnTo>
                <a:lnTo>
                  <a:pt x="833629" y="111319"/>
                </a:lnTo>
                <a:lnTo>
                  <a:pt x="834134" y="110637"/>
                </a:lnTo>
                <a:lnTo>
                  <a:pt x="834675" y="109926"/>
                </a:lnTo>
                <a:lnTo>
                  <a:pt x="835252" y="109187"/>
                </a:lnTo>
                <a:lnTo>
                  <a:pt x="835864" y="108419"/>
                </a:lnTo>
                <a:lnTo>
                  <a:pt x="835991" y="108268"/>
                </a:lnTo>
                <a:lnTo>
                  <a:pt x="836205" y="108028"/>
                </a:lnTo>
                <a:lnTo>
                  <a:pt x="836506" y="107700"/>
                </a:lnTo>
                <a:lnTo>
                  <a:pt x="836894" y="107282"/>
                </a:lnTo>
                <a:lnTo>
                  <a:pt x="837370" y="106775"/>
                </a:lnTo>
                <a:lnTo>
                  <a:pt x="837932" y="106180"/>
                </a:lnTo>
                <a:lnTo>
                  <a:pt x="838582" y="105495"/>
                </a:lnTo>
                <a:lnTo>
                  <a:pt x="839319" y="104722"/>
                </a:lnTo>
                <a:lnTo>
                  <a:pt x="840144" y="103860"/>
                </a:lnTo>
                <a:lnTo>
                  <a:pt x="841055" y="102909"/>
                </a:lnTo>
                <a:lnTo>
                  <a:pt x="842054" y="101868"/>
                </a:lnTo>
                <a:lnTo>
                  <a:pt x="843139" y="100739"/>
                </a:lnTo>
                <a:lnTo>
                  <a:pt x="842536" y="100374"/>
                </a:lnTo>
                <a:lnTo>
                  <a:pt x="841963" y="100016"/>
                </a:lnTo>
                <a:lnTo>
                  <a:pt x="841421" y="99663"/>
                </a:lnTo>
                <a:lnTo>
                  <a:pt x="840908" y="99318"/>
                </a:lnTo>
                <a:lnTo>
                  <a:pt x="840426" y="98978"/>
                </a:lnTo>
                <a:lnTo>
                  <a:pt x="839974" y="98645"/>
                </a:lnTo>
                <a:lnTo>
                  <a:pt x="839552" y="98319"/>
                </a:lnTo>
                <a:lnTo>
                  <a:pt x="839161" y="97999"/>
                </a:lnTo>
                <a:lnTo>
                  <a:pt x="838799" y="97685"/>
                </a:lnTo>
                <a:lnTo>
                  <a:pt x="838468" y="97378"/>
                </a:lnTo>
                <a:lnTo>
                  <a:pt x="838167" y="97077"/>
                </a:lnTo>
                <a:lnTo>
                  <a:pt x="837897" y="96783"/>
                </a:lnTo>
                <a:lnTo>
                  <a:pt x="837652" y="96488"/>
                </a:lnTo>
                <a:lnTo>
                  <a:pt x="837428" y="96187"/>
                </a:lnTo>
                <a:lnTo>
                  <a:pt x="837226" y="95880"/>
                </a:lnTo>
                <a:lnTo>
                  <a:pt x="837045" y="95567"/>
                </a:lnTo>
                <a:lnTo>
                  <a:pt x="836885" y="95246"/>
                </a:lnTo>
                <a:lnTo>
                  <a:pt x="836746" y="94920"/>
                </a:lnTo>
                <a:lnTo>
                  <a:pt x="836629" y="94587"/>
                </a:lnTo>
                <a:lnTo>
                  <a:pt x="836533" y="94248"/>
                </a:lnTo>
                <a:lnTo>
                  <a:pt x="836459" y="93902"/>
                </a:lnTo>
                <a:lnTo>
                  <a:pt x="836406" y="93550"/>
                </a:lnTo>
                <a:lnTo>
                  <a:pt x="836374" y="93191"/>
                </a:lnTo>
                <a:lnTo>
                  <a:pt x="836363" y="92826"/>
                </a:lnTo>
                <a:lnTo>
                  <a:pt x="836377" y="92404"/>
                </a:lnTo>
                <a:lnTo>
                  <a:pt x="836420" y="91970"/>
                </a:lnTo>
                <a:lnTo>
                  <a:pt x="836490" y="91524"/>
                </a:lnTo>
                <a:lnTo>
                  <a:pt x="836589" y="91066"/>
                </a:lnTo>
                <a:lnTo>
                  <a:pt x="836716" y="90597"/>
                </a:lnTo>
                <a:lnTo>
                  <a:pt x="836871" y="90115"/>
                </a:lnTo>
                <a:lnTo>
                  <a:pt x="837055" y="89622"/>
                </a:lnTo>
                <a:lnTo>
                  <a:pt x="837267" y="89117"/>
                </a:lnTo>
                <a:lnTo>
                  <a:pt x="837507" y="88600"/>
                </a:lnTo>
                <a:lnTo>
                  <a:pt x="837775" y="88071"/>
                </a:lnTo>
                <a:lnTo>
                  <a:pt x="838071" y="87530"/>
                </a:lnTo>
                <a:lnTo>
                  <a:pt x="838396" y="86978"/>
                </a:lnTo>
                <a:lnTo>
                  <a:pt x="838772" y="86400"/>
                </a:lnTo>
                <a:lnTo>
                  <a:pt x="839221" y="85783"/>
                </a:lnTo>
                <a:lnTo>
                  <a:pt x="839745" y="85128"/>
                </a:lnTo>
                <a:lnTo>
                  <a:pt x="840342" y="84434"/>
                </a:lnTo>
                <a:lnTo>
                  <a:pt x="841013" y="83702"/>
                </a:lnTo>
                <a:lnTo>
                  <a:pt x="841757" y="82931"/>
                </a:lnTo>
                <a:lnTo>
                  <a:pt x="842576" y="82122"/>
                </a:lnTo>
                <a:lnTo>
                  <a:pt x="843468" y="81274"/>
                </a:lnTo>
                <a:lnTo>
                  <a:pt x="844434" y="80387"/>
                </a:lnTo>
                <a:lnTo>
                  <a:pt x="845474" y="79462"/>
                </a:lnTo>
                <a:lnTo>
                  <a:pt x="846588" y="78498"/>
                </a:lnTo>
                <a:lnTo>
                  <a:pt x="847776" y="77495"/>
                </a:lnTo>
                <a:moveTo>
                  <a:pt x="860187" y="37743"/>
                </a:moveTo>
                <a:lnTo>
                  <a:pt x="859319" y="37772"/>
                </a:lnTo>
                <a:lnTo>
                  <a:pt x="858475" y="37859"/>
                </a:lnTo>
                <a:lnTo>
                  <a:pt x="857655" y="38004"/>
                </a:lnTo>
                <a:lnTo>
                  <a:pt x="856858" y="38207"/>
                </a:lnTo>
                <a:lnTo>
                  <a:pt x="856086" y="38468"/>
                </a:lnTo>
                <a:lnTo>
                  <a:pt x="855337" y="38788"/>
                </a:lnTo>
                <a:lnTo>
                  <a:pt x="854612" y="39165"/>
                </a:lnTo>
                <a:lnTo>
                  <a:pt x="853910" y="39600"/>
                </a:lnTo>
                <a:lnTo>
                  <a:pt x="853233" y="40094"/>
                </a:lnTo>
                <a:lnTo>
                  <a:pt x="852579" y="40645"/>
                </a:lnTo>
                <a:lnTo>
                  <a:pt x="851949" y="41255"/>
                </a:lnTo>
                <a:lnTo>
                  <a:pt x="851342" y="41922"/>
                </a:lnTo>
                <a:lnTo>
                  <a:pt x="850773" y="42649"/>
                </a:lnTo>
                <a:lnTo>
                  <a:pt x="850253" y="43438"/>
                </a:lnTo>
                <a:lnTo>
                  <a:pt x="849782" y="44290"/>
                </a:lnTo>
                <a:lnTo>
                  <a:pt x="849361" y="45203"/>
                </a:lnTo>
                <a:lnTo>
                  <a:pt x="848989" y="46178"/>
                </a:lnTo>
                <a:lnTo>
                  <a:pt x="848667" y="47215"/>
                </a:lnTo>
                <a:lnTo>
                  <a:pt x="848395" y="48314"/>
                </a:lnTo>
                <a:lnTo>
                  <a:pt x="848172" y="49476"/>
                </a:lnTo>
                <a:lnTo>
                  <a:pt x="847999" y="50699"/>
                </a:lnTo>
                <a:lnTo>
                  <a:pt x="847875" y="51984"/>
                </a:lnTo>
                <a:lnTo>
                  <a:pt x="847801" y="53331"/>
                </a:lnTo>
                <a:lnTo>
                  <a:pt x="847776" y="54740"/>
                </a:lnTo>
                <a:lnTo>
                  <a:pt x="847809" y="56571"/>
                </a:lnTo>
                <a:lnTo>
                  <a:pt x="847911" y="58331"/>
                </a:lnTo>
                <a:lnTo>
                  <a:pt x="848079" y="60022"/>
                </a:lnTo>
                <a:lnTo>
                  <a:pt x="848315" y="61642"/>
                </a:lnTo>
                <a:lnTo>
                  <a:pt x="848618" y="63193"/>
                </a:lnTo>
                <a:lnTo>
                  <a:pt x="848988" y="64674"/>
                </a:lnTo>
                <a:lnTo>
                  <a:pt x="849426" y="66085"/>
                </a:lnTo>
                <a:lnTo>
                  <a:pt x="849932" y="67426"/>
                </a:lnTo>
                <a:lnTo>
                  <a:pt x="850504" y="68697"/>
                </a:lnTo>
                <a:lnTo>
                  <a:pt x="851144" y="69899"/>
                </a:lnTo>
                <a:lnTo>
                  <a:pt x="851851" y="71030"/>
                </a:lnTo>
                <a:lnTo>
                  <a:pt x="852626" y="72092"/>
                </a:lnTo>
                <a:lnTo>
                  <a:pt x="853258" y="72839"/>
                </a:lnTo>
                <a:lnTo>
                  <a:pt x="853918" y="73520"/>
                </a:lnTo>
                <a:lnTo>
                  <a:pt x="854606" y="74137"/>
                </a:lnTo>
                <a:lnTo>
                  <a:pt x="855321" y="74689"/>
                </a:lnTo>
                <a:lnTo>
                  <a:pt x="856064" y="75176"/>
                </a:lnTo>
                <a:lnTo>
                  <a:pt x="856835" y="75598"/>
                </a:lnTo>
                <a:lnTo>
                  <a:pt x="857633" y="75956"/>
                </a:lnTo>
                <a:lnTo>
                  <a:pt x="858459" y="76248"/>
                </a:lnTo>
                <a:lnTo>
                  <a:pt x="859313" y="76475"/>
                </a:lnTo>
                <a:lnTo>
                  <a:pt x="860195" y="76638"/>
                </a:lnTo>
                <a:lnTo>
                  <a:pt x="861105" y="76735"/>
                </a:lnTo>
                <a:lnTo>
                  <a:pt x="862042" y="76767"/>
                </a:lnTo>
                <a:lnTo>
                  <a:pt x="862932" y="76739"/>
                </a:lnTo>
                <a:lnTo>
                  <a:pt x="863795" y="76655"/>
                </a:lnTo>
                <a:lnTo>
                  <a:pt x="864632" y="76515"/>
                </a:lnTo>
                <a:lnTo>
                  <a:pt x="865442" y="76319"/>
                </a:lnTo>
                <a:lnTo>
                  <a:pt x="866225" y="76067"/>
                </a:lnTo>
                <a:lnTo>
                  <a:pt x="866981" y="75758"/>
                </a:lnTo>
                <a:lnTo>
                  <a:pt x="867711" y="75394"/>
                </a:lnTo>
                <a:lnTo>
                  <a:pt x="868414" y="74973"/>
                </a:lnTo>
                <a:lnTo>
                  <a:pt x="869090" y="74497"/>
                </a:lnTo>
                <a:lnTo>
                  <a:pt x="869739" y="73964"/>
                </a:lnTo>
                <a:lnTo>
                  <a:pt x="870362" y="73375"/>
                </a:lnTo>
                <a:lnTo>
                  <a:pt x="870958" y="72731"/>
                </a:lnTo>
                <a:lnTo>
                  <a:pt x="871516" y="72026"/>
                </a:lnTo>
                <a:lnTo>
                  <a:pt x="872026" y="71257"/>
                </a:lnTo>
                <a:lnTo>
                  <a:pt x="872487" y="70424"/>
                </a:lnTo>
                <a:lnTo>
                  <a:pt x="872900" y="69528"/>
                </a:lnTo>
                <a:lnTo>
                  <a:pt x="873264" y="68567"/>
                </a:lnTo>
                <a:lnTo>
                  <a:pt x="873579" y="67543"/>
                </a:lnTo>
                <a:lnTo>
                  <a:pt x="873846" y="66454"/>
                </a:lnTo>
                <a:lnTo>
                  <a:pt x="874065" y="65302"/>
                </a:lnTo>
                <a:lnTo>
                  <a:pt x="874235" y="64085"/>
                </a:lnTo>
                <a:lnTo>
                  <a:pt x="874356" y="62805"/>
                </a:lnTo>
                <a:lnTo>
                  <a:pt x="874429" y="61461"/>
                </a:lnTo>
                <a:lnTo>
                  <a:pt x="874453" y="60052"/>
                </a:lnTo>
                <a:lnTo>
                  <a:pt x="874419" y="58210"/>
                </a:lnTo>
                <a:lnTo>
                  <a:pt x="874316" y="56435"/>
                </a:lnTo>
                <a:lnTo>
                  <a:pt x="874145" y="54727"/>
                </a:lnTo>
                <a:lnTo>
                  <a:pt x="873906" y="53088"/>
                </a:lnTo>
                <a:lnTo>
                  <a:pt x="873599" y="51517"/>
                </a:lnTo>
                <a:lnTo>
                  <a:pt x="873223" y="50013"/>
                </a:lnTo>
                <a:lnTo>
                  <a:pt x="872778" y="48577"/>
                </a:lnTo>
                <a:lnTo>
                  <a:pt x="872266" y="47209"/>
                </a:lnTo>
                <a:lnTo>
                  <a:pt x="871685" y="45909"/>
                </a:lnTo>
                <a:lnTo>
                  <a:pt x="871035" y="44677"/>
                </a:lnTo>
                <a:lnTo>
                  <a:pt x="870317" y="43513"/>
                </a:lnTo>
                <a:lnTo>
                  <a:pt x="869531" y="42416"/>
                </a:lnTo>
                <a:lnTo>
                  <a:pt x="868911" y="41670"/>
                </a:lnTo>
                <a:lnTo>
                  <a:pt x="868261" y="40988"/>
                </a:lnTo>
                <a:lnTo>
                  <a:pt x="867583" y="40372"/>
                </a:lnTo>
                <a:lnTo>
                  <a:pt x="866876" y="39820"/>
                </a:lnTo>
                <a:lnTo>
                  <a:pt x="866141" y="39333"/>
                </a:lnTo>
                <a:lnTo>
                  <a:pt x="865376" y="38911"/>
                </a:lnTo>
                <a:lnTo>
                  <a:pt x="864583" y="38554"/>
                </a:lnTo>
                <a:lnTo>
                  <a:pt x="863762" y="38262"/>
                </a:lnTo>
                <a:lnTo>
                  <a:pt x="862911" y="38035"/>
                </a:lnTo>
                <a:lnTo>
                  <a:pt x="862032" y="37873"/>
                </a:lnTo>
                <a:lnTo>
                  <a:pt x="861124" y="37775"/>
                </a:lnTo>
                <a:lnTo>
                  <a:pt x="860187" y="37743"/>
                </a:lnTo>
                <a:moveTo>
                  <a:pt x="847063" y="101307"/>
                </a:moveTo>
                <a:lnTo>
                  <a:pt x="846515" y="101908"/>
                </a:lnTo>
                <a:lnTo>
                  <a:pt x="845991" y="102501"/>
                </a:lnTo>
                <a:lnTo>
                  <a:pt x="845489" y="103088"/>
                </a:lnTo>
                <a:lnTo>
                  <a:pt x="845010" y="103668"/>
                </a:lnTo>
                <a:lnTo>
                  <a:pt x="844554" y="104241"/>
                </a:lnTo>
                <a:lnTo>
                  <a:pt x="844120" y="104807"/>
                </a:lnTo>
                <a:lnTo>
                  <a:pt x="843710" y="105367"/>
                </a:lnTo>
                <a:lnTo>
                  <a:pt x="843322" y="105919"/>
                </a:lnTo>
                <a:lnTo>
                  <a:pt x="842957" y="106464"/>
                </a:lnTo>
                <a:lnTo>
                  <a:pt x="842614" y="107003"/>
                </a:lnTo>
                <a:lnTo>
                  <a:pt x="842295" y="107534"/>
                </a:lnTo>
                <a:lnTo>
                  <a:pt x="841998" y="108059"/>
                </a:lnTo>
                <a:lnTo>
                  <a:pt x="841725" y="108577"/>
                </a:lnTo>
                <a:lnTo>
                  <a:pt x="841475" y="109088"/>
                </a:lnTo>
                <a:lnTo>
                  <a:pt x="841249" y="109592"/>
                </a:lnTo>
                <a:lnTo>
                  <a:pt x="841047" y="110089"/>
                </a:lnTo>
                <a:lnTo>
                  <a:pt x="840869" y="110580"/>
                </a:lnTo>
                <a:lnTo>
                  <a:pt x="840714" y="111063"/>
                </a:lnTo>
                <a:lnTo>
                  <a:pt x="840583" y="111539"/>
                </a:lnTo>
                <a:lnTo>
                  <a:pt x="840476" y="112009"/>
                </a:lnTo>
                <a:lnTo>
                  <a:pt x="840393" y="112472"/>
                </a:lnTo>
                <a:lnTo>
                  <a:pt x="840334" y="112927"/>
                </a:lnTo>
                <a:lnTo>
                  <a:pt x="840298" y="113376"/>
                </a:lnTo>
                <a:lnTo>
                  <a:pt x="840286" y="113818"/>
                </a:lnTo>
                <a:lnTo>
                  <a:pt x="840315" y="114381"/>
                </a:lnTo>
                <a:lnTo>
                  <a:pt x="840401" y="114932"/>
                </a:lnTo>
                <a:lnTo>
                  <a:pt x="840545" y="115471"/>
                </a:lnTo>
                <a:lnTo>
                  <a:pt x="840746" y="115998"/>
                </a:lnTo>
                <a:lnTo>
                  <a:pt x="841004" y="116513"/>
                </a:lnTo>
                <a:lnTo>
                  <a:pt x="841320" y="117017"/>
                </a:lnTo>
                <a:lnTo>
                  <a:pt x="841694" y="117508"/>
                </a:lnTo>
                <a:lnTo>
                  <a:pt x="842125" y="117988"/>
                </a:lnTo>
                <a:lnTo>
                  <a:pt x="842613" y="118456"/>
                </a:lnTo>
                <a:lnTo>
                  <a:pt x="843159" y="118912"/>
                </a:lnTo>
                <a:lnTo>
                  <a:pt x="843763" y="119356"/>
                </a:lnTo>
                <a:lnTo>
                  <a:pt x="844423" y="119789"/>
                </a:lnTo>
                <a:lnTo>
                  <a:pt x="845656" y="120493"/>
                </a:lnTo>
                <a:lnTo>
                  <a:pt x="846977" y="121135"/>
                </a:lnTo>
                <a:lnTo>
                  <a:pt x="848387" y="121717"/>
                </a:lnTo>
                <a:lnTo>
                  <a:pt x="849884" y="122237"/>
                </a:lnTo>
                <a:lnTo>
                  <a:pt x="851470" y="122696"/>
                </a:lnTo>
                <a:lnTo>
                  <a:pt x="853143" y="123094"/>
                </a:lnTo>
                <a:lnTo>
                  <a:pt x="854905" y="123430"/>
                </a:lnTo>
                <a:lnTo>
                  <a:pt x="856755" y="123705"/>
                </a:lnTo>
                <a:lnTo>
                  <a:pt x="858694" y="123920"/>
                </a:lnTo>
                <a:lnTo>
                  <a:pt x="860720" y="124073"/>
                </a:lnTo>
                <a:lnTo>
                  <a:pt x="862835" y="124164"/>
                </a:lnTo>
                <a:lnTo>
                  <a:pt x="865038" y="124195"/>
                </a:lnTo>
                <a:lnTo>
                  <a:pt x="867131" y="124164"/>
                </a:lnTo>
                <a:lnTo>
                  <a:pt x="869130" y="124070"/>
                </a:lnTo>
                <a:lnTo>
                  <a:pt x="871036" y="123913"/>
                </a:lnTo>
                <a:lnTo>
                  <a:pt x="872848" y="123693"/>
                </a:lnTo>
                <a:lnTo>
                  <a:pt x="874567" y="123411"/>
                </a:lnTo>
                <a:lnTo>
                  <a:pt x="876192" y="123066"/>
                </a:lnTo>
                <a:lnTo>
                  <a:pt x="877723" y="122659"/>
                </a:lnTo>
                <a:lnTo>
                  <a:pt x="879161" y="122188"/>
                </a:lnTo>
                <a:lnTo>
                  <a:pt x="880505" y="121655"/>
                </a:lnTo>
                <a:lnTo>
                  <a:pt x="881755" y="121059"/>
                </a:lnTo>
                <a:lnTo>
                  <a:pt x="882912" y="120401"/>
                </a:lnTo>
                <a:lnTo>
                  <a:pt x="883976" y="119680"/>
                </a:lnTo>
                <a:lnTo>
                  <a:pt x="884950" y="118923"/>
                </a:lnTo>
                <a:lnTo>
                  <a:pt x="885839" y="118159"/>
                </a:lnTo>
                <a:lnTo>
                  <a:pt x="886644" y="117386"/>
                </a:lnTo>
                <a:lnTo>
                  <a:pt x="887364" y="116604"/>
                </a:lnTo>
                <a:lnTo>
                  <a:pt x="887999" y="115814"/>
                </a:lnTo>
                <a:lnTo>
                  <a:pt x="888550" y="115016"/>
                </a:lnTo>
                <a:lnTo>
                  <a:pt x="889015" y="114209"/>
                </a:lnTo>
                <a:lnTo>
                  <a:pt x="889397" y="113394"/>
                </a:lnTo>
                <a:lnTo>
                  <a:pt x="889693" y="112571"/>
                </a:lnTo>
                <a:lnTo>
                  <a:pt x="889905" y="111739"/>
                </a:lnTo>
                <a:lnTo>
                  <a:pt x="890032" y="110899"/>
                </a:lnTo>
                <a:lnTo>
                  <a:pt x="890074" y="110050"/>
                </a:lnTo>
                <a:lnTo>
                  <a:pt x="890049" y="109449"/>
                </a:lnTo>
                <a:lnTo>
                  <a:pt x="889973" y="108878"/>
                </a:lnTo>
                <a:lnTo>
                  <a:pt x="889847" y="108336"/>
                </a:lnTo>
                <a:lnTo>
                  <a:pt x="889670" y="107823"/>
                </a:lnTo>
                <a:lnTo>
                  <a:pt x="889443" y="107340"/>
                </a:lnTo>
                <a:lnTo>
                  <a:pt x="889165" y="106887"/>
                </a:lnTo>
                <a:lnTo>
                  <a:pt x="888836" y="106463"/>
                </a:lnTo>
                <a:lnTo>
                  <a:pt x="888457" y="106069"/>
                </a:lnTo>
                <a:lnTo>
                  <a:pt x="888028" y="105705"/>
                </a:lnTo>
                <a:lnTo>
                  <a:pt x="887548" y="105370"/>
                </a:lnTo>
                <a:lnTo>
                  <a:pt x="887017" y="105065"/>
                </a:lnTo>
                <a:lnTo>
                  <a:pt x="886436" y="104790"/>
                </a:lnTo>
                <a:lnTo>
                  <a:pt x="885768" y="104538"/>
                </a:lnTo>
                <a:lnTo>
                  <a:pt x="884998" y="104304"/>
                </a:lnTo>
                <a:lnTo>
                  <a:pt x="884127" y="104087"/>
                </a:lnTo>
                <a:lnTo>
                  <a:pt x="883155" y="103889"/>
                </a:lnTo>
                <a:lnTo>
                  <a:pt x="882082" y="103708"/>
                </a:lnTo>
                <a:lnTo>
                  <a:pt x="880908" y="103546"/>
                </a:lnTo>
                <a:lnTo>
                  <a:pt x="879633" y="103401"/>
                </a:lnTo>
                <a:lnTo>
                  <a:pt x="878257" y="103273"/>
                </a:lnTo>
                <a:lnTo>
                  <a:pt x="876780" y="103164"/>
                </a:lnTo>
                <a:lnTo>
                  <a:pt x="875202" y="103072"/>
                </a:lnTo>
                <a:lnTo>
                  <a:pt x="873523" y="102999"/>
                </a:lnTo>
                <a:lnTo>
                  <a:pt x="871743" y="102943"/>
                </a:lnTo>
                <a:lnTo>
                  <a:pt x="869119" y="102866"/>
                </a:lnTo>
                <a:lnTo>
                  <a:pt x="866599" y="102778"/>
                </a:lnTo>
                <a:lnTo>
                  <a:pt x="864182" y="102680"/>
                </a:lnTo>
                <a:lnTo>
                  <a:pt x="861867" y="102571"/>
                </a:lnTo>
                <a:lnTo>
                  <a:pt x="859656" y="102451"/>
                </a:lnTo>
                <a:lnTo>
                  <a:pt x="857548" y="102320"/>
                </a:lnTo>
                <a:lnTo>
                  <a:pt x="855543" y="102178"/>
                </a:lnTo>
                <a:lnTo>
                  <a:pt x="853641" y="102026"/>
                </a:lnTo>
                <a:lnTo>
                  <a:pt x="851842" y="101862"/>
                </a:lnTo>
                <a:lnTo>
                  <a:pt x="850146" y="101688"/>
                </a:lnTo>
                <a:lnTo>
                  <a:pt x="848552" y="101503"/>
                </a:lnTo>
                <a:lnTo>
                  <a:pt x="847063" y="101307"/>
                </a:lnTo>
                <a:close/>
                <a:moveTo>
                  <a:pt x="901416" y="38312"/>
                </a:moveTo>
                <a:lnTo>
                  <a:pt x="978380" y="38312"/>
                </a:lnTo>
                <a:lnTo>
                  <a:pt x="978380" y="44223"/>
                </a:lnTo>
                <a:lnTo>
                  <a:pt x="901416" y="44223"/>
                </a:lnTo>
                <a:lnTo>
                  <a:pt x="901416" y="38312"/>
                </a:lnTo>
                <a:moveTo>
                  <a:pt x="901416" y="61457"/>
                </a:moveTo>
                <a:lnTo>
                  <a:pt x="978380" y="61457"/>
                </a:lnTo>
                <a:lnTo>
                  <a:pt x="978380" y="67367"/>
                </a:lnTo>
                <a:lnTo>
                  <a:pt x="901416" y="67367"/>
                </a:lnTo>
                <a:lnTo>
                  <a:pt x="901416" y="61457"/>
                </a:lnTo>
                <a:close/>
                <a:moveTo>
                  <a:pt x="1022034" y="44152"/>
                </a:moveTo>
                <a:lnTo>
                  <a:pt x="1018182" y="23358"/>
                </a:lnTo>
                <a:lnTo>
                  <a:pt x="1016613" y="14741"/>
                </a:lnTo>
                <a:lnTo>
                  <a:pt x="1016590" y="14444"/>
                </a:lnTo>
                <a:lnTo>
                  <a:pt x="1016569" y="14148"/>
                </a:lnTo>
                <a:lnTo>
                  <a:pt x="1016551" y="13851"/>
                </a:lnTo>
                <a:lnTo>
                  <a:pt x="1016534" y="13554"/>
                </a:lnTo>
                <a:lnTo>
                  <a:pt x="1016519" y="13257"/>
                </a:lnTo>
                <a:lnTo>
                  <a:pt x="1016506" y="12961"/>
                </a:lnTo>
                <a:lnTo>
                  <a:pt x="1016495" y="12664"/>
                </a:lnTo>
                <a:lnTo>
                  <a:pt x="1016486" y="12367"/>
                </a:lnTo>
                <a:lnTo>
                  <a:pt x="1016479" y="12071"/>
                </a:lnTo>
                <a:lnTo>
                  <a:pt x="1016474" y="11774"/>
                </a:lnTo>
                <a:lnTo>
                  <a:pt x="1016471" y="11477"/>
                </a:lnTo>
                <a:lnTo>
                  <a:pt x="1016470" y="11180"/>
                </a:lnTo>
                <a:lnTo>
                  <a:pt x="1016484" y="10449"/>
                </a:lnTo>
                <a:lnTo>
                  <a:pt x="1016526" y="9752"/>
                </a:lnTo>
                <a:lnTo>
                  <a:pt x="1016595" y="9089"/>
                </a:lnTo>
                <a:lnTo>
                  <a:pt x="1016692" y="8458"/>
                </a:lnTo>
                <a:lnTo>
                  <a:pt x="1016817" y="7862"/>
                </a:lnTo>
                <a:lnTo>
                  <a:pt x="1016970" y="7299"/>
                </a:lnTo>
                <a:lnTo>
                  <a:pt x="1017150" y="6770"/>
                </a:lnTo>
                <a:lnTo>
                  <a:pt x="1017358" y="6275"/>
                </a:lnTo>
                <a:lnTo>
                  <a:pt x="1017594" y="5813"/>
                </a:lnTo>
                <a:lnTo>
                  <a:pt x="1017857" y="5384"/>
                </a:lnTo>
                <a:lnTo>
                  <a:pt x="1018149" y="4990"/>
                </a:lnTo>
                <a:lnTo>
                  <a:pt x="1018468" y="4629"/>
                </a:lnTo>
                <a:lnTo>
                  <a:pt x="1018809" y="4299"/>
                </a:lnTo>
                <a:lnTo>
                  <a:pt x="1019169" y="3998"/>
                </a:lnTo>
                <a:lnTo>
                  <a:pt x="1019546" y="3725"/>
                </a:lnTo>
                <a:lnTo>
                  <a:pt x="1019942" y="3482"/>
                </a:lnTo>
                <a:lnTo>
                  <a:pt x="1020355" y="3266"/>
                </a:lnTo>
                <a:lnTo>
                  <a:pt x="1020786" y="3080"/>
                </a:lnTo>
                <a:lnTo>
                  <a:pt x="1021235" y="2922"/>
                </a:lnTo>
                <a:lnTo>
                  <a:pt x="1021701" y="2793"/>
                </a:lnTo>
                <a:lnTo>
                  <a:pt x="1022186" y="2693"/>
                </a:lnTo>
                <a:lnTo>
                  <a:pt x="1022688" y="2621"/>
                </a:lnTo>
                <a:lnTo>
                  <a:pt x="1023208" y="2578"/>
                </a:lnTo>
                <a:lnTo>
                  <a:pt x="1023746" y="2564"/>
                </a:lnTo>
                <a:lnTo>
                  <a:pt x="1024250" y="2578"/>
                </a:lnTo>
                <a:lnTo>
                  <a:pt x="1024740" y="2621"/>
                </a:lnTo>
                <a:lnTo>
                  <a:pt x="1025215" y="2693"/>
                </a:lnTo>
                <a:lnTo>
                  <a:pt x="1025676" y="2793"/>
                </a:lnTo>
                <a:lnTo>
                  <a:pt x="1026122" y="2922"/>
                </a:lnTo>
                <a:lnTo>
                  <a:pt x="1026555" y="3080"/>
                </a:lnTo>
                <a:lnTo>
                  <a:pt x="1026972" y="3266"/>
                </a:lnTo>
                <a:lnTo>
                  <a:pt x="1027376" y="3482"/>
                </a:lnTo>
                <a:lnTo>
                  <a:pt x="1027765" y="3725"/>
                </a:lnTo>
                <a:lnTo>
                  <a:pt x="1028140" y="3998"/>
                </a:lnTo>
                <a:lnTo>
                  <a:pt x="1028500" y="4299"/>
                </a:lnTo>
                <a:lnTo>
                  <a:pt x="1028846" y="4629"/>
                </a:lnTo>
                <a:lnTo>
                  <a:pt x="1029171" y="4983"/>
                </a:lnTo>
                <a:lnTo>
                  <a:pt x="1029467" y="5357"/>
                </a:lnTo>
                <a:lnTo>
                  <a:pt x="1029735" y="5750"/>
                </a:lnTo>
                <a:lnTo>
                  <a:pt x="1029975" y="6164"/>
                </a:lnTo>
                <a:lnTo>
                  <a:pt x="1030187" y="6597"/>
                </a:lnTo>
                <a:lnTo>
                  <a:pt x="1030371" y="7050"/>
                </a:lnTo>
                <a:lnTo>
                  <a:pt x="1030526" y="7523"/>
                </a:lnTo>
                <a:lnTo>
                  <a:pt x="1030653" y="8015"/>
                </a:lnTo>
                <a:lnTo>
                  <a:pt x="1030752" y="8528"/>
                </a:lnTo>
                <a:lnTo>
                  <a:pt x="1030822" y="9060"/>
                </a:lnTo>
                <a:lnTo>
                  <a:pt x="1030865" y="9612"/>
                </a:lnTo>
                <a:lnTo>
                  <a:pt x="1030879" y="10183"/>
                </a:lnTo>
                <a:lnTo>
                  <a:pt x="1030869" y="11199"/>
                </a:lnTo>
                <a:lnTo>
                  <a:pt x="1030841" y="12229"/>
                </a:lnTo>
                <a:lnTo>
                  <a:pt x="1030794" y="13272"/>
                </a:lnTo>
                <a:lnTo>
                  <a:pt x="1030728" y="14330"/>
                </a:lnTo>
                <a:lnTo>
                  <a:pt x="1030644" y="15401"/>
                </a:lnTo>
                <a:lnTo>
                  <a:pt x="1030540" y="16486"/>
                </a:lnTo>
                <a:lnTo>
                  <a:pt x="1030418" y="17585"/>
                </a:lnTo>
                <a:lnTo>
                  <a:pt x="1030277" y="18697"/>
                </a:lnTo>
                <a:lnTo>
                  <a:pt x="1030117" y="19824"/>
                </a:lnTo>
                <a:lnTo>
                  <a:pt x="1029938" y="20964"/>
                </a:lnTo>
                <a:lnTo>
                  <a:pt x="1029740" y="22118"/>
                </a:lnTo>
                <a:lnTo>
                  <a:pt x="1029524" y="23287"/>
                </a:lnTo>
                <a:lnTo>
                  <a:pt x="1025458" y="44152"/>
                </a:lnTo>
                <a:lnTo>
                  <a:pt x="1022034" y="44152"/>
                </a:lnTo>
                <a:moveTo>
                  <a:pt x="995927" y="44152"/>
                </a:moveTo>
                <a:lnTo>
                  <a:pt x="992004" y="23073"/>
                </a:lnTo>
                <a:lnTo>
                  <a:pt x="991754" y="21664"/>
                </a:lnTo>
                <a:lnTo>
                  <a:pt x="991525" y="20331"/>
                </a:lnTo>
                <a:lnTo>
                  <a:pt x="991318" y="19076"/>
                </a:lnTo>
                <a:lnTo>
                  <a:pt x="991132" y="17898"/>
                </a:lnTo>
                <a:lnTo>
                  <a:pt x="990969" y="16797"/>
                </a:lnTo>
                <a:lnTo>
                  <a:pt x="990827" y="15774"/>
                </a:lnTo>
                <a:lnTo>
                  <a:pt x="990707" y="14827"/>
                </a:lnTo>
                <a:lnTo>
                  <a:pt x="990609" y="13958"/>
                </a:lnTo>
                <a:lnTo>
                  <a:pt x="990533" y="13165"/>
                </a:lnTo>
                <a:lnTo>
                  <a:pt x="990479" y="12450"/>
                </a:lnTo>
                <a:lnTo>
                  <a:pt x="990446" y="11812"/>
                </a:lnTo>
                <a:lnTo>
                  <a:pt x="990435" y="11252"/>
                </a:lnTo>
                <a:lnTo>
                  <a:pt x="990448" y="10509"/>
                </a:lnTo>
                <a:lnTo>
                  <a:pt x="990488" y="9802"/>
                </a:lnTo>
                <a:lnTo>
                  <a:pt x="990553" y="9129"/>
                </a:lnTo>
                <a:lnTo>
                  <a:pt x="990645" y="8490"/>
                </a:lnTo>
                <a:lnTo>
                  <a:pt x="990763" y="7886"/>
                </a:lnTo>
                <a:lnTo>
                  <a:pt x="990908" y="7317"/>
                </a:lnTo>
                <a:lnTo>
                  <a:pt x="991078" y="6783"/>
                </a:lnTo>
                <a:lnTo>
                  <a:pt x="991275" y="6283"/>
                </a:lnTo>
                <a:lnTo>
                  <a:pt x="991498" y="5817"/>
                </a:lnTo>
                <a:lnTo>
                  <a:pt x="991748" y="5386"/>
                </a:lnTo>
                <a:lnTo>
                  <a:pt x="992023" y="4990"/>
                </a:lnTo>
                <a:lnTo>
                  <a:pt x="992325" y="4629"/>
                </a:lnTo>
                <a:lnTo>
                  <a:pt x="992649" y="4299"/>
                </a:lnTo>
                <a:lnTo>
                  <a:pt x="992992" y="3998"/>
                </a:lnTo>
                <a:lnTo>
                  <a:pt x="993353" y="3725"/>
                </a:lnTo>
                <a:lnTo>
                  <a:pt x="993732" y="3482"/>
                </a:lnTo>
                <a:lnTo>
                  <a:pt x="994130" y="3266"/>
                </a:lnTo>
                <a:lnTo>
                  <a:pt x="994545" y="3080"/>
                </a:lnTo>
                <a:lnTo>
                  <a:pt x="994980" y="2922"/>
                </a:lnTo>
                <a:lnTo>
                  <a:pt x="995432" y="2793"/>
                </a:lnTo>
                <a:lnTo>
                  <a:pt x="995903" y="2693"/>
                </a:lnTo>
                <a:lnTo>
                  <a:pt x="996392" y="2621"/>
                </a:lnTo>
                <a:lnTo>
                  <a:pt x="996900" y="2578"/>
                </a:lnTo>
                <a:lnTo>
                  <a:pt x="997425" y="2564"/>
                </a:lnTo>
                <a:lnTo>
                  <a:pt x="997941" y="2578"/>
                </a:lnTo>
                <a:lnTo>
                  <a:pt x="998442" y="2622"/>
                </a:lnTo>
                <a:lnTo>
                  <a:pt x="998928" y="2695"/>
                </a:lnTo>
                <a:lnTo>
                  <a:pt x="999399" y="2797"/>
                </a:lnTo>
                <a:lnTo>
                  <a:pt x="999855" y="2928"/>
                </a:lnTo>
                <a:lnTo>
                  <a:pt x="1000296" y="3089"/>
                </a:lnTo>
                <a:lnTo>
                  <a:pt x="1000723" y="3279"/>
                </a:lnTo>
                <a:lnTo>
                  <a:pt x="1001134" y="3497"/>
                </a:lnTo>
                <a:lnTo>
                  <a:pt x="1001531" y="3745"/>
                </a:lnTo>
                <a:lnTo>
                  <a:pt x="1001913" y="4023"/>
                </a:lnTo>
                <a:lnTo>
                  <a:pt x="1002280" y="4329"/>
                </a:lnTo>
                <a:lnTo>
                  <a:pt x="1002632" y="4664"/>
                </a:lnTo>
                <a:lnTo>
                  <a:pt x="1002963" y="5024"/>
                </a:lnTo>
                <a:lnTo>
                  <a:pt x="1003264" y="5403"/>
                </a:lnTo>
                <a:lnTo>
                  <a:pt x="1003537" y="5802"/>
                </a:lnTo>
                <a:lnTo>
                  <a:pt x="1003782" y="6219"/>
                </a:lnTo>
                <a:lnTo>
                  <a:pt x="1003997" y="6656"/>
                </a:lnTo>
                <a:lnTo>
                  <a:pt x="1004184" y="7112"/>
                </a:lnTo>
                <a:lnTo>
                  <a:pt x="1004342" y="7588"/>
                </a:lnTo>
                <a:lnTo>
                  <a:pt x="1004471" y="8083"/>
                </a:lnTo>
                <a:lnTo>
                  <a:pt x="1004572" y="8597"/>
                </a:lnTo>
                <a:lnTo>
                  <a:pt x="1004644" y="9130"/>
                </a:lnTo>
                <a:lnTo>
                  <a:pt x="1004687" y="9683"/>
                </a:lnTo>
                <a:lnTo>
                  <a:pt x="1004701" y="10255"/>
                </a:lnTo>
                <a:lnTo>
                  <a:pt x="1004688" y="10768"/>
                </a:lnTo>
                <a:lnTo>
                  <a:pt x="1004649" y="11384"/>
                </a:lnTo>
                <a:lnTo>
                  <a:pt x="1004585" y="12102"/>
                </a:lnTo>
                <a:lnTo>
                  <a:pt x="1004495" y="12921"/>
                </a:lnTo>
                <a:lnTo>
                  <a:pt x="1004379" y="13842"/>
                </a:lnTo>
                <a:lnTo>
                  <a:pt x="1004237" y="14866"/>
                </a:lnTo>
                <a:lnTo>
                  <a:pt x="1004070" y="15991"/>
                </a:lnTo>
                <a:lnTo>
                  <a:pt x="1003877" y="17218"/>
                </a:lnTo>
                <a:lnTo>
                  <a:pt x="1003658" y="18546"/>
                </a:lnTo>
                <a:lnTo>
                  <a:pt x="1003413" y="19977"/>
                </a:lnTo>
                <a:lnTo>
                  <a:pt x="1003143" y="21510"/>
                </a:lnTo>
                <a:lnTo>
                  <a:pt x="1002846" y="23144"/>
                </a:lnTo>
                <a:lnTo>
                  <a:pt x="998995" y="44152"/>
                </a:lnTo>
                <a:lnTo>
                  <a:pt x="995927" y="44152"/>
                </a:lnTo>
                <a:close/>
                <a:moveTo>
                  <a:pt x="1040144" y="42449"/>
                </a:moveTo>
                <a:lnTo>
                  <a:pt x="1060259" y="34325"/>
                </a:lnTo>
                <a:lnTo>
                  <a:pt x="1062970" y="34325"/>
                </a:lnTo>
                <a:lnTo>
                  <a:pt x="1062970" y="49564"/>
                </a:lnTo>
                <a:lnTo>
                  <a:pt x="1063814" y="48164"/>
                </a:lnTo>
                <a:lnTo>
                  <a:pt x="1064659" y="46837"/>
                </a:lnTo>
                <a:lnTo>
                  <a:pt x="1065504" y="45583"/>
                </a:lnTo>
                <a:lnTo>
                  <a:pt x="1066350" y="44401"/>
                </a:lnTo>
                <a:lnTo>
                  <a:pt x="1067196" y="43292"/>
                </a:lnTo>
                <a:lnTo>
                  <a:pt x="1068043" y="42256"/>
                </a:lnTo>
                <a:lnTo>
                  <a:pt x="1068891" y="41292"/>
                </a:lnTo>
                <a:lnTo>
                  <a:pt x="1069738" y="40401"/>
                </a:lnTo>
                <a:lnTo>
                  <a:pt x="1070587" y="39583"/>
                </a:lnTo>
                <a:lnTo>
                  <a:pt x="1071435" y="38838"/>
                </a:lnTo>
                <a:lnTo>
                  <a:pt x="1072285" y="38165"/>
                </a:lnTo>
                <a:lnTo>
                  <a:pt x="1073134" y="37565"/>
                </a:lnTo>
                <a:lnTo>
                  <a:pt x="1073988" y="37024"/>
                </a:lnTo>
                <a:lnTo>
                  <a:pt x="1074849" y="36531"/>
                </a:lnTo>
                <a:lnTo>
                  <a:pt x="1075718" y="36085"/>
                </a:lnTo>
                <a:lnTo>
                  <a:pt x="1076594" y="35686"/>
                </a:lnTo>
                <a:lnTo>
                  <a:pt x="1077477" y="35333"/>
                </a:lnTo>
                <a:lnTo>
                  <a:pt x="1078368" y="35028"/>
                </a:lnTo>
                <a:lnTo>
                  <a:pt x="1079267" y="34769"/>
                </a:lnTo>
                <a:lnTo>
                  <a:pt x="1080172" y="34558"/>
                </a:lnTo>
                <a:lnTo>
                  <a:pt x="1081085" y="34394"/>
                </a:lnTo>
                <a:lnTo>
                  <a:pt x="1082006" y="34276"/>
                </a:lnTo>
                <a:lnTo>
                  <a:pt x="1082934" y="34206"/>
                </a:lnTo>
                <a:lnTo>
                  <a:pt x="1083870" y="34182"/>
                </a:lnTo>
                <a:lnTo>
                  <a:pt x="1085487" y="34235"/>
                </a:lnTo>
                <a:lnTo>
                  <a:pt x="1087060" y="34396"/>
                </a:lnTo>
                <a:lnTo>
                  <a:pt x="1088586" y="34662"/>
                </a:lnTo>
                <a:lnTo>
                  <a:pt x="1090067" y="35036"/>
                </a:lnTo>
                <a:lnTo>
                  <a:pt x="1091503" y="35516"/>
                </a:lnTo>
                <a:lnTo>
                  <a:pt x="1092893" y="36103"/>
                </a:lnTo>
                <a:lnTo>
                  <a:pt x="1094237" y="36796"/>
                </a:lnTo>
                <a:lnTo>
                  <a:pt x="1095536" y="37596"/>
                </a:lnTo>
                <a:lnTo>
                  <a:pt x="1096789" y="38503"/>
                </a:lnTo>
                <a:lnTo>
                  <a:pt x="1097997" y="39517"/>
                </a:lnTo>
                <a:lnTo>
                  <a:pt x="1099159" y="40637"/>
                </a:lnTo>
                <a:lnTo>
                  <a:pt x="1100275" y="41864"/>
                </a:lnTo>
                <a:lnTo>
                  <a:pt x="1101563" y="43469"/>
                </a:lnTo>
                <a:lnTo>
                  <a:pt x="1102738" y="45153"/>
                </a:lnTo>
                <a:lnTo>
                  <a:pt x="1103802" y="46915"/>
                </a:lnTo>
                <a:lnTo>
                  <a:pt x="1104753" y="48757"/>
                </a:lnTo>
                <a:lnTo>
                  <a:pt x="1105593" y="50678"/>
                </a:lnTo>
                <a:lnTo>
                  <a:pt x="1106320" y="52678"/>
                </a:lnTo>
                <a:lnTo>
                  <a:pt x="1106936" y="54757"/>
                </a:lnTo>
                <a:lnTo>
                  <a:pt x="1107440" y="56915"/>
                </a:lnTo>
                <a:lnTo>
                  <a:pt x="1107832" y="59152"/>
                </a:lnTo>
                <a:lnTo>
                  <a:pt x="1108112" y="61468"/>
                </a:lnTo>
                <a:lnTo>
                  <a:pt x="1108280" y="63863"/>
                </a:lnTo>
                <a:lnTo>
                  <a:pt x="1108336" y="66337"/>
                </a:lnTo>
                <a:lnTo>
                  <a:pt x="1108268" y="69106"/>
                </a:lnTo>
                <a:lnTo>
                  <a:pt x="1108066" y="71795"/>
                </a:lnTo>
                <a:lnTo>
                  <a:pt x="1107729" y="74402"/>
                </a:lnTo>
                <a:lnTo>
                  <a:pt x="1107258" y="76929"/>
                </a:lnTo>
                <a:lnTo>
                  <a:pt x="1106651" y="79374"/>
                </a:lnTo>
                <a:lnTo>
                  <a:pt x="1105910" y="81738"/>
                </a:lnTo>
                <a:lnTo>
                  <a:pt x="1105035" y="84022"/>
                </a:lnTo>
                <a:lnTo>
                  <a:pt x="1104024" y="86224"/>
                </a:lnTo>
                <a:lnTo>
                  <a:pt x="1102879" y="88345"/>
                </a:lnTo>
                <a:lnTo>
                  <a:pt x="1101599" y="90386"/>
                </a:lnTo>
                <a:lnTo>
                  <a:pt x="1100184" y="92345"/>
                </a:lnTo>
                <a:lnTo>
                  <a:pt x="1098635" y="94223"/>
                </a:lnTo>
                <a:lnTo>
                  <a:pt x="1097275" y="95667"/>
                </a:lnTo>
                <a:lnTo>
                  <a:pt x="1095857" y="96984"/>
                </a:lnTo>
                <a:lnTo>
                  <a:pt x="1094382" y="98176"/>
                </a:lnTo>
                <a:lnTo>
                  <a:pt x="1092849" y="99243"/>
                </a:lnTo>
                <a:lnTo>
                  <a:pt x="1091259" y="100184"/>
                </a:lnTo>
                <a:lnTo>
                  <a:pt x="1089612" y="101000"/>
                </a:lnTo>
                <a:lnTo>
                  <a:pt x="1087907" y="101690"/>
                </a:lnTo>
                <a:lnTo>
                  <a:pt x="1086144" y="102255"/>
                </a:lnTo>
                <a:lnTo>
                  <a:pt x="1084324" y="102694"/>
                </a:lnTo>
                <a:lnTo>
                  <a:pt x="1082447" y="103008"/>
                </a:lnTo>
                <a:lnTo>
                  <a:pt x="1080512" y="103196"/>
                </a:lnTo>
                <a:lnTo>
                  <a:pt x="1078520" y="103259"/>
                </a:lnTo>
                <a:lnTo>
                  <a:pt x="1077650" y="103248"/>
                </a:lnTo>
                <a:lnTo>
                  <a:pt x="1076800" y="103217"/>
                </a:lnTo>
                <a:lnTo>
                  <a:pt x="1075970" y="103165"/>
                </a:lnTo>
                <a:lnTo>
                  <a:pt x="1075159" y="103092"/>
                </a:lnTo>
                <a:lnTo>
                  <a:pt x="1074369" y="102999"/>
                </a:lnTo>
                <a:lnTo>
                  <a:pt x="1073598" y="102885"/>
                </a:lnTo>
                <a:lnTo>
                  <a:pt x="1072847" y="102750"/>
                </a:lnTo>
                <a:lnTo>
                  <a:pt x="1072116" y="102594"/>
                </a:lnTo>
                <a:lnTo>
                  <a:pt x="1071405" y="102417"/>
                </a:lnTo>
                <a:lnTo>
                  <a:pt x="1070713" y="102220"/>
                </a:lnTo>
                <a:lnTo>
                  <a:pt x="1070041" y="102002"/>
                </a:lnTo>
                <a:lnTo>
                  <a:pt x="1069390" y="101763"/>
                </a:lnTo>
                <a:lnTo>
                  <a:pt x="1068909" y="101570"/>
                </a:lnTo>
                <a:lnTo>
                  <a:pt x="1068419" y="101348"/>
                </a:lnTo>
                <a:lnTo>
                  <a:pt x="1067918" y="101095"/>
                </a:lnTo>
                <a:lnTo>
                  <a:pt x="1067408" y="100814"/>
                </a:lnTo>
                <a:lnTo>
                  <a:pt x="1066888" y="100502"/>
                </a:lnTo>
                <a:lnTo>
                  <a:pt x="1066358" y="100161"/>
                </a:lnTo>
                <a:lnTo>
                  <a:pt x="1065818" y="99790"/>
                </a:lnTo>
                <a:lnTo>
                  <a:pt x="1065268" y="99389"/>
                </a:lnTo>
                <a:lnTo>
                  <a:pt x="1064709" y="98959"/>
                </a:lnTo>
                <a:lnTo>
                  <a:pt x="1064139" y="98499"/>
                </a:lnTo>
                <a:lnTo>
                  <a:pt x="1063559" y="98010"/>
                </a:lnTo>
                <a:lnTo>
                  <a:pt x="1062970" y="97490"/>
                </a:lnTo>
                <a:lnTo>
                  <a:pt x="1062970" y="117359"/>
                </a:lnTo>
                <a:lnTo>
                  <a:pt x="1062976" y="118440"/>
                </a:lnTo>
                <a:lnTo>
                  <a:pt x="1062993" y="119454"/>
                </a:lnTo>
                <a:lnTo>
                  <a:pt x="1063021" y="120401"/>
                </a:lnTo>
                <a:lnTo>
                  <a:pt x="1063061" y="121279"/>
                </a:lnTo>
                <a:lnTo>
                  <a:pt x="1063112" y="122090"/>
                </a:lnTo>
                <a:lnTo>
                  <a:pt x="1063175" y="122833"/>
                </a:lnTo>
                <a:lnTo>
                  <a:pt x="1063249" y="123508"/>
                </a:lnTo>
                <a:lnTo>
                  <a:pt x="1063335" y="124116"/>
                </a:lnTo>
                <a:lnTo>
                  <a:pt x="1063431" y="124656"/>
                </a:lnTo>
                <a:lnTo>
                  <a:pt x="1063540" y="125128"/>
                </a:lnTo>
                <a:lnTo>
                  <a:pt x="1063659" y="125532"/>
                </a:lnTo>
                <a:lnTo>
                  <a:pt x="1063790" y="125869"/>
                </a:lnTo>
                <a:lnTo>
                  <a:pt x="1063935" y="126166"/>
                </a:lnTo>
                <a:lnTo>
                  <a:pt x="1064097" y="126453"/>
                </a:lnTo>
                <a:lnTo>
                  <a:pt x="1064276" y="126730"/>
                </a:lnTo>
                <a:lnTo>
                  <a:pt x="1064472" y="126996"/>
                </a:lnTo>
                <a:lnTo>
                  <a:pt x="1064684" y="127252"/>
                </a:lnTo>
                <a:lnTo>
                  <a:pt x="1064914" y="127498"/>
                </a:lnTo>
                <a:lnTo>
                  <a:pt x="1065160" y="127733"/>
                </a:lnTo>
                <a:lnTo>
                  <a:pt x="1065423" y="127957"/>
                </a:lnTo>
                <a:lnTo>
                  <a:pt x="1065703" y="128172"/>
                </a:lnTo>
                <a:lnTo>
                  <a:pt x="1065999" y="128376"/>
                </a:lnTo>
                <a:lnTo>
                  <a:pt x="1066313" y="128569"/>
                </a:lnTo>
                <a:lnTo>
                  <a:pt x="1066643" y="128753"/>
                </a:lnTo>
                <a:lnTo>
                  <a:pt x="1067005" y="128923"/>
                </a:lnTo>
                <a:lnTo>
                  <a:pt x="1067413" y="129079"/>
                </a:lnTo>
                <a:lnTo>
                  <a:pt x="1067867" y="129220"/>
                </a:lnTo>
                <a:lnTo>
                  <a:pt x="1068367" y="129346"/>
                </a:lnTo>
                <a:lnTo>
                  <a:pt x="1068913" y="129457"/>
                </a:lnTo>
                <a:lnTo>
                  <a:pt x="1069506" y="129554"/>
                </a:lnTo>
                <a:lnTo>
                  <a:pt x="1070144" y="129635"/>
                </a:lnTo>
                <a:lnTo>
                  <a:pt x="1070828" y="129702"/>
                </a:lnTo>
                <a:lnTo>
                  <a:pt x="1071558" y="129754"/>
                </a:lnTo>
                <a:lnTo>
                  <a:pt x="1072335" y="129791"/>
                </a:lnTo>
                <a:lnTo>
                  <a:pt x="1073157" y="129813"/>
                </a:lnTo>
                <a:lnTo>
                  <a:pt x="1074026" y="129821"/>
                </a:lnTo>
                <a:lnTo>
                  <a:pt x="1074026" y="132456"/>
                </a:lnTo>
                <a:lnTo>
                  <a:pt x="1039788" y="132456"/>
                </a:lnTo>
                <a:lnTo>
                  <a:pt x="1039788" y="129821"/>
                </a:lnTo>
                <a:lnTo>
                  <a:pt x="1041571" y="129821"/>
                </a:lnTo>
                <a:lnTo>
                  <a:pt x="1042217" y="129821"/>
                </a:lnTo>
                <a:lnTo>
                  <a:pt x="1042847" y="129799"/>
                </a:lnTo>
                <a:lnTo>
                  <a:pt x="1043461" y="129754"/>
                </a:lnTo>
                <a:lnTo>
                  <a:pt x="1044060" y="129686"/>
                </a:lnTo>
                <a:lnTo>
                  <a:pt x="1044642" y="129595"/>
                </a:lnTo>
                <a:lnTo>
                  <a:pt x="1045209" y="129482"/>
                </a:lnTo>
                <a:lnTo>
                  <a:pt x="1045760" y="129346"/>
                </a:lnTo>
                <a:lnTo>
                  <a:pt x="1046295" y="129187"/>
                </a:lnTo>
                <a:lnTo>
                  <a:pt x="1046814" y="129005"/>
                </a:lnTo>
                <a:lnTo>
                  <a:pt x="1047317" y="128801"/>
                </a:lnTo>
                <a:lnTo>
                  <a:pt x="1047804" y="128573"/>
                </a:lnTo>
                <a:lnTo>
                  <a:pt x="1048276" y="128323"/>
                </a:lnTo>
                <a:lnTo>
                  <a:pt x="1048498" y="128186"/>
                </a:lnTo>
                <a:lnTo>
                  <a:pt x="1048711" y="128035"/>
                </a:lnTo>
                <a:lnTo>
                  <a:pt x="1048916" y="127871"/>
                </a:lnTo>
                <a:lnTo>
                  <a:pt x="1049112" y="127694"/>
                </a:lnTo>
                <a:lnTo>
                  <a:pt x="1049300" y="127503"/>
                </a:lnTo>
                <a:lnTo>
                  <a:pt x="1049480" y="127299"/>
                </a:lnTo>
                <a:lnTo>
                  <a:pt x="1049651" y="127081"/>
                </a:lnTo>
                <a:lnTo>
                  <a:pt x="1049814" y="126850"/>
                </a:lnTo>
                <a:lnTo>
                  <a:pt x="1049968" y="126606"/>
                </a:lnTo>
                <a:lnTo>
                  <a:pt x="1050114" y="126348"/>
                </a:lnTo>
                <a:lnTo>
                  <a:pt x="1050251" y="126077"/>
                </a:lnTo>
                <a:lnTo>
                  <a:pt x="1050380" y="125793"/>
                </a:lnTo>
                <a:lnTo>
                  <a:pt x="1050500" y="125465"/>
                </a:lnTo>
                <a:lnTo>
                  <a:pt x="1050609" y="125062"/>
                </a:lnTo>
                <a:lnTo>
                  <a:pt x="1050708" y="124584"/>
                </a:lnTo>
                <a:lnTo>
                  <a:pt x="1050796" y="124032"/>
                </a:lnTo>
                <a:lnTo>
                  <a:pt x="1050874" y="123405"/>
                </a:lnTo>
                <a:lnTo>
                  <a:pt x="1050942" y="122703"/>
                </a:lnTo>
                <a:lnTo>
                  <a:pt x="1050999" y="121926"/>
                </a:lnTo>
                <a:lnTo>
                  <a:pt x="1051046" y="121075"/>
                </a:lnTo>
                <a:lnTo>
                  <a:pt x="1051082" y="120149"/>
                </a:lnTo>
                <a:lnTo>
                  <a:pt x="1051108" y="119148"/>
                </a:lnTo>
                <a:lnTo>
                  <a:pt x="1051124" y="118073"/>
                </a:lnTo>
                <a:lnTo>
                  <a:pt x="1051129" y="116922"/>
                </a:lnTo>
                <a:lnTo>
                  <a:pt x="1051129" y="55205"/>
                </a:lnTo>
                <a:lnTo>
                  <a:pt x="1051125" y="54181"/>
                </a:lnTo>
                <a:lnTo>
                  <a:pt x="1051113" y="53220"/>
                </a:lnTo>
                <a:lnTo>
                  <a:pt x="1051094" y="52324"/>
                </a:lnTo>
                <a:lnTo>
                  <a:pt x="1051066" y="51492"/>
                </a:lnTo>
                <a:lnTo>
                  <a:pt x="1051030" y="50725"/>
                </a:lnTo>
                <a:lnTo>
                  <a:pt x="1050987" y="50021"/>
                </a:lnTo>
                <a:lnTo>
                  <a:pt x="1050935" y="49383"/>
                </a:lnTo>
                <a:lnTo>
                  <a:pt x="1050876" y="48808"/>
                </a:lnTo>
                <a:lnTo>
                  <a:pt x="1050808" y="48298"/>
                </a:lnTo>
                <a:lnTo>
                  <a:pt x="1050733" y="47852"/>
                </a:lnTo>
                <a:lnTo>
                  <a:pt x="1050650" y="47471"/>
                </a:lnTo>
                <a:lnTo>
                  <a:pt x="1050559" y="47154"/>
                </a:lnTo>
                <a:lnTo>
                  <a:pt x="1050459" y="46875"/>
                </a:lnTo>
                <a:lnTo>
                  <a:pt x="1050350" y="46607"/>
                </a:lnTo>
                <a:lnTo>
                  <a:pt x="1050231" y="46352"/>
                </a:lnTo>
                <a:lnTo>
                  <a:pt x="1050103" y="46108"/>
                </a:lnTo>
                <a:lnTo>
                  <a:pt x="1049965" y="45877"/>
                </a:lnTo>
                <a:lnTo>
                  <a:pt x="1049819" y="45657"/>
                </a:lnTo>
                <a:lnTo>
                  <a:pt x="1049662" y="45449"/>
                </a:lnTo>
                <a:lnTo>
                  <a:pt x="1049497" y="45253"/>
                </a:lnTo>
                <a:lnTo>
                  <a:pt x="1049321" y="45069"/>
                </a:lnTo>
                <a:lnTo>
                  <a:pt x="1049137" y="44897"/>
                </a:lnTo>
                <a:lnTo>
                  <a:pt x="1048943" y="44736"/>
                </a:lnTo>
                <a:lnTo>
                  <a:pt x="1048740" y="44588"/>
                </a:lnTo>
                <a:lnTo>
                  <a:pt x="1048525" y="44451"/>
                </a:lnTo>
                <a:lnTo>
                  <a:pt x="1048299" y="44326"/>
                </a:lnTo>
                <a:lnTo>
                  <a:pt x="1048060" y="44213"/>
                </a:lnTo>
                <a:lnTo>
                  <a:pt x="1047808" y="44112"/>
                </a:lnTo>
                <a:lnTo>
                  <a:pt x="1047545" y="44023"/>
                </a:lnTo>
                <a:lnTo>
                  <a:pt x="1047269" y="43946"/>
                </a:lnTo>
                <a:lnTo>
                  <a:pt x="1046980" y="43880"/>
                </a:lnTo>
                <a:lnTo>
                  <a:pt x="1046679" y="43827"/>
                </a:lnTo>
                <a:lnTo>
                  <a:pt x="1046366" y="43785"/>
                </a:lnTo>
                <a:lnTo>
                  <a:pt x="1046040" y="43755"/>
                </a:lnTo>
                <a:lnTo>
                  <a:pt x="1045702" y="43737"/>
                </a:lnTo>
                <a:lnTo>
                  <a:pt x="1045352" y="43731"/>
                </a:lnTo>
                <a:lnTo>
                  <a:pt x="1045060" y="43738"/>
                </a:lnTo>
                <a:lnTo>
                  <a:pt x="1044755" y="43759"/>
                </a:lnTo>
                <a:lnTo>
                  <a:pt x="1044438" y="43794"/>
                </a:lnTo>
                <a:lnTo>
                  <a:pt x="1044107" y="43842"/>
                </a:lnTo>
                <a:lnTo>
                  <a:pt x="1043764" y="43904"/>
                </a:lnTo>
                <a:lnTo>
                  <a:pt x="1043408" y="43981"/>
                </a:lnTo>
                <a:lnTo>
                  <a:pt x="1043039" y="44071"/>
                </a:lnTo>
                <a:lnTo>
                  <a:pt x="1042657" y="44174"/>
                </a:lnTo>
                <a:lnTo>
                  <a:pt x="1042262" y="44292"/>
                </a:lnTo>
                <a:lnTo>
                  <a:pt x="1041854" y="44424"/>
                </a:lnTo>
                <a:lnTo>
                  <a:pt x="1041434" y="44569"/>
                </a:lnTo>
                <a:lnTo>
                  <a:pt x="1041000" y="44728"/>
                </a:lnTo>
                <a:lnTo>
                  <a:pt x="1040144" y="42449"/>
                </a:lnTo>
                <a:moveTo>
                  <a:pt x="1062970" y="53895"/>
                </a:moveTo>
                <a:lnTo>
                  <a:pt x="1062970" y="78218"/>
                </a:lnTo>
                <a:lnTo>
                  <a:pt x="1062974" y="79497"/>
                </a:lnTo>
                <a:lnTo>
                  <a:pt x="1062988" y="80700"/>
                </a:lnTo>
                <a:lnTo>
                  <a:pt x="1063010" y="81828"/>
                </a:lnTo>
                <a:lnTo>
                  <a:pt x="1063041" y="82881"/>
                </a:lnTo>
                <a:lnTo>
                  <a:pt x="1063081" y="83859"/>
                </a:lnTo>
                <a:lnTo>
                  <a:pt x="1063130" y="84762"/>
                </a:lnTo>
                <a:lnTo>
                  <a:pt x="1063188" y="85590"/>
                </a:lnTo>
                <a:lnTo>
                  <a:pt x="1063255" y="86343"/>
                </a:lnTo>
                <a:lnTo>
                  <a:pt x="1063331" y="87020"/>
                </a:lnTo>
                <a:lnTo>
                  <a:pt x="1063416" y="87623"/>
                </a:lnTo>
                <a:lnTo>
                  <a:pt x="1063509" y="88150"/>
                </a:lnTo>
                <a:lnTo>
                  <a:pt x="1063612" y="88602"/>
                </a:lnTo>
                <a:lnTo>
                  <a:pt x="1063798" y="89283"/>
                </a:lnTo>
                <a:lnTo>
                  <a:pt x="1064025" y="89950"/>
                </a:lnTo>
                <a:lnTo>
                  <a:pt x="1064292" y="90603"/>
                </a:lnTo>
                <a:lnTo>
                  <a:pt x="1064599" y="91242"/>
                </a:lnTo>
                <a:lnTo>
                  <a:pt x="1064946" y="91867"/>
                </a:lnTo>
                <a:lnTo>
                  <a:pt x="1065333" y="92479"/>
                </a:lnTo>
                <a:lnTo>
                  <a:pt x="1065760" y="93076"/>
                </a:lnTo>
                <a:lnTo>
                  <a:pt x="1066227" y="93660"/>
                </a:lnTo>
                <a:lnTo>
                  <a:pt x="1066735" y="94230"/>
                </a:lnTo>
                <a:lnTo>
                  <a:pt x="1067282" y="94786"/>
                </a:lnTo>
                <a:lnTo>
                  <a:pt x="1067870" y="95328"/>
                </a:lnTo>
                <a:lnTo>
                  <a:pt x="1068498" y="95857"/>
                </a:lnTo>
                <a:lnTo>
                  <a:pt x="1069160" y="96357"/>
                </a:lnTo>
                <a:lnTo>
                  <a:pt x="1069850" y="96813"/>
                </a:lnTo>
                <a:lnTo>
                  <a:pt x="1070569" y="97226"/>
                </a:lnTo>
                <a:lnTo>
                  <a:pt x="1071316" y="97595"/>
                </a:lnTo>
                <a:lnTo>
                  <a:pt x="1072090" y="97921"/>
                </a:lnTo>
                <a:lnTo>
                  <a:pt x="1072894" y="98204"/>
                </a:lnTo>
                <a:lnTo>
                  <a:pt x="1073725" y="98443"/>
                </a:lnTo>
                <a:lnTo>
                  <a:pt x="1074585" y="98638"/>
                </a:lnTo>
                <a:lnTo>
                  <a:pt x="1075473" y="98790"/>
                </a:lnTo>
                <a:lnTo>
                  <a:pt x="1076389" y="98899"/>
                </a:lnTo>
                <a:lnTo>
                  <a:pt x="1077333" y="98964"/>
                </a:lnTo>
                <a:lnTo>
                  <a:pt x="1078306" y="98986"/>
                </a:lnTo>
                <a:lnTo>
                  <a:pt x="1079476" y="98947"/>
                </a:lnTo>
                <a:lnTo>
                  <a:pt x="1080608" y="98832"/>
                </a:lnTo>
                <a:lnTo>
                  <a:pt x="1081703" y="98639"/>
                </a:lnTo>
                <a:lnTo>
                  <a:pt x="1082760" y="98369"/>
                </a:lnTo>
                <a:lnTo>
                  <a:pt x="1083779" y="98023"/>
                </a:lnTo>
                <a:lnTo>
                  <a:pt x="1084761" y="97599"/>
                </a:lnTo>
                <a:lnTo>
                  <a:pt x="1085705" y="97098"/>
                </a:lnTo>
                <a:lnTo>
                  <a:pt x="1086612" y="96520"/>
                </a:lnTo>
                <a:lnTo>
                  <a:pt x="1087481" y="95865"/>
                </a:lnTo>
                <a:lnTo>
                  <a:pt x="1088312" y="95133"/>
                </a:lnTo>
                <a:lnTo>
                  <a:pt x="1089105" y="94324"/>
                </a:lnTo>
                <a:lnTo>
                  <a:pt x="1089861" y="93438"/>
                </a:lnTo>
                <a:lnTo>
                  <a:pt x="1090784" y="92188"/>
                </a:lnTo>
                <a:lnTo>
                  <a:pt x="1091627" y="90856"/>
                </a:lnTo>
                <a:lnTo>
                  <a:pt x="1092389" y="89442"/>
                </a:lnTo>
                <a:lnTo>
                  <a:pt x="1093071" y="87947"/>
                </a:lnTo>
                <a:lnTo>
                  <a:pt x="1093673" y="86369"/>
                </a:lnTo>
                <a:lnTo>
                  <a:pt x="1094194" y="84709"/>
                </a:lnTo>
                <a:lnTo>
                  <a:pt x="1094636" y="82967"/>
                </a:lnTo>
                <a:lnTo>
                  <a:pt x="1094997" y="81143"/>
                </a:lnTo>
                <a:lnTo>
                  <a:pt x="1095278" y="79237"/>
                </a:lnTo>
                <a:lnTo>
                  <a:pt x="1095478" y="77249"/>
                </a:lnTo>
                <a:lnTo>
                  <a:pt x="1095599" y="75179"/>
                </a:lnTo>
                <a:lnTo>
                  <a:pt x="1095639" y="73026"/>
                </a:lnTo>
                <a:lnTo>
                  <a:pt x="1095593" y="70585"/>
                </a:lnTo>
                <a:lnTo>
                  <a:pt x="1095457" y="68240"/>
                </a:lnTo>
                <a:lnTo>
                  <a:pt x="1095229" y="65990"/>
                </a:lnTo>
                <a:lnTo>
                  <a:pt x="1094910" y="63837"/>
                </a:lnTo>
                <a:lnTo>
                  <a:pt x="1094500" y="61779"/>
                </a:lnTo>
                <a:lnTo>
                  <a:pt x="1093998" y="59817"/>
                </a:lnTo>
                <a:lnTo>
                  <a:pt x="1093406" y="57950"/>
                </a:lnTo>
                <a:lnTo>
                  <a:pt x="1092722" y="56180"/>
                </a:lnTo>
                <a:lnTo>
                  <a:pt x="1091948" y="54505"/>
                </a:lnTo>
                <a:lnTo>
                  <a:pt x="1091082" y="52926"/>
                </a:lnTo>
                <a:lnTo>
                  <a:pt x="1090125" y="51443"/>
                </a:lnTo>
                <a:lnTo>
                  <a:pt x="1089077" y="50056"/>
                </a:lnTo>
                <a:lnTo>
                  <a:pt x="1088304" y="49170"/>
                </a:lnTo>
                <a:lnTo>
                  <a:pt x="1087507" y="48361"/>
                </a:lnTo>
                <a:lnTo>
                  <a:pt x="1086687" y="47629"/>
                </a:lnTo>
                <a:lnTo>
                  <a:pt x="1085843" y="46974"/>
                </a:lnTo>
                <a:lnTo>
                  <a:pt x="1084975" y="46396"/>
                </a:lnTo>
                <a:lnTo>
                  <a:pt x="1084083" y="45895"/>
                </a:lnTo>
                <a:lnTo>
                  <a:pt x="1083168" y="45471"/>
                </a:lnTo>
                <a:lnTo>
                  <a:pt x="1082229" y="45124"/>
                </a:lnTo>
                <a:lnTo>
                  <a:pt x="1081266" y="44855"/>
                </a:lnTo>
                <a:lnTo>
                  <a:pt x="1080279" y="44662"/>
                </a:lnTo>
                <a:lnTo>
                  <a:pt x="1079269" y="44547"/>
                </a:lnTo>
                <a:lnTo>
                  <a:pt x="1078234" y="44508"/>
                </a:lnTo>
                <a:lnTo>
                  <a:pt x="1077664" y="44520"/>
                </a:lnTo>
                <a:lnTo>
                  <a:pt x="1077095" y="44555"/>
                </a:lnTo>
                <a:lnTo>
                  <a:pt x="1076527" y="44615"/>
                </a:lnTo>
                <a:lnTo>
                  <a:pt x="1075960" y="44698"/>
                </a:lnTo>
                <a:lnTo>
                  <a:pt x="1075394" y="44804"/>
                </a:lnTo>
                <a:lnTo>
                  <a:pt x="1074828" y="44935"/>
                </a:lnTo>
                <a:lnTo>
                  <a:pt x="1074264" y="45089"/>
                </a:lnTo>
                <a:lnTo>
                  <a:pt x="1073701" y="45267"/>
                </a:lnTo>
                <a:lnTo>
                  <a:pt x="1073139" y="45468"/>
                </a:lnTo>
                <a:lnTo>
                  <a:pt x="1072578" y="45693"/>
                </a:lnTo>
                <a:lnTo>
                  <a:pt x="1072017" y="45942"/>
                </a:lnTo>
                <a:lnTo>
                  <a:pt x="1071458" y="46215"/>
                </a:lnTo>
                <a:lnTo>
                  <a:pt x="1071007" y="46464"/>
                </a:lnTo>
                <a:lnTo>
                  <a:pt x="1070509" y="46784"/>
                </a:lnTo>
                <a:lnTo>
                  <a:pt x="1069965" y="47175"/>
                </a:lnTo>
                <a:lnTo>
                  <a:pt x="1069374" y="47637"/>
                </a:lnTo>
                <a:lnTo>
                  <a:pt x="1068736" y="48170"/>
                </a:lnTo>
                <a:lnTo>
                  <a:pt x="1068052" y="48775"/>
                </a:lnTo>
                <a:lnTo>
                  <a:pt x="1067322" y="49450"/>
                </a:lnTo>
                <a:lnTo>
                  <a:pt x="1066544" y="50197"/>
                </a:lnTo>
                <a:lnTo>
                  <a:pt x="1065721" y="51015"/>
                </a:lnTo>
                <a:lnTo>
                  <a:pt x="1064850" y="51904"/>
                </a:lnTo>
                <a:lnTo>
                  <a:pt x="1063933" y="52864"/>
                </a:lnTo>
                <a:lnTo>
                  <a:pt x="1062970" y="53895"/>
                </a:lnTo>
                <a:close/>
                <a:moveTo>
                  <a:pt x="1128878" y="60673"/>
                </a:moveTo>
                <a:lnTo>
                  <a:pt x="1128917" y="63046"/>
                </a:lnTo>
                <a:lnTo>
                  <a:pt x="1129055" y="65331"/>
                </a:lnTo>
                <a:lnTo>
                  <a:pt x="1129293" y="67530"/>
                </a:lnTo>
                <a:lnTo>
                  <a:pt x="1129631" y="69641"/>
                </a:lnTo>
                <a:lnTo>
                  <a:pt x="1130070" y="71666"/>
                </a:lnTo>
                <a:lnTo>
                  <a:pt x="1130608" y="73605"/>
                </a:lnTo>
                <a:lnTo>
                  <a:pt x="1131247" y="75456"/>
                </a:lnTo>
                <a:lnTo>
                  <a:pt x="1131985" y="77220"/>
                </a:lnTo>
                <a:lnTo>
                  <a:pt x="1132824" y="78898"/>
                </a:lnTo>
                <a:lnTo>
                  <a:pt x="1133762" y="80489"/>
                </a:lnTo>
                <a:lnTo>
                  <a:pt x="1134801" y="81993"/>
                </a:lnTo>
                <a:lnTo>
                  <a:pt x="1135940" y="83410"/>
                </a:lnTo>
                <a:lnTo>
                  <a:pt x="1137146" y="84726"/>
                </a:lnTo>
                <a:lnTo>
                  <a:pt x="1138387" y="85928"/>
                </a:lnTo>
                <a:lnTo>
                  <a:pt x="1139663" y="87015"/>
                </a:lnTo>
                <a:lnTo>
                  <a:pt x="1140973" y="87988"/>
                </a:lnTo>
                <a:lnTo>
                  <a:pt x="1142318" y="88847"/>
                </a:lnTo>
                <a:lnTo>
                  <a:pt x="1143697" y="89591"/>
                </a:lnTo>
                <a:lnTo>
                  <a:pt x="1145111" y="90220"/>
                </a:lnTo>
                <a:lnTo>
                  <a:pt x="1146560" y="90735"/>
                </a:lnTo>
                <a:lnTo>
                  <a:pt x="1148044" y="91136"/>
                </a:lnTo>
                <a:lnTo>
                  <a:pt x="1149562" y="91422"/>
                </a:lnTo>
                <a:lnTo>
                  <a:pt x="1151115" y="91594"/>
                </a:lnTo>
                <a:lnTo>
                  <a:pt x="1152702" y="91651"/>
                </a:lnTo>
                <a:lnTo>
                  <a:pt x="1153761" y="91626"/>
                </a:lnTo>
                <a:lnTo>
                  <a:pt x="1154796" y="91553"/>
                </a:lnTo>
                <a:lnTo>
                  <a:pt x="1155808" y="91431"/>
                </a:lnTo>
                <a:lnTo>
                  <a:pt x="1156796" y="91259"/>
                </a:lnTo>
                <a:lnTo>
                  <a:pt x="1157761" y="91039"/>
                </a:lnTo>
                <a:lnTo>
                  <a:pt x="1158703" y="90770"/>
                </a:lnTo>
                <a:lnTo>
                  <a:pt x="1159622" y="90451"/>
                </a:lnTo>
                <a:lnTo>
                  <a:pt x="1160517" y="90084"/>
                </a:lnTo>
                <a:lnTo>
                  <a:pt x="1161389" y="89668"/>
                </a:lnTo>
                <a:lnTo>
                  <a:pt x="1162238" y="89203"/>
                </a:lnTo>
                <a:lnTo>
                  <a:pt x="1163063" y="88689"/>
                </a:lnTo>
                <a:lnTo>
                  <a:pt x="1163866" y="88126"/>
                </a:lnTo>
                <a:lnTo>
                  <a:pt x="1164645" y="87503"/>
                </a:lnTo>
                <a:lnTo>
                  <a:pt x="1165404" y="86811"/>
                </a:lnTo>
                <a:lnTo>
                  <a:pt x="1166141" y="86050"/>
                </a:lnTo>
                <a:lnTo>
                  <a:pt x="1166857" y="85218"/>
                </a:lnTo>
                <a:lnTo>
                  <a:pt x="1167552" y="84317"/>
                </a:lnTo>
                <a:lnTo>
                  <a:pt x="1168226" y="83346"/>
                </a:lnTo>
                <a:lnTo>
                  <a:pt x="1168878" y="82305"/>
                </a:lnTo>
                <a:lnTo>
                  <a:pt x="1169508" y="81194"/>
                </a:lnTo>
                <a:lnTo>
                  <a:pt x="1170118" y="80014"/>
                </a:lnTo>
                <a:lnTo>
                  <a:pt x="1170706" y="78764"/>
                </a:lnTo>
                <a:lnTo>
                  <a:pt x="1171273" y="77445"/>
                </a:lnTo>
                <a:lnTo>
                  <a:pt x="1171819" y="76055"/>
                </a:lnTo>
                <a:lnTo>
                  <a:pt x="1174030" y="77480"/>
                </a:lnTo>
                <a:lnTo>
                  <a:pt x="1173741" y="79093"/>
                </a:lnTo>
                <a:lnTo>
                  <a:pt x="1173372" y="80683"/>
                </a:lnTo>
                <a:lnTo>
                  <a:pt x="1172924" y="82249"/>
                </a:lnTo>
                <a:lnTo>
                  <a:pt x="1172397" y="83790"/>
                </a:lnTo>
                <a:lnTo>
                  <a:pt x="1171791" y="85307"/>
                </a:lnTo>
                <a:lnTo>
                  <a:pt x="1171105" y="86799"/>
                </a:lnTo>
                <a:lnTo>
                  <a:pt x="1170341" y="88268"/>
                </a:lnTo>
                <a:lnTo>
                  <a:pt x="1169497" y="89712"/>
                </a:lnTo>
                <a:lnTo>
                  <a:pt x="1168573" y="91132"/>
                </a:lnTo>
                <a:lnTo>
                  <a:pt x="1167571" y="92528"/>
                </a:lnTo>
                <a:lnTo>
                  <a:pt x="1166489" y="93900"/>
                </a:lnTo>
                <a:lnTo>
                  <a:pt x="1165328" y="95247"/>
                </a:lnTo>
                <a:lnTo>
                  <a:pt x="1164102" y="96527"/>
                </a:lnTo>
                <a:lnTo>
                  <a:pt x="1162825" y="97695"/>
                </a:lnTo>
                <a:lnTo>
                  <a:pt x="1161498" y="98752"/>
                </a:lnTo>
                <a:lnTo>
                  <a:pt x="1160121" y="99698"/>
                </a:lnTo>
                <a:lnTo>
                  <a:pt x="1158693" y="100532"/>
                </a:lnTo>
                <a:lnTo>
                  <a:pt x="1157214" y="101256"/>
                </a:lnTo>
                <a:lnTo>
                  <a:pt x="1155685" y="101868"/>
                </a:lnTo>
                <a:lnTo>
                  <a:pt x="1154105" y="102368"/>
                </a:lnTo>
                <a:lnTo>
                  <a:pt x="1152475" y="102758"/>
                </a:lnTo>
                <a:lnTo>
                  <a:pt x="1150794" y="103036"/>
                </a:lnTo>
                <a:lnTo>
                  <a:pt x="1149063" y="103203"/>
                </a:lnTo>
                <a:lnTo>
                  <a:pt x="1147281" y="103259"/>
                </a:lnTo>
                <a:lnTo>
                  <a:pt x="1145343" y="103195"/>
                </a:lnTo>
                <a:lnTo>
                  <a:pt x="1143452" y="103005"/>
                </a:lnTo>
                <a:lnTo>
                  <a:pt x="1141608" y="102688"/>
                </a:lnTo>
                <a:lnTo>
                  <a:pt x="1139812" y="102244"/>
                </a:lnTo>
                <a:lnTo>
                  <a:pt x="1138062" y="101673"/>
                </a:lnTo>
                <a:lnTo>
                  <a:pt x="1136359" y="100976"/>
                </a:lnTo>
                <a:lnTo>
                  <a:pt x="1134703" y="100152"/>
                </a:lnTo>
                <a:lnTo>
                  <a:pt x="1133095" y="99200"/>
                </a:lnTo>
                <a:lnTo>
                  <a:pt x="1131533" y="98122"/>
                </a:lnTo>
                <a:lnTo>
                  <a:pt x="1130019" y="96918"/>
                </a:lnTo>
                <a:lnTo>
                  <a:pt x="1128551" y="95586"/>
                </a:lnTo>
                <a:lnTo>
                  <a:pt x="1127131" y="94128"/>
                </a:lnTo>
                <a:lnTo>
                  <a:pt x="1125792" y="92562"/>
                </a:lnTo>
                <a:lnTo>
                  <a:pt x="1124570" y="90909"/>
                </a:lnTo>
                <a:lnTo>
                  <a:pt x="1123464" y="89168"/>
                </a:lnTo>
                <a:lnTo>
                  <a:pt x="1122475" y="87340"/>
                </a:lnTo>
                <a:lnTo>
                  <a:pt x="1121602" y="85425"/>
                </a:lnTo>
                <a:lnTo>
                  <a:pt x="1120845" y="83422"/>
                </a:lnTo>
                <a:lnTo>
                  <a:pt x="1120205" y="81333"/>
                </a:lnTo>
                <a:lnTo>
                  <a:pt x="1119681" y="79155"/>
                </a:lnTo>
                <a:lnTo>
                  <a:pt x="1119273" y="76891"/>
                </a:lnTo>
                <a:lnTo>
                  <a:pt x="1118982" y="74539"/>
                </a:lnTo>
                <a:lnTo>
                  <a:pt x="1118808" y="72099"/>
                </a:lnTo>
                <a:lnTo>
                  <a:pt x="1118750" y="69573"/>
                </a:lnTo>
                <a:lnTo>
                  <a:pt x="1118809" y="66841"/>
                </a:lnTo>
                <a:lnTo>
                  <a:pt x="1118988" y="64210"/>
                </a:lnTo>
                <a:lnTo>
                  <a:pt x="1119287" y="61683"/>
                </a:lnTo>
                <a:lnTo>
                  <a:pt x="1119705" y="59257"/>
                </a:lnTo>
                <a:lnTo>
                  <a:pt x="1120242" y="56933"/>
                </a:lnTo>
                <a:lnTo>
                  <a:pt x="1120898" y="54712"/>
                </a:lnTo>
                <a:lnTo>
                  <a:pt x="1121674" y="52593"/>
                </a:lnTo>
                <a:lnTo>
                  <a:pt x="1122570" y="50576"/>
                </a:lnTo>
                <a:lnTo>
                  <a:pt x="1123584" y="48661"/>
                </a:lnTo>
                <a:lnTo>
                  <a:pt x="1124718" y="46848"/>
                </a:lnTo>
                <a:lnTo>
                  <a:pt x="1125972" y="45137"/>
                </a:lnTo>
                <a:lnTo>
                  <a:pt x="1127345" y="43529"/>
                </a:lnTo>
                <a:lnTo>
                  <a:pt x="1128808" y="42036"/>
                </a:lnTo>
                <a:lnTo>
                  <a:pt x="1130332" y="40673"/>
                </a:lnTo>
                <a:lnTo>
                  <a:pt x="1131917" y="39440"/>
                </a:lnTo>
                <a:lnTo>
                  <a:pt x="1133562" y="38336"/>
                </a:lnTo>
                <a:lnTo>
                  <a:pt x="1135269" y="37363"/>
                </a:lnTo>
                <a:lnTo>
                  <a:pt x="1137037" y="36519"/>
                </a:lnTo>
                <a:lnTo>
                  <a:pt x="1138865" y="35805"/>
                </a:lnTo>
                <a:lnTo>
                  <a:pt x="1140755" y="35221"/>
                </a:lnTo>
                <a:lnTo>
                  <a:pt x="1142705" y="34766"/>
                </a:lnTo>
                <a:lnTo>
                  <a:pt x="1144717" y="34442"/>
                </a:lnTo>
                <a:lnTo>
                  <a:pt x="1146789" y="34247"/>
                </a:lnTo>
                <a:lnTo>
                  <a:pt x="1148922" y="34182"/>
                </a:lnTo>
                <a:lnTo>
                  <a:pt x="1150726" y="34232"/>
                </a:lnTo>
                <a:lnTo>
                  <a:pt x="1152475" y="34382"/>
                </a:lnTo>
                <a:lnTo>
                  <a:pt x="1154169" y="34633"/>
                </a:lnTo>
                <a:lnTo>
                  <a:pt x="1155809" y="34983"/>
                </a:lnTo>
                <a:lnTo>
                  <a:pt x="1157395" y="35434"/>
                </a:lnTo>
                <a:lnTo>
                  <a:pt x="1158926" y="35985"/>
                </a:lnTo>
                <a:lnTo>
                  <a:pt x="1160403" y="36636"/>
                </a:lnTo>
                <a:lnTo>
                  <a:pt x="1161825" y="37387"/>
                </a:lnTo>
                <a:lnTo>
                  <a:pt x="1163192" y="38238"/>
                </a:lnTo>
                <a:lnTo>
                  <a:pt x="1164506" y="39189"/>
                </a:lnTo>
                <a:lnTo>
                  <a:pt x="1165764" y="40241"/>
                </a:lnTo>
                <a:lnTo>
                  <a:pt x="1166968" y="41392"/>
                </a:lnTo>
                <a:lnTo>
                  <a:pt x="1168096" y="42628"/>
                </a:lnTo>
                <a:lnTo>
                  <a:pt x="1169126" y="43930"/>
                </a:lnTo>
                <a:lnTo>
                  <a:pt x="1170058" y="45301"/>
                </a:lnTo>
                <a:lnTo>
                  <a:pt x="1170891" y="46738"/>
                </a:lnTo>
                <a:lnTo>
                  <a:pt x="1171627" y="48244"/>
                </a:lnTo>
                <a:lnTo>
                  <a:pt x="1172265" y="49817"/>
                </a:lnTo>
                <a:lnTo>
                  <a:pt x="1172804" y="51457"/>
                </a:lnTo>
                <a:lnTo>
                  <a:pt x="1173245" y="53165"/>
                </a:lnTo>
                <a:lnTo>
                  <a:pt x="1173589" y="54941"/>
                </a:lnTo>
                <a:lnTo>
                  <a:pt x="1173834" y="56784"/>
                </a:lnTo>
                <a:lnTo>
                  <a:pt x="1173981" y="58695"/>
                </a:lnTo>
                <a:lnTo>
                  <a:pt x="1174030" y="60673"/>
                </a:lnTo>
                <a:lnTo>
                  <a:pt x="1128878" y="60673"/>
                </a:lnTo>
                <a:moveTo>
                  <a:pt x="1128878" y="56543"/>
                </a:moveTo>
                <a:lnTo>
                  <a:pt x="1159122" y="56543"/>
                </a:lnTo>
                <a:lnTo>
                  <a:pt x="1159057" y="55524"/>
                </a:lnTo>
                <a:lnTo>
                  <a:pt x="1158981" y="54557"/>
                </a:lnTo>
                <a:lnTo>
                  <a:pt x="1158895" y="53641"/>
                </a:lnTo>
                <a:lnTo>
                  <a:pt x="1158797" y="52777"/>
                </a:lnTo>
                <a:lnTo>
                  <a:pt x="1158689" y="51964"/>
                </a:lnTo>
                <a:lnTo>
                  <a:pt x="1158569" y="51202"/>
                </a:lnTo>
                <a:lnTo>
                  <a:pt x="1158439" y="50492"/>
                </a:lnTo>
                <a:lnTo>
                  <a:pt x="1158298" y="49833"/>
                </a:lnTo>
                <a:lnTo>
                  <a:pt x="1158146" y="49226"/>
                </a:lnTo>
                <a:lnTo>
                  <a:pt x="1157983" y="48670"/>
                </a:lnTo>
                <a:lnTo>
                  <a:pt x="1157809" y="48166"/>
                </a:lnTo>
                <a:lnTo>
                  <a:pt x="1157624" y="47713"/>
                </a:lnTo>
                <a:lnTo>
                  <a:pt x="1157315" y="47060"/>
                </a:lnTo>
                <a:lnTo>
                  <a:pt x="1156981" y="46431"/>
                </a:lnTo>
                <a:lnTo>
                  <a:pt x="1156623" y="45825"/>
                </a:lnTo>
                <a:lnTo>
                  <a:pt x="1156241" y="45244"/>
                </a:lnTo>
                <a:lnTo>
                  <a:pt x="1155835" y="44686"/>
                </a:lnTo>
                <a:lnTo>
                  <a:pt x="1155404" y="44152"/>
                </a:lnTo>
                <a:lnTo>
                  <a:pt x="1154949" y="43642"/>
                </a:lnTo>
                <a:lnTo>
                  <a:pt x="1154470" y="43155"/>
                </a:lnTo>
                <a:lnTo>
                  <a:pt x="1153966" y="42692"/>
                </a:lnTo>
                <a:lnTo>
                  <a:pt x="1153439" y="42253"/>
                </a:lnTo>
                <a:lnTo>
                  <a:pt x="1152886" y="41838"/>
                </a:lnTo>
                <a:lnTo>
                  <a:pt x="1152310" y="41446"/>
                </a:lnTo>
                <a:lnTo>
                  <a:pt x="1151719" y="41082"/>
                </a:lnTo>
                <a:lnTo>
                  <a:pt x="1151124" y="40750"/>
                </a:lnTo>
                <a:lnTo>
                  <a:pt x="1150525" y="40449"/>
                </a:lnTo>
                <a:lnTo>
                  <a:pt x="1149921" y="40180"/>
                </a:lnTo>
                <a:lnTo>
                  <a:pt x="1149312" y="39942"/>
                </a:lnTo>
                <a:lnTo>
                  <a:pt x="1148699" y="39737"/>
                </a:lnTo>
                <a:lnTo>
                  <a:pt x="1148082" y="39563"/>
                </a:lnTo>
                <a:lnTo>
                  <a:pt x="1147460" y="39420"/>
                </a:lnTo>
                <a:lnTo>
                  <a:pt x="1146833" y="39309"/>
                </a:lnTo>
                <a:lnTo>
                  <a:pt x="1146203" y="39230"/>
                </a:lnTo>
                <a:lnTo>
                  <a:pt x="1145567" y="39183"/>
                </a:lnTo>
                <a:lnTo>
                  <a:pt x="1144928" y="39167"/>
                </a:lnTo>
                <a:lnTo>
                  <a:pt x="1143949" y="39199"/>
                </a:lnTo>
                <a:lnTo>
                  <a:pt x="1142989" y="39295"/>
                </a:lnTo>
                <a:lnTo>
                  <a:pt x="1142045" y="39454"/>
                </a:lnTo>
                <a:lnTo>
                  <a:pt x="1141119" y="39677"/>
                </a:lnTo>
                <a:lnTo>
                  <a:pt x="1140211" y="39964"/>
                </a:lnTo>
                <a:lnTo>
                  <a:pt x="1139319" y="40315"/>
                </a:lnTo>
                <a:lnTo>
                  <a:pt x="1138445" y="40730"/>
                </a:lnTo>
                <a:lnTo>
                  <a:pt x="1137589" y="41208"/>
                </a:lnTo>
                <a:lnTo>
                  <a:pt x="1136749" y="41751"/>
                </a:lnTo>
                <a:lnTo>
                  <a:pt x="1135927" y="42357"/>
                </a:lnTo>
                <a:lnTo>
                  <a:pt x="1135122" y="43027"/>
                </a:lnTo>
                <a:lnTo>
                  <a:pt x="1134335" y="43760"/>
                </a:lnTo>
                <a:lnTo>
                  <a:pt x="1133583" y="44551"/>
                </a:lnTo>
                <a:lnTo>
                  <a:pt x="1132886" y="45391"/>
                </a:lnTo>
                <a:lnTo>
                  <a:pt x="1132242" y="46282"/>
                </a:lnTo>
                <a:lnTo>
                  <a:pt x="1131652" y="47222"/>
                </a:lnTo>
                <a:lnTo>
                  <a:pt x="1131117" y="48212"/>
                </a:lnTo>
                <a:lnTo>
                  <a:pt x="1130635" y="49253"/>
                </a:lnTo>
                <a:lnTo>
                  <a:pt x="1130207" y="50343"/>
                </a:lnTo>
                <a:lnTo>
                  <a:pt x="1129833" y="51483"/>
                </a:lnTo>
                <a:lnTo>
                  <a:pt x="1129514" y="52673"/>
                </a:lnTo>
                <a:lnTo>
                  <a:pt x="1129248" y="53913"/>
                </a:lnTo>
                <a:lnTo>
                  <a:pt x="1129036" y="55203"/>
                </a:lnTo>
                <a:lnTo>
                  <a:pt x="1128878" y="56543"/>
                </a:lnTo>
                <a:close/>
                <a:moveTo>
                  <a:pt x="1193695" y="60673"/>
                </a:moveTo>
                <a:lnTo>
                  <a:pt x="1193734" y="63046"/>
                </a:lnTo>
                <a:lnTo>
                  <a:pt x="1193872" y="65331"/>
                </a:lnTo>
                <a:lnTo>
                  <a:pt x="1194110" y="67530"/>
                </a:lnTo>
                <a:lnTo>
                  <a:pt x="1194448" y="69641"/>
                </a:lnTo>
                <a:lnTo>
                  <a:pt x="1194887" y="71666"/>
                </a:lnTo>
                <a:lnTo>
                  <a:pt x="1195425" y="73605"/>
                </a:lnTo>
                <a:lnTo>
                  <a:pt x="1196064" y="75456"/>
                </a:lnTo>
                <a:lnTo>
                  <a:pt x="1196802" y="77220"/>
                </a:lnTo>
                <a:lnTo>
                  <a:pt x="1197641" y="78898"/>
                </a:lnTo>
                <a:lnTo>
                  <a:pt x="1198579" y="80489"/>
                </a:lnTo>
                <a:lnTo>
                  <a:pt x="1199618" y="81993"/>
                </a:lnTo>
                <a:lnTo>
                  <a:pt x="1200757" y="83410"/>
                </a:lnTo>
                <a:lnTo>
                  <a:pt x="1201963" y="84726"/>
                </a:lnTo>
                <a:lnTo>
                  <a:pt x="1203204" y="85928"/>
                </a:lnTo>
                <a:lnTo>
                  <a:pt x="1204480" y="87015"/>
                </a:lnTo>
                <a:lnTo>
                  <a:pt x="1205790" y="87988"/>
                </a:lnTo>
                <a:lnTo>
                  <a:pt x="1207135" y="88847"/>
                </a:lnTo>
                <a:lnTo>
                  <a:pt x="1208514" y="89591"/>
                </a:lnTo>
                <a:lnTo>
                  <a:pt x="1209928" y="90220"/>
                </a:lnTo>
                <a:lnTo>
                  <a:pt x="1211377" y="90735"/>
                </a:lnTo>
                <a:lnTo>
                  <a:pt x="1212861" y="91136"/>
                </a:lnTo>
                <a:lnTo>
                  <a:pt x="1214379" y="91422"/>
                </a:lnTo>
                <a:lnTo>
                  <a:pt x="1215932" y="91594"/>
                </a:lnTo>
                <a:lnTo>
                  <a:pt x="1217519" y="91651"/>
                </a:lnTo>
                <a:lnTo>
                  <a:pt x="1218578" y="91626"/>
                </a:lnTo>
                <a:lnTo>
                  <a:pt x="1219613" y="91553"/>
                </a:lnTo>
                <a:lnTo>
                  <a:pt x="1220625" y="91431"/>
                </a:lnTo>
                <a:lnTo>
                  <a:pt x="1221613" y="91259"/>
                </a:lnTo>
                <a:lnTo>
                  <a:pt x="1222578" y="91039"/>
                </a:lnTo>
                <a:lnTo>
                  <a:pt x="1223520" y="90770"/>
                </a:lnTo>
                <a:lnTo>
                  <a:pt x="1224439" y="90451"/>
                </a:lnTo>
                <a:lnTo>
                  <a:pt x="1225334" y="90084"/>
                </a:lnTo>
                <a:lnTo>
                  <a:pt x="1226206" y="89668"/>
                </a:lnTo>
                <a:lnTo>
                  <a:pt x="1227055" y="89203"/>
                </a:lnTo>
                <a:lnTo>
                  <a:pt x="1227880" y="88689"/>
                </a:lnTo>
                <a:lnTo>
                  <a:pt x="1228683" y="88126"/>
                </a:lnTo>
                <a:lnTo>
                  <a:pt x="1229462" y="87503"/>
                </a:lnTo>
                <a:lnTo>
                  <a:pt x="1230221" y="86811"/>
                </a:lnTo>
                <a:lnTo>
                  <a:pt x="1230958" y="86050"/>
                </a:lnTo>
                <a:lnTo>
                  <a:pt x="1231674" y="85218"/>
                </a:lnTo>
                <a:lnTo>
                  <a:pt x="1232369" y="84317"/>
                </a:lnTo>
                <a:lnTo>
                  <a:pt x="1233043" y="83346"/>
                </a:lnTo>
                <a:lnTo>
                  <a:pt x="1233695" y="82305"/>
                </a:lnTo>
                <a:lnTo>
                  <a:pt x="1234325" y="81194"/>
                </a:lnTo>
                <a:lnTo>
                  <a:pt x="1234935" y="80014"/>
                </a:lnTo>
                <a:lnTo>
                  <a:pt x="1235523" y="78764"/>
                </a:lnTo>
                <a:lnTo>
                  <a:pt x="1236090" y="77445"/>
                </a:lnTo>
                <a:lnTo>
                  <a:pt x="1236636" y="76055"/>
                </a:lnTo>
                <a:lnTo>
                  <a:pt x="1238847" y="77480"/>
                </a:lnTo>
                <a:lnTo>
                  <a:pt x="1238558" y="79093"/>
                </a:lnTo>
                <a:lnTo>
                  <a:pt x="1238189" y="80683"/>
                </a:lnTo>
                <a:lnTo>
                  <a:pt x="1237741" y="82249"/>
                </a:lnTo>
                <a:lnTo>
                  <a:pt x="1237214" y="83790"/>
                </a:lnTo>
                <a:lnTo>
                  <a:pt x="1236608" y="85307"/>
                </a:lnTo>
                <a:lnTo>
                  <a:pt x="1235922" y="86799"/>
                </a:lnTo>
                <a:lnTo>
                  <a:pt x="1235158" y="88268"/>
                </a:lnTo>
                <a:lnTo>
                  <a:pt x="1234314" y="89712"/>
                </a:lnTo>
                <a:lnTo>
                  <a:pt x="1233390" y="91132"/>
                </a:lnTo>
                <a:lnTo>
                  <a:pt x="1232388" y="92528"/>
                </a:lnTo>
                <a:lnTo>
                  <a:pt x="1231306" y="93900"/>
                </a:lnTo>
                <a:lnTo>
                  <a:pt x="1230145" y="95247"/>
                </a:lnTo>
                <a:lnTo>
                  <a:pt x="1228919" y="96527"/>
                </a:lnTo>
                <a:lnTo>
                  <a:pt x="1227642" y="97695"/>
                </a:lnTo>
                <a:lnTo>
                  <a:pt x="1226315" y="98752"/>
                </a:lnTo>
                <a:lnTo>
                  <a:pt x="1224938" y="99698"/>
                </a:lnTo>
                <a:lnTo>
                  <a:pt x="1223510" y="100532"/>
                </a:lnTo>
                <a:lnTo>
                  <a:pt x="1222031" y="101256"/>
                </a:lnTo>
                <a:lnTo>
                  <a:pt x="1220502" y="101868"/>
                </a:lnTo>
                <a:lnTo>
                  <a:pt x="1218922" y="102368"/>
                </a:lnTo>
                <a:lnTo>
                  <a:pt x="1217292" y="102758"/>
                </a:lnTo>
                <a:lnTo>
                  <a:pt x="1215611" y="103036"/>
                </a:lnTo>
                <a:lnTo>
                  <a:pt x="1213880" y="103203"/>
                </a:lnTo>
                <a:lnTo>
                  <a:pt x="1212098" y="103259"/>
                </a:lnTo>
                <a:lnTo>
                  <a:pt x="1210160" y="103195"/>
                </a:lnTo>
                <a:lnTo>
                  <a:pt x="1208269" y="103005"/>
                </a:lnTo>
                <a:lnTo>
                  <a:pt x="1206425" y="102688"/>
                </a:lnTo>
                <a:lnTo>
                  <a:pt x="1204629" y="102244"/>
                </a:lnTo>
                <a:lnTo>
                  <a:pt x="1202879" y="101673"/>
                </a:lnTo>
                <a:lnTo>
                  <a:pt x="1201176" y="100976"/>
                </a:lnTo>
                <a:lnTo>
                  <a:pt x="1199520" y="100152"/>
                </a:lnTo>
                <a:lnTo>
                  <a:pt x="1197912" y="99200"/>
                </a:lnTo>
                <a:lnTo>
                  <a:pt x="1196350" y="98122"/>
                </a:lnTo>
                <a:lnTo>
                  <a:pt x="1194836" y="96918"/>
                </a:lnTo>
                <a:lnTo>
                  <a:pt x="1193368" y="95586"/>
                </a:lnTo>
                <a:lnTo>
                  <a:pt x="1191948" y="94128"/>
                </a:lnTo>
                <a:lnTo>
                  <a:pt x="1190609" y="92562"/>
                </a:lnTo>
                <a:lnTo>
                  <a:pt x="1189387" y="90909"/>
                </a:lnTo>
                <a:lnTo>
                  <a:pt x="1188281" y="89168"/>
                </a:lnTo>
                <a:lnTo>
                  <a:pt x="1187292" y="87340"/>
                </a:lnTo>
                <a:lnTo>
                  <a:pt x="1186419" y="85425"/>
                </a:lnTo>
                <a:lnTo>
                  <a:pt x="1185662" y="83422"/>
                </a:lnTo>
                <a:lnTo>
                  <a:pt x="1185022" y="81333"/>
                </a:lnTo>
                <a:lnTo>
                  <a:pt x="1184498" y="79155"/>
                </a:lnTo>
                <a:lnTo>
                  <a:pt x="1184090" y="76891"/>
                </a:lnTo>
                <a:lnTo>
                  <a:pt x="1183799" y="74539"/>
                </a:lnTo>
                <a:lnTo>
                  <a:pt x="1183625" y="72099"/>
                </a:lnTo>
                <a:lnTo>
                  <a:pt x="1183567" y="69573"/>
                </a:lnTo>
                <a:lnTo>
                  <a:pt x="1183626" y="66841"/>
                </a:lnTo>
                <a:lnTo>
                  <a:pt x="1183805" y="64210"/>
                </a:lnTo>
                <a:lnTo>
                  <a:pt x="1184104" y="61683"/>
                </a:lnTo>
                <a:lnTo>
                  <a:pt x="1184522" y="59257"/>
                </a:lnTo>
                <a:lnTo>
                  <a:pt x="1185059" y="56933"/>
                </a:lnTo>
                <a:lnTo>
                  <a:pt x="1185715" y="54712"/>
                </a:lnTo>
                <a:lnTo>
                  <a:pt x="1186491" y="52593"/>
                </a:lnTo>
                <a:lnTo>
                  <a:pt x="1187387" y="50576"/>
                </a:lnTo>
                <a:lnTo>
                  <a:pt x="1188401" y="48661"/>
                </a:lnTo>
                <a:lnTo>
                  <a:pt x="1189535" y="46848"/>
                </a:lnTo>
                <a:lnTo>
                  <a:pt x="1190789" y="45137"/>
                </a:lnTo>
                <a:lnTo>
                  <a:pt x="1192162" y="43529"/>
                </a:lnTo>
                <a:lnTo>
                  <a:pt x="1193625" y="42036"/>
                </a:lnTo>
                <a:lnTo>
                  <a:pt x="1195149" y="40673"/>
                </a:lnTo>
                <a:lnTo>
                  <a:pt x="1196734" y="39440"/>
                </a:lnTo>
                <a:lnTo>
                  <a:pt x="1198379" y="38336"/>
                </a:lnTo>
                <a:lnTo>
                  <a:pt x="1200086" y="37363"/>
                </a:lnTo>
                <a:lnTo>
                  <a:pt x="1201854" y="36519"/>
                </a:lnTo>
                <a:lnTo>
                  <a:pt x="1203682" y="35805"/>
                </a:lnTo>
                <a:lnTo>
                  <a:pt x="1205572" y="35221"/>
                </a:lnTo>
                <a:lnTo>
                  <a:pt x="1207522" y="34766"/>
                </a:lnTo>
                <a:lnTo>
                  <a:pt x="1209533" y="34442"/>
                </a:lnTo>
                <a:lnTo>
                  <a:pt x="1211606" y="34247"/>
                </a:lnTo>
                <a:lnTo>
                  <a:pt x="1213739" y="34182"/>
                </a:lnTo>
                <a:lnTo>
                  <a:pt x="1215543" y="34232"/>
                </a:lnTo>
                <a:lnTo>
                  <a:pt x="1217292" y="34382"/>
                </a:lnTo>
                <a:lnTo>
                  <a:pt x="1218986" y="34633"/>
                </a:lnTo>
                <a:lnTo>
                  <a:pt x="1220626" y="34983"/>
                </a:lnTo>
                <a:lnTo>
                  <a:pt x="1222212" y="35434"/>
                </a:lnTo>
                <a:lnTo>
                  <a:pt x="1223743" y="35985"/>
                </a:lnTo>
                <a:lnTo>
                  <a:pt x="1225220" y="36636"/>
                </a:lnTo>
                <a:lnTo>
                  <a:pt x="1226642" y="37387"/>
                </a:lnTo>
                <a:lnTo>
                  <a:pt x="1228009" y="38238"/>
                </a:lnTo>
                <a:lnTo>
                  <a:pt x="1229322" y="39189"/>
                </a:lnTo>
                <a:lnTo>
                  <a:pt x="1230581" y="40241"/>
                </a:lnTo>
                <a:lnTo>
                  <a:pt x="1231785" y="41392"/>
                </a:lnTo>
                <a:lnTo>
                  <a:pt x="1232913" y="42628"/>
                </a:lnTo>
                <a:lnTo>
                  <a:pt x="1233943" y="43930"/>
                </a:lnTo>
                <a:lnTo>
                  <a:pt x="1234875" y="45301"/>
                </a:lnTo>
                <a:lnTo>
                  <a:pt x="1235708" y="46738"/>
                </a:lnTo>
                <a:lnTo>
                  <a:pt x="1236444" y="48244"/>
                </a:lnTo>
                <a:lnTo>
                  <a:pt x="1237082" y="49817"/>
                </a:lnTo>
                <a:lnTo>
                  <a:pt x="1237621" y="51457"/>
                </a:lnTo>
                <a:lnTo>
                  <a:pt x="1238062" y="53165"/>
                </a:lnTo>
                <a:lnTo>
                  <a:pt x="1238406" y="54941"/>
                </a:lnTo>
                <a:lnTo>
                  <a:pt x="1238651" y="56784"/>
                </a:lnTo>
                <a:lnTo>
                  <a:pt x="1238798" y="58695"/>
                </a:lnTo>
                <a:lnTo>
                  <a:pt x="1238847" y="60673"/>
                </a:lnTo>
                <a:lnTo>
                  <a:pt x="1193695" y="60673"/>
                </a:lnTo>
                <a:moveTo>
                  <a:pt x="1193695" y="56543"/>
                </a:moveTo>
                <a:lnTo>
                  <a:pt x="1223939" y="56543"/>
                </a:lnTo>
                <a:lnTo>
                  <a:pt x="1223874" y="55524"/>
                </a:lnTo>
                <a:lnTo>
                  <a:pt x="1223798" y="54557"/>
                </a:lnTo>
                <a:lnTo>
                  <a:pt x="1223712" y="53641"/>
                </a:lnTo>
                <a:lnTo>
                  <a:pt x="1223614" y="52777"/>
                </a:lnTo>
                <a:lnTo>
                  <a:pt x="1223506" y="51964"/>
                </a:lnTo>
                <a:lnTo>
                  <a:pt x="1223386" y="51202"/>
                </a:lnTo>
                <a:lnTo>
                  <a:pt x="1223256" y="50492"/>
                </a:lnTo>
                <a:lnTo>
                  <a:pt x="1223115" y="49833"/>
                </a:lnTo>
                <a:lnTo>
                  <a:pt x="1222963" y="49226"/>
                </a:lnTo>
                <a:lnTo>
                  <a:pt x="1222800" y="48670"/>
                </a:lnTo>
                <a:lnTo>
                  <a:pt x="1222626" y="48166"/>
                </a:lnTo>
                <a:lnTo>
                  <a:pt x="1222441" y="47713"/>
                </a:lnTo>
                <a:lnTo>
                  <a:pt x="1222132" y="47060"/>
                </a:lnTo>
                <a:lnTo>
                  <a:pt x="1221798" y="46431"/>
                </a:lnTo>
                <a:lnTo>
                  <a:pt x="1221440" y="45825"/>
                </a:lnTo>
                <a:lnTo>
                  <a:pt x="1221058" y="45244"/>
                </a:lnTo>
                <a:lnTo>
                  <a:pt x="1220652" y="44686"/>
                </a:lnTo>
                <a:lnTo>
                  <a:pt x="1220221" y="44152"/>
                </a:lnTo>
                <a:lnTo>
                  <a:pt x="1219766" y="43642"/>
                </a:lnTo>
                <a:lnTo>
                  <a:pt x="1219287" y="43155"/>
                </a:lnTo>
                <a:lnTo>
                  <a:pt x="1218783" y="42692"/>
                </a:lnTo>
                <a:lnTo>
                  <a:pt x="1218256" y="42253"/>
                </a:lnTo>
                <a:lnTo>
                  <a:pt x="1217703" y="41838"/>
                </a:lnTo>
                <a:lnTo>
                  <a:pt x="1217127" y="41446"/>
                </a:lnTo>
                <a:lnTo>
                  <a:pt x="1216536" y="41082"/>
                </a:lnTo>
                <a:lnTo>
                  <a:pt x="1215941" y="40750"/>
                </a:lnTo>
                <a:lnTo>
                  <a:pt x="1215342" y="40449"/>
                </a:lnTo>
                <a:lnTo>
                  <a:pt x="1214738" y="40180"/>
                </a:lnTo>
                <a:lnTo>
                  <a:pt x="1214129" y="39942"/>
                </a:lnTo>
                <a:lnTo>
                  <a:pt x="1213516" y="39737"/>
                </a:lnTo>
                <a:lnTo>
                  <a:pt x="1212899" y="39563"/>
                </a:lnTo>
                <a:lnTo>
                  <a:pt x="1212277" y="39420"/>
                </a:lnTo>
                <a:lnTo>
                  <a:pt x="1211650" y="39309"/>
                </a:lnTo>
                <a:lnTo>
                  <a:pt x="1211020" y="39230"/>
                </a:lnTo>
                <a:lnTo>
                  <a:pt x="1210384" y="39183"/>
                </a:lnTo>
                <a:lnTo>
                  <a:pt x="1209745" y="39167"/>
                </a:lnTo>
                <a:lnTo>
                  <a:pt x="1208766" y="39199"/>
                </a:lnTo>
                <a:lnTo>
                  <a:pt x="1207806" y="39295"/>
                </a:lnTo>
                <a:lnTo>
                  <a:pt x="1206862" y="39454"/>
                </a:lnTo>
                <a:lnTo>
                  <a:pt x="1205936" y="39677"/>
                </a:lnTo>
                <a:lnTo>
                  <a:pt x="1205028" y="39964"/>
                </a:lnTo>
                <a:lnTo>
                  <a:pt x="1204136" y="40315"/>
                </a:lnTo>
                <a:lnTo>
                  <a:pt x="1203262" y="40730"/>
                </a:lnTo>
                <a:lnTo>
                  <a:pt x="1202405" y="41208"/>
                </a:lnTo>
                <a:lnTo>
                  <a:pt x="1201566" y="41751"/>
                </a:lnTo>
                <a:lnTo>
                  <a:pt x="1200744" y="42357"/>
                </a:lnTo>
                <a:lnTo>
                  <a:pt x="1199939" y="43027"/>
                </a:lnTo>
                <a:lnTo>
                  <a:pt x="1199152" y="43760"/>
                </a:lnTo>
                <a:lnTo>
                  <a:pt x="1198400" y="44551"/>
                </a:lnTo>
                <a:lnTo>
                  <a:pt x="1197703" y="45391"/>
                </a:lnTo>
                <a:lnTo>
                  <a:pt x="1197059" y="46282"/>
                </a:lnTo>
                <a:lnTo>
                  <a:pt x="1196469" y="47222"/>
                </a:lnTo>
                <a:lnTo>
                  <a:pt x="1195934" y="48212"/>
                </a:lnTo>
                <a:lnTo>
                  <a:pt x="1195452" y="49253"/>
                </a:lnTo>
                <a:lnTo>
                  <a:pt x="1195024" y="50343"/>
                </a:lnTo>
                <a:lnTo>
                  <a:pt x="1194650" y="51483"/>
                </a:lnTo>
                <a:lnTo>
                  <a:pt x="1194331" y="52673"/>
                </a:lnTo>
                <a:lnTo>
                  <a:pt x="1194065" y="53913"/>
                </a:lnTo>
                <a:lnTo>
                  <a:pt x="1193853" y="55203"/>
                </a:lnTo>
                <a:lnTo>
                  <a:pt x="1193695" y="56543"/>
                </a:lnTo>
                <a:close/>
                <a:moveTo>
                  <a:pt x="1269997" y="0"/>
                </a:moveTo>
                <a:lnTo>
                  <a:pt x="1269997" y="86461"/>
                </a:lnTo>
                <a:lnTo>
                  <a:pt x="1270003" y="87453"/>
                </a:lnTo>
                <a:lnTo>
                  <a:pt x="1270021" y="88387"/>
                </a:lnTo>
                <a:lnTo>
                  <a:pt x="1270052" y="89263"/>
                </a:lnTo>
                <a:lnTo>
                  <a:pt x="1270096" y="90083"/>
                </a:lnTo>
                <a:lnTo>
                  <a:pt x="1270151" y="90845"/>
                </a:lnTo>
                <a:lnTo>
                  <a:pt x="1270220" y="91550"/>
                </a:lnTo>
                <a:lnTo>
                  <a:pt x="1270300" y="92197"/>
                </a:lnTo>
                <a:lnTo>
                  <a:pt x="1270393" y="92787"/>
                </a:lnTo>
                <a:lnTo>
                  <a:pt x="1270498" y="93320"/>
                </a:lnTo>
                <a:lnTo>
                  <a:pt x="1270616" y="93796"/>
                </a:lnTo>
                <a:lnTo>
                  <a:pt x="1270746" y="94214"/>
                </a:lnTo>
                <a:lnTo>
                  <a:pt x="1270888" y="94575"/>
                </a:lnTo>
                <a:lnTo>
                  <a:pt x="1271044" y="94900"/>
                </a:lnTo>
                <a:lnTo>
                  <a:pt x="1271212" y="95212"/>
                </a:lnTo>
                <a:lnTo>
                  <a:pt x="1271394" y="95511"/>
                </a:lnTo>
                <a:lnTo>
                  <a:pt x="1271590" y="95796"/>
                </a:lnTo>
                <a:lnTo>
                  <a:pt x="1271798" y="96068"/>
                </a:lnTo>
                <a:lnTo>
                  <a:pt x="1272021" y="96327"/>
                </a:lnTo>
                <a:lnTo>
                  <a:pt x="1272256" y="96572"/>
                </a:lnTo>
                <a:lnTo>
                  <a:pt x="1272505" y="96804"/>
                </a:lnTo>
                <a:lnTo>
                  <a:pt x="1272767" y="97023"/>
                </a:lnTo>
                <a:lnTo>
                  <a:pt x="1273043" y="97229"/>
                </a:lnTo>
                <a:lnTo>
                  <a:pt x="1273332" y="97421"/>
                </a:lnTo>
                <a:lnTo>
                  <a:pt x="1273634" y="97599"/>
                </a:lnTo>
                <a:lnTo>
                  <a:pt x="1273966" y="97764"/>
                </a:lnTo>
                <a:lnTo>
                  <a:pt x="1274342" y="97914"/>
                </a:lnTo>
                <a:lnTo>
                  <a:pt x="1274762" y="98050"/>
                </a:lnTo>
                <a:lnTo>
                  <a:pt x="1275228" y="98172"/>
                </a:lnTo>
                <a:lnTo>
                  <a:pt x="1275737" y="98279"/>
                </a:lnTo>
                <a:lnTo>
                  <a:pt x="1276292" y="98372"/>
                </a:lnTo>
                <a:lnTo>
                  <a:pt x="1276890" y="98451"/>
                </a:lnTo>
                <a:lnTo>
                  <a:pt x="1277534" y="98515"/>
                </a:lnTo>
                <a:lnTo>
                  <a:pt x="1278222" y="98565"/>
                </a:lnTo>
                <a:lnTo>
                  <a:pt x="1278954" y="98601"/>
                </a:lnTo>
                <a:lnTo>
                  <a:pt x="1279732" y="98623"/>
                </a:lnTo>
                <a:lnTo>
                  <a:pt x="1280553" y="98630"/>
                </a:lnTo>
                <a:lnTo>
                  <a:pt x="1280553" y="101265"/>
                </a:lnTo>
                <a:lnTo>
                  <a:pt x="1248526" y="101265"/>
                </a:lnTo>
                <a:lnTo>
                  <a:pt x="1248526" y="98630"/>
                </a:lnTo>
                <a:lnTo>
                  <a:pt x="1249256" y="98623"/>
                </a:lnTo>
                <a:lnTo>
                  <a:pt x="1249945" y="98604"/>
                </a:lnTo>
                <a:lnTo>
                  <a:pt x="1250595" y="98572"/>
                </a:lnTo>
                <a:lnTo>
                  <a:pt x="1251205" y="98527"/>
                </a:lnTo>
                <a:lnTo>
                  <a:pt x="1251776" y="98469"/>
                </a:lnTo>
                <a:lnTo>
                  <a:pt x="1252307" y="98399"/>
                </a:lnTo>
                <a:lnTo>
                  <a:pt x="1252798" y="98315"/>
                </a:lnTo>
                <a:lnTo>
                  <a:pt x="1253250" y="98219"/>
                </a:lnTo>
                <a:lnTo>
                  <a:pt x="1253662" y="98110"/>
                </a:lnTo>
                <a:lnTo>
                  <a:pt x="1254035" y="97988"/>
                </a:lnTo>
                <a:lnTo>
                  <a:pt x="1254368" y="97854"/>
                </a:lnTo>
                <a:lnTo>
                  <a:pt x="1254661" y="97706"/>
                </a:lnTo>
                <a:lnTo>
                  <a:pt x="1254929" y="97543"/>
                </a:lnTo>
                <a:lnTo>
                  <a:pt x="1255188" y="97364"/>
                </a:lnTo>
                <a:lnTo>
                  <a:pt x="1255437" y="97168"/>
                </a:lnTo>
                <a:lnTo>
                  <a:pt x="1255675" y="96955"/>
                </a:lnTo>
                <a:lnTo>
                  <a:pt x="1255904" y="96725"/>
                </a:lnTo>
                <a:lnTo>
                  <a:pt x="1256123" y="96478"/>
                </a:lnTo>
                <a:lnTo>
                  <a:pt x="1256332" y="96215"/>
                </a:lnTo>
                <a:lnTo>
                  <a:pt x="1256531" y="95935"/>
                </a:lnTo>
                <a:lnTo>
                  <a:pt x="1256720" y="95638"/>
                </a:lnTo>
                <a:lnTo>
                  <a:pt x="1256900" y="95324"/>
                </a:lnTo>
                <a:lnTo>
                  <a:pt x="1257069" y="94994"/>
                </a:lnTo>
                <a:lnTo>
                  <a:pt x="1257229" y="94646"/>
                </a:lnTo>
                <a:lnTo>
                  <a:pt x="1257377" y="94263"/>
                </a:lnTo>
                <a:lnTo>
                  <a:pt x="1257512" y="93825"/>
                </a:lnTo>
                <a:lnTo>
                  <a:pt x="1257634" y="93334"/>
                </a:lnTo>
                <a:lnTo>
                  <a:pt x="1257744" y="92787"/>
                </a:lnTo>
                <a:lnTo>
                  <a:pt x="1257840" y="92187"/>
                </a:lnTo>
                <a:lnTo>
                  <a:pt x="1257924" y="91532"/>
                </a:lnTo>
                <a:lnTo>
                  <a:pt x="1257995" y="90823"/>
                </a:lnTo>
                <a:lnTo>
                  <a:pt x="1258053" y="90059"/>
                </a:lnTo>
                <a:lnTo>
                  <a:pt x="1258098" y="89241"/>
                </a:lnTo>
                <a:lnTo>
                  <a:pt x="1258130" y="88369"/>
                </a:lnTo>
                <a:lnTo>
                  <a:pt x="1258150" y="87442"/>
                </a:lnTo>
                <a:lnTo>
                  <a:pt x="1258156" y="86461"/>
                </a:lnTo>
                <a:lnTo>
                  <a:pt x="1258156" y="27254"/>
                </a:lnTo>
                <a:lnTo>
                  <a:pt x="1258152" y="25475"/>
                </a:lnTo>
                <a:lnTo>
                  <a:pt x="1258142" y="23814"/>
                </a:lnTo>
                <a:lnTo>
                  <a:pt x="1258125" y="22271"/>
                </a:lnTo>
                <a:lnTo>
                  <a:pt x="1258100" y="20847"/>
                </a:lnTo>
                <a:lnTo>
                  <a:pt x="1258069" y="19540"/>
                </a:lnTo>
                <a:lnTo>
                  <a:pt x="1258031" y="18351"/>
                </a:lnTo>
                <a:lnTo>
                  <a:pt x="1257986" y="17281"/>
                </a:lnTo>
                <a:lnTo>
                  <a:pt x="1257934" y="16328"/>
                </a:lnTo>
                <a:lnTo>
                  <a:pt x="1257875" y="15494"/>
                </a:lnTo>
                <a:lnTo>
                  <a:pt x="1257809" y="14778"/>
                </a:lnTo>
                <a:lnTo>
                  <a:pt x="1257736" y="14180"/>
                </a:lnTo>
                <a:lnTo>
                  <a:pt x="1257657" y="13700"/>
                </a:lnTo>
                <a:lnTo>
                  <a:pt x="1257569" y="13289"/>
                </a:lnTo>
                <a:lnTo>
                  <a:pt x="1257473" y="12901"/>
                </a:lnTo>
                <a:lnTo>
                  <a:pt x="1257369" y="12536"/>
                </a:lnTo>
                <a:lnTo>
                  <a:pt x="1257256" y="12192"/>
                </a:lnTo>
                <a:lnTo>
                  <a:pt x="1257135" y="11871"/>
                </a:lnTo>
                <a:lnTo>
                  <a:pt x="1257006" y="11573"/>
                </a:lnTo>
                <a:lnTo>
                  <a:pt x="1256868" y="11296"/>
                </a:lnTo>
                <a:lnTo>
                  <a:pt x="1256721" y="11042"/>
                </a:lnTo>
                <a:lnTo>
                  <a:pt x="1256567" y="10810"/>
                </a:lnTo>
                <a:lnTo>
                  <a:pt x="1256403" y="10600"/>
                </a:lnTo>
                <a:lnTo>
                  <a:pt x="1256232" y="10413"/>
                </a:lnTo>
                <a:lnTo>
                  <a:pt x="1256052" y="10248"/>
                </a:lnTo>
                <a:lnTo>
                  <a:pt x="1255863" y="10100"/>
                </a:lnTo>
                <a:lnTo>
                  <a:pt x="1255666" y="9965"/>
                </a:lnTo>
                <a:lnTo>
                  <a:pt x="1255461" y="9843"/>
                </a:lnTo>
                <a:lnTo>
                  <a:pt x="1255247" y="9734"/>
                </a:lnTo>
                <a:lnTo>
                  <a:pt x="1255025" y="9637"/>
                </a:lnTo>
                <a:lnTo>
                  <a:pt x="1254795" y="9554"/>
                </a:lnTo>
                <a:lnTo>
                  <a:pt x="1254556" y="9483"/>
                </a:lnTo>
                <a:lnTo>
                  <a:pt x="1254308" y="9425"/>
                </a:lnTo>
                <a:lnTo>
                  <a:pt x="1254052" y="9380"/>
                </a:lnTo>
                <a:lnTo>
                  <a:pt x="1253788" y="9348"/>
                </a:lnTo>
                <a:lnTo>
                  <a:pt x="1253515" y="9329"/>
                </a:lnTo>
                <a:lnTo>
                  <a:pt x="1253234" y="9322"/>
                </a:lnTo>
                <a:lnTo>
                  <a:pt x="1252918" y="9330"/>
                </a:lnTo>
                <a:lnTo>
                  <a:pt x="1252588" y="9354"/>
                </a:lnTo>
                <a:lnTo>
                  <a:pt x="1252245" y="9393"/>
                </a:lnTo>
                <a:lnTo>
                  <a:pt x="1251887" y="9449"/>
                </a:lnTo>
                <a:lnTo>
                  <a:pt x="1251515" y="9520"/>
                </a:lnTo>
                <a:lnTo>
                  <a:pt x="1251130" y="9607"/>
                </a:lnTo>
                <a:lnTo>
                  <a:pt x="1250731" y="9710"/>
                </a:lnTo>
                <a:lnTo>
                  <a:pt x="1250318" y="9829"/>
                </a:lnTo>
                <a:lnTo>
                  <a:pt x="1249891" y="9963"/>
                </a:lnTo>
                <a:lnTo>
                  <a:pt x="1249450" y="10113"/>
                </a:lnTo>
                <a:lnTo>
                  <a:pt x="1248995" y="10280"/>
                </a:lnTo>
                <a:lnTo>
                  <a:pt x="1248526" y="10462"/>
                </a:lnTo>
                <a:lnTo>
                  <a:pt x="1247314" y="7969"/>
                </a:lnTo>
                <a:lnTo>
                  <a:pt x="1266787" y="0"/>
                </a:lnTo>
                <a:lnTo>
                  <a:pt x="1269997" y="0"/>
                </a:lnTo>
                <a:close/>
                <a:moveTo>
                  <a:pt x="1289092" y="63095"/>
                </a:moveTo>
                <a:lnTo>
                  <a:pt x="1325970" y="63095"/>
                </a:lnTo>
                <a:lnTo>
                  <a:pt x="1325970" y="73848"/>
                </a:lnTo>
                <a:lnTo>
                  <a:pt x="1289092" y="73848"/>
                </a:lnTo>
                <a:lnTo>
                  <a:pt x="1289092" y="63095"/>
                </a:lnTo>
                <a:close/>
                <a:moveTo>
                  <a:pt x="1361663" y="41019"/>
                </a:moveTo>
                <a:lnTo>
                  <a:pt x="1361663" y="83942"/>
                </a:lnTo>
                <a:lnTo>
                  <a:pt x="1361677" y="85417"/>
                </a:lnTo>
                <a:lnTo>
                  <a:pt x="1361718" y="86798"/>
                </a:lnTo>
                <a:lnTo>
                  <a:pt x="1361788" y="88086"/>
                </a:lnTo>
                <a:lnTo>
                  <a:pt x="1361885" y="89282"/>
                </a:lnTo>
                <a:lnTo>
                  <a:pt x="1362009" y="90384"/>
                </a:lnTo>
                <a:lnTo>
                  <a:pt x="1362162" y="91393"/>
                </a:lnTo>
                <a:lnTo>
                  <a:pt x="1362342" y="92309"/>
                </a:lnTo>
                <a:lnTo>
                  <a:pt x="1362550" y="93131"/>
                </a:lnTo>
                <a:lnTo>
                  <a:pt x="1362786" y="93861"/>
                </a:lnTo>
                <a:lnTo>
                  <a:pt x="1363050" y="94498"/>
                </a:lnTo>
                <a:lnTo>
                  <a:pt x="1363341" y="95041"/>
                </a:lnTo>
                <a:lnTo>
                  <a:pt x="1363660" y="95492"/>
                </a:lnTo>
                <a:lnTo>
                  <a:pt x="1364112" y="95993"/>
                </a:lnTo>
                <a:lnTo>
                  <a:pt x="1364589" y="96451"/>
                </a:lnTo>
                <a:lnTo>
                  <a:pt x="1365091" y="96865"/>
                </a:lnTo>
                <a:lnTo>
                  <a:pt x="1365618" y="97235"/>
                </a:lnTo>
                <a:lnTo>
                  <a:pt x="1366169" y="97562"/>
                </a:lnTo>
                <a:lnTo>
                  <a:pt x="1366745" y="97845"/>
                </a:lnTo>
                <a:lnTo>
                  <a:pt x="1367346" y="98085"/>
                </a:lnTo>
                <a:lnTo>
                  <a:pt x="1367971" y="98281"/>
                </a:lnTo>
                <a:lnTo>
                  <a:pt x="1368622" y="98434"/>
                </a:lnTo>
                <a:lnTo>
                  <a:pt x="1369297" y="98543"/>
                </a:lnTo>
                <a:lnTo>
                  <a:pt x="1369997" y="98608"/>
                </a:lnTo>
                <a:lnTo>
                  <a:pt x="1370722" y="98630"/>
                </a:lnTo>
                <a:lnTo>
                  <a:pt x="1376642" y="98630"/>
                </a:lnTo>
                <a:lnTo>
                  <a:pt x="1376642" y="101265"/>
                </a:lnTo>
                <a:lnTo>
                  <a:pt x="1337625" y="101265"/>
                </a:lnTo>
                <a:lnTo>
                  <a:pt x="1337625" y="98630"/>
                </a:lnTo>
                <a:lnTo>
                  <a:pt x="1340549" y="98630"/>
                </a:lnTo>
                <a:lnTo>
                  <a:pt x="1341021" y="98620"/>
                </a:lnTo>
                <a:lnTo>
                  <a:pt x="1341486" y="98590"/>
                </a:lnTo>
                <a:lnTo>
                  <a:pt x="1341945" y="98541"/>
                </a:lnTo>
                <a:lnTo>
                  <a:pt x="1342396" y="98471"/>
                </a:lnTo>
                <a:lnTo>
                  <a:pt x="1342840" y="98382"/>
                </a:lnTo>
                <a:lnTo>
                  <a:pt x="1343277" y="98273"/>
                </a:lnTo>
                <a:lnTo>
                  <a:pt x="1343708" y="98144"/>
                </a:lnTo>
                <a:lnTo>
                  <a:pt x="1344131" y="97996"/>
                </a:lnTo>
                <a:lnTo>
                  <a:pt x="1344548" y="97827"/>
                </a:lnTo>
                <a:lnTo>
                  <a:pt x="1344958" y="97639"/>
                </a:lnTo>
                <a:lnTo>
                  <a:pt x="1345360" y="97431"/>
                </a:lnTo>
                <a:lnTo>
                  <a:pt x="1345756" y="97203"/>
                </a:lnTo>
                <a:lnTo>
                  <a:pt x="1346138" y="96959"/>
                </a:lnTo>
                <a:lnTo>
                  <a:pt x="1346500" y="96700"/>
                </a:lnTo>
                <a:lnTo>
                  <a:pt x="1346842" y="96428"/>
                </a:lnTo>
                <a:lnTo>
                  <a:pt x="1347163" y="96141"/>
                </a:lnTo>
                <a:lnTo>
                  <a:pt x="1347464" y="95841"/>
                </a:lnTo>
                <a:lnTo>
                  <a:pt x="1347745" y="95527"/>
                </a:lnTo>
                <a:lnTo>
                  <a:pt x="1348005" y="95200"/>
                </a:lnTo>
                <a:lnTo>
                  <a:pt x="1348245" y="94858"/>
                </a:lnTo>
                <a:lnTo>
                  <a:pt x="1348464" y="94503"/>
                </a:lnTo>
                <a:lnTo>
                  <a:pt x="1348664" y="94133"/>
                </a:lnTo>
                <a:lnTo>
                  <a:pt x="1348843" y="93750"/>
                </a:lnTo>
                <a:lnTo>
                  <a:pt x="1349002" y="93353"/>
                </a:lnTo>
                <a:lnTo>
                  <a:pt x="1349144" y="92918"/>
                </a:lnTo>
                <a:lnTo>
                  <a:pt x="1349274" y="92419"/>
                </a:lnTo>
                <a:lnTo>
                  <a:pt x="1349392" y="91856"/>
                </a:lnTo>
                <a:lnTo>
                  <a:pt x="1349497" y="91230"/>
                </a:lnTo>
                <a:lnTo>
                  <a:pt x="1349590" y="90541"/>
                </a:lnTo>
                <a:lnTo>
                  <a:pt x="1349670" y="89789"/>
                </a:lnTo>
                <a:lnTo>
                  <a:pt x="1349739" y="88973"/>
                </a:lnTo>
                <a:lnTo>
                  <a:pt x="1349794" y="88093"/>
                </a:lnTo>
                <a:lnTo>
                  <a:pt x="1349838" y="87151"/>
                </a:lnTo>
                <a:lnTo>
                  <a:pt x="1349869" y="86145"/>
                </a:lnTo>
                <a:lnTo>
                  <a:pt x="1349887" y="85075"/>
                </a:lnTo>
                <a:lnTo>
                  <a:pt x="1349893" y="83942"/>
                </a:lnTo>
                <a:lnTo>
                  <a:pt x="1349893" y="41019"/>
                </a:lnTo>
                <a:lnTo>
                  <a:pt x="1337197" y="41019"/>
                </a:lnTo>
                <a:lnTo>
                  <a:pt x="1337197" y="36034"/>
                </a:lnTo>
                <a:lnTo>
                  <a:pt x="1349893" y="36034"/>
                </a:lnTo>
                <a:lnTo>
                  <a:pt x="1349893" y="31743"/>
                </a:lnTo>
                <a:lnTo>
                  <a:pt x="1349915" y="30132"/>
                </a:lnTo>
                <a:lnTo>
                  <a:pt x="1349980" y="28562"/>
                </a:lnTo>
                <a:lnTo>
                  <a:pt x="1350089" y="27034"/>
                </a:lnTo>
                <a:lnTo>
                  <a:pt x="1350242" y="25547"/>
                </a:lnTo>
                <a:lnTo>
                  <a:pt x="1350438" y="24103"/>
                </a:lnTo>
                <a:lnTo>
                  <a:pt x="1350678" y="22700"/>
                </a:lnTo>
                <a:lnTo>
                  <a:pt x="1350961" y="21338"/>
                </a:lnTo>
                <a:lnTo>
                  <a:pt x="1351288" y="20019"/>
                </a:lnTo>
                <a:lnTo>
                  <a:pt x="1351659" y="18741"/>
                </a:lnTo>
                <a:lnTo>
                  <a:pt x="1352073" y="17505"/>
                </a:lnTo>
                <a:lnTo>
                  <a:pt x="1352531" y="16310"/>
                </a:lnTo>
                <a:lnTo>
                  <a:pt x="1353032" y="15157"/>
                </a:lnTo>
                <a:lnTo>
                  <a:pt x="1353578" y="14043"/>
                </a:lnTo>
                <a:lnTo>
                  <a:pt x="1354170" y="12966"/>
                </a:lnTo>
                <a:lnTo>
                  <a:pt x="1354808" y="11924"/>
                </a:lnTo>
                <a:lnTo>
                  <a:pt x="1355493" y="10919"/>
                </a:lnTo>
                <a:lnTo>
                  <a:pt x="1356223" y="9950"/>
                </a:lnTo>
                <a:lnTo>
                  <a:pt x="1357000" y="9018"/>
                </a:lnTo>
                <a:lnTo>
                  <a:pt x="1357822" y="8122"/>
                </a:lnTo>
                <a:lnTo>
                  <a:pt x="1358691" y="7261"/>
                </a:lnTo>
                <a:lnTo>
                  <a:pt x="1359605" y="6438"/>
                </a:lnTo>
                <a:lnTo>
                  <a:pt x="1360566" y="5650"/>
                </a:lnTo>
                <a:lnTo>
                  <a:pt x="1361573" y="4899"/>
                </a:lnTo>
                <a:lnTo>
                  <a:pt x="1362626" y="4184"/>
                </a:lnTo>
                <a:lnTo>
                  <a:pt x="1363713" y="3516"/>
                </a:lnTo>
                <a:lnTo>
                  <a:pt x="1364822" y="2905"/>
                </a:lnTo>
                <a:lnTo>
                  <a:pt x="1365954" y="2353"/>
                </a:lnTo>
                <a:lnTo>
                  <a:pt x="1367108" y="1859"/>
                </a:lnTo>
                <a:lnTo>
                  <a:pt x="1368284" y="1424"/>
                </a:lnTo>
                <a:lnTo>
                  <a:pt x="1369482" y="1046"/>
                </a:lnTo>
                <a:lnTo>
                  <a:pt x="1370703" y="726"/>
                </a:lnTo>
                <a:lnTo>
                  <a:pt x="1371946" y="465"/>
                </a:lnTo>
                <a:lnTo>
                  <a:pt x="1373211" y="261"/>
                </a:lnTo>
                <a:lnTo>
                  <a:pt x="1374499" y="116"/>
                </a:lnTo>
                <a:lnTo>
                  <a:pt x="1375809" y="29"/>
                </a:lnTo>
                <a:lnTo>
                  <a:pt x="1377141" y="0"/>
                </a:lnTo>
                <a:lnTo>
                  <a:pt x="1378381" y="34"/>
                </a:lnTo>
                <a:lnTo>
                  <a:pt x="1379604" y="135"/>
                </a:lnTo>
                <a:lnTo>
                  <a:pt x="1380810" y="303"/>
                </a:lnTo>
                <a:lnTo>
                  <a:pt x="1382000" y="538"/>
                </a:lnTo>
                <a:lnTo>
                  <a:pt x="1383172" y="841"/>
                </a:lnTo>
                <a:lnTo>
                  <a:pt x="1384328" y="1211"/>
                </a:lnTo>
                <a:lnTo>
                  <a:pt x="1385466" y="1648"/>
                </a:lnTo>
                <a:lnTo>
                  <a:pt x="1386588" y="2152"/>
                </a:lnTo>
                <a:lnTo>
                  <a:pt x="1387694" y="2724"/>
                </a:lnTo>
                <a:lnTo>
                  <a:pt x="1388782" y="3363"/>
                </a:lnTo>
                <a:lnTo>
                  <a:pt x="1389853" y="4069"/>
                </a:lnTo>
                <a:lnTo>
                  <a:pt x="1390908" y="4842"/>
                </a:lnTo>
                <a:lnTo>
                  <a:pt x="1391569" y="5382"/>
                </a:lnTo>
                <a:lnTo>
                  <a:pt x="1392172" y="5932"/>
                </a:lnTo>
                <a:lnTo>
                  <a:pt x="1392718" y="6494"/>
                </a:lnTo>
                <a:lnTo>
                  <a:pt x="1393206" y="7066"/>
                </a:lnTo>
                <a:lnTo>
                  <a:pt x="1393637" y="7649"/>
                </a:lnTo>
                <a:lnTo>
                  <a:pt x="1394011" y="8243"/>
                </a:lnTo>
                <a:lnTo>
                  <a:pt x="1394327" y="8848"/>
                </a:lnTo>
                <a:lnTo>
                  <a:pt x="1394585" y="9463"/>
                </a:lnTo>
                <a:lnTo>
                  <a:pt x="1394786" y="10090"/>
                </a:lnTo>
                <a:lnTo>
                  <a:pt x="1394930" y="10727"/>
                </a:lnTo>
                <a:lnTo>
                  <a:pt x="1395016" y="11376"/>
                </a:lnTo>
                <a:lnTo>
                  <a:pt x="1395045" y="12035"/>
                </a:lnTo>
                <a:lnTo>
                  <a:pt x="1395032" y="12389"/>
                </a:lnTo>
                <a:lnTo>
                  <a:pt x="1394993" y="12740"/>
                </a:lnTo>
                <a:lnTo>
                  <a:pt x="1394929" y="13088"/>
                </a:lnTo>
                <a:lnTo>
                  <a:pt x="1394839" y="13432"/>
                </a:lnTo>
                <a:lnTo>
                  <a:pt x="1394723" y="13772"/>
                </a:lnTo>
                <a:lnTo>
                  <a:pt x="1394581" y="14109"/>
                </a:lnTo>
                <a:lnTo>
                  <a:pt x="1394414" y="14443"/>
                </a:lnTo>
                <a:lnTo>
                  <a:pt x="1394221" y="14773"/>
                </a:lnTo>
                <a:lnTo>
                  <a:pt x="1394002" y="15099"/>
                </a:lnTo>
                <a:lnTo>
                  <a:pt x="1393757" y="15423"/>
                </a:lnTo>
                <a:lnTo>
                  <a:pt x="1393487" y="15742"/>
                </a:lnTo>
                <a:lnTo>
                  <a:pt x="1393190" y="16058"/>
                </a:lnTo>
                <a:lnTo>
                  <a:pt x="1392879" y="16360"/>
                </a:lnTo>
                <a:lnTo>
                  <a:pt x="1392564" y="16635"/>
                </a:lnTo>
                <a:lnTo>
                  <a:pt x="1392245" y="16884"/>
                </a:lnTo>
                <a:lnTo>
                  <a:pt x="1391922" y="17107"/>
                </a:lnTo>
                <a:lnTo>
                  <a:pt x="1391595" y="17303"/>
                </a:lnTo>
                <a:lnTo>
                  <a:pt x="1391264" y="17474"/>
                </a:lnTo>
                <a:lnTo>
                  <a:pt x="1390930" y="17618"/>
                </a:lnTo>
                <a:lnTo>
                  <a:pt x="1390591" y="17736"/>
                </a:lnTo>
                <a:lnTo>
                  <a:pt x="1390248" y="17828"/>
                </a:lnTo>
                <a:lnTo>
                  <a:pt x="1389901" y="17893"/>
                </a:lnTo>
                <a:lnTo>
                  <a:pt x="1389551" y="17933"/>
                </a:lnTo>
                <a:lnTo>
                  <a:pt x="1389196" y="17946"/>
                </a:lnTo>
                <a:lnTo>
                  <a:pt x="1388921" y="17937"/>
                </a:lnTo>
                <a:lnTo>
                  <a:pt x="1388644" y="17913"/>
                </a:lnTo>
                <a:lnTo>
                  <a:pt x="1388364" y="17871"/>
                </a:lnTo>
                <a:lnTo>
                  <a:pt x="1388082" y="17814"/>
                </a:lnTo>
                <a:lnTo>
                  <a:pt x="1387798" y="17739"/>
                </a:lnTo>
                <a:lnTo>
                  <a:pt x="1387511" y="17649"/>
                </a:lnTo>
                <a:lnTo>
                  <a:pt x="1387221" y="17541"/>
                </a:lnTo>
                <a:lnTo>
                  <a:pt x="1386929" y="17417"/>
                </a:lnTo>
                <a:lnTo>
                  <a:pt x="1386635" y="17277"/>
                </a:lnTo>
                <a:lnTo>
                  <a:pt x="1386338" y="17120"/>
                </a:lnTo>
                <a:lnTo>
                  <a:pt x="1386038" y="16947"/>
                </a:lnTo>
                <a:lnTo>
                  <a:pt x="1385736" y="16757"/>
                </a:lnTo>
                <a:lnTo>
                  <a:pt x="1385428" y="16540"/>
                </a:lnTo>
                <a:lnTo>
                  <a:pt x="1385107" y="16285"/>
                </a:lnTo>
                <a:lnTo>
                  <a:pt x="1384776" y="15992"/>
                </a:lnTo>
                <a:lnTo>
                  <a:pt x="1384433" y="15661"/>
                </a:lnTo>
                <a:lnTo>
                  <a:pt x="1384078" y="15292"/>
                </a:lnTo>
                <a:lnTo>
                  <a:pt x="1383712" y="14885"/>
                </a:lnTo>
                <a:lnTo>
                  <a:pt x="1383335" y="14440"/>
                </a:lnTo>
                <a:lnTo>
                  <a:pt x="1382947" y="13957"/>
                </a:lnTo>
                <a:lnTo>
                  <a:pt x="1382547" y="13436"/>
                </a:lnTo>
                <a:lnTo>
                  <a:pt x="1382135" y="12877"/>
                </a:lnTo>
                <a:lnTo>
                  <a:pt x="1381712" y="12280"/>
                </a:lnTo>
                <a:lnTo>
                  <a:pt x="1381278" y="11646"/>
                </a:lnTo>
                <a:lnTo>
                  <a:pt x="1380841" y="11009"/>
                </a:lnTo>
                <a:lnTo>
                  <a:pt x="1380410" y="10409"/>
                </a:lnTo>
                <a:lnTo>
                  <a:pt x="1379985" y="9844"/>
                </a:lnTo>
                <a:lnTo>
                  <a:pt x="1379566" y="9314"/>
                </a:lnTo>
                <a:lnTo>
                  <a:pt x="1379153" y="8820"/>
                </a:lnTo>
                <a:lnTo>
                  <a:pt x="1378746" y="8361"/>
                </a:lnTo>
                <a:lnTo>
                  <a:pt x="1378345" y="7938"/>
                </a:lnTo>
                <a:lnTo>
                  <a:pt x="1377950" y="7550"/>
                </a:lnTo>
                <a:lnTo>
                  <a:pt x="1377560" y="7198"/>
                </a:lnTo>
                <a:lnTo>
                  <a:pt x="1377177" y="6881"/>
                </a:lnTo>
                <a:lnTo>
                  <a:pt x="1376799" y="6599"/>
                </a:lnTo>
                <a:lnTo>
                  <a:pt x="1376428" y="6354"/>
                </a:lnTo>
                <a:lnTo>
                  <a:pt x="1376056" y="6135"/>
                </a:lnTo>
                <a:lnTo>
                  <a:pt x="1375677" y="5935"/>
                </a:lnTo>
                <a:lnTo>
                  <a:pt x="1375291" y="5755"/>
                </a:lnTo>
                <a:lnTo>
                  <a:pt x="1374898" y="5593"/>
                </a:lnTo>
                <a:lnTo>
                  <a:pt x="1374499" y="5451"/>
                </a:lnTo>
                <a:lnTo>
                  <a:pt x="1374092" y="5327"/>
                </a:lnTo>
                <a:lnTo>
                  <a:pt x="1373678" y="5223"/>
                </a:lnTo>
                <a:lnTo>
                  <a:pt x="1373258" y="5137"/>
                </a:lnTo>
                <a:lnTo>
                  <a:pt x="1372830" y="5070"/>
                </a:lnTo>
                <a:lnTo>
                  <a:pt x="1372396" y="5023"/>
                </a:lnTo>
                <a:lnTo>
                  <a:pt x="1371954" y="4994"/>
                </a:lnTo>
                <a:lnTo>
                  <a:pt x="1371506" y="4985"/>
                </a:lnTo>
                <a:lnTo>
                  <a:pt x="1370966" y="4997"/>
                </a:lnTo>
                <a:lnTo>
                  <a:pt x="1370440" y="5034"/>
                </a:lnTo>
                <a:lnTo>
                  <a:pt x="1369928" y="5095"/>
                </a:lnTo>
                <a:lnTo>
                  <a:pt x="1369430" y="5181"/>
                </a:lnTo>
                <a:lnTo>
                  <a:pt x="1368945" y="5291"/>
                </a:lnTo>
                <a:lnTo>
                  <a:pt x="1368475" y="5426"/>
                </a:lnTo>
                <a:lnTo>
                  <a:pt x="1368018" y="5585"/>
                </a:lnTo>
                <a:lnTo>
                  <a:pt x="1367575" y="5768"/>
                </a:lnTo>
                <a:lnTo>
                  <a:pt x="1367146" y="5976"/>
                </a:lnTo>
                <a:lnTo>
                  <a:pt x="1366731" y="6209"/>
                </a:lnTo>
                <a:lnTo>
                  <a:pt x="1366330" y="6466"/>
                </a:lnTo>
                <a:lnTo>
                  <a:pt x="1365942" y="6747"/>
                </a:lnTo>
                <a:lnTo>
                  <a:pt x="1365571" y="7054"/>
                </a:lnTo>
                <a:lnTo>
                  <a:pt x="1365217" y="7388"/>
                </a:lnTo>
                <a:lnTo>
                  <a:pt x="1364881" y="7749"/>
                </a:lnTo>
                <a:lnTo>
                  <a:pt x="1364563" y="8137"/>
                </a:lnTo>
                <a:lnTo>
                  <a:pt x="1364263" y="8551"/>
                </a:lnTo>
                <a:lnTo>
                  <a:pt x="1363981" y="8993"/>
                </a:lnTo>
                <a:lnTo>
                  <a:pt x="1363716" y="9461"/>
                </a:lnTo>
                <a:lnTo>
                  <a:pt x="1363470" y="9957"/>
                </a:lnTo>
                <a:lnTo>
                  <a:pt x="1363241" y="10479"/>
                </a:lnTo>
                <a:lnTo>
                  <a:pt x="1363030" y="11029"/>
                </a:lnTo>
                <a:lnTo>
                  <a:pt x="1362837" y="11605"/>
                </a:lnTo>
                <a:lnTo>
                  <a:pt x="1362661" y="12209"/>
                </a:lnTo>
                <a:lnTo>
                  <a:pt x="1362502" y="12906"/>
                </a:lnTo>
                <a:lnTo>
                  <a:pt x="1362356" y="13767"/>
                </a:lnTo>
                <a:lnTo>
                  <a:pt x="1362224" y="14789"/>
                </a:lnTo>
                <a:lnTo>
                  <a:pt x="1362107" y="15973"/>
                </a:lnTo>
                <a:lnTo>
                  <a:pt x="1362002" y="17320"/>
                </a:lnTo>
                <a:lnTo>
                  <a:pt x="1361912" y="18829"/>
                </a:lnTo>
                <a:lnTo>
                  <a:pt x="1361836" y="20500"/>
                </a:lnTo>
                <a:lnTo>
                  <a:pt x="1361774" y="22334"/>
                </a:lnTo>
                <a:lnTo>
                  <a:pt x="1361725" y="24329"/>
                </a:lnTo>
                <a:lnTo>
                  <a:pt x="1361690" y="26487"/>
                </a:lnTo>
                <a:lnTo>
                  <a:pt x="1361670" y="28807"/>
                </a:lnTo>
                <a:lnTo>
                  <a:pt x="1361663" y="31289"/>
                </a:lnTo>
                <a:lnTo>
                  <a:pt x="1361663" y="36034"/>
                </a:lnTo>
                <a:lnTo>
                  <a:pt x="1378496" y="36034"/>
                </a:lnTo>
                <a:lnTo>
                  <a:pt x="1378496" y="41019"/>
                </a:lnTo>
                <a:lnTo>
                  <a:pt x="1361663" y="41019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</a:ln>
        </p:spPr>
      </p:sp>
      <p:sp>
        <p:nvSpPr>
          <p:cNvPr id="41" name="Original vector context 41">
            <a:extLst xmlns:a="http://schemas.openxmlformats.org/drawingml/2006/main">
              <a:ext uri="{FF2B5EF4-FFF2-40B4-BE49-F238E27FC236}">
                <a16:creationId xmlns:a16="http://schemas.microsoft.com/office/drawing/2014/main" id="{A3993BA3-2B7B-4A32-BA06-A79C875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966" y="9570915"/>
            <a:ext cx="283642" cy="100695"/>
          </a:xfrm>
          <a:custGeom xmlns:a="http://schemas.openxmlformats.org/drawingml/2006/main">
            <a:pathLst>
              <a:path w="283642" h="100695">
                <a:moveTo>
                  <a:pt x="22754" y="31618"/>
                </a:moveTo>
                <a:lnTo>
                  <a:pt x="22754" y="46288"/>
                </a:lnTo>
                <a:lnTo>
                  <a:pt x="24124" y="43945"/>
                </a:lnTo>
                <a:lnTo>
                  <a:pt x="25500" y="41806"/>
                </a:lnTo>
                <a:lnTo>
                  <a:pt x="26882" y="39870"/>
                </a:lnTo>
                <a:lnTo>
                  <a:pt x="28270" y="38138"/>
                </a:lnTo>
                <a:lnTo>
                  <a:pt x="29664" y="36610"/>
                </a:lnTo>
                <a:lnTo>
                  <a:pt x="31064" y="35286"/>
                </a:lnTo>
                <a:lnTo>
                  <a:pt x="32470" y="34165"/>
                </a:lnTo>
                <a:lnTo>
                  <a:pt x="33882" y="33248"/>
                </a:lnTo>
                <a:lnTo>
                  <a:pt x="35299" y="32535"/>
                </a:lnTo>
                <a:lnTo>
                  <a:pt x="36723" y="32026"/>
                </a:lnTo>
                <a:lnTo>
                  <a:pt x="38152" y="31720"/>
                </a:lnTo>
                <a:lnTo>
                  <a:pt x="39588" y="31618"/>
                </a:lnTo>
                <a:lnTo>
                  <a:pt x="40232" y="31635"/>
                </a:lnTo>
                <a:lnTo>
                  <a:pt x="40858" y="31685"/>
                </a:lnTo>
                <a:lnTo>
                  <a:pt x="41465" y="31768"/>
                </a:lnTo>
                <a:lnTo>
                  <a:pt x="42053" y="31884"/>
                </a:lnTo>
                <a:lnTo>
                  <a:pt x="42622" y="32033"/>
                </a:lnTo>
                <a:lnTo>
                  <a:pt x="43172" y="32215"/>
                </a:lnTo>
                <a:lnTo>
                  <a:pt x="43704" y="32430"/>
                </a:lnTo>
                <a:lnTo>
                  <a:pt x="44216" y="32679"/>
                </a:lnTo>
                <a:lnTo>
                  <a:pt x="44710" y="32960"/>
                </a:lnTo>
                <a:lnTo>
                  <a:pt x="45185" y="33275"/>
                </a:lnTo>
                <a:lnTo>
                  <a:pt x="45641" y="33623"/>
                </a:lnTo>
                <a:lnTo>
                  <a:pt x="46079" y="34004"/>
                </a:lnTo>
                <a:lnTo>
                  <a:pt x="46489" y="34407"/>
                </a:lnTo>
                <a:lnTo>
                  <a:pt x="46864" y="34820"/>
                </a:lnTo>
                <a:lnTo>
                  <a:pt x="47202" y="35244"/>
                </a:lnTo>
                <a:lnTo>
                  <a:pt x="47505" y="35678"/>
                </a:lnTo>
                <a:lnTo>
                  <a:pt x="47773" y="36122"/>
                </a:lnTo>
                <a:lnTo>
                  <a:pt x="48005" y="36577"/>
                </a:lnTo>
                <a:lnTo>
                  <a:pt x="48201" y="37042"/>
                </a:lnTo>
                <a:lnTo>
                  <a:pt x="48361" y="37517"/>
                </a:lnTo>
                <a:lnTo>
                  <a:pt x="48486" y="38003"/>
                </a:lnTo>
                <a:lnTo>
                  <a:pt x="48575" y="38499"/>
                </a:lnTo>
                <a:lnTo>
                  <a:pt x="48629" y="39006"/>
                </a:lnTo>
                <a:lnTo>
                  <a:pt x="48647" y="39523"/>
                </a:lnTo>
                <a:lnTo>
                  <a:pt x="48634" y="39980"/>
                </a:lnTo>
                <a:lnTo>
                  <a:pt x="48595" y="40425"/>
                </a:lnTo>
                <a:lnTo>
                  <a:pt x="48531" y="40858"/>
                </a:lnTo>
                <a:lnTo>
                  <a:pt x="48441" y="41280"/>
                </a:lnTo>
                <a:lnTo>
                  <a:pt x="48325" y="41689"/>
                </a:lnTo>
                <a:lnTo>
                  <a:pt x="48183" y="42087"/>
                </a:lnTo>
                <a:lnTo>
                  <a:pt x="48016" y="42472"/>
                </a:lnTo>
                <a:lnTo>
                  <a:pt x="47822" y="42846"/>
                </a:lnTo>
                <a:lnTo>
                  <a:pt x="47604" y="43208"/>
                </a:lnTo>
                <a:lnTo>
                  <a:pt x="47359" y="43558"/>
                </a:lnTo>
                <a:lnTo>
                  <a:pt x="47088" y="43897"/>
                </a:lnTo>
                <a:lnTo>
                  <a:pt x="46792" y="44223"/>
                </a:lnTo>
                <a:lnTo>
                  <a:pt x="46478" y="44530"/>
                </a:lnTo>
                <a:lnTo>
                  <a:pt x="46154" y="44811"/>
                </a:lnTo>
                <a:lnTo>
                  <a:pt x="45820" y="45064"/>
                </a:lnTo>
                <a:lnTo>
                  <a:pt x="45477" y="45291"/>
                </a:lnTo>
                <a:lnTo>
                  <a:pt x="45123" y="45492"/>
                </a:lnTo>
                <a:lnTo>
                  <a:pt x="44759" y="45665"/>
                </a:lnTo>
                <a:lnTo>
                  <a:pt x="44386" y="45812"/>
                </a:lnTo>
                <a:lnTo>
                  <a:pt x="44002" y="45932"/>
                </a:lnTo>
                <a:lnTo>
                  <a:pt x="43609" y="46026"/>
                </a:lnTo>
                <a:lnTo>
                  <a:pt x="43206" y="46092"/>
                </a:lnTo>
                <a:lnTo>
                  <a:pt x="42793" y="46133"/>
                </a:lnTo>
                <a:lnTo>
                  <a:pt x="42370" y="46146"/>
                </a:lnTo>
                <a:lnTo>
                  <a:pt x="41949" y="46129"/>
                </a:lnTo>
                <a:lnTo>
                  <a:pt x="41521" y="46078"/>
                </a:lnTo>
                <a:lnTo>
                  <a:pt x="41084" y="45992"/>
                </a:lnTo>
                <a:lnTo>
                  <a:pt x="40638" y="45873"/>
                </a:lnTo>
                <a:lnTo>
                  <a:pt x="40184" y="45719"/>
                </a:lnTo>
                <a:lnTo>
                  <a:pt x="39722" y="45532"/>
                </a:lnTo>
                <a:lnTo>
                  <a:pt x="39251" y="45310"/>
                </a:lnTo>
                <a:lnTo>
                  <a:pt x="38772" y="45054"/>
                </a:lnTo>
                <a:lnTo>
                  <a:pt x="38284" y="44764"/>
                </a:lnTo>
                <a:lnTo>
                  <a:pt x="37788" y="44440"/>
                </a:lnTo>
                <a:lnTo>
                  <a:pt x="37283" y="44081"/>
                </a:lnTo>
                <a:lnTo>
                  <a:pt x="36770" y="43689"/>
                </a:lnTo>
                <a:lnTo>
                  <a:pt x="36264" y="43297"/>
                </a:lnTo>
                <a:lnTo>
                  <a:pt x="35781" y="42938"/>
                </a:lnTo>
                <a:lnTo>
                  <a:pt x="35319" y="42614"/>
                </a:lnTo>
                <a:lnTo>
                  <a:pt x="34880" y="42324"/>
                </a:lnTo>
                <a:lnTo>
                  <a:pt x="34463" y="42068"/>
                </a:lnTo>
                <a:lnTo>
                  <a:pt x="34069" y="41846"/>
                </a:lnTo>
                <a:lnTo>
                  <a:pt x="33697" y="41659"/>
                </a:lnTo>
                <a:lnTo>
                  <a:pt x="33347" y="41505"/>
                </a:lnTo>
                <a:lnTo>
                  <a:pt x="33019" y="41386"/>
                </a:lnTo>
                <a:lnTo>
                  <a:pt x="32714" y="41300"/>
                </a:lnTo>
                <a:lnTo>
                  <a:pt x="32430" y="41249"/>
                </a:lnTo>
                <a:lnTo>
                  <a:pt x="32170" y="41232"/>
                </a:lnTo>
                <a:lnTo>
                  <a:pt x="31954" y="41242"/>
                </a:lnTo>
                <a:lnTo>
                  <a:pt x="31736" y="41272"/>
                </a:lnTo>
                <a:lnTo>
                  <a:pt x="31514" y="41321"/>
                </a:lnTo>
                <a:lnTo>
                  <a:pt x="31290" y="41390"/>
                </a:lnTo>
                <a:lnTo>
                  <a:pt x="31063" y="41479"/>
                </a:lnTo>
                <a:lnTo>
                  <a:pt x="30832" y="41587"/>
                </a:lnTo>
                <a:lnTo>
                  <a:pt x="30599" y="41715"/>
                </a:lnTo>
                <a:lnTo>
                  <a:pt x="30363" y="41863"/>
                </a:lnTo>
                <a:lnTo>
                  <a:pt x="30123" y="42031"/>
                </a:lnTo>
                <a:lnTo>
                  <a:pt x="29881" y="42218"/>
                </a:lnTo>
                <a:lnTo>
                  <a:pt x="29636" y="42425"/>
                </a:lnTo>
                <a:lnTo>
                  <a:pt x="29388" y="42652"/>
                </a:lnTo>
                <a:lnTo>
                  <a:pt x="28851" y="43164"/>
                </a:lnTo>
                <a:lnTo>
                  <a:pt x="28312" y="43728"/>
                </a:lnTo>
                <a:lnTo>
                  <a:pt x="27769" y="44344"/>
                </a:lnTo>
                <a:lnTo>
                  <a:pt x="27224" y="45012"/>
                </a:lnTo>
                <a:lnTo>
                  <a:pt x="26676" y="45733"/>
                </a:lnTo>
                <a:lnTo>
                  <a:pt x="26124" y="46506"/>
                </a:lnTo>
                <a:lnTo>
                  <a:pt x="25570" y="47331"/>
                </a:lnTo>
                <a:lnTo>
                  <a:pt x="25013" y="48209"/>
                </a:lnTo>
                <a:lnTo>
                  <a:pt x="24453" y="49138"/>
                </a:lnTo>
                <a:lnTo>
                  <a:pt x="23889" y="50120"/>
                </a:lnTo>
                <a:lnTo>
                  <a:pt x="23323" y="51155"/>
                </a:lnTo>
                <a:lnTo>
                  <a:pt x="22754" y="52241"/>
                </a:lnTo>
                <a:lnTo>
                  <a:pt x="22754" y="83424"/>
                </a:lnTo>
                <a:lnTo>
                  <a:pt x="22764" y="84305"/>
                </a:lnTo>
                <a:lnTo>
                  <a:pt x="22792" y="85149"/>
                </a:lnTo>
                <a:lnTo>
                  <a:pt x="22839" y="85958"/>
                </a:lnTo>
                <a:lnTo>
                  <a:pt x="22905" y="86729"/>
                </a:lnTo>
                <a:lnTo>
                  <a:pt x="22989" y="87465"/>
                </a:lnTo>
                <a:lnTo>
                  <a:pt x="23093" y="88164"/>
                </a:lnTo>
                <a:lnTo>
                  <a:pt x="23215" y="88826"/>
                </a:lnTo>
                <a:lnTo>
                  <a:pt x="23356" y="89452"/>
                </a:lnTo>
                <a:lnTo>
                  <a:pt x="23516" y="90041"/>
                </a:lnTo>
                <a:lnTo>
                  <a:pt x="23695" y="90594"/>
                </a:lnTo>
                <a:lnTo>
                  <a:pt x="23893" y="91111"/>
                </a:lnTo>
                <a:lnTo>
                  <a:pt x="24109" y="91591"/>
                </a:lnTo>
                <a:lnTo>
                  <a:pt x="24274" y="91906"/>
                </a:lnTo>
                <a:lnTo>
                  <a:pt x="24458" y="92212"/>
                </a:lnTo>
                <a:lnTo>
                  <a:pt x="24662" y="92510"/>
                </a:lnTo>
                <a:lnTo>
                  <a:pt x="24886" y="92799"/>
                </a:lnTo>
                <a:lnTo>
                  <a:pt x="25130" y="93078"/>
                </a:lnTo>
                <a:lnTo>
                  <a:pt x="25393" y="93349"/>
                </a:lnTo>
                <a:lnTo>
                  <a:pt x="25677" y="93611"/>
                </a:lnTo>
                <a:lnTo>
                  <a:pt x="25980" y="93865"/>
                </a:lnTo>
                <a:lnTo>
                  <a:pt x="26303" y="94109"/>
                </a:lnTo>
                <a:lnTo>
                  <a:pt x="26646" y="94344"/>
                </a:lnTo>
                <a:lnTo>
                  <a:pt x="27008" y="94571"/>
                </a:lnTo>
                <a:lnTo>
                  <a:pt x="27391" y="94789"/>
                </a:lnTo>
                <a:lnTo>
                  <a:pt x="27797" y="94993"/>
                </a:lnTo>
                <a:lnTo>
                  <a:pt x="28233" y="95179"/>
                </a:lnTo>
                <a:lnTo>
                  <a:pt x="28697" y="95348"/>
                </a:lnTo>
                <a:lnTo>
                  <a:pt x="29190" y="95498"/>
                </a:lnTo>
                <a:lnTo>
                  <a:pt x="29711" y="95631"/>
                </a:lnTo>
                <a:lnTo>
                  <a:pt x="30262" y="95747"/>
                </a:lnTo>
                <a:lnTo>
                  <a:pt x="30841" y="95844"/>
                </a:lnTo>
                <a:lnTo>
                  <a:pt x="31448" y="95924"/>
                </a:lnTo>
                <a:lnTo>
                  <a:pt x="32085" y="95986"/>
                </a:lnTo>
                <a:lnTo>
                  <a:pt x="32750" y="96031"/>
                </a:lnTo>
                <a:lnTo>
                  <a:pt x="33444" y="96057"/>
                </a:lnTo>
                <a:lnTo>
                  <a:pt x="34167" y="96066"/>
                </a:lnTo>
                <a:lnTo>
                  <a:pt x="34167" y="98701"/>
                </a:lnTo>
                <a:lnTo>
                  <a:pt x="713" y="98701"/>
                </a:lnTo>
                <a:lnTo>
                  <a:pt x="713" y="96066"/>
                </a:lnTo>
                <a:lnTo>
                  <a:pt x="1528" y="96055"/>
                </a:lnTo>
                <a:lnTo>
                  <a:pt x="2306" y="96023"/>
                </a:lnTo>
                <a:lnTo>
                  <a:pt x="3049" y="95968"/>
                </a:lnTo>
                <a:lnTo>
                  <a:pt x="3757" y="95892"/>
                </a:lnTo>
                <a:lnTo>
                  <a:pt x="4428" y="95795"/>
                </a:lnTo>
                <a:lnTo>
                  <a:pt x="5064" y="95675"/>
                </a:lnTo>
                <a:lnTo>
                  <a:pt x="5665" y="95534"/>
                </a:lnTo>
                <a:lnTo>
                  <a:pt x="6229" y="95372"/>
                </a:lnTo>
                <a:lnTo>
                  <a:pt x="6758" y="95187"/>
                </a:lnTo>
                <a:lnTo>
                  <a:pt x="7252" y="94981"/>
                </a:lnTo>
                <a:lnTo>
                  <a:pt x="7710" y="94753"/>
                </a:lnTo>
                <a:lnTo>
                  <a:pt x="8132" y="94504"/>
                </a:lnTo>
                <a:lnTo>
                  <a:pt x="8421" y="94305"/>
                </a:lnTo>
                <a:lnTo>
                  <a:pt x="8696" y="94087"/>
                </a:lnTo>
                <a:lnTo>
                  <a:pt x="8956" y="93851"/>
                </a:lnTo>
                <a:lnTo>
                  <a:pt x="9202" y="93596"/>
                </a:lnTo>
                <a:lnTo>
                  <a:pt x="9432" y="93322"/>
                </a:lnTo>
                <a:lnTo>
                  <a:pt x="9647" y="93029"/>
                </a:lnTo>
                <a:lnTo>
                  <a:pt x="9848" y="92717"/>
                </a:lnTo>
                <a:lnTo>
                  <a:pt x="10034" y="92387"/>
                </a:lnTo>
                <a:lnTo>
                  <a:pt x="10205" y="92038"/>
                </a:lnTo>
                <a:lnTo>
                  <a:pt x="10361" y="91670"/>
                </a:lnTo>
                <a:lnTo>
                  <a:pt x="10502" y="91284"/>
                </a:lnTo>
                <a:lnTo>
                  <a:pt x="10628" y="90879"/>
                </a:lnTo>
                <a:lnTo>
                  <a:pt x="10685" y="90646"/>
                </a:lnTo>
                <a:lnTo>
                  <a:pt x="10737" y="90352"/>
                </a:lnTo>
                <a:lnTo>
                  <a:pt x="10784" y="89995"/>
                </a:lnTo>
                <a:lnTo>
                  <a:pt x="10826" y="89576"/>
                </a:lnTo>
                <a:lnTo>
                  <a:pt x="10863" y="89095"/>
                </a:lnTo>
                <a:lnTo>
                  <a:pt x="10896" y="88551"/>
                </a:lnTo>
                <a:lnTo>
                  <a:pt x="10923" y="87946"/>
                </a:lnTo>
                <a:lnTo>
                  <a:pt x="10945" y="87278"/>
                </a:lnTo>
                <a:lnTo>
                  <a:pt x="10962" y="86549"/>
                </a:lnTo>
                <a:lnTo>
                  <a:pt x="10975" y="85757"/>
                </a:lnTo>
                <a:lnTo>
                  <a:pt x="10982" y="84903"/>
                </a:lnTo>
                <a:lnTo>
                  <a:pt x="10985" y="83987"/>
                </a:lnTo>
                <a:lnTo>
                  <a:pt x="10985" y="58762"/>
                </a:lnTo>
                <a:lnTo>
                  <a:pt x="10982" y="56931"/>
                </a:lnTo>
                <a:lnTo>
                  <a:pt x="10972" y="55227"/>
                </a:lnTo>
                <a:lnTo>
                  <a:pt x="10956" y="53652"/>
                </a:lnTo>
                <a:lnTo>
                  <a:pt x="10933" y="52205"/>
                </a:lnTo>
                <a:lnTo>
                  <a:pt x="10904" y="50885"/>
                </a:lnTo>
                <a:lnTo>
                  <a:pt x="10869" y="49693"/>
                </a:lnTo>
                <a:lnTo>
                  <a:pt x="10827" y="48629"/>
                </a:lnTo>
                <a:lnTo>
                  <a:pt x="10779" y="47693"/>
                </a:lnTo>
                <a:lnTo>
                  <a:pt x="10724" y="46885"/>
                </a:lnTo>
                <a:lnTo>
                  <a:pt x="10663" y="46204"/>
                </a:lnTo>
                <a:lnTo>
                  <a:pt x="10595" y="45652"/>
                </a:lnTo>
                <a:lnTo>
                  <a:pt x="10521" y="45227"/>
                </a:lnTo>
                <a:lnTo>
                  <a:pt x="10438" y="44874"/>
                </a:lnTo>
                <a:lnTo>
                  <a:pt x="10345" y="44537"/>
                </a:lnTo>
                <a:lnTo>
                  <a:pt x="10240" y="44216"/>
                </a:lnTo>
                <a:lnTo>
                  <a:pt x="10125" y="43912"/>
                </a:lnTo>
                <a:lnTo>
                  <a:pt x="9999" y="43624"/>
                </a:lnTo>
                <a:lnTo>
                  <a:pt x="9861" y="43352"/>
                </a:lnTo>
                <a:lnTo>
                  <a:pt x="9713" y="43097"/>
                </a:lnTo>
                <a:lnTo>
                  <a:pt x="9554" y="42858"/>
                </a:lnTo>
                <a:lnTo>
                  <a:pt x="9384" y="42635"/>
                </a:lnTo>
                <a:lnTo>
                  <a:pt x="9203" y="42429"/>
                </a:lnTo>
                <a:lnTo>
                  <a:pt x="9012" y="42238"/>
                </a:lnTo>
                <a:lnTo>
                  <a:pt x="8809" y="42064"/>
                </a:lnTo>
                <a:lnTo>
                  <a:pt x="8597" y="41906"/>
                </a:lnTo>
                <a:lnTo>
                  <a:pt x="8376" y="41761"/>
                </a:lnTo>
                <a:lnTo>
                  <a:pt x="8147" y="41629"/>
                </a:lnTo>
                <a:lnTo>
                  <a:pt x="7910" y="41512"/>
                </a:lnTo>
                <a:lnTo>
                  <a:pt x="7664" y="41408"/>
                </a:lnTo>
                <a:lnTo>
                  <a:pt x="7409" y="41318"/>
                </a:lnTo>
                <a:lnTo>
                  <a:pt x="7147" y="41242"/>
                </a:lnTo>
                <a:lnTo>
                  <a:pt x="6875" y="41180"/>
                </a:lnTo>
                <a:lnTo>
                  <a:pt x="6596" y="41132"/>
                </a:lnTo>
                <a:lnTo>
                  <a:pt x="6308" y="41097"/>
                </a:lnTo>
                <a:lnTo>
                  <a:pt x="6011" y="41077"/>
                </a:lnTo>
                <a:lnTo>
                  <a:pt x="5706" y="41070"/>
                </a:lnTo>
                <a:lnTo>
                  <a:pt x="5334" y="41077"/>
                </a:lnTo>
                <a:lnTo>
                  <a:pt x="4953" y="41099"/>
                </a:lnTo>
                <a:lnTo>
                  <a:pt x="4565" y="41136"/>
                </a:lnTo>
                <a:lnTo>
                  <a:pt x="4169" y="41188"/>
                </a:lnTo>
                <a:lnTo>
                  <a:pt x="3765" y="41255"/>
                </a:lnTo>
                <a:lnTo>
                  <a:pt x="3352" y="41336"/>
                </a:lnTo>
                <a:lnTo>
                  <a:pt x="2932" y="41432"/>
                </a:lnTo>
                <a:lnTo>
                  <a:pt x="2504" y="41544"/>
                </a:lnTo>
                <a:lnTo>
                  <a:pt x="2069" y="41669"/>
                </a:lnTo>
                <a:lnTo>
                  <a:pt x="1625" y="41810"/>
                </a:lnTo>
                <a:lnTo>
                  <a:pt x="1173" y="41965"/>
                </a:lnTo>
                <a:lnTo>
                  <a:pt x="713" y="42136"/>
                </a:lnTo>
                <a:lnTo>
                  <a:pt x="0" y="39577"/>
                </a:lnTo>
                <a:lnTo>
                  <a:pt x="19758" y="31618"/>
                </a:lnTo>
                <a:lnTo>
                  <a:pt x="22754" y="31618"/>
                </a:lnTo>
                <a:close/>
                <a:moveTo>
                  <a:pt x="83976" y="31618"/>
                </a:moveTo>
                <a:lnTo>
                  <a:pt x="86408" y="31697"/>
                </a:lnTo>
                <a:lnTo>
                  <a:pt x="88759" y="31931"/>
                </a:lnTo>
                <a:lnTo>
                  <a:pt x="91028" y="32321"/>
                </a:lnTo>
                <a:lnTo>
                  <a:pt x="93217" y="32867"/>
                </a:lnTo>
                <a:lnTo>
                  <a:pt x="95324" y="33570"/>
                </a:lnTo>
                <a:lnTo>
                  <a:pt x="97350" y="34429"/>
                </a:lnTo>
                <a:lnTo>
                  <a:pt x="99295" y="35443"/>
                </a:lnTo>
                <a:lnTo>
                  <a:pt x="101158" y="36614"/>
                </a:lnTo>
                <a:lnTo>
                  <a:pt x="102941" y="37941"/>
                </a:lnTo>
                <a:lnTo>
                  <a:pt x="104642" y="39424"/>
                </a:lnTo>
                <a:lnTo>
                  <a:pt x="106261" y="41064"/>
                </a:lnTo>
                <a:lnTo>
                  <a:pt x="107800" y="42859"/>
                </a:lnTo>
                <a:lnTo>
                  <a:pt x="109019" y="44479"/>
                </a:lnTo>
                <a:lnTo>
                  <a:pt x="110132" y="46139"/>
                </a:lnTo>
                <a:lnTo>
                  <a:pt x="111139" y="47838"/>
                </a:lnTo>
                <a:lnTo>
                  <a:pt x="112040" y="49577"/>
                </a:lnTo>
                <a:lnTo>
                  <a:pt x="112835" y="51356"/>
                </a:lnTo>
                <a:lnTo>
                  <a:pt x="113524" y="53174"/>
                </a:lnTo>
                <a:lnTo>
                  <a:pt x="114107" y="55031"/>
                </a:lnTo>
                <a:lnTo>
                  <a:pt x="114584" y="56928"/>
                </a:lnTo>
                <a:lnTo>
                  <a:pt x="114955" y="58865"/>
                </a:lnTo>
                <a:lnTo>
                  <a:pt x="115220" y="60841"/>
                </a:lnTo>
                <a:lnTo>
                  <a:pt x="115379" y="62857"/>
                </a:lnTo>
                <a:lnTo>
                  <a:pt x="115432" y="64913"/>
                </a:lnTo>
                <a:lnTo>
                  <a:pt x="115403" y="66373"/>
                </a:lnTo>
                <a:lnTo>
                  <a:pt x="115315" y="67835"/>
                </a:lnTo>
                <a:lnTo>
                  <a:pt x="115169" y="69301"/>
                </a:lnTo>
                <a:lnTo>
                  <a:pt x="114965" y="70770"/>
                </a:lnTo>
                <a:lnTo>
                  <a:pt x="114701" y="72242"/>
                </a:lnTo>
                <a:lnTo>
                  <a:pt x="114380" y="73716"/>
                </a:lnTo>
                <a:lnTo>
                  <a:pt x="114000" y="75194"/>
                </a:lnTo>
                <a:lnTo>
                  <a:pt x="113562" y="76675"/>
                </a:lnTo>
                <a:lnTo>
                  <a:pt x="113065" y="78158"/>
                </a:lnTo>
                <a:lnTo>
                  <a:pt x="112510" y="79645"/>
                </a:lnTo>
                <a:lnTo>
                  <a:pt x="111896" y="81134"/>
                </a:lnTo>
                <a:lnTo>
                  <a:pt x="111224" y="82627"/>
                </a:lnTo>
                <a:lnTo>
                  <a:pt x="110500" y="84090"/>
                </a:lnTo>
                <a:lnTo>
                  <a:pt x="109733" y="85492"/>
                </a:lnTo>
                <a:lnTo>
                  <a:pt x="108921" y="86832"/>
                </a:lnTo>
                <a:lnTo>
                  <a:pt x="108065" y="88111"/>
                </a:lnTo>
                <a:lnTo>
                  <a:pt x="107166" y="89330"/>
                </a:lnTo>
                <a:lnTo>
                  <a:pt x="106222" y="90486"/>
                </a:lnTo>
                <a:lnTo>
                  <a:pt x="105234" y="91582"/>
                </a:lnTo>
                <a:lnTo>
                  <a:pt x="104202" y="92616"/>
                </a:lnTo>
                <a:lnTo>
                  <a:pt x="103126" y="93590"/>
                </a:lnTo>
                <a:lnTo>
                  <a:pt x="102005" y="94502"/>
                </a:lnTo>
                <a:lnTo>
                  <a:pt x="100841" y="95352"/>
                </a:lnTo>
                <a:lnTo>
                  <a:pt x="99633" y="96142"/>
                </a:lnTo>
                <a:lnTo>
                  <a:pt x="98391" y="96869"/>
                </a:lnTo>
                <a:lnTo>
                  <a:pt x="97125" y="97533"/>
                </a:lnTo>
                <a:lnTo>
                  <a:pt x="95837" y="98134"/>
                </a:lnTo>
                <a:lnTo>
                  <a:pt x="94525" y="98671"/>
                </a:lnTo>
                <a:lnTo>
                  <a:pt x="93189" y="99146"/>
                </a:lnTo>
                <a:lnTo>
                  <a:pt x="91831" y="99557"/>
                </a:lnTo>
                <a:lnTo>
                  <a:pt x="90449" y="99904"/>
                </a:lnTo>
                <a:lnTo>
                  <a:pt x="89044" y="100189"/>
                </a:lnTo>
                <a:lnTo>
                  <a:pt x="87616" y="100410"/>
                </a:lnTo>
                <a:lnTo>
                  <a:pt x="86164" y="100568"/>
                </a:lnTo>
                <a:lnTo>
                  <a:pt x="84689" y="100663"/>
                </a:lnTo>
                <a:lnTo>
                  <a:pt x="83191" y="100695"/>
                </a:lnTo>
                <a:lnTo>
                  <a:pt x="80772" y="100613"/>
                </a:lnTo>
                <a:lnTo>
                  <a:pt x="78438" y="100369"/>
                </a:lnTo>
                <a:lnTo>
                  <a:pt x="76187" y="99961"/>
                </a:lnTo>
                <a:lnTo>
                  <a:pt x="74021" y="99391"/>
                </a:lnTo>
                <a:lnTo>
                  <a:pt x="71939" y="98657"/>
                </a:lnTo>
                <a:lnTo>
                  <a:pt x="69942" y="97760"/>
                </a:lnTo>
                <a:lnTo>
                  <a:pt x="68028" y="96700"/>
                </a:lnTo>
                <a:lnTo>
                  <a:pt x="66199" y="95478"/>
                </a:lnTo>
                <a:lnTo>
                  <a:pt x="64454" y="94092"/>
                </a:lnTo>
                <a:lnTo>
                  <a:pt x="62793" y="92543"/>
                </a:lnTo>
                <a:lnTo>
                  <a:pt x="61216" y="90831"/>
                </a:lnTo>
                <a:lnTo>
                  <a:pt x="59724" y="88956"/>
                </a:lnTo>
                <a:lnTo>
                  <a:pt x="58550" y="87291"/>
                </a:lnTo>
                <a:lnTo>
                  <a:pt x="57479" y="85593"/>
                </a:lnTo>
                <a:lnTo>
                  <a:pt x="56509" y="83861"/>
                </a:lnTo>
                <a:lnTo>
                  <a:pt x="55642" y="82095"/>
                </a:lnTo>
                <a:lnTo>
                  <a:pt x="54877" y="80296"/>
                </a:lnTo>
                <a:lnTo>
                  <a:pt x="54214" y="78464"/>
                </a:lnTo>
                <a:lnTo>
                  <a:pt x="53652" y="76597"/>
                </a:lnTo>
                <a:lnTo>
                  <a:pt x="53193" y="74698"/>
                </a:lnTo>
                <a:lnTo>
                  <a:pt x="52836" y="72764"/>
                </a:lnTo>
                <a:lnTo>
                  <a:pt x="52581" y="70797"/>
                </a:lnTo>
                <a:lnTo>
                  <a:pt x="52428" y="68796"/>
                </a:lnTo>
                <a:lnTo>
                  <a:pt x="52377" y="66762"/>
                </a:lnTo>
                <a:lnTo>
                  <a:pt x="52408" y="65269"/>
                </a:lnTo>
                <a:lnTo>
                  <a:pt x="52501" y="63777"/>
                </a:lnTo>
                <a:lnTo>
                  <a:pt x="52655" y="62287"/>
                </a:lnTo>
                <a:lnTo>
                  <a:pt x="52872" y="60798"/>
                </a:lnTo>
                <a:lnTo>
                  <a:pt x="53151" y="59311"/>
                </a:lnTo>
                <a:lnTo>
                  <a:pt x="53491" y="57825"/>
                </a:lnTo>
                <a:lnTo>
                  <a:pt x="53894" y="56340"/>
                </a:lnTo>
                <a:lnTo>
                  <a:pt x="54358" y="54858"/>
                </a:lnTo>
                <a:lnTo>
                  <a:pt x="54884" y="53376"/>
                </a:lnTo>
                <a:lnTo>
                  <a:pt x="55473" y="51896"/>
                </a:lnTo>
                <a:lnTo>
                  <a:pt x="56123" y="50418"/>
                </a:lnTo>
                <a:lnTo>
                  <a:pt x="56835" y="48941"/>
                </a:lnTo>
                <a:lnTo>
                  <a:pt x="57597" y="47497"/>
                </a:lnTo>
                <a:lnTo>
                  <a:pt x="58399" y="46117"/>
                </a:lnTo>
                <a:lnTo>
                  <a:pt x="59240" y="44801"/>
                </a:lnTo>
                <a:lnTo>
                  <a:pt x="60120" y="43550"/>
                </a:lnTo>
                <a:lnTo>
                  <a:pt x="61039" y="42363"/>
                </a:lnTo>
                <a:lnTo>
                  <a:pt x="61997" y="41240"/>
                </a:lnTo>
                <a:lnTo>
                  <a:pt x="62995" y="40181"/>
                </a:lnTo>
                <a:lnTo>
                  <a:pt x="64031" y="39187"/>
                </a:lnTo>
                <a:lnTo>
                  <a:pt x="65107" y="38257"/>
                </a:lnTo>
                <a:lnTo>
                  <a:pt x="66222" y="37391"/>
                </a:lnTo>
                <a:lnTo>
                  <a:pt x="67376" y="36589"/>
                </a:lnTo>
                <a:lnTo>
                  <a:pt x="68569" y="35851"/>
                </a:lnTo>
                <a:lnTo>
                  <a:pt x="69787" y="35175"/>
                </a:lnTo>
                <a:lnTo>
                  <a:pt x="71018" y="34558"/>
                </a:lnTo>
                <a:lnTo>
                  <a:pt x="72260" y="33999"/>
                </a:lnTo>
                <a:lnTo>
                  <a:pt x="73514" y="33500"/>
                </a:lnTo>
                <a:lnTo>
                  <a:pt x="74780" y="33059"/>
                </a:lnTo>
                <a:lnTo>
                  <a:pt x="76058" y="32677"/>
                </a:lnTo>
                <a:lnTo>
                  <a:pt x="77348" y="32353"/>
                </a:lnTo>
                <a:lnTo>
                  <a:pt x="78650" y="32089"/>
                </a:lnTo>
                <a:lnTo>
                  <a:pt x="79963" y="31883"/>
                </a:lnTo>
                <a:lnTo>
                  <a:pt x="81289" y="31736"/>
                </a:lnTo>
                <a:lnTo>
                  <a:pt x="82626" y="31648"/>
                </a:lnTo>
                <a:lnTo>
                  <a:pt x="83976" y="31618"/>
                </a:lnTo>
                <a:moveTo>
                  <a:pt x="81765" y="36319"/>
                </a:moveTo>
                <a:lnTo>
                  <a:pt x="81134" y="36334"/>
                </a:lnTo>
                <a:lnTo>
                  <a:pt x="80503" y="36381"/>
                </a:lnTo>
                <a:lnTo>
                  <a:pt x="79872" y="36459"/>
                </a:lnTo>
                <a:lnTo>
                  <a:pt x="79240" y="36568"/>
                </a:lnTo>
                <a:lnTo>
                  <a:pt x="78608" y="36708"/>
                </a:lnTo>
                <a:lnTo>
                  <a:pt x="77975" y="36879"/>
                </a:lnTo>
                <a:lnTo>
                  <a:pt x="77342" y="37081"/>
                </a:lnTo>
                <a:lnTo>
                  <a:pt x="76708" y="37315"/>
                </a:lnTo>
                <a:lnTo>
                  <a:pt x="76074" y="37579"/>
                </a:lnTo>
                <a:lnTo>
                  <a:pt x="75439" y="37875"/>
                </a:lnTo>
                <a:lnTo>
                  <a:pt x="74804" y="38202"/>
                </a:lnTo>
                <a:lnTo>
                  <a:pt x="74168" y="38559"/>
                </a:lnTo>
                <a:lnTo>
                  <a:pt x="73542" y="38956"/>
                </a:lnTo>
                <a:lnTo>
                  <a:pt x="72937" y="39400"/>
                </a:lnTo>
                <a:lnTo>
                  <a:pt x="72351" y="39891"/>
                </a:lnTo>
                <a:lnTo>
                  <a:pt x="71786" y="40429"/>
                </a:lnTo>
                <a:lnTo>
                  <a:pt x="71242" y="41013"/>
                </a:lnTo>
                <a:lnTo>
                  <a:pt x="70717" y="41645"/>
                </a:lnTo>
                <a:lnTo>
                  <a:pt x="70213" y="42323"/>
                </a:lnTo>
                <a:lnTo>
                  <a:pt x="69730" y="43049"/>
                </a:lnTo>
                <a:lnTo>
                  <a:pt x="69266" y="43821"/>
                </a:lnTo>
                <a:lnTo>
                  <a:pt x="68823" y="44640"/>
                </a:lnTo>
                <a:lnTo>
                  <a:pt x="68400" y="45507"/>
                </a:lnTo>
                <a:lnTo>
                  <a:pt x="67998" y="46420"/>
                </a:lnTo>
                <a:lnTo>
                  <a:pt x="67622" y="47378"/>
                </a:lnTo>
                <a:lnTo>
                  <a:pt x="67279" y="48382"/>
                </a:lnTo>
                <a:lnTo>
                  <a:pt x="66968" y="49429"/>
                </a:lnTo>
                <a:lnTo>
                  <a:pt x="66690" y="50521"/>
                </a:lnTo>
                <a:lnTo>
                  <a:pt x="66445" y="51658"/>
                </a:lnTo>
                <a:lnTo>
                  <a:pt x="66233" y="52839"/>
                </a:lnTo>
                <a:lnTo>
                  <a:pt x="66053" y="54064"/>
                </a:lnTo>
                <a:lnTo>
                  <a:pt x="65906" y="55334"/>
                </a:lnTo>
                <a:lnTo>
                  <a:pt x="65791" y="56648"/>
                </a:lnTo>
                <a:lnTo>
                  <a:pt x="65709" y="58007"/>
                </a:lnTo>
                <a:lnTo>
                  <a:pt x="65660" y="59410"/>
                </a:lnTo>
                <a:lnTo>
                  <a:pt x="65644" y="60858"/>
                </a:lnTo>
                <a:lnTo>
                  <a:pt x="65683" y="63202"/>
                </a:lnTo>
                <a:lnTo>
                  <a:pt x="65802" y="65491"/>
                </a:lnTo>
                <a:lnTo>
                  <a:pt x="65999" y="67726"/>
                </a:lnTo>
                <a:lnTo>
                  <a:pt x="66274" y="69907"/>
                </a:lnTo>
                <a:lnTo>
                  <a:pt x="66629" y="72033"/>
                </a:lnTo>
                <a:lnTo>
                  <a:pt x="67062" y="74105"/>
                </a:lnTo>
                <a:lnTo>
                  <a:pt x="67574" y="76123"/>
                </a:lnTo>
                <a:lnTo>
                  <a:pt x="68164" y="78087"/>
                </a:lnTo>
                <a:lnTo>
                  <a:pt x="68834" y="79996"/>
                </a:lnTo>
                <a:lnTo>
                  <a:pt x="69582" y="81851"/>
                </a:lnTo>
                <a:lnTo>
                  <a:pt x="70409" y="83651"/>
                </a:lnTo>
                <a:lnTo>
                  <a:pt x="71315" y="85397"/>
                </a:lnTo>
                <a:lnTo>
                  <a:pt x="72285" y="87045"/>
                </a:lnTo>
                <a:lnTo>
                  <a:pt x="73305" y="88549"/>
                </a:lnTo>
                <a:lnTo>
                  <a:pt x="74375" y="89909"/>
                </a:lnTo>
                <a:lnTo>
                  <a:pt x="75495" y="91127"/>
                </a:lnTo>
                <a:lnTo>
                  <a:pt x="76666" y="92201"/>
                </a:lnTo>
                <a:lnTo>
                  <a:pt x="77886" y="93132"/>
                </a:lnTo>
                <a:lnTo>
                  <a:pt x="79156" y="93920"/>
                </a:lnTo>
                <a:lnTo>
                  <a:pt x="80477" y="94564"/>
                </a:lnTo>
                <a:lnTo>
                  <a:pt x="81847" y="95065"/>
                </a:lnTo>
                <a:lnTo>
                  <a:pt x="83267" y="95424"/>
                </a:lnTo>
                <a:lnTo>
                  <a:pt x="84738" y="95638"/>
                </a:lnTo>
                <a:lnTo>
                  <a:pt x="86258" y="95710"/>
                </a:lnTo>
                <a:lnTo>
                  <a:pt x="87395" y="95670"/>
                </a:lnTo>
                <a:lnTo>
                  <a:pt x="88497" y="95552"/>
                </a:lnTo>
                <a:lnTo>
                  <a:pt x="89566" y="95354"/>
                </a:lnTo>
                <a:lnTo>
                  <a:pt x="90602" y="95078"/>
                </a:lnTo>
                <a:lnTo>
                  <a:pt x="91603" y="94722"/>
                </a:lnTo>
                <a:lnTo>
                  <a:pt x="92571" y="94287"/>
                </a:lnTo>
                <a:lnTo>
                  <a:pt x="93505" y="93774"/>
                </a:lnTo>
                <a:lnTo>
                  <a:pt x="94406" y="93181"/>
                </a:lnTo>
                <a:lnTo>
                  <a:pt x="95273" y="92509"/>
                </a:lnTo>
                <a:lnTo>
                  <a:pt x="96106" y="91758"/>
                </a:lnTo>
                <a:lnTo>
                  <a:pt x="96905" y="90928"/>
                </a:lnTo>
                <a:lnTo>
                  <a:pt x="97671" y="90020"/>
                </a:lnTo>
                <a:lnTo>
                  <a:pt x="98389" y="89014"/>
                </a:lnTo>
                <a:lnTo>
                  <a:pt x="99044" y="87896"/>
                </a:lnTo>
                <a:lnTo>
                  <a:pt x="99637" y="86663"/>
                </a:lnTo>
                <a:lnTo>
                  <a:pt x="100168" y="85317"/>
                </a:lnTo>
                <a:lnTo>
                  <a:pt x="100636" y="83858"/>
                </a:lnTo>
                <a:lnTo>
                  <a:pt x="101041" y="82285"/>
                </a:lnTo>
                <a:lnTo>
                  <a:pt x="101385" y="80598"/>
                </a:lnTo>
                <a:lnTo>
                  <a:pt x="101666" y="78798"/>
                </a:lnTo>
                <a:lnTo>
                  <a:pt x="101884" y="76884"/>
                </a:lnTo>
                <a:lnTo>
                  <a:pt x="102040" y="74856"/>
                </a:lnTo>
                <a:lnTo>
                  <a:pt x="102134" y="72715"/>
                </a:lnTo>
                <a:lnTo>
                  <a:pt x="102165" y="70461"/>
                </a:lnTo>
                <a:lnTo>
                  <a:pt x="102113" y="67619"/>
                </a:lnTo>
                <a:lnTo>
                  <a:pt x="101957" y="64881"/>
                </a:lnTo>
                <a:lnTo>
                  <a:pt x="101697" y="62245"/>
                </a:lnTo>
                <a:lnTo>
                  <a:pt x="101333" y="59712"/>
                </a:lnTo>
                <a:lnTo>
                  <a:pt x="100865" y="57282"/>
                </a:lnTo>
                <a:lnTo>
                  <a:pt x="100292" y="54954"/>
                </a:lnTo>
                <a:lnTo>
                  <a:pt x="99616" y="52729"/>
                </a:lnTo>
                <a:lnTo>
                  <a:pt x="98836" y="50607"/>
                </a:lnTo>
                <a:lnTo>
                  <a:pt x="97952" y="48588"/>
                </a:lnTo>
                <a:lnTo>
                  <a:pt x="96964" y="46671"/>
                </a:lnTo>
                <a:lnTo>
                  <a:pt x="95871" y="44857"/>
                </a:lnTo>
                <a:lnTo>
                  <a:pt x="94675" y="43146"/>
                </a:lnTo>
                <a:lnTo>
                  <a:pt x="93812" y="42056"/>
                </a:lnTo>
                <a:lnTo>
                  <a:pt x="92910" y="41060"/>
                </a:lnTo>
                <a:lnTo>
                  <a:pt x="91969" y="40159"/>
                </a:lnTo>
                <a:lnTo>
                  <a:pt x="90990" y="39353"/>
                </a:lnTo>
                <a:lnTo>
                  <a:pt x="89972" y="38642"/>
                </a:lnTo>
                <a:lnTo>
                  <a:pt x="88915" y="38025"/>
                </a:lnTo>
                <a:lnTo>
                  <a:pt x="87820" y="37504"/>
                </a:lnTo>
                <a:lnTo>
                  <a:pt x="86686" y="37077"/>
                </a:lnTo>
                <a:lnTo>
                  <a:pt x="85514" y="36745"/>
                </a:lnTo>
                <a:lnTo>
                  <a:pt x="84303" y="36508"/>
                </a:lnTo>
                <a:lnTo>
                  <a:pt x="83053" y="36366"/>
                </a:lnTo>
                <a:lnTo>
                  <a:pt x="81765" y="36319"/>
                </a:lnTo>
                <a:close/>
                <a:moveTo>
                  <a:pt x="144107" y="45434"/>
                </a:moveTo>
                <a:lnTo>
                  <a:pt x="146013" y="43227"/>
                </a:lnTo>
                <a:lnTo>
                  <a:pt x="147905" y="41212"/>
                </a:lnTo>
                <a:lnTo>
                  <a:pt x="149782" y="39390"/>
                </a:lnTo>
                <a:lnTo>
                  <a:pt x="151644" y="37759"/>
                </a:lnTo>
                <a:lnTo>
                  <a:pt x="153491" y="36320"/>
                </a:lnTo>
                <a:lnTo>
                  <a:pt x="155323" y="35072"/>
                </a:lnTo>
                <a:lnTo>
                  <a:pt x="157141" y="34017"/>
                </a:lnTo>
                <a:lnTo>
                  <a:pt x="158943" y="33154"/>
                </a:lnTo>
                <a:lnTo>
                  <a:pt x="160731" y="32482"/>
                </a:lnTo>
                <a:lnTo>
                  <a:pt x="162504" y="32002"/>
                </a:lnTo>
                <a:lnTo>
                  <a:pt x="164262" y="31714"/>
                </a:lnTo>
                <a:lnTo>
                  <a:pt x="166005" y="31618"/>
                </a:lnTo>
                <a:lnTo>
                  <a:pt x="166886" y="31637"/>
                </a:lnTo>
                <a:lnTo>
                  <a:pt x="167747" y="31693"/>
                </a:lnTo>
                <a:lnTo>
                  <a:pt x="168586" y="31785"/>
                </a:lnTo>
                <a:lnTo>
                  <a:pt x="169405" y="31915"/>
                </a:lnTo>
                <a:lnTo>
                  <a:pt x="170203" y="32081"/>
                </a:lnTo>
                <a:lnTo>
                  <a:pt x="170980" y="32285"/>
                </a:lnTo>
                <a:lnTo>
                  <a:pt x="171737" y="32526"/>
                </a:lnTo>
                <a:lnTo>
                  <a:pt x="172472" y="32803"/>
                </a:lnTo>
                <a:lnTo>
                  <a:pt x="173187" y="33118"/>
                </a:lnTo>
                <a:lnTo>
                  <a:pt x="173881" y="33470"/>
                </a:lnTo>
                <a:lnTo>
                  <a:pt x="174554" y="33859"/>
                </a:lnTo>
                <a:lnTo>
                  <a:pt x="175207" y="34285"/>
                </a:lnTo>
                <a:lnTo>
                  <a:pt x="175838" y="34752"/>
                </a:lnTo>
                <a:lnTo>
                  <a:pt x="176447" y="35268"/>
                </a:lnTo>
                <a:lnTo>
                  <a:pt x="177034" y="35832"/>
                </a:lnTo>
                <a:lnTo>
                  <a:pt x="177600" y="36443"/>
                </a:lnTo>
                <a:lnTo>
                  <a:pt x="178144" y="37103"/>
                </a:lnTo>
                <a:lnTo>
                  <a:pt x="178666" y="37810"/>
                </a:lnTo>
                <a:lnTo>
                  <a:pt x="179166" y="38565"/>
                </a:lnTo>
                <a:lnTo>
                  <a:pt x="179645" y="39368"/>
                </a:lnTo>
                <a:lnTo>
                  <a:pt x="180102" y="40219"/>
                </a:lnTo>
                <a:lnTo>
                  <a:pt x="180536" y="41118"/>
                </a:lnTo>
                <a:lnTo>
                  <a:pt x="180950" y="42065"/>
                </a:lnTo>
                <a:lnTo>
                  <a:pt x="181341" y="43059"/>
                </a:lnTo>
                <a:lnTo>
                  <a:pt x="181591" y="43801"/>
                </a:lnTo>
                <a:lnTo>
                  <a:pt x="181820" y="44606"/>
                </a:lnTo>
                <a:lnTo>
                  <a:pt x="182027" y="45475"/>
                </a:lnTo>
                <a:lnTo>
                  <a:pt x="182213" y="46406"/>
                </a:lnTo>
                <a:lnTo>
                  <a:pt x="182376" y="47401"/>
                </a:lnTo>
                <a:lnTo>
                  <a:pt x="182518" y="48459"/>
                </a:lnTo>
                <a:lnTo>
                  <a:pt x="182638" y="49580"/>
                </a:lnTo>
                <a:lnTo>
                  <a:pt x="182736" y="50764"/>
                </a:lnTo>
                <a:lnTo>
                  <a:pt x="182812" y="52012"/>
                </a:lnTo>
                <a:lnTo>
                  <a:pt x="182867" y="53322"/>
                </a:lnTo>
                <a:lnTo>
                  <a:pt x="182899" y="54696"/>
                </a:lnTo>
                <a:lnTo>
                  <a:pt x="182910" y="56133"/>
                </a:lnTo>
                <a:lnTo>
                  <a:pt x="182910" y="83915"/>
                </a:lnTo>
                <a:lnTo>
                  <a:pt x="182917" y="84918"/>
                </a:lnTo>
                <a:lnTo>
                  <a:pt x="182938" y="85866"/>
                </a:lnTo>
                <a:lnTo>
                  <a:pt x="182973" y="86758"/>
                </a:lnTo>
                <a:lnTo>
                  <a:pt x="183021" y="87595"/>
                </a:lnTo>
                <a:lnTo>
                  <a:pt x="183083" y="88376"/>
                </a:lnTo>
                <a:lnTo>
                  <a:pt x="183160" y="89103"/>
                </a:lnTo>
                <a:lnTo>
                  <a:pt x="183250" y="89774"/>
                </a:lnTo>
                <a:lnTo>
                  <a:pt x="183354" y="90390"/>
                </a:lnTo>
                <a:lnTo>
                  <a:pt x="183472" y="90950"/>
                </a:lnTo>
                <a:lnTo>
                  <a:pt x="183604" y="91456"/>
                </a:lnTo>
                <a:lnTo>
                  <a:pt x="183749" y="91906"/>
                </a:lnTo>
                <a:lnTo>
                  <a:pt x="183909" y="92301"/>
                </a:lnTo>
                <a:lnTo>
                  <a:pt x="184046" y="92591"/>
                </a:lnTo>
                <a:lnTo>
                  <a:pt x="184197" y="92871"/>
                </a:lnTo>
                <a:lnTo>
                  <a:pt x="184361" y="93140"/>
                </a:lnTo>
                <a:lnTo>
                  <a:pt x="184539" y="93398"/>
                </a:lnTo>
                <a:lnTo>
                  <a:pt x="184730" y="93645"/>
                </a:lnTo>
                <a:lnTo>
                  <a:pt x="184934" y="93881"/>
                </a:lnTo>
                <a:lnTo>
                  <a:pt x="185152" y="94107"/>
                </a:lnTo>
                <a:lnTo>
                  <a:pt x="185383" y="94321"/>
                </a:lnTo>
                <a:lnTo>
                  <a:pt x="185627" y="94525"/>
                </a:lnTo>
                <a:lnTo>
                  <a:pt x="185885" y="94718"/>
                </a:lnTo>
                <a:lnTo>
                  <a:pt x="186156" y="94900"/>
                </a:lnTo>
                <a:lnTo>
                  <a:pt x="186441" y="95071"/>
                </a:lnTo>
                <a:lnTo>
                  <a:pt x="186753" y="95230"/>
                </a:lnTo>
                <a:lnTo>
                  <a:pt x="187106" y="95375"/>
                </a:lnTo>
                <a:lnTo>
                  <a:pt x="187500" y="95506"/>
                </a:lnTo>
                <a:lnTo>
                  <a:pt x="187935" y="95624"/>
                </a:lnTo>
                <a:lnTo>
                  <a:pt x="188411" y="95728"/>
                </a:lnTo>
                <a:lnTo>
                  <a:pt x="188929" y="95817"/>
                </a:lnTo>
                <a:lnTo>
                  <a:pt x="189487" y="95893"/>
                </a:lnTo>
                <a:lnTo>
                  <a:pt x="190087" y="95956"/>
                </a:lnTo>
                <a:lnTo>
                  <a:pt x="190727" y="96004"/>
                </a:lnTo>
                <a:lnTo>
                  <a:pt x="191409" y="96038"/>
                </a:lnTo>
                <a:lnTo>
                  <a:pt x="192132" y="96059"/>
                </a:lnTo>
                <a:lnTo>
                  <a:pt x="192896" y="96066"/>
                </a:lnTo>
                <a:lnTo>
                  <a:pt x="192896" y="98701"/>
                </a:lnTo>
                <a:lnTo>
                  <a:pt x="160584" y="98701"/>
                </a:lnTo>
                <a:lnTo>
                  <a:pt x="160584" y="96066"/>
                </a:lnTo>
                <a:lnTo>
                  <a:pt x="161939" y="96066"/>
                </a:lnTo>
                <a:lnTo>
                  <a:pt x="162681" y="96056"/>
                </a:lnTo>
                <a:lnTo>
                  <a:pt x="163385" y="96028"/>
                </a:lnTo>
                <a:lnTo>
                  <a:pt x="164050" y="95980"/>
                </a:lnTo>
                <a:lnTo>
                  <a:pt x="164677" y="95912"/>
                </a:lnTo>
                <a:lnTo>
                  <a:pt x="165267" y="95826"/>
                </a:lnTo>
                <a:lnTo>
                  <a:pt x="165818" y="95721"/>
                </a:lnTo>
                <a:lnTo>
                  <a:pt x="166331" y="95596"/>
                </a:lnTo>
                <a:lnTo>
                  <a:pt x="166805" y="95452"/>
                </a:lnTo>
                <a:lnTo>
                  <a:pt x="167242" y="95289"/>
                </a:lnTo>
                <a:lnTo>
                  <a:pt x="167641" y="95106"/>
                </a:lnTo>
                <a:lnTo>
                  <a:pt x="168001" y="94905"/>
                </a:lnTo>
                <a:lnTo>
                  <a:pt x="168323" y="94684"/>
                </a:lnTo>
                <a:lnTo>
                  <a:pt x="168619" y="94445"/>
                </a:lnTo>
                <a:lnTo>
                  <a:pt x="168899" y="94187"/>
                </a:lnTo>
                <a:lnTo>
                  <a:pt x="169164" y="93911"/>
                </a:lnTo>
                <a:lnTo>
                  <a:pt x="169413" y="93617"/>
                </a:lnTo>
                <a:lnTo>
                  <a:pt x="169647" y="93305"/>
                </a:lnTo>
                <a:lnTo>
                  <a:pt x="169866" y="92975"/>
                </a:lnTo>
                <a:lnTo>
                  <a:pt x="170069" y="92626"/>
                </a:lnTo>
                <a:lnTo>
                  <a:pt x="170257" y="92260"/>
                </a:lnTo>
                <a:lnTo>
                  <a:pt x="170430" y="91875"/>
                </a:lnTo>
                <a:lnTo>
                  <a:pt x="170587" y="91472"/>
                </a:lnTo>
                <a:lnTo>
                  <a:pt x="170729" y="91051"/>
                </a:lnTo>
                <a:lnTo>
                  <a:pt x="170855" y="90612"/>
                </a:lnTo>
                <a:lnTo>
                  <a:pt x="170901" y="90403"/>
                </a:lnTo>
                <a:lnTo>
                  <a:pt x="170943" y="90131"/>
                </a:lnTo>
                <a:lnTo>
                  <a:pt x="170980" y="89796"/>
                </a:lnTo>
                <a:lnTo>
                  <a:pt x="171014" y="89399"/>
                </a:lnTo>
                <a:lnTo>
                  <a:pt x="171044" y="88938"/>
                </a:lnTo>
                <a:lnTo>
                  <a:pt x="171069" y="88415"/>
                </a:lnTo>
                <a:lnTo>
                  <a:pt x="171091" y="87828"/>
                </a:lnTo>
                <a:lnTo>
                  <a:pt x="171109" y="87179"/>
                </a:lnTo>
                <a:lnTo>
                  <a:pt x="171123" y="86466"/>
                </a:lnTo>
                <a:lnTo>
                  <a:pt x="171133" y="85691"/>
                </a:lnTo>
                <a:lnTo>
                  <a:pt x="171139" y="84852"/>
                </a:lnTo>
                <a:lnTo>
                  <a:pt x="171141" y="83951"/>
                </a:lnTo>
                <a:lnTo>
                  <a:pt x="171141" y="57382"/>
                </a:lnTo>
                <a:lnTo>
                  <a:pt x="171125" y="55940"/>
                </a:lnTo>
                <a:lnTo>
                  <a:pt x="171076" y="54565"/>
                </a:lnTo>
                <a:lnTo>
                  <a:pt x="170996" y="53258"/>
                </a:lnTo>
                <a:lnTo>
                  <a:pt x="170883" y="52018"/>
                </a:lnTo>
                <a:lnTo>
                  <a:pt x="170738" y="50845"/>
                </a:lnTo>
                <a:lnTo>
                  <a:pt x="170561" y="49740"/>
                </a:lnTo>
                <a:lnTo>
                  <a:pt x="170352" y="48702"/>
                </a:lnTo>
                <a:lnTo>
                  <a:pt x="170110" y="47732"/>
                </a:lnTo>
                <a:lnTo>
                  <a:pt x="169837" y="46829"/>
                </a:lnTo>
                <a:lnTo>
                  <a:pt x="169531" y="45993"/>
                </a:lnTo>
                <a:lnTo>
                  <a:pt x="169193" y="45224"/>
                </a:lnTo>
                <a:lnTo>
                  <a:pt x="168823" y="44524"/>
                </a:lnTo>
                <a:lnTo>
                  <a:pt x="168414" y="43884"/>
                </a:lnTo>
                <a:lnTo>
                  <a:pt x="167962" y="43300"/>
                </a:lnTo>
                <a:lnTo>
                  <a:pt x="167465" y="42772"/>
                </a:lnTo>
                <a:lnTo>
                  <a:pt x="166924" y="42299"/>
                </a:lnTo>
                <a:lnTo>
                  <a:pt x="166340" y="41882"/>
                </a:lnTo>
                <a:lnTo>
                  <a:pt x="165711" y="41521"/>
                </a:lnTo>
                <a:lnTo>
                  <a:pt x="165038" y="41215"/>
                </a:lnTo>
                <a:lnTo>
                  <a:pt x="164321" y="40965"/>
                </a:lnTo>
                <a:lnTo>
                  <a:pt x="163560" y="40770"/>
                </a:lnTo>
                <a:lnTo>
                  <a:pt x="162755" y="40631"/>
                </a:lnTo>
                <a:lnTo>
                  <a:pt x="161905" y="40548"/>
                </a:lnTo>
                <a:lnTo>
                  <a:pt x="161012" y="40520"/>
                </a:lnTo>
                <a:lnTo>
                  <a:pt x="159598" y="40584"/>
                </a:lnTo>
                <a:lnTo>
                  <a:pt x="158185" y="40776"/>
                </a:lnTo>
                <a:lnTo>
                  <a:pt x="156772" y="41096"/>
                </a:lnTo>
                <a:lnTo>
                  <a:pt x="155361" y="41544"/>
                </a:lnTo>
                <a:lnTo>
                  <a:pt x="153951" y="42119"/>
                </a:lnTo>
                <a:lnTo>
                  <a:pt x="152542" y="42823"/>
                </a:lnTo>
                <a:lnTo>
                  <a:pt x="151133" y="43654"/>
                </a:lnTo>
                <a:lnTo>
                  <a:pt x="149726" y="44614"/>
                </a:lnTo>
                <a:lnTo>
                  <a:pt x="148320" y="45701"/>
                </a:lnTo>
                <a:lnTo>
                  <a:pt x="146914" y="46917"/>
                </a:lnTo>
                <a:lnTo>
                  <a:pt x="145510" y="48260"/>
                </a:lnTo>
                <a:lnTo>
                  <a:pt x="144107" y="49731"/>
                </a:lnTo>
                <a:lnTo>
                  <a:pt x="144107" y="83951"/>
                </a:lnTo>
                <a:lnTo>
                  <a:pt x="144112" y="85014"/>
                </a:lnTo>
                <a:lnTo>
                  <a:pt x="144129" y="86008"/>
                </a:lnTo>
                <a:lnTo>
                  <a:pt x="144156" y="86931"/>
                </a:lnTo>
                <a:lnTo>
                  <a:pt x="144194" y="87785"/>
                </a:lnTo>
                <a:lnTo>
                  <a:pt x="144243" y="88569"/>
                </a:lnTo>
                <a:lnTo>
                  <a:pt x="144303" y="89282"/>
                </a:lnTo>
                <a:lnTo>
                  <a:pt x="144374" y="89926"/>
                </a:lnTo>
                <a:lnTo>
                  <a:pt x="144456" y="90501"/>
                </a:lnTo>
                <a:lnTo>
                  <a:pt x="144548" y="91005"/>
                </a:lnTo>
                <a:lnTo>
                  <a:pt x="144652" y="91439"/>
                </a:lnTo>
                <a:lnTo>
                  <a:pt x="144766" y="91804"/>
                </a:lnTo>
                <a:lnTo>
                  <a:pt x="144891" y="92098"/>
                </a:lnTo>
                <a:lnTo>
                  <a:pt x="145063" y="92433"/>
                </a:lnTo>
                <a:lnTo>
                  <a:pt x="145245" y="92752"/>
                </a:lnTo>
                <a:lnTo>
                  <a:pt x="145438" y="93057"/>
                </a:lnTo>
                <a:lnTo>
                  <a:pt x="145640" y="93346"/>
                </a:lnTo>
                <a:lnTo>
                  <a:pt x="145854" y="93619"/>
                </a:lnTo>
                <a:lnTo>
                  <a:pt x="146077" y="93878"/>
                </a:lnTo>
                <a:lnTo>
                  <a:pt x="146311" y="94121"/>
                </a:lnTo>
                <a:lnTo>
                  <a:pt x="146556" y="94349"/>
                </a:lnTo>
                <a:lnTo>
                  <a:pt x="146811" y="94562"/>
                </a:lnTo>
                <a:lnTo>
                  <a:pt x="147076" y="94760"/>
                </a:lnTo>
                <a:lnTo>
                  <a:pt x="147352" y="94942"/>
                </a:lnTo>
                <a:lnTo>
                  <a:pt x="147638" y="95109"/>
                </a:lnTo>
                <a:lnTo>
                  <a:pt x="147954" y="95262"/>
                </a:lnTo>
                <a:lnTo>
                  <a:pt x="148320" y="95402"/>
                </a:lnTo>
                <a:lnTo>
                  <a:pt x="148737" y="95528"/>
                </a:lnTo>
                <a:lnTo>
                  <a:pt x="149203" y="95641"/>
                </a:lnTo>
                <a:lnTo>
                  <a:pt x="149719" y="95740"/>
                </a:lnTo>
                <a:lnTo>
                  <a:pt x="150286" y="95827"/>
                </a:lnTo>
                <a:lnTo>
                  <a:pt x="150902" y="95900"/>
                </a:lnTo>
                <a:lnTo>
                  <a:pt x="151569" y="95960"/>
                </a:lnTo>
                <a:lnTo>
                  <a:pt x="152285" y="96006"/>
                </a:lnTo>
                <a:lnTo>
                  <a:pt x="153052" y="96039"/>
                </a:lnTo>
                <a:lnTo>
                  <a:pt x="153868" y="96059"/>
                </a:lnTo>
                <a:lnTo>
                  <a:pt x="154735" y="96066"/>
                </a:lnTo>
                <a:lnTo>
                  <a:pt x="154735" y="98701"/>
                </a:lnTo>
                <a:lnTo>
                  <a:pt x="122423" y="98701"/>
                </a:lnTo>
                <a:lnTo>
                  <a:pt x="122423" y="96066"/>
                </a:lnTo>
                <a:lnTo>
                  <a:pt x="123849" y="96066"/>
                </a:lnTo>
                <a:lnTo>
                  <a:pt x="124659" y="96049"/>
                </a:lnTo>
                <a:lnTo>
                  <a:pt x="125423" y="95996"/>
                </a:lnTo>
                <a:lnTo>
                  <a:pt x="126143" y="95908"/>
                </a:lnTo>
                <a:lnTo>
                  <a:pt x="126817" y="95786"/>
                </a:lnTo>
                <a:lnTo>
                  <a:pt x="127447" y="95628"/>
                </a:lnTo>
                <a:lnTo>
                  <a:pt x="128031" y="95436"/>
                </a:lnTo>
                <a:lnTo>
                  <a:pt x="128570" y="95208"/>
                </a:lnTo>
                <a:lnTo>
                  <a:pt x="129064" y="94945"/>
                </a:lnTo>
                <a:lnTo>
                  <a:pt x="129513" y="94648"/>
                </a:lnTo>
                <a:lnTo>
                  <a:pt x="129917" y="94315"/>
                </a:lnTo>
                <a:lnTo>
                  <a:pt x="130276" y="93947"/>
                </a:lnTo>
                <a:lnTo>
                  <a:pt x="130590" y="93545"/>
                </a:lnTo>
                <a:lnTo>
                  <a:pt x="130869" y="93092"/>
                </a:lnTo>
                <a:lnTo>
                  <a:pt x="131124" y="92576"/>
                </a:lnTo>
                <a:lnTo>
                  <a:pt x="131354" y="91996"/>
                </a:lnTo>
                <a:lnTo>
                  <a:pt x="131561" y="91353"/>
                </a:lnTo>
                <a:lnTo>
                  <a:pt x="131743" y="90646"/>
                </a:lnTo>
                <a:lnTo>
                  <a:pt x="131901" y="89876"/>
                </a:lnTo>
                <a:lnTo>
                  <a:pt x="132034" y="89041"/>
                </a:lnTo>
                <a:lnTo>
                  <a:pt x="132143" y="88143"/>
                </a:lnTo>
                <a:lnTo>
                  <a:pt x="132228" y="87182"/>
                </a:lnTo>
                <a:lnTo>
                  <a:pt x="132289" y="86157"/>
                </a:lnTo>
                <a:lnTo>
                  <a:pt x="132325" y="85068"/>
                </a:lnTo>
                <a:lnTo>
                  <a:pt x="132337" y="83915"/>
                </a:lnTo>
                <a:lnTo>
                  <a:pt x="132337" y="59756"/>
                </a:lnTo>
                <a:lnTo>
                  <a:pt x="132334" y="57866"/>
                </a:lnTo>
                <a:lnTo>
                  <a:pt x="132323" y="56103"/>
                </a:lnTo>
                <a:lnTo>
                  <a:pt x="132304" y="54468"/>
                </a:lnTo>
                <a:lnTo>
                  <a:pt x="132278" y="52959"/>
                </a:lnTo>
                <a:lnTo>
                  <a:pt x="132245" y="51578"/>
                </a:lnTo>
                <a:lnTo>
                  <a:pt x="132204" y="50325"/>
                </a:lnTo>
                <a:lnTo>
                  <a:pt x="132155" y="49198"/>
                </a:lnTo>
                <a:lnTo>
                  <a:pt x="132100" y="48199"/>
                </a:lnTo>
                <a:lnTo>
                  <a:pt x="132037" y="47327"/>
                </a:lnTo>
                <a:lnTo>
                  <a:pt x="131966" y="46583"/>
                </a:lnTo>
                <a:lnTo>
                  <a:pt x="131888" y="45966"/>
                </a:lnTo>
                <a:lnTo>
                  <a:pt x="131802" y="45476"/>
                </a:lnTo>
                <a:lnTo>
                  <a:pt x="131709" y="45061"/>
                </a:lnTo>
                <a:lnTo>
                  <a:pt x="131608" y="44668"/>
                </a:lnTo>
                <a:lnTo>
                  <a:pt x="131499" y="44299"/>
                </a:lnTo>
                <a:lnTo>
                  <a:pt x="131382" y="43952"/>
                </a:lnTo>
                <a:lnTo>
                  <a:pt x="131258" y="43627"/>
                </a:lnTo>
                <a:lnTo>
                  <a:pt x="131125" y="43326"/>
                </a:lnTo>
                <a:lnTo>
                  <a:pt x="130984" y="43047"/>
                </a:lnTo>
                <a:lnTo>
                  <a:pt x="130836" y="42791"/>
                </a:lnTo>
                <a:lnTo>
                  <a:pt x="130679" y="42557"/>
                </a:lnTo>
                <a:lnTo>
                  <a:pt x="130515" y="42347"/>
                </a:lnTo>
                <a:lnTo>
                  <a:pt x="130342" y="42159"/>
                </a:lnTo>
                <a:lnTo>
                  <a:pt x="130162" y="41993"/>
                </a:lnTo>
                <a:lnTo>
                  <a:pt x="129972" y="41846"/>
                </a:lnTo>
                <a:lnTo>
                  <a:pt x="129773" y="41711"/>
                </a:lnTo>
                <a:lnTo>
                  <a:pt x="129562" y="41589"/>
                </a:lnTo>
                <a:lnTo>
                  <a:pt x="129342" y="41480"/>
                </a:lnTo>
                <a:lnTo>
                  <a:pt x="129111" y="41384"/>
                </a:lnTo>
                <a:lnTo>
                  <a:pt x="128869" y="41301"/>
                </a:lnTo>
                <a:lnTo>
                  <a:pt x="128617" y="41230"/>
                </a:lnTo>
                <a:lnTo>
                  <a:pt x="128355" y="41172"/>
                </a:lnTo>
                <a:lnTo>
                  <a:pt x="128082" y="41127"/>
                </a:lnTo>
                <a:lnTo>
                  <a:pt x="127799" y="41095"/>
                </a:lnTo>
                <a:lnTo>
                  <a:pt x="127506" y="41076"/>
                </a:lnTo>
                <a:lnTo>
                  <a:pt x="127202" y="41070"/>
                </a:lnTo>
                <a:lnTo>
                  <a:pt x="126863" y="41077"/>
                </a:lnTo>
                <a:lnTo>
                  <a:pt x="126514" y="41099"/>
                </a:lnTo>
                <a:lnTo>
                  <a:pt x="126154" y="41136"/>
                </a:lnTo>
                <a:lnTo>
                  <a:pt x="125783" y="41188"/>
                </a:lnTo>
                <a:lnTo>
                  <a:pt x="125401" y="41255"/>
                </a:lnTo>
                <a:lnTo>
                  <a:pt x="125008" y="41336"/>
                </a:lnTo>
                <a:lnTo>
                  <a:pt x="124605" y="41432"/>
                </a:lnTo>
                <a:lnTo>
                  <a:pt x="124190" y="41544"/>
                </a:lnTo>
                <a:lnTo>
                  <a:pt x="123765" y="41669"/>
                </a:lnTo>
                <a:lnTo>
                  <a:pt x="123328" y="41810"/>
                </a:lnTo>
                <a:lnTo>
                  <a:pt x="122881" y="41965"/>
                </a:lnTo>
                <a:lnTo>
                  <a:pt x="122423" y="42136"/>
                </a:lnTo>
                <a:lnTo>
                  <a:pt x="121353" y="39577"/>
                </a:lnTo>
                <a:lnTo>
                  <a:pt x="141040" y="31618"/>
                </a:lnTo>
                <a:lnTo>
                  <a:pt x="144107" y="31618"/>
                </a:lnTo>
                <a:lnTo>
                  <a:pt x="144107" y="45434"/>
                </a:lnTo>
                <a:close/>
                <a:moveTo>
                  <a:pt x="217077" y="11964"/>
                </a:moveTo>
                <a:lnTo>
                  <a:pt x="217077" y="33470"/>
                </a:lnTo>
                <a:lnTo>
                  <a:pt x="232341" y="33470"/>
                </a:lnTo>
                <a:lnTo>
                  <a:pt x="232341" y="38455"/>
                </a:lnTo>
                <a:lnTo>
                  <a:pt x="217077" y="38455"/>
                </a:lnTo>
                <a:lnTo>
                  <a:pt x="217077" y="80697"/>
                </a:lnTo>
                <a:lnTo>
                  <a:pt x="217090" y="81724"/>
                </a:lnTo>
                <a:lnTo>
                  <a:pt x="217127" y="82693"/>
                </a:lnTo>
                <a:lnTo>
                  <a:pt x="217191" y="83605"/>
                </a:lnTo>
                <a:lnTo>
                  <a:pt x="217279" y="84460"/>
                </a:lnTo>
                <a:lnTo>
                  <a:pt x="217393" y="85257"/>
                </a:lnTo>
                <a:lnTo>
                  <a:pt x="217532" y="85997"/>
                </a:lnTo>
                <a:lnTo>
                  <a:pt x="217696" y="86680"/>
                </a:lnTo>
                <a:lnTo>
                  <a:pt x="217885" y="87305"/>
                </a:lnTo>
                <a:lnTo>
                  <a:pt x="218100" y="87874"/>
                </a:lnTo>
                <a:lnTo>
                  <a:pt x="218340" y="88384"/>
                </a:lnTo>
                <a:lnTo>
                  <a:pt x="218605" y="88838"/>
                </a:lnTo>
                <a:lnTo>
                  <a:pt x="218896" y="89234"/>
                </a:lnTo>
                <a:lnTo>
                  <a:pt x="219206" y="89586"/>
                </a:lnTo>
                <a:lnTo>
                  <a:pt x="219531" y="89907"/>
                </a:lnTo>
                <a:lnTo>
                  <a:pt x="219870" y="90198"/>
                </a:lnTo>
                <a:lnTo>
                  <a:pt x="220223" y="90458"/>
                </a:lnTo>
                <a:lnTo>
                  <a:pt x="220591" y="90688"/>
                </a:lnTo>
                <a:lnTo>
                  <a:pt x="220973" y="90886"/>
                </a:lnTo>
                <a:lnTo>
                  <a:pt x="221370" y="91055"/>
                </a:lnTo>
                <a:lnTo>
                  <a:pt x="221781" y="91192"/>
                </a:lnTo>
                <a:lnTo>
                  <a:pt x="222206" y="91300"/>
                </a:lnTo>
                <a:lnTo>
                  <a:pt x="222646" y="91376"/>
                </a:lnTo>
                <a:lnTo>
                  <a:pt x="223100" y="91422"/>
                </a:lnTo>
                <a:lnTo>
                  <a:pt x="223568" y="91437"/>
                </a:lnTo>
                <a:lnTo>
                  <a:pt x="223959" y="91427"/>
                </a:lnTo>
                <a:lnTo>
                  <a:pt x="224349" y="91397"/>
                </a:lnTo>
                <a:lnTo>
                  <a:pt x="224736" y="91346"/>
                </a:lnTo>
                <a:lnTo>
                  <a:pt x="225121" y="91275"/>
                </a:lnTo>
                <a:lnTo>
                  <a:pt x="225505" y="91184"/>
                </a:lnTo>
                <a:lnTo>
                  <a:pt x="225886" y="91072"/>
                </a:lnTo>
                <a:lnTo>
                  <a:pt x="226266" y="90940"/>
                </a:lnTo>
                <a:lnTo>
                  <a:pt x="226643" y="90788"/>
                </a:lnTo>
                <a:lnTo>
                  <a:pt x="227018" y="90616"/>
                </a:lnTo>
                <a:lnTo>
                  <a:pt x="227392" y="90423"/>
                </a:lnTo>
                <a:lnTo>
                  <a:pt x="227763" y="90211"/>
                </a:lnTo>
                <a:lnTo>
                  <a:pt x="228133" y="89977"/>
                </a:lnTo>
                <a:lnTo>
                  <a:pt x="228495" y="89724"/>
                </a:lnTo>
                <a:lnTo>
                  <a:pt x="228842" y="89452"/>
                </a:lnTo>
                <a:lnTo>
                  <a:pt x="229176" y="89161"/>
                </a:lnTo>
                <a:lnTo>
                  <a:pt x="229496" y="88850"/>
                </a:lnTo>
                <a:lnTo>
                  <a:pt x="229802" y="88520"/>
                </a:lnTo>
                <a:lnTo>
                  <a:pt x="230095" y="88170"/>
                </a:lnTo>
                <a:lnTo>
                  <a:pt x="230373" y="87802"/>
                </a:lnTo>
                <a:lnTo>
                  <a:pt x="230637" y="87414"/>
                </a:lnTo>
                <a:lnTo>
                  <a:pt x="230888" y="87006"/>
                </a:lnTo>
                <a:lnTo>
                  <a:pt x="231125" y="86580"/>
                </a:lnTo>
                <a:lnTo>
                  <a:pt x="231348" y="86134"/>
                </a:lnTo>
                <a:lnTo>
                  <a:pt x="231557" y="85669"/>
                </a:lnTo>
                <a:lnTo>
                  <a:pt x="234339" y="85669"/>
                </a:lnTo>
                <a:lnTo>
                  <a:pt x="233908" y="86812"/>
                </a:lnTo>
                <a:lnTo>
                  <a:pt x="233449" y="87907"/>
                </a:lnTo>
                <a:lnTo>
                  <a:pt x="232961" y="88955"/>
                </a:lnTo>
                <a:lnTo>
                  <a:pt x="232444" y="89956"/>
                </a:lnTo>
                <a:lnTo>
                  <a:pt x="231899" y="90909"/>
                </a:lnTo>
                <a:lnTo>
                  <a:pt x="231325" y="91815"/>
                </a:lnTo>
                <a:lnTo>
                  <a:pt x="230722" y="92673"/>
                </a:lnTo>
                <a:lnTo>
                  <a:pt x="230091" y="93485"/>
                </a:lnTo>
                <a:lnTo>
                  <a:pt x="229430" y="94248"/>
                </a:lnTo>
                <a:lnTo>
                  <a:pt x="228741" y="94965"/>
                </a:lnTo>
                <a:lnTo>
                  <a:pt x="228024" y="95634"/>
                </a:lnTo>
                <a:lnTo>
                  <a:pt x="227277" y="96255"/>
                </a:lnTo>
                <a:lnTo>
                  <a:pt x="226514" y="96828"/>
                </a:lnTo>
                <a:lnTo>
                  <a:pt x="225747" y="97351"/>
                </a:lnTo>
                <a:lnTo>
                  <a:pt x="224977" y="97824"/>
                </a:lnTo>
                <a:lnTo>
                  <a:pt x="224202" y="98247"/>
                </a:lnTo>
                <a:lnTo>
                  <a:pt x="223423" y="98620"/>
                </a:lnTo>
                <a:lnTo>
                  <a:pt x="222641" y="98944"/>
                </a:lnTo>
                <a:lnTo>
                  <a:pt x="221854" y="99218"/>
                </a:lnTo>
                <a:lnTo>
                  <a:pt x="221063" y="99442"/>
                </a:lnTo>
                <a:lnTo>
                  <a:pt x="220269" y="99616"/>
                </a:lnTo>
                <a:lnTo>
                  <a:pt x="219470" y="99741"/>
                </a:lnTo>
                <a:lnTo>
                  <a:pt x="218668" y="99815"/>
                </a:lnTo>
                <a:lnTo>
                  <a:pt x="217862" y="99840"/>
                </a:lnTo>
                <a:lnTo>
                  <a:pt x="217316" y="99828"/>
                </a:lnTo>
                <a:lnTo>
                  <a:pt x="216772" y="99790"/>
                </a:lnTo>
                <a:lnTo>
                  <a:pt x="216230" y="99727"/>
                </a:lnTo>
                <a:lnTo>
                  <a:pt x="215690" y="99638"/>
                </a:lnTo>
                <a:lnTo>
                  <a:pt x="215152" y="99525"/>
                </a:lnTo>
                <a:lnTo>
                  <a:pt x="214616" y="99386"/>
                </a:lnTo>
                <a:lnTo>
                  <a:pt x="214082" y="99222"/>
                </a:lnTo>
                <a:lnTo>
                  <a:pt x="213550" y="99032"/>
                </a:lnTo>
                <a:lnTo>
                  <a:pt x="213020" y="98818"/>
                </a:lnTo>
                <a:lnTo>
                  <a:pt x="212492" y="98578"/>
                </a:lnTo>
                <a:lnTo>
                  <a:pt x="211966" y="98313"/>
                </a:lnTo>
                <a:lnTo>
                  <a:pt x="211442" y="98022"/>
                </a:lnTo>
                <a:lnTo>
                  <a:pt x="210930" y="97708"/>
                </a:lnTo>
                <a:lnTo>
                  <a:pt x="210441" y="97373"/>
                </a:lnTo>
                <a:lnTo>
                  <a:pt x="209975" y="97015"/>
                </a:lnTo>
                <a:lnTo>
                  <a:pt x="209532" y="96636"/>
                </a:lnTo>
                <a:lnTo>
                  <a:pt x="209111" y="96235"/>
                </a:lnTo>
                <a:lnTo>
                  <a:pt x="208714" y="95812"/>
                </a:lnTo>
                <a:lnTo>
                  <a:pt x="208339" y="95368"/>
                </a:lnTo>
                <a:lnTo>
                  <a:pt x="207986" y="94902"/>
                </a:lnTo>
                <a:lnTo>
                  <a:pt x="207657" y="94414"/>
                </a:lnTo>
                <a:lnTo>
                  <a:pt x="207350" y="93904"/>
                </a:lnTo>
                <a:lnTo>
                  <a:pt x="207067" y="93372"/>
                </a:lnTo>
                <a:lnTo>
                  <a:pt x="206805" y="92819"/>
                </a:lnTo>
                <a:lnTo>
                  <a:pt x="206566" y="92229"/>
                </a:lnTo>
                <a:lnTo>
                  <a:pt x="206348" y="91588"/>
                </a:lnTo>
                <a:lnTo>
                  <a:pt x="206150" y="90896"/>
                </a:lnTo>
                <a:lnTo>
                  <a:pt x="205973" y="90153"/>
                </a:lnTo>
                <a:lnTo>
                  <a:pt x="205817" y="89359"/>
                </a:lnTo>
                <a:lnTo>
                  <a:pt x="205682" y="88514"/>
                </a:lnTo>
                <a:lnTo>
                  <a:pt x="205568" y="87618"/>
                </a:lnTo>
                <a:lnTo>
                  <a:pt x="205474" y="86671"/>
                </a:lnTo>
                <a:lnTo>
                  <a:pt x="205401" y="85673"/>
                </a:lnTo>
                <a:lnTo>
                  <a:pt x="205349" y="84624"/>
                </a:lnTo>
                <a:lnTo>
                  <a:pt x="205318" y="83524"/>
                </a:lnTo>
                <a:lnTo>
                  <a:pt x="205308" y="82373"/>
                </a:lnTo>
                <a:lnTo>
                  <a:pt x="205308" y="38455"/>
                </a:lnTo>
                <a:lnTo>
                  <a:pt x="194965" y="38455"/>
                </a:lnTo>
                <a:lnTo>
                  <a:pt x="194965" y="36105"/>
                </a:lnTo>
                <a:lnTo>
                  <a:pt x="195620" y="35828"/>
                </a:lnTo>
                <a:lnTo>
                  <a:pt x="196277" y="35521"/>
                </a:lnTo>
                <a:lnTo>
                  <a:pt x="196937" y="35183"/>
                </a:lnTo>
                <a:lnTo>
                  <a:pt x="197600" y="34815"/>
                </a:lnTo>
                <a:lnTo>
                  <a:pt x="198265" y="34417"/>
                </a:lnTo>
                <a:lnTo>
                  <a:pt x="198932" y="33989"/>
                </a:lnTo>
                <a:lnTo>
                  <a:pt x="199602" y="33531"/>
                </a:lnTo>
                <a:lnTo>
                  <a:pt x="200275" y="33042"/>
                </a:lnTo>
                <a:lnTo>
                  <a:pt x="200950" y="32523"/>
                </a:lnTo>
                <a:lnTo>
                  <a:pt x="201627" y="31973"/>
                </a:lnTo>
                <a:lnTo>
                  <a:pt x="202307" y="31394"/>
                </a:lnTo>
                <a:lnTo>
                  <a:pt x="202989" y="30784"/>
                </a:lnTo>
                <a:lnTo>
                  <a:pt x="203667" y="30149"/>
                </a:lnTo>
                <a:lnTo>
                  <a:pt x="204332" y="29495"/>
                </a:lnTo>
                <a:lnTo>
                  <a:pt x="204984" y="28822"/>
                </a:lnTo>
                <a:lnTo>
                  <a:pt x="205625" y="28129"/>
                </a:lnTo>
                <a:lnTo>
                  <a:pt x="206252" y="27417"/>
                </a:lnTo>
                <a:lnTo>
                  <a:pt x="206868" y="26686"/>
                </a:lnTo>
                <a:lnTo>
                  <a:pt x="207471" y="25935"/>
                </a:lnTo>
                <a:lnTo>
                  <a:pt x="208062" y="25165"/>
                </a:lnTo>
                <a:lnTo>
                  <a:pt x="208640" y="24376"/>
                </a:lnTo>
                <a:lnTo>
                  <a:pt x="209206" y="23567"/>
                </a:lnTo>
                <a:lnTo>
                  <a:pt x="209759" y="22739"/>
                </a:lnTo>
                <a:lnTo>
                  <a:pt x="210301" y="21891"/>
                </a:lnTo>
                <a:lnTo>
                  <a:pt x="210583" y="21408"/>
                </a:lnTo>
                <a:lnTo>
                  <a:pt x="210883" y="20862"/>
                </a:lnTo>
                <a:lnTo>
                  <a:pt x="211201" y="20253"/>
                </a:lnTo>
                <a:lnTo>
                  <a:pt x="211537" y="19583"/>
                </a:lnTo>
                <a:lnTo>
                  <a:pt x="211891" y="18849"/>
                </a:lnTo>
                <a:lnTo>
                  <a:pt x="212262" y="18053"/>
                </a:lnTo>
                <a:lnTo>
                  <a:pt x="212652" y="17194"/>
                </a:lnTo>
                <a:lnTo>
                  <a:pt x="213059" y="16273"/>
                </a:lnTo>
                <a:lnTo>
                  <a:pt x="213484" y="15290"/>
                </a:lnTo>
                <a:lnTo>
                  <a:pt x="213927" y="14244"/>
                </a:lnTo>
                <a:lnTo>
                  <a:pt x="214387" y="13135"/>
                </a:lnTo>
                <a:lnTo>
                  <a:pt x="214866" y="11964"/>
                </a:lnTo>
                <a:lnTo>
                  <a:pt x="217077" y="11964"/>
                </a:lnTo>
                <a:close/>
                <a:moveTo>
                  <a:pt x="274797" y="41588"/>
                </a:moveTo>
                <a:lnTo>
                  <a:pt x="270945" y="20794"/>
                </a:lnTo>
                <a:lnTo>
                  <a:pt x="269376" y="12177"/>
                </a:lnTo>
                <a:lnTo>
                  <a:pt x="269353" y="11881"/>
                </a:lnTo>
                <a:lnTo>
                  <a:pt x="269332" y="11584"/>
                </a:lnTo>
                <a:lnTo>
                  <a:pt x="269313" y="11287"/>
                </a:lnTo>
                <a:lnTo>
                  <a:pt x="269296" y="10991"/>
                </a:lnTo>
                <a:lnTo>
                  <a:pt x="269282" y="10694"/>
                </a:lnTo>
                <a:lnTo>
                  <a:pt x="269269" y="10397"/>
                </a:lnTo>
                <a:lnTo>
                  <a:pt x="269258" y="10100"/>
                </a:lnTo>
                <a:lnTo>
                  <a:pt x="269249" y="9804"/>
                </a:lnTo>
                <a:lnTo>
                  <a:pt x="269242" y="9507"/>
                </a:lnTo>
                <a:lnTo>
                  <a:pt x="269237" y="9210"/>
                </a:lnTo>
                <a:lnTo>
                  <a:pt x="269234" y="8913"/>
                </a:lnTo>
                <a:lnTo>
                  <a:pt x="269233" y="8617"/>
                </a:lnTo>
                <a:lnTo>
                  <a:pt x="269247" y="7886"/>
                </a:lnTo>
                <a:lnTo>
                  <a:pt x="269288" y="7189"/>
                </a:lnTo>
                <a:lnTo>
                  <a:pt x="269358" y="6525"/>
                </a:lnTo>
                <a:lnTo>
                  <a:pt x="269455" y="5895"/>
                </a:lnTo>
                <a:lnTo>
                  <a:pt x="269580" y="5298"/>
                </a:lnTo>
                <a:lnTo>
                  <a:pt x="269732" y="4736"/>
                </a:lnTo>
                <a:lnTo>
                  <a:pt x="269913" y="4206"/>
                </a:lnTo>
                <a:lnTo>
                  <a:pt x="270121" y="3711"/>
                </a:lnTo>
                <a:lnTo>
                  <a:pt x="270356" y="3249"/>
                </a:lnTo>
                <a:lnTo>
                  <a:pt x="270620" y="2821"/>
                </a:lnTo>
                <a:lnTo>
                  <a:pt x="270911" y="2426"/>
                </a:lnTo>
                <a:lnTo>
                  <a:pt x="271230" y="2065"/>
                </a:lnTo>
                <a:lnTo>
                  <a:pt x="271572" y="1735"/>
                </a:lnTo>
                <a:lnTo>
                  <a:pt x="271932" y="1434"/>
                </a:lnTo>
                <a:lnTo>
                  <a:pt x="272309" y="1162"/>
                </a:lnTo>
                <a:lnTo>
                  <a:pt x="272704" y="918"/>
                </a:lnTo>
                <a:lnTo>
                  <a:pt x="273118" y="703"/>
                </a:lnTo>
                <a:lnTo>
                  <a:pt x="273548" y="516"/>
                </a:lnTo>
                <a:lnTo>
                  <a:pt x="273997" y="359"/>
                </a:lnTo>
                <a:lnTo>
                  <a:pt x="274464" y="229"/>
                </a:lnTo>
                <a:lnTo>
                  <a:pt x="274948" y="129"/>
                </a:lnTo>
                <a:lnTo>
                  <a:pt x="275451" y="57"/>
                </a:lnTo>
                <a:lnTo>
                  <a:pt x="275971" y="14"/>
                </a:lnTo>
                <a:lnTo>
                  <a:pt x="276509" y="0"/>
                </a:lnTo>
                <a:lnTo>
                  <a:pt x="277013" y="14"/>
                </a:lnTo>
                <a:lnTo>
                  <a:pt x="277502" y="57"/>
                </a:lnTo>
                <a:lnTo>
                  <a:pt x="277978" y="129"/>
                </a:lnTo>
                <a:lnTo>
                  <a:pt x="278438" y="229"/>
                </a:lnTo>
                <a:lnTo>
                  <a:pt x="278885" y="359"/>
                </a:lnTo>
                <a:lnTo>
                  <a:pt x="279317" y="516"/>
                </a:lnTo>
                <a:lnTo>
                  <a:pt x="279735" y="703"/>
                </a:lnTo>
                <a:lnTo>
                  <a:pt x="280139" y="918"/>
                </a:lnTo>
                <a:lnTo>
                  <a:pt x="280528" y="1162"/>
                </a:lnTo>
                <a:lnTo>
                  <a:pt x="280902" y="1434"/>
                </a:lnTo>
                <a:lnTo>
                  <a:pt x="281263" y="1735"/>
                </a:lnTo>
                <a:lnTo>
                  <a:pt x="281609" y="2065"/>
                </a:lnTo>
                <a:lnTo>
                  <a:pt x="281933" y="2419"/>
                </a:lnTo>
                <a:lnTo>
                  <a:pt x="282230" y="2793"/>
                </a:lnTo>
                <a:lnTo>
                  <a:pt x="282498" y="3187"/>
                </a:lnTo>
                <a:lnTo>
                  <a:pt x="282738" y="3600"/>
                </a:lnTo>
                <a:lnTo>
                  <a:pt x="282950" y="4033"/>
                </a:lnTo>
                <a:lnTo>
                  <a:pt x="283133" y="4486"/>
                </a:lnTo>
                <a:lnTo>
                  <a:pt x="283289" y="4959"/>
                </a:lnTo>
                <a:lnTo>
                  <a:pt x="283416" y="5452"/>
                </a:lnTo>
                <a:lnTo>
                  <a:pt x="283515" y="5964"/>
                </a:lnTo>
                <a:lnTo>
                  <a:pt x="283585" y="6496"/>
                </a:lnTo>
                <a:lnTo>
                  <a:pt x="283627" y="7048"/>
                </a:lnTo>
                <a:lnTo>
                  <a:pt x="283642" y="7620"/>
                </a:lnTo>
                <a:lnTo>
                  <a:pt x="283632" y="8636"/>
                </a:lnTo>
                <a:lnTo>
                  <a:pt x="283604" y="9665"/>
                </a:lnTo>
                <a:lnTo>
                  <a:pt x="283557" y="10709"/>
                </a:lnTo>
                <a:lnTo>
                  <a:pt x="283491" y="11766"/>
                </a:lnTo>
                <a:lnTo>
                  <a:pt x="283406" y="12837"/>
                </a:lnTo>
                <a:lnTo>
                  <a:pt x="283303" y="13922"/>
                </a:lnTo>
                <a:lnTo>
                  <a:pt x="283180" y="15021"/>
                </a:lnTo>
                <a:lnTo>
                  <a:pt x="283039" y="16134"/>
                </a:lnTo>
                <a:lnTo>
                  <a:pt x="282879" y="17260"/>
                </a:lnTo>
                <a:lnTo>
                  <a:pt x="282700" y="18401"/>
                </a:lnTo>
                <a:lnTo>
                  <a:pt x="282503" y="19555"/>
                </a:lnTo>
                <a:lnTo>
                  <a:pt x="282286" y="20723"/>
                </a:lnTo>
                <a:lnTo>
                  <a:pt x="278221" y="41588"/>
                </a:lnTo>
                <a:lnTo>
                  <a:pt x="274797" y="41588"/>
                </a:lnTo>
                <a:moveTo>
                  <a:pt x="248690" y="41588"/>
                </a:moveTo>
                <a:lnTo>
                  <a:pt x="244767" y="20509"/>
                </a:lnTo>
                <a:lnTo>
                  <a:pt x="244516" y="19100"/>
                </a:lnTo>
                <a:lnTo>
                  <a:pt x="244287" y="17768"/>
                </a:lnTo>
                <a:lnTo>
                  <a:pt x="244080" y="16512"/>
                </a:lnTo>
                <a:lnTo>
                  <a:pt x="243895" y="15334"/>
                </a:lnTo>
                <a:lnTo>
                  <a:pt x="243732" y="14234"/>
                </a:lnTo>
                <a:lnTo>
                  <a:pt x="243590" y="13210"/>
                </a:lnTo>
                <a:lnTo>
                  <a:pt x="243470" y="12263"/>
                </a:lnTo>
                <a:lnTo>
                  <a:pt x="243372" y="11394"/>
                </a:lnTo>
                <a:lnTo>
                  <a:pt x="243296" y="10602"/>
                </a:lnTo>
                <a:lnTo>
                  <a:pt x="243241" y="9887"/>
                </a:lnTo>
                <a:lnTo>
                  <a:pt x="243209" y="9249"/>
                </a:lnTo>
                <a:lnTo>
                  <a:pt x="243198" y="8688"/>
                </a:lnTo>
                <a:lnTo>
                  <a:pt x="243211" y="7946"/>
                </a:lnTo>
                <a:lnTo>
                  <a:pt x="243250" y="7238"/>
                </a:lnTo>
                <a:lnTo>
                  <a:pt x="243316" y="6565"/>
                </a:lnTo>
                <a:lnTo>
                  <a:pt x="243408" y="5926"/>
                </a:lnTo>
                <a:lnTo>
                  <a:pt x="243526" y="5323"/>
                </a:lnTo>
                <a:lnTo>
                  <a:pt x="243670" y="4753"/>
                </a:lnTo>
                <a:lnTo>
                  <a:pt x="243841" y="4219"/>
                </a:lnTo>
                <a:lnTo>
                  <a:pt x="244038" y="3719"/>
                </a:lnTo>
                <a:lnTo>
                  <a:pt x="244261" y="3254"/>
                </a:lnTo>
                <a:lnTo>
                  <a:pt x="244510" y="2823"/>
                </a:lnTo>
                <a:lnTo>
                  <a:pt x="244786" y="2427"/>
                </a:lnTo>
                <a:lnTo>
                  <a:pt x="245088" y="2065"/>
                </a:lnTo>
                <a:lnTo>
                  <a:pt x="245412" y="1735"/>
                </a:lnTo>
                <a:lnTo>
                  <a:pt x="245755" y="1434"/>
                </a:lnTo>
                <a:lnTo>
                  <a:pt x="246116" y="1162"/>
                </a:lnTo>
                <a:lnTo>
                  <a:pt x="246495" y="918"/>
                </a:lnTo>
                <a:lnTo>
                  <a:pt x="246892" y="703"/>
                </a:lnTo>
                <a:lnTo>
                  <a:pt x="247308" y="516"/>
                </a:lnTo>
                <a:lnTo>
                  <a:pt x="247742" y="359"/>
                </a:lnTo>
                <a:lnTo>
                  <a:pt x="248195" y="229"/>
                </a:lnTo>
                <a:lnTo>
                  <a:pt x="248666" y="129"/>
                </a:lnTo>
                <a:lnTo>
                  <a:pt x="249155" y="57"/>
                </a:lnTo>
                <a:lnTo>
                  <a:pt x="249662" y="14"/>
                </a:lnTo>
                <a:lnTo>
                  <a:pt x="250188" y="0"/>
                </a:lnTo>
                <a:lnTo>
                  <a:pt x="250704" y="15"/>
                </a:lnTo>
                <a:lnTo>
                  <a:pt x="251204" y="58"/>
                </a:lnTo>
                <a:lnTo>
                  <a:pt x="251690" y="131"/>
                </a:lnTo>
                <a:lnTo>
                  <a:pt x="252161" y="233"/>
                </a:lnTo>
                <a:lnTo>
                  <a:pt x="252618" y="365"/>
                </a:lnTo>
                <a:lnTo>
                  <a:pt x="253059" y="525"/>
                </a:lnTo>
                <a:lnTo>
                  <a:pt x="253486" y="715"/>
                </a:lnTo>
                <a:lnTo>
                  <a:pt x="253897" y="934"/>
                </a:lnTo>
                <a:lnTo>
                  <a:pt x="254294" y="1182"/>
                </a:lnTo>
                <a:lnTo>
                  <a:pt x="254676" y="1459"/>
                </a:lnTo>
                <a:lnTo>
                  <a:pt x="255043" y="1765"/>
                </a:lnTo>
                <a:lnTo>
                  <a:pt x="255395" y="2101"/>
                </a:lnTo>
                <a:lnTo>
                  <a:pt x="255725" y="2461"/>
                </a:lnTo>
                <a:lnTo>
                  <a:pt x="256027" y="2840"/>
                </a:lnTo>
                <a:lnTo>
                  <a:pt x="256300" y="3238"/>
                </a:lnTo>
                <a:lnTo>
                  <a:pt x="256544" y="3656"/>
                </a:lnTo>
                <a:lnTo>
                  <a:pt x="256760" y="4093"/>
                </a:lnTo>
                <a:lnTo>
                  <a:pt x="256946" y="4549"/>
                </a:lnTo>
                <a:lnTo>
                  <a:pt x="257105" y="5024"/>
                </a:lnTo>
                <a:lnTo>
                  <a:pt x="257234" y="5519"/>
                </a:lnTo>
                <a:lnTo>
                  <a:pt x="257334" y="6033"/>
                </a:lnTo>
                <a:lnTo>
                  <a:pt x="257406" y="6566"/>
                </a:lnTo>
                <a:lnTo>
                  <a:pt x="257449" y="7119"/>
                </a:lnTo>
                <a:lnTo>
                  <a:pt x="257464" y="7691"/>
                </a:lnTo>
                <a:lnTo>
                  <a:pt x="257451" y="8205"/>
                </a:lnTo>
                <a:lnTo>
                  <a:pt x="257412" y="8820"/>
                </a:lnTo>
                <a:lnTo>
                  <a:pt x="257348" y="9538"/>
                </a:lnTo>
                <a:lnTo>
                  <a:pt x="257258" y="10358"/>
                </a:lnTo>
                <a:lnTo>
                  <a:pt x="257142" y="11279"/>
                </a:lnTo>
                <a:lnTo>
                  <a:pt x="257000" y="12302"/>
                </a:lnTo>
                <a:lnTo>
                  <a:pt x="256833" y="13427"/>
                </a:lnTo>
                <a:lnTo>
                  <a:pt x="256639" y="14654"/>
                </a:lnTo>
                <a:lnTo>
                  <a:pt x="256420" y="15983"/>
                </a:lnTo>
                <a:lnTo>
                  <a:pt x="256176" y="17413"/>
                </a:lnTo>
                <a:lnTo>
                  <a:pt x="255905" y="18946"/>
                </a:lnTo>
                <a:lnTo>
                  <a:pt x="255609" y="20580"/>
                </a:lnTo>
                <a:lnTo>
                  <a:pt x="251757" y="41588"/>
                </a:lnTo>
                <a:lnTo>
                  <a:pt x="248690" y="41588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</a:ln>
        </p:spPr>
      </p:sp>
      <p:sp>
        <p:nvSpPr>
          <p:cNvPr id="42" name="Original vector context 42">
            <a:extLst xmlns:a="http://schemas.openxmlformats.org/drawingml/2006/main">
              <a:ext uri="{FF2B5EF4-FFF2-40B4-BE49-F238E27FC236}">
                <a16:creationId xmlns:a16="http://schemas.microsoft.com/office/drawing/2014/main" id="{E11DF149-52CE-43BE-9BE8-38F41182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19" y="9797229"/>
            <a:ext cx="1555783" cy="401070"/>
          </a:xfrm>
          <a:custGeom xmlns:a="http://schemas.openxmlformats.org/drawingml/2006/main">
            <a:pathLst>
              <a:path w="1555783" h="401070">
                <a:moveTo>
                  <a:pt x="0" y="66847"/>
                </a:moveTo>
                <a:lnTo>
                  <a:pt x="611" y="57776"/>
                </a:lnTo>
                <a:lnTo>
                  <a:pt x="2392" y="49076"/>
                </a:lnTo>
                <a:lnTo>
                  <a:pt x="5262" y="40827"/>
                </a:lnTo>
                <a:lnTo>
                  <a:pt x="9141" y="33108"/>
                </a:lnTo>
                <a:lnTo>
                  <a:pt x="13951" y="25999"/>
                </a:lnTo>
                <a:lnTo>
                  <a:pt x="19611" y="19579"/>
                </a:lnTo>
                <a:lnTo>
                  <a:pt x="26041" y="13928"/>
                </a:lnTo>
                <a:lnTo>
                  <a:pt x="33162" y="9127"/>
                </a:lnTo>
                <a:lnTo>
                  <a:pt x="40894" y="5253"/>
                </a:lnTo>
                <a:lnTo>
                  <a:pt x="49157" y="2388"/>
                </a:lnTo>
                <a:lnTo>
                  <a:pt x="57871" y="610"/>
                </a:lnTo>
                <a:lnTo>
                  <a:pt x="66956" y="0"/>
                </a:lnTo>
                <a:lnTo>
                  <a:pt x="1488827" y="0"/>
                </a:lnTo>
                <a:lnTo>
                  <a:pt x="1497913" y="610"/>
                </a:lnTo>
                <a:lnTo>
                  <a:pt x="1506627" y="2388"/>
                </a:lnTo>
                <a:lnTo>
                  <a:pt x="1514889" y="5253"/>
                </a:lnTo>
                <a:lnTo>
                  <a:pt x="1522621" y="9127"/>
                </a:lnTo>
                <a:lnTo>
                  <a:pt x="1529742" y="13928"/>
                </a:lnTo>
                <a:lnTo>
                  <a:pt x="1536172" y="19579"/>
                </a:lnTo>
                <a:lnTo>
                  <a:pt x="1541832" y="25999"/>
                </a:lnTo>
                <a:lnTo>
                  <a:pt x="1546642" y="33108"/>
                </a:lnTo>
                <a:lnTo>
                  <a:pt x="1550521" y="40827"/>
                </a:lnTo>
                <a:lnTo>
                  <a:pt x="1553391" y="49076"/>
                </a:lnTo>
                <a:lnTo>
                  <a:pt x="1555172" y="57776"/>
                </a:lnTo>
                <a:lnTo>
                  <a:pt x="1555783" y="66847"/>
                </a:lnTo>
                <a:lnTo>
                  <a:pt x="1555783" y="334224"/>
                </a:lnTo>
                <a:lnTo>
                  <a:pt x="1555172" y="343294"/>
                </a:lnTo>
                <a:lnTo>
                  <a:pt x="1553391" y="351994"/>
                </a:lnTo>
                <a:lnTo>
                  <a:pt x="1550521" y="360243"/>
                </a:lnTo>
                <a:lnTo>
                  <a:pt x="1546642" y="367962"/>
                </a:lnTo>
                <a:lnTo>
                  <a:pt x="1541832" y="375072"/>
                </a:lnTo>
                <a:lnTo>
                  <a:pt x="1536172" y="381491"/>
                </a:lnTo>
                <a:lnTo>
                  <a:pt x="1529742" y="387142"/>
                </a:lnTo>
                <a:lnTo>
                  <a:pt x="1522621" y="391944"/>
                </a:lnTo>
                <a:lnTo>
                  <a:pt x="1514889" y="395817"/>
                </a:lnTo>
                <a:lnTo>
                  <a:pt x="1506627" y="398683"/>
                </a:lnTo>
                <a:lnTo>
                  <a:pt x="1497913" y="400460"/>
                </a:lnTo>
                <a:lnTo>
                  <a:pt x="1488827" y="401070"/>
                </a:lnTo>
                <a:lnTo>
                  <a:pt x="66956" y="401070"/>
                </a:lnTo>
                <a:lnTo>
                  <a:pt x="57871" y="400460"/>
                </a:lnTo>
                <a:lnTo>
                  <a:pt x="49157" y="398683"/>
                </a:lnTo>
                <a:lnTo>
                  <a:pt x="40894" y="395817"/>
                </a:lnTo>
                <a:lnTo>
                  <a:pt x="33162" y="391944"/>
                </a:lnTo>
                <a:lnTo>
                  <a:pt x="26041" y="387142"/>
                </a:lnTo>
                <a:lnTo>
                  <a:pt x="19611" y="381491"/>
                </a:lnTo>
                <a:lnTo>
                  <a:pt x="13951" y="375072"/>
                </a:lnTo>
                <a:lnTo>
                  <a:pt x="9141" y="367962"/>
                </a:lnTo>
                <a:lnTo>
                  <a:pt x="5262" y="360243"/>
                </a:lnTo>
                <a:lnTo>
                  <a:pt x="2392" y="351994"/>
                </a:lnTo>
                <a:lnTo>
                  <a:pt x="611" y="343294"/>
                </a:lnTo>
                <a:lnTo>
                  <a:pt x="0" y="334224"/>
                </a:lnTo>
                <a:lnTo>
                  <a:pt x="0" y="668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43" name="Original vector context 43">
            <a:extLst xmlns:a="http://schemas.openxmlformats.org/drawingml/2006/main">
              <a:ext uri="{FF2B5EF4-FFF2-40B4-BE49-F238E27FC236}">
                <a16:creationId xmlns:a16="http://schemas.microsoft.com/office/drawing/2014/main" id="{DE28AE3D-3CC4-41C3-9F78-756AF814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94" y="9915698"/>
            <a:ext cx="1387930" cy="142568"/>
          </a:xfrm>
          <a:custGeom xmlns:a="http://schemas.openxmlformats.org/drawingml/2006/main">
            <a:pathLst>
              <a:path w="1387930" h="142568">
                <a:moveTo>
                  <a:pt x="40444" y="39530"/>
                </a:moveTo>
                <a:lnTo>
                  <a:pt x="40857" y="38693"/>
                </a:lnTo>
                <a:lnTo>
                  <a:pt x="41289" y="37893"/>
                </a:lnTo>
                <a:lnTo>
                  <a:pt x="41739" y="37131"/>
                </a:lnTo>
                <a:lnTo>
                  <a:pt x="42207" y="36406"/>
                </a:lnTo>
                <a:lnTo>
                  <a:pt x="42694" y="35718"/>
                </a:lnTo>
                <a:lnTo>
                  <a:pt x="43199" y="35067"/>
                </a:lnTo>
                <a:lnTo>
                  <a:pt x="43722" y="34453"/>
                </a:lnTo>
                <a:lnTo>
                  <a:pt x="44264" y="33876"/>
                </a:lnTo>
                <a:lnTo>
                  <a:pt x="44824" y="33337"/>
                </a:lnTo>
                <a:lnTo>
                  <a:pt x="45402" y="32834"/>
                </a:lnTo>
                <a:lnTo>
                  <a:pt x="45999" y="32369"/>
                </a:lnTo>
                <a:lnTo>
                  <a:pt x="46614" y="31941"/>
                </a:lnTo>
                <a:lnTo>
                  <a:pt x="47249" y="31548"/>
                </a:lnTo>
                <a:lnTo>
                  <a:pt x="47905" y="31190"/>
                </a:lnTo>
                <a:lnTo>
                  <a:pt x="48582" y="30865"/>
                </a:lnTo>
                <a:lnTo>
                  <a:pt x="49281" y="30575"/>
                </a:lnTo>
                <a:lnTo>
                  <a:pt x="50001" y="30319"/>
                </a:lnTo>
                <a:lnTo>
                  <a:pt x="50742" y="30097"/>
                </a:lnTo>
                <a:lnTo>
                  <a:pt x="51505" y="29909"/>
                </a:lnTo>
                <a:lnTo>
                  <a:pt x="52289" y="29755"/>
                </a:lnTo>
                <a:lnTo>
                  <a:pt x="53094" y="29636"/>
                </a:lnTo>
                <a:lnTo>
                  <a:pt x="53920" y="29550"/>
                </a:lnTo>
                <a:lnTo>
                  <a:pt x="54768" y="29499"/>
                </a:lnTo>
                <a:lnTo>
                  <a:pt x="55637" y="29482"/>
                </a:lnTo>
                <a:lnTo>
                  <a:pt x="57203" y="29534"/>
                </a:lnTo>
                <a:lnTo>
                  <a:pt x="58689" y="29689"/>
                </a:lnTo>
                <a:lnTo>
                  <a:pt x="60097" y="29948"/>
                </a:lnTo>
                <a:lnTo>
                  <a:pt x="61427" y="30310"/>
                </a:lnTo>
                <a:lnTo>
                  <a:pt x="62677" y="30775"/>
                </a:lnTo>
                <a:lnTo>
                  <a:pt x="63849" y="31344"/>
                </a:lnTo>
                <a:lnTo>
                  <a:pt x="64942" y="32017"/>
                </a:lnTo>
                <a:lnTo>
                  <a:pt x="65956" y="32792"/>
                </a:lnTo>
                <a:lnTo>
                  <a:pt x="66892" y="33672"/>
                </a:lnTo>
                <a:lnTo>
                  <a:pt x="67748" y="34655"/>
                </a:lnTo>
                <a:lnTo>
                  <a:pt x="68526" y="35741"/>
                </a:lnTo>
                <a:lnTo>
                  <a:pt x="69225" y="36931"/>
                </a:lnTo>
                <a:lnTo>
                  <a:pt x="69858" y="38263"/>
                </a:lnTo>
                <a:lnTo>
                  <a:pt x="70435" y="39778"/>
                </a:lnTo>
                <a:lnTo>
                  <a:pt x="70957" y="41475"/>
                </a:lnTo>
                <a:lnTo>
                  <a:pt x="71425" y="43355"/>
                </a:lnTo>
                <a:lnTo>
                  <a:pt x="71837" y="45418"/>
                </a:lnTo>
                <a:lnTo>
                  <a:pt x="72194" y="47664"/>
                </a:lnTo>
                <a:lnTo>
                  <a:pt x="72497" y="50092"/>
                </a:lnTo>
                <a:lnTo>
                  <a:pt x="72744" y="52702"/>
                </a:lnTo>
                <a:lnTo>
                  <a:pt x="72937" y="55495"/>
                </a:lnTo>
                <a:lnTo>
                  <a:pt x="73074" y="58471"/>
                </a:lnTo>
                <a:lnTo>
                  <a:pt x="73157" y="61630"/>
                </a:lnTo>
                <a:lnTo>
                  <a:pt x="73184" y="64971"/>
                </a:lnTo>
                <a:lnTo>
                  <a:pt x="73184" y="111234"/>
                </a:lnTo>
                <a:lnTo>
                  <a:pt x="61201" y="111234"/>
                </a:lnTo>
                <a:lnTo>
                  <a:pt x="61201" y="65540"/>
                </a:lnTo>
                <a:lnTo>
                  <a:pt x="61188" y="62814"/>
                </a:lnTo>
                <a:lnTo>
                  <a:pt x="61148" y="60265"/>
                </a:lnTo>
                <a:lnTo>
                  <a:pt x="61083" y="57893"/>
                </a:lnTo>
                <a:lnTo>
                  <a:pt x="60991" y="55700"/>
                </a:lnTo>
                <a:lnTo>
                  <a:pt x="60873" y="53684"/>
                </a:lnTo>
                <a:lnTo>
                  <a:pt x="60728" y="51846"/>
                </a:lnTo>
                <a:lnTo>
                  <a:pt x="60558" y="50185"/>
                </a:lnTo>
                <a:lnTo>
                  <a:pt x="60361" y="48702"/>
                </a:lnTo>
                <a:lnTo>
                  <a:pt x="60137" y="47397"/>
                </a:lnTo>
                <a:lnTo>
                  <a:pt x="59888" y="46270"/>
                </a:lnTo>
                <a:lnTo>
                  <a:pt x="59612" y="45320"/>
                </a:lnTo>
                <a:lnTo>
                  <a:pt x="59311" y="44548"/>
                </a:lnTo>
                <a:lnTo>
                  <a:pt x="58974" y="43893"/>
                </a:lnTo>
                <a:lnTo>
                  <a:pt x="58594" y="43296"/>
                </a:lnTo>
                <a:lnTo>
                  <a:pt x="58171" y="42755"/>
                </a:lnTo>
                <a:lnTo>
                  <a:pt x="57706" y="42271"/>
                </a:lnTo>
                <a:lnTo>
                  <a:pt x="57197" y="41844"/>
                </a:lnTo>
                <a:lnTo>
                  <a:pt x="56645" y="41474"/>
                </a:lnTo>
                <a:lnTo>
                  <a:pt x="56049" y="41161"/>
                </a:lnTo>
                <a:lnTo>
                  <a:pt x="55411" y="40904"/>
                </a:lnTo>
                <a:lnTo>
                  <a:pt x="54730" y="40705"/>
                </a:lnTo>
                <a:lnTo>
                  <a:pt x="54005" y="40563"/>
                </a:lnTo>
                <a:lnTo>
                  <a:pt x="53238" y="40477"/>
                </a:lnTo>
                <a:lnTo>
                  <a:pt x="52427" y="40449"/>
                </a:lnTo>
                <a:lnTo>
                  <a:pt x="51501" y="40479"/>
                </a:lnTo>
                <a:lnTo>
                  <a:pt x="50625" y="40571"/>
                </a:lnTo>
                <a:lnTo>
                  <a:pt x="49799" y="40723"/>
                </a:lnTo>
                <a:lnTo>
                  <a:pt x="49023" y="40936"/>
                </a:lnTo>
                <a:lnTo>
                  <a:pt x="48297" y="41210"/>
                </a:lnTo>
                <a:lnTo>
                  <a:pt x="47621" y="41545"/>
                </a:lnTo>
                <a:lnTo>
                  <a:pt x="46996" y="41941"/>
                </a:lnTo>
                <a:lnTo>
                  <a:pt x="46420" y="42397"/>
                </a:lnTo>
                <a:lnTo>
                  <a:pt x="45894" y="42915"/>
                </a:lnTo>
                <a:lnTo>
                  <a:pt x="45418" y="43493"/>
                </a:lnTo>
                <a:lnTo>
                  <a:pt x="44992" y="44133"/>
                </a:lnTo>
                <a:lnTo>
                  <a:pt x="44617" y="44833"/>
                </a:lnTo>
                <a:lnTo>
                  <a:pt x="44281" y="45646"/>
                </a:lnTo>
                <a:lnTo>
                  <a:pt x="43974" y="46626"/>
                </a:lnTo>
                <a:lnTo>
                  <a:pt x="43696" y="47771"/>
                </a:lnTo>
                <a:lnTo>
                  <a:pt x="43448" y="49082"/>
                </a:lnTo>
                <a:lnTo>
                  <a:pt x="43228" y="50559"/>
                </a:lnTo>
                <a:lnTo>
                  <a:pt x="43038" y="52202"/>
                </a:lnTo>
                <a:lnTo>
                  <a:pt x="42878" y="54010"/>
                </a:lnTo>
                <a:lnTo>
                  <a:pt x="42746" y="55985"/>
                </a:lnTo>
                <a:lnTo>
                  <a:pt x="42644" y="58125"/>
                </a:lnTo>
                <a:lnTo>
                  <a:pt x="42571" y="60431"/>
                </a:lnTo>
                <a:lnTo>
                  <a:pt x="42527" y="62903"/>
                </a:lnTo>
                <a:lnTo>
                  <a:pt x="42512" y="65540"/>
                </a:lnTo>
                <a:lnTo>
                  <a:pt x="42512" y="111234"/>
                </a:lnTo>
                <a:lnTo>
                  <a:pt x="30529" y="111234"/>
                </a:lnTo>
                <a:lnTo>
                  <a:pt x="30529" y="65540"/>
                </a:lnTo>
                <a:lnTo>
                  <a:pt x="30515" y="62780"/>
                </a:lnTo>
                <a:lnTo>
                  <a:pt x="30473" y="60202"/>
                </a:lnTo>
                <a:lnTo>
                  <a:pt x="30402" y="57806"/>
                </a:lnTo>
                <a:lnTo>
                  <a:pt x="30303" y="55592"/>
                </a:lnTo>
                <a:lnTo>
                  <a:pt x="30176" y="53560"/>
                </a:lnTo>
                <a:lnTo>
                  <a:pt x="30021" y="51711"/>
                </a:lnTo>
                <a:lnTo>
                  <a:pt x="29837" y="50044"/>
                </a:lnTo>
                <a:lnTo>
                  <a:pt x="29626" y="48559"/>
                </a:lnTo>
                <a:lnTo>
                  <a:pt x="29386" y="47256"/>
                </a:lnTo>
                <a:lnTo>
                  <a:pt x="29117" y="46136"/>
                </a:lnTo>
                <a:lnTo>
                  <a:pt x="28821" y="45197"/>
                </a:lnTo>
                <a:lnTo>
                  <a:pt x="28496" y="44441"/>
                </a:lnTo>
                <a:lnTo>
                  <a:pt x="28135" y="43804"/>
                </a:lnTo>
                <a:lnTo>
                  <a:pt x="27728" y="43221"/>
                </a:lnTo>
                <a:lnTo>
                  <a:pt x="27277" y="42695"/>
                </a:lnTo>
                <a:lnTo>
                  <a:pt x="26780" y="42223"/>
                </a:lnTo>
                <a:lnTo>
                  <a:pt x="26239" y="41807"/>
                </a:lnTo>
                <a:lnTo>
                  <a:pt x="25652" y="41447"/>
                </a:lnTo>
                <a:lnTo>
                  <a:pt x="25020" y="41142"/>
                </a:lnTo>
                <a:lnTo>
                  <a:pt x="24343" y="40892"/>
                </a:lnTo>
                <a:lnTo>
                  <a:pt x="23621" y="40698"/>
                </a:lnTo>
                <a:lnTo>
                  <a:pt x="22854" y="40560"/>
                </a:lnTo>
                <a:lnTo>
                  <a:pt x="22042" y="40477"/>
                </a:lnTo>
                <a:lnTo>
                  <a:pt x="21185" y="40449"/>
                </a:lnTo>
                <a:lnTo>
                  <a:pt x="20339" y="40479"/>
                </a:lnTo>
                <a:lnTo>
                  <a:pt x="19537" y="40571"/>
                </a:lnTo>
                <a:lnTo>
                  <a:pt x="18780" y="40723"/>
                </a:lnTo>
                <a:lnTo>
                  <a:pt x="18066" y="40936"/>
                </a:lnTo>
                <a:lnTo>
                  <a:pt x="17397" y="41210"/>
                </a:lnTo>
                <a:lnTo>
                  <a:pt x="16771" y="41545"/>
                </a:lnTo>
                <a:lnTo>
                  <a:pt x="16190" y="41941"/>
                </a:lnTo>
                <a:lnTo>
                  <a:pt x="15653" y="42397"/>
                </a:lnTo>
                <a:lnTo>
                  <a:pt x="15160" y="42915"/>
                </a:lnTo>
                <a:lnTo>
                  <a:pt x="14711" y="43493"/>
                </a:lnTo>
                <a:lnTo>
                  <a:pt x="14306" y="44133"/>
                </a:lnTo>
                <a:lnTo>
                  <a:pt x="13945" y="44833"/>
                </a:lnTo>
                <a:lnTo>
                  <a:pt x="13620" y="45646"/>
                </a:lnTo>
                <a:lnTo>
                  <a:pt x="13324" y="46626"/>
                </a:lnTo>
                <a:lnTo>
                  <a:pt x="13056" y="47771"/>
                </a:lnTo>
                <a:lnTo>
                  <a:pt x="12816" y="49082"/>
                </a:lnTo>
                <a:lnTo>
                  <a:pt x="12604" y="50559"/>
                </a:lnTo>
                <a:lnTo>
                  <a:pt x="12420" y="52202"/>
                </a:lnTo>
                <a:lnTo>
                  <a:pt x="12265" y="54010"/>
                </a:lnTo>
                <a:lnTo>
                  <a:pt x="12138" y="55985"/>
                </a:lnTo>
                <a:lnTo>
                  <a:pt x="12039" y="58125"/>
                </a:lnTo>
                <a:lnTo>
                  <a:pt x="11969" y="60431"/>
                </a:lnTo>
                <a:lnTo>
                  <a:pt x="11926" y="62903"/>
                </a:lnTo>
                <a:lnTo>
                  <a:pt x="11912" y="65540"/>
                </a:lnTo>
                <a:lnTo>
                  <a:pt x="11912" y="111234"/>
                </a:lnTo>
                <a:lnTo>
                  <a:pt x="0" y="111234"/>
                </a:lnTo>
                <a:lnTo>
                  <a:pt x="0" y="31476"/>
                </a:lnTo>
                <a:lnTo>
                  <a:pt x="11912" y="31476"/>
                </a:lnTo>
                <a:lnTo>
                  <a:pt x="11912" y="38259"/>
                </a:lnTo>
                <a:lnTo>
                  <a:pt x="12313" y="37560"/>
                </a:lnTo>
                <a:lnTo>
                  <a:pt x="12729" y="36888"/>
                </a:lnTo>
                <a:lnTo>
                  <a:pt x="13163" y="36245"/>
                </a:lnTo>
                <a:lnTo>
                  <a:pt x="13612" y="35631"/>
                </a:lnTo>
                <a:lnTo>
                  <a:pt x="14078" y="35044"/>
                </a:lnTo>
                <a:lnTo>
                  <a:pt x="14560" y="34486"/>
                </a:lnTo>
                <a:lnTo>
                  <a:pt x="15059" y="33956"/>
                </a:lnTo>
                <a:lnTo>
                  <a:pt x="15574" y="33454"/>
                </a:lnTo>
                <a:lnTo>
                  <a:pt x="16105" y="32981"/>
                </a:lnTo>
                <a:lnTo>
                  <a:pt x="16652" y="32535"/>
                </a:lnTo>
                <a:lnTo>
                  <a:pt x="17216" y="32118"/>
                </a:lnTo>
                <a:lnTo>
                  <a:pt x="17797" y="31730"/>
                </a:lnTo>
                <a:lnTo>
                  <a:pt x="18392" y="31371"/>
                </a:lnTo>
                <a:lnTo>
                  <a:pt x="19000" y="31043"/>
                </a:lnTo>
                <a:lnTo>
                  <a:pt x="19622" y="30746"/>
                </a:lnTo>
                <a:lnTo>
                  <a:pt x="20258" y="30481"/>
                </a:lnTo>
                <a:lnTo>
                  <a:pt x="20906" y="30247"/>
                </a:lnTo>
                <a:lnTo>
                  <a:pt x="21568" y="30044"/>
                </a:lnTo>
                <a:lnTo>
                  <a:pt x="22244" y="29872"/>
                </a:lnTo>
                <a:lnTo>
                  <a:pt x="22932" y="29732"/>
                </a:lnTo>
                <a:lnTo>
                  <a:pt x="23635" y="29623"/>
                </a:lnTo>
                <a:lnTo>
                  <a:pt x="24350" y="29545"/>
                </a:lnTo>
                <a:lnTo>
                  <a:pt x="25079" y="29498"/>
                </a:lnTo>
                <a:lnTo>
                  <a:pt x="25821" y="29482"/>
                </a:lnTo>
                <a:lnTo>
                  <a:pt x="26712" y="29499"/>
                </a:lnTo>
                <a:lnTo>
                  <a:pt x="27578" y="29551"/>
                </a:lnTo>
                <a:lnTo>
                  <a:pt x="28418" y="29638"/>
                </a:lnTo>
                <a:lnTo>
                  <a:pt x="29233" y="29759"/>
                </a:lnTo>
                <a:lnTo>
                  <a:pt x="30023" y="29915"/>
                </a:lnTo>
                <a:lnTo>
                  <a:pt x="30788" y="30106"/>
                </a:lnTo>
                <a:lnTo>
                  <a:pt x="31527" y="30331"/>
                </a:lnTo>
                <a:lnTo>
                  <a:pt x="32241" y="30591"/>
                </a:lnTo>
                <a:lnTo>
                  <a:pt x="32930" y="30885"/>
                </a:lnTo>
                <a:lnTo>
                  <a:pt x="33593" y="31214"/>
                </a:lnTo>
                <a:lnTo>
                  <a:pt x="34231" y="31578"/>
                </a:lnTo>
                <a:lnTo>
                  <a:pt x="34844" y="31977"/>
                </a:lnTo>
                <a:lnTo>
                  <a:pt x="35434" y="32410"/>
                </a:lnTo>
                <a:lnTo>
                  <a:pt x="36001" y="32879"/>
                </a:lnTo>
                <a:lnTo>
                  <a:pt x="36545" y="33383"/>
                </a:lnTo>
                <a:lnTo>
                  <a:pt x="37068" y="33924"/>
                </a:lnTo>
                <a:lnTo>
                  <a:pt x="37568" y="34500"/>
                </a:lnTo>
                <a:lnTo>
                  <a:pt x="38045" y="35111"/>
                </a:lnTo>
                <a:lnTo>
                  <a:pt x="38501" y="35758"/>
                </a:lnTo>
                <a:lnTo>
                  <a:pt x="38934" y="36441"/>
                </a:lnTo>
                <a:lnTo>
                  <a:pt x="39345" y="37160"/>
                </a:lnTo>
                <a:lnTo>
                  <a:pt x="39734" y="37914"/>
                </a:lnTo>
                <a:lnTo>
                  <a:pt x="40100" y="38704"/>
                </a:lnTo>
                <a:lnTo>
                  <a:pt x="40444" y="39530"/>
                </a:lnTo>
                <a:close/>
                <a:moveTo>
                  <a:pt x="129948" y="71070"/>
                </a:moveTo>
                <a:lnTo>
                  <a:pt x="125597" y="71070"/>
                </a:lnTo>
                <a:lnTo>
                  <a:pt x="123722" y="71098"/>
                </a:lnTo>
                <a:lnTo>
                  <a:pt x="121927" y="71183"/>
                </a:lnTo>
                <a:lnTo>
                  <a:pt x="120209" y="71323"/>
                </a:lnTo>
                <a:lnTo>
                  <a:pt x="118571" y="71520"/>
                </a:lnTo>
                <a:lnTo>
                  <a:pt x="117012" y="71772"/>
                </a:lnTo>
                <a:lnTo>
                  <a:pt x="115531" y="72081"/>
                </a:lnTo>
                <a:lnTo>
                  <a:pt x="114129" y="72446"/>
                </a:lnTo>
                <a:lnTo>
                  <a:pt x="112805" y="72867"/>
                </a:lnTo>
                <a:lnTo>
                  <a:pt x="111561" y="73345"/>
                </a:lnTo>
                <a:lnTo>
                  <a:pt x="110395" y="73878"/>
                </a:lnTo>
                <a:lnTo>
                  <a:pt x="109308" y="74468"/>
                </a:lnTo>
                <a:lnTo>
                  <a:pt x="108300" y="75114"/>
                </a:lnTo>
                <a:lnTo>
                  <a:pt x="107371" y="75815"/>
                </a:lnTo>
                <a:lnTo>
                  <a:pt x="106523" y="76571"/>
                </a:lnTo>
                <a:lnTo>
                  <a:pt x="105756" y="77383"/>
                </a:lnTo>
                <a:lnTo>
                  <a:pt x="105070" y="78249"/>
                </a:lnTo>
                <a:lnTo>
                  <a:pt x="104464" y="79171"/>
                </a:lnTo>
                <a:lnTo>
                  <a:pt x="103940" y="80148"/>
                </a:lnTo>
                <a:lnTo>
                  <a:pt x="103496" y="81180"/>
                </a:lnTo>
                <a:lnTo>
                  <a:pt x="103132" y="82267"/>
                </a:lnTo>
                <a:lnTo>
                  <a:pt x="102850" y="83409"/>
                </a:lnTo>
                <a:lnTo>
                  <a:pt x="102648" y="84606"/>
                </a:lnTo>
                <a:lnTo>
                  <a:pt x="102527" y="85859"/>
                </a:lnTo>
                <a:lnTo>
                  <a:pt x="102486" y="87167"/>
                </a:lnTo>
                <a:lnTo>
                  <a:pt x="102517" y="88349"/>
                </a:lnTo>
                <a:lnTo>
                  <a:pt x="102607" y="89486"/>
                </a:lnTo>
                <a:lnTo>
                  <a:pt x="102758" y="90578"/>
                </a:lnTo>
                <a:lnTo>
                  <a:pt x="102970" y="91626"/>
                </a:lnTo>
                <a:lnTo>
                  <a:pt x="103242" y="92629"/>
                </a:lnTo>
                <a:lnTo>
                  <a:pt x="103574" y="93587"/>
                </a:lnTo>
                <a:lnTo>
                  <a:pt x="103967" y="94501"/>
                </a:lnTo>
                <a:lnTo>
                  <a:pt x="104420" y="95370"/>
                </a:lnTo>
                <a:lnTo>
                  <a:pt x="104934" y="96194"/>
                </a:lnTo>
                <a:lnTo>
                  <a:pt x="105508" y="96974"/>
                </a:lnTo>
                <a:lnTo>
                  <a:pt x="106142" y="97708"/>
                </a:lnTo>
                <a:lnTo>
                  <a:pt x="106837" y="98398"/>
                </a:lnTo>
                <a:lnTo>
                  <a:pt x="107586" y="99038"/>
                </a:lnTo>
                <a:lnTo>
                  <a:pt x="108381" y="99622"/>
                </a:lnTo>
                <a:lnTo>
                  <a:pt x="109222" y="100151"/>
                </a:lnTo>
                <a:lnTo>
                  <a:pt x="110111" y="100624"/>
                </a:lnTo>
                <a:lnTo>
                  <a:pt x="111045" y="101041"/>
                </a:lnTo>
                <a:lnTo>
                  <a:pt x="112027" y="101403"/>
                </a:lnTo>
                <a:lnTo>
                  <a:pt x="113054" y="101709"/>
                </a:lnTo>
                <a:lnTo>
                  <a:pt x="114129" y="101959"/>
                </a:lnTo>
                <a:lnTo>
                  <a:pt x="115250" y="102154"/>
                </a:lnTo>
                <a:lnTo>
                  <a:pt x="116417" y="102293"/>
                </a:lnTo>
                <a:lnTo>
                  <a:pt x="117631" y="102376"/>
                </a:lnTo>
                <a:lnTo>
                  <a:pt x="118892" y="102404"/>
                </a:lnTo>
                <a:lnTo>
                  <a:pt x="120667" y="102352"/>
                </a:lnTo>
                <a:lnTo>
                  <a:pt x="122377" y="102194"/>
                </a:lnTo>
                <a:lnTo>
                  <a:pt x="124023" y="101932"/>
                </a:lnTo>
                <a:lnTo>
                  <a:pt x="125605" y="101565"/>
                </a:lnTo>
                <a:lnTo>
                  <a:pt x="127122" y="101094"/>
                </a:lnTo>
                <a:lnTo>
                  <a:pt x="128575" y="100517"/>
                </a:lnTo>
                <a:lnTo>
                  <a:pt x="129964" y="99836"/>
                </a:lnTo>
                <a:lnTo>
                  <a:pt x="131288" y="99050"/>
                </a:lnTo>
                <a:lnTo>
                  <a:pt x="132547" y="98159"/>
                </a:lnTo>
                <a:lnTo>
                  <a:pt x="133743" y="97163"/>
                </a:lnTo>
                <a:lnTo>
                  <a:pt x="134873" y="96063"/>
                </a:lnTo>
                <a:lnTo>
                  <a:pt x="135940" y="94858"/>
                </a:lnTo>
                <a:lnTo>
                  <a:pt x="136932" y="93560"/>
                </a:lnTo>
                <a:lnTo>
                  <a:pt x="137838" y="92182"/>
                </a:lnTo>
                <a:lnTo>
                  <a:pt x="138659" y="90724"/>
                </a:lnTo>
                <a:lnTo>
                  <a:pt x="139395" y="89186"/>
                </a:lnTo>
                <a:lnTo>
                  <a:pt x="140046" y="87568"/>
                </a:lnTo>
                <a:lnTo>
                  <a:pt x="140612" y="85870"/>
                </a:lnTo>
                <a:lnTo>
                  <a:pt x="141092" y="84092"/>
                </a:lnTo>
                <a:lnTo>
                  <a:pt x="141488" y="82234"/>
                </a:lnTo>
                <a:lnTo>
                  <a:pt x="141798" y="80296"/>
                </a:lnTo>
                <a:lnTo>
                  <a:pt x="142023" y="78279"/>
                </a:lnTo>
                <a:lnTo>
                  <a:pt x="142162" y="76181"/>
                </a:lnTo>
                <a:lnTo>
                  <a:pt x="142217" y="74003"/>
                </a:lnTo>
                <a:lnTo>
                  <a:pt x="142217" y="71070"/>
                </a:lnTo>
                <a:lnTo>
                  <a:pt x="129948" y="71070"/>
                </a:lnTo>
                <a:moveTo>
                  <a:pt x="155413" y="65658"/>
                </a:moveTo>
                <a:lnTo>
                  <a:pt x="155413" y="111234"/>
                </a:lnTo>
                <a:lnTo>
                  <a:pt x="142217" y="111234"/>
                </a:lnTo>
                <a:lnTo>
                  <a:pt x="142217" y="99471"/>
                </a:lnTo>
                <a:lnTo>
                  <a:pt x="141500" y="100633"/>
                </a:lnTo>
                <a:lnTo>
                  <a:pt x="140754" y="101743"/>
                </a:lnTo>
                <a:lnTo>
                  <a:pt x="139977" y="102801"/>
                </a:lnTo>
                <a:lnTo>
                  <a:pt x="139170" y="103807"/>
                </a:lnTo>
                <a:lnTo>
                  <a:pt x="138332" y="104761"/>
                </a:lnTo>
                <a:lnTo>
                  <a:pt x="137465" y="105664"/>
                </a:lnTo>
                <a:lnTo>
                  <a:pt x="136567" y="106514"/>
                </a:lnTo>
                <a:lnTo>
                  <a:pt x="135639" y="107312"/>
                </a:lnTo>
                <a:lnTo>
                  <a:pt x="134680" y="108059"/>
                </a:lnTo>
                <a:lnTo>
                  <a:pt x="133692" y="108753"/>
                </a:lnTo>
                <a:lnTo>
                  <a:pt x="132673" y="109395"/>
                </a:lnTo>
                <a:lnTo>
                  <a:pt x="131624" y="109986"/>
                </a:lnTo>
                <a:lnTo>
                  <a:pt x="130541" y="110527"/>
                </a:lnTo>
                <a:lnTo>
                  <a:pt x="129420" y="111020"/>
                </a:lnTo>
                <a:lnTo>
                  <a:pt x="128261" y="111467"/>
                </a:lnTo>
                <a:lnTo>
                  <a:pt x="127063" y="111866"/>
                </a:lnTo>
                <a:lnTo>
                  <a:pt x="125828" y="112219"/>
                </a:lnTo>
                <a:lnTo>
                  <a:pt x="124554" y="112525"/>
                </a:lnTo>
                <a:lnTo>
                  <a:pt x="123242" y="112783"/>
                </a:lnTo>
                <a:lnTo>
                  <a:pt x="121892" y="112995"/>
                </a:lnTo>
                <a:lnTo>
                  <a:pt x="120504" y="113159"/>
                </a:lnTo>
                <a:lnTo>
                  <a:pt x="119077" y="113277"/>
                </a:lnTo>
                <a:lnTo>
                  <a:pt x="117613" y="113347"/>
                </a:lnTo>
                <a:lnTo>
                  <a:pt x="116110" y="113371"/>
                </a:lnTo>
                <a:lnTo>
                  <a:pt x="114112" y="113323"/>
                </a:lnTo>
                <a:lnTo>
                  <a:pt x="112181" y="113179"/>
                </a:lnTo>
                <a:lnTo>
                  <a:pt x="110319" y="112940"/>
                </a:lnTo>
                <a:lnTo>
                  <a:pt x="108526" y="112605"/>
                </a:lnTo>
                <a:lnTo>
                  <a:pt x="106800" y="112175"/>
                </a:lnTo>
                <a:lnTo>
                  <a:pt x="105143" y="111648"/>
                </a:lnTo>
                <a:lnTo>
                  <a:pt x="103555" y="111026"/>
                </a:lnTo>
                <a:lnTo>
                  <a:pt x="102035" y="110309"/>
                </a:lnTo>
                <a:lnTo>
                  <a:pt x="100583" y="109495"/>
                </a:lnTo>
                <a:lnTo>
                  <a:pt x="99199" y="108586"/>
                </a:lnTo>
                <a:lnTo>
                  <a:pt x="97884" y="107581"/>
                </a:lnTo>
                <a:lnTo>
                  <a:pt x="96637" y="106481"/>
                </a:lnTo>
                <a:lnTo>
                  <a:pt x="95475" y="105300"/>
                </a:lnTo>
                <a:lnTo>
                  <a:pt x="94414" y="104054"/>
                </a:lnTo>
                <a:lnTo>
                  <a:pt x="93454" y="102743"/>
                </a:lnTo>
                <a:lnTo>
                  <a:pt x="92595" y="101367"/>
                </a:lnTo>
                <a:lnTo>
                  <a:pt x="91837" y="99926"/>
                </a:lnTo>
                <a:lnTo>
                  <a:pt x="91181" y="98420"/>
                </a:lnTo>
                <a:lnTo>
                  <a:pt x="90625" y="96849"/>
                </a:lnTo>
                <a:lnTo>
                  <a:pt x="90170" y="95213"/>
                </a:lnTo>
                <a:lnTo>
                  <a:pt x="89816" y="93513"/>
                </a:lnTo>
                <a:lnTo>
                  <a:pt x="89564" y="91747"/>
                </a:lnTo>
                <a:lnTo>
                  <a:pt x="89412" y="89917"/>
                </a:lnTo>
                <a:lnTo>
                  <a:pt x="89362" y="88021"/>
                </a:lnTo>
                <a:lnTo>
                  <a:pt x="89424" y="85840"/>
                </a:lnTo>
                <a:lnTo>
                  <a:pt x="89610" y="83749"/>
                </a:lnTo>
                <a:lnTo>
                  <a:pt x="89921" y="81747"/>
                </a:lnTo>
                <a:lnTo>
                  <a:pt x="90356" y="79834"/>
                </a:lnTo>
                <a:lnTo>
                  <a:pt x="90916" y="78010"/>
                </a:lnTo>
                <a:lnTo>
                  <a:pt x="91600" y="76276"/>
                </a:lnTo>
                <a:lnTo>
                  <a:pt x="92408" y="74630"/>
                </a:lnTo>
                <a:lnTo>
                  <a:pt x="93340" y="73074"/>
                </a:lnTo>
                <a:lnTo>
                  <a:pt x="94397" y="71608"/>
                </a:lnTo>
                <a:lnTo>
                  <a:pt x="95578" y="70230"/>
                </a:lnTo>
                <a:lnTo>
                  <a:pt x="96884" y="68942"/>
                </a:lnTo>
                <a:lnTo>
                  <a:pt x="98314" y="67743"/>
                </a:lnTo>
                <a:lnTo>
                  <a:pt x="99864" y="66637"/>
                </a:lnTo>
                <a:lnTo>
                  <a:pt x="101530" y="65627"/>
                </a:lnTo>
                <a:lnTo>
                  <a:pt x="103313" y="64713"/>
                </a:lnTo>
                <a:lnTo>
                  <a:pt x="105213" y="63895"/>
                </a:lnTo>
                <a:lnTo>
                  <a:pt x="107228" y="63173"/>
                </a:lnTo>
                <a:lnTo>
                  <a:pt x="109361" y="62548"/>
                </a:lnTo>
                <a:lnTo>
                  <a:pt x="111609" y="62018"/>
                </a:lnTo>
                <a:lnTo>
                  <a:pt x="113974" y="61585"/>
                </a:lnTo>
                <a:lnTo>
                  <a:pt x="116456" y="61249"/>
                </a:lnTo>
                <a:lnTo>
                  <a:pt x="119054" y="61008"/>
                </a:lnTo>
                <a:lnTo>
                  <a:pt x="121768" y="60864"/>
                </a:lnTo>
                <a:lnTo>
                  <a:pt x="124598" y="60816"/>
                </a:lnTo>
                <a:lnTo>
                  <a:pt x="142217" y="60816"/>
                </a:lnTo>
                <a:lnTo>
                  <a:pt x="142217" y="58751"/>
                </a:lnTo>
                <a:lnTo>
                  <a:pt x="142172" y="57196"/>
                </a:lnTo>
                <a:lnTo>
                  <a:pt x="142062" y="55715"/>
                </a:lnTo>
                <a:lnTo>
                  <a:pt x="141887" y="54306"/>
                </a:lnTo>
                <a:lnTo>
                  <a:pt x="141646" y="52970"/>
                </a:lnTo>
                <a:lnTo>
                  <a:pt x="141340" y="51707"/>
                </a:lnTo>
                <a:lnTo>
                  <a:pt x="140969" y="50517"/>
                </a:lnTo>
                <a:lnTo>
                  <a:pt x="140532" y="49399"/>
                </a:lnTo>
                <a:lnTo>
                  <a:pt x="140029" y="48353"/>
                </a:lnTo>
                <a:lnTo>
                  <a:pt x="139462" y="47381"/>
                </a:lnTo>
                <a:lnTo>
                  <a:pt x="138829" y="46481"/>
                </a:lnTo>
                <a:lnTo>
                  <a:pt x="138130" y="45654"/>
                </a:lnTo>
                <a:lnTo>
                  <a:pt x="137366" y="44900"/>
                </a:lnTo>
                <a:lnTo>
                  <a:pt x="136530" y="44212"/>
                </a:lnTo>
                <a:lnTo>
                  <a:pt x="135615" y="43583"/>
                </a:lnTo>
                <a:lnTo>
                  <a:pt x="134620" y="43015"/>
                </a:lnTo>
                <a:lnTo>
                  <a:pt x="133546" y="42506"/>
                </a:lnTo>
                <a:lnTo>
                  <a:pt x="132393" y="42057"/>
                </a:lnTo>
                <a:lnTo>
                  <a:pt x="131161" y="41668"/>
                </a:lnTo>
                <a:lnTo>
                  <a:pt x="129849" y="41339"/>
                </a:lnTo>
                <a:lnTo>
                  <a:pt x="128458" y="41070"/>
                </a:lnTo>
                <a:lnTo>
                  <a:pt x="126988" y="40861"/>
                </a:lnTo>
                <a:lnTo>
                  <a:pt x="125439" y="40711"/>
                </a:lnTo>
                <a:lnTo>
                  <a:pt x="123810" y="40621"/>
                </a:lnTo>
                <a:lnTo>
                  <a:pt x="122102" y="40591"/>
                </a:lnTo>
                <a:lnTo>
                  <a:pt x="120983" y="40605"/>
                </a:lnTo>
                <a:lnTo>
                  <a:pt x="119863" y="40645"/>
                </a:lnTo>
                <a:lnTo>
                  <a:pt x="118741" y="40711"/>
                </a:lnTo>
                <a:lnTo>
                  <a:pt x="117616" y="40805"/>
                </a:lnTo>
                <a:lnTo>
                  <a:pt x="116490" y="40925"/>
                </a:lnTo>
                <a:lnTo>
                  <a:pt x="115361" y="41072"/>
                </a:lnTo>
                <a:lnTo>
                  <a:pt x="114231" y="41246"/>
                </a:lnTo>
                <a:lnTo>
                  <a:pt x="113099" y="41446"/>
                </a:lnTo>
                <a:lnTo>
                  <a:pt x="111964" y="41673"/>
                </a:lnTo>
                <a:lnTo>
                  <a:pt x="110828" y="41927"/>
                </a:lnTo>
                <a:lnTo>
                  <a:pt x="109690" y="42207"/>
                </a:lnTo>
                <a:lnTo>
                  <a:pt x="108549" y="42514"/>
                </a:lnTo>
                <a:lnTo>
                  <a:pt x="107411" y="42847"/>
                </a:lnTo>
                <a:lnTo>
                  <a:pt x="106277" y="43204"/>
                </a:lnTo>
                <a:lnTo>
                  <a:pt x="105148" y="43587"/>
                </a:lnTo>
                <a:lnTo>
                  <a:pt x="104024" y="43994"/>
                </a:lnTo>
                <a:lnTo>
                  <a:pt x="102905" y="44425"/>
                </a:lnTo>
                <a:lnTo>
                  <a:pt x="101791" y="44882"/>
                </a:lnTo>
                <a:lnTo>
                  <a:pt x="100682" y="45363"/>
                </a:lnTo>
                <a:lnTo>
                  <a:pt x="99578" y="45869"/>
                </a:lnTo>
                <a:lnTo>
                  <a:pt x="98478" y="46400"/>
                </a:lnTo>
                <a:lnTo>
                  <a:pt x="97384" y="46955"/>
                </a:lnTo>
                <a:lnTo>
                  <a:pt x="96295" y="47535"/>
                </a:lnTo>
                <a:lnTo>
                  <a:pt x="95211" y="48140"/>
                </a:lnTo>
                <a:lnTo>
                  <a:pt x="95211" y="35037"/>
                </a:lnTo>
                <a:lnTo>
                  <a:pt x="96419" y="34583"/>
                </a:lnTo>
                <a:lnTo>
                  <a:pt x="97619" y="34149"/>
                </a:lnTo>
                <a:lnTo>
                  <a:pt x="98811" y="33735"/>
                </a:lnTo>
                <a:lnTo>
                  <a:pt x="99994" y="33339"/>
                </a:lnTo>
                <a:lnTo>
                  <a:pt x="101168" y="32963"/>
                </a:lnTo>
                <a:lnTo>
                  <a:pt x="102335" y="32607"/>
                </a:lnTo>
                <a:lnTo>
                  <a:pt x="103493" y="32269"/>
                </a:lnTo>
                <a:lnTo>
                  <a:pt x="104642" y="31951"/>
                </a:lnTo>
                <a:lnTo>
                  <a:pt x="105783" y="31652"/>
                </a:lnTo>
                <a:lnTo>
                  <a:pt x="106916" y="31372"/>
                </a:lnTo>
                <a:lnTo>
                  <a:pt x="108040" y="31112"/>
                </a:lnTo>
                <a:lnTo>
                  <a:pt x="109156" y="30871"/>
                </a:lnTo>
                <a:lnTo>
                  <a:pt x="110264" y="30649"/>
                </a:lnTo>
                <a:lnTo>
                  <a:pt x="111368" y="30446"/>
                </a:lnTo>
                <a:lnTo>
                  <a:pt x="112466" y="30263"/>
                </a:lnTo>
                <a:lnTo>
                  <a:pt x="113558" y="30099"/>
                </a:lnTo>
                <a:lnTo>
                  <a:pt x="114645" y="29955"/>
                </a:lnTo>
                <a:lnTo>
                  <a:pt x="115727" y="29829"/>
                </a:lnTo>
                <a:lnTo>
                  <a:pt x="116803" y="29723"/>
                </a:lnTo>
                <a:lnTo>
                  <a:pt x="117874" y="29636"/>
                </a:lnTo>
                <a:lnTo>
                  <a:pt x="118939" y="29569"/>
                </a:lnTo>
                <a:lnTo>
                  <a:pt x="119999" y="29521"/>
                </a:lnTo>
                <a:lnTo>
                  <a:pt x="121053" y="29492"/>
                </a:lnTo>
                <a:lnTo>
                  <a:pt x="122102" y="29482"/>
                </a:lnTo>
                <a:lnTo>
                  <a:pt x="123734" y="29502"/>
                </a:lnTo>
                <a:lnTo>
                  <a:pt x="125327" y="29563"/>
                </a:lnTo>
                <a:lnTo>
                  <a:pt x="126879" y="29665"/>
                </a:lnTo>
                <a:lnTo>
                  <a:pt x="128391" y="29806"/>
                </a:lnTo>
                <a:lnTo>
                  <a:pt x="129863" y="29989"/>
                </a:lnTo>
                <a:lnTo>
                  <a:pt x="131295" y="30212"/>
                </a:lnTo>
                <a:lnTo>
                  <a:pt x="132686" y="30476"/>
                </a:lnTo>
                <a:lnTo>
                  <a:pt x="134038" y="30780"/>
                </a:lnTo>
                <a:lnTo>
                  <a:pt x="135349" y="31124"/>
                </a:lnTo>
                <a:lnTo>
                  <a:pt x="136620" y="31510"/>
                </a:lnTo>
                <a:lnTo>
                  <a:pt x="137852" y="31935"/>
                </a:lnTo>
                <a:lnTo>
                  <a:pt x="139043" y="32402"/>
                </a:lnTo>
                <a:lnTo>
                  <a:pt x="140195" y="32909"/>
                </a:lnTo>
                <a:lnTo>
                  <a:pt x="141310" y="33456"/>
                </a:lnTo>
                <a:lnTo>
                  <a:pt x="142388" y="34044"/>
                </a:lnTo>
                <a:lnTo>
                  <a:pt x="143429" y="34673"/>
                </a:lnTo>
                <a:lnTo>
                  <a:pt x="144433" y="35342"/>
                </a:lnTo>
                <a:lnTo>
                  <a:pt x="145400" y="36051"/>
                </a:lnTo>
                <a:lnTo>
                  <a:pt x="146329" y="36802"/>
                </a:lnTo>
                <a:lnTo>
                  <a:pt x="147222" y="37592"/>
                </a:lnTo>
                <a:lnTo>
                  <a:pt x="148077" y="38424"/>
                </a:lnTo>
                <a:lnTo>
                  <a:pt x="148895" y="39296"/>
                </a:lnTo>
                <a:lnTo>
                  <a:pt x="149676" y="40208"/>
                </a:lnTo>
                <a:lnTo>
                  <a:pt x="150420" y="41161"/>
                </a:lnTo>
                <a:lnTo>
                  <a:pt x="150861" y="41766"/>
                </a:lnTo>
                <a:lnTo>
                  <a:pt x="151280" y="42394"/>
                </a:lnTo>
                <a:lnTo>
                  <a:pt x="151677" y="43046"/>
                </a:lnTo>
                <a:lnTo>
                  <a:pt x="152052" y="43721"/>
                </a:lnTo>
                <a:lnTo>
                  <a:pt x="152406" y="44419"/>
                </a:lnTo>
                <a:lnTo>
                  <a:pt x="152738" y="45140"/>
                </a:lnTo>
                <a:lnTo>
                  <a:pt x="153048" y="45885"/>
                </a:lnTo>
                <a:lnTo>
                  <a:pt x="153336" y="46652"/>
                </a:lnTo>
                <a:lnTo>
                  <a:pt x="153603" y="47443"/>
                </a:lnTo>
                <a:lnTo>
                  <a:pt x="153848" y="48258"/>
                </a:lnTo>
                <a:lnTo>
                  <a:pt x="154070" y="49095"/>
                </a:lnTo>
                <a:lnTo>
                  <a:pt x="154272" y="49956"/>
                </a:lnTo>
                <a:lnTo>
                  <a:pt x="154454" y="50864"/>
                </a:lnTo>
                <a:lnTo>
                  <a:pt x="154620" y="51846"/>
                </a:lnTo>
                <a:lnTo>
                  <a:pt x="154771" y="52900"/>
                </a:lnTo>
                <a:lnTo>
                  <a:pt x="154906" y="54027"/>
                </a:lnTo>
                <a:lnTo>
                  <a:pt x="155024" y="55226"/>
                </a:lnTo>
                <a:lnTo>
                  <a:pt x="155128" y="56498"/>
                </a:lnTo>
                <a:lnTo>
                  <a:pt x="155215" y="57843"/>
                </a:lnTo>
                <a:lnTo>
                  <a:pt x="155286" y="59261"/>
                </a:lnTo>
                <a:lnTo>
                  <a:pt x="155341" y="60751"/>
                </a:lnTo>
                <a:lnTo>
                  <a:pt x="155381" y="62314"/>
                </a:lnTo>
                <a:lnTo>
                  <a:pt x="155405" y="63950"/>
                </a:lnTo>
                <a:lnTo>
                  <a:pt x="155413" y="65658"/>
                </a:lnTo>
                <a:close/>
                <a:moveTo>
                  <a:pt x="211321" y="8830"/>
                </a:moveTo>
                <a:lnTo>
                  <a:pt x="211321" y="31476"/>
                </a:lnTo>
                <a:lnTo>
                  <a:pt x="241137" y="31476"/>
                </a:lnTo>
                <a:lnTo>
                  <a:pt x="241137" y="41731"/>
                </a:lnTo>
                <a:lnTo>
                  <a:pt x="211321" y="41731"/>
                </a:lnTo>
                <a:lnTo>
                  <a:pt x="211321" y="84923"/>
                </a:lnTo>
                <a:lnTo>
                  <a:pt x="211344" y="86355"/>
                </a:lnTo>
                <a:lnTo>
                  <a:pt x="211414" y="87712"/>
                </a:lnTo>
                <a:lnTo>
                  <a:pt x="211530" y="88996"/>
                </a:lnTo>
                <a:lnTo>
                  <a:pt x="211693" y="90205"/>
                </a:lnTo>
                <a:lnTo>
                  <a:pt x="211903" y="91340"/>
                </a:lnTo>
                <a:lnTo>
                  <a:pt x="212159" y="92401"/>
                </a:lnTo>
                <a:lnTo>
                  <a:pt x="212462" y="93389"/>
                </a:lnTo>
                <a:lnTo>
                  <a:pt x="212811" y="94302"/>
                </a:lnTo>
                <a:lnTo>
                  <a:pt x="213207" y="95141"/>
                </a:lnTo>
                <a:lnTo>
                  <a:pt x="213649" y="95906"/>
                </a:lnTo>
                <a:lnTo>
                  <a:pt x="214138" y="96597"/>
                </a:lnTo>
                <a:lnTo>
                  <a:pt x="214673" y="97214"/>
                </a:lnTo>
                <a:lnTo>
                  <a:pt x="215267" y="97770"/>
                </a:lnTo>
                <a:lnTo>
                  <a:pt x="215930" y="98278"/>
                </a:lnTo>
                <a:lnTo>
                  <a:pt x="216662" y="98737"/>
                </a:lnTo>
                <a:lnTo>
                  <a:pt x="217463" y="99148"/>
                </a:lnTo>
                <a:lnTo>
                  <a:pt x="218334" y="99511"/>
                </a:lnTo>
                <a:lnTo>
                  <a:pt x="219274" y="99825"/>
                </a:lnTo>
                <a:lnTo>
                  <a:pt x="220284" y="100091"/>
                </a:lnTo>
                <a:lnTo>
                  <a:pt x="221363" y="100308"/>
                </a:lnTo>
                <a:lnTo>
                  <a:pt x="222511" y="100477"/>
                </a:lnTo>
                <a:lnTo>
                  <a:pt x="223728" y="100598"/>
                </a:lnTo>
                <a:lnTo>
                  <a:pt x="225015" y="100671"/>
                </a:lnTo>
                <a:lnTo>
                  <a:pt x="226371" y="100695"/>
                </a:lnTo>
                <a:lnTo>
                  <a:pt x="241137" y="100695"/>
                </a:lnTo>
                <a:lnTo>
                  <a:pt x="241137" y="111234"/>
                </a:lnTo>
                <a:lnTo>
                  <a:pt x="225088" y="111234"/>
                </a:lnTo>
                <a:lnTo>
                  <a:pt x="222687" y="111193"/>
                </a:lnTo>
                <a:lnTo>
                  <a:pt x="220408" y="111070"/>
                </a:lnTo>
                <a:lnTo>
                  <a:pt x="218249" y="110865"/>
                </a:lnTo>
                <a:lnTo>
                  <a:pt x="216211" y="110577"/>
                </a:lnTo>
                <a:lnTo>
                  <a:pt x="214294" y="110207"/>
                </a:lnTo>
                <a:lnTo>
                  <a:pt x="212498" y="109755"/>
                </a:lnTo>
                <a:lnTo>
                  <a:pt x="210823" y="109221"/>
                </a:lnTo>
                <a:lnTo>
                  <a:pt x="209268" y="108604"/>
                </a:lnTo>
                <a:lnTo>
                  <a:pt x="207835" y="107906"/>
                </a:lnTo>
                <a:lnTo>
                  <a:pt x="206522" y="107125"/>
                </a:lnTo>
                <a:lnTo>
                  <a:pt x="205330" y="106262"/>
                </a:lnTo>
                <a:lnTo>
                  <a:pt x="204259" y="105317"/>
                </a:lnTo>
                <a:lnTo>
                  <a:pt x="203291" y="104271"/>
                </a:lnTo>
                <a:lnTo>
                  <a:pt x="202407" y="103106"/>
                </a:lnTo>
                <a:lnTo>
                  <a:pt x="201607" y="101823"/>
                </a:lnTo>
                <a:lnTo>
                  <a:pt x="200891" y="100420"/>
                </a:lnTo>
                <a:lnTo>
                  <a:pt x="200259" y="98899"/>
                </a:lnTo>
                <a:lnTo>
                  <a:pt x="199712" y="97259"/>
                </a:lnTo>
                <a:lnTo>
                  <a:pt x="199249" y="95500"/>
                </a:lnTo>
                <a:lnTo>
                  <a:pt x="198870" y="93622"/>
                </a:lnTo>
                <a:lnTo>
                  <a:pt x="198575" y="91626"/>
                </a:lnTo>
                <a:lnTo>
                  <a:pt x="198365" y="89511"/>
                </a:lnTo>
                <a:lnTo>
                  <a:pt x="198238" y="87276"/>
                </a:lnTo>
                <a:lnTo>
                  <a:pt x="198196" y="84923"/>
                </a:lnTo>
                <a:lnTo>
                  <a:pt x="198196" y="41731"/>
                </a:lnTo>
                <a:lnTo>
                  <a:pt x="176869" y="41731"/>
                </a:lnTo>
                <a:lnTo>
                  <a:pt x="176869" y="31476"/>
                </a:lnTo>
                <a:lnTo>
                  <a:pt x="198196" y="31476"/>
                </a:lnTo>
                <a:lnTo>
                  <a:pt x="198196" y="8830"/>
                </a:lnTo>
                <a:lnTo>
                  <a:pt x="211321" y="8830"/>
                </a:lnTo>
                <a:close/>
                <a:moveTo>
                  <a:pt x="330142" y="61762"/>
                </a:moveTo>
                <a:lnTo>
                  <a:pt x="330142" y="111234"/>
                </a:lnTo>
                <a:lnTo>
                  <a:pt x="316946" y="111234"/>
                </a:lnTo>
                <a:lnTo>
                  <a:pt x="316946" y="61762"/>
                </a:lnTo>
                <a:lnTo>
                  <a:pt x="316919" y="60007"/>
                </a:lnTo>
                <a:lnTo>
                  <a:pt x="316841" y="58332"/>
                </a:lnTo>
                <a:lnTo>
                  <a:pt x="316709" y="56736"/>
                </a:lnTo>
                <a:lnTo>
                  <a:pt x="316526" y="55219"/>
                </a:lnTo>
                <a:lnTo>
                  <a:pt x="316289" y="53782"/>
                </a:lnTo>
                <a:lnTo>
                  <a:pt x="316001" y="52423"/>
                </a:lnTo>
                <a:lnTo>
                  <a:pt x="315659" y="51144"/>
                </a:lnTo>
                <a:lnTo>
                  <a:pt x="315266" y="49944"/>
                </a:lnTo>
                <a:lnTo>
                  <a:pt x="314819" y="48823"/>
                </a:lnTo>
                <a:lnTo>
                  <a:pt x="314320" y="47782"/>
                </a:lnTo>
                <a:lnTo>
                  <a:pt x="313769" y="46820"/>
                </a:lnTo>
                <a:lnTo>
                  <a:pt x="313165" y="45937"/>
                </a:lnTo>
                <a:lnTo>
                  <a:pt x="312505" y="45128"/>
                </a:lnTo>
                <a:lnTo>
                  <a:pt x="311786" y="44390"/>
                </a:lnTo>
                <a:lnTo>
                  <a:pt x="311008" y="43723"/>
                </a:lnTo>
                <a:lnTo>
                  <a:pt x="310169" y="43125"/>
                </a:lnTo>
                <a:lnTo>
                  <a:pt x="309272" y="42598"/>
                </a:lnTo>
                <a:lnTo>
                  <a:pt x="308315" y="42141"/>
                </a:lnTo>
                <a:lnTo>
                  <a:pt x="307298" y="41755"/>
                </a:lnTo>
                <a:lnTo>
                  <a:pt x="306223" y="41438"/>
                </a:lnTo>
                <a:lnTo>
                  <a:pt x="305087" y="41192"/>
                </a:lnTo>
                <a:lnTo>
                  <a:pt x="303892" y="41017"/>
                </a:lnTo>
                <a:lnTo>
                  <a:pt x="302638" y="40911"/>
                </a:lnTo>
                <a:lnTo>
                  <a:pt x="301325" y="40876"/>
                </a:lnTo>
                <a:lnTo>
                  <a:pt x="299820" y="40921"/>
                </a:lnTo>
                <a:lnTo>
                  <a:pt x="298375" y="41057"/>
                </a:lnTo>
                <a:lnTo>
                  <a:pt x="296989" y="41284"/>
                </a:lnTo>
                <a:lnTo>
                  <a:pt x="295662" y="41601"/>
                </a:lnTo>
                <a:lnTo>
                  <a:pt x="294393" y="42009"/>
                </a:lnTo>
                <a:lnTo>
                  <a:pt x="293184" y="42507"/>
                </a:lnTo>
                <a:lnTo>
                  <a:pt x="292034" y="43096"/>
                </a:lnTo>
                <a:lnTo>
                  <a:pt x="290942" y="43775"/>
                </a:lnTo>
                <a:lnTo>
                  <a:pt x="289910" y="44545"/>
                </a:lnTo>
                <a:lnTo>
                  <a:pt x="288936" y="45406"/>
                </a:lnTo>
                <a:lnTo>
                  <a:pt x="288021" y="46357"/>
                </a:lnTo>
                <a:lnTo>
                  <a:pt x="287166" y="47399"/>
                </a:lnTo>
                <a:lnTo>
                  <a:pt x="286374" y="48525"/>
                </a:lnTo>
                <a:lnTo>
                  <a:pt x="285651" y="49730"/>
                </a:lnTo>
                <a:lnTo>
                  <a:pt x="284997" y="51014"/>
                </a:lnTo>
                <a:lnTo>
                  <a:pt x="284412" y="52377"/>
                </a:lnTo>
                <a:lnTo>
                  <a:pt x="283895" y="53818"/>
                </a:lnTo>
                <a:lnTo>
                  <a:pt x="283448" y="55338"/>
                </a:lnTo>
                <a:lnTo>
                  <a:pt x="283069" y="56936"/>
                </a:lnTo>
                <a:lnTo>
                  <a:pt x="282759" y="58614"/>
                </a:lnTo>
                <a:lnTo>
                  <a:pt x="282518" y="60370"/>
                </a:lnTo>
                <a:lnTo>
                  <a:pt x="282346" y="62204"/>
                </a:lnTo>
                <a:lnTo>
                  <a:pt x="282243" y="64118"/>
                </a:lnTo>
                <a:lnTo>
                  <a:pt x="282208" y="66110"/>
                </a:lnTo>
                <a:lnTo>
                  <a:pt x="282208" y="111234"/>
                </a:lnTo>
                <a:lnTo>
                  <a:pt x="269084" y="111234"/>
                </a:lnTo>
                <a:lnTo>
                  <a:pt x="269084" y="427"/>
                </a:lnTo>
                <a:lnTo>
                  <a:pt x="282208" y="427"/>
                </a:lnTo>
                <a:lnTo>
                  <a:pt x="282208" y="43371"/>
                </a:lnTo>
                <a:lnTo>
                  <a:pt x="282808" y="42254"/>
                </a:lnTo>
                <a:lnTo>
                  <a:pt x="283443" y="41184"/>
                </a:lnTo>
                <a:lnTo>
                  <a:pt x="284112" y="40160"/>
                </a:lnTo>
                <a:lnTo>
                  <a:pt x="284816" y="39181"/>
                </a:lnTo>
                <a:lnTo>
                  <a:pt x="285554" y="38249"/>
                </a:lnTo>
                <a:lnTo>
                  <a:pt x="286328" y="37362"/>
                </a:lnTo>
                <a:lnTo>
                  <a:pt x="287135" y="36522"/>
                </a:lnTo>
                <a:lnTo>
                  <a:pt x="287978" y="35727"/>
                </a:lnTo>
                <a:lnTo>
                  <a:pt x="288855" y="34979"/>
                </a:lnTo>
                <a:lnTo>
                  <a:pt x="289767" y="34276"/>
                </a:lnTo>
                <a:lnTo>
                  <a:pt x="290714" y="33620"/>
                </a:lnTo>
                <a:lnTo>
                  <a:pt x="291695" y="33009"/>
                </a:lnTo>
                <a:lnTo>
                  <a:pt x="292709" y="32446"/>
                </a:lnTo>
                <a:lnTo>
                  <a:pt x="293754" y="31932"/>
                </a:lnTo>
                <a:lnTo>
                  <a:pt x="294829" y="31466"/>
                </a:lnTo>
                <a:lnTo>
                  <a:pt x="295935" y="31050"/>
                </a:lnTo>
                <a:lnTo>
                  <a:pt x="297072" y="30682"/>
                </a:lnTo>
                <a:lnTo>
                  <a:pt x="298240" y="30364"/>
                </a:lnTo>
                <a:lnTo>
                  <a:pt x="299438" y="30094"/>
                </a:lnTo>
                <a:lnTo>
                  <a:pt x="300667" y="29874"/>
                </a:lnTo>
                <a:lnTo>
                  <a:pt x="301926" y="29703"/>
                </a:lnTo>
                <a:lnTo>
                  <a:pt x="303217" y="29580"/>
                </a:lnTo>
                <a:lnTo>
                  <a:pt x="304538" y="29507"/>
                </a:lnTo>
                <a:lnTo>
                  <a:pt x="305890" y="29482"/>
                </a:lnTo>
                <a:lnTo>
                  <a:pt x="307880" y="29538"/>
                </a:lnTo>
                <a:lnTo>
                  <a:pt x="309784" y="29705"/>
                </a:lnTo>
                <a:lnTo>
                  <a:pt x="311603" y="29983"/>
                </a:lnTo>
                <a:lnTo>
                  <a:pt x="313336" y="30373"/>
                </a:lnTo>
                <a:lnTo>
                  <a:pt x="314983" y="30874"/>
                </a:lnTo>
                <a:lnTo>
                  <a:pt x="316545" y="31486"/>
                </a:lnTo>
                <a:lnTo>
                  <a:pt x="318020" y="32210"/>
                </a:lnTo>
                <a:lnTo>
                  <a:pt x="319411" y="33045"/>
                </a:lnTo>
                <a:lnTo>
                  <a:pt x="320715" y="33991"/>
                </a:lnTo>
                <a:lnTo>
                  <a:pt x="321934" y="35049"/>
                </a:lnTo>
                <a:lnTo>
                  <a:pt x="323067" y="36218"/>
                </a:lnTo>
                <a:lnTo>
                  <a:pt x="324114" y="37498"/>
                </a:lnTo>
                <a:lnTo>
                  <a:pt x="325077" y="38891"/>
                </a:lnTo>
                <a:lnTo>
                  <a:pt x="325956" y="40399"/>
                </a:lnTo>
                <a:lnTo>
                  <a:pt x="326751" y="42020"/>
                </a:lnTo>
                <a:lnTo>
                  <a:pt x="327463" y="43757"/>
                </a:lnTo>
                <a:lnTo>
                  <a:pt x="328091" y="45607"/>
                </a:lnTo>
                <a:lnTo>
                  <a:pt x="328635" y="47572"/>
                </a:lnTo>
                <a:lnTo>
                  <a:pt x="329095" y="49651"/>
                </a:lnTo>
                <a:lnTo>
                  <a:pt x="329472" y="51844"/>
                </a:lnTo>
                <a:lnTo>
                  <a:pt x="329765" y="54152"/>
                </a:lnTo>
                <a:lnTo>
                  <a:pt x="329974" y="56574"/>
                </a:lnTo>
                <a:lnTo>
                  <a:pt x="330100" y="59111"/>
                </a:lnTo>
                <a:lnTo>
                  <a:pt x="330142" y="61762"/>
                </a:lnTo>
                <a:close/>
                <a:moveTo>
                  <a:pt x="374352" y="85455"/>
                </a:moveTo>
                <a:lnTo>
                  <a:pt x="396607" y="85455"/>
                </a:lnTo>
                <a:lnTo>
                  <a:pt x="396607" y="104353"/>
                </a:lnTo>
                <a:lnTo>
                  <a:pt x="380771" y="135091"/>
                </a:lnTo>
                <a:lnTo>
                  <a:pt x="366505" y="135162"/>
                </a:lnTo>
                <a:lnTo>
                  <a:pt x="374352" y="104353"/>
                </a:lnTo>
                <a:lnTo>
                  <a:pt x="374352" y="85455"/>
                </a:lnTo>
                <a:close/>
                <a:moveTo>
                  <a:pt x="481760" y="82335"/>
                </a:moveTo>
                <a:lnTo>
                  <a:pt x="481782" y="83776"/>
                </a:lnTo>
                <a:lnTo>
                  <a:pt x="481850" y="85156"/>
                </a:lnTo>
                <a:lnTo>
                  <a:pt x="481963" y="86476"/>
                </a:lnTo>
                <a:lnTo>
                  <a:pt x="482120" y="87736"/>
                </a:lnTo>
                <a:lnTo>
                  <a:pt x="482323" y="88935"/>
                </a:lnTo>
                <a:lnTo>
                  <a:pt x="482571" y="90074"/>
                </a:lnTo>
                <a:lnTo>
                  <a:pt x="482864" y="91153"/>
                </a:lnTo>
                <a:lnTo>
                  <a:pt x="483202" y="92172"/>
                </a:lnTo>
                <a:lnTo>
                  <a:pt x="483585" y="93130"/>
                </a:lnTo>
                <a:lnTo>
                  <a:pt x="484014" y="94028"/>
                </a:lnTo>
                <a:lnTo>
                  <a:pt x="484487" y="94866"/>
                </a:lnTo>
                <a:lnTo>
                  <a:pt x="485005" y="95643"/>
                </a:lnTo>
                <a:lnTo>
                  <a:pt x="485568" y="96359"/>
                </a:lnTo>
                <a:lnTo>
                  <a:pt x="486173" y="97013"/>
                </a:lnTo>
                <a:lnTo>
                  <a:pt x="486822" y="97604"/>
                </a:lnTo>
                <a:lnTo>
                  <a:pt x="487514" y="98133"/>
                </a:lnTo>
                <a:lnTo>
                  <a:pt x="488249" y="98600"/>
                </a:lnTo>
                <a:lnTo>
                  <a:pt x="489026" y="99005"/>
                </a:lnTo>
                <a:lnTo>
                  <a:pt x="489848" y="99347"/>
                </a:lnTo>
                <a:lnTo>
                  <a:pt x="490712" y="99627"/>
                </a:lnTo>
                <a:lnTo>
                  <a:pt x="491619" y="99845"/>
                </a:lnTo>
                <a:lnTo>
                  <a:pt x="492569" y="100001"/>
                </a:lnTo>
                <a:lnTo>
                  <a:pt x="493563" y="100094"/>
                </a:lnTo>
                <a:lnTo>
                  <a:pt x="494599" y="100125"/>
                </a:lnTo>
                <a:lnTo>
                  <a:pt x="509935" y="100125"/>
                </a:lnTo>
                <a:lnTo>
                  <a:pt x="509935" y="111234"/>
                </a:lnTo>
                <a:lnTo>
                  <a:pt x="493315" y="111234"/>
                </a:lnTo>
                <a:lnTo>
                  <a:pt x="491391" y="111182"/>
                </a:lnTo>
                <a:lnTo>
                  <a:pt x="489540" y="111026"/>
                </a:lnTo>
                <a:lnTo>
                  <a:pt x="487763" y="110765"/>
                </a:lnTo>
                <a:lnTo>
                  <a:pt x="486059" y="110400"/>
                </a:lnTo>
                <a:lnTo>
                  <a:pt x="484430" y="109930"/>
                </a:lnTo>
                <a:lnTo>
                  <a:pt x="482874" y="109356"/>
                </a:lnTo>
                <a:lnTo>
                  <a:pt x="481393" y="108678"/>
                </a:lnTo>
                <a:lnTo>
                  <a:pt x="479984" y="107895"/>
                </a:lnTo>
                <a:lnTo>
                  <a:pt x="478650" y="107008"/>
                </a:lnTo>
                <a:lnTo>
                  <a:pt x="477390" y="106017"/>
                </a:lnTo>
                <a:lnTo>
                  <a:pt x="476203" y="104921"/>
                </a:lnTo>
                <a:lnTo>
                  <a:pt x="475090" y="103721"/>
                </a:lnTo>
                <a:lnTo>
                  <a:pt x="474059" y="102425"/>
                </a:lnTo>
                <a:lnTo>
                  <a:pt x="473118" y="101042"/>
                </a:lnTo>
                <a:lnTo>
                  <a:pt x="472266" y="99571"/>
                </a:lnTo>
                <a:lnTo>
                  <a:pt x="471504" y="98013"/>
                </a:lnTo>
                <a:lnTo>
                  <a:pt x="470832" y="96366"/>
                </a:lnTo>
                <a:lnTo>
                  <a:pt x="470249" y="94633"/>
                </a:lnTo>
                <a:lnTo>
                  <a:pt x="469756" y="92812"/>
                </a:lnTo>
                <a:lnTo>
                  <a:pt x="469352" y="90903"/>
                </a:lnTo>
                <a:lnTo>
                  <a:pt x="469039" y="88907"/>
                </a:lnTo>
                <a:lnTo>
                  <a:pt x="468814" y="86823"/>
                </a:lnTo>
                <a:lnTo>
                  <a:pt x="468680" y="84652"/>
                </a:lnTo>
                <a:lnTo>
                  <a:pt x="468635" y="82393"/>
                </a:lnTo>
                <a:lnTo>
                  <a:pt x="468635" y="10255"/>
                </a:lnTo>
                <a:lnTo>
                  <a:pt x="447593" y="10255"/>
                </a:lnTo>
                <a:lnTo>
                  <a:pt x="447593" y="0"/>
                </a:lnTo>
                <a:lnTo>
                  <a:pt x="481760" y="0"/>
                </a:lnTo>
                <a:lnTo>
                  <a:pt x="481760" y="82335"/>
                </a:lnTo>
                <a:close/>
                <a:moveTo>
                  <a:pt x="540664" y="31761"/>
                </a:moveTo>
                <a:lnTo>
                  <a:pt x="574260" y="31761"/>
                </a:lnTo>
                <a:lnTo>
                  <a:pt x="574260" y="100980"/>
                </a:lnTo>
                <a:lnTo>
                  <a:pt x="600295" y="100980"/>
                </a:lnTo>
                <a:lnTo>
                  <a:pt x="600295" y="111234"/>
                </a:lnTo>
                <a:lnTo>
                  <a:pt x="535100" y="111234"/>
                </a:lnTo>
                <a:lnTo>
                  <a:pt x="535100" y="100980"/>
                </a:lnTo>
                <a:lnTo>
                  <a:pt x="561135" y="100980"/>
                </a:lnTo>
                <a:lnTo>
                  <a:pt x="561135" y="42016"/>
                </a:lnTo>
                <a:lnTo>
                  <a:pt x="540664" y="42016"/>
                </a:lnTo>
                <a:lnTo>
                  <a:pt x="540664" y="31761"/>
                </a:lnTo>
                <a:moveTo>
                  <a:pt x="561135" y="712"/>
                </a:moveTo>
                <a:lnTo>
                  <a:pt x="574260" y="712"/>
                </a:lnTo>
                <a:lnTo>
                  <a:pt x="574260" y="17233"/>
                </a:lnTo>
                <a:lnTo>
                  <a:pt x="561135" y="17233"/>
                </a:lnTo>
                <a:lnTo>
                  <a:pt x="561135" y="712"/>
                </a:lnTo>
                <a:close/>
                <a:moveTo>
                  <a:pt x="680741" y="61762"/>
                </a:moveTo>
                <a:lnTo>
                  <a:pt x="680741" y="111234"/>
                </a:lnTo>
                <a:lnTo>
                  <a:pt x="667545" y="111234"/>
                </a:lnTo>
                <a:lnTo>
                  <a:pt x="667545" y="61762"/>
                </a:lnTo>
                <a:lnTo>
                  <a:pt x="667519" y="60007"/>
                </a:lnTo>
                <a:lnTo>
                  <a:pt x="667440" y="58332"/>
                </a:lnTo>
                <a:lnTo>
                  <a:pt x="667309" y="56736"/>
                </a:lnTo>
                <a:lnTo>
                  <a:pt x="667125" y="55219"/>
                </a:lnTo>
                <a:lnTo>
                  <a:pt x="666888" y="53782"/>
                </a:lnTo>
                <a:lnTo>
                  <a:pt x="666600" y="52423"/>
                </a:lnTo>
                <a:lnTo>
                  <a:pt x="666258" y="51144"/>
                </a:lnTo>
                <a:lnTo>
                  <a:pt x="665865" y="49944"/>
                </a:lnTo>
                <a:lnTo>
                  <a:pt x="665418" y="48823"/>
                </a:lnTo>
                <a:lnTo>
                  <a:pt x="664919" y="47782"/>
                </a:lnTo>
                <a:lnTo>
                  <a:pt x="664368" y="46820"/>
                </a:lnTo>
                <a:lnTo>
                  <a:pt x="663764" y="45937"/>
                </a:lnTo>
                <a:lnTo>
                  <a:pt x="663105" y="45128"/>
                </a:lnTo>
                <a:lnTo>
                  <a:pt x="662385" y="44390"/>
                </a:lnTo>
                <a:lnTo>
                  <a:pt x="661607" y="43723"/>
                </a:lnTo>
                <a:lnTo>
                  <a:pt x="660768" y="43125"/>
                </a:lnTo>
                <a:lnTo>
                  <a:pt x="659871" y="42598"/>
                </a:lnTo>
                <a:lnTo>
                  <a:pt x="658914" y="42141"/>
                </a:lnTo>
                <a:lnTo>
                  <a:pt x="657897" y="41755"/>
                </a:lnTo>
                <a:lnTo>
                  <a:pt x="656822" y="41438"/>
                </a:lnTo>
                <a:lnTo>
                  <a:pt x="655686" y="41192"/>
                </a:lnTo>
                <a:lnTo>
                  <a:pt x="654491" y="41017"/>
                </a:lnTo>
                <a:lnTo>
                  <a:pt x="653237" y="40911"/>
                </a:lnTo>
                <a:lnTo>
                  <a:pt x="651924" y="40876"/>
                </a:lnTo>
                <a:lnTo>
                  <a:pt x="650419" y="40921"/>
                </a:lnTo>
                <a:lnTo>
                  <a:pt x="648974" y="41057"/>
                </a:lnTo>
                <a:lnTo>
                  <a:pt x="647588" y="41284"/>
                </a:lnTo>
                <a:lnTo>
                  <a:pt x="646261" y="41601"/>
                </a:lnTo>
                <a:lnTo>
                  <a:pt x="644993" y="42009"/>
                </a:lnTo>
                <a:lnTo>
                  <a:pt x="643783" y="42507"/>
                </a:lnTo>
                <a:lnTo>
                  <a:pt x="642633" y="43096"/>
                </a:lnTo>
                <a:lnTo>
                  <a:pt x="641541" y="43775"/>
                </a:lnTo>
                <a:lnTo>
                  <a:pt x="640509" y="44545"/>
                </a:lnTo>
                <a:lnTo>
                  <a:pt x="639535" y="45406"/>
                </a:lnTo>
                <a:lnTo>
                  <a:pt x="638620" y="46357"/>
                </a:lnTo>
                <a:lnTo>
                  <a:pt x="637765" y="47399"/>
                </a:lnTo>
                <a:lnTo>
                  <a:pt x="636973" y="48525"/>
                </a:lnTo>
                <a:lnTo>
                  <a:pt x="636250" y="49730"/>
                </a:lnTo>
                <a:lnTo>
                  <a:pt x="635596" y="51014"/>
                </a:lnTo>
                <a:lnTo>
                  <a:pt x="635011" y="52377"/>
                </a:lnTo>
                <a:lnTo>
                  <a:pt x="634494" y="53818"/>
                </a:lnTo>
                <a:lnTo>
                  <a:pt x="634047" y="55338"/>
                </a:lnTo>
                <a:lnTo>
                  <a:pt x="633668" y="56936"/>
                </a:lnTo>
                <a:lnTo>
                  <a:pt x="633358" y="58614"/>
                </a:lnTo>
                <a:lnTo>
                  <a:pt x="633117" y="60370"/>
                </a:lnTo>
                <a:lnTo>
                  <a:pt x="632945" y="62204"/>
                </a:lnTo>
                <a:lnTo>
                  <a:pt x="632842" y="64118"/>
                </a:lnTo>
                <a:lnTo>
                  <a:pt x="632807" y="66110"/>
                </a:lnTo>
                <a:lnTo>
                  <a:pt x="632807" y="111234"/>
                </a:lnTo>
                <a:lnTo>
                  <a:pt x="619683" y="111234"/>
                </a:lnTo>
                <a:lnTo>
                  <a:pt x="619683" y="31476"/>
                </a:lnTo>
                <a:lnTo>
                  <a:pt x="632807" y="31476"/>
                </a:lnTo>
                <a:lnTo>
                  <a:pt x="632807" y="43371"/>
                </a:lnTo>
                <a:lnTo>
                  <a:pt x="633407" y="42254"/>
                </a:lnTo>
                <a:lnTo>
                  <a:pt x="634042" y="41184"/>
                </a:lnTo>
                <a:lnTo>
                  <a:pt x="634711" y="40160"/>
                </a:lnTo>
                <a:lnTo>
                  <a:pt x="635415" y="39181"/>
                </a:lnTo>
                <a:lnTo>
                  <a:pt x="636153" y="38249"/>
                </a:lnTo>
                <a:lnTo>
                  <a:pt x="636927" y="37362"/>
                </a:lnTo>
                <a:lnTo>
                  <a:pt x="637734" y="36522"/>
                </a:lnTo>
                <a:lnTo>
                  <a:pt x="638577" y="35727"/>
                </a:lnTo>
                <a:lnTo>
                  <a:pt x="639454" y="34979"/>
                </a:lnTo>
                <a:lnTo>
                  <a:pt x="640366" y="34276"/>
                </a:lnTo>
                <a:lnTo>
                  <a:pt x="641313" y="33620"/>
                </a:lnTo>
                <a:lnTo>
                  <a:pt x="642294" y="33009"/>
                </a:lnTo>
                <a:lnTo>
                  <a:pt x="643308" y="32446"/>
                </a:lnTo>
                <a:lnTo>
                  <a:pt x="644353" y="31932"/>
                </a:lnTo>
                <a:lnTo>
                  <a:pt x="645428" y="31466"/>
                </a:lnTo>
                <a:lnTo>
                  <a:pt x="646534" y="31050"/>
                </a:lnTo>
                <a:lnTo>
                  <a:pt x="647671" y="30682"/>
                </a:lnTo>
                <a:lnTo>
                  <a:pt x="648839" y="30364"/>
                </a:lnTo>
                <a:lnTo>
                  <a:pt x="650037" y="30094"/>
                </a:lnTo>
                <a:lnTo>
                  <a:pt x="651266" y="29874"/>
                </a:lnTo>
                <a:lnTo>
                  <a:pt x="652525" y="29703"/>
                </a:lnTo>
                <a:lnTo>
                  <a:pt x="653816" y="29580"/>
                </a:lnTo>
                <a:lnTo>
                  <a:pt x="655137" y="29507"/>
                </a:lnTo>
                <a:lnTo>
                  <a:pt x="656489" y="29482"/>
                </a:lnTo>
                <a:lnTo>
                  <a:pt x="658479" y="29538"/>
                </a:lnTo>
                <a:lnTo>
                  <a:pt x="660383" y="29705"/>
                </a:lnTo>
                <a:lnTo>
                  <a:pt x="662202" y="29983"/>
                </a:lnTo>
                <a:lnTo>
                  <a:pt x="663935" y="30373"/>
                </a:lnTo>
                <a:lnTo>
                  <a:pt x="665582" y="30874"/>
                </a:lnTo>
                <a:lnTo>
                  <a:pt x="667144" y="31486"/>
                </a:lnTo>
                <a:lnTo>
                  <a:pt x="668619" y="32210"/>
                </a:lnTo>
                <a:lnTo>
                  <a:pt x="670010" y="33045"/>
                </a:lnTo>
                <a:lnTo>
                  <a:pt x="671314" y="33991"/>
                </a:lnTo>
                <a:lnTo>
                  <a:pt x="672533" y="35049"/>
                </a:lnTo>
                <a:lnTo>
                  <a:pt x="673666" y="36218"/>
                </a:lnTo>
                <a:lnTo>
                  <a:pt x="674713" y="37498"/>
                </a:lnTo>
                <a:lnTo>
                  <a:pt x="675676" y="38891"/>
                </a:lnTo>
                <a:lnTo>
                  <a:pt x="676555" y="40399"/>
                </a:lnTo>
                <a:lnTo>
                  <a:pt x="677350" y="42020"/>
                </a:lnTo>
                <a:lnTo>
                  <a:pt x="678062" y="43757"/>
                </a:lnTo>
                <a:lnTo>
                  <a:pt x="678690" y="45607"/>
                </a:lnTo>
                <a:lnTo>
                  <a:pt x="679234" y="47572"/>
                </a:lnTo>
                <a:lnTo>
                  <a:pt x="679694" y="49651"/>
                </a:lnTo>
                <a:lnTo>
                  <a:pt x="680071" y="51844"/>
                </a:lnTo>
                <a:lnTo>
                  <a:pt x="680364" y="54152"/>
                </a:lnTo>
                <a:lnTo>
                  <a:pt x="680573" y="56574"/>
                </a:lnTo>
                <a:lnTo>
                  <a:pt x="680699" y="59111"/>
                </a:lnTo>
                <a:lnTo>
                  <a:pt x="680741" y="61762"/>
                </a:lnTo>
                <a:close/>
                <a:moveTo>
                  <a:pt x="743497" y="71070"/>
                </a:moveTo>
                <a:lnTo>
                  <a:pt x="739145" y="71070"/>
                </a:lnTo>
                <a:lnTo>
                  <a:pt x="737271" y="71098"/>
                </a:lnTo>
                <a:lnTo>
                  <a:pt x="735475" y="71183"/>
                </a:lnTo>
                <a:lnTo>
                  <a:pt x="733758" y="71323"/>
                </a:lnTo>
                <a:lnTo>
                  <a:pt x="732119" y="71520"/>
                </a:lnTo>
                <a:lnTo>
                  <a:pt x="730560" y="71772"/>
                </a:lnTo>
                <a:lnTo>
                  <a:pt x="729079" y="72081"/>
                </a:lnTo>
                <a:lnTo>
                  <a:pt x="727677" y="72446"/>
                </a:lnTo>
                <a:lnTo>
                  <a:pt x="726354" y="72867"/>
                </a:lnTo>
                <a:lnTo>
                  <a:pt x="725109" y="73345"/>
                </a:lnTo>
                <a:lnTo>
                  <a:pt x="723943" y="73878"/>
                </a:lnTo>
                <a:lnTo>
                  <a:pt x="722856" y="74468"/>
                </a:lnTo>
                <a:lnTo>
                  <a:pt x="721848" y="75114"/>
                </a:lnTo>
                <a:lnTo>
                  <a:pt x="720920" y="75815"/>
                </a:lnTo>
                <a:lnTo>
                  <a:pt x="720072" y="76571"/>
                </a:lnTo>
                <a:lnTo>
                  <a:pt x="719305" y="77383"/>
                </a:lnTo>
                <a:lnTo>
                  <a:pt x="718618" y="78249"/>
                </a:lnTo>
                <a:lnTo>
                  <a:pt x="718013" y="79171"/>
                </a:lnTo>
                <a:lnTo>
                  <a:pt x="717488" y="80148"/>
                </a:lnTo>
                <a:lnTo>
                  <a:pt x="717044" y="81180"/>
                </a:lnTo>
                <a:lnTo>
                  <a:pt x="716681" y="82267"/>
                </a:lnTo>
                <a:lnTo>
                  <a:pt x="716398" y="83409"/>
                </a:lnTo>
                <a:lnTo>
                  <a:pt x="716196" y="84606"/>
                </a:lnTo>
                <a:lnTo>
                  <a:pt x="716075" y="85859"/>
                </a:lnTo>
                <a:lnTo>
                  <a:pt x="716035" y="87167"/>
                </a:lnTo>
                <a:lnTo>
                  <a:pt x="716065" y="88349"/>
                </a:lnTo>
                <a:lnTo>
                  <a:pt x="716156" y="89486"/>
                </a:lnTo>
                <a:lnTo>
                  <a:pt x="716307" y="90578"/>
                </a:lnTo>
                <a:lnTo>
                  <a:pt x="716518" y="91626"/>
                </a:lnTo>
                <a:lnTo>
                  <a:pt x="716790" y="92629"/>
                </a:lnTo>
                <a:lnTo>
                  <a:pt x="717122" y="93587"/>
                </a:lnTo>
                <a:lnTo>
                  <a:pt x="717515" y="94501"/>
                </a:lnTo>
                <a:lnTo>
                  <a:pt x="717968" y="95370"/>
                </a:lnTo>
                <a:lnTo>
                  <a:pt x="718482" y="96194"/>
                </a:lnTo>
                <a:lnTo>
                  <a:pt x="719056" y="96974"/>
                </a:lnTo>
                <a:lnTo>
                  <a:pt x="719691" y="97708"/>
                </a:lnTo>
                <a:lnTo>
                  <a:pt x="720386" y="98398"/>
                </a:lnTo>
                <a:lnTo>
                  <a:pt x="721134" y="99038"/>
                </a:lnTo>
                <a:lnTo>
                  <a:pt x="721929" y="99622"/>
                </a:lnTo>
                <a:lnTo>
                  <a:pt x="722771" y="100151"/>
                </a:lnTo>
                <a:lnTo>
                  <a:pt x="723659" y="100624"/>
                </a:lnTo>
                <a:lnTo>
                  <a:pt x="724594" y="101041"/>
                </a:lnTo>
                <a:lnTo>
                  <a:pt x="725575" y="101403"/>
                </a:lnTo>
                <a:lnTo>
                  <a:pt x="726603" y="101709"/>
                </a:lnTo>
                <a:lnTo>
                  <a:pt x="727677" y="101959"/>
                </a:lnTo>
                <a:lnTo>
                  <a:pt x="728798" y="102154"/>
                </a:lnTo>
                <a:lnTo>
                  <a:pt x="729966" y="102293"/>
                </a:lnTo>
                <a:lnTo>
                  <a:pt x="731180" y="102376"/>
                </a:lnTo>
                <a:lnTo>
                  <a:pt x="732440" y="102404"/>
                </a:lnTo>
                <a:lnTo>
                  <a:pt x="734215" y="102352"/>
                </a:lnTo>
                <a:lnTo>
                  <a:pt x="735926" y="102194"/>
                </a:lnTo>
                <a:lnTo>
                  <a:pt x="737572" y="101932"/>
                </a:lnTo>
                <a:lnTo>
                  <a:pt x="739153" y="101565"/>
                </a:lnTo>
                <a:lnTo>
                  <a:pt x="740671" y="101094"/>
                </a:lnTo>
                <a:lnTo>
                  <a:pt x="742123" y="100517"/>
                </a:lnTo>
                <a:lnTo>
                  <a:pt x="743512" y="99836"/>
                </a:lnTo>
                <a:lnTo>
                  <a:pt x="744836" y="99050"/>
                </a:lnTo>
                <a:lnTo>
                  <a:pt x="746096" y="98159"/>
                </a:lnTo>
                <a:lnTo>
                  <a:pt x="747291" y="97163"/>
                </a:lnTo>
                <a:lnTo>
                  <a:pt x="748422" y="96063"/>
                </a:lnTo>
                <a:lnTo>
                  <a:pt x="749488" y="94858"/>
                </a:lnTo>
                <a:lnTo>
                  <a:pt x="750480" y="93560"/>
                </a:lnTo>
                <a:lnTo>
                  <a:pt x="751386" y="92182"/>
                </a:lnTo>
                <a:lnTo>
                  <a:pt x="752208" y="90724"/>
                </a:lnTo>
                <a:lnTo>
                  <a:pt x="752944" y="89186"/>
                </a:lnTo>
                <a:lnTo>
                  <a:pt x="753595" y="87568"/>
                </a:lnTo>
                <a:lnTo>
                  <a:pt x="754160" y="85870"/>
                </a:lnTo>
                <a:lnTo>
                  <a:pt x="754641" y="84092"/>
                </a:lnTo>
                <a:lnTo>
                  <a:pt x="755036" y="82234"/>
                </a:lnTo>
                <a:lnTo>
                  <a:pt x="755346" y="80296"/>
                </a:lnTo>
                <a:lnTo>
                  <a:pt x="755571" y="78279"/>
                </a:lnTo>
                <a:lnTo>
                  <a:pt x="755711" y="76181"/>
                </a:lnTo>
                <a:lnTo>
                  <a:pt x="755765" y="74003"/>
                </a:lnTo>
                <a:lnTo>
                  <a:pt x="755765" y="71070"/>
                </a:lnTo>
                <a:lnTo>
                  <a:pt x="743497" y="71070"/>
                </a:lnTo>
                <a:moveTo>
                  <a:pt x="768961" y="65658"/>
                </a:moveTo>
                <a:lnTo>
                  <a:pt x="768961" y="111234"/>
                </a:lnTo>
                <a:lnTo>
                  <a:pt x="755765" y="111234"/>
                </a:lnTo>
                <a:lnTo>
                  <a:pt x="755765" y="99471"/>
                </a:lnTo>
                <a:lnTo>
                  <a:pt x="755049" y="100633"/>
                </a:lnTo>
                <a:lnTo>
                  <a:pt x="754302" y="101743"/>
                </a:lnTo>
                <a:lnTo>
                  <a:pt x="753525" y="102801"/>
                </a:lnTo>
                <a:lnTo>
                  <a:pt x="752718" y="103807"/>
                </a:lnTo>
                <a:lnTo>
                  <a:pt x="751880" y="104761"/>
                </a:lnTo>
                <a:lnTo>
                  <a:pt x="751013" y="105664"/>
                </a:lnTo>
                <a:lnTo>
                  <a:pt x="750115" y="106514"/>
                </a:lnTo>
                <a:lnTo>
                  <a:pt x="749187" y="107312"/>
                </a:lnTo>
                <a:lnTo>
                  <a:pt x="748229" y="108059"/>
                </a:lnTo>
                <a:lnTo>
                  <a:pt x="747240" y="108753"/>
                </a:lnTo>
                <a:lnTo>
                  <a:pt x="746222" y="109395"/>
                </a:lnTo>
                <a:lnTo>
                  <a:pt x="745173" y="109986"/>
                </a:lnTo>
                <a:lnTo>
                  <a:pt x="744090" y="110527"/>
                </a:lnTo>
                <a:lnTo>
                  <a:pt x="742969" y="111020"/>
                </a:lnTo>
                <a:lnTo>
                  <a:pt x="741809" y="111467"/>
                </a:lnTo>
                <a:lnTo>
                  <a:pt x="740612" y="111866"/>
                </a:lnTo>
                <a:lnTo>
                  <a:pt x="739376" y="112219"/>
                </a:lnTo>
                <a:lnTo>
                  <a:pt x="738102" y="112525"/>
                </a:lnTo>
                <a:lnTo>
                  <a:pt x="736790" y="112783"/>
                </a:lnTo>
                <a:lnTo>
                  <a:pt x="735440" y="112995"/>
                </a:lnTo>
                <a:lnTo>
                  <a:pt x="734052" y="113159"/>
                </a:lnTo>
                <a:lnTo>
                  <a:pt x="732626" y="113277"/>
                </a:lnTo>
                <a:lnTo>
                  <a:pt x="731161" y="113347"/>
                </a:lnTo>
                <a:lnTo>
                  <a:pt x="729659" y="113371"/>
                </a:lnTo>
                <a:lnTo>
                  <a:pt x="727660" y="113323"/>
                </a:lnTo>
                <a:lnTo>
                  <a:pt x="725730" y="113179"/>
                </a:lnTo>
                <a:lnTo>
                  <a:pt x="723868" y="112940"/>
                </a:lnTo>
                <a:lnTo>
                  <a:pt x="722074" y="112605"/>
                </a:lnTo>
                <a:lnTo>
                  <a:pt x="720349" y="112175"/>
                </a:lnTo>
                <a:lnTo>
                  <a:pt x="718692" y="111648"/>
                </a:lnTo>
                <a:lnTo>
                  <a:pt x="717103" y="111026"/>
                </a:lnTo>
                <a:lnTo>
                  <a:pt x="715583" y="110309"/>
                </a:lnTo>
                <a:lnTo>
                  <a:pt x="714131" y="109495"/>
                </a:lnTo>
                <a:lnTo>
                  <a:pt x="712748" y="108586"/>
                </a:lnTo>
                <a:lnTo>
                  <a:pt x="711432" y="107581"/>
                </a:lnTo>
                <a:lnTo>
                  <a:pt x="710186" y="106481"/>
                </a:lnTo>
                <a:lnTo>
                  <a:pt x="709024" y="105300"/>
                </a:lnTo>
                <a:lnTo>
                  <a:pt x="707963" y="104054"/>
                </a:lnTo>
                <a:lnTo>
                  <a:pt x="707003" y="102743"/>
                </a:lnTo>
                <a:lnTo>
                  <a:pt x="706144" y="101367"/>
                </a:lnTo>
                <a:lnTo>
                  <a:pt x="705386" y="99926"/>
                </a:lnTo>
                <a:lnTo>
                  <a:pt x="704729" y="98420"/>
                </a:lnTo>
                <a:lnTo>
                  <a:pt x="704173" y="96849"/>
                </a:lnTo>
                <a:lnTo>
                  <a:pt x="703718" y="95213"/>
                </a:lnTo>
                <a:lnTo>
                  <a:pt x="703365" y="93513"/>
                </a:lnTo>
                <a:lnTo>
                  <a:pt x="703112" y="91747"/>
                </a:lnTo>
                <a:lnTo>
                  <a:pt x="702961" y="89917"/>
                </a:lnTo>
                <a:lnTo>
                  <a:pt x="702910" y="88021"/>
                </a:lnTo>
                <a:lnTo>
                  <a:pt x="702972" y="85840"/>
                </a:lnTo>
                <a:lnTo>
                  <a:pt x="703159" y="83749"/>
                </a:lnTo>
                <a:lnTo>
                  <a:pt x="703470" y="81747"/>
                </a:lnTo>
                <a:lnTo>
                  <a:pt x="703905" y="79834"/>
                </a:lnTo>
                <a:lnTo>
                  <a:pt x="704464" y="78010"/>
                </a:lnTo>
                <a:lnTo>
                  <a:pt x="705148" y="76276"/>
                </a:lnTo>
                <a:lnTo>
                  <a:pt x="705956" y="74630"/>
                </a:lnTo>
                <a:lnTo>
                  <a:pt x="706889" y="73074"/>
                </a:lnTo>
                <a:lnTo>
                  <a:pt x="707945" y="71608"/>
                </a:lnTo>
                <a:lnTo>
                  <a:pt x="709127" y="70230"/>
                </a:lnTo>
                <a:lnTo>
                  <a:pt x="710432" y="68942"/>
                </a:lnTo>
                <a:lnTo>
                  <a:pt x="711862" y="67743"/>
                </a:lnTo>
                <a:lnTo>
                  <a:pt x="713412" y="66637"/>
                </a:lnTo>
                <a:lnTo>
                  <a:pt x="715079" y="65627"/>
                </a:lnTo>
                <a:lnTo>
                  <a:pt x="716862" y="64713"/>
                </a:lnTo>
                <a:lnTo>
                  <a:pt x="718761" y="63895"/>
                </a:lnTo>
                <a:lnTo>
                  <a:pt x="720777" y="63173"/>
                </a:lnTo>
                <a:lnTo>
                  <a:pt x="722909" y="62548"/>
                </a:lnTo>
                <a:lnTo>
                  <a:pt x="725158" y="62018"/>
                </a:lnTo>
                <a:lnTo>
                  <a:pt x="727523" y="61585"/>
                </a:lnTo>
                <a:lnTo>
                  <a:pt x="730004" y="61249"/>
                </a:lnTo>
                <a:lnTo>
                  <a:pt x="732602" y="61008"/>
                </a:lnTo>
                <a:lnTo>
                  <a:pt x="735316" y="60864"/>
                </a:lnTo>
                <a:lnTo>
                  <a:pt x="738147" y="60816"/>
                </a:lnTo>
                <a:lnTo>
                  <a:pt x="755765" y="60816"/>
                </a:lnTo>
                <a:lnTo>
                  <a:pt x="755765" y="58751"/>
                </a:lnTo>
                <a:lnTo>
                  <a:pt x="755721" y="57196"/>
                </a:lnTo>
                <a:lnTo>
                  <a:pt x="755611" y="55715"/>
                </a:lnTo>
                <a:lnTo>
                  <a:pt x="755435" y="54306"/>
                </a:lnTo>
                <a:lnTo>
                  <a:pt x="755195" y="52970"/>
                </a:lnTo>
                <a:lnTo>
                  <a:pt x="754888" y="51707"/>
                </a:lnTo>
                <a:lnTo>
                  <a:pt x="754517" y="50517"/>
                </a:lnTo>
                <a:lnTo>
                  <a:pt x="754080" y="49399"/>
                </a:lnTo>
                <a:lnTo>
                  <a:pt x="753578" y="48353"/>
                </a:lnTo>
                <a:lnTo>
                  <a:pt x="753010" y="47381"/>
                </a:lnTo>
                <a:lnTo>
                  <a:pt x="752377" y="46481"/>
                </a:lnTo>
                <a:lnTo>
                  <a:pt x="751679" y="45654"/>
                </a:lnTo>
                <a:lnTo>
                  <a:pt x="750915" y="44900"/>
                </a:lnTo>
                <a:lnTo>
                  <a:pt x="750079" y="44212"/>
                </a:lnTo>
                <a:lnTo>
                  <a:pt x="749163" y="43583"/>
                </a:lnTo>
                <a:lnTo>
                  <a:pt x="748169" y="43015"/>
                </a:lnTo>
                <a:lnTo>
                  <a:pt x="747095" y="42506"/>
                </a:lnTo>
                <a:lnTo>
                  <a:pt x="745942" y="42057"/>
                </a:lnTo>
                <a:lnTo>
                  <a:pt x="744709" y="41668"/>
                </a:lnTo>
                <a:lnTo>
                  <a:pt x="743397" y="41339"/>
                </a:lnTo>
                <a:lnTo>
                  <a:pt x="742007" y="41070"/>
                </a:lnTo>
                <a:lnTo>
                  <a:pt x="740536" y="40861"/>
                </a:lnTo>
                <a:lnTo>
                  <a:pt x="738987" y="40711"/>
                </a:lnTo>
                <a:lnTo>
                  <a:pt x="737358" y="40621"/>
                </a:lnTo>
                <a:lnTo>
                  <a:pt x="735650" y="40591"/>
                </a:lnTo>
                <a:lnTo>
                  <a:pt x="734532" y="40605"/>
                </a:lnTo>
                <a:lnTo>
                  <a:pt x="733411" y="40645"/>
                </a:lnTo>
                <a:lnTo>
                  <a:pt x="732289" y="40711"/>
                </a:lnTo>
                <a:lnTo>
                  <a:pt x="731164" y="40805"/>
                </a:lnTo>
                <a:lnTo>
                  <a:pt x="730038" y="40925"/>
                </a:lnTo>
                <a:lnTo>
                  <a:pt x="728910" y="41072"/>
                </a:lnTo>
                <a:lnTo>
                  <a:pt x="727779" y="41246"/>
                </a:lnTo>
                <a:lnTo>
                  <a:pt x="726647" y="41446"/>
                </a:lnTo>
                <a:lnTo>
                  <a:pt x="725513" y="41673"/>
                </a:lnTo>
                <a:lnTo>
                  <a:pt x="724376" y="41927"/>
                </a:lnTo>
                <a:lnTo>
                  <a:pt x="723238" y="42207"/>
                </a:lnTo>
                <a:lnTo>
                  <a:pt x="722098" y="42514"/>
                </a:lnTo>
                <a:lnTo>
                  <a:pt x="720959" y="42847"/>
                </a:lnTo>
                <a:lnTo>
                  <a:pt x="719825" y="43204"/>
                </a:lnTo>
                <a:lnTo>
                  <a:pt x="718696" y="43587"/>
                </a:lnTo>
                <a:lnTo>
                  <a:pt x="717572" y="43994"/>
                </a:lnTo>
                <a:lnTo>
                  <a:pt x="716453" y="44425"/>
                </a:lnTo>
                <a:lnTo>
                  <a:pt x="715339" y="44882"/>
                </a:lnTo>
                <a:lnTo>
                  <a:pt x="714230" y="45363"/>
                </a:lnTo>
                <a:lnTo>
                  <a:pt x="713126" y="45869"/>
                </a:lnTo>
                <a:lnTo>
                  <a:pt x="712027" y="46400"/>
                </a:lnTo>
                <a:lnTo>
                  <a:pt x="710933" y="46955"/>
                </a:lnTo>
                <a:lnTo>
                  <a:pt x="709843" y="47535"/>
                </a:lnTo>
                <a:lnTo>
                  <a:pt x="708759" y="48140"/>
                </a:lnTo>
                <a:lnTo>
                  <a:pt x="708759" y="35037"/>
                </a:lnTo>
                <a:lnTo>
                  <a:pt x="709967" y="34583"/>
                </a:lnTo>
                <a:lnTo>
                  <a:pt x="711167" y="34149"/>
                </a:lnTo>
                <a:lnTo>
                  <a:pt x="712359" y="33735"/>
                </a:lnTo>
                <a:lnTo>
                  <a:pt x="713542" y="33339"/>
                </a:lnTo>
                <a:lnTo>
                  <a:pt x="714717" y="32963"/>
                </a:lnTo>
                <a:lnTo>
                  <a:pt x="715883" y="32607"/>
                </a:lnTo>
                <a:lnTo>
                  <a:pt x="717041" y="32269"/>
                </a:lnTo>
                <a:lnTo>
                  <a:pt x="718190" y="31951"/>
                </a:lnTo>
                <a:lnTo>
                  <a:pt x="719331" y="31652"/>
                </a:lnTo>
                <a:lnTo>
                  <a:pt x="720464" y="31372"/>
                </a:lnTo>
                <a:lnTo>
                  <a:pt x="721588" y="31112"/>
                </a:lnTo>
                <a:lnTo>
                  <a:pt x="722704" y="30871"/>
                </a:lnTo>
                <a:lnTo>
                  <a:pt x="723813" y="30649"/>
                </a:lnTo>
                <a:lnTo>
                  <a:pt x="724916" y="30446"/>
                </a:lnTo>
                <a:lnTo>
                  <a:pt x="726014" y="30263"/>
                </a:lnTo>
                <a:lnTo>
                  <a:pt x="727107" y="30099"/>
                </a:lnTo>
                <a:lnTo>
                  <a:pt x="728194" y="29955"/>
                </a:lnTo>
                <a:lnTo>
                  <a:pt x="729275" y="29829"/>
                </a:lnTo>
                <a:lnTo>
                  <a:pt x="730351" y="29723"/>
                </a:lnTo>
                <a:lnTo>
                  <a:pt x="731422" y="29636"/>
                </a:lnTo>
                <a:lnTo>
                  <a:pt x="732487" y="29569"/>
                </a:lnTo>
                <a:lnTo>
                  <a:pt x="733547" y="29521"/>
                </a:lnTo>
                <a:lnTo>
                  <a:pt x="734601" y="29492"/>
                </a:lnTo>
                <a:lnTo>
                  <a:pt x="735650" y="29482"/>
                </a:lnTo>
                <a:lnTo>
                  <a:pt x="737283" y="29502"/>
                </a:lnTo>
                <a:lnTo>
                  <a:pt x="738875" y="29563"/>
                </a:lnTo>
                <a:lnTo>
                  <a:pt x="740427" y="29665"/>
                </a:lnTo>
                <a:lnTo>
                  <a:pt x="741939" y="29806"/>
                </a:lnTo>
                <a:lnTo>
                  <a:pt x="743411" y="29989"/>
                </a:lnTo>
                <a:lnTo>
                  <a:pt x="744843" y="30212"/>
                </a:lnTo>
                <a:lnTo>
                  <a:pt x="746235" y="30476"/>
                </a:lnTo>
                <a:lnTo>
                  <a:pt x="747586" y="30780"/>
                </a:lnTo>
                <a:lnTo>
                  <a:pt x="748898" y="31124"/>
                </a:lnTo>
                <a:lnTo>
                  <a:pt x="750169" y="31510"/>
                </a:lnTo>
                <a:lnTo>
                  <a:pt x="751400" y="31935"/>
                </a:lnTo>
                <a:lnTo>
                  <a:pt x="752591" y="32402"/>
                </a:lnTo>
                <a:lnTo>
                  <a:pt x="753743" y="32909"/>
                </a:lnTo>
                <a:lnTo>
                  <a:pt x="754859" y="33456"/>
                </a:lnTo>
                <a:lnTo>
                  <a:pt x="755937" y="34044"/>
                </a:lnTo>
                <a:lnTo>
                  <a:pt x="756978" y="34673"/>
                </a:lnTo>
                <a:lnTo>
                  <a:pt x="757982" y="35342"/>
                </a:lnTo>
                <a:lnTo>
                  <a:pt x="758948" y="36051"/>
                </a:lnTo>
                <a:lnTo>
                  <a:pt x="759878" y="36802"/>
                </a:lnTo>
                <a:lnTo>
                  <a:pt x="760770" y="37592"/>
                </a:lnTo>
                <a:lnTo>
                  <a:pt x="761625" y="38424"/>
                </a:lnTo>
                <a:lnTo>
                  <a:pt x="762443" y="39296"/>
                </a:lnTo>
                <a:lnTo>
                  <a:pt x="763224" y="40208"/>
                </a:lnTo>
                <a:lnTo>
                  <a:pt x="763968" y="41161"/>
                </a:lnTo>
                <a:lnTo>
                  <a:pt x="764409" y="41766"/>
                </a:lnTo>
                <a:lnTo>
                  <a:pt x="764828" y="42394"/>
                </a:lnTo>
                <a:lnTo>
                  <a:pt x="765225" y="43046"/>
                </a:lnTo>
                <a:lnTo>
                  <a:pt x="765601" y="43721"/>
                </a:lnTo>
                <a:lnTo>
                  <a:pt x="765954" y="44419"/>
                </a:lnTo>
                <a:lnTo>
                  <a:pt x="766286" y="45140"/>
                </a:lnTo>
                <a:lnTo>
                  <a:pt x="766596" y="45885"/>
                </a:lnTo>
                <a:lnTo>
                  <a:pt x="766885" y="46652"/>
                </a:lnTo>
                <a:lnTo>
                  <a:pt x="767151" y="47443"/>
                </a:lnTo>
                <a:lnTo>
                  <a:pt x="767396" y="48258"/>
                </a:lnTo>
                <a:lnTo>
                  <a:pt x="767619" y="49095"/>
                </a:lnTo>
                <a:lnTo>
                  <a:pt x="767820" y="49956"/>
                </a:lnTo>
                <a:lnTo>
                  <a:pt x="768002" y="50864"/>
                </a:lnTo>
                <a:lnTo>
                  <a:pt x="768169" y="51846"/>
                </a:lnTo>
                <a:lnTo>
                  <a:pt x="768319" y="52900"/>
                </a:lnTo>
                <a:lnTo>
                  <a:pt x="768454" y="54027"/>
                </a:lnTo>
                <a:lnTo>
                  <a:pt x="768573" y="55226"/>
                </a:lnTo>
                <a:lnTo>
                  <a:pt x="768676" y="56498"/>
                </a:lnTo>
                <a:lnTo>
                  <a:pt x="768763" y="57843"/>
                </a:lnTo>
                <a:lnTo>
                  <a:pt x="768834" y="59261"/>
                </a:lnTo>
                <a:lnTo>
                  <a:pt x="768890" y="60751"/>
                </a:lnTo>
                <a:lnTo>
                  <a:pt x="768929" y="62314"/>
                </a:lnTo>
                <a:lnTo>
                  <a:pt x="768953" y="63950"/>
                </a:lnTo>
                <a:lnTo>
                  <a:pt x="768961" y="65658"/>
                </a:lnTo>
                <a:close/>
                <a:moveTo>
                  <a:pt x="832359" y="82335"/>
                </a:moveTo>
                <a:lnTo>
                  <a:pt x="832381" y="83776"/>
                </a:lnTo>
                <a:lnTo>
                  <a:pt x="832449" y="85156"/>
                </a:lnTo>
                <a:lnTo>
                  <a:pt x="832562" y="86476"/>
                </a:lnTo>
                <a:lnTo>
                  <a:pt x="832719" y="87736"/>
                </a:lnTo>
                <a:lnTo>
                  <a:pt x="832922" y="88935"/>
                </a:lnTo>
                <a:lnTo>
                  <a:pt x="833170" y="90074"/>
                </a:lnTo>
                <a:lnTo>
                  <a:pt x="833463" y="91153"/>
                </a:lnTo>
                <a:lnTo>
                  <a:pt x="833801" y="92172"/>
                </a:lnTo>
                <a:lnTo>
                  <a:pt x="834184" y="93130"/>
                </a:lnTo>
                <a:lnTo>
                  <a:pt x="834613" y="94028"/>
                </a:lnTo>
                <a:lnTo>
                  <a:pt x="835086" y="94866"/>
                </a:lnTo>
                <a:lnTo>
                  <a:pt x="835604" y="95643"/>
                </a:lnTo>
                <a:lnTo>
                  <a:pt x="836167" y="96359"/>
                </a:lnTo>
                <a:lnTo>
                  <a:pt x="836772" y="97013"/>
                </a:lnTo>
                <a:lnTo>
                  <a:pt x="837421" y="97604"/>
                </a:lnTo>
                <a:lnTo>
                  <a:pt x="838113" y="98133"/>
                </a:lnTo>
                <a:lnTo>
                  <a:pt x="838848" y="98600"/>
                </a:lnTo>
                <a:lnTo>
                  <a:pt x="839625" y="99005"/>
                </a:lnTo>
                <a:lnTo>
                  <a:pt x="840446" y="99347"/>
                </a:lnTo>
                <a:lnTo>
                  <a:pt x="841311" y="99627"/>
                </a:lnTo>
                <a:lnTo>
                  <a:pt x="842218" y="99845"/>
                </a:lnTo>
                <a:lnTo>
                  <a:pt x="843168" y="100001"/>
                </a:lnTo>
                <a:lnTo>
                  <a:pt x="844162" y="100094"/>
                </a:lnTo>
                <a:lnTo>
                  <a:pt x="845198" y="100125"/>
                </a:lnTo>
                <a:lnTo>
                  <a:pt x="860534" y="100125"/>
                </a:lnTo>
                <a:lnTo>
                  <a:pt x="860534" y="111234"/>
                </a:lnTo>
                <a:lnTo>
                  <a:pt x="843914" y="111234"/>
                </a:lnTo>
                <a:lnTo>
                  <a:pt x="841989" y="111182"/>
                </a:lnTo>
                <a:lnTo>
                  <a:pt x="840139" y="111026"/>
                </a:lnTo>
                <a:lnTo>
                  <a:pt x="838362" y="110765"/>
                </a:lnTo>
                <a:lnTo>
                  <a:pt x="836658" y="110400"/>
                </a:lnTo>
                <a:lnTo>
                  <a:pt x="835029" y="109930"/>
                </a:lnTo>
                <a:lnTo>
                  <a:pt x="833473" y="109356"/>
                </a:lnTo>
                <a:lnTo>
                  <a:pt x="831991" y="108678"/>
                </a:lnTo>
                <a:lnTo>
                  <a:pt x="830583" y="107895"/>
                </a:lnTo>
                <a:lnTo>
                  <a:pt x="829249" y="107008"/>
                </a:lnTo>
                <a:lnTo>
                  <a:pt x="827989" y="106017"/>
                </a:lnTo>
                <a:lnTo>
                  <a:pt x="826802" y="104921"/>
                </a:lnTo>
                <a:lnTo>
                  <a:pt x="825689" y="103721"/>
                </a:lnTo>
                <a:lnTo>
                  <a:pt x="824658" y="102425"/>
                </a:lnTo>
                <a:lnTo>
                  <a:pt x="823717" y="101042"/>
                </a:lnTo>
                <a:lnTo>
                  <a:pt x="822865" y="99571"/>
                </a:lnTo>
                <a:lnTo>
                  <a:pt x="822103" y="98013"/>
                </a:lnTo>
                <a:lnTo>
                  <a:pt x="821431" y="96366"/>
                </a:lnTo>
                <a:lnTo>
                  <a:pt x="820848" y="94633"/>
                </a:lnTo>
                <a:lnTo>
                  <a:pt x="820355" y="92812"/>
                </a:lnTo>
                <a:lnTo>
                  <a:pt x="819951" y="90903"/>
                </a:lnTo>
                <a:lnTo>
                  <a:pt x="819638" y="88907"/>
                </a:lnTo>
                <a:lnTo>
                  <a:pt x="819413" y="86823"/>
                </a:lnTo>
                <a:lnTo>
                  <a:pt x="819279" y="84652"/>
                </a:lnTo>
                <a:lnTo>
                  <a:pt x="819234" y="82393"/>
                </a:lnTo>
                <a:lnTo>
                  <a:pt x="819234" y="10255"/>
                </a:lnTo>
                <a:lnTo>
                  <a:pt x="798192" y="10255"/>
                </a:lnTo>
                <a:lnTo>
                  <a:pt x="798192" y="0"/>
                </a:lnTo>
                <a:lnTo>
                  <a:pt x="832359" y="0"/>
                </a:lnTo>
                <a:lnTo>
                  <a:pt x="832359" y="82335"/>
                </a:lnTo>
                <a:close/>
                <a:moveTo>
                  <a:pt x="929923" y="70643"/>
                </a:moveTo>
                <a:lnTo>
                  <a:pt x="929890" y="68235"/>
                </a:lnTo>
                <a:lnTo>
                  <a:pt x="929790" y="65926"/>
                </a:lnTo>
                <a:lnTo>
                  <a:pt x="929622" y="63715"/>
                </a:lnTo>
                <a:lnTo>
                  <a:pt x="929388" y="61603"/>
                </a:lnTo>
                <a:lnTo>
                  <a:pt x="929087" y="59589"/>
                </a:lnTo>
                <a:lnTo>
                  <a:pt x="928720" y="57673"/>
                </a:lnTo>
                <a:lnTo>
                  <a:pt x="928285" y="55856"/>
                </a:lnTo>
                <a:lnTo>
                  <a:pt x="927783" y="54138"/>
                </a:lnTo>
                <a:lnTo>
                  <a:pt x="927215" y="52517"/>
                </a:lnTo>
                <a:lnTo>
                  <a:pt x="926580" y="50995"/>
                </a:lnTo>
                <a:lnTo>
                  <a:pt x="925878" y="49572"/>
                </a:lnTo>
                <a:lnTo>
                  <a:pt x="925109" y="48247"/>
                </a:lnTo>
                <a:lnTo>
                  <a:pt x="924276" y="47024"/>
                </a:lnTo>
                <a:lnTo>
                  <a:pt x="923382" y="45908"/>
                </a:lnTo>
                <a:lnTo>
                  <a:pt x="922427" y="44897"/>
                </a:lnTo>
                <a:lnTo>
                  <a:pt x="921411" y="43994"/>
                </a:lnTo>
                <a:lnTo>
                  <a:pt x="920335" y="43196"/>
                </a:lnTo>
                <a:lnTo>
                  <a:pt x="919197" y="42505"/>
                </a:lnTo>
                <a:lnTo>
                  <a:pt x="917999" y="41920"/>
                </a:lnTo>
                <a:lnTo>
                  <a:pt x="916739" y="41442"/>
                </a:lnTo>
                <a:lnTo>
                  <a:pt x="915419" y="41070"/>
                </a:lnTo>
                <a:lnTo>
                  <a:pt x="914038" y="40804"/>
                </a:lnTo>
                <a:lnTo>
                  <a:pt x="912596" y="40644"/>
                </a:lnTo>
                <a:lnTo>
                  <a:pt x="911092" y="40591"/>
                </a:lnTo>
                <a:lnTo>
                  <a:pt x="909519" y="40644"/>
                </a:lnTo>
                <a:lnTo>
                  <a:pt x="908009" y="40804"/>
                </a:lnTo>
                <a:lnTo>
                  <a:pt x="906563" y="41070"/>
                </a:lnTo>
                <a:lnTo>
                  <a:pt x="905180" y="41442"/>
                </a:lnTo>
                <a:lnTo>
                  <a:pt x="903860" y="41920"/>
                </a:lnTo>
                <a:lnTo>
                  <a:pt x="902604" y="42505"/>
                </a:lnTo>
                <a:lnTo>
                  <a:pt x="901411" y="43196"/>
                </a:lnTo>
                <a:lnTo>
                  <a:pt x="900282" y="43994"/>
                </a:lnTo>
                <a:lnTo>
                  <a:pt x="899216" y="44897"/>
                </a:lnTo>
                <a:lnTo>
                  <a:pt x="898213" y="45908"/>
                </a:lnTo>
                <a:lnTo>
                  <a:pt x="897274" y="47024"/>
                </a:lnTo>
                <a:lnTo>
                  <a:pt x="896398" y="48247"/>
                </a:lnTo>
                <a:lnTo>
                  <a:pt x="895590" y="49572"/>
                </a:lnTo>
                <a:lnTo>
                  <a:pt x="894851" y="50995"/>
                </a:lnTo>
                <a:lnTo>
                  <a:pt x="894183" y="52517"/>
                </a:lnTo>
                <a:lnTo>
                  <a:pt x="893585" y="54138"/>
                </a:lnTo>
                <a:lnTo>
                  <a:pt x="893057" y="55856"/>
                </a:lnTo>
                <a:lnTo>
                  <a:pt x="892600" y="57673"/>
                </a:lnTo>
                <a:lnTo>
                  <a:pt x="892213" y="59589"/>
                </a:lnTo>
                <a:lnTo>
                  <a:pt x="891897" y="61603"/>
                </a:lnTo>
                <a:lnTo>
                  <a:pt x="891651" y="63715"/>
                </a:lnTo>
                <a:lnTo>
                  <a:pt x="891475" y="65926"/>
                </a:lnTo>
                <a:lnTo>
                  <a:pt x="891369" y="68235"/>
                </a:lnTo>
                <a:lnTo>
                  <a:pt x="891334" y="70643"/>
                </a:lnTo>
                <a:lnTo>
                  <a:pt x="891370" y="73051"/>
                </a:lnTo>
                <a:lnTo>
                  <a:pt x="891476" y="75362"/>
                </a:lnTo>
                <a:lnTo>
                  <a:pt x="891653" y="77575"/>
                </a:lnTo>
                <a:lnTo>
                  <a:pt x="891901" y="79691"/>
                </a:lnTo>
                <a:lnTo>
                  <a:pt x="892220" y="81709"/>
                </a:lnTo>
                <a:lnTo>
                  <a:pt x="892609" y="83631"/>
                </a:lnTo>
                <a:lnTo>
                  <a:pt x="893070" y="85454"/>
                </a:lnTo>
                <a:lnTo>
                  <a:pt x="893601" y="87180"/>
                </a:lnTo>
                <a:lnTo>
                  <a:pt x="894203" y="88809"/>
                </a:lnTo>
                <a:lnTo>
                  <a:pt x="894876" y="90340"/>
                </a:lnTo>
                <a:lnTo>
                  <a:pt x="895620" y="91774"/>
                </a:lnTo>
                <a:lnTo>
                  <a:pt x="896434" y="93111"/>
                </a:lnTo>
                <a:lnTo>
                  <a:pt x="897316" y="94345"/>
                </a:lnTo>
                <a:lnTo>
                  <a:pt x="898262" y="95472"/>
                </a:lnTo>
                <a:lnTo>
                  <a:pt x="899272" y="96491"/>
                </a:lnTo>
                <a:lnTo>
                  <a:pt x="900345" y="97403"/>
                </a:lnTo>
                <a:lnTo>
                  <a:pt x="901483" y="98208"/>
                </a:lnTo>
                <a:lnTo>
                  <a:pt x="902684" y="98906"/>
                </a:lnTo>
                <a:lnTo>
                  <a:pt x="903950" y="99496"/>
                </a:lnTo>
                <a:lnTo>
                  <a:pt x="905279" y="99979"/>
                </a:lnTo>
                <a:lnTo>
                  <a:pt x="906672" y="100354"/>
                </a:lnTo>
                <a:lnTo>
                  <a:pt x="908129" y="100623"/>
                </a:lnTo>
                <a:lnTo>
                  <a:pt x="909650" y="100784"/>
                </a:lnTo>
                <a:lnTo>
                  <a:pt x="911235" y="100837"/>
                </a:lnTo>
                <a:lnTo>
                  <a:pt x="912715" y="100783"/>
                </a:lnTo>
                <a:lnTo>
                  <a:pt x="914137" y="100622"/>
                </a:lnTo>
                <a:lnTo>
                  <a:pt x="915499" y="100352"/>
                </a:lnTo>
                <a:lnTo>
                  <a:pt x="916803" y="99975"/>
                </a:lnTo>
                <a:lnTo>
                  <a:pt x="918047" y="99490"/>
                </a:lnTo>
                <a:lnTo>
                  <a:pt x="919233" y="98897"/>
                </a:lnTo>
                <a:lnTo>
                  <a:pt x="920360" y="98196"/>
                </a:lnTo>
                <a:lnTo>
                  <a:pt x="921427" y="97387"/>
                </a:lnTo>
                <a:lnTo>
                  <a:pt x="922436" y="96471"/>
                </a:lnTo>
                <a:lnTo>
                  <a:pt x="923386" y="95447"/>
                </a:lnTo>
                <a:lnTo>
                  <a:pt x="924277" y="94315"/>
                </a:lnTo>
                <a:lnTo>
                  <a:pt x="925109" y="93075"/>
                </a:lnTo>
                <a:lnTo>
                  <a:pt x="925878" y="91733"/>
                </a:lnTo>
                <a:lnTo>
                  <a:pt x="926580" y="90296"/>
                </a:lnTo>
                <a:lnTo>
                  <a:pt x="927215" y="88762"/>
                </a:lnTo>
                <a:lnTo>
                  <a:pt x="927783" y="87133"/>
                </a:lnTo>
                <a:lnTo>
                  <a:pt x="928285" y="85407"/>
                </a:lnTo>
                <a:lnTo>
                  <a:pt x="928720" y="83586"/>
                </a:lnTo>
                <a:lnTo>
                  <a:pt x="929087" y="81669"/>
                </a:lnTo>
                <a:lnTo>
                  <a:pt x="929388" y="79655"/>
                </a:lnTo>
                <a:lnTo>
                  <a:pt x="929622" y="77546"/>
                </a:lnTo>
                <a:lnTo>
                  <a:pt x="929790" y="75341"/>
                </a:lnTo>
                <a:lnTo>
                  <a:pt x="929890" y="73040"/>
                </a:lnTo>
                <a:lnTo>
                  <a:pt x="929923" y="70643"/>
                </a:lnTo>
                <a:moveTo>
                  <a:pt x="943048" y="106069"/>
                </a:moveTo>
                <a:lnTo>
                  <a:pt x="942989" y="109003"/>
                </a:lnTo>
                <a:lnTo>
                  <a:pt x="942812" y="111815"/>
                </a:lnTo>
                <a:lnTo>
                  <a:pt x="942518" y="114507"/>
                </a:lnTo>
                <a:lnTo>
                  <a:pt x="942105" y="117079"/>
                </a:lnTo>
                <a:lnTo>
                  <a:pt x="941574" y="119529"/>
                </a:lnTo>
                <a:lnTo>
                  <a:pt x="940926" y="121858"/>
                </a:lnTo>
                <a:lnTo>
                  <a:pt x="940160" y="124067"/>
                </a:lnTo>
                <a:lnTo>
                  <a:pt x="939275" y="126155"/>
                </a:lnTo>
                <a:lnTo>
                  <a:pt x="938273" y="128122"/>
                </a:lnTo>
                <a:lnTo>
                  <a:pt x="937153" y="129969"/>
                </a:lnTo>
                <a:lnTo>
                  <a:pt x="935916" y="131694"/>
                </a:lnTo>
                <a:lnTo>
                  <a:pt x="934560" y="133299"/>
                </a:lnTo>
                <a:lnTo>
                  <a:pt x="933090" y="134780"/>
                </a:lnTo>
                <a:lnTo>
                  <a:pt x="931508" y="136131"/>
                </a:lnTo>
                <a:lnTo>
                  <a:pt x="929816" y="137354"/>
                </a:lnTo>
                <a:lnTo>
                  <a:pt x="928013" y="138449"/>
                </a:lnTo>
                <a:lnTo>
                  <a:pt x="926099" y="139414"/>
                </a:lnTo>
                <a:lnTo>
                  <a:pt x="924074" y="140251"/>
                </a:lnTo>
                <a:lnTo>
                  <a:pt x="921938" y="140959"/>
                </a:lnTo>
                <a:lnTo>
                  <a:pt x="919692" y="141538"/>
                </a:lnTo>
                <a:lnTo>
                  <a:pt x="917334" y="141989"/>
                </a:lnTo>
                <a:lnTo>
                  <a:pt x="914865" y="142311"/>
                </a:lnTo>
                <a:lnTo>
                  <a:pt x="912285" y="142504"/>
                </a:lnTo>
                <a:lnTo>
                  <a:pt x="909594" y="142568"/>
                </a:lnTo>
                <a:lnTo>
                  <a:pt x="908687" y="142561"/>
                </a:lnTo>
                <a:lnTo>
                  <a:pt x="907774" y="142540"/>
                </a:lnTo>
                <a:lnTo>
                  <a:pt x="906853" y="142505"/>
                </a:lnTo>
                <a:lnTo>
                  <a:pt x="905925" y="142455"/>
                </a:lnTo>
                <a:lnTo>
                  <a:pt x="904990" y="142392"/>
                </a:lnTo>
                <a:lnTo>
                  <a:pt x="904049" y="142314"/>
                </a:lnTo>
                <a:lnTo>
                  <a:pt x="903100" y="142223"/>
                </a:lnTo>
                <a:lnTo>
                  <a:pt x="902144" y="142117"/>
                </a:lnTo>
                <a:lnTo>
                  <a:pt x="901182" y="141997"/>
                </a:lnTo>
                <a:lnTo>
                  <a:pt x="900213" y="141863"/>
                </a:lnTo>
                <a:lnTo>
                  <a:pt x="899236" y="141715"/>
                </a:lnTo>
                <a:lnTo>
                  <a:pt x="898253" y="141553"/>
                </a:lnTo>
                <a:lnTo>
                  <a:pt x="897266" y="141378"/>
                </a:lnTo>
                <a:lnTo>
                  <a:pt x="896280" y="141189"/>
                </a:lnTo>
                <a:lnTo>
                  <a:pt x="895293" y="140987"/>
                </a:lnTo>
                <a:lnTo>
                  <a:pt x="894306" y="140772"/>
                </a:lnTo>
                <a:lnTo>
                  <a:pt x="893319" y="140544"/>
                </a:lnTo>
                <a:lnTo>
                  <a:pt x="892333" y="140303"/>
                </a:lnTo>
                <a:lnTo>
                  <a:pt x="891346" y="140048"/>
                </a:lnTo>
                <a:lnTo>
                  <a:pt x="890359" y="139781"/>
                </a:lnTo>
                <a:lnTo>
                  <a:pt x="889373" y="139500"/>
                </a:lnTo>
                <a:lnTo>
                  <a:pt x="888386" y="139207"/>
                </a:lnTo>
                <a:lnTo>
                  <a:pt x="887399" y="138900"/>
                </a:lnTo>
                <a:lnTo>
                  <a:pt x="886412" y="138580"/>
                </a:lnTo>
                <a:lnTo>
                  <a:pt x="886412" y="125619"/>
                </a:lnTo>
                <a:lnTo>
                  <a:pt x="887568" y="126153"/>
                </a:lnTo>
                <a:lnTo>
                  <a:pt x="888707" y="126664"/>
                </a:lnTo>
                <a:lnTo>
                  <a:pt x="889827" y="127150"/>
                </a:lnTo>
                <a:lnTo>
                  <a:pt x="890930" y="127613"/>
                </a:lnTo>
                <a:lnTo>
                  <a:pt x="892015" y="128052"/>
                </a:lnTo>
                <a:lnTo>
                  <a:pt x="893082" y="128468"/>
                </a:lnTo>
                <a:lnTo>
                  <a:pt x="894131" y="128860"/>
                </a:lnTo>
                <a:lnTo>
                  <a:pt x="895162" y="129227"/>
                </a:lnTo>
                <a:lnTo>
                  <a:pt x="896176" y="129572"/>
                </a:lnTo>
                <a:lnTo>
                  <a:pt x="897171" y="129892"/>
                </a:lnTo>
                <a:lnTo>
                  <a:pt x="898149" y="130189"/>
                </a:lnTo>
                <a:lnTo>
                  <a:pt x="899109" y="130462"/>
                </a:lnTo>
                <a:lnTo>
                  <a:pt x="900054" y="130712"/>
                </a:lnTo>
                <a:lnTo>
                  <a:pt x="900985" y="130941"/>
                </a:lnTo>
                <a:lnTo>
                  <a:pt x="901904" y="131147"/>
                </a:lnTo>
                <a:lnTo>
                  <a:pt x="902810" y="131332"/>
                </a:lnTo>
                <a:lnTo>
                  <a:pt x="903703" y="131495"/>
                </a:lnTo>
                <a:lnTo>
                  <a:pt x="904584" y="131637"/>
                </a:lnTo>
                <a:lnTo>
                  <a:pt x="905451" y="131756"/>
                </a:lnTo>
                <a:lnTo>
                  <a:pt x="906305" y="131854"/>
                </a:lnTo>
                <a:lnTo>
                  <a:pt x="907147" y="131931"/>
                </a:lnTo>
                <a:lnTo>
                  <a:pt x="907976" y="131985"/>
                </a:lnTo>
                <a:lnTo>
                  <a:pt x="908792" y="132018"/>
                </a:lnTo>
                <a:lnTo>
                  <a:pt x="909594" y="132028"/>
                </a:lnTo>
                <a:lnTo>
                  <a:pt x="911326" y="131989"/>
                </a:lnTo>
                <a:lnTo>
                  <a:pt x="912977" y="131869"/>
                </a:lnTo>
                <a:lnTo>
                  <a:pt x="914547" y="131669"/>
                </a:lnTo>
                <a:lnTo>
                  <a:pt x="916038" y="131389"/>
                </a:lnTo>
                <a:lnTo>
                  <a:pt x="917448" y="131029"/>
                </a:lnTo>
                <a:lnTo>
                  <a:pt x="918778" y="130589"/>
                </a:lnTo>
                <a:lnTo>
                  <a:pt x="920028" y="130069"/>
                </a:lnTo>
                <a:lnTo>
                  <a:pt x="921197" y="129470"/>
                </a:lnTo>
                <a:lnTo>
                  <a:pt x="922287" y="128790"/>
                </a:lnTo>
                <a:lnTo>
                  <a:pt x="923296" y="128030"/>
                </a:lnTo>
                <a:lnTo>
                  <a:pt x="924224" y="127191"/>
                </a:lnTo>
                <a:lnTo>
                  <a:pt x="925073" y="126271"/>
                </a:lnTo>
                <a:lnTo>
                  <a:pt x="925848" y="125265"/>
                </a:lnTo>
                <a:lnTo>
                  <a:pt x="926555" y="124165"/>
                </a:lnTo>
                <a:lnTo>
                  <a:pt x="927195" y="122971"/>
                </a:lnTo>
                <a:lnTo>
                  <a:pt x="927768" y="121683"/>
                </a:lnTo>
                <a:lnTo>
                  <a:pt x="928273" y="120302"/>
                </a:lnTo>
                <a:lnTo>
                  <a:pt x="928711" y="118826"/>
                </a:lnTo>
                <a:lnTo>
                  <a:pt x="929081" y="117257"/>
                </a:lnTo>
                <a:lnTo>
                  <a:pt x="929384" y="115594"/>
                </a:lnTo>
                <a:lnTo>
                  <a:pt x="929620" y="113838"/>
                </a:lnTo>
                <a:lnTo>
                  <a:pt x="929789" y="111987"/>
                </a:lnTo>
                <a:lnTo>
                  <a:pt x="929890" y="110043"/>
                </a:lnTo>
                <a:lnTo>
                  <a:pt x="929923" y="108005"/>
                </a:lnTo>
                <a:lnTo>
                  <a:pt x="929923" y="107433"/>
                </a:lnTo>
                <a:lnTo>
                  <a:pt x="929923" y="98487"/>
                </a:lnTo>
                <a:lnTo>
                  <a:pt x="929384" y="99585"/>
                </a:lnTo>
                <a:lnTo>
                  <a:pt x="928814" y="100635"/>
                </a:lnTo>
                <a:lnTo>
                  <a:pt x="928211" y="101637"/>
                </a:lnTo>
                <a:lnTo>
                  <a:pt x="927577" y="102592"/>
                </a:lnTo>
                <a:lnTo>
                  <a:pt x="926912" y="103499"/>
                </a:lnTo>
                <a:lnTo>
                  <a:pt x="926214" y="104358"/>
                </a:lnTo>
                <a:lnTo>
                  <a:pt x="925485" y="105169"/>
                </a:lnTo>
                <a:lnTo>
                  <a:pt x="924724" y="105933"/>
                </a:lnTo>
                <a:lnTo>
                  <a:pt x="923932" y="106649"/>
                </a:lnTo>
                <a:lnTo>
                  <a:pt x="923107" y="107317"/>
                </a:lnTo>
                <a:lnTo>
                  <a:pt x="922251" y="107938"/>
                </a:lnTo>
                <a:lnTo>
                  <a:pt x="921364" y="108510"/>
                </a:lnTo>
                <a:lnTo>
                  <a:pt x="920444" y="109037"/>
                </a:lnTo>
                <a:lnTo>
                  <a:pt x="919491" y="109517"/>
                </a:lnTo>
                <a:lnTo>
                  <a:pt x="918506" y="109951"/>
                </a:lnTo>
                <a:lnTo>
                  <a:pt x="917488" y="110340"/>
                </a:lnTo>
                <a:lnTo>
                  <a:pt x="916438" y="110683"/>
                </a:lnTo>
                <a:lnTo>
                  <a:pt x="915354" y="110981"/>
                </a:lnTo>
                <a:lnTo>
                  <a:pt x="914238" y="111232"/>
                </a:lnTo>
                <a:lnTo>
                  <a:pt x="913090" y="111438"/>
                </a:lnTo>
                <a:lnTo>
                  <a:pt x="911908" y="111598"/>
                </a:lnTo>
                <a:lnTo>
                  <a:pt x="910694" y="111713"/>
                </a:lnTo>
                <a:lnTo>
                  <a:pt x="909447" y="111781"/>
                </a:lnTo>
                <a:lnTo>
                  <a:pt x="908168" y="111804"/>
                </a:lnTo>
                <a:lnTo>
                  <a:pt x="905877" y="111726"/>
                </a:lnTo>
                <a:lnTo>
                  <a:pt x="903664" y="111493"/>
                </a:lnTo>
                <a:lnTo>
                  <a:pt x="901530" y="111105"/>
                </a:lnTo>
                <a:lnTo>
                  <a:pt x="899474" y="110561"/>
                </a:lnTo>
                <a:lnTo>
                  <a:pt x="897496" y="109861"/>
                </a:lnTo>
                <a:lnTo>
                  <a:pt x="895596" y="109007"/>
                </a:lnTo>
                <a:lnTo>
                  <a:pt x="893775" y="107997"/>
                </a:lnTo>
                <a:lnTo>
                  <a:pt x="892032" y="106831"/>
                </a:lnTo>
                <a:lnTo>
                  <a:pt x="890367" y="105510"/>
                </a:lnTo>
                <a:lnTo>
                  <a:pt x="888780" y="104034"/>
                </a:lnTo>
                <a:lnTo>
                  <a:pt x="887272" y="102402"/>
                </a:lnTo>
                <a:lnTo>
                  <a:pt x="885842" y="100615"/>
                </a:lnTo>
                <a:lnTo>
                  <a:pt x="884509" y="98697"/>
                </a:lnTo>
                <a:lnTo>
                  <a:pt x="883292" y="96674"/>
                </a:lnTo>
                <a:lnTo>
                  <a:pt x="882191" y="94547"/>
                </a:lnTo>
                <a:lnTo>
                  <a:pt x="881205" y="92315"/>
                </a:lnTo>
                <a:lnTo>
                  <a:pt x="880336" y="89977"/>
                </a:lnTo>
                <a:lnTo>
                  <a:pt x="879583" y="87535"/>
                </a:lnTo>
                <a:lnTo>
                  <a:pt x="878945" y="84988"/>
                </a:lnTo>
                <a:lnTo>
                  <a:pt x="878423" y="82336"/>
                </a:lnTo>
                <a:lnTo>
                  <a:pt x="878018" y="79579"/>
                </a:lnTo>
                <a:lnTo>
                  <a:pt x="877728" y="76717"/>
                </a:lnTo>
                <a:lnTo>
                  <a:pt x="877554" y="73750"/>
                </a:lnTo>
                <a:lnTo>
                  <a:pt x="877496" y="70679"/>
                </a:lnTo>
                <a:lnTo>
                  <a:pt x="877554" y="67596"/>
                </a:lnTo>
                <a:lnTo>
                  <a:pt x="877728" y="64619"/>
                </a:lnTo>
                <a:lnTo>
                  <a:pt x="878018" y="61747"/>
                </a:lnTo>
                <a:lnTo>
                  <a:pt x="878423" y="58982"/>
                </a:lnTo>
                <a:lnTo>
                  <a:pt x="878945" y="56323"/>
                </a:lnTo>
                <a:lnTo>
                  <a:pt x="879583" y="53770"/>
                </a:lnTo>
                <a:lnTo>
                  <a:pt x="880336" y="51322"/>
                </a:lnTo>
                <a:lnTo>
                  <a:pt x="881205" y="48981"/>
                </a:lnTo>
                <a:lnTo>
                  <a:pt x="882191" y="46745"/>
                </a:lnTo>
                <a:lnTo>
                  <a:pt x="883292" y="44615"/>
                </a:lnTo>
                <a:lnTo>
                  <a:pt x="884509" y="42591"/>
                </a:lnTo>
                <a:lnTo>
                  <a:pt x="885842" y="40674"/>
                </a:lnTo>
                <a:lnTo>
                  <a:pt x="887272" y="38886"/>
                </a:lnTo>
                <a:lnTo>
                  <a:pt x="888780" y="37254"/>
                </a:lnTo>
                <a:lnTo>
                  <a:pt x="890367" y="35777"/>
                </a:lnTo>
                <a:lnTo>
                  <a:pt x="892032" y="34456"/>
                </a:lnTo>
                <a:lnTo>
                  <a:pt x="893775" y="33290"/>
                </a:lnTo>
                <a:lnTo>
                  <a:pt x="895596" y="32280"/>
                </a:lnTo>
                <a:lnTo>
                  <a:pt x="897496" y="31425"/>
                </a:lnTo>
                <a:lnTo>
                  <a:pt x="899474" y="30726"/>
                </a:lnTo>
                <a:lnTo>
                  <a:pt x="901530" y="30182"/>
                </a:lnTo>
                <a:lnTo>
                  <a:pt x="903664" y="29793"/>
                </a:lnTo>
                <a:lnTo>
                  <a:pt x="905877" y="29560"/>
                </a:lnTo>
                <a:lnTo>
                  <a:pt x="908168" y="29482"/>
                </a:lnTo>
                <a:lnTo>
                  <a:pt x="909435" y="29503"/>
                </a:lnTo>
                <a:lnTo>
                  <a:pt x="910670" y="29567"/>
                </a:lnTo>
                <a:lnTo>
                  <a:pt x="911873" y="29673"/>
                </a:lnTo>
                <a:lnTo>
                  <a:pt x="913042" y="29822"/>
                </a:lnTo>
                <a:lnTo>
                  <a:pt x="914179" y="30014"/>
                </a:lnTo>
                <a:lnTo>
                  <a:pt x="915283" y="30248"/>
                </a:lnTo>
                <a:lnTo>
                  <a:pt x="916354" y="30524"/>
                </a:lnTo>
                <a:lnTo>
                  <a:pt x="917393" y="30843"/>
                </a:lnTo>
                <a:lnTo>
                  <a:pt x="918399" y="31205"/>
                </a:lnTo>
                <a:lnTo>
                  <a:pt x="919373" y="31609"/>
                </a:lnTo>
                <a:lnTo>
                  <a:pt x="920313" y="32055"/>
                </a:lnTo>
                <a:lnTo>
                  <a:pt x="921221" y="32544"/>
                </a:lnTo>
                <a:lnTo>
                  <a:pt x="922099" y="33078"/>
                </a:lnTo>
                <a:lnTo>
                  <a:pt x="922949" y="33658"/>
                </a:lnTo>
                <a:lnTo>
                  <a:pt x="923771" y="34284"/>
                </a:lnTo>
                <a:lnTo>
                  <a:pt x="924566" y="34958"/>
                </a:lnTo>
                <a:lnTo>
                  <a:pt x="925333" y="35677"/>
                </a:lnTo>
                <a:lnTo>
                  <a:pt x="926072" y="36443"/>
                </a:lnTo>
                <a:lnTo>
                  <a:pt x="926783" y="37256"/>
                </a:lnTo>
                <a:lnTo>
                  <a:pt x="927466" y="38115"/>
                </a:lnTo>
                <a:lnTo>
                  <a:pt x="928122" y="39020"/>
                </a:lnTo>
                <a:lnTo>
                  <a:pt x="928750" y="39972"/>
                </a:lnTo>
                <a:lnTo>
                  <a:pt x="929351" y="40971"/>
                </a:lnTo>
                <a:lnTo>
                  <a:pt x="929923" y="42016"/>
                </a:lnTo>
                <a:lnTo>
                  <a:pt x="929923" y="31761"/>
                </a:lnTo>
                <a:lnTo>
                  <a:pt x="943048" y="31761"/>
                </a:lnTo>
                <a:lnTo>
                  <a:pt x="943048" y="106069"/>
                </a:lnTo>
                <a:close/>
                <a:moveTo>
                  <a:pt x="987900" y="85455"/>
                </a:moveTo>
                <a:lnTo>
                  <a:pt x="1010155" y="85455"/>
                </a:lnTo>
                <a:lnTo>
                  <a:pt x="1010155" y="104353"/>
                </a:lnTo>
                <a:lnTo>
                  <a:pt x="994320" y="135091"/>
                </a:lnTo>
                <a:lnTo>
                  <a:pt x="980054" y="135162"/>
                </a:lnTo>
                <a:lnTo>
                  <a:pt x="987900" y="104353"/>
                </a:lnTo>
                <a:lnTo>
                  <a:pt x="987900" y="85455"/>
                </a:lnTo>
                <a:close/>
                <a:moveTo>
                  <a:pt x="1095308" y="82335"/>
                </a:moveTo>
                <a:lnTo>
                  <a:pt x="1095331" y="83776"/>
                </a:lnTo>
                <a:lnTo>
                  <a:pt x="1095398" y="85156"/>
                </a:lnTo>
                <a:lnTo>
                  <a:pt x="1095511" y="86476"/>
                </a:lnTo>
                <a:lnTo>
                  <a:pt x="1095669" y="87736"/>
                </a:lnTo>
                <a:lnTo>
                  <a:pt x="1095872" y="88935"/>
                </a:lnTo>
                <a:lnTo>
                  <a:pt x="1096119" y="90074"/>
                </a:lnTo>
                <a:lnTo>
                  <a:pt x="1096412" y="91153"/>
                </a:lnTo>
                <a:lnTo>
                  <a:pt x="1096750" y="92172"/>
                </a:lnTo>
                <a:lnTo>
                  <a:pt x="1097134" y="93130"/>
                </a:lnTo>
                <a:lnTo>
                  <a:pt x="1097562" y="94028"/>
                </a:lnTo>
                <a:lnTo>
                  <a:pt x="1098035" y="94866"/>
                </a:lnTo>
                <a:lnTo>
                  <a:pt x="1098554" y="95643"/>
                </a:lnTo>
                <a:lnTo>
                  <a:pt x="1099116" y="96359"/>
                </a:lnTo>
                <a:lnTo>
                  <a:pt x="1099722" y="97013"/>
                </a:lnTo>
                <a:lnTo>
                  <a:pt x="1100370" y="97604"/>
                </a:lnTo>
                <a:lnTo>
                  <a:pt x="1101062" y="98133"/>
                </a:lnTo>
                <a:lnTo>
                  <a:pt x="1101797" y="98600"/>
                </a:lnTo>
                <a:lnTo>
                  <a:pt x="1102575" y="99005"/>
                </a:lnTo>
                <a:lnTo>
                  <a:pt x="1103396" y="99347"/>
                </a:lnTo>
                <a:lnTo>
                  <a:pt x="1104260" y="99627"/>
                </a:lnTo>
                <a:lnTo>
                  <a:pt x="1105167" y="99845"/>
                </a:lnTo>
                <a:lnTo>
                  <a:pt x="1106117" y="100001"/>
                </a:lnTo>
                <a:lnTo>
                  <a:pt x="1107111" y="100094"/>
                </a:lnTo>
                <a:lnTo>
                  <a:pt x="1108147" y="100125"/>
                </a:lnTo>
                <a:lnTo>
                  <a:pt x="1123483" y="100125"/>
                </a:lnTo>
                <a:lnTo>
                  <a:pt x="1123483" y="111234"/>
                </a:lnTo>
                <a:lnTo>
                  <a:pt x="1106863" y="111234"/>
                </a:lnTo>
                <a:lnTo>
                  <a:pt x="1104939" y="111182"/>
                </a:lnTo>
                <a:lnTo>
                  <a:pt x="1103088" y="111026"/>
                </a:lnTo>
                <a:lnTo>
                  <a:pt x="1101311" y="110765"/>
                </a:lnTo>
                <a:lnTo>
                  <a:pt x="1099608" y="110400"/>
                </a:lnTo>
                <a:lnTo>
                  <a:pt x="1097978" y="109930"/>
                </a:lnTo>
                <a:lnTo>
                  <a:pt x="1096423" y="109356"/>
                </a:lnTo>
                <a:lnTo>
                  <a:pt x="1094941" y="108678"/>
                </a:lnTo>
                <a:lnTo>
                  <a:pt x="1093533" y="107895"/>
                </a:lnTo>
                <a:lnTo>
                  <a:pt x="1092199" y="107008"/>
                </a:lnTo>
                <a:lnTo>
                  <a:pt x="1090938" y="106017"/>
                </a:lnTo>
                <a:lnTo>
                  <a:pt x="1089752" y="104921"/>
                </a:lnTo>
                <a:lnTo>
                  <a:pt x="1088639" y="103721"/>
                </a:lnTo>
                <a:lnTo>
                  <a:pt x="1087608" y="102425"/>
                </a:lnTo>
                <a:lnTo>
                  <a:pt x="1086666" y="101042"/>
                </a:lnTo>
                <a:lnTo>
                  <a:pt x="1085815" y="99571"/>
                </a:lnTo>
                <a:lnTo>
                  <a:pt x="1085052" y="98013"/>
                </a:lnTo>
                <a:lnTo>
                  <a:pt x="1084380" y="96366"/>
                </a:lnTo>
                <a:lnTo>
                  <a:pt x="1083797" y="94633"/>
                </a:lnTo>
                <a:lnTo>
                  <a:pt x="1083304" y="92812"/>
                </a:lnTo>
                <a:lnTo>
                  <a:pt x="1082901" y="90903"/>
                </a:lnTo>
                <a:lnTo>
                  <a:pt x="1082587" y="88907"/>
                </a:lnTo>
                <a:lnTo>
                  <a:pt x="1082363" y="86823"/>
                </a:lnTo>
                <a:lnTo>
                  <a:pt x="1082228" y="84652"/>
                </a:lnTo>
                <a:lnTo>
                  <a:pt x="1082183" y="82393"/>
                </a:lnTo>
                <a:lnTo>
                  <a:pt x="1082183" y="10255"/>
                </a:lnTo>
                <a:lnTo>
                  <a:pt x="1061141" y="10255"/>
                </a:lnTo>
                <a:lnTo>
                  <a:pt x="1061141" y="0"/>
                </a:lnTo>
                <a:lnTo>
                  <a:pt x="1095308" y="0"/>
                </a:lnTo>
                <a:lnTo>
                  <a:pt x="1095308" y="82335"/>
                </a:lnTo>
                <a:close/>
                <a:moveTo>
                  <a:pt x="1182958" y="82335"/>
                </a:moveTo>
                <a:lnTo>
                  <a:pt x="1182980" y="83776"/>
                </a:lnTo>
                <a:lnTo>
                  <a:pt x="1183048" y="85156"/>
                </a:lnTo>
                <a:lnTo>
                  <a:pt x="1183161" y="86476"/>
                </a:lnTo>
                <a:lnTo>
                  <a:pt x="1183318" y="87736"/>
                </a:lnTo>
                <a:lnTo>
                  <a:pt x="1183521" y="88935"/>
                </a:lnTo>
                <a:lnTo>
                  <a:pt x="1183769" y="90074"/>
                </a:lnTo>
                <a:lnTo>
                  <a:pt x="1184062" y="91153"/>
                </a:lnTo>
                <a:lnTo>
                  <a:pt x="1184400" y="92172"/>
                </a:lnTo>
                <a:lnTo>
                  <a:pt x="1184783" y="93130"/>
                </a:lnTo>
                <a:lnTo>
                  <a:pt x="1185212" y="94028"/>
                </a:lnTo>
                <a:lnTo>
                  <a:pt x="1185685" y="94866"/>
                </a:lnTo>
                <a:lnTo>
                  <a:pt x="1186203" y="95643"/>
                </a:lnTo>
                <a:lnTo>
                  <a:pt x="1186766" y="96359"/>
                </a:lnTo>
                <a:lnTo>
                  <a:pt x="1187371" y="97013"/>
                </a:lnTo>
                <a:lnTo>
                  <a:pt x="1188020" y="97604"/>
                </a:lnTo>
                <a:lnTo>
                  <a:pt x="1188712" y="98133"/>
                </a:lnTo>
                <a:lnTo>
                  <a:pt x="1189447" y="98600"/>
                </a:lnTo>
                <a:lnTo>
                  <a:pt x="1190225" y="99005"/>
                </a:lnTo>
                <a:lnTo>
                  <a:pt x="1191046" y="99347"/>
                </a:lnTo>
                <a:lnTo>
                  <a:pt x="1191910" y="99627"/>
                </a:lnTo>
                <a:lnTo>
                  <a:pt x="1192817" y="99845"/>
                </a:lnTo>
                <a:lnTo>
                  <a:pt x="1193767" y="100001"/>
                </a:lnTo>
                <a:lnTo>
                  <a:pt x="1194761" y="100094"/>
                </a:lnTo>
                <a:lnTo>
                  <a:pt x="1195797" y="100125"/>
                </a:lnTo>
                <a:lnTo>
                  <a:pt x="1211133" y="100125"/>
                </a:lnTo>
                <a:lnTo>
                  <a:pt x="1211133" y="111234"/>
                </a:lnTo>
                <a:lnTo>
                  <a:pt x="1194513" y="111234"/>
                </a:lnTo>
                <a:lnTo>
                  <a:pt x="1192589" y="111182"/>
                </a:lnTo>
                <a:lnTo>
                  <a:pt x="1190738" y="111026"/>
                </a:lnTo>
                <a:lnTo>
                  <a:pt x="1188961" y="110765"/>
                </a:lnTo>
                <a:lnTo>
                  <a:pt x="1187257" y="110400"/>
                </a:lnTo>
                <a:lnTo>
                  <a:pt x="1185628" y="109930"/>
                </a:lnTo>
                <a:lnTo>
                  <a:pt x="1184072" y="109356"/>
                </a:lnTo>
                <a:lnTo>
                  <a:pt x="1182591" y="108678"/>
                </a:lnTo>
                <a:lnTo>
                  <a:pt x="1181183" y="107895"/>
                </a:lnTo>
                <a:lnTo>
                  <a:pt x="1179848" y="107008"/>
                </a:lnTo>
                <a:lnTo>
                  <a:pt x="1178588" y="106017"/>
                </a:lnTo>
                <a:lnTo>
                  <a:pt x="1177401" y="104921"/>
                </a:lnTo>
                <a:lnTo>
                  <a:pt x="1176289" y="103721"/>
                </a:lnTo>
                <a:lnTo>
                  <a:pt x="1175257" y="102425"/>
                </a:lnTo>
                <a:lnTo>
                  <a:pt x="1174316" y="101042"/>
                </a:lnTo>
                <a:lnTo>
                  <a:pt x="1173464" y="99571"/>
                </a:lnTo>
                <a:lnTo>
                  <a:pt x="1172702" y="98013"/>
                </a:lnTo>
                <a:lnTo>
                  <a:pt x="1172030" y="96366"/>
                </a:lnTo>
                <a:lnTo>
                  <a:pt x="1171447" y="94633"/>
                </a:lnTo>
                <a:lnTo>
                  <a:pt x="1170954" y="92812"/>
                </a:lnTo>
                <a:lnTo>
                  <a:pt x="1170550" y="90903"/>
                </a:lnTo>
                <a:lnTo>
                  <a:pt x="1170237" y="88907"/>
                </a:lnTo>
                <a:lnTo>
                  <a:pt x="1170013" y="86823"/>
                </a:lnTo>
                <a:lnTo>
                  <a:pt x="1169878" y="84652"/>
                </a:lnTo>
                <a:lnTo>
                  <a:pt x="1169833" y="82393"/>
                </a:lnTo>
                <a:lnTo>
                  <a:pt x="1169833" y="10255"/>
                </a:lnTo>
                <a:lnTo>
                  <a:pt x="1148791" y="10255"/>
                </a:lnTo>
                <a:lnTo>
                  <a:pt x="1148791" y="0"/>
                </a:lnTo>
                <a:lnTo>
                  <a:pt x="1182958" y="0"/>
                </a:lnTo>
                <a:lnTo>
                  <a:pt x="1182958" y="82335"/>
                </a:lnTo>
                <a:close/>
                <a:moveTo>
                  <a:pt x="1226455" y="31476"/>
                </a:moveTo>
                <a:lnTo>
                  <a:pt x="1240078" y="31476"/>
                </a:lnTo>
                <a:lnTo>
                  <a:pt x="1263261" y="98416"/>
                </a:lnTo>
                <a:lnTo>
                  <a:pt x="1286514" y="31476"/>
                </a:lnTo>
                <a:lnTo>
                  <a:pt x="1300138" y="31476"/>
                </a:lnTo>
                <a:lnTo>
                  <a:pt x="1271749" y="111234"/>
                </a:lnTo>
                <a:lnTo>
                  <a:pt x="1254844" y="111234"/>
                </a:lnTo>
                <a:lnTo>
                  <a:pt x="1226455" y="31476"/>
                </a:lnTo>
                <a:close/>
                <a:moveTo>
                  <a:pt x="1355190" y="39530"/>
                </a:moveTo>
                <a:lnTo>
                  <a:pt x="1355604" y="38693"/>
                </a:lnTo>
                <a:lnTo>
                  <a:pt x="1356035" y="37893"/>
                </a:lnTo>
                <a:lnTo>
                  <a:pt x="1356485" y="37131"/>
                </a:lnTo>
                <a:lnTo>
                  <a:pt x="1356954" y="36406"/>
                </a:lnTo>
                <a:lnTo>
                  <a:pt x="1357440" y="35718"/>
                </a:lnTo>
                <a:lnTo>
                  <a:pt x="1357945" y="35067"/>
                </a:lnTo>
                <a:lnTo>
                  <a:pt x="1358469" y="34453"/>
                </a:lnTo>
                <a:lnTo>
                  <a:pt x="1359010" y="33876"/>
                </a:lnTo>
                <a:lnTo>
                  <a:pt x="1359570" y="33337"/>
                </a:lnTo>
                <a:lnTo>
                  <a:pt x="1360149" y="32834"/>
                </a:lnTo>
                <a:lnTo>
                  <a:pt x="1360745" y="32369"/>
                </a:lnTo>
                <a:lnTo>
                  <a:pt x="1361360" y="31941"/>
                </a:lnTo>
                <a:lnTo>
                  <a:pt x="1361995" y="31548"/>
                </a:lnTo>
                <a:lnTo>
                  <a:pt x="1362651" y="31190"/>
                </a:lnTo>
                <a:lnTo>
                  <a:pt x="1363328" y="30865"/>
                </a:lnTo>
                <a:lnTo>
                  <a:pt x="1364027" y="30575"/>
                </a:lnTo>
                <a:lnTo>
                  <a:pt x="1364747" y="30319"/>
                </a:lnTo>
                <a:lnTo>
                  <a:pt x="1365488" y="30097"/>
                </a:lnTo>
                <a:lnTo>
                  <a:pt x="1366251" y="29909"/>
                </a:lnTo>
                <a:lnTo>
                  <a:pt x="1367035" y="29755"/>
                </a:lnTo>
                <a:lnTo>
                  <a:pt x="1367840" y="29636"/>
                </a:lnTo>
                <a:lnTo>
                  <a:pt x="1368666" y="29550"/>
                </a:lnTo>
                <a:lnTo>
                  <a:pt x="1369514" y="29499"/>
                </a:lnTo>
                <a:lnTo>
                  <a:pt x="1370383" y="29482"/>
                </a:lnTo>
                <a:lnTo>
                  <a:pt x="1371949" y="29534"/>
                </a:lnTo>
                <a:lnTo>
                  <a:pt x="1373436" y="29689"/>
                </a:lnTo>
                <a:lnTo>
                  <a:pt x="1374844" y="29948"/>
                </a:lnTo>
                <a:lnTo>
                  <a:pt x="1376173" y="30310"/>
                </a:lnTo>
                <a:lnTo>
                  <a:pt x="1377423" y="30775"/>
                </a:lnTo>
                <a:lnTo>
                  <a:pt x="1378595" y="31344"/>
                </a:lnTo>
                <a:lnTo>
                  <a:pt x="1379688" y="32017"/>
                </a:lnTo>
                <a:lnTo>
                  <a:pt x="1380702" y="32792"/>
                </a:lnTo>
                <a:lnTo>
                  <a:pt x="1381638" y="33672"/>
                </a:lnTo>
                <a:lnTo>
                  <a:pt x="1382495" y="34655"/>
                </a:lnTo>
                <a:lnTo>
                  <a:pt x="1383272" y="35741"/>
                </a:lnTo>
                <a:lnTo>
                  <a:pt x="1383972" y="36931"/>
                </a:lnTo>
                <a:lnTo>
                  <a:pt x="1384604" y="38263"/>
                </a:lnTo>
                <a:lnTo>
                  <a:pt x="1385181" y="39778"/>
                </a:lnTo>
                <a:lnTo>
                  <a:pt x="1385704" y="41475"/>
                </a:lnTo>
                <a:lnTo>
                  <a:pt x="1386171" y="43355"/>
                </a:lnTo>
                <a:lnTo>
                  <a:pt x="1386583" y="45418"/>
                </a:lnTo>
                <a:lnTo>
                  <a:pt x="1386941" y="47664"/>
                </a:lnTo>
                <a:lnTo>
                  <a:pt x="1387243" y="50092"/>
                </a:lnTo>
                <a:lnTo>
                  <a:pt x="1387491" y="52702"/>
                </a:lnTo>
                <a:lnTo>
                  <a:pt x="1387683" y="55495"/>
                </a:lnTo>
                <a:lnTo>
                  <a:pt x="1387820" y="58471"/>
                </a:lnTo>
                <a:lnTo>
                  <a:pt x="1387903" y="61630"/>
                </a:lnTo>
                <a:lnTo>
                  <a:pt x="1387930" y="64971"/>
                </a:lnTo>
                <a:lnTo>
                  <a:pt x="1387930" y="111234"/>
                </a:lnTo>
                <a:lnTo>
                  <a:pt x="1375947" y="111234"/>
                </a:lnTo>
                <a:lnTo>
                  <a:pt x="1375947" y="65540"/>
                </a:lnTo>
                <a:lnTo>
                  <a:pt x="1375934" y="62814"/>
                </a:lnTo>
                <a:lnTo>
                  <a:pt x="1375895" y="60265"/>
                </a:lnTo>
                <a:lnTo>
                  <a:pt x="1375829" y="57893"/>
                </a:lnTo>
                <a:lnTo>
                  <a:pt x="1375737" y="55700"/>
                </a:lnTo>
                <a:lnTo>
                  <a:pt x="1375619" y="53684"/>
                </a:lnTo>
                <a:lnTo>
                  <a:pt x="1375474" y="51846"/>
                </a:lnTo>
                <a:lnTo>
                  <a:pt x="1375304" y="50185"/>
                </a:lnTo>
                <a:lnTo>
                  <a:pt x="1375107" y="48702"/>
                </a:lnTo>
                <a:lnTo>
                  <a:pt x="1374884" y="47397"/>
                </a:lnTo>
                <a:lnTo>
                  <a:pt x="1374634" y="46270"/>
                </a:lnTo>
                <a:lnTo>
                  <a:pt x="1374359" y="45320"/>
                </a:lnTo>
                <a:lnTo>
                  <a:pt x="1374057" y="44548"/>
                </a:lnTo>
                <a:lnTo>
                  <a:pt x="1373720" y="43893"/>
                </a:lnTo>
                <a:lnTo>
                  <a:pt x="1373341" y="43296"/>
                </a:lnTo>
                <a:lnTo>
                  <a:pt x="1372918" y="42755"/>
                </a:lnTo>
                <a:lnTo>
                  <a:pt x="1372452" y="42271"/>
                </a:lnTo>
                <a:lnTo>
                  <a:pt x="1371943" y="41844"/>
                </a:lnTo>
                <a:lnTo>
                  <a:pt x="1371391" y="41474"/>
                </a:lnTo>
                <a:lnTo>
                  <a:pt x="1370796" y="41161"/>
                </a:lnTo>
                <a:lnTo>
                  <a:pt x="1370157" y="40904"/>
                </a:lnTo>
                <a:lnTo>
                  <a:pt x="1369476" y="40705"/>
                </a:lnTo>
                <a:lnTo>
                  <a:pt x="1368752" y="40563"/>
                </a:lnTo>
                <a:lnTo>
                  <a:pt x="1367984" y="40477"/>
                </a:lnTo>
                <a:lnTo>
                  <a:pt x="1367174" y="40449"/>
                </a:lnTo>
                <a:lnTo>
                  <a:pt x="1366247" y="40479"/>
                </a:lnTo>
                <a:lnTo>
                  <a:pt x="1365371" y="40571"/>
                </a:lnTo>
                <a:lnTo>
                  <a:pt x="1364545" y="40723"/>
                </a:lnTo>
                <a:lnTo>
                  <a:pt x="1363770" y="40936"/>
                </a:lnTo>
                <a:lnTo>
                  <a:pt x="1363044" y="41210"/>
                </a:lnTo>
                <a:lnTo>
                  <a:pt x="1362368" y="41545"/>
                </a:lnTo>
                <a:lnTo>
                  <a:pt x="1361742" y="41941"/>
                </a:lnTo>
                <a:lnTo>
                  <a:pt x="1361166" y="42397"/>
                </a:lnTo>
                <a:lnTo>
                  <a:pt x="1360640" y="42915"/>
                </a:lnTo>
                <a:lnTo>
                  <a:pt x="1360164" y="43493"/>
                </a:lnTo>
                <a:lnTo>
                  <a:pt x="1359739" y="44133"/>
                </a:lnTo>
                <a:lnTo>
                  <a:pt x="1359363" y="44833"/>
                </a:lnTo>
                <a:lnTo>
                  <a:pt x="1359027" y="45646"/>
                </a:lnTo>
                <a:lnTo>
                  <a:pt x="1358720" y="46626"/>
                </a:lnTo>
                <a:lnTo>
                  <a:pt x="1358442" y="47771"/>
                </a:lnTo>
                <a:lnTo>
                  <a:pt x="1358194" y="49082"/>
                </a:lnTo>
                <a:lnTo>
                  <a:pt x="1357975" y="50559"/>
                </a:lnTo>
                <a:lnTo>
                  <a:pt x="1357785" y="52202"/>
                </a:lnTo>
                <a:lnTo>
                  <a:pt x="1357624" y="54010"/>
                </a:lnTo>
                <a:lnTo>
                  <a:pt x="1357493" y="55985"/>
                </a:lnTo>
                <a:lnTo>
                  <a:pt x="1357390" y="58125"/>
                </a:lnTo>
                <a:lnTo>
                  <a:pt x="1357317" y="60431"/>
                </a:lnTo>
                <a:lnTo>
                  <a:pt x="1357273" y="62903"/>
                </a:lnTo>
                <a:lnTo>
                  <a:pt x="1357259" y="65540"/>
                </a:lnTo>
                <a:lnTo>
                  <a:pt x="1357259" y="111234"/>
                </a:lnTo>
                <a:lnTo>
                  <a:pt x="1345275" y="111234"/>
                </a:lnTo>
                <a:lnTo>
                  <a:pt x="1345275" y="65540"/>
                </a:lnTo>
                <a:lnTo>
                  <a:pt x="1345261" y="62780"/>
                </a:lnTo>
                <a:lnTo>
                  <a:pt x="1345219" y="60202"/>
                </a:lnTo>
                <a:lnTo>
                  <a:pt x="1345148" y="57806"/>
                </a:lnTo>
                <a:lnTo>
                  <a:pt x="1345049" y="55592"/>
                </a:lnTo>
                <a:lnTo>
                  <a:pt x="1344922" y="53560"/>
                </a:lnTo>
                <a:lnTo>
                  <a:pt x="1344767" y="51711"/>
                </a:lnTo>
                <a:lnTo>
                  <a:pt x="1344584" y="50044"/>
                </a:lnTo>
                <a:lnTo>
                  <a:pt x="1344372" y="48559"/>
                </a:lnTo>
                <a:lnTo>
                  <a:pt x="1344132" y="47256"/>
                </a:lnTo>
                <a:lnTo>
                  <a:pt x="1343864" y="46136"/>
                </a:lnTo>
                <a:lnTo>
                  <a:pt x="1343567" y="45197"/>
                </a:lnTo>
                <a:lnTo>
                  <a:pt x="1343242" y="44441"/>
                </a:lnTo>
                <a:lnTo>
                  <a:pt x="1342881" y="43804"/>
                </a:lnTo>
                <a:lnTo>
                  <a:pt x="1342475" y="43221"/>
                </a:lnTo>
                <a:lnTo>
                  <a:pt x="1342023" y="42695"/>
                </a:lnTo>
                <a:lnTo>
                  <a:pt x="1341527" y="42223"/>
                </a:lnTo>
                <a:lnTo>
                  <a:pt x="1340985" y="41807"/>
                </a:lnTo>
                <a:lnTo>
                  <a:pt x="1340398" y="41447"/>
                </a:lnTo>
                <a:lnTo>
                  <a:pt x="1339766" y="41142"/>
                </a:lnTo>
                <a:lnTo>
                  <a:pt x="1339089" y="40892"/>
                </a:lnTo>
                <a:lnTo>
                  <a:pt x="1338368" y="40698"/>
                </a:lnTo>
                <a:lnTo>
                  <a:pt x="1337600" y="40560"/>
                </a:lnTo>
                <a:lnTo>
                  <a:pt x="1336788" y="40477"/>
                </a:lnTo>
                <a:lnTo>
                  <a:pt x="1335931" y="40449"/>
                </a:lnTo>
                <a:lnTo>
                  <a:pt x="1335085" y="40479"/>
                </a:lnTo>
                <a:lnTo>
                  <a:pt x="1334284" y="40571"/>
                </a:lnTo>
                <a:lnTo>
                  <a:pt x="1333526" y="40723"/>
                </a:lnTo>
                <a:lnTo>
                  <a:pt x="1332812" y="40936"/>
                </a:lnTo>
                <a:lnTo>
                  <a:pt x="1332143" y="41210"/>
                </a:lnTo>
                <a:lnTo>
                  <a:pt x="1331518" y="41545"/>
                </a:lnTo>
                <a:lnTo>
                  <a:pt x="1330936" y="41941"/>
                </a:lnTo>
                <a:lnTo>
                  <a:pt x="1330399" y="42397"/>
                </a:lnTo>
                <a:lnTo>
                  <a:pt x="1329906" y="42915"/>
                </a:lnTo>
                <a:lnTo>
                  <a:pt x="1329457" y="43493"/>
                </a:lnTo>
                <a:lnTo>
                  <a:pt x="1329052" y="44133"/>
                </a:lnTo>
                <a:lnTo>
                  <a:pt x="1328691" y="44833"/>
                </a:lnTo>
                <a:lnTo>
                  <a:pt x="1328367" y="45646"/>
                </a:lnTo>
                <a:lnTo>
                  <a:pt x="1328070" y="46626"/>
                </a:lnTo>
                <a:lnTo>
                  <a:pt x="1327802" y="47771"/>
                </a:lnTo>
                <a:lnTo>
                  <a:pt x="1327562" y="49082"/>
                </a:lnTo>
                <a:lnTo>
                  <a:pt x="1327350" y="50559"/>
                </a:lnTo>
                <a:lnTo>
                  <a:pt x="1327167" y="52202"/>
                </a:lnTo>
                <a:lnTo>
                  <a:pt x="1327011" y="54010"/>
                </a:lnTo>
                <a:lnTo>
                  <a:pt x="1326884" y="55985"/>
                </a:lnTo>
                <a:lnTo>
                  <a:pt x="1326785" y="58125"/>
                </a:lnTo>
                <a:lnTo>
                  <a:pt x="1326715" y="60431"/>
                </a:lnTo>
                <a:lnTo>
                  <a:pt x="1326672" y="62903"/>
                </a:lnTo>
                <a:lnTo>
                  <a:pt x="1326658" y="65540"/>
                </a:lnTo>
                <a:lnTo>
                  <a:pt x="1326658" y="111234"/>
                </a:lnTo>
                <a:lnTo>
                  <a:pt x="1314746" y="111234"/>
                </a:lnTo>
                <a:lnTo>
                  <a:pt x="1314746" y="31476"/>
                </a:lnTo>
                <a:lnTo>
                  <a:pt x="1326658" y="31476"/>
                </a:lnTo>
                <a:lnTo>
                  <a:pt x="1326658" y="38259"/>
                </a:lnTo>
                <a:lnTo>
                  <a:pt x="1327059" y="37560"/>
                </a:lnTo>
                <a:lnTo>
                  <a:pt x="1327476" y="36888"/>
                </a:lnTo>
                <a:lnTo>
                  <a:pt x="1327909" y="36245"/>
                </a:lnTo>
                <a:lnTo>
                  <a:pt x="1328358" y="35631"/>
                </a:lnTo>
                <a:lnTo>
                  <a:pt x="1328824" y="35044"/>
                </a:lnTo>
                <a:lnTo>
                  <a:pt x="1329306" y="34486"/>
                </a:lnTo>
                <a:lnTo>
                  <a:pt x="1329805" y="33956"/>
                </a:lnTo>
                <a:lnTo>
                  <a:pt x="1330320" y="33454"/>
                </a:lnTo>
                <a:lnTo>
                  <a:pt x="1330851" y="32981"/>
                </a:lnTo>
                <a:lnTo>
                  <a:pt x="1331399" y="32535"/>
                </a:lnTo>
                <a:lnTo>
                  <a:pt x="1331963" y="32118"/>
                </a:lnTo>
                <a:lnTo>
                  <a:pt x="1332543" y="31730"/>
                </a:lnTo>
                <a:lnTo>
                  <a:pt x="1333138" y="31371"/>
                </a:lnTo>
                <a:lnTo>
                  <a:pt x="1333747" y="31043"/>
                </a:lnTo>
                <a:lnTo>
                  <a:pt x="1334369" y="30746"/>
                </a:lnTo>
                <a:lnTo>
                  <a:pt x="1335004" y="30481"/>
                </a:lnTo>
                <a:lnTo>
                  <a:pt x="1335653" y="30247"/>
                </a:lnTo>
                <a:lnTo>
                  <a:pt x="1336315" y="30044"/>
                </a:lnTo>
                <a:lnTo>
                  <a:pt x="1336990" y="29872"/>
                </a:lnTo>
                <a:lnTo>
                  <a:pt x="1337679" y="29732"/>
                </a:lnTo>
                <a:lnTo>
                  <a:pt x="1338381" y="29623"/>
                </a:lnTo>
                <a:lnTo>
                  <a:pt x="1339096" y="29545"/>
                </a:lnTo>
                <a:lnTo>
                  <a:pt x="1339825" y="29498"/>
                </a:lnTo>
                <a:lnTo>
                  <a:pt x="1340568" y="29482"/>
                </a:lnTo>
                <a:lnTo>
                  <a:pt x="1341458" y="29499"/>
                </a:lnTo>
                <a:lnTo>
                  <a:pt x="1342324" y="29551"/>
                </a:lnTo>
                <a:lnTo>
                  <a:pt x="1343164" y="29638"/>
                </a:lnTo>
                <a:lnTo>
                  <a:pt x="1343980" y="29759"/>
                </a:lnTo>
                <a:lnTo>
                  <a:pt x="1344769" y="29915"/>
                </a:lnTo>
                <a:lnTo>
                  <a:pt x="1345534" y="30106"/>
                </a:lnTo>
                <a:lnTo>
                  <a:pt x="1346273" y="30331"/>
                </a:lnTo>
                <a:lnTo>
                  <a:pt x="1346987" y="30591"/>
                </a:lnTo>
                <a:lnTo>
                  <a:pt x="1347676" y="30885"/>
                </a:lnTo>
                <a:lnTo>
                  <a:pt x="1348340" y="31214"/>
                </a:lnTo>
                <a:lnTo>
                  <a:pt x="1348978" y="31578"/>
                </a:lnTo>
                <a:lnTo>
                  <a:pt x="1349591" y="31977"/>
                </a:lnTo>
                <a:lnTo>
                  <a:pt x="1350180" y="32410"/>
                </a:lnTo>
                <a:lnTo>
                  <a:pt x="1350747" y="32879"/>
                </a:lnTo>
                <a:lnTo>
                  <a:pt x="1351292" y="33383"/>
                </a:lnTo>
                <a:lnTo>
                  <a:pt x="1351814" y="33924"/>
                </a:lnTo>
                <a:lnTo>
                  <a:pt x="1352314" y="34500"/>
                </a:lnTo>
                <a:lnTo>
                  <a:pt x="1352792" y="35111"/>
                </a:lnTo>
                <a:lnTo>
                  <a:pt x="1353247" y="35758"/>
                </a:lnTo>
                <a:lnTo>
                  <a:pt x="1353680" y="36441"/>
                </a:lnTo>
                <a:lnTo>
                  <a:pt x="1354091" y="37160"/>
                </a:lnTo>
                <a:lnTo>
                  <a:pt x="1354480" y="37914"/>
                </a:lnTo>
                <a:lnTo>
                  <a:pt x="1354846" y="38704"/>
                </a:lnTo>
                <a:lnTo>
                  <a:pt x="1355190" y="395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4" name="Original vector context 44">
            <a:extLst xmlns:a="http://schemas.openxmlformats.org/drawingml/2006/main">
              <a:ext uri="{FF2B5EF4-FFF2-40B4-BE49-F238E27FC236}">
                <a16:creationId xmlns:a16="http://schemas.microsoft.com/office/drawing/2014/main" id="{2115078D-953D-4B60-B99A-3878640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015" y="9477284"/>
            <a:ext cx="351512" cy="29852"/>
          </a:xfrm>
          <a:custGeom xmlns:a="http://schemas.openxmlformats.org/drawingml/2006/main">
            <a:pathLst>
              <a:path w="351512" h="29852">
                <a:moveTo>
                  <a:pt x="0" y="29852"/>
                </a:moveTo>
                <a:lnTo>
                  <a:pt x="0" y="0"/>
                </a:lnTo>
                <a:lnTo>
                  <a:pt x="27619" y="0"/>
                </a:lnTo>
                <a:lnTo>
                  <a:pt x="27619" y="29852"/>
                </a:lnTo>
                <a:lnTo>
                  <a:pt x="0" y="29852"/>
                </a:lnTo>
                <a:moveTo>
                  <a:pt x="67107" y="29852"/>
                </a:moveTo>
                <a:lnTo>
                  <a:pt x="67107" y="0"/>
                </a:lnTo>
                <a:lnTo>
                  <a:pt x="94497" y="0"/>
                </a:lnTo>
                <a:lnTo>
                  <a:pt x="94497" y="29852"/>
                </a:lnTo>
                <a:lnTo>
                  <a:pt x="67107" y="29852"/>
                </a:lnTo>
                <a:moveTo>
                  <a:pt x="133985" y="29852"/>
                </a:moveTo>
                <a:lnTo>
                  <a:pt x="133985" y="0"/>
                </a:lnTo>
                <a:lnTo>
                  <a:pt x="161604" y="0"/>
                </a:lnTo>
                <a:lnTo>
                  <a:pt x="161604" y="29852"/>
                </a:lnTo>
                <a:lnTo>
                  <a:pt x="133985" y="29852"/>
                </a:lnTo>
                <a:close/>
                <a:moveTo>
                  <a:pt x="189908" y="29852"/>
                </a:moveTo>
                <a:lnTo>
                  <a:pt x="189908" y="0"/>
                </a:lnTo>
                <a:lnTo>
                  <a:pt x="217527" y="0"/>
                </a:lnTo>
                <a:lnTo>
                  <a:pt x="217527" y="29852"/>
                </a:lnTo>
                <a:lnTo>
                  <a:pt x="189908" y="29852"/>
                </a:lnTo>
                <a:moveTo>
                  <a:pt x="257015" y="29852"/>
                </a:moveTo>
                <a:lnTo>
                  <a:pt x="257015" y="0"/>
                </a:lnTo>
                <a:lnTo>
                  <a:pt x="284405" y="0"/>
                </a:lnTo>
                <a:lnTo>
                  <a:pt x="284405" y="29852"/>
                </a:lnTo>
                <a:lnTo>
                  <a:pt x="257015" y="29852"/>
                </a:lnTo>
                <a:moveTo>
                  <a:pt x="323893" y="29852"/>
                </a:moveTo>
                <a:lnTo>
                  <a:pt x="323893" y="0"/>
                </a:lnTo>
                <a:lnTo>
                  <a:pt x="351512" y="0"/>
                </a:lnTo>
                <a:lnTo>
                  <a:pt x="351512" y="29852"/>
                </a:lnTo>
                <a:lnTo>
                  <a:pt x="323893" y="29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5" name="Original vector context 45">
            <a:extLst xmlns:a="http://schemas.openxmlformats.org/drawingml/2006/main">
              <a:ext uri="{FF2B5EF4-FFF2-40B4-BE49-F238E27FC236}">
                <a16:creationId xmlns:a16="http://schemas.microsoft.com/office/drawing/2014/main" id="{315FDC24-7B78-4C00-BDD4-0DC95E34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283" y="9334028"/>
            <a:ext cx="43809" cy="459963"/>
          </a:xfrm>
          <a:custGeom xmlns:a="http://schemas.openxmlformats.org/drawingml/2006/main">
            <a:pathLst>
              <a:path w="43809" h="459963">
                <a:moveTo>
                  <a:pt x="16194" y="0"/>
                </a:moveTo>
                <a:lnTo>
                  <a:pt x="27576" y="423368"/>
                </a:lnTo>
                <a:lnTo>
                  <a:pt x="16625" y="423662"/>
                </a:lnTo>
                <a:lnTo>
                  <a:pt x="5243" y="293"/>
                </a:lnTo>
                <a:lnTo>
                  <a:pt x="16194" y="0"/>
                </a:lnTo>
                <a:close/>
                <a:moveTo>
                  <a:pt x="43809" y="415638"/>
                </a:moveTo>
                <a:lnTo>
                  <a:pt x="23080" y="459963"/>
                </a:lnTo>
                <a:lnTo>
                  <a:pt x="0" y="416812"/>
                </a:lnTo>
                <a:lnTo>
                  <a:pt x="43809" y="415638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46" name="Original vector context 46">
            <a:extLst xmlns:a="http://schemas.openxmlformats.org/drawingml/2006/main">
              <a:ext uri="{FF2B5EF4-FFF2-40B4-BE49-F238E27FC236}">
                <a16:creationId xmlns:a16="http://schemas.microsoft.com/office/drawing/2014/main" id="{6CAB15E4-80EE-4AE9-AFEF-A452AA23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51" y="10301302"/>
            <a:ext cx="351512" cy="29852"/>
          </a:xfrm>
          <a:custGeom xmlns:a="http://schemas.openxmlformats.org/drawingml/2006/main">
            <a:pathLst>
              <a:path w="351512" h="29852">
                <a:moveTo>
                  <a:pt x="0" y="29852"/>
                </a:moveTo>
                <a:lnTo>
                  <a:pt x="0" y="0"/>
                </a:lnTo>
                <a:lnTo>
                  <a:pt x="27619" y="0"/>
                </a:lnTo>
                <a:lnTo>
                  <a:pt x="27619" y="29852"/>
                </a:lnTo>
                <a:lnTo>
                  <a:pt x="0" y="29852"/>
                </a:lnTo>
                <a:moveTo>
                  <a:pt x="67107" y="29852"/>
                </a:moveTo>
                <a:lnTo>
                  <a:pt x="67107" y="0"/>
                </a:lnTo>
                <a:lnTo>
                  <a:pt x="94497" y="0"/>
                </a:lnTo>
                <a:lnTo>
                  <a:pt x="94497" y="29852"/>
                </a:lnTo>
                <a:lnTo>
                  <a:pt x="67107" y="29852"/>
                </a:lnTo>
                <a:moveTo>
                  <a:pt x="133985" y="29852"/>
                </a:moveTo>
                <a:lnTo>
                  <a:pt x="133985" y="0"/>
                </a:lnTo>
                <a:lnTo>
                  <a:pt x="161604" y="0"/>
                </a:lnTo>
                <a:lnTo>
                  <a:pt x="161604" y="29852"/>
                </a:lnTo>
                <a:lnTo>
                  <a:pt x="133985" y="29852"/>
                </a:lnTo>
                <a:close/>
                <a:moveTo>
                  <a:pt x="189908" y="29852"/>
                </a:moveTo>
                <a:lnTo>
                  <a:pt x="189908" y="0"/>
                </a:lnTo>
                <a:lnTo>
                  <a:pt x="217527" y="0"/>
                </a:lnTo>
                <a:lnTo>
                  <a:pt x="217527" y="29852"/>
                </a:lnTo>
                <a:lnTo>
                  <a:pt x="189908" y="29852"/>
                </a:lnTo>
                <a:moveTo>
                  <a:pt x="257015" y="29852"/>
                </a:moveTo>
                <a:lnTo>
                  <a:pt x="257015" y="0"/>
                </a:lnTo>
                <a:lnTo>
                  <a:pt x="284405" y="0"/>
                </a:lnTo>
                <a:lnTo>
                  <a:pt x="284405" y="29852"/>
                </a:lnTo>
                <a:lnTo>
                  <a:pt x="257015" y="29852"/>
                </a:lnTo>
                <a:moveTo>
                  <a:pt x="323893" y="29852"/>
                </a:moveTo>
                <a:lnTo>
                  <a:pt x="323893" y="0"/>
                </a:lnTo>
                <a:lnTo>
                  <a:pt x="351512" y="0"/>
                </a:lnTo>
                <a:lnTo>
                  <a:pt x="351512" y="29852"/>
                </a:lnTo>
                <a:lnTo>
                  <a:pt x="323893" y="29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7" name="Original vector context 47">
            <a:extLst xmlns:a="http://schemas.openxmlformats.org/drawingml/2006/main">
              <a:ext uri="{FF2B5EF4-FFF2-40B4-BE49-F238E27FC236}">
                <a16:creationId xmlns:a16="http://schemas.microsoft.com/office/drawing/2014/main" id="{F7A3B7E0-AD62-4A08-A064-FEC81D1A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70" y="10194519"/>
            <a:ext cx="43811" cy="253674"/>
          </a:xfrm>
          <a:custGeom xmlns:a="http://schemas.openxmlformats.org/drawingml/2006/main">
            <a:pathLst>
              <a:path w="43811" h="253674">
                <a:moveTo>
                  <a:pt x="21557" y="0"/>
                </a:moveTo>
                <a:lnTo>
                  <a:pt x="16250" y="217090"/>
                </a:lnTo>
                <a:lnTo>
                  <a:pt x="27204" y="217356"/>
                </a:lnTo>
                <a:lnTo>
                  <a:pt x="32510" y="268"/>
                </a:lnTo>
                <a:lnTo>
                  <a:pt x="21557" y="0"/>
                </a:lnTo>
                <a:close/>
                <a:moveTo>
                  <a:pt x="0" y="209400"/>
                </a:moveTo>
                <a:lnTo>
                  <a:pt x="20836" y="253674"/>
                </a:lnTo>
                <a:lnTo>
                  <a:pt x="43811" y="210467"/>
                </a:lnTo>
                <a:lnTo>
                  <a:pt x="0" y="209400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48" name="Original vector context 48">
            <a:extLst xmlns:a="http://schemas.openxmlformats.org/drawingml/2006/main">
              <a:ext uri="{FF2B5EF4-FFF2-40B4-BE49-F238E27FC236}">
                <a16:creationId xmlns:a16="http://schemas.microsoft.com/office/drawing/2014/main" id="{0E89AA71-5458-4D24-92E3-60833D52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851" y="8449085"/>
            <a:ext cx="351512" cy="29852"/>
          </a:xfrm>
          <a:custGeom xmlns:a="http://schemas.openxmlformats.org/drawingml/2006/main">
            <a:pathLst>
              <a:path w="351512" h="29852">
                <a:moveTo>
                  <a:pt x="0" y="29852"/>
                </a:moveTo>
                <a:lnTo>
                  <a:pt x="0" y="0"/>
                </a:lnTo>
                <a:lnTo>
                  <a:pt x="27619" y="0"/>
                </a:lnTo>
                <a:lnTo>
                  <a:pt x="27619" y="29852"/>
                </a:lnTo>
                <a:lnTo>
                  <a:pt x="0" y="29852"/>
                </a:lnTo>
                <a:moveTo>
                  <a:pt x="67107" y="29852"/>
                </a:moveTo>
                <a:lnTo>
                  <a:pt x="67107" y="0"/>
                </a:lnTo>
                <a:lnTo>
                  <a:pt x="94497" y="0"/>
                </a:lnTo>
                <a:lnTo>
                  <a:pt x="94497" y="29852"/>
                </a:lnTo>
                <a:lnTo>
                  <a:pt x="67107" y="29852"/>
                </a:lnTo>
                <a:moveTo>
                  <a:pt x="133985" y="29852"/>
                </a:moveTo>
                <a:lnTo>
                  <a:pt x="133985" y="0"/>
                </a:lnTo>
                <a:lnTo>
                  <a:pt x="161604" y="0"/>
                </a:lnTo>
                <a:lnTo>
                  <a:pt x="161604" y="29852"/>
                </a:lnTo>
                <a:lnTo>
                  <a:pt x="133985" y="29852"/>
                </a:lnTo>
                <a:close/>
                <a:moveTo>
                  <a:pt x="189908" y="29852"/>
                </a:moveTo>
                <a:lnTo>
                  <a:pt x="189908" y="0"/>
                </a:lnTo>
                <a:lnTo>
                  <a:pt x="217527" y="0"/>
                </a:lnTo>
                <a:lnTo>
                  <a:pt x="217527" y="29852"/>
                </a:lnTo>
                <a:lnTo>
                  <a:pt x="189908" y="29852"/>
                </a:lnTo>
                <a:moveTo>
                  <a:pt x="257015" y="29852"/>
                </a:moveTo>
                <a:lnTo>
                  <a:pt x="257015" y="0"/>
                </a:lnTo>
                <a:lnTo>
                  <a:pt x="284405" y="0"/>
                </a:lnTo>
                <a:lnTo>
                  <a:pt x="284405" y="29852"/>
                </a:lnTo>
                <a:lnTo>
                  <a:pt x="257015" y="29852"/>
                </a:lnTo>
                <a:moveTo>
                  <a:pt x="323893" y="29852"/>
                </a:moveTo>
                <a:lnTo>
                  <a:pt x="323893" y="0"/>
                </a:lnTo>
                <a:lnTo>
                  <a:pt x="351512" y="0"/>
                </a:lnTo>
                <a:lnTo>
                  <a:pt x="351512" y="29852"/>
                </a:lnTo>
                <a:lnTo>
                  <a:pt x="323893" y="29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9" name="Original vector context 49">
            <a:extLst xmlns:a="http://schemas.openxmlformats.org/drawingml/2006/main">
              <a:ext uri="{FF2B5EF4-FFF2-40B4-BE49-F238E27FC236}">
                <a16:creationId xmlns:a16="http://schemas.microsoft.com/office/drawing/2014/main" id="{B979AF41-CFA4-49AE-A2DA-A3CBFDEE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953" y="7897357"/>
            <a:ext cx="44196" cy="401265"/>
          </a:xfrm>
          <a:custGeom xmlns:a="http://schemas.openxmlformats.org/drawingml/2006/main">
            <a:pathLst>
              <a:path w="44196" h="401265">
                <a:moveTo>
                  <a:pt x="10945" y="0"/>
                </a:moveTo>
                <a:lnTo>
                  <a:pt x="28123" y="364588"/>
                </a:lnTo>
                <a:lnTo>
                  <a:pt x="17178" y="365101"/>
                </a:lnTo>
                <a:lnTo>
                  <a:pt x="0" y="513"/>
                </a:lnTo>
                <a:lnTo>
                  <a:pt x="10945" y="0"/>
                </a:lnTo>
                <a:close/>
                <a:moveTo>
                  <a:pt x="44196" y="356532"/>
                </a:moveTo>
                <a:lnTo>
                  <a:pt x="24367" y="401265"/>
                </a:lnTo>
                <a:lnTo>
                  <a:pt x="419" y="358589"/>
                </a:lnTo>
                <a:lnTo>
                  <a:pt x="44196" y="356532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50" name="Original vector context 50">
            <a:extLst xmlns:a="http://schemas.openxmlformats.org/drawingml/2006/main">
              <a:ext uri="{FF2B5EF4-FFF2-40B4-BE49-F238E27FC236}">
                <a16:creationId xmlns:a16="http://schemas.microsoft.com/office/drawing/2014/main" id="{0B0A73EC-F729-4AF2-9F42-5BA22176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488" y="8302330"/>
            <a:ext cx="1402396" cy="342733"/>
          </a:xfrm>
          <a:custGeom xmlns:a="http://schemas.openxmlformats.org/drawingml/2006/main">
            <a:pathLst>
              <a:path w="1402396" h="342733">
                <a:moveTo>
                  <a:pt x="0" y="57123"/>
                </a:moveTo>
                <a:lnTo>
                  <a:pt x="522" y="49372"/>
                </a:lnTo>
                <a:lnTo>
                  <a:pt x="2044" y="41938"/>
                </a:lnTo>
                <a:lnTo>
                  <a:pt x="4496" y="34888"/>
                </a:lnTo>
                <a:lnTo>
                  <a:pt x="7812" y="28292"/>
                </a:lnTo>
                <a:lnTo>
                  <a:pt x="11922" y="22217"/>
                </a:lnTo>
                <a:lnTo>
                  <a:pt x="16758" y="16731"/>
                </a:lnTo>
                <a:lnTo>
                  <a:pt x="22253" y="11902"/>
                </a:lnTo>
                <a:lnTo>
                  <a:pt x="28338" y="7799"/>
                </a:lnTo>
                <a:lnTo>
                  <a:pt x="34946" y="4489"/>
                </a:lnTo>
                <a:lnTo>
                  <a:pt x="42006" y="2041"/>
                </a:lnTo>
                <a:lnTo>
                  <a:pt x="49453" y="521"/>
                </a:lnTo>
                <a:lnTo>
                  <a:pt x="57217" y="0"/>
                </a:lnTo>
                <a:lnTo>
                  <a:pt x="1345179" y="0"/>
                </a:lnTo>
                <a:lnTo>
                  <a:pt x="1352943" y="521"/>
                </a:lnTo>
                <a:lnTo>
                  <a:pt x="1360390" y="2041"/>
                </a:lnTo>
                <a:lnTo>
                  <a:pt x="1367451" y="4489"/>
                </a:lnTo>
                <a:lnTo>
                  <a:pt x="1374058" y="7799"/>
                </a:lnTo>
                <a:lnTo>
                  <a:pt x="1380143" y="11902"/>
                </a:lnTo>
                <a:lnTo>
                  <a:pt x="1385638" y="16731"/>
                </a:lnTo>
                <a:lnTo>
                  <a:pt x="1390474" y="22217"/>
                </a:lnTo>
                <a:lnTo>
                  <a:pt x="1394584" y="28292"/>
                </a:lnTo>
                <a:lnTo>
                  <a:pt x="1397900" y="34888"/>
                </a:lnTo>
                <a:lnTo>
                  <a:pt x="1400352" y="41938"/>
                </a:lnTo>
                <a:lnTo>
                  <a:pt x="1401874" y="49372"/>
                </a:lnTo>
                <a:lnTo>
                  <a:pt x="1402396" y="57123"/>
                </a:lnTo>
                <a:lnTo>
                  <a:pt x="1402396" y="285609"/>
                </a:lnTo>
                <a:lnTo>
                  <a:pt x="1401874" y="293361"/>
                </a:lnTo>
                <a:lnTo>
                  <a:pt x="1400352" y="300795"/>
                </a:lnTo>
                <a:lnTo>
                  <a:pt x="1397900" y="307844"/>
                </a:lnTo>
                <a:lnTo>
                  <a:pt x="1394584" y="314441"/>
                </a:lnTo>
                <a:lnTo>
                  <a:pt x="1390474" y="320516"/>
                </a:lnTo>
                <a:lnTo>
                  <a:pt x="1385638" y="326002"/>
                </a:lnTo>
                <a:lnTo>
                  <a:pt x="1380143" y="330830"/>
                </a:lnTo>
                <a:lnTo>
                  <a:pt x="1374058" y="334934"/>
                </a:lnTo>
                <a:lnTo>
                  <a:pt x="1367451" y="338244"/>
                </a:lnTo>
                <a:lnTo>
                  <a:pt x="1360390" y="340692"/>
                </a:lnTo>
                <a:lnTo>
                  <a:pt x="1352943" y="342211"/>
                </a:lnTo>
                <a:lnTo>
                  <a:pt x="1345179" y="342733"/>
                </a:lnTo>
                <a:lnTo>
                  <a:pt x="57217" y="342733"/>
                </a:lnTo>
                <a:lnTo>
                  <a:pt x="49453" y="342211"/>
                </a:lnTo>
                <a:lnTo>
                  <a:pt x="42006" y="340692"/>
                </a:lnTo>
                <a:lnTo>
                  <a:pt x="34946" y="338244"/>
                </a:lnTo>
                <a:lnTo>
                  <a:pt x="28338" y="334934"/>
                </a:lnTo>
                <a:lnTo>
                  <a:pt x="22253" y="330830"/>
                </a:lnTo>
                <a:lnTo>
                  <a:pt x="16758" y="326002"/>
                </a:lnTo>
                <a:lnTo>
                  <a:pt x="11922" y="320516"/>
                </a:lnTo>
                <a:lnTo>
                  <a:pt x="7812" y="314441"/>
                </a:lnTo>
                <a:lnTo>
                  <a:pt x="4496" y="307844"/>
                </a:lnTo>
                <a:lnTo>
                  <a:pt x="2044" y="300795"/>
                </a:lnTo>
                <a:lnTo>
                  <a:pt x="522" y="293361"/>
                </a:lnTo>
                <a:lnTo>
                  <a:pt x="0" y="285609"/>
                </a:lnTo>
                <a:lnTo>
                  <a:pt x="0" y="571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51" name="Original vector context 51">
            <a:extLst xmlns:a="http://schemas.openxmlformats.org/drawingml/2006/main">
              <a:ext uri="{FF2B5EF4-FFF2-40B4-BE49-F238E27FC236}">
                <a16:creationId xmlns:a16="http://schemas.microsoft.com/office/drawing/2014/main" id="{C08F0A42-78D1-408C-9CB6-A98E8CFD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65" y="8412340"/>
            <a:ext cx="947256" cy="136016"/>
          </a:xfrm>
          <a:custGeom xmlns:a="http://schemas.openxmlformats.org/drawingml/2006/main">
            <a:pathLst>
              <a:path w="947256" h="136016">
                <a:moveTo>
                  <a:pt x="70830" y="101799"/>
                </a:moveTo>
                <a:lnTo>
                  <a:pt x="69309" y="102434"/>
                </a:lnTo>
                <a:lnTo>
                  <a:pt x="67858" y="103024"/>
                </a:lnTo>
                <a:lnTo>
                  <a:pt x="66479" y="103571"/>
                </a:lnTo>
                <a:lnTo>
                  <a:pt x="65171" y="104073"/>
                </a:lnTo>
                <a:lnTo>
                  <a:pt x="63935" y="104531"/>
                </a:lnTo>
                <a:lnTo>
                  <a:pt x="62770" y="104944"/>
                </a:lnTo>
                <a:lnTo>
                  <a:pt x="61676" y="105313"/>
                </a:lnTo>
                <a:lnTo>
                  <a:pt x="60654" y="105638"/>
                </a:lnTo>
                <a:lnTo>
                  <a:pt x="59703" y="105919"/>
                </a:lnTo>
                <a:lnTo>
                  <a:pt x="58823" y="106155"/>
                </a:lnTo>
                <a:lnTo>
                  <a:pt x="58015" y="106347"/>
                </a:lnTo>
                <a:lnTo>
                  <a:pt x="57278" y="106494"/>
                </a:lnTo>
                <a:lnTo>
                  <a:pt x="56578" y="106614"/>
                </a:lnTo>
                <a:lnTo>
                  <a:pt x="55883" y="106724"/>
                </a:lnTo>
                <a:lnTo>
                  <a:pt x="55191" y="106823"/>
                </a:lnTo>
                <a:lnTo>
                  <a:pt x="54504" y="106912"/>
                </a:lnTo>
                <a:lnTo>
                  <a:pt x="53820" y="106990"/>
                </a:lnTo>
                <a:lnTo>
                  <a:pt x="53141" y="107058"/>
                </a:lnTo>
                <a:lnTo>
                  <a:pt x="52465" y="107116"/>
                </a:lnTo>
                <a:lnTo>
                  <a:pt x="51793" y="107163"/>
                </a:lnTo>
                <a:lnTo>
                  <a:pt x="51125" y="107199"/>
                </a:lnTo>
                <a:lnTo>
                  <a:pt x="50462" y="107226"/>
                </a:lnTo>
                <a:lnTo>
                  <a:pt x="49802" y="107241"/>
                </a:lnTo>
                <a:lnTo>
                  <a:pt x="49146" y="107246"/>
                </a:lnTo>
                <a:lnTo>
                  <a:pt x="47765" y="107224"/>
                </a:lnTo>
                <a:lnTo>
                  <a:pt x="46404" y="107157"/>
                </a:lnTo>
                <a:lnTo>
                  <a:pt x="45062" y="107046"/>
                </a:lnTo>
                <a:lnTo>
                  <a:pt x="43741" y="106890"/>
                </a:lnTo>
                <a:lnTo>
                  <a:pt x="42439" y="106690"/>
                </a:lnTo>
                <a:lnTo>
                  <a:pt x="41157" y="106445"/>
                </a:lnTo>
                <a:lnTo>
                  <a:pt x="39895" y="106156"/>
                </a:lnTo>
                <a:lnTo>
                  <a:pt x="38653" y="105822"/>
                </a:lnTo>
                <a:lnTo>
                  <a:pt x="37430" y="105444"/>
                </a:lnTo>
                <a:lnTo>
                  <a:pt x="36227" y="105021"/>
                </a:lnTo>
                <a:lnTo>
                  <a:pt x="35045" y="104554"/>
                </a:lnTo>
                <a:lnTo>
                  <a:pt x="33882" y="104042"/>
                </a:lnTo>
                <a:lnTo>
                  <a:pt x="32752" y="103487"/>
                </a:lnTo>
                <a:lnTo>
                  <a:pt x="31669" y="102889"/>
                </a:lnTo>
                <a:lnTo>
                  <a:pt x="30634" y="102248"/>
                </a:lnTo>
                <a:lnTo>
                  <a:pt x="29645" y="101565"/>
                </a:lnTo>
                <a:lnTo>
                  <a:pt x="28704" y="100840"/>
                </a:lnTo>
                <a:lnTo>
                  <a:pt x="27810" y="100072"/>
                </a:lnTo>
                <a:lnTo>
                  <a:pt x="26962" y="99261"/>
                </a:lnTo>
                <a:lnTo>
                  <a:pt x="26162" y="98408"/>
                </a:lnTo>
                <a:lnTo>
                  <a:pt x="25409" y="97513"/>
                </a:lnTo>
                <a:lnTo>
                  <a:pt x="24703" y="96574"/>
                </a:lnTo>
                <a:lnTo>
                  <a:pt x="24044" y="95594"/>
                </a:lnTo>
                <a:lnTo>
                  <a:pt x="23432" y="94571"/>
                </a:lnTo>
                <a:lnTo>
                  <a:pt x="22868" y="93479"/>
                </a:lnTo>
                <a:lnTo>
                  <a:pt x="22353" y="92292"/>
                </a:lnTo>
                <a:lnTo>
                  <a:pt x="21887" y="91010"/>
                </a:lnTo>
                <a:lnTo>
                  <a:pt x="21470" y="89633"/>
                </a:lnTo>
                <a:lnTo>
                  <a:pt x="21102" y="88161"/>
                </a:lnTo>
                <a:lnTo>
                  <a:pt x="20784" y="86595"/>
                </a:lnTo>
                <a:lnTo>
                  <a:pt x="20514" y="84933"/>
                </a:lnTo>
                <a:lnTo>
                  <a:pt x="20293" y="83177"/>
                </a:lnTo>
                <a:lnTo>
                  <a:pt x="20122" y="81325"/>
                </a:lnTo>
                <a:lnTo>
                  <a:pt x="19999" y="79379"/>
                </a:lnTo>
                <a:lnTo>
                  <a:pt x="19925" y="77337"/>
                </a:lnTo>
                <a:lnTo>
                  <a:pt x="19901" y="75201"/>
                </a:lnTo>
                <a:lnTo>
                  <a:pt x="19901" y="43155"/>
                </a:lnTo>
                <a:lnTo>
                  <a:pt x="0" y="43155"/>
                </a:lnTo>
                <a:lnTo>
                  <a:pt x="0" y="32046"/>
                </a:lnTo>
                <a:lnTo>
                  <a:pt x="19901" y="32046"/>
                </a:lnTo>
                <a:lnTo>
                  <a:pt x="19901" y="0"/>
                </a:lnTo>
                <a:lnTo>
                  <a:pt x="33168" y="0"/>
                </a:lnTo>
                <a:lnTo>
                  <a:pt x="33168" y="32046"/>
                </a:lnTo>
                <a:lnTo>
                  <a:pt x="68619" y="32046"/>
                </a:lnTo>
                <a:lnTo>
                  <a:pt x="68619" y="43155"/>
                </a:lnTo>
                <a:lnTo>
                  <a:pt x="33168" y="43155"/>
                </a:lnTo>
                <a:lnTo>
                  <a:pt x="33168" y="74945"/>
                </a:lnTo>
                <a:lnTo>
                  <a:pt x="33184" y="76506"/>
                </a:lnTo>
                <a:lnTo>
                  <a:pt x="33232" y="77988"/>
                </a:lnTo>
                <a:lnTo>
                  <a:pt x="33311" y="79392"/>
                </a:lnTo>
                <a:lnTo>
                  <a:pt x="33422" y="80717"/>
                </a:lnTo>
                <a:lnTo>
                  <a:pt x="33565" y="81964"/>
                </a:lnTo>
                <a:lnTo>
                  <a:pt x="33739" y="83132"/>
                </a:lnTo>
                <a:lnTo>
                  <a:pt x="33945" y="84222"/>
                </a:lnTo>
                <a:lnTo>
                  <a:pt x="34183" y="85233"/>
                </a:lnTo>
                <a:lnTo>
                  <a:pt x="34452" y="86166"/>
                </a:lnTo>
                <a:lnTo>
                  <a:pt x="34753" y="87020"/>
                </a:lnTo>
                <a:lnTo>
                  <a:pt x="35086" y="87796"/>
                </a:lnTo>
                <a:lnTo>
                  <a:pt x="35451" y="88493"/>
                </a:lnTo>
                <a:lnTo>
                  <a:pt x="35842" y="89136"/>
                </a:lnTo>
                <a:lnTo>
                  <a:pt x="36254" y="89750"/>
                </a:lnTo>
                <a:lnTo>
                  <a:pt x="36688" y="90335"/>
                </a:lnTo>
                <a:lnTo>
                  <a:pt x="37143" y="90890"/>
                </a:lnTo>
                <a:lnTo>
                  <a:pt x="37619" y="91417"/>
                </a:lnTo>
                <a:lnTo>
                  <a:pt x="38117" y="91915"/>
                </a:lnTo>
                <a:lnTo>
                  <a:pt x="38636" y="92383"/>
                </a:lnTo>
                <a:lnTo>
                  <a:pt x="39176" y="92822"/>
                </a:lnTo>
                <a:lnTo>
                  <a:pt x="39737" y="93232"/>
                </a:lnTo>
                <a:lnTo>
                  <a:pt x="40320" y="93613"/>
                </a:lnTo>
                <a:lnTo>
                  <a:pt x="40924" y="93965"/>
                </a:lnTo>
                <a:lnTo>
                  <a:pt x="41549" y="94288"/>
                </a:lnTo>
                <a:lnTo>
                  <a:pt x="42195" y="94583"/>
                </a:lnTo>
                <a:lnTo>
                  <a:pt x="42860" y="94853"/>
                </a:lnTo>
                <a:lnTo>
                  <a:pt x="43544" y="95097"/>
                </a:lnTo>
                <a:lnTo>
                  <a:pt x="44248" y="95315"/>
                </a:lnTo>
                <a:lnTo>
                  <a:pt x="44971" y="95508"/>
                </a:lnTo>
                <a:lnTo>
                  <a:pt x="45713" y="95675"/>
                </a:lnTo>
                <a:lnTo>
                  <a:pt x="46475" y="95816"/>
                </a:lnTo>
                <a:lnTo>
                  <a:pt x="47256" y="95932"/>
                </a:lnTo>
                <a:lnTo>
                  <a:pt x="48056" y="96022"/>
                </a:lnTo>
                <a:lnTo>
                  <a:pt x="48876" y="96086"/>
                </a:lnTo>
                <a:lnTo>
                  <a:pt x="49714" y="96124"/>
                </a:lnTo>
                <a:lnTo>
                  <a:pt x="50573" y="96137"/>
                </a:lnTo>
                <a:lnTo>
                  <a:pt x="52184" y="96095"/>
                </a:lnTo>
                <a:lnTo>
                  <a:pt x="53810" y="95969"/>
                </a:lnTo>
                <a:lnTo>
                  <a:pt x="55450" y="95759"/>
                </a:lnTo>
                <a:lnTo>
                  <a:pt x="57103" y="95466"/>
                </a:lnTo>
                <a:lnTo>
                  <a:pt x="58771" y="95088"/>
                </a:lnTo>
                <a:lnTo>
                  <a:pt x="60452" y="94626"/>
                </a:lnTo>
                <a:lnTo>
                  <a:pt x="62147" y="94081"/>
                </a:lnTo>
                <a:lnTo>
                  <a:pt x="63856" y="93451"/>
                </a:lnTo>
                <a:lnTo>
                  <a:pt x="65579" y="92737"/>
                </a:lnTo>
                <a:lnTo>
                  <a:pt x="67315" y="91940"/>
                </a:lnTo>
                <a:lnTo>
                  <a:pt x="69066" y="91058"/>
                </a:lnTo>
                <a:lnTo>
                  <a:pt x="70830" y="90093"/>
                </a:lnTo>
                <a:lnTo>
                  <a:pt x="70830" y="101799"/>
                </a:lnTo>
                <a:close/>
                <a:moveTo>
                  <a:pt x="124670" y="107246"/>
                </a:moveTo>
                <a:lnTo>
                  <a:pt x="121864" y="107164"/>
                </a:lnTo>
                <a:lnTo>
                  <a:pt x="119154" y="106915"/>
                </a:lnTo>
                <a:lnTo>
                  <a:pt x="116538" y="106502"/>
                </a:lnTo>
                <a:lnTo>
                  <a:pt x="114018" y="105922"/>
                </a:lnTo>
                <a:lnTo>
                  <a:pt x="111593" y="105178"/>
                </a:lnTo>
                <a:lnTo>
                  <a:pt x="109263" y="104267"/>
                </a:lnTo>
                <a:lnTo>
                  <a:pt x="107028" y="103191"/>
                </a:lnTo>
                <a:lnTo>
                  <a:pt x="104888" y="101950"/>
                </a:lnTo>
                <a:lnTo>
                  <a:pt x="102843" y="100543"/>
                </a:lnTo>
                <a:lnTo>
                  <a:pt x="100893" y="98971"/>
                </a:lnTo>
                <a:lnTo>
                  <a:pt x="99039" y="97233"/>
                </a:lnTo>
                <a:lnTo>
                  <a:pt x="97279" y="95329"/>
                </a:lnTo>
                <a:lnTo>
                  <a:pt x="95639" y="93300"/>
                </a:lnTo>
                <a:lnTo>
                  <a:pt x="94141" y="91183"/>
                </a:lnTo>
                <a:lnTo>
                  <a:pt x="92786" y="88981"/>
                </a:lnTo>
                <a:lnTo>
                  <a:pt x="91573" y="86692"/>
                </a:lnTo>
                <a:lnTo>
                  <a:pt x="90503" y="84316"/>
                </a:lnTo>
                <a:lnTo>
                  <a:pt x="89576" y="81854"/>
                </a:lnTo>
                <a:lnTo>
                  <a:pt x="88791" y="79306"/>
                </a:lnTo>
                <a:lnTo>
                  <a:pt x="88149" y="76671"/>
                </a:lnTo>
                <a:lnTo>
                  <a:pt x="87650" y="73949"/>
                </a:lnTo>
                <a:lnTo>
                  <a:pt x="87293" y="71141"/>
                </a:lnTo>
                <a:lnTo>
                  <a:pt x="87079" y="68247"/>
                </a:lnTo>
                <a:lnTo>
                  <a:pt x="87008" y="65267"/>
                </a:lnTo>
                <a:lnTo>
                  <a:pt x="87079" y="62286"/>
                </a:lnTo>
                <a:lnTo>
                  <a:pt x="87293" y="59393"/>
                </a:lnTo>
                <a:lnTo>
                  <a:pt x="87650" y="56586"/>
                </a:lnTo>
                <a:lnTo>
                  <a:pt x="88149" y="53867"/>
                </a:lnTo>
                <a:lnTo>
                  <a:pt x="88791" y="51234"/>
                </a:lnTo>
                <a:lnTo>
                  <a:pt x="89576" y="48688"/>
                </a:lnTo>
                <a:lnTo>
                  <a:pt x="90503" y="46230"/>
                </a:lnTo>
                <a:lnTo>
                  <a:pt x="91573" y="43858"/>
                </a:lnTo>
                <a:lnTo>
                  <a:pt x="92786" y="41574"/>
                </a:lnTo>
                <a:lnTo>
                  <a:pt x="94141" y="39376"/>
                </a:lnTo>
                <a:lnTo>
                  <a:pt x="95639" y="37265"/>
                </a:lnTo>
                <a:lnTo>
                  <a:pt x="97279" y="35241"/>
                </a:lnTo>
                <a:lnTo>
                  <a:pt x="99039" y="33343"/>
                </a:lnTo>
                <a:lnTo>
                  <a:pt x="100893" y="31610"/>
                </a:lnTo>
                <a:lnTo>
                  <a:pt x="102843" y="30042"/>
                </a:lnTo>
                <a:lnTo>
                  <a:pt x="104888" y="28639"/>
                </a:lnTo>
                <a:lnTo>
                  <a:pt x="107028" y="27402"/>
                </a:lnTo>
                <a:lnTo>
                  <a:pt x="109263" y="26329"/>
                </a:lnTo>
                <a:lnTo>
                  <a:pt x="111593" y="25421"/>
                </a:lnTo>
                <a:lnTo>
                  <a:pt x="114018" y="24678"/>
                </a:lnTo>
                <a:lnTo>
                  <a:pt x="116538" y="24101"/>
                </a:lnTo>
                <a:lnTo>
                  <a:pt x="119154" y="23688"/>
                </a:lnTo>
                <a:lnTo>
                  <a:pt x="121864" y="23440"/>
                </a:lnTo>
                <a:lnTo>
                  <a:pt x="124670" y="23358"/>
                </a:lnTo>
                <a:lnTo>
                  <a:pt x="127464" y="23440"/>
                </a:lnTo>
                <a:lnTo>
                  <a:pt x="130164" y="23688"/>
                </a:lnTo>
                <a:lnTo>
                  <a:pt x="132770" y="24101"/>
                </a:lnTo>
                <a:lnTo>
                  <a:pt x="135282" y="24678"/>
                </a:lnTo>
                <a:lnTo>
                  <a:pt x="137700" y="25421"/>
                </a:lnTo>
                <a:lnTo>
                  <a:pt x="140024" y="26329"/>
                </a:lnTo>
                <a:lnTo>
                  <a:pt x="142253" y="27402"/>
                </a:lnTo>
                <a:lnTo>
                  <a:pt x="144389" y="28639"/>
                </a:lnTo>
                <a:lnTo>
                  <a:pt x="146430" y="30042"/>
                </a:lnTo>
                <a:lnTo>
                  <a:pt x="148377" y="31610"/>
                </a:lnTo>
                <a:lnTo>
                  <a:pt x="150230" y="33343"/>
                </a:lnTo>
                <a:lnTo>
                  <a:pt x="151989" y="35241"/>
                </a:lnTo>
                <a:lnTo>
                  <a:pt x="153630" y="37265"/>
                </a:lnTo>
                <a:lnTo>
                  <a:pt x="155128" y="39376"/>
                </a:lnTo>
                <a:lnTo>
                  <a:pt x="156483" y="41574"/>
                </a:lnTo>
                <a:lnTo>
                  <a:pt x="157695" y="43858"/>
                </a:lnTo>
                <a:lnTo>
                  <a:pt x="158765" y="46230"/>
                </a:lnTo>
                <a:lnTo>
                  <a:pt x="159693" y="48688"/>
                </a:lnTo>
                <a:lnTo>
                  <a:pt x="160477" y="51234"/>
                </a:lnTo>
                <a:lnTo>
                  <a:pt x="161119" y="53867"/>
                </a:lnTo>
                <a:lnTo>
                  <a:pt x="161619" y="56586"/>
                </a:lnTo>
                <a:lnTo>
                  <a:pt x="161975" y="59393"/>
                </a:lnTo>
                <a:lnTo>
                  <a:pt x="162189" y="62286"/>
                </a:lnTo>
                <a:lnTo>
                  <a:pt x="162261" y="65267"/>
                </a:lnTo>
                <a:lnTo>
                  <a:pt x="162189" y="68247"/>
                </a:lnTo>
                <a:lnTo>
                  <a:pt x="161975" y="71141"/>
                </a:lnTo>
                <a:lnTo>
                  <a:pt x="161619" y="73949"/>
                </a:lnTo>
                <a:lnTo>
                  <a:pt x="161119" y="76671"/>
                </a:lnTo>
                <a:lnTo>
                  <a:pt x="160477" y="79306"/>
                </a:lnTo>
                <a:lnTo>
                  <a:pt x="159693" y="81854"/>
                </a:lnTo>
                <a:lnTo>
                  <a:pt x="158765" y="84316"/>
                </a:lnTo>
                <a:lnTo>
                  <a:pt x="157695" y="86692"/>
                </a:lnTo>
                <a:lnTo>
                  <a:pt x="156483" y="88981"/>
                </a:lnTo>
                <a:lnTo>
                  <a:pt x="155128" y="91183"/>
                </a:lnTo>
                <a:lnTo>
                  <a:pt x="153630" y="93300"/>
                </a:lnTo>
                <a:lnTo>
                  <a:pt x="151989" y="95329"/>
                </a:lnTo>
                <a:lnTo>
                  <a:pt x="150230" y="97233"/>
                </a:lnTo>
                <a:lnTo>
                  <a:pt x="148377" y="98971"/>
                </a:lnTo>
                <a:lnTo>
                  <a:pt x="146430" y="100543"/>
                </a:lnTo>
                <a:lnTo>
                  <a:pt x="144389" y="101950"/>
                </a:lnTo>
                <a:lnTo>
                  <a:pt x="142253" y="103191"/>
                </a:lnTo>
                <a:lnTo>
                  <a:pt x="140024" y="104267"/>
                </a:lnTo>
                <a:lnTo>
                  <a:pt x="137700" y="105178"/>
                </a:lnTo>
                <a:lnTo>
                  <a:pt x="135282" y="105922"/>
                </a:lnTo>
                <a:lnTo>
                  <a:pt x="132770" y="106502"/>
                </a:lnTo>
                <a:lnTo>
                  <a:pt x="130164" y="106915"/>
                </a:lnTo>
                <a:lnTo>
                  <a:pt x="127464" y="107164"/>
                </a:lnTo>
                <a:lnTo>
                  <a:pt x="124670" y="107246"/>
                </a:lnTo>
                <a:moveTo>
                  <a:pt x="124670" y="96137"/>
                </a:moveTo>
                <a:lnTo>
                  <a:pt x="126411" y="96080"/>
                </a:lnTo>
                <a:lnTo>
                  <a:pt x="128092" y="95909"/>
                </a:lnTo>
                <a:lnTo>
                  <a:pt x="129712" y="95623"/>
                </a:lnTo>
                <a:lnTo>
                  <a:pt x="131272" y="95223"/>
                </a:lnTo>
                <a:lnTo>
                  <a:pt x="132771" y="94708"/>
                </a:lnTo>
                <a:lnTo>
                  <a:pt x="134210" y="94079"/>
                </a:lnTo>
                <a:lnTo>
                  <a:pt x="135589" y="93336"/>
                </a:lnTo>
                <a:lnTo>
                  <a:pt x="136907" y="92479"/>
                </a:lnTo>
                <a:lnTo>
                  <a:pt x="138165" y="91507"/>
                </a:lnTo>
                <a:lnTo>
                  <a:pt x="139362" y="90421"/>
                </a:lnTo>
                <a:lnTo>
                  <a:pt x="140499" y="89220"/>
                </a:lnTo>
                <a:lnTo>
                  <a:pt x="141575" y="87905"/>
                </a:lnTo>
                <a:lnTo>
                  <a:pt x="142578" y="86491"/>
                </a:lnTo>
                <a:lnTo>
                  <a:pt x="143493" y="84990"/>
                </a:lnTo>
                <a:lnTo>
                  <a:pt x="144321" y="83404"/>
                </a:lnTo>
                <a:lnTo>
                  <a:pt x="145062" y="81731"/>
                </a:lnTo>
                <a:lnTo>
                  <a:pt x="145716" y="79974"/>
                </a:lnTo>
                <a:lnTo>
                  <a:pt x="146283" y="78130"/>
                </a:lnTo>
                <a:lnTo>
                  <a:pt x="146762" y="76200"/>
                </a:lnTo>
                <a:lnTo>
                  <a:pt x="147155" y="74185"/>
                </a:lnTo>
                <a:lnTo>
                  <a:pt x="147460" y="72084"/>
                </a:lnTo>
                <a:lnTo>
                  <a:pt x="147678" y="69897"/>
                </a:lnTo>
                <a:lnTo>
                  <a:pt x="147808" y="67625"/>
                </a:lnTo>
                <a:lnTo>
                  <a:pt x="147852" y="65267"/>
                </a:lnTo>
                <a:lnTo>
                  <a:pt x="147808" y="62920"/>
                </a:lnTo>
                <a:lnTo>
                  <a:pt x="147678" y="60657"/>
                </a:lnTo>
                <a:lnTo>
                  <a:pt x="147460" y="58480"/>
                </a:lnTo>
                <a:lnTo>
                  <a:pt x="147155" y="56387"/>
                </a:lnTo>
                <a:lnTo>
                  <a:pt x="146762" y="54380"/>
                </a:lnTo>
                <a:lnTo>
                  <a:pt x="146283" y="52457"/>
                </a:lnTo>
                <a:lnTo>
                  <a:pt x="145716" y="50618"/>
                </a:lnTo>
                <a:lnTo>
                  <a:pt x="145062" y="48865"/>
                </a:lnTo>
                <a:lnTo>
                  <a:pt x="144321" y="47196"/>
                </a:lnTo>
                <a:lnTo>
                  <a:pt x="143493" y="45612"/>
                </a:lnTo>
                <a:lnTo>
                  <a:pt x="142578" y="44113"/>
                </a:lnTo>
                <a:lnTo>
                  <a:pt x="141575" y="42699"/>
                </a:lnTo>
                <a:lnTo>
                  <a:pt x="140499" y="41384"/>
                </a:lnTo>
                <a:lnTo>
                  <a:pt x="139362" y="40183"/>
                </a:lnTo>
                <a:lnTo>
                  <a:pt x="138165" y="39097"/>
                </a:lnTo>
                <a:lnTo>
                  <a:pt x="136907" y="38126"/>
                </a:lnTo>
                <a:lnTo>
                  <a:pt x="135589" y="37268"/>
                </a:lnTo>
                <a:lnTo>
                  <a:pt x="134210" y="36525"/>
                </a:lnTo>
                <a:lnTo>
                  <a:pt x="132771" y="35896"/>
                </a:lnTo>
                <a:lnTo>
                  <a:pt x="131272" y="35382"/>
                </a:lnTo>
                <a:lnTo>
                  <a:pt x="129712" y="34981"/>
                </a:lnTo>
                <a:lnTo>
                  <a:pt x="128092" y="34696"/>
                </a:lnTo>
                <a:lnTo>
                  <a:pt x="126411" y="34524"/>
                </a:lnTo>
                <a:lnTo>
                  <a:pt x="124670" y="34467"/>
                </a:lnTo>
                <a:lnTo>
                  <a:pt x="122917" y="34524"/>
                </a:lnTo>
                <a:lnTo>
                  <a:pt x="121226" y="34696"/>
                </a:lnTo>
                <a:lnTo>
                  <a:pt x="119597" y="34981"/>
                </a:lnTo>
                <a:lnTo>
                  <a:pt x="118028" y="35382"/>
                </a:lnTo>
                <a:lnTo>
                  <a:pt x="116521" y="35896"/>
                </a:lnTo>
                <a:lnTo>
                  <a:pt x="115076" y="36525"/>
                </a:lnTo>
                <a:lnTo>
                  <a:pt x="113692" y="37268"/>
                </a:lnTo>
                <a:lnTo>
                  <a:pt x="112369" y="38126"/>
                </a:lnTo>
                <a:lnTo>
                  <a:pt x="111108" y="39097"/>
                </a:lnTo>
                <a:lnTo>
                  <a:pt x="109909" y="40183"/>
                </a:lnTo>
                <a:lnTo>
                  <a:pt x="108770" y="41384"/>
                </a:lnTo>
                <a:lnTo>
                  <a:pt x="107693" y="42699"/>
                </a:lnTo>
                <a:lnTo>
                  <a:pt x="106691" y="44113"/>
                </a:lnTo>
                <a:lnTo>
                  <a:pt x="105775" y="45612"/>
                </a:lnTo>
                <a:lnTo>
                  <a:pt x="104947" y="47196"/>
                </a:lnTo>
                <a:lnTo>
                  <a:pt x="104206" y="48865"/>
                </a:lnTo>
                <a:lnTo>
                  <a:pt x="103552" y="50618"/>
                </a:lnTo>
                <a:lnTo>
                  <a:pt x="102986" y="52457"/>
                </a:lnTo>
                <a:lnTo>
                  <a:pt x="102506" y="54380"/>
                </a:lnTo>
                <a:lnTo>
                  <a:pt x="102114" y="56387"/>
                </a:lnTo>
                <a:lnTo>
                  <a:pt x="101809" y="58480"/>
                </a:lnTo>
                <a:lnTo>
                  <a:pt x="101591" y="60657"/>
                </a:lnTo>
                <a:lnTo>
                  <a:pt x="101460" y="62920"/>
                </a:lnTo>
                <a:lnTo>
                  <a:pt x="101416" y="65267"/>
                </a:lnTo>
                <a:lnTo>
                  <a:pt x="101460" y="67625"/>
                </a:lnTo>
                <a:lnTo>
                  <a:pt x="101591" y="69897"/>
                </a:lnTo>
                <a:lnTo>
                  <a:pt x="101809" y="72084"/>
                </a:lnTo>
                <a:lnTo>
                  <a:pt x="102114" y="74185"/>
                </a:lnTo>
                <a:lnTo>
                  <a:pt x="102506" y="76200"/>
                </a:lnTo>
                <a:lnTo>
                  <a:pt x="102986" y="78130"/>
                </a:lnTo>
                <a:lnTo>
                  <a:pt x="103552" y="79974"/>
                </a:lnTo>
                <a:lnTo>
                  <a:pt x="104206" y="81731"/>
                </a:lnTo>
                <a:lnTo>
                  <a:pt x="104947" y="83404"/>
                </a:lnTo>
                <a:lnTo>
                  <a:pt x="105775" y="84990"/>
                </a:lnTo>
                <a:lnTo>
                  <a:pt x="106691" y="86491"/>
                </a:lnTo>
                <a:lnTo>
                  <a:pt x="107693" y="87905"/>
                </a:lnTo>
                <a:lnTo>
                  <a:pt x="108770" y="89220"/>
                </a:lnTo>
                <a:lnTo>
                  <a:pt x="109909" y="90421"/>
                </a:lnTo>
                <a:lnTo>
                  <a:pt x="111108" y="91507"/>
                </a:lnTo>
                <a:lnTo>
                  <a:pt x="112369" y="92479"/>
                </a:lnTo>
                <a:lnTo>
                  <a:pt x="113692" y="93336"/>
                </a:lnTo>
                <a:lnTo>
                  <a:pt x="115076" y="94079"/>
                </a:lnTo>
                <a:lnTo>
                  <a:pt x="116521" y="94708"/>
                </a:lnTo>
                <a:lnTo>
                  <a:pt x="118028" y="95223"/>
                </a:lnTo>
                <a:lnTo>
                  <a:pt x="119597" y="95623"/>
                </a:lnTo>
                <a:lnTo>
                  <a:pt x="121226" y="95909"/>
                </a:lnTo>
                <a:lnTo>
                  <a:pt x="122917" y="96080"/>
                </a:lnTo>
                <a:lnTo>
                  <a:pt x="124670" y="96137"/>
                </a:lnTo>
                <a:close/>
                <a:moveTo>
                  <a:pt x="180435" y="100795"/>
                </a:moveTo>
                <a:lnTo>
                  <a:pt x="180435" y="86737"/>
                </a:lnTo>
                <a:lnTo>
                  <a:pt x="181773" y="87582"/>
                </a:lnTo>
                <a:lnTo>
                  <a:pt x="183124" y="88384"/>
                </a:lnTo>
                <a:lnTo>
                  <a:pt x="184487" y="89143"/>
                </a:lnTo>
                <a:lnTo>
                  <a:pt x="185864" y="89859"/>
                </a:lnTo>
                <a:lnTo>
                  <a:pt x="187253" y="90531"/>
                </a:lnTo>
                <a:lnTo>
                  <a:pt x="188656" y="91161"/>
                </a:lnTo>
                <a:lnTo>
                  <a:pt x="190071" y="91748"/>
                </a:lnTo>
                <a:lnTo>
                  <a:pt x="191499" y="92292"/>
                </a:lnTo>
                <a:lnTo>
                  <a:pt x="192940" y="92792"/>
                </a:lnTo>
                <a:lnTo>
                  <a:pt x="194394" y="93250"/>
                </a:lnTo>
                <a:lnTo>
                  <a:pt x="195861" y="93665"/>
                </a:lnTo>
                <a:lnTo>
                  <a:pt x="197340" y="94036"/>
                </a:lnTo>
                <a:lnTo>
                  <a:pt x="198807" y="94372"/>
                </a:lnTo>
                <a:lnTo>
                  <a:pt x="200237" y="94678"/>
                </a:lnTo>
                <a:lnTo>
                  <a:pt x="201629" y="94956"/>
                </a:lnTo>
                <a:lnTo>
                  <a:pt x="202983" y="95204"/>
                </a:lnTo>
                <a:lnTo>
                  <a:pt x="204300" y="95422"/>
                </a:lnTo>
                <a:lnTo>
                  <a:pt x="205579" y="95612"/>
                </a:lnTo>
                <a:lnTo>
                  <a:pt x="206820" y="95773"/>
                </a:lnTo>
                <a:lnTo>
                  <a:pt x="208024" y="95904"/>
                </a:lnTo>
                <a:lnTo>
                  <a:pt x="209190" y="96006"/>
                </a:lnTo>
                <a:lnTo>
                  <a:pt x="210318" y="96079"/>
                </a:lnTo>
                <a:lnTo>
                  <a:pt x="211409" y="96123"/>
                </a:lnTo>
                <a:lnTo>
                  <a:pt x="212462" y="96137"/>
                </a:lnTo>
                <a:lnTo>
                  <a:pt x="214099" y="96115"/>
                </a:lnTo>
                <a:lnTo>
                  <a:pt x="215658" y="96048"/>
                </a:lnTo>
                <a:lnTo>
                  <a:pt x="217139" y="95935"/>
                </a:lnTo>
                <a:lnTo>
                  <a:pt x="218541" y="95778"/>
                </a:lnTo>
                <a:lnTo>
                  <a:pt x="219865" y="95577"/>
                </a:lnTo>
                <a:lnTo>
                  <a:pt x="221111" y="95330"/>
                </a:lnTo>
                <a:lnTo>
                  <a:pt x="222278" y="95038"/>
                </a:lnTo>
                <a:lnTo>
                  <a:pt x="223368" y="94702"/>
                </a:lnTo>
                <a:lnTo>
                  <a:pt x="224379" y="94321"/>
                </a:lnTo>
                <a:lnTo>
                  <a:pt x="225311" y="93895"/>
                </a:lnTo>
                <a:lnTo>
                  <a:pt x="226166" y="93424"/>
                </a:lnTo>
                <a:lnTo>
                  <a:pt x="226942" y="92908"/>
                </a:lnTo>
                <a:lnTo>
                  <a:pt x="227648" y="92359"/>
                </a:lnTo>
                <a:lnTo>
                  <a:pt x="228293" y="91788"/>
                </a:lnTo>
                <a:lnTo>
                  <a:pt x="228877" y="91194"/>
                </a:lnTo>
                <a:lnTo>
                  <a:pt x="229399" y="90578"/>
                </a:lnTo>
                <a:lnTo>
                  <a:pt x="229860" y="89940"/>
                </a:lnTo>
                <a:lnTo>
                  <a:pt x="230259" y="89280"/>
                </a:lnTo>
                <a:lnTo>
                  <a:pt x="230597" y="88598"/>
                </a:lnTo>
                <a:lnTo>
                  <a:pt x="230873" y="87894"/>
                </a:lnTo>
                <a:lnTo>
                  <a:pt x="231088" y="87167"/>
                </a:lnTo>
                <a:lnTo>
                  <a:pt x="231242" y="86418"/>
                </a:lnTo>
                <a:lnTo>
                  <a:pt x="231334" y="85648"/>
                </a:lnTo>
                <a:lnTo>
                  <a:pt x="231364" y="84854"/>
                </a:lnTo>
                <a:lnTo>
                  <a:pt x="231350" y="84329"/>
                </a:lnTo>
                <a:lnTo>
                  <a:pt x="231307" y="83816"/>
                </a:lnTo>
                <a:lnTo>
                  <a:pt x="231235" y="83315"/>
                </a:lnTo>
                <a:lnTo>
                  <a:pt x="231135" y="82828"/>
                </a:lnTo>
                <a:lnTo>
                  <a:pt x="231005" y="82353"/>
                </a:lnTo>
                <a:lnTo>
                  <a:pt x="230847" y="81891"/>
                </a:lnTo>
                <a:lnTo>
                  <a:pt x="230660" y="81442"/>
                </a:lnTo>
                <a:lnTo>
                  <a:pt x="230445" y="81006"/>
                </a:lnTo>
                <a:lnTo>
                  <a:pt x="230201" y="80583"/>
                </a:lnTo>
                <a:lnTo>
                  <a:pt x="229928" y="80172"/>
                </a:lnTo>
                <a:lnTo>
                  <a:pt x="229626" y="79774"/>
                </a:lnTo>
                <a:lnTo>
                  <a:pt x="229296" y="79389"/>
                </a:lnTo>
                <a:lnTo>
                  <a:pt x="228908" y="79003"/>
                </a:lnTo>
                <a:lnTo>
                  <a:pt x="228436" y="78603"/>
                </a:lnTo>
                <a:lnTo>
                  <a:pt x="227878" y="78187"/>
                </a:lnTo>
                <a:lnTo>
                  <a:pt x="227235" y="77757"/>
                </a:lnTo>
                <a:lnTo>
                  <a:pt x="226507" y="77312"/>
                </a:lnTo>
                <a:lnTo>
                  <a:pt x="225694" y="76852"/>
                </a:lnTo>
                <a:lnTo>
                  <a:pt x="224795" y="76378"/>
                </a:lnTo>
                <a:lnTo>
                  <a:pt x="223811" y="75889"/>
                </a:lnTo>
                <a:lnTo>
                  <a:pt x="222742" y="75384"/>
                </a:lnTo>
                <a:lnTo>
                  <a:pt x="221588" y="74865"/>
                </a:lnTo>
                <a:lnTo>
                  <a:pt x="220349" y="74332"/>
                </a:lnTo>
                <a:lnTo>
                  <a:pt x="219024" y="73783"/>
                </a:lnTo>
                <a:lnTo>
                  <a:pt x="214459" y="71938"/>
                </a:lnTo>
                <a:lnTo>
                  <a:pt x="205258" y="68318"/>
                </a:lnTo>
                <a:lnTo>
                  <a:pt x="202861" y="67365"/>
                </a:lnTo>
                <a:lnTo>
                  <a:pt x="200617" y="66425"/>
                </a:lnTo>
                <a:lnTo>
                  <a:pt x="198526" y="65496"/>
                </a:lnTo>
                <a:lnTo>
                  <a:pt x="196587" y="64579"/>
                </a:lnTo>
                <a:lnTo>
                  <a:pt x="194801" y="63673"/>
                </a:lnTo>
                <a:lnTo>
                  <a:pt x="193167" y="62779"/>
                </a:lnTo>
                <a:lnTo>
                  <a:pt x="191686" y="61897"/>
                </a:lnTo>
                <a:lnTo>
                  <a:pt x="190358" y="61026"/>
                </a:lnTo>
                <a:lnTo>
                  <a:pt x="189182" y="60167"/>
                </a:lnTo>
                <a:lnTo>
                  <a:pt x="188158" y="59320"/>
                </a:lnTo>
                <a:lnTo>
                  <a:pt x="187288" y="58484"/>
                </a:lnTo>
                <a:lnTo>
                  <a:pt x="186569" y="57660"/>
                </a:lnTo>
                <a:lnTo>
                  <a:pt x="185943" y="56839"/>
                </a:lnTo>
                <a:lnTo>
                  <a:pt x="185371" y="55987"/>
                </a:lnTo>
                <a:lnTo>
                  <a:pt x="184853" y="55107"/>
                </a:lnTo>
                <a:lnTo>
                  <a:pt x="184390" y="54196"/>
                </a:lnTo>
                <a:lnTo>
                  <a:pt x="183981" y="53256"/>
                </a:lnTo>
                <a:lnTo>
                  <a:pt x="183627" y="52286"/>
                </a:lnTo>
                <a:lnTo>
                  <a:pt x="183327" y="51287"/>
                </a:lnTo>
                <a:lnTo>
                  <a:pt x="183082" y="50258"/>
                </a:lnTo>
                <a:lnTo>
                  <a:pt x="182891" y="49199"/>
                </a:lnTo>
                <a:lnTo>
                  <a:pt x="182755" y="48111"/>
                </a:lnTo>
                <a:lnTo>
                  <a:pt x="182674" y="46993"/>
                </a:lnTo>
                <a:lnTo>
                  <a:pt x="182646" y="45845"/>
                </a:lnTo>
                <a:lnTo>
                  <a:pt x="182699" y="44233"/>
                </a:lnTo>
                <a:lnTo>
                  <a:pt x="182857" y="42669"/>
                </a:lnTo>
                <a:lnTo>
                  <a:pt x="183121" y="41153"/>
                </a:lnTo>
                <a:lnTo>
                  <a:pt x="183490" y="39686"/>
                </a:lnTo>
                <a:lnTo>
                  <a:pt x="183965" y="38267"/>
                </a:lnTo>
                <a:lnTo>
                  <a:pt x="184545" y="36897"/>
                </a:lnTo>
                <a:lnTo>
                  <a:pt x="185231" y="35575"/>
                </a:lnTo>
                <a:lnTo>
                  <a:pt x="186023" y="34301"/>
                </a:lnTo>
                <a:lnTo>
                  <a:pt x="186919" y="33076"/>
                </a:lnTo>
                <a:lnTo>
                  <a:pt x="187922" y="31899"/>
                </a:lnTo>
                <a:lnTo>
                  <a:pt x="189030" y="30771"/>
                </a:lnTo>
                <a:lnTo>
                  <a:pt x="190243" y="29691"/>
                </a:lnTo>
                <a:lnTo>
                  <a:pt x="191575" y="28680"/>
                </a:lnTo>
                <a:lnTo>
                  <a:pt x="193038" y="27756"/>
                </a:lnTo>
                <a:lnTo>
                  <a:pt x="194632" y="26920"/>
                </a:lnTo>
                <a:lnTo>
                  <a:pt x="196357" y="26173"/>
                </a:lnTo>
                <a:lnTo>
                  <a:pt x="198214" y="25513"/>
                </a:lnTo>
                <a:lnTo>
                  <a:pt x="200202" y="24941"/>
                </a:lnTo>
                <a:lnTo>
                  <a:pt x="202322" y="24457"/>
                </a:lnTo>
                <a:lnTo>
                  <a:pt x="204572" y="24062"/>
                </a:lnTo>
                <a:lnTo>
                  <a:pt x="206954" y="23754"/>
                </a:lnTo>
                <a:lnTo>
                  <a:pt x="209467" y="23534"/>
                </a:lnTo>
                <a:lnTo>
                  <a:pt x="212112" y="23402"/>
                </a:lnTo>
                <a:lnTo>
                  <a:pt x="214887" y="23358"/>
                </a:lnTo>
                <a:lnTo>
                  <a:pt x="217006" y="23383"/>
                </a:lnTo>
                <a:lnTo>
                  <a:pt x="219106" y="23461"/>
                </a:lnTo>
                <a:lnTo>
                  <a:pt x="221187" y="23589"/>
                </a:lnTo>
                <a:lnTo>
                  <a:pt x="223249" y="23769"/>
                </a:lnTo>
                <a:lnTo>
                  <a:pt x="225292" y="24001"/>
                </a:lnTo>
                <a:lnTo>
                  <a:pt x="227316" y="24284"/>
                </a:lnTo>
                <a:lnTo>
                  <a:pt x="229322" y="24618"/>
                </a:lnTo>
                <a:lnTo>
                  <a:pt x="231309" y="25004"/>
                </a:lnTo>
                <a:lnTo>
                  <a:pt x="233277" y="25441"/>
                </a:lnTo>
                <a:lnTo>
                  <a:pt x="235226" y="25929"/>
                </a:lnTo>
                <a:lnTo>
                  <a:pt x="237156" y="26469"/>
                </a:lnTo>
                <a:lnTo>
                  <a:pt x="239068" y="27061"/>
                </a:lnTo>
                <a:lnTo>
                  <a:pt x="239068" y="39167"/>
                </a:lnTo>
                <a:lnTo>
                  <a:pt x="236891" y="38416"/>
                </a:lnTo>
                <a:lnTo>
                  <a:pt x="234737" y="37731"/>
                </a:lnTo>
                <a:lnTo>
                  <a:pt x="232604" y="37111"/>
                </a:lnTo>
                <a:lnTo>
                  <a:pt x="230493" y="36556"/>
                </a:lnTo>
                <a:lnTo>
                  <a:pt x="228403" y="36066"/>
                </a:lnTo>
                <a:lnTo>
                  <a:pt x="226336" y="35642"/>
                </a:lnTo>
                <a:lnTo>
                  <a:pt x="224290" y="35283"/>
                </a:lnTo>
                <a:lnTo>
                  <a:pt x="222266" y="34989"/>
                </a:lnTo>
                <a:lnTo>
                  <a:pt x="220264" y="34761"/>
                </a:lnTo>
                <a:lnTo>
                  <a:pt x="218283" y="34598"/>
                </a:lnTo>
                <a:lnTo>
                  <a:pt x="216325" y="34500"/>
                </a:lnTo>
                <a:lnTo>
                  <a:pt x="214388" y="34467"/>
                </a:lnTo>
                <a:lnTo>
                  <a:pt x="213011" y="34487"/>
                </a:lnTo>
                <a:lnTo>
                  <a:pt x="211684" y="34549"/>
                </a:lnTo>
                <a:lnTo>
                  <a:pt x="210409" y="34651"/>
                </a:lnTo>
                <a:lnTo>
                  <a:pt x="209185" y="34794"/>
                </a:lnTo>
                <a:lnTo>
                  <a:pt x="208012" y="34979"/>
                </a:lnTo>
                <a:lnTo>
                  <a:pt x="206889" y="35204"/>
                </a:lnTo>
                <a:lnTo>
                  <a:pt x="205818" y="35470"/>
                </a:lnTo>
                <a:lnTo>
                  <a:pt x="204798" y="35777"/>
                </a:lnTo>
                <a:lnTo>
                  <a:pt x="203829" y="36124"/>
                </a:lnTo>
                <a:lnTo>
                  <a:pt x="202911" y="36513"/>
                </a:lnTo>
                <a:lnTo>
                  <a:pt x="202044" y="36943"/>
                </a:lnTo>
                <a:lnTo>
                  <a:pt x="201228" y="37413"/>
                </a:lnTo>
                <a:lnTo>
                  <a:pt x="200470" y="37914"/>
                </a:lnTo>
                <a:lnTo>
                  <a:pt x="199778" y="38435"/>
                </a:lnTo>
                <a:lnTo>
                  <a:pt x="199152" y="38976"/>
                </a:lnTo>
                <a:lnTo>
                  <a:pt x="198592" y="39538"/>
                </a:lnTo>
                <a:lnTo>
                  <a:pt x="198098" y="40120"/>
                </a:lnTo>
                <a:lnTo>
                  <a:pt x="197670" y="40721"/>
                </a:lnTo>
                <a:lnTo>
                  <a:pt x="197308" y="41344"/>
                </a:lnTo>
                <a:lnTo>
                  <a:pt x="197011" y="41986"/>
                </a:lnTo>
                <a:lnTo>
                  <a:pt x="196781" y="42648"/>
                </a:lnTo>
                <a:lnTo>
                  <a:pt x="196616" y="43331"/>
                </a:lnTo>
                <a:lnTo>
                  <a:pt x="196517" y="44034"/>
                </a:lnTo>
                <a:lnTo>
                  <a:pt x="196484" y="44757"/>
                </a:lnTo>
                <a:lnTo>
                  <a:pt x="196513" y="45455"/>
                </a:lnTo>
                <a:lnTo>
                  <a:pt x="196599" y="46129"/>
                </a:lnTo>
                <a:lnTo>
                  <a:pt x="196743" y="46779"/>
                </a:lnTo>
                <a:lnTo>
                  <a:pt x="196944" y="47406"/>
                </a:lnTo>
                <a:lnTo>
                  <a:pt x="197202" y="48009"/>
                </a:lnTo>
                <a:lnTo>
                  <a:pt x="197518" y="48589"/>
                </a:lnTo>
                <a:lnTo>
                  <a:pt x="197892" y="49145"/>
                </a:lnTo>
                <a:lnTo>
                  <a:pt x="198323" y="49677"/>
                </a:lnTo>
                <a:lnTo>
                  <a:pt x="198811" y="50185"/>
                </a:lnTo>
                <a:lnTo>
                  <a:pt x="199357" y="50670"/>
                </a:lnTo>
                <a:lnTo>
                  <a:pt x="199961" y="51132"/>
                </a:lnTo>
                <a:lnTo>
                  <a:pt x="200621" y="51569"/>
                </a:lnTo>
                <a:lnTo>
                  <a:pt x="201335" y="52000"/>
                </a:lnTo>
                <a:lnTo>
                  <a:pt x="202119" y="52442"/>
                </a:lnTo>
                <a:lnTo>
                  <a:pt x="202975" y="52895"/>
                </a:lnTo>
                <a:lnTo>
                  <a:pt x="203902" y="53359"/>
                </a:lnTo>
                <a:lnTo>
                  <a:pt x="204901" y="53834"/>
                </a:lnTo>
                <a:lnTo>
                  <a:pt x="205971" y="54319"/>
                </a:lnTo>
                <a:lnTo>
                  <a:pt x="207112" y="54816"/>
                </a:lnTo>
                <a:lnTo>
                  <a:pt x="208325" y="55323"/>
                </a:lnTo>
                <a:lnTo>
                  <a:pt x="209609" y="55841"/>
                </a:lnTo>
                <a:lnTo>
                  <a:pt x="210964" y="56370"/>
                </a:lnTo>
                <a:lnTo>
                  <a:pt x="212391" y="56909"/>
                </a:lnTo>
                <a:lnTo>
                  <a:pt x="213889" y="57460"/>
                </a:lnTo>
                <a:lnTo>
                  <a:pt x="222876" y="60724"/>
                </a:lnTo>
                <a:lnTo>
                  <a:pt x="224882" y="61475"/>
                </a:lnTo>
                <a:lnTo>
                  <a:pt x="226785" y="62237"/>
                </a:lnTo>
                <a:lnTo>
                  <a:pt x="228587" y="63010"/>
                </a:lnTo>
                <a:lnTo>
                  <a:pt x="230286" y="63793"/>
                </a:lnTo>
                <a:lnTo>
                  <a:pt x="231884" y="64588"/>
                </a:lnTo>
                <a:lnTo>
                  <a:pt x="233379" y="65394"/>
                </a:lnTo>
                <a:lnTo>
                  <a:pt x="234773" y="66211"/>
                </a:lnTo>
                <a:lnTo>
                  <a:pt x="236064" y="67039"/>
                </a:lnTo>
                <a:lnTo>
                  <a:pt x="237254" y="67878"/>
                </a:lnTo>
                <a:lnTo>
                  <a:pt x="238341" y="68728"/>
                </a:lnTo>
                <a:lnTo>
                  <a:pt x="239326" y="69589"/>
                </a:lnTo>
                <a:lnTo>
                  <a:pt x="240209" y="70461"/>
                </a:lnTo>
                <a:lnTo>
                  <a:pt x="241007" y="71356"/>
                </a:lnTo>
                <a:lnTo>
                  <a:pt x="241735" y="72289"/>
                </a:lnTo>
                <a:lnTo>
                  <a:pt x="242394" y="73258"/>
                </a:lnTo>
                <a:lnTo>
                  <a:pt x="242983" y="74263"/>
                </a:lnTo>
                <a:lnTo>
                  <a:pt x="243503" y="75305"/>
                </a:lnTo>
                <a:lnTo>
                  <a:pt x="243954" y="76384"/>
                </a:lnTo>
                <a:lnTo>
                  <a:pt x="244335" y="77499"/>
                </a:lnTo>
                <a:lnTo>
                  <a:pt x="244648" y="78651"/>
                </a:lnTo>
                <a:lnTo>
                  <a:pt x="244890" y="79839"/>
                </a:lnTo>
                <a:lnTo>
                  <a:pt x="245064" y="81064"/>
                </a:lnTo>
                <a:lnTo>
                  <a:pt x="245168" y="82326"/>
                </a:lnTo>
                <a:lnTo>
                  <a:pt x="245202" y="83624"/>
                </a:lnTo>
                <a:lnTo>
                  <a:pt x="245147" y="85318"/>
                </a:lnTo>
                <a:lnTo>
                  <a:pt x="244981" y="86961"/>
                </a:lnTo>
                <a:lnTo>
                  <a:pt x="244705" y="88553"/>
                </a:lnTo>
                <a:lnTo>
                  <a:pt x="244319" y="90095"/>
                </a:lnTo>
                <a:lnTo>
                  <a:pt x="243822" y="91585"/>
                </a:lnTo>
                <a:lnTo>
                  <a:pt x="243214" y="93025"/>
                </a:lnTo>
                <a:lnTo>
                  <a:pt x="242496" y="94414"/>
                </a:lnTo>
                <a:lnTo>
                  <a:pt x="241668" y="95752"/>
                </a:lnTo>
                <a:lnTo>
                  <a:pt x="240729" y="97039"/>
                </a:lnTo>
                <a:lnTo>
                  <a:pt x="239679" y="98275"/>
                </a:lnTo>
                <a:lnTo>
                  <a:pt x="238519" y="99460"/>
                </a:lnTo>
                <a:lnTo>
                  <a:pt x="237249" y="100595"/>
                </a:lnTo>
                <a:lnTo>
                  <a:pt x="235857" y="101657"/>
                </a:lnTo>
                <a:lnTo>
                  <a:pt x="234333" y="102627"/>
                </a:lnTo>
                <a:lnTo>
                  <a:pt x="232677" y="103505"/>
                </a:lnTo>
                <a:lnTo>
                  <a:pt x="230889" y="104290"/>
                </a:lnTo>
                <a:lnTo>
                  <a:pt x="228968" y="104983"/>
                </a:lnTo>
                <a:lnTo>
                  <a:pt x="226915" y="105584"/>
                </a:lnTo>
                <a:lnTo>
                  <a:pt x="224730" y="106092"/>
                </a:lnTo>
                <a:lnTo>
                  <a:pt x="222413" y="106507"/>
                </a:lnTo>
                <a:lnTo>
                  <a:pt x="219963" y="106831"/>
                </a:lnTo>
                <a:lnTo>
                  <a:pt x="217381" y="107062"/>
                </a:lnTo>
                <a:lnTo>
                  <a:pt x="214667" y="107200"/>
                </a:lnTo>
                <a:lnTo>
                  <a:pt x="211820" y="107246"/>
                </a:lnTo>
                <a:lnTo>
                  <a:pt x="209270" y="107202"/>
                </a:lnTo>
                <a:lnTo>
                  <a:pt x="206708" y="107067"/>
                </a:lnTo>
                <a:lnTo>
                  <a:pt x="204134" y="106843"/>
                </a:lnTo>
                <a:lnTo>
                  <a:pt x="201549" y="106530"/>
                </a:lnTo>
                <a:lnTo>
                  <a:pt x="198951" y="106126"/>
                </a:lnTo>
                <a:lnTo>
                  <a:pt x="196342" y="105634"/>
                </a:lnTo>
                <a:lnTo>
                  <a:pt x="193720" y="105051"/>
                </a:lnTo>
                <a:lnTo>
                  <a:pt x="191087" y="104379"/>
                </a:lnTo>
                <a:lnTo>
                  <a:pt x="188442" y="103618"/>
                </a:lnTo>
                <a:lnTo>
                  <a:pt x="185785" y="102766"/>
                </a:lnTo>
                <a:lnTo>
                  <a:pt x="183116" y="101825"/>
                </a:lnTo>
                <a:lnTo>
                  <a:pt x="180435" y="100795"/>
                </a:lnTo>
                <a:close/>
                <a:moveTo>
                  <a:pt x="319513" y="87084"/>
                </a:moveTo>
                <a:lnTo>
                  <a:pt x="318486" y="88718"/>
                </a:lnTo>
                <a:lnTo>
                  <a:pt x="317424" y="90284"/>
                </a:lnTo>
                <a:lnTo>
                  <a:pt x="316328" y="91781"/>
                </a:lnTo>
                <a:lnTo>
                  <a:pt x="315198" y="93209"/>
                </a:lnTo>
                <a:lnTo>
                  <a:pt x="314034" y="94569"/>
                </a:lnTo>
                <a:lnTo>
                  <a:pt x="312835" y="95861"/>
                </a:lnTo>
                <a:lnTo>
                  <a:pt x="311603" y="97084"/>
                </a:lnTo>
                <a:lnTo>
                  <a:pt x="310336" y="98238"/>
                </a:lnTo>
                <a:lnTo>
                  <a:pt x="309035" y="99324"/>
                </a:lnTo>
                <a:lnTo>
                  <a:pt x="307700" y="100341"/>
                </a:lnTo>
                <a:lnTo>
                  <a:pt x="306330" y="101290"/>
                </a:lnTo>
                <a:lnTo>
                  <a:pt x="304927" y="102170"/>
                </a:lnTo>
                <a:lnTo>
                  <a:pt x="303516" y="102981"/>
                </a:lnTo>
                <a:lnTo>
                  <a:pt x="302124" y="103721"/>
                </a:lnTo>
                <a:lnTo>
                  <a:pt x="300752" y="104391"/>
                </a:lnTo>
                <a:lnTo>
                  <a:pt x="299399" y="104990"/>
                </a:lnTo>
                <a:lnTo>
                  <a:pt x="298065" y="105519"/>
                </a:lnTo>
                <a:lnTo>
                  <a:pt x="296750" y="105977"/>
                </a:lnTo>
                <a:lnTo>
                  <a:pt x="295455" y="106365"/>
                </a:lnTo>
                <a:lnTo>
                  <a:pt x="294180" y="106682"/>
                </a:lnTo>
                <a:lnTo>
                  <a:pt x="292923" y="106929"/>
                </a:lnTo>
                <a:lnTo>
                  <a:pt x="291686" y="107105"/>
                </a:lnTo>
                <a:lnTo>
                  <a:pt x="290468" y="107211"/>
                </a:lnTo>
                <a:lnTo>
                  <a:pt x="289270" y="107246"/>
                </a:lnTo>
                <a:lnTo>
                  <a:pt x="287620" y="107187"/>
                </a:lnTo>
                <a:lnTo>
                  <a:pt x="285998" y="107007"/>
                </a:lnTo>
                <a:lnTo>
                  <a:pt x="284404" y="106708"/>
                </a:lnTo>
                <a:lnTo>
                  <a:pt x="282838" y="106289"/>
                </a:lnTo>
                <a:lnTo>
                  <a:pt x="281301" y="105750"/>
                </a:lnTo>
                <a:lnTo>
                  <a:pt x="279792" y="105092"/>
                </a:lnTo>
                <a:lnTo>
                  <a:pt x="278311" y="104314"/>
                </a:lnTo>
                <a:lnTo>
                  <a:pt x="276858" y="103417"/>
                </a:lnTo>
                <a:lnTo>
                  <a:pt x="275434" y="102400"/>
                </a:lnTo>
                <a:lnTo>
                  <a:pt x="274038" y="101263"/>
                </a:lnTo>
                <a:lnTo>
                  <a:pt x="272670" y="100006"/>
                </a:lnTo>
                <a:lnTo>
                  <a:pt x="271330" y="98630"/>
                </a:lnTo>
                <a:lnTo>
                  <a:pt x="270060" y="97132"/>
                </a:lnTo>
                <a:lnTo>
                  <a:pt x="268900" y="95510"/>
                </a:lnTo>
                <a:lnTo>
                  <a:pt x="267851" y="93765"/>
                </a:lnTo>
                <a:lnTo>
                  <a:pt x="266912" y="91896"/>
                </a:lnTo>
                <a:lnTo>
                  <a:pt x="266083" y="89904"/>
                </a:lnTo>
                <a:lnTo>
                  <a:pt x="265365" y="87788"/>
                </a:lnTo>
                <a:lnTo>
                  <a:pt x="264758" y="85548"/>
                </a:lnTo>
                <a:lnTo>
                  <a:pt x="264261" y="83184"/>
                </a:lnTo>
                <a:lnTo>
                  <a:pt x="263874" y="80697"/>
                </a:lnTo>
                <a:lnTo>
                  <a:pt x="263598" y="78087"/>
                </a:lnTo>
                <a:lnTo>
                  <a:pt x="263432" y="75353"/>
                </a:lnTo>
                <a:lnTo>
                  <a:pt x="263377" y="72495"/>
                </a:lnTo>
                <a:lnTo>
                  <a:pt x="263414" y="70213"/>
                </a:lnTo>
                <a:lnTo>
                  <a:pt x="263524" y="67972"/>
                </a:lnTo>
                <a:lnTo>
                  <a:pt x="263707" y="65772"/>
                </a:lnTo>
                <a:lnTo>
                  <a:pt x="263964" y="63613"/>
                </a:lnTo>
                <a:lnTo>
                  <a:pt x="264294" y="61495"/>
                </a:lnTo>
                <a:lnTo>
                  <a:pt x="264697" y="59418"/>
                </a:lnTo>
                <a:lnTo>
                  <a:pt x="265173" y="57382"/>
                </a:lnTo>
                <a:lnTo>
                  <a:pt x="265723" y="55388"/>
                </a:lnTo>
                <a:lnTo>
                  <a:pt x="266346" y="53434"/>
                </a:lnTo>
                <a:lnTo>
                  <a:pt x="267043" y="51521"/>
                </a:lnTo>
                <a:lnTo>
                  <a:pt x="267812" y="49650"/>
                </a:lnTo>
                <a:lnTo>
                  <a:pt x="268656" y="47819"/>
                </a:lnTo>
                <a:lnTo>
                  <a:pt x="269560" y="46041"/>
                </a:lnTo>
                <a:lnTo>
                  <a:pt x="270514" y="44326"/>
                </a:lnTo>
                <a:lnTo>
                  <a:pt x="271518" y="42674"/>
                </a:lnTo>
                <a:lnTo>
                  <a:pt x="272571" y="41086"/>
                </a:lnTo>
                <a:lnTo>
                  <a:pt x="273673" y="39561"/>
                </a:lnTo>
                <a:lnTo>
                  <a:pt x="274826" y="38099"/>
                </a:lnTo>
                <a:lnTo>
                  <a:pt x="276027" y="36700"/>
                </a:lnTo>
                <a:lnTo>
                  <a:pt x="277278" y="35365"/>
                </a:lnTo>
                <a:lnTo>
                  <a:pt x="278579" y="34093"/>
                </a:lnTo>
                <a:lnTo>
                  <a:pt x="279930" y="32884"/>
                </a:lnTo>
                <a:lnTo>
                  <a:pt x="281329" y="31739"/>
                </a:lnTo>
                <a:lnTo>
                  <a:pt x="282779" y="30657"/>
                </a:lnTo>
                <a:lnTo>
                  <a:pt x="284282" y="29650"/>
                </a:lnTo>
                <a:lnTo>
                  <a:pt x="285844" y="28731"/>
                </a:lnTo>
                <a:lnTo>
                  <a:pt x="287464" y="27900"/>
                </a:lnTo>
                <a:lnTo>
                  <a:pt x="289143" y="27156"/>
                </a:lnTo>
                <a:lnTo>
                  <a:pt x="290880" y="26499"/>
                </a:lnTo>
                <a:lnTo>
                  <a:pt x="292676" y="25930"/>
                </a:lnTo>
                <a:lnTo>
                  <a:pt x="294530" y="25449"/>
                </a:lnTo>
                <a:lnTo>
                  <a:pt x="296442" y="25055"/>
                </a:lnTo>
                <a:lnTo>
                  <a:pt x="298413" y="24749"/>
                </a:lnTo>
                <a:lnTo>
                  <a:pt x="300443" y="24530"/>
                </a:lnTo>
                <a:lnTo>
                  <a:pt x="302531" y="24399"/>
                </a:lnTo>
                <a:lnTo>
                  <a:pt x="304677" y="24355"/>
                </a:lnTo>
                <a:lnTo>
                  <a:pt x="305334" y="24360"/>
                </a:lnTo>
                <a:lnTo>
                  <a:pt x="306044" y="24377"/>
                </a:lnTo>
                <a:lnTo>
                  <a:pt x="306808" y="24404"/>
                </a:lnTo>
                <a:lnTo>
                  <a:pt x="307625" y="24442"/>
                </a:lnTo>
                <a:lnTo>
                  <a:pt x="308496" y="24491"/>
                </a:lnTo>
                <a:lnTo>
                  <a:pt x="309420" y="24551"/>
                </a:lnTo>
                <a:lnTo>
                  <a:pt x="310398" y="24621"/>
                </a:lnTo>
                <a:lnTo>
                  <a:pt x="311429" y="24703"/>
                </a:lnTo>
                <a:lnTo>
                  <a:pt x="312514" y="24795"/>
                </a:lnTo>
                <a:lnTo>
                  <a:pt x="313653" y="24899"/>
                </a:lnTo>
                <a:lnTo>
                  <a:pt x="314844" y="25013"/>
                </a:lnTo>
                <a:lnTo>
                  <a:pt x="316090" y="25138"/>
                </a:lnTo>
                <a:lnTo>
                  <a:pt x="316288" y="25162"/>
                </a:lnTo>
                <a:lnTo>
                  <a:pt x="316502" y="25188"/>
                </a:lnTo>
                <a:lnTo>
                  <a:pt x="316732" y="25214"/>
                </a:lnTo>
                <a:lnTo>
                  <a:pt x="316977" y="25241"/>
                </a:lnTo>
                <a:lnTo>
                  <a:pt x="317239" y="25269"/>
                </a:lnTo>
                <a:lnTo>
                  <a:pt x="317516" y="25298"/>
                </a:lnTo>
                <a:lnTo>
                  <a:pt x="317809" y="25329"/>
                </a:lnTo>
                <a:lnTo>
                  <a:pt x="318119" y="25360"/>
                </a:lnTo>
                <a:lnTo>
                  <a:pt x="318444" y="25392"/>
                </a:lnTo>
                <a:lnTo>
                  <a:pt x="318784" y="25425"/>
                </a:lnTo>
                <a:lnTo>
                  <a:pt x="319141" y="25459"/>
                </a:lnTo>
                <a:lnTo>
                  <a:pt x="319513" y="25494"/>
                </a:lnTo>
                <a:lnTo>
                  <a:pt x="332852" y="25494"/>
                </a:lnTo>
                <a:lnTo>
                  <a:pt x="332852" y="81681"/>
                </a:lnTo>
                <a:lnTo>
                  <a:pt x="332873" y="84048"/>
                </a:lnTo>
                <a:lnTo>
                  <a:pt x="332935" y="86340"/>
                </a:lnTo>
                <a:lnTo>
                  <a:pt x="333039" y="88556"/>
                </a:lnTo>
                <a:lnTo>
                  <a:pt x="333185" y="90697"/>
                </a:lnTo>
                <a:lnTo>
                  <a:pt x="333372" y="92763"/>
                </a:lnTo>
                <a:lnTo>
                  <a:pt x="333601" y="94753"/>
                </a:lnTo>
                <a:lnTo>
                  <a:pt x="333872" y="96668"/>
                </a:lnTo>
                <a:lnTo>
                  <a:pt x="334184" y="98507"/>
                </a:lnTo>
                <a:lnTo>
                  <a:pt x="334537" y="100271"/>
                </a:lnTo>
                <a:lnTo>
                  <a:pt x="334933" y="101959"/>
                </a:lnTo>
                <a:lnTo>
                  <a:pt x="335369" y="103572"/>
                </a:lnTo>
                <a:lnTo>
                  <a:pt x="335848" y="105110"/>
                </a:lnTo>
                <a:lnTo>
                  <a:pt x="322010" y="105110"/>
                </a:lnTo>
                <a:lnTo>
                  <a:pt x="321753" y="103975"/>
                </a:lnTo>
                <a:lnTo>
                  <a:pt x="321505" y="102774"/>
                </a:lnTo>
                <a:lnTo>
                  <a:pt x="321266" y="101506"/>
                </a:lnTo>
                <a:lnTo>
                  <a:pt x="321035" y="100171"/>
                </a:lnTo>
                <a:lnTo>
                  <a:pt x="320814" y="98769"/>
                </a:lnTo>
                <a:lnTo>
                  <a:pt x="320601" y="97300"/>
                </a:lnTo>
                <a:lnTo>
                  <a:pt x="320398" y="95764"/>
                </a:lnTo>
                <a:lnTo>
                  <a:pt x="320203" y="94162"/>
                </a:lnTo>
                <a:lnTo>
                  <a:pt x="320017" y="92493"/>
                </a:lnTo>
                <a:lnTo>
                  <a:pt x="319840" y="90757"/>
                </a:lnTo>
                <a:lnTo>
                  <a:pt x="319672" y="88954"/>
                </a:lnTo>
                <a:lnTo>
                  <a:pt x="319513" y="87084"/>
                </a:lnTo>
                <a:moveTo>
                  <a:pt x="319513" y="71426"/>
                </a:moveTo>
                <a:lnTo>
                  <a:pt x="319513" y="37315"/>
                </a:lnTo>
                <a:lnTo>
                  <a:pt x="318343" y="37020"/>
                </a:lnTo>
                <a:lnTo>
                  <a:pt x="317187" y="36750"/>
                </a:lnTo>
                <a:lnTo>
                  <a:pt x="316045" y="36505"/>
                </a:lnTo>
                <a:lnTo>
                  <a:pt x="314917" y="36287"/>
                </a:lnTo>
                <a:lnTo>
                  <a:pt x="313802" y="36094"/>
                </a:lnTo>
                <a:lnTo>
                  <a:pt x="312702" y="35927"/>
                </a:lnTo>
                <a:lnTo>
                  <a:pt x="311615" y="35785"/>
                </a:lnTo>
                <a:lnTo>
                  <a:pt x="310542" y="35670"/>
                </a:lnTo>
                <a:lnTo>
                  <a:pt x="309483" y="35580"/>
                </a:lnTo>
                <a:lnTo>
                  <a:pt x="308438" y="35515"/>
                </a:lnTo>
                <a:lnTo>
                  <a:pt x="307406" y="35477"/>
                </a:lnTo>
                <a:lnTo>
                  <a:pt x="306389" y="35464"/>
                </a:lnTo>
                <a:lnTo>
                  <a:pt x="304373" y="35530"/>
                </a:lnTo>
                <a:lnTo>
                  <a:pt x="302413" y="35727"/>
                </a:lnTo>
                <a:lnTo>
                  <a:pt x="300511" y="36056"/>
                </a:lnTo>
                <a:lnTo>
                  <a:pt x="298665" y="36516"/>
                </a:lnTo>
                <a:lnTo>
                  <a:pt x="296877" y="37108"/>
                </a:lnTo>
                <a:lnTo>
                  <a:pt x="295146" y="37832"/>
                </a:lnTo>
                <a:lnTo>
                  <a:pt x="293471" y="38687"/>
                </a:lnTo>
                <a:lnTo>
                  <a:pt x="291853" y="39673"/>
                </a:lnTo>
                <a:lnTo>
                  <a:pt x="290293" y="40792"/>
                </a:lnTo>
                <a:lnTo>
                  <a:pt x="288789" y="42041"/>
                </a:lnTo>
                <a:lnTo>
                  <a:pt x="287343" y="43422"/>
                </a:lnTo>
                <a:lnTo>
                  <a:pt x="285953" y="44935"/>
                </a:lnTo>
                <a:lnTo>
                  <a:pt x="284648" y="46561"/>
                </a:lnTo>
                <a:lnTo>
                  <a:pt x="283457" y="48282"/>
                </a:lnTo>
                <a:lnTo>
                  <a:pt x="282380" y="50098"/>
                </a:lnTo>
                <a:lnTo>
                  <a:pt x="281416" y="52009"/>
                </a:lnTo>
                <a:lnTo>
                  <a:pt x="280565" y="54015"/>
                </a:lnTo>
                <a:lnTo>
                  <a:pt x="279828" y="56116"/>
                </a:lnTo>
                <a:lnTo>
                  <a:pt x="279204" y="58311"/>
                </a:lnTo>
                <a:lnTo>
                  <a:pt x="278693" y="60602"/>
                </a:lnTo>
                <a:lnTo>
                  <a:pt x="278296" y="62988"/>
                </a:lnTo>
                <a:lnTo>
                  <a:pt x="278013" y="65468"/>
                </a:lnTo>
                <a:lnTo>
                  <a:pt x="277842" y="68044"/>
                </a:lnTo>
                <a:lnTo>
                  <a:pt x="277786" y="70714"/>
                </a:lnTo>
                <a:lnTo>
                  <a:pt x="277817" y="72644"/>
                </a:lnTo>
                <a:lnTo>
                  <a:pt x="277910" y="74494"/>
                </a:lnTo>
                <a:lnTo>
                  <a:pt x="278064" y="76262"/>
                </a:lnTo>
                <a:lnTo>
                  <a:pt x="278281" y="77950"/>
                </a:lnTo>
                <a:lnTo>
                  <a:pt x="278560" y="79558"/>
                </a:lnTo>
                <a:lnTo>
                  <a:pt x="278900" y="81085"/>
                </a:lnTo>
                <a:lnTo>
                  <a:pt x="279303" y="82531"/>
                </a:lnTo>
                <a:lnTo>
                  <a:pt x="279767" y="83897"/>
                </a:lnTo>
                <a:lnTo>
                  <a:pt x="280293" y="85182"/>
                </a:lnTo>
                <a:lnTo>
                  <a:pt x="280882" y="86386"/>
                </a:lnTo>
                <a:lnTo>
                  <a:pt x="281532" y="87510"/>
                </a:lnTo>
                <a:lnTo>
                  <a:pt x="282244" y="88553"/>
                </a:lnTo>
                <a:lnTo>
                  <a:pt x="282995" y="89514"/>
                </a:lnTo>
                <a:lnTo>
                  <a:pt x="283764" y="90392"/>
                </a:lnTo>
                <a:lnTo>
                  <a:pt x="284551" y="91186"/>
                </a:lnTo>
                <a:lnTo>
                  <a:pt x="285355" y="91896"/>
                </a:lnTo>
                <a:lnTo>
                  <a:pt x="286176" y="92523"/>
                </a:lnTo>
                <a:lnTo>
                  <a:pt x="287014" y="93066"/>
                </a:lnTo>
                <a:lnTo>
                  <a:pt x="287870" y="93526"/>
                </a:lnTo>
                <a:lnTo>
                  <a:pt x="288743" y="93902"/>
                </a:lnTo>
                <a:lnTo>
                  <a:pt x="289633" y="94194"/>
                </a:lnTo>
                <a:lnTo>
                  <a:pt x="290541" y="94403"/>
                </a:lnTo>
                <a:lnTo>
                  <a:pt x="291466" y="94529"/>
                </a:lnTo>
                <a:lnTo>
                  <a:pt x="292408" y="94571"/>
                </a:lnTo>
                <a:lnTo>
                  <a:pt x="293451" y="94527"/>
                </a:lnTo>
                <a:lnTo>
                  <a:pt x="294512" y="94396"/>
                </a:lnTo>
                <a:lnTo>
                  <a:pt x="295591" y="94179"/>
                </a:lnTo>
                <a:lnTo>
                  <a:pt x="296688" y="93874"/>
                </a:lnTo>
                <a:lnTo>
                  <a:pt x="297803" y="93483"/>
                </a:lnTo>
                <a:lnTo>
                  <a:pt x="298935" y="93004"/>
                </a:lnTo>
                <a:lnTo>
                  <a:pt x="300085" y="92438"/>
                </a:lnTo>
                <a:lnTo>
                  <a:pt x="301253" y="91785"/>
                </a:lnTo>
                <a:lnTo>
                  <a:pt x="302439" y="91046"/>
                </a:lnTo>
                <a:lnTo>
                  <a:pt x="303643" y="90219"/>
                </a:lnTo>
                <a:lnTo>
                  <a:pt x="304864" y="89305"/>
                </a:lnTo>
                <a:lnTo>
                  <a:pt x="306104" y="88304"/>
                </a:lnTo>
                <a:lnTo>
                  <a:pt x="307341" y="87229"/>
                </a:lnTo>
                <a:lnTo>
                  <a:pt x="308556" y="86094"/>
                </a:lnTo>
                <a:lnTo>
                  <a:pt x="309750" y="84899"/>
                </a:lnTo>
                <a:lnTo>
                  <a:pt x="310922" y="83643"/>
                </a:lnTo>
                <a:lnTo>
                  <a:pt x="312072" y="82327"/>
                </a:lnTo>
                <a:lnTo>
                  <a:pt x="313201" y="80951"/>
                </a:lnTo>
                <a:lnTo>
                  <a:pt x="314307" y="79515"/>
                </a:lnTo>
                <a:lnTo>
                  <a:pt x="315392" y="78018"/>
                </a:lnTo>
                <a:lnTo>
                  <a:pt x="316455" y="76460"/>
                </a:lnTo>
                <a:lnTo>
                  <a:pt x="317496" y="74843"/>
                </a:lnTo>
                <a:lnTo>
                  <a:pt x="318516" y="73165"/>
                </a:lnTo>
                <a:lnTo>
                  <a:pt x="319513" y="71426"/>
                </a:lnTo>
                <a:close/>
                <a:moveTo>
                  <a:pt x="373995" y="136016"/>
                </a:moveTo>
                <a:lnTo>
                  <a:pt x="373995" y="127186"/>
                </a:lnTo>
                <a:lnTo>
                  <a:pt x="374834" y="126952"/>
                </a:lnTo>
                <a:lnTo>
                  <a:pt x="375639" y="126702"/>
                </a:lnTo>
                <a:lnTo>
                  <a:pt x="376409" y="126436"/>
                </a:lnTo>
                <a:lnTo>
                  <a:pt x="377145" y="126153"/>
                </a:lnTo>
                <a:lnTo>
                  <a:pt x="377848" y="125854"/>
                </a:lnTo>
                <a:lnTo>
                  <a:pt x="378516" y="125539"/>
                </a:lnTo>
                <a:lnTo>
                  <a:pt x="379149" y="125208"/>
                </a:lnTo>
                <a:lnTo>
                  <a:pt x="379749" y="124860"/>
                </a:lnTo>
                <a:lnTo>
                  <a:pt x="380314" y="124496"/>
                </a:lnTo>
                <a:lnTo>
                  <a:pt x="380846" y="124115"/>
                </a:lnTo>
                <a:lnTo>
                  <a:pt x="381343" y="123718"/>
                </a:lnTo>
                <a:lnTo>
                  <a:pt x="381806" y="123305"/>
                </a:lnTo>
                <a:lnTo>
                  <a:pt x="382244" y="122874"/>
                </a:lnTo>
                <a:lnTo>
                  <a:pt x="382668" y="122425"/>
                </a:lnTo>
                <a:lnTo>
                  <a:pt x="383076" y="121956"/>
                </a:lnTo>
                <a:lnTo>
                  <a:pt x="383470" y="121469"/>
                </a:lnTo>
                <a:lnTo>
                  <a:pt x="383849" y="120963"/>
                </a:lnTo>
                <a:lnTo>
                  <a:pt x="384213" y="120439"/>
                </a:lnTo>
                <a:lnTo>
                  <a:pt x="384562" y="119895"/>
                </a:lnTo>
                <a:lnTo>
                  <a:pt x="384897" y="119333"/>
                </a:lnTo>
                <a:lnTo>
                  <a:pt x="385216" y="118752"/>
                </a:lnTo>
                <a:lnTo>
                  <a:pt x="385521" y="118152"/>
                </a:lnTo>
                <a:lnTo>
                  <a:pt x="385810" y="117533"/>
                </a:lnTo>
                <a:lnTo>
                  <a:pt x="386085" y="116896"/>
                </a:lnTo>
                <a:lnTo>
                  <a:pt x="386342" y="116238"/>
                </a:lnTo>
                <a:lnTo>
                  <a:pt x="386576" y="115558"/>
                </a:lnTo>
                <a:lnTo>
                  <a:pt x="386788" y="114855"/>
                </a:lnTo>
                <a:lnTo>
                  <a:pt x="386977" y="114130"/>
                </a:lnTo>
                <a:lnTo>
                  <a:pt x="387144" y="113383"/>
                </a:lnTo>
                <a:lnTo>
                  <a:pt x="387289" y="112614"/>
                </a:lnTo>
                <a:lnTo>
                  <a:pt x="387412" y="111823"/>
                </a:lnTo>
                <a:lnTo>
                  <a:pt x="387512" y="111009"/>
                </a:lnTo>
                <a:lnTo>
                  <a:pt x="387590" y="110173"/>
                </a:lnTo>
                <a:lnTo>
                  <a:pt x="387646" y="109315"/>
                </a:lnTo>
                <a:lnTo>
                  <a:pt x="387679" y="108434"/>
                </a:lnTo>
                <a:lnTo>
                  <a:pt x="387690" y="107531"/>
                </a:lnTo>
                <a:lnTo>
                  <a:pt x="386609" y="107505"/>
                </a:lnTo>
                <a:lnTo>
                  <a:pt x="385576" y="107427"/>
                </a:lnTo>
                <a:lnTo>
                  <a:pt x="384592" y="107297"/>
                </a:lnTo>
                <a:lnTo>
                  <a:pt x="383656" y="107115"/>
                </a:lnTo>
                <a:lnTo>
                  <a:pt x="382769" y="106880"/>
                </a:lnTo>
                <a:lnTo>
                  <a:pt x="381930" y="106594"/>
                </a:lnTo>
                <a:lnTo>
                  <a:pt x="381140" y="106255"/>
                </a:lnTo>
                <a:lnTo>
                  <a:pt x="380399" y="105865"/>
                </a:lnTo>
                <a:lnTo>
                  <a:pt x="379706" y="105422"/>
                </a:lnTo>
                <a:lnTo>
                  <a:pt x="379061" y="104927"/>
                </a:lnTo>
                <a:lnTo>
                  <a:pt x="378466" y="104380"/>
                </a:lnTo>
                <a:lnTo>
                  <a:pt x="377918" y="103781"/>
                </a:lnTo>
                <a:lnTo>
                  <a:pt x="377417" y="103153"/>
                </a:lnTo>
                <a:lnTo>
                  <a:pt x="376959" y="102517"/>
                </a:lnTo>
                <a:lnTo>
                  <a:pt x="376545" y="101873"/>
                </a:lnTo>
                <a:lnTo>
                  <a:pt x="376175" y="101222"/>
                </a:lnTo>
                <a:lnTo>
                  <a:pt x="375848" y="100564"/>
                </a:lnTo>
                <a:lnTo>
                  <a:pt x="375564" y="99898"/>
                </a:lnTo>
                <a:lnTo>
                  <a:pt x="375325" y="99224"/>
                </a:lnTo>
                <a:lnTo>
                  <a:pt x="375128" y="98543"/>
                </a:lnTo>
                <a:lnTo>
                  <a:pt x="374976" y="97855"/>
                </a:lnTo>
                <a:lnTo>
                  <a:pt x="374867" y="97159"/>
                </a:lnTo>
                <a:lnTo>
                  <a:pt x="374801" y="96456"/>
                </a:lnTo>
                <a:lnTo>
                  <a:pt x="374780" y="95746"/>
                </a:lnTo>
                <a:lnTo>
                  <a:pt x="374804" y="94935"/>
                </a:lnTo>
                <a:lnTo>
                  <a:pt x="374877" y="94145"/>
                </a:lnTo>
                <a:lnTo>
                  <a:pt x="374998" y="93377"/>
                </a:lnTo>
                <a:lnTo>
                  <a:pt x="375168" y="92630"/>
                </a:lnTo>
                <a:lnTo>
                  <a:pt x="375386" y="91905"/>
                </a:lnTo>
                <a:lnTo>
                  <a:pt x="375653" y="91201"/>
                </a:lnTo>
                <a:lnTo>
                  <a:pt x="375969" y="90518"/>
                </a:lnTo>
                <a:lnTo>
                  <a:pt x="376333" y="89857"/>
                </a:lnTo>
                <a:lnTo>
                  <a:pt x="376746" y="89217"/>
                </a:lnTo>
                <a:lnTo>
                  <a:pt x="377207" y="88598"/>
                </a:lnTo>
                <a:lnTo>
                  <a:pt x="377717" y="88001"/>
                </a:lnTo>
                <a:lnTo>
                  <a:pt x="378275" y="87425"/>
                </a:lnTo>
                <a:lnTo>
                  <a:pt x="378865" y="86883"/>
                </a:lnTo>
                <a:lnTo>
                  <a:pt x="379472" y="86388"/>
                </a:lnTo>
                <a:lnTo>
                  <a:pt x="380094" y="85940"/>
                </a:lnTo>
                <a:lnTo>
                  <a:pt x="380732" y="85539"/>
                </a:lnTo>
                <a:lnTo>
                  <a:pt x="381386" y="85186"/>
                </a:lnTo>
                <a:lnTo>
                  <a:pt x="382055" y="84880"/>
                </a:lnTo>
                <a:lnTo>
                  <a:pt x="382741" y="84620"/>
                </a:lnTo>
                <a:lnTo>
                  <a:pt x="383442" y="84408"/>
                </a:lnTo>
                <a:lnTo>
                  <a:pt x="384160" y="84243"/>
                </a:lnTo>
                <a:lnTo>
                  <a:pt x="384893" y="84125"/>
                </a:lnTo>
                <a:lnTo>
                  <a:pt x="385642" y="84055"/>
                </a:lnTo>
                <a:lnTo>
                  <a:pt x="386406" y="84031"/>
                </a:lnTo>
                <a:lnTo>
                  <a:pt x="387394" y="84067"/>
                </a:lnTo>
                <a:lnTo>
                  <a:pt x="388358" y="84175"/>
                </a:lnTo>
                <a:lnTo>
                  <a:pt x="389300" y="84354"/>
                </a:lnTo>
                <a:lnTo>
                  <a:pt x="390219" y="84605"/>
                </a:lnTo>
                <a:lnTo>
                  <a:pt x="391115" y="84929"/>
                </a:lnTo>
                <a:lnTo>
                  <a:pt x="391988" y="85323"/>
                </a:lnTo>
                <a:lnTo>
                  <a:pt x="392838" y="85790"/>
                </a:lnTo>
                <a:lnTo>
                  <a:pt x="393666" y="86329"/>
                </a:lnTo>
                <a:lnTo>
                  <a:pt x="394471" y="86939"/>
                </a:lnTo>
                <a:lnTo>
                  <a:pt x="395253" y="87621"/>
                </a:lnTo>
                <a:lnTo>
                  <a:pt x="396013" y="88375"/>
                </a:lnTo>
                <a:lnTo>
                  <a:pt x="396749" y="89201"/>
                </a:lnTo>
                <a:lnTo>
                  <a:pt x="397444" y="90089"/>
                </a:lnTo>
                <a:lnTo>
                  <a:pt x="398079" y="91030"/>
                </a:lnTo>
                <a:lnTo>
                  <a:pt x="398653" y="92024"/>
                </a:lnTo>
                <a:lnTo>
                  <a:pt x="399166" y="93071"/>
                </a:lnTo>
                <a:lnTo>
                  <a:pt x="399620" y="94171"/>
                </a:lnTo>
                <a:lnTo>
                  <a:pt x="400013" y="95324"/>
                </a:lnTo>
                <a:lnTo>
                  <a:pt x="400345" y="96531"/>
                </a:lnTo>
                <a:lnTo>
                  <a:pt x="400617" y="97790"/>
                </a:lnTo>
                <a:lnTo>
                  <a:pt x="400828" y="99102"/>
                </a:lnTo>
                <a:lnTo>
                  <a:pt x="400979" y="100467"/>
                </a:lnTo>
                <a:lnTo>
                  <a:pt x="401070" y="101885"/>
                </a:lnTo>
                <a:lnTo>
                  <a:pt x="401100" y="103356"/>
                </a:lnTo>
                <a:lnTo>
                  <a:pt x="401077" y="104658"/>
                </a:lnTo>
                <a:lnTo>
                  <a:pt x="401005" y="105946"/>
                </a:lnTo>
                <a:lnTo>
                  <a:pt x="400886" y="107223"/>
                </a:lnTo>
                <a:lnTo>
                  <a:pt x="400720" y="108487"/>
                </a:lnTo>
                <a:lnTo>
                  <a:pt x="400506" y="109739"/>
                </a:lnTo>
                <a:lnTo>
                  <a:pt x="400244" y="110978"/>
                </a:lnTo>
                <a:lnTo>
                  <a:pt x="399935" y="112205"/>
                </a:lnTo>
                <a:lnTo>
                  <a:pt x="399579" y="113419"/>
                </a:lnTo>
                <a:lnTo>
                  <a:pt x="399174" y="114621"/>
                </a:lnTo>
                <a:lnTo>
                  <a:pt x="398723" y="115811"/>
                </a:lnTo>
                <a:lnTo>
                  <a:pt x="398223" y="116988"/>
                </a:lnTo>
                <a:lnTo>
                  <a:pt x="397676" y="118153"/>
                </a:lnTo>
                <a:lnTo>
                  <a:pt x="397089" y="119298"/>
                </a:lnTo>
                <a:lnTo>
                  <a:pt x="396467" y="120414"/>
                </a:lnTo>
                <a:lnTo>
                  <a:pt x="395811" y="121502"/>
                </a:lnTo>
                <a:lnTo>
                  <a:pt x="395120" y="122562"/>
                </a:lnTo>
                <a:lnTo>
                  <a:pt x="394396" y="123594"/>
                </a:lnTo>
                <a:lnTo>
                  <a:pt x="393637" y="124597"/>
                </a:lnTo>
                <a:lnTo>
                  <a:pt x="392845" y="125573"/>
                </a:lnTo>
                <a:lnTo>
                  <a:pt x="392018" y="126520"/>
                </a:lnTo>
                <a:lnTo>
                  <a:pt x="391156" y="127438"/>
                </a:lnTo>
                <a:lnTo>
                  <a:pt x="390261" y="128329"/>
                </a:lnTo>
                <a:lnTo>
                  <a:pt x="389332" y="129191"/>
                </a:lnTo>
                <a:lnTo>
                  <a:pt x="388368" y="130026"/>
                </a:lnTo>
                <a:lnTo>
                  <a:pt x="387369" y="130819"/>
                </a:lnTo>
                <a:lnTo>
                  <a:pt x="386334" y="131559"/>
                </a:lnTo>
                <a:lnTo>
                  <a:pt x="385263" y="132245"/>
                </a:lnTo>
                <a:lnTo>
                  <a:pt x="384156" y="132878"/>
                </a:lnTo>
                <a:lnTo>
                  <a:pt x="383012" y="133458"/>
                </a:lnTo>
                <a:lnTo>
                  <a:pt x="381832" y="133983"/>
                </a:lnTo>
                <a:lnTo>
                  <a:pt x="380617" y="134456"/>
                </a:lnTo>
                <a:lnTo>
                  <a:pt x="379365" y="134875"/>
                </a:lnTo>
                <a:lnTo>
                  <a:pt x="378076" y="135241"/>
                </a:lnTo>
                <a:lnTo>
                  <a:pt x="376752" y="135553"/>
                </a:lnTo>
                <a:lnTo>
                  <a:pt x="375392" y="135811"/>
                </a:lnTo>
                <a:lnTo>
                  <a:pt x="373995" y="136016"/>
                </a:lnTo>
                <a:close/>
                <a:moveTo>
                  <a:pt x="509079" y="101799"/>
                </a:moveTo>
                <a:lnTo>
                  <a:pt x="507557" y="102434"/>
                </a:lnTo>
                <a:lnTo>
                  <a:pt x="506107" y="103024"/>
                </a:lnTo>
                <a:lnTo>
                  <a:pt x="504728" y="103571"/>
                </a:lnTo>
                <a:lnTo>
                  <a:pt x="503420" y="104073"/>
                </a:lnTo>
                <a:lnTo>
                  <a:pt x="502184" y="104531"/>
                </a:lnTo>
                <a:lnTo>
                  <a:pt x="501019" y="104944"/>
                </a:lnTo>
                <a:lnTo>
                  <a:pt x="499925" y="105313"/>
                </a:lnTo>
                <a:lnTo>
                  <a:pt x="498903" y="105638"/>
                </a:lnTo>
                <a:lnTo>
                  <a:pt x="497952" y="105919"/>
                </a:lnTo>
                <a:lnTo>
                  <a:pt x="497072" y="106155"/>
                </a:lnTo>
                <a:lnTo>
                  <a:pt x="496263" y="106347"/>
                </a:lnTo>
                <a:lnTo>
                  <a:pt x="495526" y="106494"/>
                </a:lnTo>
                <a:lnTo>
                  <a:pt x="494827" y="106614"/>
                </a:lnTo>
                <a:lnTo>
                  <a:pt x="494132" y="106724"/>
                </a:lnTo>
                <a:lnTo>
                  <a:pt x="493440" y="106823"/>
                </a:lnTo>
                <a:lnTo>
                  <a:pt x="492752" y="106912"/>
                </a:lnTo>
                <a:lnTo>
                  <a:pt x="492069" y="106990"/>
                </a:lnTo>
                <a:lnTo>
                  <a:pt x="491389" y="107058"/>
                </a:lnTo>
                <a:lnTo>
                  <a:pt x="490714" y="107116"/>
                </a:lnTo>
                <a:lnTo>
                  <a:pt x="490042" y="107163"/>
                </a:lnTo>
                <a:lnTo>
                  <a:pt x="489374" y="107199"/>
                </a:lnTo>
                <a:lnTo>
                  <a:pt x="488710" y="107226"/>
                </a:lnTo>
                <a:lnTo>
                  <a:pt x="488051" y="107241"/>
                </a:lnTo>
                <a:lnTo>
                  <a:pt x="487395" y="107246"/>
                </a:lnTo>
                <a:lnTo>
                  <a:pt x="486014" y="107224"/>
                </a:lnTo>
                <a:lnTo>
                  <a:pt x="484653" y="107157"/>
                </a:lnTo>
                <a:lnTo>
                  <a:pt x="483311" y="107046"/>
                </a:lnTo>
                <a:lnTo>
                  <a:pt x="481990" y="106890"/>
                </a:lnTo>
                <a:lnTo>
                  <a:pt x="480688" y="106690"/>
                </a:lnTo>
                <a:lnTo>
                  <a:pt x="479406" y="106445"/>
                </a:lnTo>
                <a:lnTo>
                  <a:pt x="478144" y="106156"/>
                </a:lnTo>
                <a:lnTo>
                  <a:pt x="476901" y="105822"/>
                </a:lnTo>
                <a:lnTo>
                  <a:pt x="475679" y="105444"/>
                </a:lnTo>
                <a:lnTo>
                  <a:pt x="474476" y="105021"/>
                </a:lnTo>
                <a:lnTo>
                  <a:pt x="473293" y="104554"/>
                </a:lnTo>
                <a:lnTo>
                  <a:pt x="472130" y="104042"/>
                </a:lnTo>
                <a:lnTo>
                  <a:pt x="471001" y="103487"/>
                </a:lnTo>
                <a:lnTo>
                  <a:pt x="469918" y="102889"/>
                </a:lnTo>
                <a:lnTo>
                  <a:pt x="468883" y="102248"/>
                </a:lnTo>
                <a:lnTo>
                  <a:pt x="467894" y="101565"/>
                </a:lnTo>
                <a:lnTo>
                  <a:pt x="466953" y="100840"/>
                </a:lnTo>
                <a:lnTo>
                  <a:pt x="466058" y="100072"/>
                </a:lnTo>
                <a:lnTo>
                  <a:pt x="465211" y="99261"/>
                </a:lnTo>
                <a:lnTo>
                  <a:pt x="464411" y="98408"/>
                </a:lnTo>
                <a:lnTo>
                  <a:pt x="463658" y="97513"/>
                </a:lnTo>
                <a:lnTo>
                  <a:pt x="462952" y="96574"/>
                </a:lnTo>
                <a:lnTo>
                  <a:pt x="462293" y="95594"/>
                </a:lnTo>
                <a:lnTo>
                  <a:pt x="461681" y="94571"/>
                </a:lnTo>
                <a:lnTo>
                  <a:pt x="461117" y="93479"/>
                </a:lnTo>
                <a:lnTo>
                  <a:pt x="460602" y="92292"/>
                </a:lnTo>
                <a:lnTo>
                  <a:pt x="460136" y="91010"/>
                </a:lnTo>
                <a:lnTo>
                  <a:pt x="459719" y="89633"/>
                </a:lnTo>
                <a:lnTo>
                  <a:pt x="459351" y="88161"/>
                </a:lnTo>
                <a:lnTo>
                  <a:pt x="459032" y="86595"/>
                </a:lnTo>
                <a:lnTo>
                  <a:pt x="458763" y="84933"/>
                </a:lnTo>
                <a:lnTo>
                  <a:pt x="458542" y="83177"/>
                </a:lnTo>
                <a:lnTo>
                  <a:pt x="458370" y="81325"/>
                </a:lnTo>
                <a:lnTo>
                  <a:pt x="458248" y="79379"/>
                </a:lnTo>
                <a:lnTo>
                  <a:pt x="458174" y="77337"/>
                </a:lnTo>
                <a:lnTo>
                  <a:pt x="458150" y="75201"/>
                </a:lnTo>
                <a:lnTo>
                  <a:pt x="458150" y="43155"/>
                </a:lnTo>
                <a:lnTo>
                  <a:pt x="438249" y="43155"/>
                </a:lnTo>
                <a:lnTo>
                  <a:pt x="438249" y="32046"/>
                </a:lnTo>
                <a:lnTo>
                  <a:pt x="458150" y="32046"/>
                </a:lnTo>
                <a:lnTo>
                  <a:pt x="458150" y="0"/>
                </a:lnTo>
                <a:lnTo>
                  <a:pt x="471417" y="0"/>
                </a:lnTo>
                <a:lnTo>
                  <a:pt x="471417" y="32046"/>
                </a:lnTo>
                <a:lnTo>
                  <a:pt x="506868" y="32046"/>
                </a:lnTo>
                <a:lnTo>
                  <a:pt x="506868" y="43155"/>
                </a:lnTo>
                <a:lnTo>
                  <a:pt x="471417" y="43155"/>
                </a:lnTo>
                <a:lnTo>
                  <a:pt x="471417" y="74945"/>
                </a:lnTo>
                <a:lnTo>
                  <a:pt x="471433" y="76506"/>
                </a:lnTo>
                <a:lnTo>
                  <a:pt x="471480" y="77988"/>
                </a:lnTo>
                <a:lnTo>
                  <a:pt x="471560" y="79392"/>
                </a:lnTo>
                <a:lnTo>
                  <a:pt x="471671" y="80717"/>
                </a:lnTo>
                <a:lnTo>
                  <a:pt x="471813" y="81964"/>
                </a:lnTo>
                <a:lnTo>
                  <a:pt x="471988" y="83132"/>
                </a:lnTo>
                <a:lnTo>
                  <a:pt x="472194" y="84222"/>
                </a:lnTo>
                <a:lnTo>
                  <a:pt x="472431" y="85233"/>
                </a:lnTo>
                <a:lnTo>
                  <a:pt x="472701" y="86166"/>
                </a:lnTo>
                <a:lnTo>
                  <a:pt x="473002" y="87020"/>
                </a:lnTo>
                <a:lnTo>
                  <a:pt x="473335" y="87796"/>
                </a:lnTo>
                <a:lnTo>
                  <a:pt x="473700" y="88493"/>
                </a:lnTo>
                <a:lnTo>
                  <a:pt x="474091" y="89136"/>
                </a:lnTo>
                <a:lnTo>
                  <a:pt x="474503" y="89750"/>
                </a:lnTo>
                <a:lnTo>
                  <a:pt x="474937" y="90335"/>
                </a:lnTo>
                <a:lnTo>
                  <a:pt x="475392" y="90890"/>
                </a:lnTo>
                <a:lnTo>
                  <a:pt x="475868" y="91417"/>
                </a:lnTo>
                <a:lnTo>
                  <a:pt x="476366" y="91915"/>
                </a:lnTo>
                <a:lnTo>
                  <a:pt x="476884" y="92383"/>
                </a:lnTo>
                <a:lnTo>
                  <a:pt x="477425" y="92822"/>
                </a:lnTo>
                <a:lnTo>
                  <a:pt x="477986" y="93232"/>
                </a:lnTo>
                <a:lnTo>
                  <a:pt x="478569" y="93613"/>
                </a:lnTo>
                <a:lnTo>
                  <a:pt x="479173" y="93965"/>
                </a:lnTo>
                <a:lnTo>
                  <a:pt x="479798" y="94288"/>
                </a:lnTo>
                <a:lnTo>
                  <a:pt x="480444" y="94583"/>
                </a:lnTo>
                <a:lnTo>
                  <a:pt x="481109" y="94853"/>
                </a:lnTo>
                <a:lnTo>
                  <a:pt x="481793" y="95097"/>
                </a:lnTo>
                <a:lnTo>
                  <a:pt x="482497" y="95315"/>
                </a:lnTo>
                <a:lnTo>
                  <a:pt x="483220" y="95508"/>
                </a:lnTo>
                <a:lnTo>
                  <a:pt x="483962" y="95675"/>
                </a:lnTo>
                <a:lnTo>
                  <a:pt x="484724" y="95816"/>
                </a:lnTo>
                <a:lnTo>
                  <a:pt x="485505" y="95932"/>
                </a:lnTo>
                <a:lnTo>
                  <a:pt x="486305" y="96022"/>
                </a:lnTo>
                <a:lnTo>
                  <a:pt x="487124" y="96086"/>
                </a:lnTo>
                <a:lnTo>
                  <a:pt x="487963" y="96124"/>
                </a:lnTo>
                <a:lnTo>
                  <a:pt x="488821" y="96137"/>
                </a:lnTo>
                <a:lnTo>
                  <a:pt x="490433" y="96095"/>
                </a:lnTo>
                <a:lnTo>
                  <a:pt x="492059" y="95969"/>
                </a:lnTo>
                <a:lnTo>
                  <a:pt x="493699" y="95759"/>
                </a:lnTo>
                <a:lnTo>
                  <a:pt x="495352" y="95466"/>
                </a:lnTo>
                <a:lnTo>
                  <a:pt x="497019" y="95088"/>
                </a:lnTo>
                <a:lnTo>
                  <a:pt x="498701" y="94626"/>
                </a:lnTo>
                <a:lnTo>
                  <a:pt x="500396" y="94081"/>
                </a:lnTo>
                <a:lnTo>
                  <a:pt x="502105" y="93451"/>
                </a:lnTo>
                <a:lnTo>
                  <a:pt x="503827" y="92737"/>
                </a:lnTo>
                <a:lnTo>
                  <a:pt x="505564" y="91940"/>
                </a:lnTo>
                <a:lnTo>
                  <a:pt x="507315" y="91058"/>
                </a:lnTo>
                <a:lnTo>
                  <a:pt x="509079" y="90093"/>
                </a:lnTo>
                <a:lnTo>
                  <a:pt x="509079" y="101799"/>
                </a:lnTo>
                <a:close/>
                <a:moveTo>
                  <a:pt x="596372" y="99698"/>
                </a:moveTo>
                <a:lnTo>
                  <a:pt x="593733" y="100904"/>
                </a:lnTo>
                <a:lnTo>
                  <a:pt x="591117" y="102004"/>
                </a:lnTo>
                <a:lnTo>
                  <a:pt x="588526" y="103000"/>
                </a:lnTo>
                <a:lnTo>
                  <a:pt x="585958" y="103892"/>
                </a:lnTo>
                <a:lnTo>
                  <a:pt x="583414" y="104678"/>
                </a:lnTo>
                <a:lnTo>
                  <a:pt x="580893" y="105359"/>
                </a:lnTo>
                <a:lnTo>
                  <a:pt x="578397" y="105936"/>
                </a:lnTo>
                <a:lnTo>
                  <a:pt x="575924" y="106408"/>
                </a:lnTo>
                <a:lnTo>
                  <a:pt x="573475" y="106775"/>
                </a:lnTo>
                <a:lnTo>
                  <a:pt x="571050" y="107037"/>
                </a:lnTo>
                <a:lnTo>
                  <a:pt x="568648" y="107194"/>
                </a:lnTo>
                <a:lnTo>
                  <a:pt x="566271" y="107246"/>
                </a:lnTo>
                <a:lnTo>
                  <a:pt x="564492" y="107209"/>
                </a:lnTo>
                <a:lnTo>
                  <a:pt x="562744" y="107098"/>
                </a:lnTo>
                <a:lnTo>
                  <a:pt x="561028" y="106913"/>
                </a:lnTo>
                <a:lnTo>
                  <a:pt x="559344" y="106654"/>
                </a:lnTo>
                <a:lnTo>
                  <a:pt x="557691" y="106321"/>
                </a:lnTo>
                <a:lnTo>
                  <a:pt x="556071" y="105913"/>
                </a:lnTo>
                <a:lnTo>
                  <a:pt x="554482" y="105432"/>
                </a:lnTo>
                <a:lnTo>
                  <a:pt x="552924" y="104877"/>
                </a:lnTo>
                <a:lnTo>
                  <a:pt x="551399" y="104247"/>
                </a:lnTo>
                <a:lnTo>
                  <a:pt x="549905" y="103544"/>
                </a:lnTo>
                <a:lnTo>
                  <a:pt x="548442" y="102766"/>
                </a:lnTo>
                <a:lnTo>
                  <a:pt x="547012" y="101914"/>
                </a:lnTo>
                <a:lnTo>
                  <a:pt x="545621" y="100994"/>
                </a:lnTo>
                <a:lnTo>
                  <a:pt x="544277" y="100010"/>
                </a:lnTo>
                <a:lnTo>
                  <a:pt x="542979" y="98962"/>
                </a:lnTo>
                <a:lnTo>
                  <a:pt x="541729" y="97850"/>
                </a:lnTo>
                <a:lnTo>
                  <a:pt x="540527" y="96675"/>
                </a:lnTo>
                <a:lnTo>
                  <a:pt x="539371" y="95436"/>
                </a:lnTo>
                <a:lnTo>
                  <a:pt x="538262" y="94134"/>
                </a:lnTo>
                <a:lnTo>
                  <a:pt x="537200" y="92767"/>
                </a:lnTo>
                <a:lnTo>
                  <a:pt x="536185" y="91338"/>
                </a:lnTo>
                <a:lnTo>
                  <a:pt x="535218" y="89844"/>
                </a:lnTo>
                <a:lnTo>
                  <a:pt x="534297" y="88287"/>
                </a:lnTo>
                <a:lnTo>
                  <a:pt x="533424" y="86666"/>
                </a:lnTo>
                <a:lnTo>
                  <a:pt x="532609" y="85003"/>
                </a:lnTo>
                <a:lnTo>
                  <a:pt x="531865" y="83321"/>
                </a:lnTo>
                <a:lnTo>
                  <a:pt x="531192" y="81620"/>
                </a:lnTo>
                <a:lnTo>
                  <a:pt x="530590" y="79900"/>
                </a:lnTo>
                <a:lnTo>
                  <a:pt x="530059" y="78160"/>
                </a:lnTo>
                <a:lnTo>
                  <a:pt x="529599" y="76401"/>
                </a:lnTo>
                <a:lnTo>
                  <a:pt x="529209" y="74623"/>
                </a:lnTo>
                <a:lnTo>
                  <a:pt x="528890" y="72826"/>
                </a:lnTo>
                <a:lnTo>
                  <a:pt x="528642" y="71009"/>
                </a:lnTo>
                <a:lnTo>
                  <a:pt x="528465" y="69174"/>
                </a:lnTo>
                <a:lnTo>
                  <a:pt x="528359" y="67319"/>
                </a:lnTo>
                <a:lnTo>
                  <a:pt x="528324" y="65445"/>
                </a:lnTo>
                <a:lnTo>
                  <a:pt x="528357" y="63638"/>
                </a:lnTo>
                <a:lnTo>
                  <a:pt x="528458" y="61842"/>
                </a:lnTo>
                <a:lnTo>
                  <a:pt x="528627" y="60059"/>
                </a:lnTo>
                <a:lnTo>
                  <a:pt x="528862" y="58288"/>
                </a:lnTo>
                <a:lnTo>
                  <a:pt x="529166" y="56528"/>
                </a:lnTo>
                <a:lnTo>
                  <a:pt x="529536" y="54780"/>
                </a:lnTo>
                <a:lnTo>
                  <a:pt x="529974" y="53045"/>
                </a:lnTo>
                <a:lnTo>
                  <a:pt x="530479" y="51321"/>
                </a:lnTo>
                <a:lnTo>
                  <a:pt x="531052" y="49609"/>
                </a:lnTo>
                <a:lnTo>
                  <a:pt x="531692" y="47908"/>
                </a:lnTo>
                <a:lnTo>
                  <a:pt x="532399" y="46220"/>
                </a:lnTo>
                <a:lnTo>
                  <a:pt x="533174" y="44544"/>
                </a:lnTo>
                <a:lnTo>
                  <a:pt x="534009" y="42904"/>
                </a:lnTo>
                <a:lnTo>
                  <a:pt x="534898" y="41325"/>
                </a:lnTo>
                <a:lnTo>
                  <a:pt x="535840" y="39809"/>
                </a:lnTo>
                <a:lnTo>
                  <a:pt x="536835" y="38354"/>
                </a:lnTo>
                <a:lnTo>
                  <a:pt x="537885" y="36961"/>
                </a:lnTo>
                <a:lnTo>
                  <a:pt x="538987" y="35630"/>
                </a:lnTo>
                <a:lnTo>
                  <a:pt x="540143" y="34360"/>
                </a:lnTo>
                <a:lnTo>
                  <a:pt x="541353" y="33153"/>
                </a:lnTo>
                <a:lnTo>
                  <a:pt x="542616" y="32007"/>
                </a:lnTo>
                <a:lnTo>
                  <a:pt x="543933" y="30922"/>
                </a:lnTo>
                <a:lnTo>
                  <a:pt x="545303" y="29900"/>
                </a:lnTo>
                <a:lnTo>
                  <a:pt x="546727" y="28939"/>
                </a:lnTo>
                <a:lnTo>
                  <a:pt x="548191" y="28048"/>
                </a:lnTo>
                <a:lnTo>
                  <a:pt x="549683" y="27234"/>
                </a:lnTo>
                <a:lnTo>
                  <a:pt x="551202" y="26497"/>
                </a:lnTo>
                <a:lnTo>
                  <a:pt x="552750" y="25838"/>
                </a:lnTo>
                <a:lnTo>
                  <a:pt x="554325" y="25257"/>
                </a:lnTo>
                <a:lnTo>
                  <a:pt x="555928" y="24753"/>
                </a:lnTo>
                <a:lnTo>
                  <a:pt x="557559" y="24327"/>
                </a:lnTo>
                <a:lnTo>
                  <a:pt x="559217" y="23978"/>
                </a:lnTo>
                <a:lnTo>
                  <a:pt x="560903" y="23707"/>
                </a:lnTo>
                <a:lnTo>
                  <a:pt x="562617" y="23513"/>
                </a:lnTo>
                <a:lnTo>
                  <a:pt x="564359" y="23397"/>
                </a:lnTo>
                <a:lnTo>
                  <a:pt x="566128" y="23358"/>
                </a:lnTo>
                <a:lnTo>
                  <a:pt x="568455" y="23428"/>
                </a:lnTo>
                <a:lnTo>
                  <a:pt x="570704" y="23638"/>
                </a:lnTo>
                <a:lnTo>
                  <a:pt x="572875" y="23988"/>
                </a:lnTo>
                <a:lnTo>
                  <a:pt x="574969" y="24478"/>
                </a:lnTo>
                <a:lnTo>
                  <a:pt x="576985" y="25108"/>
                </a:lnTo>
                <a:lnTo>
                  <a:pt x="578923" y="25878"/>
                </a:lnTo>
                <a:lnTo>
                  <a:pt x="580783" y="26788"/>
                </a:lnTo>
                <a:lnTo>
                  <a:pt x="582566" y="27838"/>
                </a:lnTo>
                <a:lnTo>
                  <a:pt x="584270" y="29028"/>
                </a:lnTo>
                <a:lnTo>
                  <a:pt x="585897" y="30359"/>
                </a:lnTo>
                <a:lnTo>
                  <a:pt x="587447" y="31829"/>
                </a:lnTo>
                <a:lnTo>
                  <a:pt x="588918" y="33439"/>
                </a:lnTo>
                <a:lnTo>
                  <a:pt x="590291" y="35195"/>
                </a:lnTo>
                <a:lnTo>
                  <a:pt x="591544" y="37102"/>
                </a:lnTo>
                <a:lnTo>
                  <a:pt x="592678" y="39161"/>
                </a:lnTo>
                <a:lnTo>
                  <a:pt x="593693" y="41373"/>
                </a:lnTo>
                <a:lnTo>
                  <a:pt x="594588" y="43736"/>
                </a:lnTo>
                <a:lnTo>
                  <a:pt x="595364" y="46250"/>
                </a:lnTo>
                <a:lnTo>
                  <a:pt x="596021" y="48917"/>
                </a:lnTo>
                <a:lnTo>
                  <a:pt x="596558" y="51736"/>
                </a:lnTo>
                <a:lnTo>
                  <a:pt x="596976" y="54706"/>
                </a:lnTo>
                <a:lnTo>
                  <a:pt x="597274" y="57828"/>
                </a:lnTo>
                <a:lnTo>
                  <a:pt x="597453" y="61102"/>
                </a:lnTo>
                <a:lnTo>
                  <a:pt x="597513" y="64528"/>
                </a:lnTo>
                <a:lnTo>
                  <a:pt x="597513" y="67367"/>
                </a:lnTo>
                <a:lnTo>
                  <a:pt x="542589" y="67367"/>
                </a:lnTo>
                <a:lnTo>
                  <a:pt x="542613" y="68734"/>
                </a:lnTo>
                <a:lnTo>
                  <a:pt x="542686" y="70081"/>
                </a:lnTo>
                <a:lnTo>
                  <a:pt x="542806" y="71409"/>
                </a:lnTo>
                <a:lnTo>
                  <a:pt x="542974" y="72716"/>
                </a:lnTo>
                <a:lnTo>
                  <a:pt x="543190" y="74004"/>
                </a:lnTo>
                <a:lnTo>
                  <a:pt x="543454" y="75272"/>
                </a:lnTo>
                <a:lnTo>
                  <a:pt x="543767" y="76520"/>
                </a:lnTo>
                <a:lnTo>
                  <a:pt x="544127" y="77749"/>
                </a:lnTo>
                <a:lnTo>
                  <a:pt x="544535" y="78957"/>
                </a:lnTo>
                <a:lnTo>
                  <a:pt x="544992" y="80146"/>
                </a:lnTo>
                <a:lnTo>
                  <a:pt x="545496" y="81315"/>
                </a:lnTo>
                <a:lnTo>
                  <a:pt x="546049" y="82464"/>
                </a:lnTo>
                <a:lnTo>
                  <a:pt x="546641" y="83580"/>
                </a:lnTo>
                <a:lnTo>
                  <a:pt x="547262" y="84648"/>
                </a:lnTo>
                <a:lnTo>
                  <a:pt x="547915" y="85669"/>
                </a:lnTo>
                <a:lnTo>
                  <a:pt x="548597" y="86642"/>
                </a:lnTo>
                <a:lnTo>
                  <a:pt x="549310" y="87568"/>
                </a:lnTo>
                <a:lnTo>
                  <a:pt x="550052" y="88446"/>
                </a:lnTo>
                <a:lnTo>
                  <a:pt x="550825" y="89277"/>
                </a:lnTo>
                <a:lnTo>
                  <a:pt x="551628" y="90060"/>
                </a:lnTo>
                <a:lnTo>
                  <a:pt x="552462" y="90796"/>
                </a:lnTo>
                <a:lnTo>
                  <a:pt x="553326" y="91485"/>
                </a:lnTo>
                <a:lnTo>
                  <a:pt x="554219" y="92126"/>
                </a:lnTo>
                <a:lnTo>
                  <a:pt x="555143" y="92719"/>
                </a:lnTo>
                <a:lnTo>
                  <a:pt x="556093" y="93265"/>
                </a:lnTo>
                <a:lnTo>
                  <a:pt x="557065" y="93763"/>
                </a:lnTo>
                <a:lnTo>
                  <a:pt x="558059" y="94215"/>
                </a:lnTo>
                <a:lnTo>
                  <a:pt x="559074" y="94618"/>
                </a:lnTo>
                <a:lnTo>
                  <a:pt x="560112" y="94974"/>
                </a:lnTo>
                <a:lnTo>
                  <a:pt x="561171" y="95283"/>
                </a:lnTo>
                <a:lnTo>
                  <a:pt x="562252" y="95544"/>
                </a:lnTo>
                <a:lnTo>
                  <a:pt x="563354" y="95757"/>
                </a:lnTo>
                <a:lnTo>
                  <a:pt x="564479" y="95924"/>
                </a:lnTo>
                <a:lnTo>
                  <a:pt x="565625" y="96042"/>
                </a:lnTo>
                <a:lnTo>
                  <a:pt x="566793" y="96114"/>
                </a:lnTo>
                <a:lnTo>
                  <a:pt x="567983" y="96137"/>
                </a:lnTo>
                <a:lnTo>
                  <a:pt x="570141" y="96078"/>
                </a:lnTo>
                <a:lnTo>
                  <a:pt x="572338" y="95900"/>
                </a:lnTo>
                <a:lnTo>
                  <a:pt x="574572" y="95603"/>
                </a:lnTo>
                <a:lnTo>
                  <a:pt x="576843" y="95188"/>
                </a:lnTo>
                <a:lnTo>
                  <a:pt x="579153" y="94654"/>
                </a:lnTo>
                <a:lnTo>
                  <a:pt x="581500" y="94001"/>
                </a:lnTo>
                <a:lnTo>
                  <a:pt x="583884" y="93229"/>
                </a:lnTo>
                <a:lnTo>
                  <a:pt x="586307" y="92339"/>
                </a:lnTo>
                <a:lnTo>
                  <a:pt x="588766" y="91330"/>
                </a:lnTo>
                <a:lnTo>
                  <a:pt x="591264" y="90203"/>
                </a:lnTo>
                <a:lnTo>
                  <a:pt x="593799" y="88957"/>
                </a:lnTo>
                <a:lnTo>
                  <a:pt x="596372" y="87592"/>
                </a:lnTo>
                <a:lnTo>
                  <a:pt x="596372" y="99698"/>
                </a:lnTo>
                <a:moveTo>
                  <a:pt x="543374" y="57397"/>
                </a:moveTo>
                <a:lnTo>
                  <a:pt x="583105" y="57397"/>
                </a:lnTo>
                <a:lnTo>
                  <a:pt x="583105" y="55499"/>
                </a:lnTo>
                <a:lnTo>
                  <a:pt x="583071" y="53920"/>
                </a:lnTo>
                <a:lnTo>
                  <a:pt x="582972" y="52396"/>
                </a:lnTo>
                <a:lnTo>
                  <a:pt x="582806" y="50926"/>
                </a:lnTo>
                <a:lnTo>
                  <a:pt x="582574" y="49512"/>
                </a:lnTo>
                <a:lnTo>
                  <a:pt x="582275" y="48152"/>
                </a:lnTo>
                <a:lnTo>
                  <a:pt x="581910" y="46846"/>
                </a:lnTo>
                <a:lnTo>
                  <a:pt x="581478" y="45596"/>
                </a:lnTo>
                <a:lnTo>
                  <a:pt x="580981" y="44400"/>
                </a:lnTo>
                <a:lnTo>
                  <a:pt x="580416" y="43259"/>
                </a:lnTo>
                <a:lnTo>
                  <a:pt x="579786" y="42172"/>
                </a:lnTo>
                <a:lnTo>
                  <a:pt x="579089" y="41141"/>
                </a:lnTo>
                <a:lnTo>
                  <a:pt x="578326" y="40164"/>
                </a:lnTo>
                <a:lnTo>
                  <a:pt x="577507" y="39254"/>
                </a:lnTo>
                <a:lnTo>
                  <a:pt x="576643" y="38423"/>
                </a:lnTo>
                <a:lnTo>
                  <a:pt x="575735" y="37672"/>
                </a:lnTo>
                <a:lnTo>
                  <a:pt x="574783" y="36999"/>
                </a:lnTo>
                <a:lnTo>
                  <a:pt x="573786" y="36406"/>
                </a:lnTo>
                <a:lnTo>
                  <a:pt x="572744" y="35891"/>
                </a:lnTo>
                <a:lnTo>
                  <a:pt x="571658" y="35456"/>
                </a:lnTo>
                <a:lnTo>
                  <a:pt x="570527" y="35100"/>
                </a:lnTo>
                <a:lnTo>
                  <a:pt x="569351" y="34823"/>
                </a:lnTo>
                <a:lnTo>
                  <a:pt x="568131" y="34625"/>
                </a:lnTo>
                <a:lnTo>
                  <a:pt x="566867" y="34507"/>
                </a:lnTo>
                <a:lnTo>
                  <a:pt x="565558" y="34467"/>
                </a:lnTo>
                <a:lnTo>
                  <a:pt x="564229" y="34507"/>
                </a:lnTo>
                <a:lnTo>
                  <a:pt x="562931" y="34628"/>
                </a:lnTo>
                <a:lnTo>
                  <a:pt x="561663" y="34830"/>
                </a:lnTo>
                <a:lnTo>
                  <a:pt x="560426" y="35112"/>
                </a:lnTo>
                <a:lnTo>
                  <a:pt x="559218" y="35475"/>
                </a:lnTo>
                <a:lnTo>
                  <a:pt x="558041" y="35918"/>
                </a:lnTo>
                <a:lnTo>
                  <a:pt x="556894" y="36442"/>
                </a:lnTo>
                <a:lnTo>
                  <a:pt x="555777" y="37046"/>
                </a:lnTo>
                <a:lnTo>
                  <a:pt x="554691" y="37732"/>
                </a:lnTo>
                <a:lnTo>
                  <a:pt x="553635" y="38497"/>
                </a:lnTo>
                <a:lnTo>
                  <a:pt x="552608" y="39344"/>
                </a:lnTo>
                <a:lnTo>
                  <a:pt x="551613" y="40271"/>
                </a:lnTo>
                <a:lnTo>
                  <a:pt x="550656" y="41276"/>
                </a:lnTo>
                <a:lnTo>
                  <a:pt x="549749" y="42358"/>
                </a:lnTo>
                <a:lnTo>
                  <a:pt x="548891" y="43517"/>
                </a:lnTo>
                <a:lnTo>
                  <a:pt x="548082" y="44752"/>
                </a:lnTo>
                <a:lnTo>
                  <a:pt x="547322" y="46064"/>
                </a:lnTo>
                <a:lnTo>
                  <a:pt x="546611" y="47453"/>
                </a:lnTo>
                <a:lnTo>
                  <a:pt x="545949" y="48919"/>
                </a:lnTo>
                <a:lnTo>
                  <a:pt x="545336" y="50461"/>
                </a:lnTo>
                <a:lnTo>
                  <a:pt x="544772" y="52080"/>
                </a:lnTo>
                <a:lnTo>
                  <a:pt x="544257" y="53776"/>
                </a:lnTo>
                <a:lnTo>
                  <a:pt x="543791" y="55548"/>
                </a:lnTo>
                <a:lnTo>
                  <a:pt x="543374" y="57397"/>
                </a:lnTo>
                <a:close/>
                <a:moveTo>
                  <a:pt x="617757" y="105110"/>
                </a:moveTo>
                <a:lnTo>
                  <a:pt x="617757" y="25494"/>
                </a:lnTo>
                <a:lnTo>
                  <a:pt x="631024" y="25494"/>
                </a:lnTo>
                <a:lnTo>
                  <a:pt x="631024" y="43006"/>
                </a:lnTo>
                <a:lnTo>
                  <a:pt x="631991" y="41497"/>
                </a:lnTo>
                <a:lnTo>
                  <a:pt x="632991" y="40045"/>
                </a:lnTo>
                <a:lnTo>
                  <a:pt x="634024" y="38647"/>
                </a:lnTo>
                <a:lnTo>
                  <a:pt x="635090" y="37306"/>
                </a:lnTo>
                <a:lnTo>
                  <a:pt x="636188" y="36020"/>
                </a:lnTo>
                <a:lnTo>
                  <a:pt x="637319" y="34789"/>
                </a:lnTo>
                <a:lnTo>
                  <a:pt x="638482" y="33614"/>
                </a:lnTo>
                <a:lnTo>
                  <a:pt x="639679" y="32495"/>
                </a:lnTo>
                <a:lnTo>
                  <a:pt x="640907" y="31431"/>
                </a:lnTo>
                <a:lnTo>
                  <a:pt x="642169" y="30423"/>
                </a:lnTo>
                <a:lnTo>
                  <a:pt x="643463" y="29471"/>
                </a:lnTo>
                <a:lnTo>
                  <a:pt x="644790" y="28574"/>
                </a:lnTo>
                <a:lnTo>
                  <a:pt x="646134" y="27741"/>
                </a:lnTo>
                <a:lnTo>
                  <a:pt x="647477" y="26980"/>
                </a:lnTo>
                <a:lnTo>
                  <a:pt x="648821" y="26292"/>
                </a:lnTo>
                <a:lnTo>
                  <a:pt x="650164" y="25676"/>
                </a:lnTo>
                <a:lnTo>
                  <a:pt x="651507" y="25133"/>
                </a:lnTo>
                <a:lnTo>
                  <a:pt x="652851" y="24662"/>
                </a:lnTo>
                <a:lnTo>
                  <a:pt x="654194" y="24263"/>
                </a:lnTo>
                <a:lnTo>
                  <a:pt x="655537" y="23937"/>
                </a:lnTo>
                <a:lnTo>
                  <a:pt x="656881" y="23684"/>
                </a:lnTo>
                <a:lnTo>
                  <a:pt x="658224" y="23503"/>
                </a:lnTo>
                <a:lnTo>
                  <a:pt x="659568" y="23394"/>
                </a:lnTo>
                <a:lnTo>
                  <a:pt x="660911" y="23358"/>
                </a:lnTo>
                <a:lnTo>
                  <a:pt x="662079" y="23384"/>
                </a:lnTo>
                <a:lnTo>
                  <a:pt x="663229" y="23462"/>
                </a:lnTo>
                <a:lnTo>
                  <a:pt x="664361" y="23591"/>
                </a:lnTo>
                <a:lnTo>
                  <a:pt x="665476" y="23773"/>
                </a:lnTo>
                <a:lnTo>
                  <a:pt x="666573" y="24007"/>
                </a:lnTo>
                <a:lnTo>
                  <a:pt x="667652" y="24292"/>
                </a:lnTo>
                <a:lnTo>
                  <a:pt x="668713" y="24630"/>
                </a:lnTo>
                <a:lnTo>
                  <a:pt x="669756" y="25019"/>
                </a:lnTo>
                <a:lnTo>
                  <a:pt x="670781" y="25461"/>
                </a:lnTo>
                <a:lnTo>
                  <a:pt x="671789" y="25954"/>
                </a:lnTo>
                <a:lnTo>
                  <a:pt x="672778" y="26499"/>
                </a:lnTo>
                <a:lnTo>
                  <a:pt x="673750" y="27096"/>
                </a:lnTo>
                <a:lnTo>
                  <a:pt x="674689" y="27736"/>
                </a:lnTo>
                <a:lnTo>
                  <a:pt x="675580" y="28407"/>
                </a:lnTo>
                <a:lnTo>
                  <a:pt x="676423" y="29110"/>
                </a:lnTo>
                <a:lnTo>
                  <a:pt x="677218" y="29846"/>
                </a:lnTo>
                <a:lnTo>
                  <a:pt x="677964" y="30614"/>
                </a:lnTo>
                <a:lnTo>
                  <a:pt x="678663" y="31414"/>
                </a:lnTo>
                <a:lnTo>
                  <a:pt x="679314" y="32246"/>
                </a:lnTo>
                <a:lnTo>
                  <a:pt x="679916" y="33110"/>
                </a:lnTo>
                <a:lnTo>
                  <a:pt x="680471" y="34006"/>
                </a:lnTo>
                <a:lnTo>
                  <a:pt x="680977" y="34935"/>
                </a:lnTo>
                <a:lnTo>
                  <a:pt x="681436" y="35895"/>
                </a:lnTo>
                <a:lnTo>
                  <a:pt x="681846" y="36888"/>
                </a:lnTo>
                <a:lnTo>
                  <a:pt x="682216" y="37978"/>
                </a:lnTo>
                <a:lnTo>
                  <a:pt x="682554" y="39230"/>
                </a:lnTo>
                <a:lnTo>
                  <a:pt x="682860" y="40645"/>
                </a:lnTo>
                <a:lnTo>
                  <a:pt x="683134" y="42221"/>
                </a:lnTo>
                <a:lnTo>
                  <a:pt x="683376" y="43960"/>
                </a:lnTo>
                <a:lnTo>
                  <a:pt x="683585" y="45861"/>
                </a:lnTo>
                <a:lnTo>
                  <a:pt x="683762" y="47924"/>
                </a:lnTo>
                <a:lnTo>
                  <a:pt x="683907" y="50150"/>
                </a:lnTo>
                <a:lnTo>
                  <a:pt x="684019" y="52537"/>
                </a:lnTo>
                <a:lnTo>
                  <a:pt x="684100" y="55087"/>
                </a:lnTo>
                <a:lnTo>
                  <a:pt x="684148" y="57799"/>
                </a:lnTo>
                <a:lnTo>
                  <a:pt x="684164" y="60673"/>
                </a:lnTo>
                <a:lnTo>
                  <a:pt x="684164" y="105110"/>
                </a:lnTo>
                <a:lnTo>
                  <a:pt x="670897" y="105110"/>
                </a:lnTo>
                <a:lnTo>
                  <a:pt x="670897" y="59082"/>
                </a:lnTo>
                <a:lnTo>
                  <a:pt x="670889" y="57227"/>
                </a:lnTo>
                <a:lnTo>
                  <a:pt x="670866" y="55480"/>
                </a:lnTo>
                <a:lnTo>
                  <a:pt x="670828" y="53842"/>
                </a:lnTo>
                <a:lnTo>
                  <a:pt x="670774" y="52312"/>
                </a:lnTo>
                <a:lnTo>
                  <a:pt x="670705" y="50890"/>
                </a:lnTo>
                <a:lnTo>
                  <a:pt x="670621" y="49576"/>
                </a:lnTo>
                <a:lnTo>
                  <a:pt x="670521" y="48370"/>
                </a:lnTo>
                <a:lnTo>
                  <a:pt x="670406" y="47273"/>
                </a:lnTo>
                <a:lnTo>
                  <a:pt x="670275" y="46283"/>
                </a:lnTo>
                <a:lnTo>
                  <a:pt x="670129" y="45402"/>
                </a:lnTo>
                <a:lnTo>
                  <a:pt x="669968" y="44630"/>
                </a:lnTo>
                <a:lnTo>
                  <a:pt x="669791" y="43965"/>
                </a:lnTo>
                <a:lnTo>
                  <a:pt x="669594" y="43364"/>
                </a:lnTo>
                <a:lnTo>
                  <a:pt x="669371" y="42781"/>
                </a:lnTo>
                <a:lnTo>
                  <a:pt x="669123" y="42216"/>
                </a:lnTo>
                <a:lnTo>
                  <a:pt x="668848" y="41669"/>
                </a:lnTo>
                <a:lnTo>
                  <a:pt x="668548" y="41141"/>
                </a:lnTo>
                <a:lnTo>
                  <a:pt x="668222" y="40631"/>
                </a:lnTo>
                <a:lnTo>
                  <a:pt x="667871" y="40139"/>
                </a:lnTo>
                <a:lnTo>
                  <a:pt x="667493" y="39666"/>
                </a:lnTo>
                <a:lnTo>
                  <a:pt x="667090" y="39210"/>
                </a:lnTo>
                <a:lnTo>
                  <a:pt x="666661" y="38773"/>
                </a:lnTo>
                <a:lnTo>
                  <a:pt x="666206" y="38355"/>
                </a:lnTo>
                <a:lnTo>
                  <a:pt x="665726" y="37954"/>
                </a:lnTo>
                <a:lnTo>
                  <a:pt x="665229" y="37579"/>
                </a:lnTo>
                <a:lnTo>
                  <a:pt x="664724" y="37237"/>
                </a:lnTo>
                <a:lnTo>
                  <a:pt x="664212" y="36927"/>
                </a:lnTo>
                <a:lnTo>
                  <a:pt x="663693" y="36650"/>
                </a:lnTo>
                <a:lnTo>
                  <a:pt x="663166" y="36405"/>
                </a:lnTo>
                <a:lnTo>
                  <a:pt x="662632" y="36193"/>
                </a:lnTo>
                <a:lnTo>
                  <a:pt x="662090" y="36014"/>
                </a:lnTo>
                <a:lnTo>
                  <a:pt x="661541" y="35867"/>
                </a:lnTo>
                <a:lnTo>
                  <a:pt x="660984" y="35753"/>
                </a:lnTo>
                <a:lnTo>
                  <a:pt x="660421" y="35672"/>
                </a:lnTo>
                <a:lnTo>
                  <a:pt x="659849" y="35623"/>
                </a:lnTo>
                <a:lnTo>
                  <a:pt x="659270" y="35606"/>
                </a:lnTo>
                <a:lnTo>
                  <a:pt x="658098" y="35652"/>
                </a:lnTo>
                <a:lnTo>
                  <a:pt x="656912" y="35790"/>
                </a:lnTo>
                <a:lnTo>
                  <a:pt x="655711" y="36020"/>
                </a:lnTo>
                <a:lnTo>
                  <a:pt x="654495" y="36342"/>
                </a:lnTo>
                <a:lnTo>
                  <a:pt x="653266" y="36755"/>
                </a:lnTo>
                <a:lnTo>
                  <a:pt x="652021" y="37260"/>
                </a:lnTo>
                <a:lnTo>
                  <a:pt x="650763" y="37858"/>
                </a:lnTo>
                <a:lnTo>
                  <a:pt x="649490" y="38547"/>
                </a:lnTo>
                <a:lnTo>
                  <a:pt x="648203" y="39328"/>
                </a:lnTo>
                <a:lnTo>
                  <a:pt x="646902" y="40201"/>
                </a:lnTo>
                <a:lnTo>
                  <a:pt x="645586" y="41166"/>
                </a:lnTo>
                <a:lnTo>
                  <a:pt x="644255" y="42222"/>
                </a:lnTo>
                <a:lnTo>
                  <a:pt x="642938" y="43348"/>
                </a:lnTo>
                <a:lnTo>
                  <a:pt x="641659" y="44521"/>
                </a:lnTo>
                <a:lnTo>
                  <a:pt x="640419" y="45739"/>
                </a:lnTo>
                <a:lnTo>
                  <a:pt x="639219" y="47005"/>
                </a:lnTo>
                <a:lnTo>
                  <a:pt x="638057" y="48316"/>
                </a:lnTo>
                <a:lnTo>
                  <a:pt x="636935" y="49674"/>
                </a:lnTo>
                <a:lnTo>
                  <a:pt x="635852" y="51079"/>
                </a:lnTo>
                <a:lnTo>
                  <a:pt x="634808" y="52530"/>
                </a:lnTo>
                <a:lnTo>
                  <a:pt x="633803" y="54027"/>
                </a:lnTo>
                <a:lnTo>
                  <a:pt x="632838" y="55571"/>
                </a:lnTo>
                <a:lnTo>
                  <a:pt x="631911" y="57161"/>
                </a:lnTo>
                <a:lnTo>
                  <a:pt x="631024" y="58797"/>
                </a:lnTo>
                <a:lnTo>
                  <a:pt x="631024" y="105110"/>
                </a:lnTo>
                <a:lnTo>
                  <a:pt x="617757" y="105110"/>
                </a:lnTo>
                <a:close/>
                <a:moveTo>
                  <a:pt x="706334" y="100795"/>
                </a:moveTo>
                <a:lnTo>
                  <a:pt x="706334" y="86737"/>
                </a:lnTo>
                <a:lnTo>
                  <a:pt x="707672" y="87582"/>
                </a:lnTo>
                <a:lnTo>
                  <a:pt x="709022" y="88384"/>
                </a:lnTo>
                <a:lnTo>
                  <a:pt x="710386" y="89143"/>
                </a:lnTo>
                <a:lnTo>
                  <a:pt x="711763" y="89859"/>
                </a:lnTo>
                <a:lnTo>
                  <a:pt x="713152" y="90531"/>
                </a:lnTo>
                <a:lnTo>
                  <a:pt x="714554" y="91161"/>
                </a:lnTo>
                <a:lnTo>
                  <a:pt x="715970" y="91748"/>
                </a:lnTo>
                <a:lnTo>
                  <a:pt x="717398" y="92292"/>
                </a:lnTo>
                <a:lnTo>
                  <a:pt x="718839" y="92792"/>
                </a:lnTo>
                <a:lnTo>
                  <a:pt x="720292" y="93250"/>
                </a:lnTo>
                <a:lnTo>
                  <a:pt x="721759" y="93665"/>
                </a:lnTo>
                <a:lnTo>
                  <a:pt x="723239" y="94036"/>
                </a:lnTo>
                <a:lnTo>
                  <a:pt x="724706" y="94372"/>
                </a:lnTo>
                <a:lnTo>
                  <a:pt x="726136" y="94678"/>
                </a:lnTo>
                <a:lnTo>
                  <a:pt x="727527" y="94956"/>
                </a:lnTo>
                <a:lnTo>
                  <a:pt x="728882" y="95204"/>
                </a:lnTo>
                <a:lnTo>
                  <a:pt x="730198" y="95422"/>
                </a:lnTo>
                <a:lnTo>
                  <a:pt x="731477" y="95612"/>
                </a:lnTo>
                <a:lnTo>
                  <a:pt x="732719" y="95773"/>
                </a:lnTo>
                <a:lnTo>
                  <a:pt x="733922" y="95904"/>
                </a:lnTo>
                <a:lnTo>
                  <a:pt x="735088" y="96006"/>
                </a:lnTo>
                <a:lnTo>
                  <a:pt x="736217" y="96079"/>
                </a:lnTo>
                <a:lnTo>
                  <a:pt x="737308" y="96123"/>
                </a:lnTo>
                <a:lnTo>
                  <a:pt x="738361" y="96137"/>
                </a:lnTo>
                <a:lnTo>
                  <a:pt x="739998" y="96115"/>
                </a:lnTo>
                <a:lnTo>
                  <a:pt x="741557" y="96048"/>
                </a:lnTo>
                <a:lnTo>
                  <a:pt x="743037" y="95935"/>
                </a:lnTo>
                <a:lnTo>
                  <a:pt x="744439" y="95778"/>
                </a:lnTo>
                <a:lnTo>
                  <a:pt x="745764" y="95577"/>
                </a:lnTo>
                <a:lnTo>
                  <a:pt x="747009" y="95330"/>
                </a:lnTo>
                <a:lnTo>
                  <a:pt x="748177" y="95038"/>
                </a:lnTo>
                <a:lnTo>
                  <a:pt x="749266" y="94702"/>
                </a:lnTo>
                <a:lnTo>
                  <a:pt x="750277" y="94321"/>
                </a:lnTo>
                <a:lnTo>
                  <a:pt x="751210" y="93895"/>
                </a:lnTo>
                <a:lnTo>
                  <a:pt x="752064" y="93424"/>
                </a:lnTo>
                <a:lnTo>
                  <a:pt x="752841" y="92908"/>
                </a:lnTo>
                <a:lnTo>
                  <a:pt x="753547" y="92359"/>
                </a:lnTo>
                <a:lnTo>
                  <a:pt x="754192" y="91788"/>
                </a:lnTo>
                <a:lnTo>
                  <a:pt x="754775" y="91194"/>
                </a:lnTo>
                <a:lnTo>
                  <a:pt x="755297" y="90578"/>
                </a:lnTo>
                <a:lnTo>
                  <a:pt x="755758" y="89940"/>
                </a:lnTo>
                <a:lnTo>
                  <a:pt x="756157" y="89280"/>
                </a:lnTo>
                <a:lnTo>
                  <a:pt x="756495" y="88598"/>
                </a:lnTo>
                <a:lnTo>
                  <a:pt x="756772" y="87894"/>
                </a:lnTo>
                <a:lnTo>
                  <a:pt x="756987" y="87167"/>
                </a:lnTo>
                <a:lnTo>
                  <a:pt x="757140" y="86418"/>
                </a:lnTo>
                <a:lnTo>
                  <a:pt x="757232" y="85648"/>
                </a:lnTo>
                <a:lnTo>
                  <a:pt x="757263" y="84854"/>
                </a:lnTo>
                <a:lnTo>
                  <a:pt x="757249" y="84329"/>
                </a:lnTo>
                <a:lnTo>
                  <a:pt x="757205" y="83816"/>
                </a:lnTo>
                <a:lnTo>
                  <a:pt x="757134" y="83315"/>
                </a:lnTo>
                <a:lnTo>
                  <a:pt x="757033" y="82828"/>
                </a:lnTo>
                <a:lnTo>
                  <a:pt x="756904" y="82353"/>
                </a:lnTo>
                <a:lnTo>
                  <a:pt x="756746" y="81891"/>
                </a:lnTo>
                <a:lnTo>
                  <a:pt x="756559" y="81442"/>
                </a:lnTo>
                <a:lnTo>
                  <a:pt x="756344" y="81006"/>
                </a:lnTo>
                <a:lnTo>
                  <a:pt x="756099" y="80583"/>
                </a:lnTo>
                <a:lnTo>
                  <a:pt x="755826" y="80172"/>
                </a:lnTo>
                <a:lnTo>
                  <a:pt x="755525" y="79774"/>
                </a:lnTo>
                <a:lnTo>
                  <a:pt x="755194" y="79389"/>
                </a:lnTo>
                <a:lnTo>
                  <a:pt x="754807" y="79003"/>
                </a:lnTo>
                <a:lnTo>
                  <a:pt x="754334" y="78603"/>
                </a:lnTo>
                <a:lnTo>
                  <a:pt x="753777" y="78187"/>
                </a:lnTo>
                <a:lnTo>
                  <a:pt x="753134" y="77757"/>
                </a:lnTo>
                <a:lnTo>
                  <a:pt x="752406" y="77312"/>
                </a:lnTo>
                <a:lnTo>
                  <a:pt x="751592" y="76852"/>
                </a:lnTo>
                <a:lnTo>
                  <a:pt x="750694" y="76378"/>
                </a:lnTo>
                <a:lnTo>
                  <a:pt x="749710" y="75889"/>
                </a:lnTo>
                <a:lnTo>
                  <a:pt x="748641" y="75384"/>
                </a:lnTo>
                <a:lnTo>
                  <a:pt x="747487" y="74865"/>
                </a:lnTo>
                <a:lnTo>
                  <a:pt x="746247" y="74332"/>
                </a:lnTo>
                <a:lnTo>
                  <a:pt x="744923" y="73783"/>
                </a:lnTo>
                <a:lnTo>
                  <a:pt x="740358" y="71938"/>
                </a:lnTo>
                <a:lnTo>
                  <a:pt x="731156" y="68318"/>
                </a:lnTo>
                <a:lnTo>
                  <a:pt x="728760" y="67365"/>
                </a:lnTo>
                <a:lnTo>
                  <a:pt x="726516" y="66425"/>
                </a:lnTo>
                <a:lnTo>
                  <a:pt x="724425" y="65496"/>
                </a:lnTo>
                <a:lnTo>
                  <a:pt x="722486" y="64579"/>
                </a:lnTo>
                <a:lnTo>
                  <a:pt x="720700" y="63673"/>
                </a:lnTo>
                <a:lnTo>
                  <a:pt x="719066" y="62779"/>
                </a:lnTo>
                <a:lnTo>
                  <a:pt x="717585" y="61897"/>
                </a:lnTo>
                <a:lnTo>
                  <a:pt x="716256" y="61026"/>
                </a:lnTo>
                <a:lnTo>
                  <a:pt x="715080" y="60167"/>
                </a:lnTo>
                <a:lnTo>
                  <a:pt x="714057" y="59320"/>
                </a:lnTo>
                <a:lnTo>
                  <a:pt x="713186" y="58484"/>
                </a:lnTo>
                <a:lnTo>
                  <a:pt x="712468" y="57660"/>
                </a:lnTo>
                <a:lnTo>
                  <a:pt x="711841" y="56839"/>
                </a:lnTo>
                <a:lnTo>
                  <a:pt x="711269" y="55987"/>
                </a:lnTo>
                <a:lnTo>
                  <a:pt x="710752" y="55107"/>
                </a:lnTo>
                <a:lnTo>
                  <a:pt x="710288" y="54196"/>
                </a:lnTo>
                <a:lnTo>
                  <a:pt x="709880" y="53256"/>
                </a:lnTo>
                <a:lnTo>
                  <a:pt x="709526" y="52286"/>
                </a:lnTo>
                <a:lnTo>
                  <a:pt x="709226" y="51287"/>
                </a:lnTo>
                <a:lnTo>
                  <a:pt x="708981" y="50258"/>
                </a:lnTo>
                <a:lnTo>
                  <a:pt x="708790" y="49199"/>
                </a:lnTo>
                <a:lnTo>
                  <a:pt x="708654" y="48111"/>
                </a:lnTo>
                <a:lnTo>
                  <a:pt x="708572" y="46993"/>
                </a:lnTo>
                <a:lnTo>
                  <a:pt x="708545" y="45845"/>
                </a:lnTo>
                <a:lnTo>
                  <a:pt x="708598" y="44233"/>
                </a:lnTo>
                <a:lnTo>
                  <a:pt x="708756" y="42669"/>
                </a:lnTo>
                <a:lnTo>
                  <a:pt x="709020" y="41153"/>
                </a:lnTo>
                <a:lnTo>
                  <a:pt x="709389" y="39686"/>
                </a:lnTo>
                <a:lnTo>
                  <a:pt x="709864" y="38267"/>
                </a:lnTo>
                <a:lnTo>
                  <a:pt x="710444" y="36897"/>
                </a:lnTo>
                <a:lnTo>
                  <a:pt x="711130" y="35575"/>
                </a:lnTo>
                <a:lnTo>
                  <a:pt x="711921" y="34301"/>
                </a:lnTo>
                <a:lnTo>
                  <a:pt x="712818" y="33076"/>
                </a:lnTo>
                <a:lnTo>
                  <a:pt x="713820" y="31899"/>
                </a:lnTo>
                <a:lnTo>
                  <a:pt x="714928" y="30771"/>
                </a:lnTo>
                <a:lnTo>
                  <a:pt x="716141" y="29691"/>
                </a:lnTo>
                <a:lnTo>
                  <a:pt x="717473" y="28680"/>
                </a:lnTo>
                <a:lnTo>
                  <a:pt x="718936" y="27756"/>
                </a:lnTo>
                <a:lnTo>
                  <a:pt x="720530" y="26920"/>
                </a:lnTo>
                <a:lnTo>
                  <a:pt x="722256" y="26173"/>
                </a:lnTo>
                <a:lnTo>
                  <a:pt x="724113" y="25513"/>
                </a:lnTo>
                <a:lnTo>
                  <a:pt x="726101" y="24941"/>
                </a:lnTo>
                <a:lnTo>
                  <a:pt x="728220" y="24457"/>
                </a:lnTo>
                <a:lnTo>
                  <a:pt x="730471" y="24062"/>
                </a:lnTo>
                <a:lnTo>
                  <a:pt x="732853" y="23754"/>
                </a:lnTo>
                <a:lnTo>
                  <a:pt x="735366" y="23534"/>
                </a:lnTo>
                <a:lnTo>
                  <a:pt x="738010" y="23402"/>
                </a:lnTo>
                <a:lnTo>
                  <a:pt x="740786" y="23358"/>
                </a:lnTo>
                <a:lnTo>
                  <a:pt x="742904" y="23383"/>
                </a:lnTo>
                <a:lnTo>
                  <a:pt x="745004" y="23461"/>
                </a:lnTo>
                <a:lnTo>
                  <a:pt x="747085" y="23589"/>
                </a:lnTo>
                <a:lnTo>
                  <a:pt x="749147" y="23769"/>
                </a:lnTo>
                <a:lnTo>
                  <a:pt x="751191" y="24001"/>
                </a:lnTo>
                <a:lnTo>
                  <a:pt x="753215" y="24284"/>
                </a:lnTo>
                <a:lnTo>
                  <a:pt x="755221" y="24618"/>
                </a:lnTo>
                <a:lnTo>
                  <a:pt x="757207" y="25004"/>
                </a:lnTo>
                <a:lnTo>
                  <a:pt x="759175" y="25441"/>
                </a:lnTo>
                <a:lnTo>
                  <a:pt x="761125" y="25929"/>
                </a:lnTo>
                <a:lnTo>
                  <a:pt x="763055" y="26469"/>
                </a:lnTo>
                <a:lnTo>
                  <a:pt x="764967" y="27061"/>
                </a:lnTo>
                <a:lnTo>
                  <a:pt x="764967" y="39167"/>
                </a:lnTo>
                <a:lnTo>
                  <a:pt x="762790" y="38416"/>
                </a:lnTo>
                <a:lnTo>
                  <a:pt x="760635" y="37731"/>
                </a:lnTo>
                <a:lnTo>
                  <a:pt x="758502" y="37111"/>
                </a:lnTo>
                <a:lnTo>
                  <a:pt x="756391" y="36556"/>
                </a:lnTo>
                <a:lnTo>
                  <a:pt x="754302" y="36066"/>
                </a:lnTo>
                <a:lnTo>
                  <a:pt x="752234" y="35642"/>
                </a:lnTo>
                <a:lnTo>
                  <a:pt x="750188" y="35283"/>
                </a:lnTo>
                <a:lnTo>
                  <a:pt x="748164" y="34989"/>
                </a:lnTo>
                <a:lnTo>
                  <a:pt x="746162" y="34761"/>
                </a:lnTo>
                <a:lnTo>
                  <a:pt x="744182" y="34598"/>
                </a:lnTo>
                <a:lnTo>
                  <a:pt x="742223" y="34500"/>
                </a:lnTo>
                <a:lnTo>
                  <a:pt x="740287" y="34467"/>
                </a:lnTo>
                <a:lnTo>
                  <a:pt x="738909" y="34487"/>
                </a:lnTo>
                <a:lnTo>
                  <a:pt x="737583" y="34549"/>
                </a:lnTo>
                <a:lnTo>
                  <a:pt x="736308" y="34651"/>
                </a:lnTo>
                <a:lnTo>
                  <a:pt x="735083" y="34794"/>
                </a:lnTo>
                <a:lnTo>
                  <a:pt x="733910" y="34979"/>
                </a:lnTo>
                <a:lnTo>
                  <a:pt x="732788" y="35204"/>
                </a:lnTo>
                <a:lnTo>
                  <a:pt x="731717" y="35470"/>
                </a:lnTo>
                <a:lnTo>
                  <a:pt x="730697" y="35777"/>
                </a:lnTo>
                <a:lnTo>
                  <a:pt x="729728" y="36124"/>
                </a:lnTo>
                <a:lnTo>
                  <a:pt x="728809" y="36513"/>
                </a:lnTo>
                <a:lnTo>
                  <a:pt x="727942" y="36943"/>
                </a:lnTo>
                <a:lnTo>
                  <a:pt x="727126" y="37413"/>
                </a:lnTo>
                <a:lnTo>
                  <a:pt x="726369" y="37914"/>
                </a:lnTo>
                <a:lnTo>
                  <a:pt x="725677" y="38435"/>
                </a:lnTo>
                <a:lnTo>
                  <a:pt x="725051" y="38976"/>
                </a:lnTo>
                <a:lnTo>
                  <a:pt x="724491" y="39538"/>
                </a:lnTo>
                <a:lnTo>
                  <a:pt x="723997" y="40120"/>
                </a:lnTo>
                <a:lnTo>
                  <a:pt x="723569" y="40721"/>
                </a:lnTo>
                <a:lnTo>
                  <a:pt x="723206" y="41344"/>
                </a:lnTo>
                <a:lnTo>
                  <a:pt x="722910" y="41986"/>
                </a:lnTo>
                <a:lnTo>
                  <a:pt x="722679" y="42648"/>
                </a:lnTo>
                <a:lnTo>
                  <a:pt x="722515" y="43331"/>
                </a:lnTo>
                <a:lnTo>
                  <a:pt x="722416" y="44034"/>
                </a:lnTo>
                <a:lnTo>
                  <a:pt x="722383" y="44757"/>
                </a:lnTo>
                <a:lnTo>
                  <a:pt x="722412" y="45455"/>
                </a:lnTo>
                <a:lnTo>
                  <a:pt x="722498" y="46129"/>
                </a:lnTo>
                <a:lnTo>
                  <a:pt x="722641" y="46779"/>
                </a:lnTo>
                <a:lnTo>
                  <a:pt x="722842" y="47406"/>
                </a:lnTo>
                <a:lnTo>
                  <a:pt x="723101" y="48009"/>
                </a:lnTo>
                <a:lnTo>
                  <a:pt x="723417" y="48589"/>
                </a:lnTo>
                <a:lnTo>
                  <a:pt x="723791" y="49145"/>
                </a:lnTo>
                <a:lnTo>
                  <a:pt x="724222" y="49677"/>
                </a:lnTo>
                <a:lnTo>
                  <a:pt x="724710" y="50185"/>
                </a:lnTo>
                <a:lnTo>
                  <a:pt x="725256" y="50670"/>
                </a:lnTo>
                <a:lnTo>
                  <a:pt x="725859" y="51132"/>
                </a:lnTo>
                <a:lnTo>
                  <a:pt x="726520" y="51569"/>
                </a:lnTo>
                <a:lnTo>
                  <a:pt x="727233" y="52000"/>
                </a:lnTo>
                <a:lnTo>
                  <a:pt x="728018" y="52442"/>
                </a:lnTo>
                <a:lnTo>
                  <a:pt x="728874" y="52895"/>
                </a:lnTo>
                <a:lnTo>
                  <a:pt x="729801" y="53359"/>
                </a:lnTo>
                <a:lnTo>
                  <a:pt x="730800" y="53834"/>
                </a:lnTo>
                <a:lnTo>
                  <a:pt x="731870" y="54319"/>
                </a:lnTo>
                <a:lnTo>
                  <a:pt x="733011" y="54816"/>
                </a:lnTo>
                <a:lnTo>
                  <a:pt x="734224" y="55323"/>
                </a:lnTo>
                <a:lnTo>
                  <a:pt x="735507" y="55841"/>
                </a:lnTo>
                <a:lnTo>
                  <a:pt x="736863" y="56370"/>
                </a:lnTo>
                <a:lnTo>
                  <a:pt x="738289" y="56909"/>
                </a:lnTo>
                <a:lnTo>
                  <a:pt x="739787" y="57460"/>
                </a:lnTo>
                <a:lnTo>
                  <a:pt x="748775" y="60724"/>
                </a:lnTo>
                <a:lnTo>
                  <a:pt x="750780" y="61475"/>
                </a:lnTo>
                <a:lnTo>
                  <a:pt x="752684" y="62237"/>
                </a:lnTo>
                <a:lnTo>
                  <a:pt x="754486" y="63010"/>
                </a:lnTo>
                <a:lnTo>
                  <a:pt x="756185" y="63793"/>
                </a:lnTo>
                <a:lnTo>
                  <a:pt x="757783" y="64588"/>
                </a:lnTo>
                <a:lnTo>
                  <a:pt x="759278" y="65394"/>
                </a:lnTo>
                <a:lnTo>
                  <a:pt x="760671" y="66211"/>
                </a:lnTo>
                <a:lnTo>
                  <a:pt x="761963" y="67039"/>
                </a:lnTo>
                <a:lnTo>
                  <a:pt x="763152" y="67878"/>
                </a:lnTo>
                <a:lnTo>
                  <a:pt x="764239" y="68728"/>
                </a:lnTo>
                <a:lnTo>
                  <a:pt x="765225" y="69589"/>
                </a:lnTo>
                <a:lnTo>
                  <a:pt x="766108" y="70461"/>
                </a:lnTo>
                <a:lnTo>
                  <a:pt x="766905" y="71356"/>
                </a:lnTo>
                <a:lnTo>
                  <a:pt x="767633" y="72289"/>
                </a:lnTo>
                <a:lnTo>
                  <a:pt x="768292" y="73258"/>
                </a:lnTo>
                <a:lnTo>
                  <a:pt x="768882" y="74263"/>
                </a:lnTo>
                <a:lnTo>
                  <a:pt x="769402" y="75305"/>
                </a:lnTo>
                <a:lnTo>
                  <a:pt x="769853" y="76384"/>
                </a:lnTo>
                <a:lnTo>
                  <a:pt x="770234" y="77499"/>
                </a:lnTo>
                <a:lnTo>
                  <a:pt x="770546" y="78651"/>
                </a:lnTo>
                <a:lnTo>
                  <a:pt x="770789" y="79839"/>
                </a:lnTo>
                <a:lnTo>
                  <a:pt x="770962" y="81064"/>
                </a:lnTo>
                <a:lnTo>
                  <a:pt x="771066" y="82326"/>
                </a:lnTo>
                <a:lnTo>
                  <a:pt x="771101" y="83624"/>
                </a:lnTo>
                <a:lnTo>
                  <a:pt x="771046" y="85318"/>
                </a:lnTo>
                <a:lnTo>
                  <a:pt x="770880" y="86961"/>
                </a:lnTo>
                <a:lnTo>
                  <a:pt x="770604" y="88553"/>
                </a:lnTo>
                <a:lnTo>
                  <a:pt x="770217" y="90095"/>
                </a:lnTo>
                <a:lnTo>
                  <a:pt x="769720" y="91585"/>
                </a:lnTo>
                <a:lnTo>
                  <a:pt x="769113" y="93025"/>
                </a:lnTo>
                <a:lnTo>
                  <a:pt x="768395" y="94414"/>
                </a:lnTo>
                <a:lnTo>
                  <a:pt x="767566" y="95752"/>
                </a:lnTo>
                <a:lnTo>
                  <a:pt x="766627" y="97039"/>
                </a:lnTo>
                <a:lnTo>
                  <a:pt x="765578" y="98275"/>
                </a:lnTo>
                <a:lnTo>
                  <a:pt x="764418" y="99460"/>
                </a:lnTo>
                <a:lnTo>
                  <a:pt x="763148" y="100595"/>
                </a:lnTo>
                <a:lnTo>
                  <a:pt x="761756" y="101657"/>
                </a:lnTo>
                <a:lnTo>
                  <a:pt x="760232" y="102627"/>
                </a:lnTo>
                <a:lnTo>
                  <a:pt x="758576" y="103505"/>
                </a:lnTo>
                <a:lnTo>
                  <a:pt x="756787" y="104290"/>
                </a:lnTo>
                <a:lnTo>
                  <a:pt x="754867" y="104983"/>
                </a:lnTo>
                <a:lnTo>
                  <a:pt x="752814" y="105584"/>
                </a:lnTo>
                <a:lnTo>
                  <a:pt x="750629" y="106092"/>
                </a:lnTo>
                <a:lnTo>
                  <a:pt x="748311" y="106507"/>
                </a:lnTo>
                <a:lnTo>
                  <a:pt x="745861" y="106831"/>
                </a:lnTo>
                <a:lnTo>
                  <a:pt x="743279" y="107062"/>
                </a:lnTo>
                <a:lnTo>
                  <a:pt x="740565" y="107200"/>
                </a:lnTo>
                <a:lnTo>
                  <a:pt x="737719" y="107246"/>
                </a:lnTo>
                <a:lnTo>
                  <a:pt x="735169" y="107202"/>
                </a:lnTo>
                <a:lnTo>
                  <a:pt x="732607" y="107067"/>
                </a:lnTo>
                <a:lnTo>
                  <a:pt x="730033" y="106843"/>
                </a:lnTo>
                <a:lnTo>
                  <a:pt x="727447" y="106530"/>
                </a:lnTo>
                <a:lnTo>
                  <a:pt x="724850" y="106126"/>
                </a:lnTo>
                <a:lnTo>
                  <a:pt x="722240" y="105634"/>
                </a:lnTo>
                <a:lnTo>
                  <a:pt x="719619" y="105051"/>
                </a:lnTo>
                <a:lnTo>
                  <a:pt x="716986" y="104379"/>
                </a:lnTo>
                <a:lnTo>
                  <a:pt x="714340" y="103618"/>
                </a:lnTo>
                <a:lnTo>
                  <a:pt x="711683" y="102766"/>
                </a:lnTo>
                <a:lnTo>
                  <a:pt x="709014" y="101825"/>
                </a:lnTo>
                <a:lnTo>
                  <a:pt x="706334" y="100795"/>
                </a:lnTo>
                <a:close/>
                <a:moveTo>
                  <a:pt x="825867" y="107246"/>
                </a:moveTo>
                <a:lnTo>
                  <a:pt x="823062" y="107164"/>
                </a:lnTo>
                <a:lnTo>
                  <a:pt x="820351" y="106915"/>
                </a:lnTo>
                <a:lnTo>
                  <a:pt x="817736" y="106502"/>
                </a:lnTo>
                <a:lnTo>
                  <a:pt x="815216" y="105922"/>
                </a:lnTo>
                <a:lnTo>
                  <a:pt x="812790" y="105178"/>
                </a:lnTo>
                <a:lnTo>
                  <a:pt x="810460" y="104267"/>
                </a:lnTo>
                <a:lnTo>
                  <a:pt x="808225" y="103191"/>
                </a:lnTo>
                <a:lnTo>
                  <a:pt x="806085" y="101950"/>
                </a:lnTo>
                <a:lnTo>
                  <a:pt x="804041" y="100543"/>
                </a:lnTo>
                <a:lnTo>
                  <a:pt x="802091" y="98971"/>
                </a:lnTo>
                <a:lnTo>
                  <a:pt x="800236" y="97233"/>
                </a:lnTo>
                <a:lnTo>
                  <a:pt x="798477" y="95329"/>
                </a:lnTo>
                <a:lnTo>
                  <a:pt x="796836" y="93300"/>
                </a:lnTo>
                <a:lnTo>
                  <a:pt x="795338" y="91183"/>
                </a:lnTo>
                <a:lnTo>
                  <a:pt x="793983" y="88981"/>
                </a:lnTo>
                <a:lnTo>
                  <a:pt x="792771" y="86692"/>
                </a:lnTo>
                <a:lnTo>
                  <a:pt x="791701" y="84316"/>
                </a:lnTo>
                <a:lnTo>
                  <a:pt x="790773" y="81854"/>
                </a:lnTo>
                <a:lnTo>
                  <a:pt x="789989" y="79306"/>
                </a:lnTo>
                <a:lnTo>
                  <a:pt x="789347" y="76671"/>
                </a:lnTo>
                <a:lnTo>
                  <a:pt x="788847" y="73949"/>
                </a:lnTo>
                <a:lnTo>
                  <a:pt x="788491" y="71141"/>
                </a:lnTo>
                <a:lnTo>
                  <a:pt x="788277" y="68247"/>
                </a:lnTo>
                <a:lnTo>
                  <a:pt x="788205" y="65267"/>
                </a:lnTo>
                <a:lnTo>
                  <a:pt x="788277" y="62286"/>
                </a:lnTo>
                <a:lnTo>
                  <a:pt x="788491" y="59393"/>
                </a:lnTo>
                <a:lnTo>
                  <a:pt x="788847" y="56586"/>
                </a:lnTo>
                <a:lnTo>
                  <a:pt x="789347" y="53867"/>
                </a:lnTo>
                <a:lnTo>
                  <a:pt x="789989" y="51234"/>
                </a:lnTo>
                <a:lnTo>
                  <a:pt x="790773" y="48688"/>
                </a:lnTo>
                <a:lnTo>
                  <a:pt x="791701" y="46230"/>
                </a:lnTo>
                <a:lnTo>
                  <a:pt x="792771" y="43858"/>
                </a:lnTo>
                <a:lnTo>
                  <a:pt x="793983" y="41574"/>
                </a:lnTo>
                <a:lnTo>
                  <a:pt x="795338" y="39376"/>
                </a:lnTo>
                <a:lnTo>
                  <a:pt x="796836" y="37265"/>
                </a:lnTo>
                <a:lnTo>
                  <a:pt x="798477" y="35241"/>
                </a:lnTo>
                <a:lnTo>
                  <a:pt x="800236" y="33343"/>
                </a:lnTo>
                <a:lnTo>
                  <a:pt x="802091" y="31610"/>
                </a:lnTo>
                <a:lnTo>
                  <a:pt x="804041" y="30042"/>
                </a:lnTo>
                <a:lnTo>
                  <a:pt x="806085" y="28639"/>
                </a:lnTo>
                <a:lnTo>
                  <a:pt x="808225" y="27402"/>
                </a:lnTo>
                <a:lnTo>
                  <a:pt x="810460" y="26329"/>
                </a:lnTo>
                <a:lnTo>
                  <a:pt x="812790" y="25421"/>
                </a:lnTo>
                <a:lnTo>
                  <a:pt x="815216" y="24678"/>
                </a:lnTo>
                <a:lnTo>
                  <a:pt x="817736" y="24101"/>
                </a:lnTo>
                <a:lnTo>
                  <a:pt x="820351" y="23688"/>
                </a:lnTo>
                <a:lnTo>
                  <a:pt x="823062" y="23440"/>
                </a:lnTo>
                <a:lnTo>
                  <a:pt x="825867" y="23358"/>
                </a:lnTo>
                <a:lnTo>
                  <a:pt x="828662" y="23440"/>
                </a:lnTo>
                <a:lnTo>
                  <a:pt x="831362" y="23688"/>
                </a:lnTo>
                <a:lnTo>
                  <a:pt x="833968" y="24101"/>
                </a:lnTo>
                <a:lnTo>
                  <a:pt x="836480" y="24678"/>
                </a:lnTo>
                <a:lnTo>
                  <a:pt x="838898" y="25421"/>
                </a:lnTo>
                <a:lnTo>
                  <a:pt x="841221" y="26329"/>
                </a:lnTo>
                <a:lnTo>
                  <a:pt x="843451" y="27402"/>
                </a:lnTo>
                <a:lnTo>
                  <a:pt x="845586" y="28639"/>
                </a:lnTo>
                <a:lnTo>
                  <a:pt x="847627" y="30042"/>
                </a:lnTo>
                <a:lnTo>
                  <a:pt x="849575" y="31610"/>
                </a:lnTo>
                <a:lnTo>
                  <a:pt x="851428" y="33343"/>
                </a:lnTo>
                <a:lnTo>
                  <a:pt x="853187" y="35241"/>
                </a:lnTo>
                <a:lnTo>
                  <a:pt x="854827" y="37265"/>
                </a:lnTo>
                <a:lnTo>
                  <a:pt x="856325" y="39376"/>
                </a:lnTo>
                <a:lnTo>
                  <a:pt x="857680" y="41574"/>
                </a:lnTo>
                <a:lnTo>
                  <a:pt x="858893" y="43858"/>
                </a:lnTo>
                <a:lnTo>
                  <a:pt x="859963" y="46230"/>
                </a:lnTo>
                <a:lnTo>
                  <a:pt x="860890" y="48688"/>
                </a:lnTo>
                <a:lnTo>
                  <a:pt x="861675" y="51234"/>
                </a:lnTo>
                <a:lnTo>
                  <a:pt x="862317" y="53867"/>
                </a:lnTo>
                <a:lnTo>
                  <a:pt x="862816" y="56586"/>
                </a:lnTo>
                <a:lnTo>
                  <a:pt x="863173" y="59393"/>
                </a:lnTo>
                <a:lnTo>
                  <a:pt x="863387" y="62286"/>
                </a:lnTo>
                <a:lnTo>
                  <a:pt x="863458" y="65267"/>
                </a:lnTo>
                <a:lnTo>
                  <a:pt x="863387" y="68247"/>
                </a:lnTo>
                <a:lnTo>
                  <a:pt x="863173" y="71141"/>
                </a:lnTo>
                <a:lnTo>
                  <a:pt x="862816" y="73949"/>
                </a:lnTo>
                <a:lnTo>
                  <a:pt x="862317" y="76671"/>
                </a:lnTo>
                <a:lnTo>
                  <a:pt x="861675" y="79306"/>
                </a:lnTo>
                <a:lnTo>
                  <a:pt x="860890" y="81854"/>
                </a:lnTo>
                <a:lnTo>
                  <a:pt x="859963" y="84316"/>
                </a:lnTo>
                <a:lnTo>
                  <a:pt x="858893" y="86692"/>
                </a:lnTo>
                <a:lnTo>
                  <a:pt x="857680" y="88981"/>
                </a:lnTo>
                <a:lnTo>
                  <a:pt x="856325" y="91183"/>
                </a:lnTo>
                <a:lnTo>
                  <a:pt x="854827" y="93300"/>
                </a:lnTo>
                <a:lnTo>
                  <a:pt x="853187" y="95329"/>
                </a:lnTo>
                <a:lnTo>
                  <a:pt x="851428" y="97233"/>
                </a:lnTo>
                <a:lnTo>
                  <a:pt x="849575" y="98971"/>
                </a:lnTo>
                <a:lnTo>
                  <a:pt x="847627" y="100543"/>
                </a:lnTo>
                <a:lnTo>
                  <a:pt x="845586" y="101950"/>
                </a:lnTo>
                <a:lnTo>
                  <a:pt x="843451" y="103191"/>
                </a:lnTo>
                <a:lnTo>
                  <a:pt x="841221" y="104267"/>
                </a:lnTo>
                <a:lnTo>
                  <a:pt x="838898" y="105178"/>
                </a:lnTo>
                <a:lnTo>
                  <a:pt x="836480" y="105922"/>
                </a:lnTo>
                <a:lnTo>
                  <a:pt x="833968" y="106502"/>
                </a:lnTo>
                <a:lnTo>
                  <a:pt x="831362" y="106915"/>
                </a:lnTo>
                <a:lnTo>
                  <a:pt x="828662" y="107164"/>
                </a:lnTo>
                <a:lnTo>
                  <a:pt x="825867" y="107246"/>
                </a:lnTo>
                <a:moveTo>
                  <a:pt x="825867" y="96137"/>
                </a:moveTo>
                <a:lnTo>
                  <a:pt x="827609" y="96080"/>
                </a:lnTo>
                <a:lnTo>
                  <a:pt x="829289" y="95909"/>
                </a:lnTo>
                <a:lnTo>
                  <a:pt x="830910" y="95623"/>
                </a:lnTo>
                <a:lnTo>
                  <a:pt x="832469" y="95223"/>
                </a:lnTo>
                <a:lnTo>
                  <a:pt x="833969" y="94708"/>
                </a:lnTo>
                <a:lnTo>
                  <a:pt x="835408" y="94079"/>
                </a:lnTo>
                <a:lnTo>
                  <a:pt x="836786" y="93336"/>
                </a:lnTo>
                <a:lnTo>
                  <a:pt x="838104" y="92479"/>
                </a:lnTo>
                <a:lnTo>
                  <a:pt x="839362" y="91507"/>
                </a:lnTo>
                <a:lnTo>
                  <a:pt x="840559" y="90421"/>
                </a:lnTo>
                <a:lnTo>
                  <a:pt x="841696" y="89220"/>
                </a:lnTo>
                <a:lnTo>
                  <a:pt x="842773" y="87905"/>
                </a:lnTo>
                <a:lnTo>
                  <a:pt x="843775" y="86491"/>
                </a:lnTo>
                <a:lnTo>
                  <a:pt x="844691" y="84990"/>
                </a:lnTo>
                <a:lnTo>
                  <a:pt x="845519" y="83404"/>
                </a:lnTo>
                <a:lnTo>
                  <a:pt x="846260" y="81731"/>
                </a:lnTo>
                <a:lnTo>
                  <a:pt x="846914" y="79974"/>
                </a:lnTo>
                <a:lnTo>
                  <a:pt x="847480" y="78130"/>
                </a:lnTo>
                <a:lnTo>
                  <a:pt x="847960" y="76200"/>
                </a:lnTo>
                <a:lnTo>
                  <a:pt x="848352" y="74185"/>
                </a:lnTo>
                <a:lnTo>
                  <a:pt x="848657" y="72084"/>
                </a:lnTo>
                <a:lnTo>
                  <a:pt x="848875" y="69897"/>
                </a:lnTo>
                <a:lnTo>
                  <a:pt x="849006" y="67625"/>
                </a:lnTo>
                <a:lnTo>
                  <a:pt x="849050" y="65267"/>
                </a:lnTo>
                <a:lnTo>
                  <a:pt x="849006" y="62920"/>
                </a:lnTo>
                <a:lnTo>
                  <a:pt x="848875" y="60657"/>
                </a:lnTo>
                <a:lnTo>
                  <a:pt x="848657" y="58480"/>
                </a:lnTo>
                <a:lnTo>
                  <a:pt x="848352" y="56387"/>
                </a:lnTo>
                <a:lnTo>
                  <a:pt x="847960" y="54380"/>
                </a:lnTo>
                <a:lnTo>
                  <a:pt x="847480" y="52457"/>
                </a:lnTo>
                <a:lnTo>
                  <a:pt x="846914" y="50618"/>
                </a:lnTo>
                <a:lnTo>
                  <a:pt x="846260" y="48865"/>
                </a:lnTo>
                <a:lnTo>
                  <a:pt x="845519" y="47196"/>
                </a:lnTo>
                <a:lnTo>
                  <a:pt x="844691" y="45612"/>
                </a:lnTo>
                <a:lnTo>
                  <a:pt x="843775" y="44113"/>
                </a:lnTo>
                <a:lnTo>
                  <a:pt x="842773" y="42699"/>
                </a:lnTo>
                <a:lnTo>
                  <a:pt x="841696" y="41384"/>
                </a:lnTo>
                <a:lnTo>
                  <a:pt x="840559" y="40183"/>
                </a:lnTo>
                <a:lnTo>
                  <a:pt x="839362" y="39097"/>
                </a:lnTo>
                <a:lnTo>
                  <a:pt x="838104" y="38126"/>
                </a:lnTo>
                <a:lnTo>
                  <a:pt x="836786" y="37268"/>
                </a:lnTo>
                <a:lnTo>
                  <a:pt x="835408" y="36525"/>
                </a:lnTo>
                <a:lnTo>
                  <a:pt x="833969" y="35896"/>
                </a:lnTo>
                <a:lnTo>
                  <a:pt x="832469" y="35382"/>
                </a:lnTo>
                <a:lnTo>
                  <a:pt x="830910" y="34981"/>
                </a:lnTo>
                <a:lnTo>
                  <a:pt x="829289" y="34696"/>
                </a:lnTo>
                <a:lnTo>
                  <a:pt x="827609" y="34524"/>
                </a:lnTo>
                <a:lnTo>
                  <a:pt x="825867" y="34467"/>
                </a:lnTo>
                <a:lnTo>
                  <a:pt x="824115" y="34524"/>
                </a:lnTo>
                <a:lnTo>
                  <a:pt x="822424" y="34696"/>
                </a:lnTo>
                <a:lnTo>
                  <a:pt x="820794" y="34981"/>
                </a:lnTo>
                <a:lnTo>
                  <a:pt x="819226" y="35382"/>
                </a:lnTo>
                <a:lnTo>
                  <a:pt x="817719" y="35896"/>
                </a:lnTo>
                <a:lnTo>
                  <a:pt x="816274" y="36525"/>
                </a:lnTo>
                <a:lnTo>
                  <a:pt x="814890" y="37268"/>
                </a:lnTo>
                <a:lnTo>
                  <a:pt x="813567" y="38126"/>
                </a:lnTo>
                <a:lnTo>
                  <a:pt x="812306" y="39097"/>
                </a:lnTo>
                <a:lnTo>
                  <a:pt x="811106" y="40183"/>
                </a:lnTo>
                <a:lnTo>
                  <a:pt x="809968" y="41384"/>
                </a:lnTo>
                <a:lnTo>
                  <a:pt x="808891" y="42699"/>
                </a:lnTo>
                <a:lnTo>
                  <a:pt x="807888" y="44113"/>
                </a:lnTo>
                <a:lnTo>
                  <a:pt x="806973" y="45612"/>
                </a:lnTo>
                <a:lnTo>
                  <a:pt x="806145" y="47196"/>
                </a:lnTo>
                <a:lnTo>
                  <a:pt x="805404" y="48865"/>
                </a:lnTo>
                <a:lnTo>
                  <a:pt x="804750" y="50618"/>
                </a:lnTo>
                <a:lnTo>
                  <a:pt x="804183" y="52457"/>
                </a:lnTo>
                <a:lnTo>
                  <a:pt x="803704" y="54380"/>
                </a:lnTo>
                <a:lnTo>
                  <a:pt x="803311" y="56387"/>
                </a:lnTo>
                <a:lnTo>
                  <a:pt x="803006" y="58480"/>
                </a:lnTo>
                <a:lnTo>
                  <a:pt x="802788" y="60657"/>
                </a:lnTo>
                <a:lnTo>
                  <a:pt x="802658" y="62920"/>
                </a:lnTo>
                <a:lnTo>
                  <a:pt x="802614" y="65267"/>
                </a:lnTo>
                <a:lnTo>
                  <a:pt x="802658" y="67625"/>
                </a:lnTo>
                <a:lnTo>
                  <a:pt x="802788" y="69897"/>
                </a:lnTo>
                <a:lnTo>
                  <a:pt x="803006" y="72084"/>
                </a:lnTo>
                <a:lnTo>
                  <a:pt x="803311" y="74185"/>
                </a:lnTo>
                <a:lnTo>
                  <a:pt x="803704" y="76200"/>
                </a:lnTo>
                <a:lnTo>
                  <a:pt x="804183" y="78130"/>
                </a:lnTo>
                <a:lnTo>
                  <a:pt x="804750" y="79974"/>
                </a:lnTo>
                <a:lnTo>
                  <a:pt x="805404" y="81731"/>
                </a:lnTo>
                <a:lnTo>
                  <a:pt x="806145" y="83404"/>
                </a:lnTo>
                <a:lnTo>
                  <a:pt x="806973" y="84990"/>
                </a:lnTo>
                <a:lnTo>
                  <a:pt x="807888" y="86491"/>
                </a:lnTo>
                <a:lnTo>
                  <a:pt x="808891" y="87905"/>
                </a:lnTo>
                <a:lnTo>
                  <a:pt x="809968" y="89220"/>
                </a:lnTo>
                <a:lnTo>
                  <a:pt x="811106" y="90421"/>
                </a:lnTo>
                <a:lnTo>
                  <a:pt x="812306" y="91507"/>
                </a:lnTo>
                <a:lnTo>
                  <a:pt x="813567" y="92479"/>
                </a:lnTo>
                <a:lnTo>
                  <a:pt x="814890" y="93336"/>
                </a:lnTo>
                <a:lnTo>
                  <a:pt x="816274" y="94079"/>
                </a:lnTo>
                <a:lnTo>
                  <a:pt x="817719" y="94708"/>
                </a:lnTo>
                <a:lnTo>
                  <a:pt x="819226" y="95223"/>
                </a:lnTo>
                <a:lnTo>
                  <a:pt x="820794" y="95623"/>
                </a:lnTo>
                <a:lnTo>
                  <a:pt x="822424" y="95909"/>
                </a:lnTo>
                <a:lnTo>
                  <a:pt x="824115" y="96080"/>
                </a:lnTo>
                <a:lnTo>
                  <a:pt x="825867" y="96137"/>
                </a:lnTo>
                <a:close/>
                <a:moveTo>
                  <a:pt x="887482" y="105110"/>
                </a:moveTo>
                <a:lnTo>
                  <a:pt x="887482" y="25494"/>
                </a:lnTo>
                <a:lnTo>
                  <a:pt x="900750" y="25494"/>
                </a:lnTo>
                <a:lnTo>
                  <a:pt x="900750" y="42984"/>
                </a:lnTo>
                <a:lnTo>
                  <a:pt x="901797" y="41376"/>
                </a:lnTo>
                <a:lnTo>
                  <a:pt x="902869" y="39838"/>
                </a:lnTo>
                <a:lnTo>
                  <a:pt x="903966" y="38369"/>
                </a:lnTo>
                <a:lnTo>
                  <a:pt x="905089" y="36969"/>
                </a:lnTo>
                <a:lnTo>
                  <a:pt x="906237" y="35637"/>
                </a:lnTo>
                <a:lnTo>
                  <a:pt x="907410" y="34375"/>
                </a:lnTo>
                <a:lnTo>
                  <a:pt x="908608" y="33181"/>
                </a:lnTo>
                <a:lnTo>
                  <a:pt x="909832" y="32056"/>
                </a:lnTo>
                <a:lnTo>
                  <a:pt x="911081" y="31001"/>
                </a:lnTo>
                <a:lnTo>
                  <a:pt x="912356" y="30014"/>
                </a:lnTo>
                <a:lnTo>
                  <a:pt x="913655" y="29096"/>
                </a:lnTo>
                <a:lnTo>
                  <a:pt x="914980" y="28247"/>
                </a:lnTo>
                <a:lnTo>
                  <a:pt x="916330" y="27466"/>
                </a:lnTo>
                <a:lnTo>
                  <a:pt x="917705" y="26753"/>
                </a:lnTo>
                <a:lnTo>
                  <a:pt x="919106" y="26108"/>
                </a:lnTo>
                <a:lnTo>
                  <a:pt x="920532" y="25531"/>
                </a:lnTo>
                <a:lnTo>
                  <a:pt x="921983" y="25021"/>
                </a:lnTo>
                <a:lnTo>
                  <a:pt x="923459" y="24580"/>
                </a:lnTo>
                <a:lnTo>
                  <a:pt x="924961" y="24207"/>
                </a:lnTo>
                <a:lnTo>
                  <a:pt x="926488" y="23901"/>
                </a:lnTo>
                <a:lnTo>
                  <a:pt x="928040" y="23663"/>
                </a:lnTo>
                <a:lnTo>
                  <a:pt x="929617" y="23494"/>
                </a:lnTo>
                <a:lnTo>
                  <a:pt x="931220" y="23392"/>
                </a:lnTo>
                <a:lnTo>
                  <a:pt x="932848" y="23358"/>
                </a:lnTo>
                <a:lnTo>
                  <a:pt x="934049" y="23373"/>
                </a:lnTo>
                <a:lnTo>
                  <a:pt x="935249" y="23417"/>
                </a:lnTo>
                <a:lnTo>
                  <a:pt x="936450" y="23491"/>
                </a:lnTo>
                <a:lnTo>
                  <a:pt x="937651" y="23595"/>
                </a:lnTo>
                <a:lnTo>
                  <a:pt x="938851" y="23729"/>
                </a:lnTo>
                <a:lnTo>
                  <a:pt x="940052" y="23892"/>
                </a:lnTo>
                <a:lnTo>
                  <a:pt x="941253" y="24085"/>
                </a:lnTo>
                <a:lnTo>
                  <a:pt x="942454" y="24307"/>
                </a:lnTo>
                <a:lnTo>
                  <a:pt x="943654" y="24559"/>
                </a:lnTo>
                <a:lnTo>
                  <a:pt x="944855" y="24841"/>
                </a:lnTo>
                <a:lnTo>
                  <a:pt x="946056" y="25153"/>
                </a:lnTo>
                <a:lnTo>
                  <a:pt x="947256" y="25494"/>
                </a:lnTo>
                <a:lnTo>
                  <a:pt x="947256" y="54264"/>
                </a:lnTo>
                <a:lnTo>
                  <a:pt x="934488" y="54264"/>
                </a:lnTo>
                <a:lnTo>
                  <a:pt x="934488" y="36174"/>
                </a:lnTo>
                <a:lnTo>
                  <a:pt x="933940" y="36083"/>
                </a:lnTo>
                <a:lnTo>
                  <a:pt x="933411" y="36000"/>
                </a:lnTo>
                <a:lnTo>
                  <a:pt x="932901" y="35926"/>
                </a:lnTo>
                <a:lnTo>
                  <a:pt x="932412" y="35859"/>
                </a:lnTo>
                <a:lnTo>
                  <a:pt x="931942" y="35799"/>
                </a:lnTo>
                <a:lnTo>
                  <a:pt x="931493" y="35748"/>
                </a:lnTo>
                <a:lnTo>
                  <a:pt x="931063" y="35705"/>
                </a:lnTo>
                <a:lnTo>
                  <a:pt x="930653" y="35669"/>
                </a:lnTo>
                <a:lnTo>
                  <a:pt x="930262" y="35642"/>
                </a:lnTo>
                <a:lnTo>
                  <a:pt x="929892" y="35622"/>
                </a:lnTo>
                <a:lnTo>
                  <a:pt x="929541" y="35610"/>
                </a:lnTo>
                <a:lnTo>
                  <a:pt x="929210" y="35606"/>
                </a:lnTo>
                <a:lnTo>
                  <a:pt x="927976" y="35647"/>
                </a:lnTo>
                <a:lnTo>
                  <a:pt x="926745" y="35768"/>
                </a:lnTo>
                <a:lnTo>
                  <a:pt x="925519" y="35970"/>
                </a:lnTo>
                <a:lnTo>
                  <a:pt x="924296" y="36253"/>
                </a:lnTo>
                <a:lnTo>
                  <a:pt x="923078" y="36617"/>
                </a:lnTo>
                <a:lnTo>
                  <a:pt x="921863" y="37062"/>
                </a:lnTo>
                <a:lnTo>
                  <a:pt x="920653" y="37587"/>
                </a:lnTo>
                <a:lnTo>
                  <a:pt x="919446" y="38194"/>
                </a:lnTo>
                <a:lnTo>
                  <a:pt x="918243" y="38881"/>
                </a:lnTo>
                <a:lnTo>
                  <a:pt x="917044" y="39649"/>
                </a:lnTo>
                <a:lnTo>
                  <a:pt x="915850" y="40498"/>
                </a:lnTo>
                <a:lnTo>
                  <a:pt x="914659" y="41428"/>
                </a:lnTo>
                <a:lnTo>
                  <a:pt x="913473" y="42439"/>
                </a:lnTo>
                <a:lnTo>
                  <a:pt x="912291" y="43530"/>
                </a:lnTo>
                <a:lnTo>
                  <a:pt x="911115" y="44703"/>
                </a:lnTo>
                <a:lnTo>
                  <a:pt x="909943" y="45956"/>
                </a:lnTo>
                <a:lnTo>
                  <a:pt x="908777" y="47290"/>
                </a:lnTo>
                <a:lnTo>
                  <a:pt x="907615" y="48705"/>
                </a:lnTo>
                <a:lnTo>
                  <a:pt x="906458" y="50201"/>
                </a:lnTo>
                <a:lnTo>
                  <a:pt x="905307" y="51778"/>
                </a:lnTo>
                <a:lnTo>
                  <a:pt x="904160" y="53435"/>
                </a:lnTo>
                <a:lnTo>
                  <a:pt x="903018" y="55174"/>
                </a:lnTo>
                <a:lnTo>
                  <a:pt x="901881" y="56993"/>
                </a:lnTo>
                <a:lnTo>
                  <a:pt x="900750" y="58893"/>
                </a:lnTo>
                <a:lnTo>
                  <a:pt x="900750" y="105110"/>
                </a:lnTo>
                <a:lnTo>
                  <a:pt x="887482" y="105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2" name="Original vector context 52">
            <a:extLst xmlns:a="http://schemas.openxmlformats.org/drawingml/2006/main">
              <a:ext uri="{FF2B5EF4-FFF2-40B4-BE49-F238E27FC236}">
                <a16:creationId xmlns:a16="http://schemas.microsoft.com/office/drawing/2014/main" id="{087AC878-4F71-4E84-8F72-B0400A33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919" y="8066160"/>
            <a:ext cx="1761340" cy="132456"/>
          </a:xfrm>
          <a:custGeom xmlns:a="http://schemas.openxmlformats.org/drawingml/2006/main">
            <a:pathLst>
              <a:path w="1761340" h="132456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66008" y="14527"/>
                </a:moveTo>
                <a:lnTo>
                  <a:pt x="66008" y="36034"/>
                </a:lnTo>
                <a:lnTo>
                  <a:pt x="81273" y="36034"/>
                </a:lnTo>
                <a:lnTo>
                  <a:pt x="81273" y="41019"/>
                </a:lnTo>
                <a:lnTo>
                  <a:pt x="66008" y="41019"/>
                </a:lnTo>
                <a:lnTo>
                  <a:pt x="66008" y="83261"/>
                </a:lnTo>
                <a:lnTo>
                  <a:pt x="66021" y="84288"/>
                </a:lnTo>
                <a:lnTo>
                  <a:pt x="66059" y="85257"/>
                </a:lnTo>
                <a:lnTo>
                  <a:pt x="66122" y="86169"/>
                </a:lnTo>
                <a:lnTo>
                  <a:pt x="66210" y="87024"/>
                </a:lnTo>
                <a:lnTo>
                  <a:pt x="66324" y="87821"/>
                </a:lnTo>
                <a:lnTo>
                  <a:pt x="66463" y="88561"/>
                </a:lnTo>
                <a:lnTo>
                  <a:pt x="66627" y="89244"/>
                </a:lnTo>
                <a:lnTo>
                  <a:pt x="66817" y="89869"/>
                </a:lnTo>
                <a:lnTo>
                  <a:pt x="67031" y="90437"/>
                </a:lnTo>
                <a:lnTo>
                  <a:pt x="67271" y="90948"/>
                </a:lnTo>
                <a:lnTo>
                  <a:pt x="67537" y="91402"/>
                </a:lnTo>
                <a:lnTo>
                  <a:pt x="67827" y="91798"/>
                </a:lnTo>
                <a:lnTo>
                  <a:pt x="68137" y="92150"/>
                </a:lnTo>
                <a:lnTo>
                  <a:pt x="68462" y="92471"/>
                </a:lnTo>
                <a:lnTo>
                  <a:pt x="68801" y="92762"/>
                </a:lnTo>
                <a:lnTo>
                  <a:pt x="69155" y="93022"/>
                </a:lnTo>
                <a:lnTo>
                  <a:pt x="69522" y="93251"/>
                </a:lnTo>
                <a:lnTo>
                  <a:pt x="69905" y="93450"/>
                </a:lnTo>
                <a:lnTo>
                  <a:pt x="70301" y="93618"/>
                </a:lnTo>
                <a:lnTo>
                  <a:pt x="70712" y="93756"/>
                </a:lnTo>
                <a:lnTo>
                  <a:pt x="71137" y="93863"/>
                </a:lnTo>
                <a:lnTo>
                  <a:pt x="71577" y="93940"/>
                </a:lnTo>
                <a:lnTo>
                  <a:pt x="72031" y="93986"/>
                </a:lnTo>
                <a:lnTo>
                  <a:pt x="72499" y="94001"/>
                </a:lnTo>
                <a:lnTo>
                  <a:pt x="72890" y="93991"/>
                </a:lnTo>
                <a:lnTo>
                  <a:pt x="73280" y="93960"/>
                </a:lnTo>
                <a:lnTo>
                  <a:pt x="73667" y="93910"/>
                </a:lnTo>
                <a:lnTo>
                  <a:pt x="74053" y="93839"/>
                </a:lnTo>
                <a:lnTo>
                  <a:pt x="74436" y="93747"/>
                </a:lnTo>
                <a:lnTo>
                  <a:pt x="74817" y="93636"/>
                </a:lnTo>
                <a:lnTo>
                  <a:pt x="75197" y="93504"/>
                </a:lnTo>
                <a:lnTo>
                  <a:pt x="75574" y="93352"/>
                </a:lnTo>
                <a:lnTo>
                  <a:pt x="75950" y="93180"/>
                </a:lnTo>
                <a:lnTo>
                  <a:pt x="76323" y="92987"/>
                </a:lnTo>
                <a:lnTo>
                  <a:pt x="76695" y="92774"/>
                </a:lnTo>
                <a:lnTo>
                  <a:pt x="77064" y="92541"/>
                </a:lnTo>
                <a:lnTo>
                  <a:pt x="77426" y="92288"/>
                </a:lnTo>
                <a:lnTo>
                  <a:pt x="77774" y="92016"/>
                </a:lnTo>
                <a:lnTo>
                  <a:pt x="78107" y="91724"/>
                </a:lnTo>
                <a:lnTo>
                  <a:pt x="78427" y="91413"/>
                </a:lnTo>
                <a:lnTo>
                  <a:pt x="78734" y="91083"/>
                </a:lnTo>
                <a:lnTo>
                  <a:pt x="79026" y="90734"/>
                </a:lnTo>
                <a:lnTo>
                  <a:pt x="79304" y="90365"/>
                </a:lnTo>
                <a:lnTo>
                  <a:pt x="79569" y="89977"/>
                </a:lnTo>
                <a:lnTo>
                  <a:pt x="79819" y="89570"/>
                </a:lnTo>
                <a:lnTo>
                  <a:pt x="80056" y="89144"/>
                </a:lnTo>
                <a:lnTo>
                  <a:pt x="80279" y="88698"/>
                </a:lnTo>
                <a:lnTo>
                  <a:pt x="80488" y="88233"/>
                </a:lnTo>
                <a:lnTo>
                  <a:pt x="83270" y="88233"/>
                </a:lnTo>
                <a:lnTo>
                  <a:pt x="82839" y="89375"/>
                </a:lnTo>
                <a:lnTo>
                  <a:pt x="82380" y="90471"/>
                </a:lnTo>
                <a:lnTo>
                  <a:pt x="81892" y="91519"/>
                </a:lnTo>
                <a:lnTo>
                  <a:pt x="81376" y="92519"/>
                </a:lnTo>
                <a:lnTo>
                  <a:pt x="80830" y="93473"/>
                </a:lnTo>
                <a:lnTo>
                  <a:pt x="80256" y="94379"/>
                </a:lnTo>
                <a:lnTo>
                  <a:pt x="79653" y="95237"/>
                </a:lnTo>
                <a:lnTo>
                  <a:pt x="79022" y="96048"/>
                </a:lnTo>
                <a:lnTo>
                  <a:pt x="78362" y="96812"/>
                </a:lnTo>
                <a:lnTo>
                  <a:pt x="77673" y="97528"/>
                </a:lnTo>
                <a:lnTo>
                  <a:pt x="76955" y="98197"/>
                </a:lnTo>
                <a:lnTo>
                  <a:pt x="76208" y="98819"/>
                </a:lnTo>
                <a:lnTo>
                  <a:pt x="75445" y="99391"/>
                </a:lnTo>
                <a:lnTo>
                  <a:pt x="74679" y="99914"/>
                </a:lnTo>
                <a:lnTo>
                  <a:pt x="73908" y="100387"/>
                </a:lnTo>
                <a:lnTo>
                  <a:pt x="73133" y="100811"/>
                </a:lnTo>
                <a:lnTo>
                  <a:pt x="72355" y="101184"/>
                </a:lnTo>
                <a:lnTo>
                  <a:pt x="71572" y="101508"/>
                </a:lnTo>
                <a:lnTo>
                  <a:pt x="70785" y="101782"/>
                </a:lnTo>
                <a:lnTo>
                  <a:pt x="69995" y="102006"/>
                </a:lnTo>
                <a:lnTo>
                  <a:pt x="69200" y="102180"/>
                </a:lnTo>
                <a:lnTo>
                  <a:pt x="68402" y="102304"/>
                </a:lnTo>
                <a:lnTo>
                  <a:pt x="67599" y="102379"/>
                </a:lnTo>
                <a:lnTo>
                  <a:pt x="66793" y="102404"/>
                </a:lnTo>
                <a:lnTo>
                  <a:pt x="66247" y="102391"/>
                </a:lnTo>
                <a:lnTo>
                  <a:pt x="65703" y="102353"/>
                </a:lnTo>
                <a:lnTo>
                  <a:pt x="65161" y="102290"/>
                </a:lnTo>
                <a:lnTo>
                  <a:pt x="64621" y="102202"/>
                </a:lnTo>
                <a:lnTo>
                  <a:pt x="64083" y="102088"/>
                </a:lnTo>
                <a:lnTo>
                  <a:pt x="63547" y="101949"/>
                </a:lnTo>
                <a:lnTo>
                  <a:pt x="63013" y="101785"/>
                </a:lnTo>
                <a:lnTo>
                  <a:pt x="62481" y="101596"/>
                </a:lnTo>
                <a:lnTo>
                  <a:pt x="61951" y="101381"/>
                </a:lnTo>
                <a:lnTo>
                  <a:pt x="61423" y="101141"/>
                </a:lnTo>
                <a:lnTo>
                  <a:pt x="60897" y="100876"/>
                </a:lnTo>
                <a:lnTo>
                  <a:pt x="60373" y="100586"/>
                </a:lnTo>
                <a:lnTo>
                  <a:pt x="59861" y="100272"/>
                </a:lnTo>
                <a:lnTo>
                  <a:pt x="59373" y="99936"/>
                </a:lnTo>
                <a:lnTo>
                  <a:pt x="58906" y="99579"/>
                </a:lnTo>
                <a:lnTo>
                  <a:pt x="58463" y="99200"/>
                </a:lnTo>
                <a:lnTo>
                  <a:pt x="58043" y="98799"/>
                </a:lnTo>
                <a:lnTo>
                  <a:pt x="57645" y="98376"/>
                </a:lnTo>
                <a:lnTo>
                  <a:pt x="57270" y="97932"/>
                </a:lnTo>
                <a:lnTo>
                  <a:pt x="56918" y="97465"/>
                </a:lnTo>
                <a:lnTo>
                  <a:pt x="56588" y="96977"/>
                </a:lnTo>
                <a:lnTo>
                  <a:pt x="56282" y="96468"/>
                </a:lnTo>
                <a:lnTo>
                  <a:pt x="55998" y="95936"/>
                </a:lnTo>
                <a:lnTo>
                  <a:pt x="55737" y="95383"/>
                </a:lnTo>
                <a:lnTo>
                  <a:pt x="55497" y="94793"/>
                </a:lnTo>
                <a:lnTo>
                  <a:pt x="55279" y="94152"/>
                </a:lnTo>
                <a:lnTo>
                  <a:pt x="55081" y="93460"/>
                </a:lnTo>
                <a:lnTo>
                  <a:pt x="54905" y="92717"/>
                </a:lnTo>
                <a:lnTo>
                  <a:pt x="54748" y="91923"/>
                </a:lnTo>
                <a:lnTo>
                  <a:pt x="54613" y="91078"/>
                </a:lnTo>
                <a:lnTo>
                  <a:pt x="54499" y="90182"/>
                </a:lnTo>
                <a:lnTo>
                  <a:pt x="54405" y="89235"/>
                </a:lnTo>
                <a:lnTo>
                  <a:pt x="54332" y="88237"/>
                </a:lnTo>
                <a:lnTo>
                  <a:pt x="54280" y="87188"/>
                </a:lnTo>
                <a:lnTo>
                  <a:pt x="54249" y="86088"/>
                </a:lnTo>
                <a:lnTo>
                  <a:pt x="54239" y="84937"/>
                </a:lnTo>
                <a:lnTo>
                  <a:pt x="54239" y="41019"/>
                </a:lnTo>
                <a:lnTo>
                  <a:pt x="43896" y="41019"/>
                </a:lnTo>
                <a:lnTo>
                  <a:pt x="43896" y="38669"/>
                </a:lnTo>
                <a:lnTo>
                  <a:pt x="44551" y="38392"/>
                </a:lnTo>
                <a:lnTo>
                  <a:pt x="45209" y="38084"/>
                </a:lnTo>
                <a:lnTo>
                  <a:pt x="45869" y="37747"/>
                </a:lnTo>
                <a:lnTo>
                  <a:pt x="46531" y="37379"/>
                </a:lnTo>
                <a:lnTo>
                  <a:pt x="47196" y="36981"/>
                </a:lnTo>
                <a:lnTo>
                  <a:pt x="47864" y="36553"/>
                </a:lnTo>
                <a:lnTo>
                  <a:pt x="48534" y="36094"/>
                </a:lnTo>
                <a:lnTo>
                  <a:pt x="49206" y="35605"/>
                </a:lnTo>
                <a:lnTo>
                  <a:pt x="49881" y="35086"/>
                </a:lnTo>
                <a:lnTo>
                  <a:pt x="50558" y="34537"/>
                </a:lnTo>
                <a:lnTo>
                  <a:pt x="51238" y="33957"/>
                </a:lnTo>
                <a:lnTo>
                  <a:pt x="51921" y="33348"/>
                </a:lnTo>
                <a:lnTo>
                  <a:pt x="52598" y="32713"/>
                </a:lnTo>
                <a:lnTo>
                  <a:pt x="53263" y="32059"/>
                </a:lnTo>
                <a:lnTo>
                  <a:pt x="53916" y="31386"/>
                </a:lnTo>
                <a:lnTo>
                  <a:pt x="54556" y="30693"/>
                </a:lnTo>
                <a:lnTo>
                  <a:pt x="55184" y="29981"/>
                </a:lnTo>
                <a:lnTo>
                  <a:pt x="55799" y="29250"/>
                </a:lnTo>
                <a:lnTo>
                  <a:pt x="56402" y="28499"/>
                </a:lnTo>
                <a:lnTo>
                  <a:pt x="56993" y="27729"/>
                </a:lnTo>
                <a:lnTo>
                  <a:pt x="57571" y="26939"/>
                </a:lnTo>
                <a:lnTo>
                  <a:pt x="58137" y="26131"/>
                </a:lnTo>
                <a:lnTo>
                  <a:pt x="58691" y="25302"/>
                </a:lnTo>
                <a:lnTo>
                  <a:pt x="59232" y="24455"/>
                </a:lnTo>
                <a:lnTo>
                  <a:pt x="59514" y="23972"/>
                </a:lnTo>
                <a:lnTo>
                  <a:pt x="59814" y="23426"/>
                </a:lnTo>
                <a:lnTo>
                  <a:pt x="60132" y="22817"/>
                </a:lnTo>
                <a:lnTo>
                  <a:pt x="60468" y="22146"/>
                </a:lnTo>
                <a:lnTo>
                  <a:pt x="60822" y="21413"/>
                </a:lnTo>
                <a:lnTo>
                  <a:pt x="61193" y="20617"/>
                </a:lnTo>
                <a:lnTo>
                  <a:pt x="61583" y="19758"/>
                </a:lnTo>
                <a:lnTo>
                  <a:pt x="61990" y="18837"/>
                </a:lnTo>
                <a:lnTo>
                  <a:pt x="62415" y="17853"/>
                </a:lnTo>
                <a:lnTo>
                  <a:pt x="62858" y="16807"/>
                </a:lnTo>
                <a:lnTo>
                  <a:pt x="63318" y="15699"/>
                </a:lnTo>
                <a:lnTo>
                  <a:pt x="63797" y="14527"/>
                </a:lnTo>
                <a:lnTo>
                  <a:pt x="66008" y="14527"/>
                </a:lnTo>
                <a:close/>
                <a:moveTo>
                  <a:pt x="119163" y="34182"/>
                </a:moveTo>
                <a:lnTo>
                  <a:pt x="121595" y="34260"/>
                </a:lnTo>
                <a:lnTo>
                  <a:pt x="123946" y="34494"/>
                </a:lnTo>
                <a:lnTo>
                  <a:pt x="126216" y="34885"/>
                </a:lnTo>
                <a:lnTo>
                  <a:pt x="128404" y="35431"/>
                </a:lnTo>
                <a:lnTo>
                  <a:pt x="130511" y="36134"/>
                </a:lnTo>
                <a:lnTo>
                  <a:pt x="132537" y="36992"/>
                </a:lnTo>
                <a:lnTo>
                  <a:pt x="134482" y="38007"/>
                </a:lnTo>
                <a:lnTo>
                  <a:pt x="136346" y="39178"/>
                </a:lnTo>
                <a:lnTo>
                  <a:pt x="138128" y="40505"/>
                </a:lnTo>
                <a:lnTo>
                  <a:pt x="139829" y="41988"/>
                </a:lnTo>
                <a:lnTo>
                  <a:pt x="141449" y="43627"/>
                </a:lnTo>
                <a:lnTo>
                  <a:pt x="142987" y="45423"/>
                </a:lnTo>
                <a:lnTo>
                  <a:pt x="144206" y="47043"/>
                </a:lnTo>
                <a:lnTo>
                  <a:pt x="145319" y="48703"/>
                </a:lnTo>
                <a:lnTo>
                  <a:pt x="146326" y="50402"/>
                </a:lnTo>
                <a:lnTo>
                  <a:pt x="147227" y="52141"/>
                </a:lnTo>
                <a:lnTo>
                  <a:pt x="148022" y="53919"/>
                </a:lnTo>
                <a:lnTo>
                  <a:pt x="148711" y="55737"/>
                </a:lnTo>
                <a:lnTo>
                  <a:pt x="149294" y="57595"/>
                </a:lnTo>
                <a:lnTo>
                  <a:pt x="149771" y="59492"/>
                </a:lnTo>
                <a:lnTo>
                  <a:pt x="150142" y="61429"/>
                </a:lnTo>
                <a:lnTo>
                  <a:pt x="150407" y="63405"/>
                </a:lnTo>
                <a:lnTo>
                  <a:pt x="150566" y="65421"/>
                </a:lnTo>
                <a:lnTo>
                  <a:pt x="150619" y="67476"/>
                </a:lnTo>
                <a:lnTo>
                  <a:pt x="150590" y="68936"/>
                </a:lnTo>
                <a:lnTo>
                  <a:pt x="150503" y="70399"/>
                </a:lnTo>
                <a:lnTo>
                  <a:pt x="150356" y="71865"/>
                </a:lnTo>
                <a:lnTo>
                  <a:pt x="150152" y="73334"/>
                </a:lnTo>
                <a:lnTo>
                  <a:pt x="149889" y="74805"/>
                </a:lnTo>
                <a:lnTo>
                  <a:pt x="149567" y="76280"/>
                </a:lnTo>
                <a:lnTo>
                  <a:pt x="149187" y="77758"/>
                </a:lnTo>
                <a:lnTo>
                  <a:pt x="148749" y="79238"/>
                </a:lnTo>
                <a:lnTo>
                  <a:pt x="148252" y="80722"/>
                </a:lnTo>
                <a:lnTo>
                  <a:pt x="147697" y="82208"/>
                </a:lnTo>
                <a:lnTo>
                  <a:pt x="147083" y="83698"/>
                </a:lnTo>
                <a:lnTo>
                  <a:pt x="146411" y="85191"/>
                </a:lnTo>
                <a:lnTo>
                  <a:pt x="145688" y="86654"/>
                </a:lnTo>
                <a:lnTo>
                  <a:pt x="144920" y="88055"/>
                </a:lnTo>
                <a:lnTo>
                  <a:pt x="144108" y="89396"/>
                </a:lnTo>
                <a:lnTo>
                  <a:pt x="143253" y="90675"/>
                </a:lnTo>
                <a:lnTo>
                  <a:pt x="142353" y="91893"/>
                </a:lnTo>
                <a:lnTo>
                  <a:pt x="141409" y="93050"/>
                </a:lnTo>
                <a:lnTo>
                  <a:pt x="140421" y="94146"/>
                </a:lnTo>
                <a:lnTo>
                  <a:pt x="139389" y="95180"/>
                </a:lnTo>
                <a:lnTo>
                  <a:pt x="138313" y="96153"/>
                </a:lnTo>
                <a:lnTo>
                  <a:pt x="137193" y="97065"/>
                </a:lnTo>
                <a:lnTo>
                  <a:pt x="136028" y="97916"/>
                </a:lnTo>
                <a:lnTo>
                  <a:pt x="134820" y="98705"/>
                </a:lnTo>
                <a:lnTo>
                  <a:pt x="133578" y="99433"/>
                </a:lnTo>
                <a:lnTo>
                  <a:pt x="132313" y="100097"/>
                </a:lnTo>
                <a:lnTo>
                  <a:pt x="131024" y="100697"/>
                </a:lnTo>
                <a:lnTo>
                  <a:pt x="129712" y="101235"/>
                </a:lnTo>
                <a:lnTo>
                  <a:pt x="128377" y="101709"/>
                </a:lnTo>
                <a:lnTo>
                  <a:pt x="127018" y="102120"/>
                </a:lnTo>
                <a:lnTo>
                  <a:pt x="125637" y="102468"/>
                </a:lnTo>
                <a:lnTo>
                  <a:pt x="124232" y="102753"/>
                </a:lnTo>
                <a:lnTo>
                  <a:pt x="122803" y="102974"/>
                </a:lnTo>
                <a:lnTo>
                  <a:pt x="121352" y="103132"/>
                </a:lnTo>
                <a:lnTo>
                  <a:pt x="119877" y="103227"/>
                </a:lnTo>
                <a:lnTo>
                  <a:pt x="118379" y="103259"/>
                </a:lnTo>
                <a:lnTo>
                  <a:pt x="115960" y="103177"/>
                </a:lnTo>
                <a:lnTo>
                  <a:pt x="113625" y="102932"/>
                </a:lnTo>
                <a:lnTo>
                  <a:pt x="111375" y="102525"/>
                </a:lnTo>
                <a:lnTo>
                  <a:pt x="109209" y="101954"/>
                </a:lnTo>
                <a:lnTo>
                  <a:pt x="107127" y="101221"/>
                </a:lnTo>
                <a:lnTo>
                  <a:pt x="105129" y="100324"/>
                </a:lnTo>
                <a:lnTo>
                  <a:pt x="103216" y="99264"/>
                </a:lnTo>
                <a:lnTo>
                  <a:pt x="101386" y="98041"/>
                </a:lnTo>
                <a:lnTo>
                  <a:pt x="99641" y="96655"/>
                </a:lnTo>
                <a:lnTo>
                  <a:pt x="97980" y="95106"/>
                </a:lnTo>
                <a:lnTo>
                  <a:pt x="96404" y="93395"/>
                </a:lnTo>
                <a:lnTo>
                  <a:pt x="94911" y="91520"/>
                </a:lnTo>
                <a:lnTo>
                  <a:pt x="93738" y="89855"/>
                </a:lnTo>
                <a:lnTo>
                  <a:pt x="92666" y="88157"/>
                </a:lnTo>
                <a:lnTo>
                  <a:pt x="91697" y="86425"/>
                </a:lnTo>
                <a:lnTo>
                  <a:pt x="90829" y="84659"/>
                </a:lnTo>
                <a:lnTo>
                  <a:pt x="90064" y="82860"/>
                </a:lnTo>
                <a:lnTo>
                  <a:pt x="89401" y="81027"/>
                </a:lnTo>
                <a:lnTo>
                  <a:pt x="88840" y="79161"/>
                </a:lnTo>
                <a:lnTo>
                  <a:pt x="88380" y="77261"/>
                </a:lnTo>
                <a:lnTo>
                  <a:pt x="88023" y="75328"/>
                </a:lnTo>
                <a:lnTo>
                  <a:pt x="87768" y="73361"/>
                </a:lnTo>
                <a:lnTo>
                  <a:pt x="87615" y="71360"/>
                </a:lnTo>
                <a:lnTo>
                  <a:pt x="87564" y="69326"/>
                </a:lnTo>
                <a:lnTo>
                  <a:pt x="87595" y="67832"/>
                </a:lnTo>
                <a:lnTo>
                  <a:pt x="87688" y="66341"/>
                </a:lnTo>
                <a:lnTo>
                  <a:pt x="87843" y="64850"/>
                </a:lnTo>
                <a:lnTo>
                  <a:pt x="88060" y="63362"/>
                </a:lnTo>
                <a:lnTo>
                  <a:pt x="88338" y="61874"/>
                </a:lnTo>
                <a:lnTo>
                  <a:pt x="88679" y="60388"/>
                </a:lnTo>
                <a:lnTo>
                  <a:pt x="89081" y="58904"/>
                </a:lnTo>
                <a:lnTo>
                  <a:pt x="89546" y="57421"/>
                </a:lnTo>
                <a:lnTo>
                  <a:pt x="90072" y="55940"/>
                </a:lnTo>
                <a:lnTo>
                  <a:pt x="90660" y="54460"/>
                </a:lnTo>
                <a:lnTo>
                  <a:pt x="91310" y="52982"/>
                </a:lnTo>
                <a:lnTo>
                  <a:pt x="92022" y="51505"/>
                </a:lnTo>
                <a:lnTo>
                  <a:pt x="92785" y="50061"/>
                </a:lnTo>
                <a:lnTo>
                  <a:pt x="93587" y="48681"/>
                </a:lnTo>
                <a:lnTo>
                  <a:pt x="94427" y="47365"/>
                </a:lnTo>
                <a:lnTo>
                  <a:pt x="95307" y="46114"/>
                </a:lnTo>
                <a:lnTo>
                  <a:pt x="96226" y="44927"/>
                </a:lnTo>
                <a:lnTo>
                  <a:pt x="97185" y="43804"/>
                </a:lnTo>
                <a:lnTo>
                  <a:pt x="98182" y="42745"/>
                </a:lnTo>
                <a:lnTo>
                  <a:pt x="99219" y="41750"/>
                </a:lnTo>
                <a:lnTo>
                  <a:pt x="100294" y="40820"/>
                </a:lnTo>
                <a:lnTo>
                  <a:pt x="101409" y="39954"/>
                </a:lnTo>
                <a:lnTo>
                  <a:pt x="102563" y="39152"/>
                </a:lnTo>
                <a:lnTo>
                  <a:pt x="103756" y="38415"/>
                </a:lnTo>
                <a:lnTo>
                  <a:pt x="104975" y="37739"/>
                </a:lnTo>
                <a:lnTo>
                  <a:pt x="106205" y="37122"/>
                </a:lnTo>
                <a:lnTo>
                  <a:pt x="107447" y="36563"/>
                </a:lnTo>
                <a:lnTo>
                  <a:pt x="108701" y="36063"/>
                </a:lnTo>
                <a:lnTo>
                  <a:pt x="109968" y="35622"/>
                </a:lnTo>
                <a:lnTo>
                  <a:pt x="111246" y="35240"/>
                </a:lnTo>
                <a:lnTo>
                  <a:pt x="112535" y="34917"/>
                </a:lnTo>
                <a:lnTo>
                  <a:pt x="113837" y="34652"/>
                </a:lnTo>
                <a:lnTo>
                  <a:pt x="115151" y="34447"/>
                </a:lnTo>
                <a:lnTo>
                  <a:pt x="116476" y="34300"/>
                </a:lnTo>
                <a:lnTo>
                  <a:pt x="117814" y="34212"/>
                </a:lnTo>
                <a:lnTo>
                  <a:pt x="119163" y="34182"/>
                </a:lnTo>
                <a:moveTo>
                  <a:pt x="116952" y="38882"/>
                </a:moveTo>
                <a:lnTo>
                  <a:pt x="116322" y="38898"/>
                </a:lnTo>
                <a:lnTo>
                  <a:pt x="115691" y="38944"/>
                </a:lnTo>
                <a:lnTo>
                  <a:pt x="115059" y="39022"/>
                </a:lnTo>
                <a:lnTo>
                  <a:pt x="114428" y="39131"/>
                </a:lnTo>
                <a:lnTo>
                  <a:pt x="113795" y="39271"/>
                </a:lnTo>
                <a:lnTo>
                  <a:pt x="113163" y="39442"/>
                </a:lnTo>
                <a:lnTo>
                  <a:pt x="112529" y="39645"/>
                </a:lnTo>
                <a:lnTo>
                  <a:pt x="111895" y="39878"/>
                </a:lnTo>
                <a:lnTo>
                  <a:pt x="111261" y="40143"/>
                </a:lnTo>
                <a:lnTo>
                  <a:pt x="110626" y="40438"/>
                </a:lnTo>
                <a:lnTo>
                  <a:pt x="109991" y="40765"/>
                </a:lnTo>
                <a:lnTo>
                  <a:pt x="109355" y="41123"/>
                </a:lnTo>
                <a:lnTo>
                  <a:pt x="108729" y="41520"/>
                </a:lnTo>
                <a:lnTo>
                  <a:pt x="108124" y="41964"/>
                </a:lnTo>
                <a:lnTo>
                  <a:pt x="107539" y="42455"/>
                </a:lnTo>
                <a:lnTo>
                  <a:pt x="106974" y="42992"/>
                </a:lnTo>
                <a:lnTo>
                  <a:pt x="106429" y="43577"/>
                </a:lnTo>
                <a:lnTo>
                  <a:pt x="105905" y="44209"/>
                </a:lnTo>
                <a:lnTo>
                  <a:pt x="105401" y="44887"/>
                </a:lnTo>
                <a:lnTo>
                  <a:pt x="104917" y="45613"/>
                </a:lnTo>
                <a:lnTo>
                  <a:pt x="104454" y="46385"/>
                </a:lnTo>
                <a:lnTo>
                  <a:pt x="104011" y="47204"/>
                </a:lnTo>
                <a:lnTo>
                  <a:pt x="103588" y="48070"/>
                </a:lnTo>
                <a:lnTo>
                  <a:pt x="103185" y="48983"/>
                </a:lnTo>
                <a:lnTo>
                  <a:pt x="102809" y="49942"/>
                </a:lnTo>
                <a:lnTo>
                  <a:pt x="102466" y="50945"/>
                </a:lnTo>
                <a:lnTo>
                  <a:pt x="102156" y="51993"/>
                </a:lnTo>
                <a:lnTo>
                  <a:pt x="101878" y="53085"/>
                </a:lnTo>
                <a:lnTo>
                  <a:pt x="101632" y="54221"/>
                </a:lnTo>
                <a:lnTo>
                  <a:pt x="101420" y="55402"/>
                </a:lnTo>
                <a:lnTo>
                  <a:pt x="101240" y="56628"/>
                </a:lnTo>
                <a:lnTo>
                  <a:pt x="101093" y="57898"/>
                </a:lnTo>
                <a:lnTo>
                  <a:pt x="100979" y="59212"/>
                </a:lnTo>
                <a:lnTo>
                  <a:pt x="100897" y="60571"/>
                </a:lnTo>
                <a:lnTo>
                  <a:pt x="100848" y="61974"/>
                </a:lnTo>
                <a:lnTo>
                  <a:pt x="100831" y="63422"/>
                </a:lnTo>
                <a:lnTo>
                  <a:pt x="100871" y="65765"/>
                </a:lnTo>
                <a:lnTo>
                  <a:pt x="100989" y="68055"/>
                </a:lnTo>
                <a:lnTo>
                  <a:pt x="101186" y="70290"/>
                </a:lnTo>
                <a:lnTo>
                  <a:pt x="101462" y="72470"/>
                </a:lnTo>
                <a:lnTo>
                  <a:pt x="101816" y="74597"/>
                </a:lnTo>
                <a:lnTo>
                  <a:pt x="102249" y="76669"/>
                </a:lnTo>
                <a:lnTo>
                  <a:pt x="102761" y="78687"/>
                </a:lnTo>
                <a:lnTo>
                  <a:pt x="103352" y="80650"/>
                </a:lnTo>
                <a:lnTo>
                  <a:pt x="104021" y="82559"/>
                </a:lnTo>
                <a:lnTo>
                  <a:pt x="104769" y="84414"/>
                </a:lnTo>
                <a:lnTo>
                  <a:pt x="105596" y="86215"/>
                </a:lnTo>
                <a:lnTo>
                  <a:pt x="106502" y="87961"/>
                </a:lnTo>
                <a:lnTo>
                  <a:pt x="107472" y="89608"/>
                </a:lnTo>
                <a:lnTo>
                  <a:pt x="108492" y="91112"/>
                </a:lnTo>
                <a:lnTo>
                  <a:pt x="109563" y="92473"/>
                </a:lnTo>
                <a:lnTo>
                  <a:pt x="110683" y="93690"/>
                </a:lnTo>
                <a:lnTo>
                  <a:pt x="111853" y="94765"/>
                </a:lnTo>
                <a:lnTo>
                  <a:pt x="113073" y="95696"/>
                </a:lnTo>
                <a:lnTo>
                  <a:pt x="114344" y="96483"/>
                </a:lnTo>
                <a:lnTo>
                  <a:pt x="115664" y="97128"/>
                </a:lnTo>
                <a:lnTo>
                  <a:pt x="117034" y="97629"/>
                </a:lnTo>
                <a:lnTo>
                  <a:pt x="118455" y="97987"/>
                </a:lnTo>
                <a:lnTo>
                  <a:pt x="119925" y="98202"/>
                </a:lnTo>
                <a:lnTo>
                  <a:pt x="121446" y="98274"/>
                </a:lnTo>
                <a:lnTo>
                  <a:pt x="122582" y="98234"/>
                </a:lnTo>
                <a:lnTo>
                  <a:pt x="123685" y="98116"/>
                </a:lnTo>
                <a:lnTo>
                  <a:pt x="124754" y="97918"/>
                </a:lnTo>
                <a:lnTo>
                  <a:pt x="125789" y="97641"/>
                </a:lnTo>
                <a:lnTo>
                  <a:pt x="126790" y="97286"/>
                </a:lnTo>
                <a:lnTo>
                  <a:pt x="127758" y="96851"/>
                </a:lnTo>
                <a:lnTo>
                  <a:pt x="128693" y="96337"/>
                </a:lnTo>
                <a:lnTo>
                  <a:pt x="129593" y="95745"/>
                </a:lnTo>
                <a:lnTo>
                  <a:pt x="130460" y="95073"/>
                </a:lnTo>
                <a:lnTo>
                  <a:pt x="131293" y="94322"/>
                </a:lnTo>
                <a:lnTo>
                  <a:pt x="132093" y="93492"/>
                </a:lnTo>
                <a:lnTo>
                  <a:pt x="132858" y="92583"/>
                </a:lnTo>
                <a:lnTo>
                  <a:pt x="133576" y="91578"/>
                </a:lnTo>
                <a:lnTo>
                  <a:pt x="134232" y="90459"/>
                </a:lnTo>
                <a:lnTo>
                  <a:pt x="134824" y="89227"/>
                </a:lnTo>
                <a:lnTo>
                  <a:pt x="135355" y="87881"/>
                </a:lnTo>
                <a:lnTo>
                  <a:pt x="135823" y="86421"/>
                </a:lnTo>
                <a:lnTo>
                  <a:pt x="136229" y="84848"/>
                </a:lnTo>
                <a:lnTo>
                  <a:pt x="136572" y="83162"/>
                </a:lnTo>
                <a:lnTo>
                  <a:pt x="136853" y="81361"/>
                </a:lnTo>
                <a:lnTo>
                  <a:pt x="137071" y="79447"/>
                </a:lnTo>
                <a:lnTo>
                  <a:pt x="137227" y="77420"/>
                </a:lnTo>
                <a:lnTo>
                  <a:pt x="137321" y="75279"/>
                </a:lnTo>
                <a:lnTo>
                  <a:pt x="137352" y="73024"/>
                </a:lnTo>
                <a:lnTo>
                  <a:pt x="137300" y="70183"/>
                </a:lnTo>
                <a:lnTo>
                  <a:pt x="137144" y="67444"/>
                </a:lnTo>
                <a:lnTo>
                  <a:pt x="136884" y="64809"/>
                </a:lnTo>
                <a:lnTo>
                  <a:pt x="136520" y="62276"/>
                </a:lnTo>
                <a:lnTo>
                  <a:pt x="136052" y="59845"/>
                </a:lnTo>
                <a:lnTo>
                  <a:pt x="135480" y="57518"/>
                </a:lnTo>
                <a:lnTo>
                  <a:pt x="134804" y="55293"/>
                </a:lnTo>
                <a:lnTo>
                  <a:pt x="134023" y="53171"/>
                </a:lnTo>
                <a:lnTo>
                  <a:pt x="133139" y="51151"/>
                </a:lnTo>
                <a:lnTo>
                  <a:pt x="132151" y="49235"/>
                </a:lnTo>
                <a:lnTo>
                  <a:pt x="131059" y="47421"/>
                </a:lnTo>
                <a:lnTo>
                  <a:pt x="129863" y="45710"/>
                </a:lnTo>
                <a:lnTo>
                  <a:pt x="128999" y="44619"/>
                </a:lnTo>
                <a:lnTo>
                  <a:pt x="128097" y="43624"/>
                </a:lnTo>
                <a:lnTo>
                  <a:pt x="127157" y="42723"/>
                </a:lnTo>
                <a:lnTo>
                  <a:pt x="126177" y="41917"/>
                </a:lnTo>
                <a:lnTo>
                  <a:pt x="125159" y="41205"/>
                </a:lnTo>
                <a:lnTo>
                  <a:pt x="124103" y="40589"/>
                </a:lnTo>
                <a:lnTo>
                  <a:pt x="123008" y="40068"/>
                </a:lnTo>
                <a:lnTo>
                  <a:pt x="121874" y="39641"/>
                </a:lnTo>
                <a:lnTo>
                  <a:pt x="120701" y="39309"/>
                </a:lnTo>
                <a:lnTo>
                  <a:pt x="119490" y="39072"/>
                </a:lnTo>
                <a:lnTo>
                  <a:pt x="118240" y="38930"/>
                </a:lnTo>
                <a:lnTo>
                  <a:pt x="116952" y="38882"/>
                </a:lnTo>
                <a:close/>
                <a:moveTo>
                  <a:pt x="202476" y="34182"/>
                </a:moveTo>
                <a:lnTo>
                  <a:pt x="202476" y="56258"/>
                </a:lnTo>
                <a:lnTo>
                  <a:pt x="200122" y="56258"/>
                </a:lnTo>
                <a:lnTo>
                  <a:pt x="199660" y="54573"/>
                </a:lnTo>
                <a:lnTo>
                  <a:pt x="199176" y="52981"/>
                </a:lnTo>
                <a:lnTo>
                  <a:pt x="198671" y="51480"/>
                </a:lnTo>
                <a:lnTo>
                  <a:pt x="198145" y="50072"/>
                </a:lnTo>
                <a:lnTo>
                  <a:pt x="197597" y="48756"/>
                </a:lnTo>
                <a:lnTo>
                  <a:pt x="197028" y="47533"/>
                </a:lnTo>
                <a:lnTo>
                  <a:pt x="196438" y="46402"/>
                </a:lnTo>
                <a:lnTo>
                  <a:pt x="195827" y="45363"/>
                </a:lnTo>
                <a:lnTo>
                  <a:pt x="195194" y="44416"/>
                </a:lnTo>
                <a:lnTo>
                  <a:pt x="194540" y="43561"/>
                </a:lnTo>
                <a:lnTo>
                  <a:pt x="193864" y="42799"/>
                </a:lnTo>
                <a:lnTo>
                  <a:pt x="193168" y="42129"/>
                </a:lnTo>
                <a:lnTo>
                  <a:pt x="192444" y="41531"/>
                </a:lnTo>
                <a:lnTo>
                  <a:pt x="191688" y="40985"/>
                </a:lnTo>
                <a:lnTo>
                  <a:pt x="190901" y="40490"/>
                </a:lnTo>
                <a:lnTo>
                  <a:pt x="190081" y="40048"/>
                </a:lnTo>
                <a:lnTo>
                  <a:pt x="189228" y="39658"/>
                </a:lnTo>
                <a:lnTo>
                  <a:pt x="188344" y="39320"/>
                </a:lnTo>
                <a:lnTo>
                  <a:pt x="187427" y="39034"/>
                </a:lnTo>
                <a:lnTo>
                  <a:pt x="186478" y="38800"/>
                </a:lnTo>
                <a:lnTo>
                  <a:pt x="185497" y="38618"/>
                </a:lnTo>
                <a:lnTo>
                  <a:pt x="184484" y="38488"/>
                </a:lnTo>
                <a:lnTo>
                  <a:pt x="183439" y="38410"/>
                </a:lnTo>
                <a:lnTo>
                  <a:pt x="182361" y="38384"/>
                </a:lnTo>
                <a:lnTo>
                  <a:pt x="181542" y="38402"/>
                </a:lnTo>
                <a:lnTo>
                  <a:pt x="180750" y="38457"/>
                </a:lnTo>
                <a:lnTo>
                  <a:pt x="179985" y="38548"/>
                </a:lnTo>
                <a:lnTo>
                  <a:pt x="179246" y="38676"/>
                </a:lnTo>
                <a:lnTo>
                  <a:pt x="178535" y="38841"/>
                </a:lnTo>
                <a:lnTo>
                  <a:pt x="177850" y="39042"/>
                </a:lnTo>
                <a:lnTo>
                  <a:pt x="177191" y="39280"/>
                </a:lnTo>
                <a:lnTo>
                  <a:pt x="176560" y="39554"/>
                </a:lnTo>
                <a:lnTo>
                  <a:pt x="175955" y="39865"/>
                </a:lnTo>
                <a:lnTo>
                  <a:pt x="175377" y="40212"/>
                </a:lnTo>
                <a:lnTo>
                  <a:pt x="174825" y="40596"/>
                </a:lnTo>
                <a:lnTo>
                  <a:pt x="174301" y="41016"/>
                </a:lnTo>
                <a:lnTo>
                  <a:pt x="173811" y="41459"/>
                </a:lnTo>
                <a:lnTo>
                  <a:pt x="173364" y="41909"/>
                </a:lnTo>
                <a:lnTo>
                  <a:pt x="172959" y="42367"/>
                </a:lnTo>
                <a:lnTo>
                  <a:pt x="172597" y="42833"/>
                </a:lnTo>
                <a:lnTo>
                  <a:pt x="172277" y="43308"/>
                </a:lnTo>
                <a:lnTo>
                  <a:pt x="172000" y="43790"/>
                </a:lnTo>
                <a:lnTo>
                  <a:pt x="171766" y="44280"/>
                </a:lnTo>
                <a:lnTo>
                  <a:pt x="171574" y="44778"/>
                </a:lnTo>
                <a:lnTo>
                  <a:pt x="171425" y="45284"/>
                </a:lnTo>
                <a:lnTo>
                  <a:pt x="171319" y="45798"/>
                </a:lnTo>
                <a:lnTo>
                  <a:pt x="171255" y="46319"/>
                </a:lnTo>
                <a:lnTo>
                  <a:pt x="171234" y="46849"/>
                </a:lnTo>
                <a:lnTo>
                  <a:pt x="171250" y="47505"/>
                </a:lnTo>
                <a:lnTo>
                  <a:pt x="171297" y="48145"/>
                </a:lnTo>
                <a:lnTo>
                  <a:pt x="171376" y="48770"/>
                </a:lnTo>
                <a:lnTo>
                  <a:pt x="171487" y="49378"/>
                </a:lnTo>
                <a:lnTo>
                  <a:pt x="171630" y="49971"/>
                </a:lnTo>
                <a:lnTo>
                  <a:pt x="171804" y="50548"/>
                </a:lnTo>
                <a:lnTo>
                  <a:pt x="172010" y="51109"/>
                </a:lnTo>
                <a:lnTo>
                  <a:pt x="172248" y="51654"/>
                </a:lnTo>
                <a:lnTo>
                  <a:pt x="172518" y="52183"/>
                </a:lnTo>
                <a:lnTo>
                  <a:pt x="172819" y="52697"/>
                </a:lnTo>
                <a:lnTo>
                  <a:pt x="173152" y="53195"/>
                </a:lnTo>
                <a:lnTo>
                  <a:pt x="173516" y="53677"/>
                </a:lnTo>
                <a:lnTo>
                  <a:pt x="173916" y="54165"/>
                </a:lnTo>
                <a:lnTo>
                  <a:pt x="174380" y="54659"/>
                </a:lnTo>
                <a:lnTo>
                  <a:pt x="174907" y="55157"/>
                </a:lnTo>
                <a:lnTo>
                  <a:pt x="175498" y="55661"/>
                </a:lnTo>
                <a:lnTo>
                  <a:pt x="176151" y="56169"/>
                </a:lnTo>
                <a:lnTo>
                  <a:pt x="176869" y="56683"/>
                </a:lnTo>
                <a:lnTo>
                  <a:pt x="177649" y="57201"/>
                </a:lnTo>
                <a:lnTo>
                  <a:pt x="178493" y="57724"/>
                </a:lnTo>
                <a:lnTo>
                  <a:pt x="179401" y="58252"/>
                </a:lnTo>
                <a:lnTo>
                  <a:pt x="180372" y="58785"/>
                </a:lnTo>
                <a:lnTo>
                  <a:pt x="181406" y="59323"/>
                </a:lnTo>
                <a:lnTo>
                  <a:pt x="182504" y="59865"/>
                </a:lnTo>
                <a:lnTo>
                  <a:pt x="192918" y="64917"/>
                </a:lnTo>
                <a:lnTo>
                  <a:pt x="195231" y="66122"/>
                </a:lnTo>
                <a:lnTo>
                  <a:pt x="197342" y="67389"/>
                </a:lnTo>
                <a:lnTo>
                  <a:pt x="199253" y="68718"/>
                </a:lnTo>
                <a:lnTo>
                  <a:pt x="200962" y="70109"/>
                </a:lnTo>
                <a:lnTo>
                  <a:pt x="202471" y="71563"/>
                </a:lnTo>
                <a:lnTo>
                  <a:pt x="203778" y="73079"/>
                </a:lnTo>
                <a:lnTo>
                  <a:pt x="204884" y="74658"/>
                </a:lnTo>
                <a:lnTo>
                  <a:pt x="205789" y="76298"/>
                </a:lnTo>
                <a:lnTo>
                  <a:pt x="206493" y="78001"/>
                </a:lnTo>
                <a:lnTo>
                  <a:pt x="206996" y="79766"/>
                </a:lnTo>
                <a:lnTo>
                  <a:pt x="207297" y="81594"/>
                </a:lnTo>
                <a:lnTo>
                  <a:pt x="207398" y="83484"/>
                </a:lnTo>
                <a:lnTo>
                  <a:pt x="207351" y="84941"/>
                </a:lnTo>
                <a:lnTo>
                  <a:pt x="207211" y="86351"/>
                </a:lnTo>
                <a:lnTo>
                  <a:pt x="206976" y="87713"/>
                </a:lnTo>
                <a:lnTo>
                  <a:pt x="206649" y="89028"/>
                </a:lnTo>
                <a:lnTo>
                  <a:pt x="206228" y="90294"/>
                </a:lnTo>
                <a:lnTo>
                  <a:pt x="205713" y="91512"/>
                </a:lnTo>
                <a:lnTo>
                  <a:pt x="205104" y="92683"/>
                </a:lnTo>
                <a:lnTo>
                  <a:pt x="204402" y="93806"/>
                </a:lnTo>
                <a:lnTo>
                  <a:pt x="203606" y="94880"/>
                </a:lnTo>
                <a:lnTo>
                  <a:pt x="202717" y="95907"/>
                </a:lnTo>
                <a:lnTo>
                  <a:pt x="201734" y="96886"/>
                </a:lnTo>
                <a:lnTo>
                  <a:pt x="200657" y="97817"/>
                </a:lnTo>
                <a:lnTo>
                  <a:pt x="199523" y="98686"/>
                </a:lnTo>
                <a:lnTo>
                  <a:pt x="198366" y="99480"/>
                </a:lnTo>
                <a:lnTo>
                  <a:pt x="197186" y="100198"/>
                </a:lnTo>
                <a:lnTo>
                  <a:pt x="195985" y="100840"/>
                </a:lnTo>
                <a:lnTo>
                  <a:pt x="194761" y="101407"/>
                </a:lnTo>
                <a:lnTo>
                  <a:pt x="193515" y="101898"/>
                </a:lnTo>
                <a:lnTo>
                  <a:pt x="192247" y="102314"/>
                </a:lnTo>
                <a:lnTo>
                  <a:pt x="190956" y="102654"/>
                </a:lnTo>
                <a:lnTo>
                  <a:pt x="189643" y="102918"/>
                </a:lnTo>
                <a:lnTo>
                  <a:pt x="188308" y="103107"/>
                </a:lnTo>
                <a:lnTo>
                  <a:pt x="186951" y="103221"/>
                </a:lnTo>
                <a:lnTo>
                  <a:pt x="185571" y="103259"/>
                </a:lnTo>
                <a:lnTo>
                  <a:pt x="184560" y="103244"/>
                </a:lnTo>
                <a:lnTo>
                  <a:pt x="183526" y="103199"/>
                </a:lnTo>
                <a:lnTo>
                  <a:pt x="182468" y="103125"/>
                </a:lnTo>
                <a:lnTo>
                  <a:pt x="181386" y="103021"/>
                </a:lnTo>
                <a:lnTo>
                  <a:pt x="180281" y="102888"/>
                </a:lnTo>
                <a:lnTo>
                  <a:pt x="179151" y="102724"/>
                </a:lnTo>
                <a:lnTo>
                  <a:pt x="177998" y="102532"/>
                </a:lnTo>
                <a:lnTo>
                  <a:pt x="176821" y="102309"/>
                </a:lnTo>
                <a:lnTo>
                  <a:pt x="175620" y="102057"/>
                </a:lnTo>
                <a:lnTo>
                  <a:pt x="174396" y="101775"/>
                </a:lnTo>
                <a:lnTo>
                  <a:pt x="173148" y="101463"/>
                </a:lnTo>
                <a:lnTo>
                  <a:pt x="171876" y="101122"/>
                </a:lnTo>
                <a:lnTo>
                  <a:pt x="171489" y="101008"/>
                </a:lnTo>
                <a:lnTo>
                  <a:pt x="171115" y="100905"/>
                </a:lnTo>
                <a:lnTo>
                  <a:pt x="170752" y="100811"/>
                </a:lnTo>
                <a:lnTo>
                  <a:pt x="170402" y="100727"/>
                </a:lnTo>
                <a:lnTo>
                  <a:pt x="170063" y="100652"/>
                </a:lnTo>
                <a:lnTo>
                  <a:pt x="169736" y="100588"/>
                </a:lnTo>
                <a:lnTo>
                  <a:pt x="169421" y="100534"/>
                </a:lnTo>
                <a:lnTo>
                  <a:pt x="169118" y="100489"/>
                </a:lnTo>
                <a:lnTo>
                  <a:pt x="168826" y="100455"/>
                </a:lnTo>
                <a:lnTo>
                  <a:pt x="168547" y="100430"/>
                </a:lnTo>
                <a:lnTo>
                  <a:pt x="168279" y="100415"/>
                </a:lnTo>
                <a:lnTo>
                  <a:pt x="168024" y="100410"/>
                </a:lnTo>
                <a:lnTo>
                  <a:pt x="167755" y="100423"/>
                </a:lnTo>
                <a:lnTo>
                  <a:pt x="167497" y="100461"/>
                </a:lnTo>
                <a:lnTo>
                  <a:pt x="167248" y="100526"/>
                </a:lnTo>
                <a:lnTo>
                  <a:pt x="167009" y="100616"/>
                </a:lnTo>
                <a:lnTo>
                  <a:pt x="166781" y="100731"/>
                </a:lnTo>
                <a:lnTo>
                  <a:pt x="166562" y="100873"/>
                </a:lnTo>
                <a:lnTo>
                  <a:pt x="166353" y="101040"/>
                </a:lnTo>
                <a:lnTo>
                  <a:pt x="166153" y="101233"/>
                </a:lnTo>
                <a:lnTo>
                  <a:pt x="165964" y="101452"/>
                </a:lnTo>
                <a:lnTo>
                  <a:pt x="165785" y="101696"/>
                </a:lnTo>
                <a:lnTo>
                  <a:pt x="165615" y="101966"/>
                </a:lnTo>
                <a:lnTo>
                  <a:pt x="165456" y="102262"/>
                </a:lnTo>
                <a:lnTo>
                  <a:pt x="163102" y="102262"/>
                </a:lnTo>
                <a:lnTo>
                  <a:pt x="163102" y="78904"/>
                </a:lnTo>
                <a:lnTo>
                  <a:pt x="165456" y="78904"/>
                </a:lnTo>
                <a:lnTo>
                  <a:pt x="165814" y="80537"/>
                </a:lnTo>
                <a:lnTo>
                  <a:pt x="166223" y="82102"/>
                </a:lnTo>
                <a:lnTo>
                  <a:pt x="166682" y="83598"/>
                </a:lnTo>
                <a:lnTo>
                  <a:pt x="167192" y="85026"/>
                </a:lnTo>
                <a:lnTo>
                  <a:pt x="167752" y="86385"/>
                </a:lnTo>
                <a:lnTo>
                  <a:pt x="168363" y="87676"/>
                </a:lnTo>
                <a:lnTo>
                  <a:pt x="169024" y="88899"/>
                </a:lnTo>
                <a:lnTo>
                  <a:pt x="169736" y="90053"/>
                </a:lnTo>
                <a:lnTo>
                  <a:pt x="170498" y="91138"/>
                </a:lnTo>
                <a:lnTo>
                  <a:pt x="171311" y="92155"/>
                </a:lnTo>
                <a:lnTo>
                  <a:pt x="172174" y="93103"/>
                </a:lnTo>
                <a:lnTo>
                  <a:pt x="173088" y="93983"/>
                </a:lnTo>
                <a:lnTo>
                  <a:pt x="174037" y="94793"/>
                </a:lnTo>
                <a:lnTo>
                  <a:pt x="175004" y="95533"/>
                </a:lnTo>
                <a:lnTo>
                  <a:pt x="175990" y="96203"/>
                </a:lnTo>
                <a:lnTo>
                  <a:pt x="176996" y="96802"/>
                </a:lnTo>
                <a:lnTo>
                  <a:pt x="178019" y="97330"/>
                </a:lnTo>
                <a:lnTo>
                  <a:pt x="179062" y="97788"/>
                </a:lnTo>
                <a:lnTo>
                  <a:pt x="180124" y="98176"/>
                </a:lnTo>
                <a:lnTo>
                  <a:pt x="181204" y="98493"/>
                </a:lnTo>
                <a:lnTo>
                  <a:pt x="182303" y="98740"/>
                </a:lnTo>
                <a:lnTo>
                  <a:pt x="183421" y="98916"/>
                </a:lnTo>
                <a:lnTo>
                  <a:pt x="184558" y="99022"/>
                </a:lnTo>
                <a:lnTo>
                  <a:pt x="185714" y="99057"/>
                </a:lnTo>
                <a:lnTo>
                  <a:pt x="186521" y="99037"/>
                </a:lnTo>
                <a:lnTo>
                  <a:pt x="187304" y="98977"/>
                </a:lnTo>
                <a:lnTo>
                  <a:pt x="188061" y="98877"/>
                </a:lnTo>
                <a:lnTo>
                  <a:pt x="188793" y="98737"/>
                </a:lnTo>
                <a:lnTo>
                  <a:pt x="189499" y="98557"/>
                </a:lnTo>
                <a:lnTo>
                  <a:pt x="190181" y="98337"/>
                </a:lnTo>
                <a:lnTo>
                  <a:pt x="190837" y="98077"/>
                </a:lnTo>
                <a:lnTo>
                  <a:pt x="191468" y="97777"/>
                </a:lnTo>
                <a:lnTo>
                  <a:pt x="192073" y="97437"/>
                </a:lnTo>
                <a:lnTo>
                  <a:pt x="192653" y="97057"/>
                </a:lnTo>
                <a:lnTo>
                  <a:pt x="193208" y="96637"/>
                </a:lnTo>
                <a:lnTo>
                  <a:pt x="193738" y="96177"/>
                </a:lnTo>
                <a:lnTo>
                  <a:pt x="194234" y="95689"/>
                </a:lnTo>
                <a:lnTo>
                  <a:pt x="194686" y="95184"/>
                </a:lnTo>
                <a:lnTo>
                  <a:pt x="195096" y="94663"/>
                </a:lnTo>
                <a:lnTo>
                  <a:pt x="195462" y="94126"/>
                </a:lnTo>
                <a:lnTo>
                  <a:pt x="195785" y="93572"/>
                </a:lnTo>
                <a:lnTo>
                  <a:pt x="196065" y="93002"/>
                </a:lnTo>
                <a:lnTo>
                  <a:pt x="196302" y="92416"/>
                </a:lnTo>
                <a:lnTo>
                  <a:pt x="196496" y="91814"/>
                </a:lnTo>
                <a:lnTo>
                  <a:pt x="196647" y="91195"/>
                </a:lnTo>
                <a:lnTo>
                  <a:pt x="196755" y="90560"/>
                </a:lnTo>
                <a:lnTo>
                  <a:pt x="196819" y="89908"/>
                </a:lnTo>
                <a:lnTo>
                  <a:pt x="196841" y="89241"/>
                </a:lnTo>
                <a:lnTo>
                  <a:pt x="196817" y="88433"/>
                </a:lnTo>
                <a:lnTo>
                  <a:pt x="196745" y="87648"/>
                </a:lnTo>
                <a:lnTo>
                  <a:pt x="196625" y="86884"/>
                </a:lnTo>
                <a:lnTo>
                  <a:pt x="196457" y="86142"/>
                </a:lnTo>
                <a:lnTo>
                  <a:pt x="196240" y="85422"/>
                </a:lnTo>
                <a:lnTo>
                  <a:pt x="195976" y="84723"/>
                </a:lnTo>
                <a:lnTo>
                  <a:pt x="195664" y="84046"/>
                </a:lnTo>
                <a:lnTo>
                  <a:pt x="195303" y="83391"/>
                </a:lnTo>
                <a:lnTo>
                  <a:pt x="194895" y="82758"/>
                </a:lnTo>
                <a:lnTo>
                  <a:pt x="194439" y="82147"/>
                </a:lnTo>
                <a:lnTo>
                  <a:pt x="193934" y="81557"/>
                </a:lnTo>
                <a:lnTo>
                  <a:pt x="193382" y="80989"/>
                </a:lnTo>
                <a:lnTo>
                  <a:pt x="192757" y="80420"/>
                </a:lnTo>
                <a:lnTo>
                  <a:pt x="192037" y="79825"/>
                </a:lnTo>
                <a:lnTo>
                  <a:pt x="191222" y="79207"/>
                </a:lnTo>
                <a:lnTo>
                  <a:pt x="190310" y="78563"/>
                </a:lnTo>
                <a:lnTo>
                  <a:pt x="189304" y="77895"/>
                </a:lnTo>
                <a:lnTo>
                  <a:pt x="188201" y="77202"/>
                </a:lnTo>
                <a:lnTo>
                  <a:pt x="187003" y="76484"/>
                </a:lnTo>
                <a:lnTo>
                  <a:pt x="185710" y="75742"/>
                </a:lnTo>
                <a:lnTo>
                  <a:pt x="184320" y="74975"/>
                </a:lnTo>
                <a:lnTo>
                  <a:pt x="182836" y="74183"/>
                </a:lnTo>
                <a:lnTo>
                  <a:pt x="181255" y="73367"/>
                </a:lnTo>
                <a:lnTo>
                  <a:pt x="179579" y="72526"/>
                </a:lnTo>
                <a:lnTo>
                  <a:pt x="177905" y="71679"/>
                </a:lnTo>
                <a:lnTo>
                  <a:pt x="176330" y="70846"/>
                </a:lnTo>
                <a:lnTo>
                  <a:pt x="174854" y="70027"/>
                </a:lnTo>
                <a:lnTo>
                  <a:pt x="173477" y="69221"/>
                </a:lnTo>
                <a:lnTo>
                  <a:pt x="172199" y="68430"/>
                </a:lnTo>
                <a:lnTo>
                  <a:pt x="171020" y="67652"/>
                </a:lnTo>
                <a:lnTo>
                  <a:pt x="169940" y="66888"/>
                </a:lnTo>
                <a:lnTo>
                  <a:pt x="168959" y="66138"/>
                </a:lnTo>
                <a:lnTo>
                  <a:pt x="168077" y="65402"/>
                </a:lnTo>
                <a:lnTo>
                  <a:pt x="167295" y="64680"/>
                </a:lnTo>
                <a:lnTo>
                  <a:pt x="166611" y="63972"/>
                </a:lnTo>
                <a:lnTo>
                  <a:pt x="166027" y="63277"/>
                </a:lnTo>
                <a:lnTo>
                  <a:pt x="165514" y="62586"/>
                </a:lnTo>
                <a:lnTo>
                  <a:pt x="165046" y="61866"/>
                </a:lnTo>
                <a:lnTo>
                  <a:pt x="164622" y="61116"/>
                </a:lnTo>
                <a:lnTo>
                  <a:pt x="164243" y="60337"/>
                </a:lnTo>
                <a:lnTo>
                  <a:pt x="163909" y="59528"/>
                </a:lnTo>
                <a:lnTo>
                  <a:pt x="163619" y="58689"/>
                </a:lnTo>
                <a:lnTo>
                  <a:pt x="163374" y="57820"/>
                </a:lnTo>
                <a:lnTo>
                  <a:pt x="163173" y="56922"/>
                </a:lnTo>
                <a:lnTo>
                  <a:pt x="163017" y="55995"/>
                </a:lnTo>
                <a:lnTo>
                  <a:pt x="162906" y="55037"/>
                </a:lnTo>
                <a:lnTo>
                  <a:pt x="162839" y="54050"/>
                </a:lnTo>
                <a:lnTo>
                  <a:pt x="162817" y="53033"/>
                </a:lnTo>
                <a:lnTo>
                  <a:pt x="162855" y="51712"/>
                </a:lnTo>
                <a:lnTo>
                  <a:pt x="162970" y="50427"/>
                </a:lnTo>
                <a:lnTo>
                  <a:pt x="163162" y="49179"/>
                </a:lnTo>
                <a:lnTo>
                  <a:pt x="163431" y="47967"/>
                </a:lnTo>
                <a:lnTo>
                  <a:pt x="163777" y="46792"/>
                </a:lnTo>
                <a:lnTo>
                  <a:pt x="164199" y="45654"/>
                </a:lnTo>
                <a:lnTo>
                  <a:pt x="164698" y="44551"/>
                </a:lnTo>
                <a:lnTo>
                  <a:pt x="165274" y="43486"/>
                </a:lnTo>
                <a:lnTo>
                  <a:pt x="165926" y="42457"/>
                </a:lnTo>
                <a:lnTo>
                  <a:pt x="166656" y="41465"/>
                </a:lnTo>
                <a:lnTo>
                  <a:pt x="167462" y="40509"/>
                </a:lnTo>
                <a:lnTo>
                  <a:pt x="168345" y="39590"/>
                </a:lnTo>
                <a:lnTo>
                  <a:pt x="169289" y="38726"/>
                </a:lnTo>
                <a:lnTo>
                  <a:pt x="170278" y="37937"/>
                </a:lnTo>
                <a:lnTo>
                  <a:pt x="171312" y="37224"/>
                </a:lnTo>
                <a:lnTo>
                  <a:pt x="172391" y="36586"/>
                </a:lnTo>
                <a:lnTo>
                  <a:pt x="173515" y="36022"/>
                </a:lnTo>
                <a:lnTo>
                  <a:pt x="174684" y="35534"/>
                </a:lnTo>
                <a:lnTo>
                  <a:pt x="175899" y="35121"/>
                </a:lnTo>
                <a:lnTo>
                  <a:pt x="177158" y="34783"/>
                </a:lnTo>
                <a:lnTo>
                  <a:pt x="178462" y="34520"/>
                </a:lnTo>
                <a:lnTo>
                  <a:pt x="179812" y="34332"/>
                </a:lnTo>
                <a:lnTo>
                  <a:pt x="181207" y="34220"/>
                </a:lnTo>
                <a:lnTo>
                  <a:pt x="182646" y="34182"/>
                </a:lnTo>
                <a:lnTo>
                  <a:pt x="183300" y="34194"/>
                </a:lnTo>
                <a:lnTo>
                  <a:pt x="183976" y="34228"/>
                </a:lnTo>
                <a:lnTo>
                  <a:pt x="184675" y="34285"/>
                </a:lnTo>
                <a:lnTo>
                  <a:pt x="185397" y="34364"/>
                </a:lnTo>
                <a:lnTo>
                  <a:pt x="186141" y="34466"/>
                </a:lnTo>
                <a:lnTo>
                  <a:pt x="186908" y="34592"/>
                </a:lnTo>
                <a:lnTo>
                  <a:pt x="187698" y="34739"/>
                </a:lnTo>
                <a:lnTo>
                  <a:pt x="188511" y="34910"/>
                </a:lnTo>
                <a:lnTo>
                  <a:pt x="189347" y="35103"/>
                </a:lnTo>
                <a:lnTo>
                  <a:pt x="190205" y="35320"/>
                </a:lnTo>
                <a:lnTo>
                  <a:pt x="191087" y="35558"/>
                </a:lnTo>
                <a:lnTo>
                  <a:pt x="191991" y="35820"/>
                </a:lnTo>
                <a:lnTo>
                  <a:pt x="192580" y="35991"/>
                </a:lnTo>
                <a:lnTo>
                  <a:pt x="193136" y="36146"/>
                </a:lnTo>
                <a:lnTo>
                  <a:pt x="193658" y="36287"/>
                </a:lnTo>
                <a:lnTo>
                  <a:pt x="194146" y="36413"/>
                </a:lnTo>
                <a:lnTo>
                  <a:pt x="194601" y="36525"/>
                </a:lnTo>
                <a:lnTo>
                  <a:pt x="195022" y="36621"/>
                </a:lnTo>
                <a:lnTo>
                  <a:pt x="195409" y="36703"/>
                </a:lnTo>
                <a:lnTo>
                  <a:pt x="195763" y="36770"/>
                </a:lnTo>
                <a:lnTo>
                  <a:pt x="196083" y="36821"/>
                </a:lnTo>
                <a:lnTo>
                  <a:pt x="196369" y="36859"/>
                </a:lnTo>
                <a:lnTo>
                  <a:pt x="196622" y="36881"/>
                </a:lnTo>
                <a:lnTo>
                  <a:pt x="196841" y="36888"/>
                </a:lnTo>
                <a:lnTo>
                  <a:pt x="197028" y="36885"/>
                </a:lnTo>
                <a:lnTo>
                  <a:pt x="197208" y="36874"/>
                </a:lnTo>
                <a:lnTo>
                  <a:pt x="197380" y="36857"/>
                </a:lnTo>
                <a:lnTo>
                  <a:pt x="197546" y="36833"/>
                </a:lnTo>
                <a:lnTo>
                  <a:pt x="197705" y="36802"/>
                </a:lnTo>
                <a:lnTo>
                  <a:pt x="197857" y="36764"/>
                </a:lnTo>
                <a:lnTo>
                  <a:pt x="198003" y="36719"/>
                </a:lnTo>
                <a:lnTo>
                  <a:pt x="198141" y="36667"/>
                </a:lnTo>
                <a:lnTo>
                  <a:pt x="198272" y="36608"/>
                </a:lnTo>
                <a:lnTo>
                  <a:pt x="198396" y="36542"/>
                </a:lnTo>
                <a:lnTo>
                  <a:pt x="198514" y="36469"/>
                </a:lnTo>
                <a:lnTo>
                  <a:pt x="198624" y="36390"/>
                </a:lnTo>
                <a:lnTo>
                  <a:pt x="198733" y="36298"/>
                </a:lnTo>
                <a:lnTo>
                  <a:pt x="198844" y="36190"/>
                </a:lnTo>
                <a:lnTo>
                  <a:pt x="198959" y="36065"/>
                </a:lnTo>
                <a:lnTo>
                  <a:pt x="199076" y="35923"/>
                </a:lnTo>
                <a:lnTo>
                  <a:pt x="199196" y="35764"/>
                </a:lnTo>
                <a:lnTo>
                  <a:pt x="199320" y="35589"/>
                </a:lnTo>
                <a:lnTo>
                  <a:pt x="199446" y="35396"/>
                </a:lnTo>
                <a:lnTo>
                  <a:pt x="199575" y="35187"/>
                </a:lnTo>
                <a:lnTo>
                  <a:pt x="199708" y="34961"/>
                </a:lnTo>
                <a:lnTo>
                  <a:pt x="199843" y="34718"/>
                </a:lnTo>
                <a:lnTo>
                  <a:pt x="199981" y="34459"/>
                </a:lnTo>
                <a:lnTo>
                  <a:pt x="200122" y="34182"/>
                </a:lnTo>
                <a:lnTo>
                  <a:pt x="202476" y="34182"/>
                </a:lnTo>
                <a:close/>
                <a:moveTo>
                  <a:pt x="253876" y="91864"/>
                </a:moveTo>
                <a:lnTo>
                  <a:pt x="252252" y="93113"/>
                </a:lnTo>
                <a:lnTo>
                  <a:pt x="250732" y="94270"/>
                </a:lnTo>
                <a:lnTo>
                  <a:pt x="249315" y="95336"/>
                </a:lnTo>
                <a:lnTo>
                  <a:pt x="248003" y="96311"/>
                </a:lnTo>
                <a:lnTo>
                  <a:pt x="246795" y="97196"/>
                </a:lnTo>
                <a:lnTo>
                  <a:pt x="245691" y="97989"/>
                </a:lnTo>
                <a:lnTo>
                  <a:pt x="244691" y="98691"/>
                </a:lnTo>
                <a:lnTo>
                  <a:pt x="243795" y="99302"/>
                </a:lnTo>
                <a:lnTo>
                  <a:pt x="243003" y="99823"/>
                </a:lnTo>
                <a:lnTo>
                  <a:pt x="242315" y="100252"/>
                </a:lnTo>
                <a:lnTo>
                  <a:pt x="241731" y="100590"/>
                </a:lnTo>
                <a:lnTo>
                  <a:pt x="241251" y="100837"/>
                </a:lnTo>
                <a:lnTo>
                  <a:pt x="240605" y="101133"/>
                </a:lnTo>
                <a:lnTo>
                  <a:pt x="239953" y="101403"/>
                </a:lnTo>
                <a:lnTo>
                  <a:pt x="239294" y="101647"/>
                </a:lnTo>
                <a:lnTo>
                  <a:pt x="238627" y="101866"/>
                </a:lnTo>
                <a:lnTo>
                  <a:pt x="237954" y="102059"/>
                </a:lnTo>
                <a:lnTo>
                  <a:pt x="237274" y="102226"/>
                </a:lnTo>
                <a:lnTo>
                  <a:pt x="236587" y="102367"/>
                </a:lnTo>
                <a:lnTo>
                  <a:pt x="235893" y="102483"/>
                </a:lnTo>
                <a:lnTo>
                  <a:pt x="235192" y="102573"/>
                </a:lnTo>
                <a:lnTo>
                  <a:pt x="234484" y="102637"/>
                </a:lnTo>
                <a:lnTo>
                  <a:pt x="233770" y="102676"/>
                </a:lnTo>
                <a:lnTo>
                  <a:pt x="233048" y="102689"/>
                </a:lnTo>
                <a:lnTo>
                  <a:pt x="231935" y="102657"/>
                </a:lnTo>
                <a:lnTo>
                  <a:pt x="230855" y="102560"/>
                </a:lnTo>
                <a:lnTo>
                  <a:pt x="229809" y="102400"/>
                </a:lnTo>
                <a:lnTo>
                  <a:pt x="228796" y="102175"/>
                </a:lnTo>
                <a:lnTo>
                  <a:pt x="227816" y="101885"/>
                </a:lnTo>
                <a:lnTo>
                  <a:pt x="226869" y="101532"/>
                </a:lnTo>
                <a:lnTo>
                  <a:pt x="225955" y="101114"/>
                </a:lnTo>
                <a:lnTo>
                  <a:pt x="225075" y="100632"/>
                </a:lnTo>
                <a:lnTo>
                  <a:pt x="224227" y="100085"/>
                </a:lnTo>
                <a:lnTo>
                  <a:pt x="223413" y="99474"/>
                </a:lnTo>
                <a:lnTo>
                  <a:pt x="222632" y="98799"/>
                </a:lnTo>
                <a:lnTo>
                  <a:pt x="221885" y="98060"/>
                </a:lnTo>
                <a:lnTo>
                  <a:pt x="221184" y="97268"/>
                </a:lnTo>
                <a:lnTo>
                  <a:pt x="220544" y="96436"/>
                </a:lnTo>
                <a:lnTo>
                  <a:pt x="219966" y="95563"/>
                </a:lnTo>
                <a:lnTo>
                  <a:pt x="219448" y="94650"/>
                </a:lnTo>
                <a:lnTo>
                  <a:pt x="218991" y="93696"/>
                </a:lnTo>
                <a:lnTo>
                  <a:pt x="218595" y="92701"/>
                </a:lnTo>
                <a:lnTo>
                  <a:pt x="218260" y="91666"/>
                </a:lnTo>
                <a:lnTo>
                  <a:pt x="217985" y="90591"/>
                </a:lnTo>
                <a:lnTo>
                  <a:pt x="217772" y="89474"/>
                </a:lnTo>
                <a:lnTo>
                  <a:pt x="217620" y="88318"/>
                </a:lnTo>
                <a:lnTo>
                  <a:pt x="217528" y="87120"/>
                </a:lnTo>
                <a:lnTo>
                  <a:pt x="217498" y="85883"/>
                </a:lnTo>
                <a:lnTo>
                  <a:pt x="217513" y="85096"/>
                </a:lnTo>
                <a:lnTo>
                  <a:pt x="217557" y="84328"/>
                </a:lnTo>
                <a:lnTo>
                  <a:pt x="217632" y="83577"/>
                </a:lnTo>
                <a:lnTo>
                  <a:pt x="217736" y="82844"/>
                </a:lnTo>
                <a:lnTo>
                  <a:pt x="217869" y="82129"/>
                </a:lnTo>
                <a:lnTo>
                  <a:pt x="218033" y="81432"/>
                </a:lnTo>
                <a:lnTo>
                  <a:pt x="218226" y="80752"/>
                </a:lnTo>
                <a:lnTo>
                  <a:pt x="218449" y="80091"/>
                </a:lnTo>
                <a:lnTo>
                  <a:pt x="218702" y="79447"/>
                </a:lnTo>
                <a:lnTo>
                  <a:pt x="218984" y="78821"/>
                </a:lnTo>
                <a:lnTo>
                  <a:pt x="219296" y="78212"/>
                </a:lnTo>
                <a:lnTo>
                  <a:pt x="219638" y="77622"/>
                </a:lnTo>
                <a:lnTo>
                  <a:pt x="220155" y="76819"/>
                </a:lnTo>
                <a:lnTo>
                  <a:pt x="220733" y="76024"/>
                </a:lnTo>
                <a:lnTo>
                  <a:pt x="221370" y="75236"/>
                </a:lnTo>
                <a:lnTo>
                  <a:pt x="222067" y="74457"/>
                </a:lnTo>
                <a:lnTo>
                  <a:pt x="222824" y="73685"/>
                </a:lnTo>
                <a:lnTo>
                  <a:pt x="223641" y="72922"/>
                </a:lnTo>
                <a:lnTo>
                  <a:pt x="224518" y="72166"/>
                </a:lnTo>
                <a:lnTo>
                  <a:pt x="225455" y="71419"/>
                </a:lnTo>
                <a:lnTo>
                  <a:pt x="226452" y="70679"/>
                </a:lnTo>
                <a:lnTo>
                  <a:pt x="227509" y="69947"/>
                </a:lnTo>
                <a:lnTo>
                  <a:pt x="228626" y="69223"/>
                </a:lnTo>
                <a:lnTo>
                  <a:pt x="229802" y="68507"/>
                </a:lnTo>
                <a:lnTo>
                  <a:pt x="231076" y="67782"/>
                </a:lnTo>
                <a:lnTo>
                  <a:pt x="232482" y="67031"/>
                </a:lnTo>
                <a:lnTo>
                  <a:pt x="234022" y="66255"/>
                </a:lnTo>
                <a:lnTo>
                  <a:pt x="235695" y="65452"/>
                </a:lnTo>
                <a:lnTo>
                  <a:pt x="237501" y="64625"/>
                </a:lnTo>
                <a:lnTo>
                  <a:pt x="239441" y="63771"/>
                </a:lnTo>
                <a:lnTo>
                  <a:pt x="241513" y="62892"/>
                </a:lnTo>
                <a:lnTo>
                  <a:pt x="243720" y="61987"/>
                </a:lnTo>
                <a:lnTo>
                  <a:pt x="246059" y="61056"/>
                </a:lnTo>
                <a:lnTo>
                  <a:pt x="248531" y="60100"/>
                </a:lnTo>
                <a:lnTo>
                  <a:pt x="251137" y="59117"/>
                </a:lnTo>
                <a:lnTo>
                  <a:pt x="253876" y="58110"/>
                </a:lnTo>
                <a:lnTo>
                  <a:pt x="253876" y="55546"/>
                </a:lnTo>
                <a:lnTo>
                  <a:pt x="253855" y="53962"/>
                </a:lnTo>
                <a:lnTo>
                  <a:pt x="253790" y="52464"/>
                </a:lnTo>
                <a:lnTo>
                  <a:pt x="253682" y="51051"/>
                </a:lnTo>
                <a:lnTo>
                  <a:pt x="253531" y="49722"/>
                </a:lnTo>
                <a:lnTo>
                  <a:pt x="253337" y="48479"/>
                </a:lnTo>
                <a:lnTo>
                  <a:pt x="253100" y="47321"/>
                </a:lnTo>
                <a:lnTo>
                  <a:pt x="252820" y="46248"/>
                </a:lnTo>
                <a:lnTo>
                  <a:pt x="252497" y="45260"/>
                </a:lnTo>
                <a:lnTo>
                  <a:pt x="252131" y="44357"/>
                </a:lnTo>
                <a:lnTo>
                  <a:pt x="251721" y="43539"/>
                </a:lnTo>
                <a:lnTo>
                  <a:pt x="251269" y="42806"/>
                </a:lnTo>
                <a:lnTo>
                  <a:pt x="250773" y="42158"/>
                </a:lnTo>
                <a:lnTo>
                  <a:pt x="250237" y="41578"/>
                </a:lnTo>
                <a:lnTo>
                  <a:pt x="249661" y="41048"/>
                </a:lnTo>
                <a:lnTo>
                  <a:pt x="249046" y="40569"/>
                </a:lnTo>
                <a:lnTo>
                  <a:pt x="248392" y="40140"/>
                </a:lnTo>
                <a:lnTo>
                  <a:pt x="247698" y="39762"/>
                </a:lnTo>
                <a:lnTo>
                  <a:pt x="246966" y="39434"/>
                </a:lnTo>
                <a:lnTo>
                  <a:pt x="246194" y="39157"/>
                </a:lnTo>
                <a:lnTo>
                  <a:pt x="245384" y="38930"/>
                </a:lnTo>
                <a:lnTo>
                  <a:pt x="244534" y="38753"/>
                </a:lnTo>
                <a:lnTo>
                  <a:pt x="243645" y="38627"/>
                </a:lnTo>
                <a:lnTo>
                  <a:pt x="242717" y="38551"/>
                </a:lnTo>
                <a:lnTo>
                  <a:pt x="241750" y="38526"/>
                </a:lnTo>
                <a:lnTo>
                  <a:pt x="241014" y="38543"/>
                </a:lnTo>
                <a:lnTo>
                  <a:pt x="240304" y="38593"/>
                </a:lnTo>
                <a:lnTo>
                  <a:pt x="239619" y="38677"/>
                </a:lnTo>
                <a:lnTo>
                  <a:pt x="238960" y="38794"/>
                </a:lnTo>
                <a:lnTo>
                  <a:pt x="238327" y="38945"/>
                </a:lnTo>
                <a:lnTo>
                  <a:pt x="237720" y="39129"/>
                </a:lnTo>
                <a:lnTo>
                  <a:pt x="237138" y="39347"/>
                </a:lnTo>
                <a:lnTo>
                  <a:pt x="236583" y="39598"/>
                </a:lnTo>
                <a:lnTo>
                  <a:pt x="236053" y="39883"/>
                </a:lnTo>
                <a:lnTo>
                  <a:pt x="235548" y="40201"/>
                </a:lnTo>
                <a:lnTo>
                  <a:pt x="235070" y="40553"/>
                </a:lnTo>
                <a:lnTo>
                  <a:pt x="234617" y="40938"/>
                </a:lnTo>
                <a:lnTo>
                  <a:pt x="234184" y="41345"/>
                </a:lnTo>
                <a:lnTo>
                  <a:pt x="233789" y="41762"/>
                </a:lnTo>
                <a:lnTo>
                  <a:pt x="233431" y="42189"/>
                </a:lnTo>
                <a:lnTo>
                  <a:pt x="233111" y="42626"/>
                </a:lnTo>
                <a:lnTo>
                  <a:pt x="232829" y="43072"/>
                </a:lnTo>
                <a:lnTo>
                  <a:pt x="232584" y="43528"/>
                </a:lnTo>
                <a:lnTo>
                  <a:pt x="232377" y="43994"/>
                </a:lnTo>
                <a:lnTo>
                  <a:pt x="232208" y="44470"/>
                </a:lnTo>
                <a:lnTo>
                  <a:pt x="232076" y="44956"/>
                </a:lnTo>
                <a:lnTo>
                  <a:pt x="231982" y="45452"/>
                </a:lnTo>
                <a:lnTo>
                  <a:pt x="231925" y="45958"/>
                </a:lnTo>
                <a:lnTo>
                  <a:pt x="231907" y="46473"/>
                </a:lnTo>
                <a:lnTo>
                  <a:pt x="232049" y="50588"/>
                </a:lnTo>
                <a:lnTo>
                  <a:pt x="232038" y="51121"/>
                </a:lnTo>
                <a:lnTo>
                  <a:pt x="232003" y="51634"/>
                </a:lnTo>
                <a:lnTo>
                  <a:pt x="231944" y="52126"/>
                </a:lnTo>
                <a:lnTo>
                  <a:pt x="231863" y="52597"/>
                </a:lnTo>
                <a:lnTo>
                  <a:pt x="231758" y="53048"/>
                </a:lnTo>
                <a:lnTo>
                  <a:pt x="231630" y="53478"/>
                </a:lnTo>
                <a:lnTo>
                  <a:pt x="231479" y="53887"/>
                </a:lnTo>
                <a:lnTo>
                  <a:pt x="231304" y="54276"/>
                </a:lnTo>
                <a:lnTo>
                  <a:pt x="231106" y="54644"/>
                </a:lnTo>
                <a:lnTo>
                  <a:pt x="230885" y="54991"/>
                </a:lnTo>
                <a:lnTo>
                  <a:pt x="230641" y="55318"/>
                </a:lnTo>
                <a:lnTo>
                  <a:pt x="230373" y="55624"/>
                </a:lnTo>
                <a:lnTo>
                  <a:pt x="230086" y="55907"/>
                </a:lnTo>
                <a:lnTo>
                  <a:pt x="229785" y="56166"/>
                </a:lnTo>
                <a:lnTo>
                  <a:pt x="229470" y="56400"/>
                </a:lnTo>
                <a:lnTo>
                  <a:pt x="229141" y="56609"/>
                </a:lnTo>
                <a:lnTo>
                  <a:pt x="228797" y="56794"/>
                </a:lnTo>
                <a:lnTo>
                  <a:pt x="228438" y="56954"/>
                </a:lnTo>
                <a:lnTo>
                  <a:pt x="228065" y="57090"/>
                </a:lnTo>
                <a:lnTo>
                  <a:pt x="227678" y="57200"/>
                </a:lnTo>
                <a:lnTo>
                  <a:pt x="227277" y="57287"/>
                </a:lnTo>
                <a:lnTo>
                  <a:pt x="226861" y="57348"/>
                </a:lnTo>
                <a:lnTo>
                  <a:pt x="226431" y="57385"/>
                </a:lnTo>
                <a:lnTo>
                  <a:pt x="225986" y="57398"/>
                </a:lnTo>
                <a:lnTo>
                  <a:pt x="225553" y="57385"/>
                </a:lnTo>
                <a:lnTo>
                  <a:pt x="225133" y="57346"/>
                </a:lnTo>
                <a:lnTo>
                  <a:pt x="224727" y="57282"/>
                </a:lnTo>
                <a:lnTo>
                  <a:pt x="224334" y="57193"/>
                </a:lnTo>
                <a:lnTo>
                  <a:pt x="223954" y="57077"/>
                </a:lnTo>
                <a:lnTo>
                  <a:pt x="223588" y="56936"/>
                </a:lnTo>
                <a:lnTo>
                  <a:pt x="223235" y="56770"/>
                </a:lnTo>
                <a:lnTo>
                  <a:pt x="222895" y="56578"/>
                </a:lnTo>
                <a:lnTo>
                  <a:pt x="222569" y="56360"/>
                </a:lnTo>
                <a:lnTo>
                  <a:pt x="222256" y="56116"/>
                </a:lnTo>
                <a:lnTo>
                  <a:pt x="221957" y="55847"/>
                </a:lnTo>
                <a:lnTo>
                  <a:pt x="221671" y="55553"/>
                </a:lnTo>
                <a:lnTo>
                  <a:pt x="221403" y="55235"/>
                </a:lnTo>
                <a:lnTo>
                  <a:pt x="221159" y="54899"/>
                </a:lnTo>
                <a:lnTo>
                  <a:pt x="220937" y="54545"/>
                </a:lnTo>
                <a:lnTo>
                  <a:pt x="220740" y="54171"/>
                </a:lnTo>
                <a:lnTo>
                  <a:pt x="220565" y="53779"/>
                </a:lnTo>
                <a:lnTo>
                  <a:pt x="220414" y="53368"/>
                </a:lnTo>
                <a:lnTo>
                  <a:pt x="220286" y="52939"/>
                </a:lnTo>
                <a:lnTo>
                  <a:pt x="220181" y="52490"/>
                </a:lnTo>
                <a:lnTo>
                  <a:pt x="220099" y="52023"/>
                </a:lnTo>
                <a:lnTo>
                  <a:pt x="220041" y="51538"/>
                </a:lnTo>
                <a:lnTo>
                  <a:pt x="220006" y="51033"/>
                </a:lnTo>
                <a:lnTo>
                  <a:pt x="219995" y="50510"/>
                </a:lnTo>
                <a:lnTo>
                  <a:pt x="220038" y="49499"/>
                </a:lnTo>
                <a:lnTo>
                  <a:pt x="220169" y="48503"/>
                </a:lnTo>
                <a:lnTo>
                  <a:pt x="220387" y="47520"/>
                </a:lnTo>
                <a:lnTo>
                  <a:pt x="220692" y="46551"/>
                </a:lnTo>
                <a:lnTo>
                  <a:pt x="221084" y="45595"/>
                </a:lnTo>
                <a:lnTo>
                  <a:pt x="221564" y="44654"/>
                </a:lnTo>
                <a:lnTo>
                  <a:pt x="222130" y="43726"/>
                </a:lnTo>
                <a:lnTo>
                  <a:pt x="222784" y="42812"/>
                </a:lnTo>
                <a:lnTo>
                  <a:pt x="223525" y="41912"/>
                </a:lnTo>
                <a:lnTo>
                  <a:pt x="224354" y="41025"/>
                </a:lnTo>
                <a:lnTo>
                  <a:pt x="225269" y="40153"/>
                </a:lnTo>
                <a:lnTo>
                  <a:pt x="226272" y="39294"/>
                </a:lnTo>
                <a:lnTo>
                  <a:pt x="227353" y="38477"/>
                </a:lnTo>
                <a:lnTo>
                  <a:pt x="228505" y="37732"/>
                </a:lnTo>
                <a:lnTo>
                  <a:pt x="229727" y="37057"/>
                </a:lnTo>
                <a:lnTo>
                  <a:pt x="231019" y="36454"/>
                </a:lnTo>
                <a:lnTo>
                  <a:pt x="232382" y="35922"/>
                </a:lnTo>
                <a:lnTo>
                  <a:pt x="233815" y="35460"/>
                </a:lnTo>
                <a:lnTo>
                  <a:pt x="235318" y="35070"/>
                </a:lnTo>
                <a:lnTo>
                  <a:pt x="236892" y="34750"/>
                </a:lnTo>
                <a:lnTo>
                  <a:pt x="238536" y="34502"/>
                </a:lnTo>
                <a:lnTo>
                  <a:pt x="240250" y="34324"/>
                </a:lnTo>
                <a:lnTo>
                  <a:pt x="242035" y="34218"/>
                </a:lnTo>
                <a:lnTo>
                  <a:pt x="243890" y="34182"/>
                </a:lnTo>
                <a:lnTo>
                  <a:pt x="245318" y="34202"/>
                </a:lnTo>
                <a:lnTo>
                  <a:pt x="246703" y="34263"/>
                </a:lnTo>
                <a:lnTo>
                  <a:pt x="248045" y="34364"/>
                </a:lnTo>
                <a:lnTo>
                  <a:pt x="249343" y="34506"/>
                </a:lnTo>
                <a:lnTo>
                  <a:pt x="250597" y="34688"/>
                </a:lnTo>
                <a:lnTo>
                  <a:pt x="251807" y="34911"/>
                </a:lnTo>
                <a:lnTo>
                  <a:pt x="252975" y="35174"/>
                </a:lnTo>
                <a:lnTo>
                  <a:pt x="254098" y="35478"/>
                </a:lnTo>
                <a:lnTo>
                  <a:pt x="255178" y="35822"/>
                </a:lnTo>
                <a:lnTo>
                  <a:pt x="256214" y="36207"/>
                </a:lnTo>
                <a:lnTo>
                  <a:pt x="257207" y="36632"/>
                </a:lnTo>
                <a:lnTo>
                  <a:pt x="258156" y="37097"/>
                </a:lnTo>
                <a:lnTo>
                  <a:pt x="258842" y="37482"/>
                </a:lnTo>
                <a:lnTo>
                  <a:pt x="259497" y="37902"/>
                </a:lnTo>
                <a:lnTo>
                  <a:pt x="260122" y="38356"/>
                </a:lnTo>
                <a:lnTo>
                  <a:pt x="260716" y="38844"/>
                </a:lnTo>
                <a:lnTo>
                  <a:pt x="261279" y="39368"/>
                </a:lnTo>
                <a:lnTo>
                  <a:pt x="261811" y="39925"/>
                </a:lnTo>
                <a:lnTo>
                  <a:pt x="262313" y="40518"/>
                </a:lnTo>
                <a:lnTo>
                  <a:pt x="262784" y="41145"/>
                </a:lnTo>
                <a:lnTo>
                  <a:pt x="263225" y="41806"/>
                </a:lnTo>
                <a:lnTo>
                  <a:pt x="263634" y="42502"/>
                </a:lnTo>
                <a:lnTo>
                  <a:pt x="264013" y="43233"/>
                </a:lnTo>
                <a:lnTo>
                  <a:pt x="264361" y="43998"/>
                </a:lnTo>
                <a:lnTo>
                  <a:pt x="264567" y="44552"/>
                </a:lnTo>
                <a:lnTo>
                  <a:pt x="264754" y="45195"/>
                </a:lnTo>
                <a:lnTo>
                  <a:pt x="264923" y="45927"/>
                </a:lnTo>
                <a:lnTo>
                  <a:pt x="265075" y="46748"/>
                </a:lnTo>
                <a:lnTo>
                  <a:pt x="265209" y="47658"/>
                </a:lnTo>
                <a:lnTo>
                  <a:pt x="265324" y="48657"/>
                </a:lnTo>
                <a:lnTo>
                  <a:pt x="265423" y="49744"/>
                </a:lnTo>
                <a:lnTo>
                  <a:pt x="265503" y="50921"/>
                </a:lnTo>
                <a:lnTo>
                  <a:pt x="265565" y="52186"/>
                </a:lnTo>
                <a:lnTo>
                  <a:pt x="265610" y="53541"/>
                </a:lnTo>
                <a:lnTo>
                  <a:pt x="265637" y="54984"/>
                </a:lnTo>
                <a:lnTo>
                  <a:pt x="265645" y="56516"/>
                </a:lnTo>
                <a:lnTo>
                  <a:pt x="265645" y="78637"/>
                </a:lnTo>
                <a:lnTo>
                  <a:pt x="265648" y="80140"/>
                </a:lnTo>
                <a:lnTo>
                  <a:pt x="265655" y="81542"/>
                </a:lnTo>
                <a:lnTo>
                  <a:pt x="265668" y="82844"/>
                </a:lnTo>
                <a:lnTo>
                  <a:pt x="265685" y="84046"/>
                </a:lnTo>
                <a:lnTo>
                  <a:pt x="265707" y="85148"/>
                </a:lnTo>
                <a:lnTo>
                  <a:pt x="265735" y="86150"/>
                </a:lnTo>
                <a:lnTo>
                  <a:pt x="265767" y="87051"/>
                </a:lnTo>
                <a:lnTo>
                  <a:pt x="265804" y="87852"/>
                </a:lnTo>
                <a:lnTo>
                  <a:pt x="265846" y="88553"/>
                </a:lnTo>
                <a:lnTo>
                  <a:pt x="265893" y="89153"/>
                </a:lnTo>
                <a:lnTo>
                  <a:pt x="265945" y="89653"/>
                </a:lnTo>
                <a:lnTo>
                  <a:pt x="266002" y="90053"/>
                </a:lnTo>
                <a:lnTo>
                  <a:pt x="266065" y="90393"/>
                </a:lnTo>
                <a:lnTo>
                  <a:pt x="266134" y="90714"/>
                </a:lnTo>
                <a:lnTo>
                  <a:pt x="266209" y="91016"/>
                </a:lnTo>
                <a:lnTo>
                  <a:pt x="266291" y="91298"/>
                </a:lnTo>
                <a:lnTo>
                  <a:pt x="266380" y="91561"/>
                </a:lnTo>
                <a:lnTo>
                  <a:pt x="266475" y="91805"/>
                </a:lnTo>
                <a:lnTo>
                  <a:pt x="266576" y="92030"/>
                </a:lnTo>
                <a:lnTo>
                  <a:pt x="266684" y="92235"/>
                </a:lnTo>
                <a:lnTo>
                  <a:pt x="266798" y="92421"/>
                </a:lnTo>
                <a:lnTo>
                  <a:pt x="266918" y="92588"/>
                </a:lnTo>
                <a:lnTo>
                  <a:pt x="267046" y="92735"/>
                </a:lnTo>
                <a:lnTo>
                  <a:pt x="267179" y="92864"/>
                </a:lnTo>
                <a:lnTo>
                  <a:pt x="267317" y="92977"/>
                </a:lnTo>
                <a:lnTo>
                  <a:pt x="267459" y="93081"/>
                </a:lnTo>
                <a:lnTo>
                  <a:pt x="267605" y="93174"/>
                </a:lnTo>
                <a:lnTo>
                  <a:pt x="267754" y="93258"/>
                </a:lnTo>
                <a:lnTo>
                  <a:pt x="267906" y="93332"/>
                </a:lnTo>
                <a:lnTo>
                  <a:pt x="268062" y="93396"/>
                </a:lnTo>
                <a:lnTo>
                  <a:pt x="268221" y="93450"/>
                </a:lnTo>
                <a:lnTo>
                  <a:pt x="268384" y="93495"/>
                </a:lnTo>
                <a:lnTo>
                  <a:pt x="268550" y="93529"/>
                </a:lnTo>
                <a:lnTo>
                  <a:pt x="268720" y="93554"/>
                </a:lnTo>
                <a:lnTo>
                  <a:pt x="268893" y="93569"/>
                </a:lnTo>
                <a:lnTo>
                  <a:pt x="269069" y="93574"/>
                </a:lnTo>
                <a:lnTo>
                  <a:pt x="269257" y="93570"/>
                </a:lnTo>
                <a:lnTo>
                  <a:pt x="269442" y="93560"/>
                </a:lnTo>
                <a:lnTo>
                  <a:pt x="269622" y="93542"/>
                </a:lnTo>
                <a:lnTo>
                  <a:pt x="269798" y="93518"/>
                </a:lnTo>
                <a:lnTo>
                  <a:pt x="269971" y="93487"/>
                </a:lnTo>
                <a:lnTo>
                  <a:pt x="270139" y="93449"/>
                </a:lnTo>
                <a:lnTo>
                  <a:pt x="270304" y="93404"/>
                </a:lnTo>
                <a:lnTo>
                  <a:pt x="270464" y="93352"/>
                </a:lnTo>
                <a:lnTo>
                  <a:pt x="270621" y="93293"/>
                </a:lnTo>
                <a:lnTo>
                  <a:pt x="270773" y="93227"/>
                </a:lnTo>
                <a:lnTo>
                  <a:pt x="270922" y="93155"/>
                </a:lnTo>
                <a:lnTo>
                  <a:pt x="271066" y="93075"/>
                </a:lnTo>
                <a:lnTo>
                  <a:pt x="271335" y="92898"/>
                </a:lnTo>
                <a:lnTo>
                  <a:pt x="271643" y="92674"/>
                </a:lnTo>
                <a:lnTo>
                  <a:pt x="271989" y="92403"/>
                </a:lnTo>
                <a:lnTo>
                  <a:pt x="272374" y="92086"/>
                </a:lnTo>
                <a:lnTo>
                  <a:pt x="272798" y="91723"/>
                </a:lnTo>
                <a:lnTo>
                  <a:pt x="273260" y="91313"/>
                </a:lnTo>
                <a:lnTo>
                  <a:pt x="273761" y="90856"/>
                </a:lnTo>
                <a:lnTo>
                  <a:pt x="274300" y="90353"/>
                </a:lnTo>
                <a:lnTo>
                  <a:pt x="274878" y="89804"/>
                </a:lnTo>
                <a:lnTo>
                  <a:pt x="275495" y="89208"/>
                </a:lnTo>
                <a:lnTo>
                  <a:pt x="276150" y="88565"/>
                </a:lnTo>
                <a:lnTo>
                  <a:pt x="276844" y="87877"/>
                </a:lnTo>
                <a:lnTo>
                  <a:pt x="276844" y="91864"/>
                </a:lnTo>
                <a:lnTo>
                  <a:pt x="275518" y="93571"/>
                </a:lnTo>
                <a:lnTo>
                  <a:pt x="274201" y="95128"/>
                </a:lnTo>
                <a:lnTo>
                  <a:pt x="272894" y="96538"/>
                </a:lnTo>
                <a:lnTo>
                  <a:pt x="271597" y="97799"/>
                </a:lnTo>
                <a:lnTo>
                  <a:pt x="270311" y="98912"/>
                </a:lnTo>
                <a:lnTo>
                  <a:pt x="269034" y="99876"/>
                </a:lnTo>
                <a:lnTo>
                  <a:pt x="267766" y="100692"/>
                </a:lnTo>
                <a:lnTo>
                  <a:pt x="266509" y="101360"/>
                </a:lnTo>
                <a:lnTo>
                  <a:pt x="265262" y="101879"/>
                </a:lnTo>
                <a:lnTo>
                  <a:pt x="264025" y="102250"/>
                </a:lnTo>
                <a:lnTo>
                  <a:pt x="262797" y="102472"/>
                </a:lnTo>
                <a:lnTo>
                  <a:pt x="261580" y="102546"/>
                </a:lnTo>
                <a:lnTo>
                  <a:pt x="261007" y="102530"/>
                </a:lnTo>
                <a:lnTo>
                  <a:pt x="260454" y="102479"/>
                </a:lnTo>
                <a:lnTo>
                  <a:pt x="259921" y="102395"/>
                </a:lnTo>
                <a:lnTo>
                  <a:pt x="259408" y="102277"/>
                </a:lnTo>
                <a:lnTo>
                  <a:pt x="258915" y="102126"/>
                </a:lnTo>
                <a:lnTo>
                  <a:pt x="258441" y="101941"/>
                </a:lnTo>
                <a:lnTo>
                  <a:pt x="257987" y="101723"/>
                </a:lnTo>
                <a:lnTo>
                  <a:pt x="257553" y="101470"/>
                </a:lnTo>
                <a:lnTo>
                  <a:pt x="257139" y="101184"/>
                </a:lnTo>
                <a:lnTo>
                  <a:pt x="256745" y="100865"/>
                </a:lnTo>
                <a:lnTo>
                  <a:pt x="256371" y="100512"/>
                </a:lnTo>
                <a:lnTo>
                  <a:pt x="256016" y="100125"/>
                </a:lnTo>
                <a:lnTo>
                  <a:pt x="255685" y="99698"/>
                </a:lnTo>
                <a:lnTo>
                  <a:pt x="255382" y="99223"/>
                </a:lnTo>
                <a:lnTo>
                  <a:pt x="255106" y="98701"/>
                </a:lnTo>
                <a:lnTo>
                  <a:pt x="254859" y="98131"/>
                </a:lnTo>
                <a:lnTo>
                  <a:pt x="254639" y="97514"/>
                </a:lnTo>
                <a:lnTo>
                  <a:pt x="254447" y="96849"/>
                </a:lnTo>
                <a:lnTo>
                  <a:pt x="254282" y="96137"/>
                </a:lnTo>
                <a:lnTo>
                  <a:pt x="254146" y="95378"/>
                </a:lnTo>
                <a:lnTo>
                  <a:pt x="254037" y="94571"/>
                </a:lnTo>
                <a:lnTo>
                  <a:pt x="253955" y="93716"/>
                </a:lnTo>
                <a:lnTo>
                  <a:pt x="253902" y="92814"/>
                </a:lnTo>
                <a:lnTo>
                  <a:pt x="253876" y="91864"/>
                </a:lnTo>
                <a:moveTo>
                  <a:pt x="253876" y="87196"/>
                </a:moveTo>
                <a:lnTo>
                  <a:pt x="253876" y="62454"/>
                </a:lnTo>
                <a:lnTo>
                  <a:pt x="252134" y="63145"/>
                </a:lnTo>
                <a:lnTo>
                  <a:pt x="250498" y="63802"/>
                </a:lnTo>
                <a:lnTo>
                  <a:pt x="248968" y="64425"/>
                </a:lnTo>
                <a:lnTo>
                  <a:pt x="247544" y="65013"/>
                </a:lnTo>
                <a:lnTo>
                  <a:pt x="246225" y="65567"/>
                </a:lnTo>
                <a:lnTo>
                  <a:pt x="245013" y="66087"/>
                </a:lnTo>
                <a:lnTo>
                  <a:pt x="243907" y="66572"/>
                </a:lnTo>
                <a:lnTo>
                  <a:pt x="242907" y="67022"/>
                </a:lnTo>
                <a:lnTo>
                  <a:pt x="242013" y="67438"/>
                </a:lnTo>
                <a:lnTo>
                  <a:pt x="241225" y="67820"/>
                </a:lnTo>
                <a:lnTo>
                  <a:pt x="240543" y="68167"/>
                </a:lnTo>
                <a:lnTo>
                  <a:pt x="239967" y="68480"/>
                </a:lnTo>
                <a:lnTo>
                  <a:pt x="239050" y="69002"/>
                </a:lnTo>
                <a:lnTo>
                  <a:pt x="238178" y="69528"/>
                </a:lnTo>
                <a:lnTo>
                  <a:pt x="237350" y="70058"/>
                </a:lnTo>
                <a:lnTo>
                  <a:pt x="236567" y="70591"/>
                </a:lnTo>
                <a:lnTo>
                  <a:pt x="235828" y="71129"/>
                </a:lnTo>
                <a:lnTo>
                  <a:pt x="235134" y="71671"/>
                </a:lnTo>
                <a:lnTo>
                  <a:pt x="234485" y="72216"/>
                </a:lnTo>
                <a:lnTo>
                  <a:pt x="233880" y="72766"/>
                </a:lnTo>
                <a:lnTo>
                  <a:pt x="233320" y="73319"/>
                </a:lnTo>
                <a:lnTo>
                  <a:pt x="232804" y="73876"/>
                </a:lnTo>
                <a:lnTo>
                  <a:pt x="232333" y="74437"/>
                </a:lnTo>
                <a:lnTo>
                  <a:pt x="231907" y="75003"/>
                </a:lnTo>
                <a:lnTo>
                  <a:pt x="231519" y="75574"/>
                </a:lnTo>
                <a:lnTo>
                  <a:pt x="231166" y="76155"/>
                </a:lnTo>
                <a:lnTo>
                  <a:pt x="230846" y="76744"/>
                </a:lnTo>
                <a:lnTo>
                  <a:pt x="230559" y="77342"/>
                </a:lnTo>
                <a:lnTo>
                  <a:pt x="230307" y="77949"/>
                </a:lnTo>
                <a:lnTo>
                  <a:pt x="230088" y="78565"/>
                </a:lnTo>
                <a:lnTo>
                  <a:pt x="229902" y="79190"/>
                </a:lnTo>
                <a:lnTo>
                  <a:pt x="229751" y="79823"/>
                </a:lnTo>
                <a:lnTo>
                  <a:pt x="229633" y="80466"/>
                </a:lnTo>
                <a:lnTo>
                  <a:pt x="229549" y="81117"/>
                </a:lnTo>
                <a:lnTo>
                  <a:pt x="229498" y="81777"/>
                </a:lnTo>
                <a:lnTo>
                  <a:pt x="229481" y="82447"/>
                </a:lnTo>
                <a:lnTo>
                  <a:pt x="229503" y="83285"/>
                </a:lnTo>
                <a:lnTo>
                  <a:pt x="229567" y="84100"/>
                </a:lnTo>
                <a:lnTo>
                  <a:pt x="229673" y="84891"/>
                </a:lnTo>
                <a:lnTo>
                  <a:pt x="229822" y="85657"/>
                </a:lnTo>
                <a:lnTo>
                  <a:pt x="230014" y="86399"/>
                </a:lnTo>
                <a:lnTo>
                  <a:pt x="230248" y="87117"/>
                </a:lnTo>
                <a:lnTo>
                  <a:pt x="230525" y="87811"/>
                </a:lnTo>
                <a:lnTo>
                  <a:pt x="230845" y="88481"/>
                </a:lnTo>
                <a:lnTo>
                  <a:pt x="231207" y="89127"/>
                </a:lnTo>
                <a:lnTo>
                  <a:pt x="231611" y="89748"/>
                </a:lnTo>
                <a:lnTo>
                  <a:pt x="232059" y="90345"/>
                </a:lnTo>
                <a:lnTo>
                  <a:pt x="232549" y="90919"/>
                </a:lnTo>
                <a:lnTo>
                  <a:pt x="233066" y="91456"/>
                </a:lnTo>
                <a:lnTo>
                  <a:pt x="233597" y="91948"/>
                </a:lnTo>
                <a:lnTo>
                  <a:pt x="234140" y="92392"/>
                </a:lnTo>
                <a:lnTo>
                  <a:pt x="234696" y="92789"/>
                </a:lnTo>
                <a:lnTo>
                  <a:pt x="235265" y="93140"/>
                </a:lnTo>
                <a:lnTo>
                  <a:pt x="235848" y="93444"/>
                </a:lnTo>
                <a:lnTo>
                  <a:pt x="236442" y="93701"/>
                </a:lnTo>
                <a:lnTo>
                  <a:pt x="237050" y="93912"/>
                </a:lnTo>
                <a:lnTo>
                  <a:pt x="237671" y="94075"/>
                </a:lnTo>
                <a:lnTo>
                  <a:pt x="238304" y="94192"/>
                </a:lnTo>
                <a:lnTo>
                  <a:pt x="238951" y="94262"/>
                </a:lnTo>
                <a:lnTo>
                  <a:pt x="239610" y="94286"/>
                </a:lnTo>
                <a:lnTo>
                  <a:pt x="240537" y="94236"/>
                </a:lnTo>
                <a:lnTo>
                  <a:pt x="241512" y="94089"/>
                </a:lnTo>
                <a:lnTo>
                  <a:pt x="242535" y="93843"/>
                </a:lnTo>
                <a:lnTo>
                  <a:pt x="243605" y="93498"/>
                </a:lnTo>
                <a:lnTo>
                  <a:pt x="244722" y="93055"/>
                </a:lnTo>
                <a:lnTo>
                  <a:pt x="245887" y="92513"/>
                </a:lnTo>
                <a:lnTo>
                  <a:pt x="247100" y="91873"/>
                </a:lnTo>
                <a:lnTo>
                  <a:pt x="248360" y="91135"/>
                </a:lnTo>
                <a:lnTo>
                  <a:pt x="249668" y="90298"/>
                </a:lnTo>
                <a:lnTo>
                  <a:pt x="251023" y="89362"/>
                </a:lnTo>
                <a:lnTo>
                  <a:pt x="252426" y="88328"/>
                </a:lnTo>
                <a:lnTo>
                  <a:pt x="253876" y="87196"/>
                </a:lnTo>
                <a:close/>
                <a:moveTo>
                  <a:pt x="283035" y="63095"/>
                </a:moveTo>
                <a:lnTo>
                  <a:pt x="319913" y="63095"/>
                </a:lnTo>
                <a:lnTo>
                  <a:pt x="319913" y="73848"/>
                </a:lnTo>
                <a:lnTo>
                  <a:pt x="283035" y="73848"/>
                </a:lnTo>
                <a:lnTo>
                  <a:pt x="283035" y="63095"/>
                </a:lnTo>
                <a:close/>
                <a:moveTo>
                  <a:pt x="362026" y="34182"/>
                </a:moveTo>
                <a:lnTo>
                  <a:pt x="364458" y="34260"/>
                </a:lnTo>
                <a:lnTo>
                  <a:pt x="366809" y="34494"/>
                </a:lnTo>
                <a:lnTo>
                  <a:pt x="369079" y="34885"/>
                </a:lnTo>
                <a:lnTo>
                  <a:pt x="371267" y="35431"/>
                </a:lnTo>
                <a:lnTo>
                  <a:pt x="373374" y="36134"/>
                </a:lnTo>
                <a:lnTo>
                  <a:pt x="375400" y="36992"/>
                </a:lnTo>
                <a:lnTo>
                  <a:pt x="377345" y="38007"/>
                </a:lnTo>
                <a:lnTo>
                  <a:pt x="379208" y="39178"/>
                </a:lnTo>
                <a:lnTo>
                  <a:pt x="380991" y="40505"/>
                </a:lnTo>
                <a:lnTo>
                  <a:pt x="382692" y="41988"/>
                </a:lnTo>
                <a:lnTo>
                  <a:pt x="384311" y="43627"/>
                </a:lnTo>
                <a:lnTo>
                  <a:pt x="385850" y="45423"/>
                </a:lnTo>
                <a:lnTo>
                  <a:pt x="387069" y="47043"/>
                </a:lnTo>
                <a:lnTo>
                  <a:pt x="388182" y="48703"/>
                </a:lnTo>
                <a:lnTo>
                  <a:pt x="389189" y="50402"/>
                </a:lnTo>
                <a:lnTo>
                  <a:pt x="390090" y="52141"/>
                </a:lnTo>
                <a:lnTo>
                  <a:pt x="390885" y="53919"/>
                </a:lnTo>
                <a:lnTo>
                  <a:pt x="391574" y="55737"/>
                </a:lnTo>
                <a:lnTo>
                  <a:pt x="392157" y="57595"/>
                </a:lnTo>
                <a:lnTo>
                  <a:pt x="392634" y="59492"/>
                </a:lnTo>
                <a:lnTo>
                  <a:pt x="393005" y="61429"/>
                </a:lnTo>
                <a:lnTo>
                  <a:pt x="393270" y="63405"/>
                </a:lnTo>
                <a:lnTo>
                  <a:pt x="393429" y="65421"/>
                </a:lnTo>
                <a:lnTo>
                  <a:pt x="393482" y="67476"/>
                </a:lnTo>
                <a:lnTo>
                  <a:pt x="393453" y="68936"/>
                </a:lnTo>
                <a:lnTo>
                  <a:pt x="393365" y="70399"/>
                </a:lnTo>
                <a:lnTo>
                  <a:pt x="393219" y="71865"/>
                </a:lnTo>
                <a:lnTo>
                  <a:pt x="393015" y="73334"/>
                </a:lnTo>
                <a:lnTo>
                  <a:pt x="392751" y="74805"/>
                </a:lnTo>
                <a:lnTo>
                  <a:pt x="392430" y="76280"/>
                </a:lnTo>
                <a:lnTo>
                  <a:pt x="392050" y="77758"/>
                </a:lnTo>
                <a:lnTo>
                  <a:pt x="391612" y="79238"/>
                </a:lnTo>
                <a:lnTo>
                  <a:pt x="391115" y="80722"/>
                </a:lnTo>
                <a:lnTo>
                  <a:pt x="390560" y="82208"/>
                </a:lnTo>
                <a:lnTo>
                  <a:pt x="389946" y="83698"/>
                </a:lnTo>
                <a:lnTo>
                  <a:pt x="389274" y="85191"/>
                </a:lnTo>
                <a:lnTo>
                  <a:pt x="388550" y="86654"/>
                </a:lnTo>
                <a:lnTo>
                  <a:pt x="387783" y="88055"/>
                </a:lnTo>
                <a:lnTo>
                  <a:pt x="386971" y="89396"/>
                </a:lnTo>
                <a:lnTo>
                  <a:pt x="386115" y="90675"/>
                </a:lnTo>
                <a:lnTo>
                  <a:pt x="385216" y="91893"/>
                </a:lnTo>
                <a:lnTo>
                  <a:pt x="384272" y="93050"/>
                </a:lnTo>
                <a:lnTo>
                  <a:pt x="383284" y="94146"/>
                </a:lnTo>
                <a:lnTo>
                  <a:pt x="382252" y="95180"/>
                </a:lnTo>
                <a:lnTo>
                  <a:pt x="381176" y="96153"/>
                </a:lnTo>
                <a:lnTo>
                  <a:pt x="380055" y="97065"/>
                </a:lnTo>
                <a:lnTo>
                  <a:pt x="378891" y="97916"/>
                </a:lnTo>
                <a:lnTo>
                  <a:pt x="377683" y="98705"/>
                </a:lnTo>
                <a:lnTo>
                  <a:pt x="376441" y="99433"/>
                </a:lnTo>
                <a:lnTo>
                  <a:pt x="375175" y="100097"/>
                </a:lnTo>
                <a:lnTo>
                  <a:pt x="373887" y="100697"/>
                </a:lnTo>
                <a:lnTo>
                  <a:pt x="372575" y="101235"/>
                </a:lnTo>
                <a:lnTo>
                  <a:pt x="371239" y="101709"/>
                </a:lnTo>
                <a:lnTo>
                  <a:pt x="369881" y="102120"/>
                </a:lnTo>
                <a:lnTo>
                  <a:pt x="368499" y="102468"/>
                </a:lnTo>
                <a:lnTo>
                  <a:pt x="367094" y="102753"/>
                </a:lnTo>
                <a:lnTo>
                  <a:pt x="365666" y="102974"/>
                </a:lnTo>
                <a:lnTo>
                  <a:pt x="364214" y="103132"/>
                </a:lnTo>
                <a:lnTo>
                  <a:pt x="362739" y="103227"/>
                </a:lnTo>
                <a:lnTo>
                  <a:pt x="361241" y="103259"/>
                </a:lnTo>
                <a:lnTo>
                  <a:pt x="358822" y="103177"/>
                </a:lnTo>
                <a:lnTo>
                  <a:pt x="356488" y="102932"/>
                </a:lnTo>
                <a:lnTo>
                  <a:pt x="354238" y="102525"/>
                </a:lnTo>
                <a:lnTo>
                  <a:pt x="352071" y="101954"/>
                </a:lnTo>
                <a:lnTo>
                  <a:pt x="349989" y="101221"/>
                </a:lnTo>
                <a:lnTo>
                  <a:pt x="347992" y="100324"/>
                </a:lnTo>
                <a:lnTo>
                  <a:pt x="346078" y="99264"/>
                </a:lnTo>
                <a:lnTo>
                  <a:pt x="344249" y="98041"/>
                </a:lnTo>
                <a:lnTo>
                  <a:pt x="342504" y="96655"/>
                </a:lnTo>
                <a:lnTo>
                  <a:pt x="340843" y="95106"/>
                </a:lnTo>
                <a:lnTo>
                  <a:pt x="339266" y="93395"/>
                </a:lnTo>
                <a:lnTo>
                  <a:pt x="337774" y="91520"/>
                </a:lnTo>
                <a:lnTo>
                  <a:pt x="336600" y="89855"/>
                </a:lnTo>
                <a:lnTo>
                  <a:pt x="335529" y="88157"/>
                </a:lnTo>
                <a:lnTo>
                  <a:pt x="334559" y="86425"/>
                </a:lnTo>
                <a:lnTo>
                  <a:pt x="333692" y="84659"/>
                </a:lnTo>
                <a:lnTo>
                  <a:pt x="332927" y="82860"/>
                </a:lnTo>
                <a:lnTo>
                  <a:pt x="332264" y="81027"/>
                </a:lnTo>
                <a:lnTo>
                  <a:pt x="331702" y="79161"/>
                </a:lnTo>
                <a:lnTo>
                  <a:pt x="331243" y="77261"/>
                </a:lnTo>
                <a:lnTo>
                  <a:pt x="330886" y="75328"/>
                </a:lnTo>
                <a:lnTo>
                  <a:pt x="330631" y="73361"/>
                </a:lnTo>
                <a:lnTo>
                  <a:pt x="330478" y="71360"/>
                </a:lnTo>
                <a:lnTo>
                  <a:pt x="330427" y="69326"/>
                </a:lnTo>
                <a:lnTo>
                  <a:pt x="330458" y="67832"/>
                </a:lnTo>
                <a:lnTo>
                  <a:pt x="330551" y="66341"/>
                </a:lnTo>
                <a:lnTo>
                  <a:pt x="330705" y="64850"/>
                </a:lnTo>
                <a:lnTo>
                  <a:pt x="330922" y="63362"/>
                </a:lnTo>
                <a:lnTo>
                  <a:pt x="331201" y="61874"/>
                </a:lnTo>
                <a:lnTo>
                  <a:pt x="331541" y="60388"/>
                </a:lnTo>
                <a:lnTo>
                  <a:pt x="331944" y="58904"/>
                </a:lnTo>
                <a:lnTo>
                  <a:pt x="332408" y="57421"/>
                </a:lnTo>
                <a:lnTo>
                  <a:pt x="332934" y="55940"/>
                </a:lnTo>
                <a:lnTo>
                  <a:pt x="333523" y="54460"/>
                </a:lnTo>
                <a:lnTo>
                  <a:pt x="334173" y="52982"/>
                </a:lnTo>
                <a:lnTo>
                  <a:pt x="334885" y="51505"/>
                </a:lnTo>
                <a:lnTo>
                  <a:pt x="335647" y="50061"/>
                </a:lnTo>
                <a:lnTo>
                  <a:pt x="336449" y="48681"/>
                </a:lnTo>
                <a:lnTo>
                  <a:pt x="337290" y="47365"/>
                </a:lnTo>
                <a:lnTo>
                  <a:pt x="338170" y="46114"/>
                </a:lnTo>
                <a:lnTo>
                  <a:pt x="339089" y="44927"/>
                </a:lnTo>
                <a:lnTo>
                  <a:pt x="340047" y="43804"/>
                </a:lnTo>
                <a:lnTo>
                  <a:pt x="341045" y="42745"/>
                </a:lnTo>
                <a:lnTo>
                  <a:pt x="342081" y="41750"/>
                </a:lnTo>
                <a:lnTo>
                  <a:pt x="343157" y="40820"/>
                </a:lnTo>
                <a:lnTo>
                  <a:pt x="344272" y="39954"/>
                </a:lnTo>
                <a:lnTo>
                  <a:pt x="345426" y="39152"/>
                </a:lnTo>
                <a:lnTo>
                  <a:pt x="346619" y="38415"/>
                </a:lnTo>
                <a:lnTo>
                  <a:pt x="347837" y="37739"/>
                </a:lnTo>
                <a:lnTo>
                  <a:pt x="349068" y="37122"/>
                </a:lnTo>
                <a:lnTo>
                  <a:pt x="350310" y="36563"/>
                </a:lnTo>
                <a:lnTo>
                  <a:pt x="351564" y="36063"/>
                </a:lnTo>
                <a:lnTo>
                  <a:pt x="352830" y="35622"/>
                </a:lnTo>
                <a:lnTo>
                  <a:pt x="354108" y="35240"/>
                </a:lnTo>
                <a:lnTo>
                  <a:pt x="355398" y="34917"/>
                </a:lnTo>
                <a:lnTo>
                  <a:pt x="356700" y="34652"/>
                </a:lnTo>
                <a:lnTo>
                  <a:pt x="358014" y="34447"/>
                </a:lnTo>
                <a:lnTo>
                  <a:pt x="359339" y="34300"/>
                </a:lnTo>
                <a:lnTo>
                  <a:pt x="360676" y="34212"/>
                </a:lnTo>
                <a:lnTo>
                  <a:pt x="362026" y="34182"/>
                </a:lnTo>
                <a:moveTo>
                  <a:pt x="359815" y="38882"/>
                </a:moveTo>
                <a:lnTo>
                  <a:pt x="359184" y="38898"/>
                </a:lnTo>
                <a:lnTo>
                  <a:pt x="358553" y="38944"/>
                </a:lnTo>
                <a:lnTo>
                  <a:pt x="357922" y="39022"/>
                </a:lnTo>
                <a:lnTo>
                  <a:pt x="357290" y="39131"/>
                </a:lnTo>
                <a:lnTo>
                  <a:pt x="356658" y="39271"/>
                </a:lnTo>
                <a:lnTo>
                  <a:pt x="356025" y="39442"/>
                </a:lnTo>
                <a:lnTo>
                  <a:pt x="355392" y="39645"/>
                </a:lnTo>
                <a:lnTo>
                  <a:pt x="354758" y="39878"/>
                </a:lnTo>
                <a:lnTo>
                  <a:pt x="354124" y="40143"/>
                </a:lnTo>
                <a:lnTo>
                  <a:pt x="353489" y="40438"/>
                </a:lnTo>
                <a:lnTo>
                  <a:pt x="352854" y="40765"/>
                </a:lnTo>
                <a:lnTo>
                  <a:pt x="352218" y="41123"/>
                </a:lnTo>
                <a:lnTo>
                  <a:pt x="351592" y="41520"/>
                </a:lnTo>
                <a:lnTo>
                  <a:pt x="350987" y="41964"/>
                </a:lnTo>
                <a:lnTo>
                  <a:pt x="350401" y="42455"/>
                </a:lnTo>
                <a:lnTo>
                  <a:pt x="349836" y="42992"/>
                </a:lnTo>
                <a:lnTo>
                  <a:pt x="349292" y="43577"/>
                </a:lnTo>
                <a:lnTo>
                  <a:pt x="348767" y="44209"/>
                </a:lnTo>
                <a:lnTo>
                  <a:pt x="348263" y="44887"/>
                </a:lnTo>
                <a:lnTo>
                  <a:pt x="347780" y="45613"/>
                </a:lnTo>
                <a:lnTo>
                  <a:pt x="347316" y="46385"/>
                </a:lnTo>
                <a:lnTo>
                  <a:pt x="346873" y="47204"/>
                </a:lnTo>
                <a:lnTo>
                  <a:pt x="346450" y="48070"/>
                </a:lnTo>
                <a:lnTo>
                  <a:pt x="346048" y="48983"/>
                </a:lnTo>
                <a:lnTo>
                  <a:pt x="345672" y="49942"/>
                </a:lnTo>
                <a:lnTo>
                  <a:pt x="345329" y="50945"/>
                </a:lnTo>
                <a:lnTo>
                  <a:pt x="345018" y="51993"/>
                </a:lnTo>
                <a:lnTo>
                  <a:pt x="344740" y="53085"/>
                </a:lnTo>
                <a:lnTo>
                  <a:pt x="344495" y="54221"/>
                </a:lnTo>
                <a:lnTo>
                  <a:pt x="344283" y="55402"/>
                </a:lnTo>
                <a:lnTo>
                  <a:pt x="344103" y="56628"/>
                </a:lnTo>
                <a:lnTo>
                  <a:pt x="343956" y="57898"/>
                </a:lnTo>
                <a:lnTo>
                  <a:pt x="343841" y="59212"/>
                </a:lnTo>
                <a:lnTo>
                  <a:pt x="343759" y="60571"/>
                </a:lnTo>
                <a:lnTo>
                  <a:pt x="343710" y="61974"/>
                </a:lnTo>
                <a:lnTo>
                  <a:pt x="343694" y="63422"/>
                </a:lnTo>
                <a:lnTo>
                  <a:pt x="343733" y="65765"/>
                </a:lnTo>
                <a:lnTo>
                  <a:pt x="343852" y="68055"/>
                </a:lnTo>
                <a:lnTo>
                  <a:pt x="344049" y="70290"/>
                </a:lnTo>
                <a:lnTo>
                  <a:pt x="344324" y="72470"/>
                </a:lnTo>
                <a:lnTo>
                  <a:pt x="344679" y="74597"/>
                </a:lnTo>
                <a:lnTo>
                  <a:pt x="345112" y="76669"/>
                </a:lnTo>
                <a:lnTo>
                  <a:pt x="345624" y="78687"/>
                </a:lnTo>
                <a:lnTo>
                  <a:pt x="346214" y="80650"/>
                </a:lnTo>
                <a:lnTo>
                  <a:pt x="346884" y="82559"/>
                </a:lnTo>
                <a:lnTo>
                  <a:pt x="347632" y="84414"/>
                </a:lnTo>
                <a:lnTo>
                  <a:pt x="348459" y="86215"/>
                </a:lnTo>
                <a:lnTo>
                  <a:pt x="349365" y="87961"/>
                </a:lnTo>
                <a:lnTo>
                  <a:pt x="350335" y="89608"/>
                </a:lnTo>
                <a:lnTo>
                  <a:pt x="351355" y="91112"/>
                </a:lnTo>
                <a:lnTo>
                  <a:pt x="352425" y="92473"/>
                </a:lnTo>
                <a:lnTo>
                  <a:pt x="353546" y="93690"/>
                </a:lnTo>
                <a:lnTo>
                  <a:pt x="354716" y="94765"/>
                </a:lnTo>
                <a:lnTo>
                  <a:pt x="355936" y="95696"/>
                </a:lnTo>
                <a:lnTo>
                  <a:pt x="357206" y="96483"/>
                </a:lnTo>
                <a:lnTo>
                  <a:pt x="358527" y="97128"/>
                </a:lnTo>
                <a:lnTo>
                  <a:pt x="359897" y="97629"/>
                </a:lnTo>
                <a:lnTo>
                  <a:pt x="361317" y="97987"/>
                </a:lnTo>
                <a:lnTo>
                  <a:pt x="362788" y="98202"/>
                </a:lnTo>
                <a:lnTo>
                  <a:pt x="364308" y="98274"/>
                </a:lnTo>
                <a:lnTo>
                  <a:pt x="365445" y="98234"/>
                </a:lnTo>
                <a:lnTo>
                  <a:pt x="366547" y="98116"/>
                </a:lnTo>
                <a:lnTo>
                  <a:pt x="367616" y="97918"/>
                </a:lnTo>
                <a:lnTo>
                  <a:pt x="368652" y="97641"/>
                </a:lnTo>
                <a:lnTo>
                  <a:pt x="369653" y="97286"/>
                </a:lnTo>
                <a:lnTo>
                  <a:pt x="370621" y="96851"/>
                </a:lnTo>
                <a:lnTo>
                  <a:pt x="371555" y="96337"/>
                </a:lnTo>
                <a:lnTo>
                  <a:pt x="372456" y="95745"/>
                </a:lnTo>
                <a:lnTo>
                  <a:pt x="373323" y="95073"/>
                </a:lnTo>
                <a:lnTo>
                  <a:pt x="374156" y="94322"/>
                </a:lnTo>
                <a:lnTo>
                  <a:pt x="374955" y="93492"/>
                </a:lnTo>
                <a:lnTo>
                  <a:pt x="375721" y="92583"/>
                </a:lnTo>
                <a:lnTo>
                  <a:pt x="376439" y="91578"/>
                </a:lnTo>
                <a:lnTo>
                  <a:pt x="377094" y="90459"/>
                </a:lnTo>
                <a:lnTo>
                  <a:pt x="377687" y="89227"/>
                </a:lnTo>
                <a:lnTo>
                  <a:pt x="378218" y="87881"/>
                </a:lnTo>
                <a:lnTo>
                  <a:pt x="378686" y="86421"/>
                </a:lnTo>
                <a:lnTo>
                  <a:pt x="379091" y="84848"/>
                </a:lnTo>
                <a:lnTo>
                  <a:pt x="379435" y="83162"/>
                </a:lnTo>
                <a:lnTo>
                  <a:pt x="379716" y="81361"/>
                </a:lnTo>
                <a:lnTo>
                  <a:pt x="379934" y="79447"/>
                </a:lnTo>
                <a:lnTo>
                  <a:pt x="380090" y="77420"/>
                </a:lnTo>
                <a:lnTo>
                  <a:pt x="380184" y="75279"/>
                </a:lnTo>
                <a:lnTo>
                  <a:pt x="380215" y="73024"/>
                </a:lnTo>
                <a:lnTo>
                  <a:pt x="380163" y="70183"/>
                </a:lnTo>
                <a:lnTo>
                  <a:pt x="380007" y="67444"/>
                </a:lnTo>
                <a:lnTo>
                  <a:pt x="379747" y="64809"/>
                </a:lnTo>
                <a:lnTo>
                  <a:pt x="379383" y="62276"/>
                </a:lnTo>
                <a:lnTo>
                  <a:pt x="378915" y="59845"/>
                </a:lnTo>
                <a:lnTo>
                  <a:pt x="378342" y="57518"/>
                </a:lnTo>
                <a:lnTo>
                  <a:pt x="377666" y="55293"/>
                </a:lnTo>
                <a:lnTo>
                  <a:pt x="376886" y="53171"/>
                </a:lnTo>
                <a:lnTo>
                  <a:pt x="376002" y="51151"/>
                </a:lnTo>
                <a:lnTo>
                  <a:pt x="375014" y="49235"/>
                </a:lnTo>
                <a:lnTo>
                  <a:pt x="373921" y="47421"/>
                </a:lnTo>
                <a:lnTo>
                  <a:pt x="372725" y="45710"/>
                </a:lnTo>
                <a:lnTo>
                  <a:pt x="371862" y="44619"/>
                </a:lnTo>
                <a:lnTo>
                  <a:pt x="370960" y="43624"/>
                </a:lnTo>
                <a:lnTo>
                  <a:pt x="370019" y="42723"/>
                </a:lnTo>
                <a:lnTo>
                  <a:pt x="369040" y="41917"/>
                </a:lnTo>
                <a:lnTo>
                  <a:pt x="368022" y="41205"/>
                </a:lnTo>
                <a:lnTo>
                  <a:pt x="366965" y="40589"/>
                </a:lnTo>
                <a:lnTo>
                  <a:pt x="365870" y="40068"/>
                </a:lnTo>
                <a:lnTo>
                  <a:pt x="364736" y="39641"/>
                </a:lnTo>
                <a:lnTo>
                  <a:pt x="363564" y="39309"/>
                </a:lnTo>
                <a:lnTo>
                  <a:pt x="362353" y="39072"/>
                </a:lnTo>
                <a:lnTo>
                  <a:pt x="361103" y="38930"/>
                </a:lnTo>
                <a:lnTo>
                  <a:pt x="359815" y="38882"/>
                </a:lnTo>
                <a:close/>
                <a:moveTo>
                  <a:pt x="398404" y="42449"/>
                </a:moveTo>
                <a:lnTo>
                  <a:pt x="418519" y="34325"/>
                </a:lnTo>
                <a:lnTo>
                  <a:pt x="421229" y="34325"/>
                </a:lnTo>
                <a:lnTo>
                  <a:pt x="421229" y="49564"/>
                </a:lnTo>
                <a:lnTo>
                  <a:pt x="422074" y="48164"/>
                </a:lnTo>
                <a:lnTo>
                  <a:pt x="422918" y="46837"/>
                </a:lnTo>
                <a:lnTo>
                  <a:pt x="423764" y="45583"/>
                </a:lnTo>
                <a:lnTo>
                  <a:pt x="424610" y="44401"/>
                </a:lnTo>
                <a:lnTo>
                  <a:pt x="425456" y="43292"/>
                </a:lnTo>
                <a:lnTo>
                  <a:pt x="426303" y="42256"/>
                </a:lnTo>
                <a:lnTo>
                  <a:pt x="427150" y="41292"/>
                </a:lnTo>
                <a:lnTo>
                  <a:pt x="427998" y="40401"/>
                </a:lnTo>
                <a:lnTo>
                  <a:pt x="428846" y="39583"/>
                </a:lnTo>
                <a:lnTo>
                  <a:pt x="429695" y="38838"/>
                </a:lnTo>
                <a:lnTo>
                  <a:pt x="430544" y="38165"/>
                </a:lnTo>
                <a:lnTo>
                  <a:pt x="431394" y="37565"/>
                </a:lnTo>
                <a:lnTo>
                  <a:pt x="432247" y="37024"/>
                </a:lnTo>
                <a:lnTo>
                  <a:pt x="433109" y="36531"/>
                </a:lnTo>
                <a:lnTo>
                  <a:pt x="433977" y="36085"/>
                </a:lnTo>
                <a:lnTo>
                  <a:pt x="434853" y="35686"/>
                </a:lnTo>
                <a:lnTo>
                  <a:pt x="435737" y="35333"/>
                </a:lnTo>
                <a:lnTo>
                  <a:pt x="436628" y="35028"/>
                </a:lnTo>
                <a:lnTo>
                  <a:pt x="437526" y="34769"/>
                </a:lnTo>
                <a:lnTo>
                  <a:pt x="438432" y="34558"/>
                </a:lnTo>
                <a:lnTo>
                  <a:pt x="439345" y="34394"/>
                </a:lnTo>
                <a:lnTo>
                  <a:pt x="440265" y="34276"/>
                </a:lnTo>
                <a:lnTo>
                  <a:pt x="441193" y="34206"/>
                </a:lnTo>
                <a:lnTo>
                  <a:pt x="442129" y="34182"/>
                </a:lnTo>
                <a:lnTo>
                  <a:pt x="443747" y="34235"/>
                </a:lnTo>
                <a:lnTo>
                  <a:pt x="445319" y="34396"/>
                </a:lnTo>
                <a:lnTo>
                  <a:pt x="446846" y="34662"/>
                </a:lnTo>
                <a:lnTo>
                  <a:pt x="448327" y="35036"/>
                </a:lnTo>
                <a:lnTo>
                  <a:pt x="449762" y="35516"/>
                </a:lnTo>
                <a:lnTo>
                  <a:pt x="451152" y="36103"/>
                </a:lnTo>
                <a:lnTo>
                  <a:pt x="452496" y="36796"/>
                </a:lnTo>
                <a:lnTo>
                  <a:pt x="453795" y="37596"/>
                </a:lnTo>
                <a:lnTo>
                  <a:pt x="455048" y="38503"/>
                </a:lnTo>
                <a:lnTo>
                  <a:pt x="456256" y="39517"/>
                </a:lnTo>
                <a:lnTo>
                  <a:pt x="457418" y="40637"/>
                </a:lnTo>
                <a:lnTo>
                  <a:pt x="458535" y="41864"/>
                </a:lnTo>
                <a:lnTo>
                  <a:pt x="459822" y="43469"/>
                </a:lnTo>
                <a:lnTo>
                  <a:pt x="460997" y="45153"/>
                </a:lnTo>
                <a:lnTo>
                  <a:pt x="462061" y="46915"/>
                </a:lnTo>
                <a:lnTo>
                  <a:pt x="463013" y="48757"/>
                </a:lnTo>
                <a:lnTo>
                  <a:pt x="463852" y="50678"/>
                </a:lnTo>
                <a:lnTo>
                  <a:pt x="464580" y="52678"/>
                </a:lnTo>
                <a:lnTo>
                  <a:pt x="465196" y="54757"/>
                </a:lnTo>
                <a:lnTo>
                  <a:pt x="465699" y="56915"/>
                </a:lnTo>
                <a:lnTo>
                  <a:pt x="466091" y="59152"/>
                </a:lnTo>
                <a:lnTo>
                  <a:pt x="466371" y="61468"/>
                </a:lnTo>
                <a:lnTo>
                  <a:pt x="466539" y="63863"/>
                </a:lnTo>
                <a:lnTo>
                  <a:pt x="466595" y="66337"/>
                </a:lnTo>
                <a:lnTo>
                  <a:pt x="466528" y="69106"/>
                </a:lnTo>
                <a:lnTo>
                  <a:pt x="466325" y="71795"/>
                </a:lnTo>
                <a:lnTo>
                  <a:pt x="465989" y="74402"/>
                </a:lnTo>
                <a:lnTo>
                  <a:pt x="465517" y="76929"/>
                </a:lnTo>
                <a:lnTo>
                  <a:pt x="464911" y="79374"/>
                </a:lnTo>
                <a:lnTo>
                  <a:pt x="464170" y="81738"/>
                </a:lnTo>
                <a:lnTo>
                  <a:pt x="463294" y="84022"/>
                </a:lnTo>
                <a:lnTo>
                  <a:pt x="462283" y="86224"/>
                </a:lnTo>
                <a:lnTo>
                  <a:pt x="461138" y="88345"/>
                </a:lnTo>
                <a:lnTo>
                  <a:pt x="459858" y="90386"/>
                </a:lnTo>
                <a:lnTo>
                  <a:pt x="458443" y="92345"/>
                </a:lnTo>
                <a:lnTo>
                  <a:pt x="456894" y="94223"/>
                </a:lnTo>
                <a:lnTo>
                  <a:pt x="455534" y="95667"/>
                </a:lnTo>
                <a:lnTo>
                  <a:pt x="454116" y="96984"/>
                </a:lnTo>
                <a:lnTo>
                  <a:pt x="452641" y="98176"/>
                </a:lnTo>
                <a:lnTo>
                  <a:pt x="451108" y="99243"/>
                </a:lnTo>
                <a:lnTo>
                  <a:pt x="449518" y="100184"/>
                </a:lnTo>
                <a:lnTo>
                  <a:pt x="447871" y="101000"/>
                </a:lnTo>
                <a:lnTo>
                  <a:pt x="446166" y="101690"/>
                </a:lnTo>
                <a:lnTo>
                  <a:pt x="444403" y="102255"/>
                </a:lnTo>
                <a:lnTo>
                  <a:pt x="442584" y="102694"/>
                </a:lnTo>
                <a:lnTo>
                  <a:pt x="440706" y="103008"/>
                </a:lnTo>
                <a:lnTo>
                  <a:pt x="438771" y="103196"/>
                </a:lnTo>
                <a:lnTo>
                  <a:pt x="436779" y="103259"/>
                </a:lnTo>
                <a:lnTo>
                  <a:pt x="435909" y="103248"/>
                </a:lnTo>
                <a:lnTo>
                  <a:pt x="435059" y="103217"/>
                </a:lnTo>
                <a:lnTo>
                  <a:pt x="434229" y="103165"/>
                </a:lnTo>
                <a:lnTo>
                  <a:pt x="433419" y="103092"/>
                </a:lnTo>
                <a:lnTo>
                  <a:pt x="432628" y="102999"/>
                </a:lnTo>
                <a:lnTo>
                  <a:pt x="431857" y="102885"/>
                </a:lnTo>
                <a:lnTo>
                  <a:pt x="431106" y="102750"/>
                </a:lnTo>
                <a:lnTo>
                  <a:pt x="430375" y="102594"/>
                </a:lnTo>
                <a:lnTo>
                  <a:pt x="429664" y="102417"/>
                </a:lnTo>
                <a:lnTo>
                  <a:pt x="428972" y="102220"/>
                </a:lnTo>
                <a:lnTo>
                  <a:pt x="428301" y="102002"/>
                </a:lnTo>
                <a:lnTo>
                  <a:pt x="427649" y="101763"/>
                </a:lnTo>
                <a:lnTo>
                  <a:pt x="427168" y="101570"/>
                </a:lnTo>
                <a:lnTo>
                  <a:pt x="426678" y="101348"/>
                </a:lnTo>
                <a:lnTo>
                  <a:pt x="426178" y="101095"/>
                </a:lnTo>
                <a:lnTo>
                  <a:pt x="425668" y="100814"/>
                </a:lnTo>
                <a:lnTo>
                  <a:pt x="425147" y="100502"/>
                </a:lnTo>
                <a:lnTo>
                  <a:pt x="424617" y="100161"/>
                </a:lnTo>
                <a:lnTo>
                  <a:pt x="424078" y="99790"/>
                </a:lnTo>
                <a:lnTo>
                  <a:pt x="423528" y="99389"/>
                </a:lnTo>
                <a:lnTo>
                  <a:pt x="422968" y="98959"/>
                </a:lnTo>
                <a:lnTo>
                  <a:pt x="422398" y="98499"/>
                </a:lnTo>
                <a:lnTo>
                  <a:pt x="421819" y="98010"/>
                </a:lnTo>
                <a:lnTo>
                  <a:pt x="421229" y="97490"/>
                </a:lnTo>
                <a:lnTo>
                  <a:pt x="421229" y="117359"/>
                </a:lnTo>
                <a:lnTo>
                  <a:pt x="421235" y="118440"/>
                </a:lnTo>
                <a:lnTo>
                  <a:pt x="421252" y="119454"/>
                </a:lnTo>
                <a:lnTo>
                  <a:pt x="421281" y="120401"/>
                </a:lnTo>
                <a:lnTo>
                  <a:pt x="421320" y="121279"/>
                </a:lnTo>
                <a:lnTo>
                  <a:pt x="421372" y="122090"/>
                </a:lnTo>
                <a:lnTo>
                  <a:pt x="421434" y="122833"/>
                </a:lnTo>
                <a:lnTo>
                  <a:pt x="421508" y="123508"/>
                </a:lnTo>
                <a:lnTo>
                  <a:pt x="421594" y="124116"/>
                </a:lnTo>
                <a:lnTo>
                  <a:pt x="421691" y="124656"/>
                </a:lnTo>
                <a:lnTo>
                  <a:pt x="421799" y="125128"/>
                </a:lnTo>
                <a:lnTo>
                  <a:pt x="421919" y="125532"/>
                </a:lnTo>
                <a:lnTo>
                  <a:pt x="422050" y="125869"/>
                </a:lnTo>
                <a:lnTo>
                  <a:pt x="422195" y="126166"/>
                </a:lnTo>
                <a:lnTo>
                  <a:pt x="422357" y="126453"/>
                </a:lnTo>
                <a:lnTo>
                  <a:pt x="422536" y="126730"/>
                </a:lnTo>
                <a:lnTo>
                  <a:pt x="422731" y="126996"/>
                </a:lnTo>
                <a:lnTo>
                  <a:pt x="422944" y="127252"/>
                </a:lnTo>
                <a:lnTo>
                  <a:pt x="423173" y="127498"/>
                </a:lnTo>
                <a:lnTo>
                  <a:pt x="423419" y="127733"/>
                </a:lnTo>
                <a:lnTo>
                  <a:pt x="423682" y="127957"/>
                </a:lnTo>
                <a:lnTo>
                  <a:pt x="423962" y="128172"/>
                </a:lnTo>
                <a:lnTo>
                  <a:pt x="424259" y="128376"/>
                </a:lnTo>
                <a:lnTo>
                  <a:pt x="424572" y="128569"/>
                </a:lnTo>
                <a:lnTo>
                  <a:pt x="424903" y="128753"/>
                </a:lnTo>
                <a:lnTo>
                  <a:pt x="425265" y="128923"/>
                </a:lnTo>
                <a:lnTo>
                  <a:pt x="425673" y="129079"/>
                </a:lnTo>
                <a:lnTo>
                  <a:pt x="426127" y="129220"/>
                </a:lnTo>
                <a:lnTo>
                  <a:pt x="426627" y="129346"/>
                </a:lnTo>
                <a:lnTo>
                  <a:pt x="427173" y="129457"/>
                </a:lnTo>
                <a:lnTo>
                  <a:pt x="427765" y="129554"/>
                </a:lnTo>
                <a:lnTo>
                  <a:pt x="428403" y="129635"/>
                </a:lnTo>
                <a:lnTo>
                  <a:pt x="429087" y="129702"/>
                </a:lnTo>
                <a:lnTo>
                  <a:pt x="429818" y="129754"/>
                </a:lnTo>
                <a:lnTo>
                  <a:pt x="430594" y="129791"/>
                </a:lnTo>
                <a:lnTo>
                  <a:pt x="431417" y="129813"/>
                </a:lnTo>
                <a:lnTo>
                  <a:pt x="432285" y="129821"/>
                </a:lnTo>
                <a:lnTo>
                  <a:pt x="432285" y="132456"/>
                </a:lnTo>
                <a:lnTo>
                  <a:pt x="398047" y="132456"/>
                </a:lnTo>
                <a:lnTo>
                  <a:pt x="398047" y="129821"/>
                </a:lnTo>
                <a:lnTo>
                  <a:pt x="399830" y="129821"/>
                </a:lnTo>
                <a:lnTo>
                  <a:pt x="400476" y="129821"/>
                </a:lnTo>
                <a:lnTo>
                  <a:pt x="401106" y="129799"/>
                </a:lnTo>
                <a:lnTo>
                  <a:pt x="401721" y="129754"/>
                </a:lnTo>
                <a:lnTo>
                  <a:pt x="402319" y="129686"/>
                </a:lnTo>
                <a:lnTo>
                  <a:pt x="402902" y="129595"/>
                </a:lnTo>
                <a:lnTo>
                  <a:pt x="403468" y="129482"/>
                </a:lnTo>
                <a:lnTo>
                  <a:pt x="404019" y="129346"/>
                </a:lnTo>
                <a:lnTo>
                  <a:pt x="404554" y="129187"/>
                </a:lnTo>
                <a:lnTo>
                  <a:pt x="405073" y="129005"/>
                </a:lnTo>
                <a:lnTo>
                  <a:pt x="405576" y="128801"/>
                </a:lnTo>
                <a:lnTo>
                  <a:pt x="406064" y="128573"/>
                </a:lnTo>
                <a:lnTo>
                  <a:pt x="406535" y="128323"/>
                </a:lnTo>
                <a:lnTo>
                  <a:pt x="406757" y="128186"/>
                </a:lnTo>
                <a:lnTo>
                  <a:pt x="406970" y="128035"/>
                </a:lnTo>
                <a:lnTo>
                  <a:pt x="407175" y="127871"/>
                </a:lnTo>
                <a:lnTo>
                  <a:pt x="407372" y="127694"/>
                </a:lnTo>
                <a:lnTo>
                  <a:pt x="407560" y="127503"/>
                </a:lnTo>
                <a:lnTo>
                  <a:pt x="407739" y="127299"/>
                </a:lnTo>
                <a:lnTo>
                  <a:pt x="407910" y="127081"/>
                </a:lnTo>
                <a:lnTo>
                  <a:pt x="408073" y="126850"/>
                </a:lnTo>
                <a:lnTo>
                  <a:pt x="408227" y="126606"/>
                </a:lnTo>
                <a:lnTo>
                  <a:pt x="408373" y="126348"/>
                </a:lnTo>
                <a:lnTo>
                  <a:pt x="408511" y="126077"/>
                </a:lnTo>
                <a:lnTo>
                  <a:pt x="408640" y="125793"/>
                </a:lnTo>
                <a:lnTo>
                  <a:pt x="408759" y="125465"/>
                </a:lnTo>
                <a:lnTo>
                  <a:pt x="408868" y="125062"/>
                </a:lnTo>
                <a:lnTo>
                  <a:pt x="408967" y="124584"/>
                </a:lnTo>
                <a:lnTo>
                  <a:pt x="409056" y="124032"/>
                </a:lnTo>
                <a:lnTo>
                  <a:pt x="409134" y="123405"/>
                </a:lnTo>
                <a:lnTo>
                  <a:pt x="409201" y="122703"/>
                </a:lnTo>
                <a:lnTo>
                  <a:pt x="409259" y="121926"/>
                </a:lnTo>
                <a:lnTo>
                  <a:pt x="409305" y="121075"/>
                </a:lnTo>
                <a:lnTo>
                  <a:pt x="409342" y="120149"/>
                </a:lnTo>
                <a:lnTo>
                  <a:pt x="409368" y="119148"/>
                </a:lnTo>
                <a:lnTo>
                  <a:pt x="409383" y="118073"/>
                </a:lnTo>
                <a:lnTo>
                  <a:pt x="409389" y="116922"/>
                </a:lnTo>
                <a:lnTo>
                  <a:pt x="409389" y="55205"/>
                </a:lnTo>
                <a:lnTo>
                  <a:pt x="409385" y="54181"/>
                </a:lnTo>
                <a:lnTo>
                  <a:pt x="409373" y="53220"/>
                </a:lnTo>
                <a:lnTo>
                  <a:pt x="409353" y="52324"/>
                </a:lnTo>
                <a:lnTo>
                  <a:pt x="409325" y="51492"/>
                </a:lnTo>
                <a:lnTo>
                  <a:pt x="409290" y="50725"/>
                </a:lnTo>
                <a:lnTo>
                  <a:pt x="409246" y="50021"/>
                </a:lnTo>
                <a:lnTo>
                  <a:pt x="409194" y="49383"/>
                </a:lnTo>
                <a:lnTo>
                  <a:pt x="409135" y="48808"/>
                </a:lnTo>
                <a:lnTo>
                  <a:pt x="409068" y="48298"/>
                </a:lnTo>
                <a:lnTo>
                  <a:pt x="408992" y="47852"/>
                </a:lnTo>
                <a:lnTo>
                  <a:pt x="408909" y="47471"/>
                </a:lnTo>
                <a:lnTo>
                  <a:pt x="408818" y="47154"/>
                </a:lnTo>
                <a:lnTo>
                  <a:pt x="408718" y="46875"/>
                </a:lnTo>
                <a:lnTo>
                  <a:pt x="408609" y="46607"/>
                </a:lnTo>
                <a:lnTo>
                  <a:pt x="408490" y="46352"/>
                </a:lnTo>
                <a:lnTo>
                  <a:pt x="408362" y="46108"/>
                </a:lnTo>
                <a:lnTo>
                  <a:pt x="408225" y="45877"/>
                </a:lnTo>
                <a:lnTo>
                  <a:pt x="408078" y="45657"/>
                </a:lnTo>
                <a:lnTo>
                  <a:pt x="407922" y="45449"/>
                </a:lnTo>
                <a:lnTo>
                  <a:pt x="407756" y="45253"/>
                </a:lnTo>
                <a:lnTo>
                  <a:pt x="407581" y="45069"/>
                </a:lnTo>
                <a:lnTo>
                  <a:pt x="407396" y="44897"/>
                </a:lnTo>
                <a:lnTo>
                  <a:pt x="407202" y="44736"/>
                </a:lnTo>
                <a:lnTo>
                  <a:pt x="406999" y="44588"/>
                </a:lnTo>
                <a:lnTo>
                  <a:pt x="406785" y="44451"/>
                </a:lnTo>
                <a:lnTo>
                  <a:pt x="406558" y="44326"/>
                </a:lnTo>
                <a:lnTo>
                  <a:pt x="406319" y="44213"/>
                </a:lnTo>
                <a:lnTo>
                  <a:pt x="406068" y="44112"/>
                </a:lnTo>
                <a:lnTo>
                  <a:pt x="405804" y="44023"/>
                </a:lnTo>
                <a:lnTo>
                  <a:pt x="405528" y="43946"/>
                </a:lnTo>
                <a:lnTo>
                  <a:pt x="405239" y="43880"/>
                </a:lnTo>
                <a:lnTo>
                  <a:pt x="404938" y="43827"/>
                </a:lnTo>
                <a:lnTo>
                  <a:pt x="404625" y="43785"/>
                </a:lnTo>
                <a:lnTo>
                  <a:pt x="404299" y="43755"/>
                </a:lnTo>
                <a:lnTo>
                  <a:pt x="403961" y="43737"/>
                </a:lnTo>
                <a:lnTo>
                  <a:pt x="403611" y="43731"/>
                </a:lnTo>
                <a:lnTo>
                  <a:pt x="403319" y="43738"/>
                </a:lnTo>
                <a:lnTo>
                  <a:pt x="403014" y="43759"/>
                </a:lnTo>
                <a:lnTo>
                  <a:pt x="402697" y="43794"/>
                </a:lnTo>
                <a:lnTo>
                  <a:pt x="402367" y="43842"/>
                </a:lnTo>
                <a:lnTo>
                  <a:pt x="402023" y="43904"/>
                </a:lnTo>
                <a:lnTo>
                  <a:pt x="401667" y="43981"/>
                </a:lnTo>
                <a:lnTo>
                  <a:pt x="401298" y="44071"/>
                </a:lnTo>
                <a:lnTo>
                  <a:pt x="400916" y="44174"/>
                </a:lnTo>
                <a:lnTo>
                  <a:pt x="400521" y="44292"/>
                </a:lnTo>
                <a:lnTo>
                  <a:pt x="400114" y="44424"/>
                </a:lnTo>
                <a:lnTo>
                  <a:pt x="399693" y="44569"/>
                </a:lnTo>
                <a:lnTo>
                  <a:pt x="399260" y="44728"/>
                </a:lnTo>
                <a:lnTo>
                  <a:pt x="398404" y="42449"/>
                </a:lnTo>
                <a:moveTo>
                  <a:pt x="421229" y="53895"/>
                </a:moveTo>
                <a:lnTo>
                  <a:pt x="421229" y="78218"/>
                </a:lnTo>
                <a:lnTo>
                  <a:pt x="421234" y="79497"/>
                </a:lnTo>
                <a:lnTo>
                  <a:pt x="421247" y="80700"/>
                </a:lnTo>
                <a:lnTo>
                  <a:pt x="421269" y="81828"/>
                </a:lnTo>
                <a:lnTo>
                  <a:pt x="421301" y="82881"/>
                </a:lnTo>
                <a:lnTo>
                  <a:pt x="421341" y="83859"/>
                </a:lnTo>
                <a:lnTo>
                  <a:pt x="421390" y="84762"/>
                </a:lnTo>
                <a:lnTo>
                  <a:pt x="421448" y="85590"/>
                </a:lnTo>
                <a:lnTo>
                  <a:pt x="421515" y="86343"/>
                </a:lnTo>
                <a:lnTo>
                  <a:pt x="421590" y="87020"/>
                </a:lnTo>
                <a:lnTo>
                  <a:pt x="421675" y="87623"/>
                </a:lnTo>
                <a:lnTo>
                  <a:pt x="421769" y="88150"/>
                </a:lnTo>
                <a:lnTo>
                  <a:pt x="421871" y="88602"/>
                </a:lnTo>
                <a:lnTo>
                  <a:pt x="422058" y="89283"/>
                </a:lnTo>
                <a:lnTo>
                  <a:pt x="422284" y="89950"/>
                </a:lnTo>
                <a:lnTo>
                  <a:pt x="422551" y="90603"/>
                </a:lnTo>
                <a:lnTo>
                  <a:pt x="422858" y="91242"/>
                </a:lnTo>
                <a:lnTo>
                  <a:pt x="423205" y="91867"/>
                </a:lnTo>
                <a:lnTo>
                  <a:pt x="423592" y="92479"/>
                </a:lnTo>
                <a:lnTo>
                  <a:pt x="424019" y="93076"/>
                </a:lnTo>
                <a:lnTo>
                  <a:pt x="424487" y="93660"/>
                </a:lnTo>
                <a:lnTo>
                  <a:pt x="424994" y="94230"/>
                </a:lnTo>
                <a:lnTo>
                  <a:pt x="425542" y="94786"/>
                </a:lnTo>
                <a:lnTo>
                  <a:pt x="426129" y="95328"/>
                </a:lnTo>
                <a:lnTo>
                  <a:pt x="426757" y="95857"/>
                </a:lnTo>
                <a:lnTo>
                  <a:pt x="427419" y="96357"/>
                </a:lnTo>
                <a:lnTo>
                  <a:pt x="428110" y="96813"/>
                </a:lnTo>
                <a:lnTo>
                  <a:pt x="428828" y="97226"/>
                </a:lnTo>
                <a:lnTo>
                  <a:pt x="429575" y="97595"/>
                </a:lnTo>
                <a:lnTo>
                  <a:pt x="430350" y="97921"/>
                </a:lnTo>
                <a:lnTo>
                  <a:pt x="431153" y="98204"/>
                </a:lnTo>
                <a:lnTo>
                  <a:pt x="431984" y="98443"/>
                </a:lnTo>
                <a:lnTo>
                  <a:pt x="432844" y="98638"/>
                </a:lnTo>
                <a:lnTo>
                  <a:pt x="433732" y="98790"/>
                </a:lnTo>
                <a:lnTo>
                  <a:pt x="434648" y="98899"/>
                </a:lnTo>
                <a:lnTo>
                  <a:pt x="435593" y="98964"/>
                </a:lnTo>
                <a:lnTo>
                  <a:pt x="436565" y="98986"/>
                </a:lnTo>
                <a:lnTo>
                  <a:pt x="437735" y="98947"/>
                </a:lnTo>
                <a:lnTo>
                  <a:pt x="438867" y="98832"/>
                </a:lnTo>
                <a:lnTo>
                  <a:pt x="439962" y="98639"/>
                </a:lnTo>
                <a:lnTo>
                  <a:pt x="441019" y="98369"/>
                </a:lnTo>
                <a:lnTo>
                  <a:pt x="442039" y="98023"/>
                </a:lnTo>
                <a:lnTo>
                  <a:pt x="443020" y="97599"/>
                </a:lnTo>
                <a:lnTo>
                  <a:pt x="443965" y="97098"/>
                </a:lnTo>
                <a:lnTo>
                  <a:pt x="444871" y="96520"/>
                </a:lnTo>
                <a:lnTo>
                  <a:pt x="445740" y="95865"/>
                </a:lnTo>
                <a:lnTo>
                  <a:pt x="446571" y="95133"/>
                </a:lnTo>
                <a:lnTo>
                  <a:pt x="447365" y="94324"/>
                </a:lnTo>
                <a:lnTo>
                  <a:pt x="448121" y="93438"/>
                </a:lnTo>
                <a:lnTo>
                  <a:pt x="449043" y="92188"/>
                </a:lnTo>
                <a:lnTo>
                  <a:pt x="449886" y="90856"/>
                </a:lnTo>
                <a:lnTo>
                  <a:pt x="450648" y="89442"/>
                </a:lnTo>
                <a:lnTo>
                  <a:pt x="451330" y="87947"/>
                </a:lnTo>
                <a:lnTo>
                  <a:pt x="451932" y="86369"/>
                </a:lnTo>
                <a:lnTo>
                  <a:pt x="452454" y="84709"/>
                </a:lnTo>
                <a:lnTo>
                  <a:pt x="452895" y="82967"/>
                </a:lnTo>
                <a:lnTo>
                  <a:pt x="453256" y="81143"/>
                </a:lnTo>
                <a:lnTo>
                  <a:pt x="453537" y="79237"/>
                </a:lnTo>
                <a:lnTo>
                  <a:pt x="453738" y="77249"/>
                </a:lnTo>
                <a:lnTo>
                  <a:pt x="453858" y="75179"/>
                </a:lnTo>
                <a:lnTo>
                  <a:pt x="453898" y="73026"/>
                </a:lnTo>
                <a:lnTo>
                  <a:pt x="453853" y="70585"/>
                </a:lnTo>
                <a:lnTo>
                  <a:pt x="453716" y="68240"/>
                </a:lnTo>
                <a:lnTo>
                  <a:pt x="453488" y="65990"/>
                </a:lnTo>
                <a:lnTo>
                  <a:pt x="453169" y="63837"/>
                </a:lnTo>
                <a:lnTo>
                  <a:pt x="452759" y="61779"/>
                </a:lnTo>
                <a:lnTo>
                  <a:pt x="452258" y="59817"/>
                </a:lnTo>
                <a:lnTo>
                  <a:pt x="451665" y="57950"/>
                </a:lnTo>
                <a:lnTo>
                  <a:pt x="450982" y="56180"/>
                </a:lnTo>
                <a:lnTo>
                  <a:pt x="450207" y="54505"/>
                </a:lnTo>
                <a:lnTo>
                  <a:pt x="449341" y="52926"/>
                </a:lnTo>
                <a:lnTo>
                  <a:pt x="448384" y="51443"/>
                </a:lnTo>
                <a:lnTo>
                  <a:pt x="447336" y="50056"/>
                </a:lnTo>
                <a:lnTo>
                  <a:pt x="446563" y="49170"/>
                </a:lnTo>
                <a:lnTo>
                  <a:pt x="445767" y="48361"/>
                </a:lnTo>
                <a:lnTo>
                  <a:pt x="444946" y="47629"/>
                </a:lnTo>
                <a:lnTo>
                  <a:pt x="444102" y="46974"/>
                </a:lnTo>
                <a:lnTo>
                  <a:pt x="443234" y="46396"/>
                </a:lnTo>
                <a:lnTo>
                  <a:pt x="442343" y="45895"/>
                </a:lnTo>
                <a:lnTo>
                  <a:pt x="441427" y="45471"/>
                </a:lnTo>
                <a:lnTo>
                  <a:pt x="440488" y="45124"/>
                </a:lnTo>
                <a:lnTo>
                  <a:pt x="439525" y="44855"/>
                </a:lnTo>
                <a:lnTo>
                  <a:pt x="438539" y="44662"/>
                </a:lnTo>
                <a:lnTo>
                  <a:pt x="437528" y="44547"/>
                </a:lnTo>
                <a:lnTo>
                  <a:pt x="436494" y="44508"/>
                </a:lnTo>
                <a:lnTo>
                  <a:pt x="435924" y="44520"/>
                </a:lnTo>
                <a:lnTo>
                  <a:pt x="435355" y="44555"/>
                </a:lnTo>
                <a:lnTo>
                  <a:pt x="434786" y="44615"/>
                </a:lnTo>
                <a:lnTo>
                  <a:pt x="434219" y="44698"/>
                </a:lnTo>
                <a:lnTo>
                  <a:pt x="433653" y="44804"/>
                </a:lnTo>
                <a:lnTo>
                  <a:pt x="433088" y="44935"/>
                </a:lnTo>
                <a:lnTo>
                  <a:pt x="432524" y="45089"/>
                </a:lnTo>
                <a:lnTo>
                  <a:pt x="431960" y="45267"/>
                </a:lnTo>
                <a:lnTo>
                  <a:pt x="431398" y="45468"/>
                </a:lnTo>
                <a:lnTo>
                  <a:pt x="430837" y="45693"/>
                </a:lnTo>
                <a:lnTo>
                  <a:pt x="430277" y="45942"/>
                </a:lnTo>
                <a:lnTo>
                  <a:pt x="429717" y="46215"/>
                </a:lnTo>
                <a:lnTo>
                  <a:pt x="429266" y="46464"/>
                </a:lnTo>
                <a:lnTo>
                  <a:pt x="428768" y="46784"/>
                </a:lnTo>
                <a:lnTo>
                  <a:pt x="428224" y="47175"/>
                </a:lnTo>
                <a:lnTo>
                  <a:pt x="427633" y="47637"/>
                </a:lnTo>
                <a:lnTo>
                  <a:pt x="426996" y="48170"/>
                </a:lnTo>
                <a:lnTo>
                  <a:pt x="426312" y="48775"/>
                </a:lnTo>
                <a:lnTo>
                  <a:pt x="425581" y="49450"/>
                </a:lnTo>
                <a:lnTo>
                  <a:pt x="424804" y="50197"/>
                </a:lnTo>
                <a:lnTo>
                  <a:pt x="423980" y="51015"/>
                </a:lnTo>
                <a:lnTo>
                  <a:pt x="423110" y="51904"/>
                </a:lnTo>
                <a:lnTo>
                  <a:pt x="422193" y="52864"/>
                </a:lnTo>
                <a:lnTo>
                  <a:pt x="421229" y="53895"/>
                </a:lnTo>
                <a:close/>
                <a:moveTo>
                  <a:pt x="495127" y="14527"/>
                </a:moveTo>
                <a:lnTo>
                  <a:pt x="495127" y="36034"/>
                </a:lnTo>
                <a:lnTo>
                  <a:pt x="510391" y="36034"/>
                </a:lnTo>
                <a:lnTo>
                  <a:pt x="510391" y="41019"/>
                </a:lnTo>
                <a:lnTo>
                  <a:pt x="495127" y="41019"/>
                </a:lnTo>
                <a:lnTo>
                  <a:pt x="495127" y="83261"/>
                </a:lnTo>
                <a:lnTo>
                  <a:pt x="495139" y="84288"/>
                </a:lnTo>
                <a:lnTo>
                  <a:pt x="495177" y="85257"/>
                </a:lnTo>
                <a:lnTo>
                  <a:pt x="495240" y="86169"/>
                </a:lnTo>
                <a:lnTo>
                  <a:pt x="495329" y="87024"/>
                </a:lnTo>
                <a:lnTo>
                  <a:pt x="495442" y="87821"/>
                </a:lnTo>
                <a:lnTo>
                  <a:pt x="495581" y="88561"/>
                </a:lnTo>
                <a:lnTo>
                  <a:pt x="495746" y="89244"/>
                </a:lnTo>
                <a:lnTo>
                  <a:pt x="495935" y="89869"/>
                </a:lnTo>
                <a:lnTo>
                  <a:pt x="496150" y="90437"/>
                </a:lnTo>
                <a:lnTo>
                  <a:pt x="496390" y="90948"/>
                </a:lnTo>
                <a:lnTo>
                  <a:pt x="496655" y="91402"/>
                </a:lnTo>
                <a:lnTo>
                  <a:pt x="496946" y="91798"/>
                </a:lnTo>
                <a:lnTo>
                  <a:pt x="497256" y="92150"/>
                </a:lnTo>
                <a:lnTo>
                  <a:pt x="497581" y="92471"/>
                </a:lnTo>
                <a:lnTo>
                  <a:pt x="497920" y="92762"/>
                </a:lnTo>
                <a:lnTo>
                  <a:pt x="498273" y="93022"/>
                </a:lnTo>
                <a:lnTo>
                  <a:pt x="498641" y="93251"/>
                </a:lnTo>
                <a:lnTo>
                  <a:pt x="499023" y="93450"/>
                </a:lnTo>
                <a:lnTo>
                  <a:pt x="499420" y="93618"/>
                </a:lnTo>
                <a:lnTo>
                  <a:pt x="499830" y="93756"/>
                </a:lnTo>
                <a:lnTo>
                  <a:pt x="500256" y="93863"/>
                </a:lnTo>
                <a:lnTo>
                  <a:pt x="500695" y="93940"/>
                </a:lnTo>
                <a:lnTo>
                  <a:pt x="501149" y="93986"/>
                </a:lnTo>
                <a:lnTo>
                  <a:pt x="501618" y="94001"/>
                </a:lnTo>
                <a:lnTo>
                  <a:pt x="502009" y="93991"/>
                </a:lnTo>
                <a:lnTo>
                  <a:pt x="502398" y="93960"/>
                </a:lnTo>
                <a:lnTo>
                  <a:pt x="502786" y="93910"/>
                </a:lnTo>
                <a:lnTo>
                  <a:pt x="503171" y="93839"/>
                </a:lnTo>
                <a:lnTo>
                  <a:pt x="503554" y="93747"/>
                </a:lnTo>
                <a:lnTo>
                  <a:pt x="503936" y="93636"/>
                </a:lnTo>
                <a:lnTo>
                  <a:pt x="504315" y="93504"/>
                </a:lnTo>
                <a:lnTo>
                  <a:pt x="504693" y="93352"/>
                </a:lnTo>
                <a:lnTo>
                  <a:pt x="505068" y="93180"/>
                </a:lnTo>
                <a:lnTo>
                  <a:pt x="505442" y="92987"/>
                </a:lnTo>
                <a:lnTo>
                  <a:pt x="505813" y="92774"/>
                </a:lnTo>
                <a:lnTo>
                  <a:pt x="506183" y="92541"/>
                </a:lnTo>
                <a:lnTo>
                  <a:pt x="506544" y="92288"/>
                </a:lnTo>
                <a:lnTo>
                  <a:pt x="506892" y="92016"/>
                </a:lnTo>
                <a:lnTo>
                  <a:pt x="507226" y="91724"/>
                </a:lnTo>
                <a:lnTo>
                  <a:pt x="507546" y="91413"/>
                </a:lnTo>
                <a:lnTo>
                  <a:pt x="507852" y="91083"/>
                </a:lnTo>
                <a:lnTo>
                  <a:pt x="508144" y="90734"/>
                </a:lnTo>
                <a:lnTo>
                  <a:pt x="508423" y="90365"/>
                </a:lnTo>
                <a:lnTo>
                  <a:pt x="508687" y="89977"/>
                </a:lnTo>
                <a:lnTo>
                  <a:pt x="508938" y="89570"/>
                </a:lnTo>
                <a:lnTo>
                  <a:pt x="509175" y="89144"/>
                </a:lnTo>
                <a:lnTo>
                  <a:pt x="509398" y="88698"/>
                </a:lnTo>
                <a:lnTo>
                  <a:pt x="509607" y="88233"/>
                </a:lnTo>
                <a:lnTo>
                  <a:pt x="512388" y="88233"/>
                </a:lnTo>
                <a:lnTo>
                  <a:pt x="511958" y="89375"/>
                </a:lnTo>
                <a:lnTo>
                  <a:pt x="511499" y="90471"/>
                </a:lnTo>
                <a:lnTo>
                  <a:pt x="511011" y="91519"/>
                </a:lnTo>
                <a:lnTo>
                  <a:pt x="510494" y="92519"/>
                </a:lnTo>
                <a:lnTo>
                  <a:pt x="509949" y="93473"/>
                </a:lnTo>
                <a:lnTo>
                  <a:pt x="509375" y="94379"/>
                </a:lnTo>
                <a:lnTo>
                  <a:pt x="508772" y="95237"/>
                </a:lnTo>
                <a:lnTo>
                  <a:pt x="508140" y="96048"/>
                </a:lnTo>
                <a:lnTo>
                  <a:pt x="507480" y="96812"/>
                </a:lnTo>
                <a:lnTo>
                  <a:pt x="506791" y="97528"/>
                </a:lnTo>
                <a:lnTo>
                  <a:pt x="506073" y="98197"/>
                </a:lnTo>
                <a:lnTo>
                  <a:pt x="505327" y="98819"/>
                </a:lnTo>
                <a:lnTo>
                  <a:pt x="504564" y="99391"/>
                </a:lnTo>
                <a:lnTo>
                  <a:pt x="503797" y="99914"/>
                </a:lnTo>
                <a:lnTo>
                  <a:pt x="503026" y="100387"/>
                </a:lnTo>
                <a:lnTo>
                  <a:pt x="502252" y="100811"/>
                </a:lnTo>
                <a:lnTo>
                  <a:pt x="501473" y="101184"/>
                </a:lnTo>
                <a:lnTo>
                  <a:pt x="500690" y="101508"/>
                </a:lnTo>
                <a:lnTo>
                  <a:pt x="499904" y="101782"/>
                </a:lnTo>
                <a:lnTo>
                  <a:pt x="499113" y="102006"/>
                </a:lnTo>
                <a:lnTo>
                  <a:pt x="498319" y="102180"/>
                </a:lnTo>
                <a:lnTo>
                  <a:pt x="497520" y="102304"/>
                </a:lnTo>
                <a:lnTo>
                  <a:pt x="496718" y="102379"/>
                </a:lnTo>
                <a:lnTo>
                  <a:pt x="495911" y="102404"/>
                </a:lnTo>
                <a:lnTo>
                  <a:pt x="495365" y="102391"/>
                </a:lnTo>
                <a:lnTo>
                  <a:pt x="494822" y="102353"/>
                </a:lnTo>
                <a:lnTo>
                  <a:pt x="494280" y="102290"/>
                </a:lnTo>
                <a:lnTo>
                  <a:pt x="493740" y="102202"/>
                </a:lnTo>
                <a:lnTo>
                  <a:pt x="493202" y="102088"/>
                </a:lnTo>
                <a:lnTo>
                  <a:pt x="492666" y="101949"/>
                </a:lnTo>
                <a:lnTo>
                  <a:pt x="492132" y="101785"/>
                </a:lnTo>
                <a:lnTo>
                  <a:pt x="491600" y="101596"/>
                </a:lnTo>
                <a:lnTo>
                  <a:pt x="491070" y="101381"/>
                </a:lnTo>
                <a:lnTo>
                  <a:pt x="490542" y="101141"/>
                </a:lnTo>
                <a:lnTo>
                  <a:pt x="490016" y="100876"/>
                </a:lnTo>
                <a:lnTo>
                  <a:pt x="489492" y="100586"/>
                </a:lnTo>
                <a:lnTo>
                  <a:pt x="488980" y="100272"/>
                </a:lnTo>
                <a:lnTo>
                  <a:pt x="488491" y="99936"/>
                </a:lnTo>
                <a:lnTo>
                  <a:pt x="488025" y="99579"/>
                </a:lnTo>
                <a:lnTo>
                  <a:pt x="487582" y="99200"/>
                </a:lnTo>
                <a:lnTo>
                  <a:pt x="487161" y="98799"/>
                </a:lnTo>
                <a:lnTo>
                  <a:pt x="486763" y="98376"/>
                </a:lnTo>
                <a:lnTo>
                  <a:pt x="486388" y="97932"/>
                </a:lnTo>
                <a:lnTo>
                  <a:pt x="486036" y="97465"/>
                </a:lnTo>
                <a:lnTo>
                  <a:pt x="485707" y="96977"/>
                </a:lnTo>
                <a:lnTo>
                  <a:pt x="485400" y="96468"/>
                </a:lnTo>
                <a:lnTo>
                  <a:pt x="485116" y="95936"/>
                </a:lnTo>
                <a:lnTo>
                  <a:pt x="484855" y="95383"/>
                </a:lnTo>
                <a:lnTo>
                  <a:pt x="484616" y="94793"/>
                </a:lnTo>
                <a:lnTo>
                  <a:pt x="484397" y="94152"/>
                </a:lnTo>
                <a:lnTo>
                  <a:pt x="484200" y="93460"/>
                </a:lnTo>
                <a:lnTo>
                  <a:pt x="484023" y="92717"/>
                </a:lnTo>
                <a:lnTo>
                  <a:pt x="483867" y="91923"/>
                </a:lnTo>
                <a:lnTo>
                  <a:pt x="483732" y="91078"/>
                </a:lnTo>
                <a:lnTo>
                  <a:pt x="483617" y="90182"/>
                </a:lnTo>
                <a:lnTo>
                  <a:pt x="483524" y="89235"/>
                </a:lnTo>
                <a:lnTo>
                  <a:pt x="483451" y="88237"/>
                </a:lnTo>
                <a:lnTo>
                  <a:pt x="483399" y="87188"/>
                </a:lnTo>
                <a:lnTo>
                  <a:pt x="483368" y="86088"/>
                </a:lnTo>
                <a:lnTo>
                  <a:pt x="483357" y="84937"/>
                </a:lnTo>
                <a:lnTo>
                  <a:pt x="483357" y="41019"/>
                </a:lnTo>
                <a:lnTo>
                  <a:pt x="473014" y="41019"/>
                </a:lnTo>
                <a:lnTo>
                  <a:pt x="473014" y="38669"/>
                </a:lnTo>
                <a:lnTo>
                  <a:pt x="473670" y="38392"/>
                </a:lnTo>
                <a:lnTo>
                  <a:pt x="474327" y="38084"/>
                </a:lnTo>
                <a:lnTo>
                  <a:pt x="474987" y="37747"/>
                </a:lnTo>
                <a:lnTo>
                  <a:pt x="475650" y="37379"/>
                </a:lnTo>
                <a:lnTo>
                  <a:pt x="476315" y="36981"/>
                </a:lnTo>
                <a:lnTo>
                  <a:pt x="476982" y="36553"/>
                </a:lnTo>
                <a:lnTo>
                  <a:pt x="477652" y="36094"/>
                </a:lnTo>
                <a:lnTo>
                  <a:pt x="478325" y="35605"/>
                </a:lnTo>
                <a:lnTo>
                  <a:pt x="478999" y="35086"/>
                </a:lnTo>
                <a:lnTo>
                  <a:pt x="479677" y="34537"/>
                </a:lnTo>
                <a:lnTo>
                  <a:pt x="480357" y="33957"/>
                </a:lnTo>
                <a:lnTo>
                  <a:pt x="481039" y="33348"/>
                </a:lnTo>
                <a:lnTo>
                  <a:pt x="481716" y="32713"/>
                </a:lnTo>
                <a:lnTo>
                  <a:pt x="482381" y="32059"/>
                </a:lnTo>
                <a:lnTo>
                  <a:pt x="483034" y="31386"/>
                </a:lnTo>
                <a:lnTo>
                  <a:pt x="483674" y="30693"/>
                </a:lnTo>
                <a:lnTo>
                  <a:pt x="484302" y="29981"/>
                </a:lnTo>
                <a:lnTo>
                  <a:pt x="484918" y="29250"/>
                </a:lnTo>
                <a:lnTo>
                  <a:pt x="485521" y="28499"/>
                </a:lnTo>
                <a:lnTo>
                  <a:pt x="486111" y="27729"/>
                </a:lnTo>
                <a:lnTo>
                  <a:pt x="486690" y="26939"/>
                </a:lnTo>
                <a:lnTo>
                  <a:pt x="487256" y="26131"/>
                </a:lnTo>
                <a:lnTo>
                  <a:pt x="487809" y="25302"/>
                </a:lnTo>
                <a:lnTo>
                  <a:pt x="488350" y="24455"/>
                </a:lnTo>
                <a:lnTo>
                  <a:pt x="488633" y="23972"/>
                </a:lnTo>
                <a:lnTo>
                  <a:pt x="488933" y="23426"/>
                </a:lnTo>
                <a:lnTo>
                  <a:pt x="489251" y="22817"/>
                </a:lnTo>
                <a:lnTo>
                  <a:pt x="489587" y="22146"/>
                </a:lnTo>
                <a:lnTo>
                  <a:pt x="489940" y="21413"/>
                </a:lnTo>
                <a:lnTo>
                  <a:pt x="490312" y="20617"/>
                </a:lnTo>
                <a:lnTo>
                  <a:pt x="490701" y="19758"/>
                </a:lnTo>
                <a:lnTo>
                  <a:pt x="491108" y="18837"/>
                </a:lnTo>
                <a:lnTo>
                  <a:pt x="491533" y="17853"/>
                </a:lnTo>
                <a:lnTo>
                  <a:pt x="491976" y="16807"/>
                </a:lnTo>
                <a:lnTo>
                  <a:pt x="492437" y="15699"/>
                </a:lnTo>
                <a:lnTo>
                  <a:pt x="492915" y="14527"/>
                </a:lnTo>
                <a:lnTo>
                  <a:pt x="495127" y="14527"/>
                </a:lnTo>
                <a:close/>
                <a:moveTo>
                  <a:pt x="532946" y="0"/>
                </a:moveTo>
                <a:lnTo>
                  <a:pt x="533439" y="15"/>
                </a:lnTo>
                <a:lnTo>
                  <a:pt x="533919" y="59"/>
                </a:lnTo>
                <a:lnTo>
                  <a:pt x="534388" y="132"/>
                </a:lnTo>
                <a:lnTo>
                  <a:pt x="534844" y="235"/>
                </a:lnTo>
                <a:lnTo>
                  <a:pt x="535287" y="367"/>
                </a:lnTo>
                <a:lnTo>
                  <a:pt x="535718" y="528"/>
                </a:lnTo>
                <a:lnTo>
                  <a:pt x="536137" y="719"/>
                </a:lnTo>
                <a:lnTo>
                  <a:pt x="536544" y="939"/>
                </a:lnTo>
                <a:lnTo>
                  <a:pt x="536938" y="1188"/>
                </a:lnTo>
                <a:lnTo>
                  <a:pt x="537319" y="1467"/>
                </a:lnTo>
                <a:lnTo>
                  <a:pt x="537689" y="1775"/>
                </a:lnTo>
                <a:lnTo>
                  <a:pt x="538046" y="2112"/>
                </a:lnTo>
                <a:lnTo>
                  <a:pt x="538382" y="2470"/>
                </a:lnTo>
                <a:lnTo>
                  <a:pt x="538689" y="2840"/>
                </a:lnTo>
                <a:lnTo>
                  <a:pt x="538966" y="3223"/>
                </a:lnTo>
                <a:lnTo>
                  <a:pt x="539215" y="3618"/>
                </a:lnTo>
                <a:lnTo>
                  <a:pt x="539434" y="4026"/>
                </a:lnTo>
                <a:lnTo>
                  <a:pt x="539624" y="4446"/>
                </a:lnTo>
                <a:lnTo>
                  <a:pt x="539784" y="4878"/>
                </a:lnTo>
                <a:lnTo>
                  <a:pt x="539916" y="5323"/>
                </a:lnTo>
                <a:lnTo>
                  <a:pt x="540018" y="5781"/>
                </a:lnTo>
                <a:lnTo>
                  <a:pt x="540091" y="6251"/>
                </a:lnTo>
                <a:lnTo>
                  <a:pt x="540135" y="6733"/>
                </a:lnTo>
                <a:lnTo>
                  <a:pt x="540150" y="7228"/>
                </a:lnTo>
                <a:lnTo>
                  <a:pt x="540135" y="7723"/>
                </a:lnTo>
                <a:lnTo>
                  <a:pt x="540091" y="8206"/>
                </a:lnTo>
                <a:lnTo>
                  <a:pt x="540018" y="8678"/>
                </a:lnTo>
                <a:lnTo>
                  <a:pt x="539916" y="9137"/>
                </a:lnTo>
                <a:lnTo>
                  <a:pt x="539784" y="9584"/>
                </a:lnTo>
                <a:lnTo>
                  <a:pt x="539624" y="10020"/>
                </a:lnTo>
                <a:lnTo>
                  <a:pt x="539434" y="10443"/>
                </a:lnTo>
                <a:lnTo>
                  <a:pt x="539215" y="10855"/>
                </a:lnTo>
                <a:lnTo>
                  <a:pt x="538966" y="11255"/>
                </a:lnTo>
                <a:lnTo>
                  <a:pt x="538689" y="11642"/>
                </a:lnTo>
                <a:lnTo>
                  <a:pt x="538382" y="12018"/>
                </a:lnTo>
                <a:lnTo>
                  <a:pt x="538046" y="12382"/>
                </a:lnTo>
                <a:lnTo>
                  <a:pt x="537689" y="12725"/>
                </a:lnTo>
                <a:lnTo>
                  <a:pt x="537319" y="13038"/>
                </a:lnTo>
                <a:lnTo>
                  <a:pt x="536938" y="13321"/>
                </a:lnTo>
                <a:lnTo>
                  <a:pt x="536544" y="13574"/>
                </a:lnTo>
                <a:lnTo>
                  <a:pt x="536137" y="13797"/>
                </a:lnTo>
                <a:lnTo>
                  <a:pt x="535718" y="13991"/>
                </a:lnTo>
                <a:lnTo>
                  <a:pt x="535287" y="14155"/>
                </a:lnTo>
                <a:lnTo>
                  <a:pt x="534844" y="14289"/>
                </a:lnTo>
                <a:lnTo>
                  <a:pt x="534388" y="14393"/>
                </a:lnTo>
                <a:lnTo>
                  <a:pt x="533919" y="14468"/>
                </a:lnTo>
                <a:lnTo>
                  <a:pt x="533439" y="14513"/>
                </a:lnTo>
                <a:lnTo>
                  <a:pt x="532946" y="14527"/>
                </a:lnTo>
                <a:lnTo>
                  <a:pt x="532452" y="14513"/>
                </a:lnTo>
                <a:lnTo>
                  <a:pt x="531971" y="14468"/>
                </a:lnTo>
                <a:lnTo>
                  <a:pt x="531501" y="14393"/>
                </a:lnTo>
                <a:lnTo>
                  <a:pt x="531043" y="14289"/>
                </a:lnTo>
                <a:lnTo>
                  <a:pt x="530598" y="14155"/>
                </a:lnTo>
                <a:lnTo>
                  <a:pt x="530164" y="13991"/>
                </a:lnTo>
                <a:lnTo>
                  <a:pt x="529742" y="13797"/>
                </a:lnTo>
                <a:lnTo>
                  <a:pt x="529331" y="13574"/>
                </a:lnTo>
                <a:lnTo>
                  <a:pt x="528933" y="13321"/>
                </a:lnTo>
                <a:lnTo>
                  <a:pt x="528547" y="13038"/>
                </a:lnTo>
                <a:lnTo>
                  <a:pt x="528172" y="12725"/>
                </a:lnTo>
                <a:lnTo>
                  <a:pt x="527810" y="12382"/>
                </a:lnTo>
                <a:lnTo>
                  <a:pt x="527468" y="12018"/>
                </a:lnTo>
                <a:lnTo>
                  <a:pt x="527156" y="11642"/>
                </a:lnTo>
                <a:lnTo>
                  <a:pt x="526874" y="11255"/>
                </a:lnTo>
                <a:lnTo>
                  <a:pt x="526621" y="10855"/>
                </a:lnTo>
                <a:lnTo>
                  <a:pt x="526398" y="10443"/>
                </a:lnTo>
                <a:lnTo>
                  <a:pt x="526205" y="10020"/>
                </a:lnTo>
                <a:lnTo>
                  <a:pt x="526041" y="9584"/>
                </a:lnTo>
                <a:lnTo>
                  <a:pt x="525908" y="9137"/>
                </a:lnTo>
                <a:lnTo>
                  <a:pt x="525804" y="8678"/>
                </a:lnTo>
                <a:lnTo>
                  <a:pt x="525729" y="8206"/>
                </a:lnTo>
                <a:lnTo>
                  <a:pt x="525685" y="7723"/>
                </a:lnTo>
                <a:lnTo>
                  <a:pt x="525670" y="7228"/>
                </a:lnTo>
                <a:lnTo>
                  <a:pt x="525685" y="6733"/>
                </a:lnTo>
                <a:lnTo>
                  <a:pt x="525728" y="6251"/>
                </a:lnTo>
                <a:lnTo>
                  <a:pt x="525801" y="5781"/>
                </a:lnTo>
                <a:lnTo>
                  <a:pt x="525904" y="5323"/>
                </a:lnTo>
                <a:lnTo>
                  <a:pt x="526035" y="4878"/>
                </a:lnTo>
                <a:lnTo>
                  <a:pt x="526196" y="4446"/>
                </a:lnTo>
                <a:lnTo>
                  <a:pt x="526386" y="4026"/>
                </a:lnTo>
                <a:lnTo>
                  <a:pt x="526605" y="3618"/>
                </a:lnTo>
                <a:lnTo>
                  <a:pt x="526854" y="3223"/>
                </a:lnTo>
                <a:lnTo>
                  <a:pt x="527131" y="2840"/>
                </a:lnTo>
                <a:lnTo>
                  <a:pt x="527438" y="2470"/>
                </a:lnTo>
                <a:lnTo>
                  <a:pt x="527774" y="2112"/>
                </a:lnTo>
                <a:lnTo>
                  <a:pt x="528132" y="1775"/>
                </a:lnTo>
                <a:lnTo>
                  <a:pt x="528502" y="1467"/>
                </a:lnTo>
                <a:lnTo>
                  <a:pt x="528886" y="1188"/>
                </a:lnTo>
                <a:lnTo>
                  <a:pt x="529284" y="939"/>
                </a:lnTo>
                <a:lnTo>
                  <a:pt x="529695" y="719"/>
                </a:lnTo>
                <a:lnTo>
                  <a:pt x="530119" y="528"/>
                </a:lnTo>
                <a:lnTo>
                  <a:pt x="530557" y="367"/>
                </a:lnTo>
                <a:lnTo>
                  <a:pt x="531008" y="235"/>
                </a:lnTo>
                <a:lnTo>
                  <a:pt x="531472" y="132"/>
                </a:lnTo>
                <a:lnTo>
                  <a:pt x="531950" y="59"/>
                </a:lnTo>
                <a:lnTo>
                  <a:pt x="532441" y="15"/>
                </a:lnTo>
                <a:lnTo>
                  <a:pt x="532946" y="0"/>
                </a:lnTo>
                <a:moveTo>
                  <a:pt x="538866" y="34182"/>
                </a:moveTo>
                <a:lnTo>
                  <a:pt x="538866" y="86479"/>
                </a:lnTo>
                <a:lnTo>
                  <a:pt x="538872" y="87469"/>
                </a:lnTo>
                <a:lnTo>
                  <a:pt x="538891" y="88403"/>
                </a:lnTo>
                <a:lnTo>
                  <a:pt x="538922" y="89279"/>
                </a:lnTo>
                <a:lnTo>
                  <a:pt x="538965" y="90099"/>
                </a:lnTo>
                <a:lnTo>
                  <a:pt x="539021" y="90862"/>
                </a:lnTo>
                <a:lnTo>
                  <a:pt x="539089" y="91569"/>
                </a:lnTo>
                <a:lnTo>
                  <a:pt x="539169" y="92218"/>
                </a:lnTo>
                <a:lnTo>
                  <a:pt x="539262" y="92811"/>
                </a:lnTo>
                <a:lnTo>
                  <a:pt x="539367" y="93347"/>
                </a:lnTo>
                <a:lnTo>
                  <a:pt x="539485" y="93827"/>
                </a:lnTo>
                <a:lnTo>
                  <a:pt x="539615" y="94249"/>
                </a:lnTo>
                <a:lnTo>
                  <a:pt x="539757" y="94615"/>
                </a:lnTo>
                <a:lnTo>
                  <a:pt x="539912" y="94945"/>
                </a:lnTo>
                <a:lnTo>
                  <a:pt x="540078" y="95261"/>
                </a:lnTo>
                <a:lnTo>
                  <a:pt x="540257" y="95563"/>
                </a:lnTo>
                <a:lnTo>
                  <a:pt x="540447" y="95851"/>
                </a:lnTo>
                <a:lnTo>
                  <a:pt x="540649" y="96124"/>
                </a:lnTo>
                <a:lnTo>
                  <a:pt x="540863" y="96383"/>
                </a:lnTo>
                <a:lnTo>
                  <a:pt x="541089" y="96627"/>
                </a:lnTo>
                <a:lnTo>
                  <a:pt x="541327" y="96857"/>
                </a:lnTo>
                <a:lnTo>
                  <a:pt x="541576" y="97073"/>
                </a:lnTo>
                <a:lnTo>
                  <a:pt x="541838" y="97275"/>
                </a:lnTo>
                <a:lnTo>
                  <a:pt x="542111" y="97462"/>
                </a:lnTo>
                <a:lnTo>
                  <a:pt x="542397" y="97635"/>
                </a:lnTo>
                <a:lnTo>
                  <a:pt x="542708" y="97794"/>
                </a:lnTo>
                <a:lnTo>
                  <a:pt x="543059" y="97939"/>
                </a:lnTo>
                <a:lnTo>
                  <a:pt x="543451" y="98070"/>
                </a:lnTo>
                <a:lnTo>
                  <a:pt x="543883" y="98188"/>
                </a:lnTo>
                <a:lnTo>
                  <a:pt x="544355" y="98291"/>
                </a:lnTo>
                <a:lnTo>
                  <a:pt x="544866" y="98381"/>
                </a:lnTo>
                <a:lnTo>
                  <a:pt x="545419" y="98457"/>
                </a:lnTo>
                <a:lnTo>
                  <a:pt x="546011" y="98519"/>
                </a:lnTo>
                <a:lnTo>
                  <a:pt x="546643" y="98568"/>
                </a:lnTo>
                <a:lnTo>
                  <a:pt x="547315" y="98602"/>
                </a:lnTo>
                <a:lnTo>
                  <a:pt x="548028" y="98623"/>
                </a:lnTo>
                <a:lnTo>
                  <a:pt x="548781" y="98630"/>
                </a:lnTo>
                <a:lnTo>
                  <a:pt x="548781" y="101265"/>
                </a:lnTo>
                <a:lnTo>
                  <a:pt x="517039" y="101265"/>
                </a:lnTo>
                <a:lnTo>
                  <a:pt x="517039" y="98630"/>
                </a:lnTo>
                <a:lnTo>
                  <a:pt x="517814" y="98623"/>
                </a:lnTo>
                <a:lnTo>
                  <a:pt x="518545" y="98604"/>
                </a:lnTo>
                <a:lnTo>
                  <a:pt x="519232" y="98572"/>
                </a:lnTo>
                <a:lnTo>
                  <a:pt x="519876" y="98527"/>
                </a:lnTo>
                <a:lnTo>
                  <a:pt x="520477" y="98469"/>
                </a:lnTo>
                <a:lnTo>
                  <a:pt x="521033" y="98399"/>
                </a:lnTo>
                <a:lnTo>
                  <a:pt x="521547" y="98315"/>
                </a:lnTo>
                <a:lnTo>
                  <a:pt x="522016" y="98219"/>
                </a:lnTo>
                <a:lnTo>
                  <a:pt x="522442" y="98110"/>
                </a:lnTo>
                <a:lnTo>
                  <a:pt x="522825" y="97988"/>
                </a:lnTo>
                <a:lnTo>
                  <a:pt x="523163" y="97854"/>
                </a:lnTo>
                <a:lnTo>
                  <a:pt x="523459" y="97706"/>
                </a:lnTo>
                <a:lnTo>
                  <a:pt x="523727" y="97544"/>
                </a:lnTo>
                <a:lnTo>
                  <a:pt x="523987" y="97365"/>
                </a:lnTo>
                <a:lnTo>
                  <a:pt x="524237" y="97169"/>
                </a:lnTo>
                <a:lnTo>
                  <a:pt x="524477" y="96956"/>
                </a:lnTo>
                <a:lnTo>
                  <a:pt x="524708" y="96727"/>
                </a:lnTo>
                <a:lnTo>
                  <a:pt x="524930" y="96481"/>
                </a:lnTo>
                <a:lnTo>
                  <a:pt x="525142" y="96218"/>
                </a:lnTo>
                <a:lnTo>
                  <a:pt x="525345" y="95938"/>
                </a:lnTo>
                <a:lnTo>
                  <a:pt x="525538" y="95641"/>
                </a:lnTo>
                <a:lnTo>
                  <a:pt x="525722" y="95328"/>
                </a:lnTo>
                <a:lnTo>
                  <a:pt x="525897" y="94998"/>
                </a:lnTo>
                <a:lnTo>
                  <a:pt x="526062" y="94651"/>
                </a:lnTo>
                <a:lnTo>
                  <a:pt x="526216" y="94268"/>
                </a:lnTo>
                <a:lnTo>
                  <a:pt x="526356" y="93831"/>
                </a:lnTo>
                <a:lnTo>
                  <a:pt x="526483" y="93340"/>
                </a:lnTo>
                <a:lnTo>
                  <a:pt x="526597" y="92795"/>
                </a:lnTo>
                <a:lnTo>
                  <a:pt x="526697" y="92196"/>
                </a:lnTo>
                <a:lnTo>
                  <a:pt x="526784" y="91542"/>
                </a:lnTo>
                <a:lnTo>
                  <a:pt x="526858" y="90834"/>
                </a:lnTo>
                <a:lnTo>
                  <a:pt x="526918" y="90071"/>
                </a:lnTo>
                <a:lnTo>
                  <a:pt x="526965" y="89255"/>
                </a:lnTo>
                <a:lnTo>
                  <a:pt x="526998" y="88384"/>
                </a:lnTo>
                <a:lnTo>
                  <a:pt x="527018" y="87459"/>
                </a:lnTo>
                <a:lnTo>
                  <a:pt x="527025" y="86479"/>
                </a:lnTo>
                <a:lnTo>
                  <a:pt x="527025" y="61397"/>
                </a:lnTo>
                <a:lnTo>
                  <a:pt x="527021" y="59684"/>
                </a:lnTo>
                <a:lnTo>
                  <a:pt x="527007" y="58074"/>
                </a:lnTo>
                <a:lnTo>
                  <a:pt x="526985" y="56569"/>
                </a:lnTo>
                <a:lnTo>
                  <a:pt x="526954" y="55167"/>
                </a:lnTo>
                <a:lnTo>
                  <a:pt x="526914" y="53869"/>
                </a:lnTo>
                <a:lnTo>
                  <a:pt x="526865" y="52674"/>
                </a:lnTo>
                <a:lnTo>
                  <a:pt x="526807" y="51583"/>
                </a:lnTo>
                <a:lnTo>
                  <a:pt x="526740" y="50596"/>
                </a:lnTo>
                <a:lnTo>
                  <a:pt x="526664" y="49712"/>
                </a:lnTo>
                <a:lnTo>
                  <a:pt x="526579" y="48932"/>
                </a:lnTo>
                <a:lnTo>
                  <a:pt x="526486" y="48256"/>
                </a:lnTo>
                <a:lnTo>
                  <a:pt x="526383" y="47684"/>
                </a:lnTo>
                <a:lnTo>
                  <a:pt x="526296" y="47314"/>
                </a:lnTo>
                <a:lnTo>
                  <a:pt x="526201" y="46964"/>
                </a:lnTo>
                <a:lnTo>
                  <a:pt x="526098" y="46633"/>
                </a:lnTo>
                <a:lnTo>
                  <a:pt x="525987" y="46321"/>
                </a:lnTo>
                <a:lnTo>
                  <a:pt x="525868" y="46029"/>
                </a:lnTo>
                <a:lnTo>
                  <a:pt x="525741" y="45756"/>
                </a:lnTo>
                <a:lnTo>
                  <a:pt x="525606" y="45502"/>
                </a:lnTo>
                <a:lnTo>
                  <a:pt x="525464" y="45267"/>
                </a:lnTo>
                <a:lnTo>
                  <a:pt x="525313" y="45052"/>
                </a:lnTo>
                <a:lnTo>
                  <a:pt x="525155" y="44856"/>
                </a:lnTo>
                <a:lnTo>
                  <a:pt x="524988" y="44679"/>
                </a:lnTo>
                <a:lnTo>
                  <a:pt x="524814" y="44521"/>
                </a:lnTo>
                <a:lnTo>
                  <a:pt x="524630" y="44380"/>
                </a:lnTo>
                <a:lnTo>
                  <a:pt x="524435" y="44250"/>
                </a:lnTo>
                <a:lnTo>
                  <a:pt x="524230" y="44133"/>
                </a:lnTo>
                <a:lnTo>
                  <a:pt x="524013" y="44028"/>
                </a:lnTo>
                <a:lnTo>
                  <a:pt x="523786" y="43936"/>
                </a:lnTo>
                <a:lnTo>
                  <a:pt x="523548" y="43855"/>
                </a:lnTo>
                <a:lnTo>
                  <a:pt x="523299" y="43788"/>
                </a:lnTo>
                <a:lnTo>
                  <a:pt x="523039" y="43732"/>
                </a:lnTo>
                <a:lnTo>
                  <a:pt x="522768" y="43689"/>
                </a:lnTo>
                <a:lnTo>
                  <a:pt x="522486" y="43658"/>
                </a:lnTo>
                <a:lnTo>
                  <a:pt x="522193" y="43640"/>
                </a:lnTo>
                <a:lnTo>
                  <a:pt x="521889" y="43633"/>
                </a:lnTo>
                <a:lnTo>
                  <a:pt x="521551" y="43641"/>
                </a:lnTo>
                <a:lnTo>
                  <a:pt x="521200" y="43663"/>
                </a:lnTo>
                <a:lnTo>
                  <a:pt x="520837" y="43700"/>
                </a:lnTo>
                <a:lnTo>
                  <a:pt x="520463" y="43752"/>
                </a:lnTo>
                <a:lnTo>
                  <a:pt x="520076" y="43818"/>
                </a:lnTo>
                <a:lnTo>
                  <a:pt x="519678" y="43900"/>
                </a:lnTo>
                <a:lnTo>
                  <a:pt x="519268" y="43996"/>
                </a:lnTo>
                <a:lnTo>
                  <a:pt x="518846" y="44107"/>
                </a:lnTo>
                <a:lnTo>
                  <a:pt x="518412" y="44233"/>
                </a:lnTo>
                <a:lnTo>
                  <a:pt x="517966" y="44374"/>
                </a:lnTo>
                <a:lnTo>
                  <a:pt x="517509" y="44529"/>
                </a:lnTo>
                <a:lnTo>
                  <a:pt x="517039" y="44699"/>
                </a:lnTo>
                <a:lnTo>
                  <a:pt x="516040" y="42140"/>
                </a:lnTo>
                <a:lnTo>
                  <a:pt x="535727" y="34182"/>
                </a:lnTo>
                <a:lnTo>
                  <a:pt x="538866" y="34182"/>
                </a:lnTo>
                <a:close/>
                <a:moveTo>
                  <a:pt x="588454" y="34182"/>
                </a:moveTo>
                <a:lnTo>
                  <a:pt x="590887" y="34260"/>
                </a:lnTo>
                <a:lnTo>
                  <a:pt x="593237" y="34494"/>
                </a:lnTo>
                <a:lnTo>
                  <a:pt x="595507" y="34885"/>
                </a:lnTo>
                <a:lnTo>
                  <a:pt x="597696" y="35431"/>
                </a:lnTo>
                <a:lnTo>
                  <a:pt x="599803" y="36134"/>
                </a:lnTo>
                <a:lnTo>
                  <a:pt x="601829" y="36992"/>
                </a:lnTo>
                <a:lnTo>
                  <a:pt x="603773" y="38007"/>
                </a:lnTo>
                <a:lnTo>
                  <a:pt x="605637" y="39178"/>
                </a:lnTo>
                <a:lnTo>
                  <a:pt x="607419" y="40505"/>
                </a:lnTo>
                <a:lnTo>
                  <a:pt x="609120" y="41988"/>
                </a:lnTo>
                <a:lnTo>
                  <a:pt x="610740" y="43627"/>
                </a:lnTo>
                <a:lnTo>
                  <a:pt x="612278" y="45423"/>
                </a:lnTo>
                <a:lnTo>
                  <a:pt x="613497" y="47043"/>
                </a:lnTo>
                <a:lnTo>
                  <a:pt x="614611" y="48703"/>
                </a:lnTo>
                <a:lnTo>
                  <a:pt x="615618" y="50402"/>
                </a:lnTo>
                <a:lnTo>
                  <a:pt x="616519" y="52141"/>
                </a:lnTo>
                <a:lnTo>
                  <a:pt x="617314" y="53919"/>
                </a:lnTo>
                <a:lnTo>
                  <a:pt x="618003" y="55737"/>
                </a:lnTo>
                <a:lnTo>
                  <a:pt x="618586" y="57595"/>
                </a:lnTo>
                <a:lnTo>
                  <a:pt x="619063" y="59492"/>
                </a:lnTo>
                <a:lnTo>
                  <a:pt x="619434" y="61429"/>
                </a:lnTo>
                <a:lnTo>
                  <a:pt x="619699" y="63405"/>
                </a:lnTo>
                <a:lnTo>
                  <a:pt x="619858" y="65421"/>
                </a:lnTo>
                <a:lnTo>
                  <a:pt x="619911" y="67476"/>
                </a:lnTo>
                <a:lnTo>
                  <a:pt x="619881" y="68936"/>
                </a:lnTo>
                <a:lnTo>
                  <a:pt x="619794" y="70399"/>
                </a:lnTo>
                <a:lnTo>
                  <a:pt x="619648" y="71865"/>
                </a:lnTo>
                <a:lnTo>
                  <a:pt x="619443" y="73334"/>
                </a:lnTo>
                <a:lnTo>
                  <a:pt x="619180" y="74805"/>
                </a:lnTo>
                <a:lnTo>
                  <a:pt x="618859" y="76280"/>
                </a:lnTo>
                <a:lnTo>
                  <a:pt x="618479" y="77758"/>
                </a:lnTo>
                <a:lnTo>
                  <a:pt x="618040" y="79238"/>
                </a:lnTo>
                <a:lnTo>
                  <a:pt x="617543" y="80722"/>
                </a:lnTo>
                <a:lnTo>
                  <a:pt x="616988" y="82208"/>
                </a:lnTo>
                <a:lnTo>
                  <a:pt x="616374" y="83698"/>
                </a:lnTo>
                <a:lnTo>
                  <a:pt x="615702" y="85191"/>
                </a:lnTo>
                <a:lnTo>
                  <a:pt x="614979" y="86654"/>
                </a:lnTo>
                <a:lnTo>
                  <a:pt x="614211" y="88055"/>
                </a:lnTo>
                <a:lnTo>
                  <a:pt x="613400" y="89396"/>
                </a:lnTo>
                <a:lnTo>
                  <a:pt x="612544" y="90675"/>
                </a:lnTo>
                <a:lnTo>
                  <a:pt x="611644" y="91893"/>
                </a:lnTo>
                <a:lnTo>
                  <a:pt x="610700" y="93050"/>
                </a:lnTo>
                <a:lnTo>
                  <a:pt x="609712" y="94146"/>
                </a:lnTo>
                <a:lnTo>
                  <a:pt x="608680" y="95180"/>
                </a:lnTo>
                <a:lnTo>
                  <a:pt x="607604" y="96153"/>
                </a:lnTo>
                <a:lnTo>
                  <a:pt x="606484" y="97065"/>
                </a:lnTo>
                <a:lnTo>
                  <a:pt x="605320" y="97916"/>
                </a:lnTo>
                <a:lnTo>
                  <a:pt x="604111" y="98705"/>
                </a:lnTo>
                <a:lnTo>
                  <a:pt x="602869" y="99433"/>
                </a:lnTo>
                <a:lnTo>
                  <a:pt x="601604" y="100097"/>
                </a:lnTo>
                <a:lnTo>
                  <a:pt x="600315" y="100697"/>
                </a:lnTo>
                <a:lnTo>
                  <a:pt x="599003" y="101235"/>
                </a:lnTo>
                <a:lnTo>
                  <a:pt x="597668" y="101709"/>
                </a:lnTo>
                <a:lnTo>
                  <a:pt x="596310" y="102120"/>
                </a:lnTo>
                <a:lnTo>
                  <a:pt x="594928" y="102468"/>
                </a:lnTo>
                <a:lnTo>
                  <a:pt x="593523" y="102753"/>
                </a:lnTo>
                <a:lnTo>
                  <a:pt x="592094" y="102974"/>
                </a:lnTo>
                <a:lnTo>
                  <a:pt x="590643" y="103132"/>
                </a:lnTo>
                <a:lnTo>
                  <a:pt x="589168" y="103227"/>
                </a:lnTo>
                <a:lnTo>
                  <a:pt x="587670" y="103259"/>
                </a:lnTo>
                <a:lnTo>
                  <a:pt x="585251" y="103177"/>
                </a:lnTo>
                <a:lnTo>
                  <a:pt x="582916" y="102932"/>
                </a:lnTo>
                <a:lnTo>
                  <a:pt x="580666" y="102525"/>
                </a:lnTo>
                <a:lnTo>
                  <a:pt x="578500" y="101954"/>
                </a:lnTo>
                <a:lnTo>
                  <a:pt x="576418" y="101221"/>
                </a:lnTo>
                <a:lnTo>
                  <a:pt x="574420" y="100324"/>
                </a:lnTo>
                <a:lnTo>
                  <a:pt x="572507" y="99264"/>
                </a:lnTo>
                <a:lnTo>
                  <a:pt x="570677" y="98041"/>
                </a:lnTo>
                <a:lnTo>
                  <a:pt x="568932" y="96655"/>
                </a:lnTo>
                <a:lnTo>
                  <a:pt x="567271" y="95106"/>
                </a:lnTo>
                <a:lnTo>
                  <a:pt x="565695" y="93395"/>
                </a:lnTo>
                <a:lnTo>
                  <a:pt x="564202" y="91520"/>
                </a:lnTo>
                <a:lnTo>
                  <a:pt x="563029" y="89855"/>
                </a:lnTo>
                <a:lnTo>
                  <a:pt x="561957" y="88157"/>
                </a:lnTo>
                <a:lnTo>
                  <a:pt x="560988" y="86425"/>
                </a:lnTo>
                <a:lnTo>
                  <a:pt x="560121" y="84659"/>
                </a:lnTo>
                <a:lnTo>
                  <a:pt x="559355" y="82860"/>
                </a:lnTo>
                <a:lnTo>
                  <a:pt x="558692" y="81027"/>
                </a:lnTo>
                <a:lnTo>
                  <a:pt x="558131" y="79161"/>
                </a:lnTo>
                <a:lnTo>
                  <a:pt x="557672" y="77261"/>
                </a:lnTo>
                <a:lnTo>
                  <a:pt x="557315" y="75328"/>
                </a:lnTo>
                <a:lnTo>
                  <a:pt x="557059" y="73361"/>
                </a:lnTo>
                <a:lnTo>
                  <a:pt x="556906" y="71360"/>
                </a:lnTo>
                <a:lnTo>
                  <a:pt x="556855" y="69326"/>
                </a:lnTo>
                <a:lnTo>
                  <a:pt x="556886" y="67832"/>
                </a:lnTo>
                <a:lnTo>
                  <a:pt x="556979" y="66341"/>
                </a:lnTo>
                <a:lnTo>
                  <a:pt x="557134" y="64850"/>
                </a:lnTo>
                <a:lnTo>
                  <a:pt x="557351" y="63362"/>
                </a:lnTo>
                <a:lnTo>
                  <a:pt x="557629" y="61874"/>
                </a:lnTo>
                <a:lnTo>
                  <a:pt x="557970" y="60388"/>
                </a:lnTo>
                <a:lnTo>
                  <a:pt x="558372" y="58904"/>
                </a:lnTo>
                <a:lnTo>
                  <a:pt x="558837" y="57421"/>
                </a:lnTo>
                <a:lnTo>
                  <a:pt x="559363" y="55940"/>
                </a:lnTo>
                <a:lnTo>
                  <a:pt x="559951" y="54460"/>
                </a:lnTo>
                <a:lnTo>
                  <a:pt x="560601" y="52982"/>
                </a:lnTo>
                <a:lnTo>
                  <a:pt x="561313" y="51505"/>
                </a:lnTo>
                <a:lnTo>
                  <a:pt x="562076" y="50061"/>
                </a:lnTo>
                <a:lnTo>
                  <a:pt x="562878" y="48681"/>
                </a:lnTo>
                <a:lnTo>
                  <a:pt x="563719" y="47365"/>
                </a:lnTo>
                <a:lnTo>
                  <a:pt x="564599" y="46114"/>
                </a:lnTo>
                <a:lnTo>
                  <a:pt x="565518" y="44927"/>
                </a:lnTo>
                <a:lnTo>
                  <a:pt x="566476" y="43804"/>
                </a:lnTo>
                <a:lnTo>
                  <a:pt x="567473" y="42745"/>
                </a:lnTo>
                <a:lnTo>
                  <a:pt x="568510" y="41750"/>
                </a:lnTo>
                <a:lnTo>
                  <a:pt x="569585" y="40820"/>
                </a:lnTo>
                <a:lnTo>
                  <a:pt x="570700" y="39954"/>
                </a:lnTo>
                <a:lnTo>
                  <a:pt x="571854" y="39152"/>
                </a:lnTo>
                <a:lnTo>
                  <a:pt x="573047" y="38415"/>
                </a:lnTo>
                <a:lnTo>
                  <a:pt x="574266" y="37739"/>
                </a:lnTo>
                <a:lnTo>
                  <a:pt x="575496" y="37122"/>
                </a:lnTo>
                <a:lnTo>
                  <a:pt x="576739" y="36563"/>
                </a:lnTo>
                <a:lnTo>
                  <a:pt x="577993" y="36063"/>
                </a:lnTo>
                <a:lnTo>
                  <a:pt x="579259" y="35622"/>
                </a:lnTo>
                <a:lnTo>
                  <a:pt x="580537" y="35240"/>
                </a:lnTo>
                <a:lnTo>
                  <a:pt x="581827" y="34917"/>
                </a:lnTo>
                <a:lnTo>
                  <a:pt x="583128" y="34652"/>
                </a:lnTo>
                <a:lnTo>
                  <a:pt x="584442" y="34447"/>
                </a:lnTo>
                <a:lnTo>
                  <a:pt x="585768" y="34300"/>
                </a:lnTo>
                <a:lnTo>
                  <a:pt x="587105" y="34212"/>
                </a:lnTo>
                <a:lnTo>
                  <a:pt x="588454" y="34182"/>
                </a:lnTo>
                <a:moveTo>
                  <a:pt x="586243" y="38882"/>
                </a:moveTo>
                <a:lnTo>
                  <a:pt x="585613" y="38898"/>
                </a:lnTo>
                <a:lnTo>
                  <a:pt x="584982" y="38944"/>
                </a:lnTo>
                <a:lnTo>
                  <a:pt x="584351" y="39022"/>
                </a:lnTo>
                <a:lnTo>
                  <a:pt x="583719" y="39131"/>
                </a:lnTo>
                <a:lnTo>
                  <a:pt x="583087" y="39271"/>
                </a:lnTo>
                <a:lnTo>
                  <a:pt x="582454" y="39442"/>
                </a:lnTo>
                <a:lnTo>
                  <a:pt x="581820" y="39645"/>
                </a:lnTo>
                <a:lnTo>
                  <a:pt x="581187" y="39878"/>
                </a:lnTo>
                <a:lnTo>
                  <a:pt x="580552" y="40143"/>
                </a:lnTo>
                <a:lnTo>
                  <a:pt x="579918" y="40438"/>
                </a:lnTo>
                <a:lnTo>
                  <a:pt x="579282" y="40765"/>
                </a:lnTo>
                <a:lnTo>
                  <a:pt x="578647" y="41123"/>
                </a:lnTo>
                <a:lnTo>
                  <a:pt x="578021" y="41520"/>
                </a:lnTo>
                <a:lnTo>
                  <a:pt x="577415" y="41964"/>
                </a:lnTo>
                <a:lnTo>
                  <a:pt x="576830" y="42455"/>
                </a:lnTo>
                <a:lnTo>
                  <a:pt x="576265" y="42992"/>
                </a:lnTo>
                <a:lnTo>
                  <a:pt x="575720" y="43577"/>
                </a:lnTo>
                <a:lnTo>
                  <a:pt x="575196" y="44209"/>
                </a:lnTo>
                <a:lnTo>
                  <a:pt x="574692" y="44887"/>
                </a:lnTo>
                <a:lnTo>
                  <a:pt x="574208" y="45613"/>
                </a:lnTo>
                <a:lnTo>
                  <a:pt x="573745" y="46385"/>
                </a:lnTo>
                <a:lnTo>
                  <a:pt x="573302" y="47204"/>
                </a:lnTo>
                <a:lnTo>
                  <a:pt x="572879" y="48070"/>
                </a:lnTo>
                <a:lnTo>
                  <a:pt x="572477" y="48983"/>
                </a:lnTo>
                <a:lnTo>
                  <a:pt x="572101" y="49942"/>
                </a:lnTo>
                <a:lnTo>
                  <a:pt x="571757" y="50945"/>
                </a:lnTo>
                <a:lnTo>
                  <a:pt x="571447" y="51993"/>
                </a:lnTo>
                <a:lnTo>
                  <a:pt x="571169" y="53085"/>
                </a:lnTo>
                <a:lnTo>
                  <a:pt x="570924" y="54221"/>
                </a:lnTo>
                <a:lnTo>
                  <a:pt x="570711" y="55402"/>
                </a:lnTo>
                <a:lnTo>
                  <a:pt x="570531" y="56628"/>
                </a:lnTo>
                <a:lnTo>
                  <a:pt x="570384" y="57898"/>
                </a:lnTo>
                <a:lnTo>
                  <a:pt x="570270" y="59212"/>
                </a:lnTo>
                <a:lnTo>
                  <a:pt x="570188" y="60571"/>
                </a:lnTo>
                <a:lnTo>
                  <a:pt x="570139" y="61974"/>
                </a:lnTo>
                <a:lnTo>
                  <a:pt x="570123" y="63422"/>
                </a:lnTo>
                <a:lnTo>
                  <a:pt x="570162" y="65765"/>
                </a:lnTo>
                <a:lnTo>
                  <a:pt x="570280" y="68055"/>
                </a:lnTo>
                <a:lnTo>
                  <a:pt x="570477" y="70290"/>
                </a:lnTo>
                <a:lnTo>
                  <a:pt x="570753" y="72470"/>
                </a:lnTo>
                <a:lnTo>
                  <a:pt x="571107" y="74597"/>
                </a:lnTo>
                <a:lnTo>
                  <a:pt x="571540" y="76669"/>
                </a:lnTo>
                <a:lnTo>
                  <a:pt x="572052" y="78687"/>
                </a:lnTo>
                <a:lnTo>
                  <a:pt x="572643" y="80650"/>
                </a:lnTo>
                <a:lnTo>
                  <a:pt x="573312" y="82559"/>
                </a:lnTo>
                <a:lnTo>
                  <a:pt x="574061" y="84414"/>
                </a:lnTo>
                <a:lnTo>
                  <a:pt x="574888" y="86215"/>
                </a:lnTo>
                <a:lnTo>
                  <a:pt x="575793" y="87961"/>
                </a:lnTo>
                <a:lnTo>
                  <a:pt x="576764" y="89608"/>
                </a:lnTo>
                <a:lnTo>
                  <a:pt x="577784" y="91112"/>
                </a:lnTo>
                <a:lnTo>
                  <a:pt x="578854" y="92473"/>
                </a:lnTo>
                <a:lnTo>
                  <a:pt x="579974" y="93690"/>
                </a:lnTo>
                <a:lnTo>
                  <a:pt x="581144" y="94765"/>
                </a:lnTo>
                <a:lnTo>
                  <a:pt x="582365" y="95696"/>
                </a:lnTo>
                <a:lnTo>
                  <a:pt x="583635" y="96483"/>
                </a:lnTo>
                <a:lnTo>
                  <a:pt x="584955" y="97128"/>
                </a:lnTo>
                <a:lnTo>
                  <a:pt x="586326" y="97629"/>
                </a:lnTo>
                <a:lnTo>
                  <a:pt x="587746" y="97987"/>
                </a:lnTo>
                <a:lnTo>
                  <a:pt x="589216" y="98202"/>
                </a:lnTo>
                <a:lnTo>
                  <a:pt x="590737" y="98274"/>
                </a:lnTo>
                <a:lnTo>
                  <a:pt x="591873" y="98234"/>
                </a:lnTo>
                <a:lnTo>
                  <a:pt x="592976" y="98116"/>
                </a:lnTo>
                <a:lnTo>
                  <a:pt x="594045" y="97918"/>
                </a:lnTo>
                <a:lnTo>
                  <a:pt x="595080" y="97641"/>
                </a:lnTo>
                <a:lnTo>
                  <a:pt x="596082" y="97286"/>
                </a:lnTo>
                <a:lnTo>
                  <a:pt x="597050" y="96851"/>
                </a:lnTo>
                <a:lnTo>
                  <a:pt x="597984" y="96337"/>
                </a:lnTo>
                <a:lnTo>
                  <a:pt x="598884" y="95745"/>
                </a:lnTo>
                <a:lnTo>
                  <a:pt x="599751" y="95073"/>
                </a:lnTo>
                <a:lnTo>
                  <a:pt x="600584" y="94322"/>
                </a:lnTo>
                <a:lnTo>
                  <a:pt x="601384" y="93492"/>
                </a:lnTo>
                <a:lnTo>
                  <a:pt x="602150" y="92583"/>
                </a:lnTo>
                <a:lnTo>
                  <a:pt x="602867" y="91578"/>
                </a:lnTo>
                <a:lnTo>
                  <a:pt x="603523" y="90459"/>
                </a:lnTo>
                <a:lnTo>
                  <a:pt x="604116" y="89227"/>
                </a:lnTo>
                <a:lnTo>
                  <a:pt x="604646" y="87881"/>
                </a:lnTo>
                <a:lnTo>
                  <a:pt x="605114" y="86421"/>
                </a:lnTo>
                <a:lnTo>
                  <a:pt x="605520" y="84848"/>
                </a:lnTo>
                <a:lnTo>
                  <a:pt x="605863" y="83162"/>
                </a:lnTo>
                <a:lnTo>
                  <a:pt x="606144" y="81361"/>
                </a:lnTo>
                <a:lnTo>
                  <a:pt x="606363" y="79447"/>
                </a:lnTo>
                <a:lnTo>
                  <a:pt x="606519" y="77420"/>
                </a:lnTo>
                <a:lnTo>
                  <a:pt x="606612" y="75279"/>
                </a:lnTo>
                <a:lnTo>
                  <a:pt x="606643" y="73024"/>
                </a:lnTo>
                <a:lnTo>
                  <a:pt x="606591" y="70183"/>
                </a:lnTo>
                <a:lnTo>
                  <a:pt x="606435" y="67444"/>
                </a:lnTo>
                <a:lnTo>
                  <a:pt x="606175" y="64809"/>
                </a:lnTo>
                <a:lnTo>
                  <a:pt x="605811" y="62276"/>
                </a:lnTo>
                <a:lnTo>
                  <a:pt x="605343" y="59845"/>
                </a:lnTo>
                <a:lnTo>
                  <a:pt x="604771" y="57518"/>
                </a:lnTo>
                <a:lnTo>
                  <a:pt x="604095" y="55293"/>
                </a:lnTo>
                <a:lnTo>
                  <a:pt x="603315" y="53171"/>
                </a:lnTo>
                <a:lnTo>
                  <a:pt x="602431" y="51151"/>
                </a:lnTo>
                <a:lnTo>
                  <a:pt x="601442" y="49235"/>
                </a:lnTo>
                <a:lnTo>
                  <a:pt x="600350" y="47421"/>
                </a:lnTo>
                <a:lnTo>
                  <a:pt x="599154" y="45710"/>
                </a:lnTo>
                <a:lnTo>
                  <a:pt x="598290" y="44619"/>
                </a:lnTo>
                <a:lnTo>
                  <a:pt x="597388" y="43624"/>
                </a:lnTo>
                <a:lnTo>
                  <a:pt x="596448" y="42723"/>
                </a:lnTo>
                <a:lnTo>
                  <a:pt x="595468" y="41917"/>
                </a:lnTo>
                <a:lnTo>
                  <a:pt x="594451" y="41205"/>
                </a:lnTo>
                <a:lnTo>
                  <a:pt x="593394" y="40589"/>
                </a:lnTo>
                <a:lnTo>
                  <a:pt x="592299" y="40068"/>
                </a:lnTo>
                <a:lnTo>
                  <a:pt x="591165" y="39641"/>
                </a:lnTo>
                <a:lnTo>
                  <a:pt x="589992" y="39309"/>
                </a:lnTo>
                <a:lnTo>
                  <a:pt x="588781" y="39072"/>
                </a:lnTo>
                <a:lnTo>
                  <a:pt x="587532" y="38930"/>
                </a:lnTo>
                <a:lnTo>
                  <a:pt x="586243" y="38882"/>
                </a:lnTo>
                <a:close/>
                <a:moveTo>
                  <a:pt x="648585" y="47997"/>
                </a:moveTo>
                <a:lnTo>
                  <a:pt x="650492" y="45791"/>
                </a:lnTo>
                <a:lnTo>
                  <a:pt x="652383" y="43776"/>
                </a:lnTo>
                <a:lnTo>
                  <a:pt x="654260" y="41953"/>
                </a:lnTo>
                <a:lnTo>
                  <a:pt x="656122" y="40322"/>
                </a:lnTo>
                <a:lnTo>
                  <a:pt x="657969" y="38883"/>
                </a:lnTo>
                <a:lnTo>
                  <a:pt x="659802" y="37636"/>
                </a:lnTo>
                <a:lnTo>
                  <a:pt x="661619" y="36581"/>
                </a:lnTo>
                <a:lnTo>
                  <a:pt x="663422" y="35717"/>
                </a:lnTo>
                <a:lnTo>
                  <a:pt x="665209" y="35046"/>
                </a:lnTo>
                <a:lnTo>
                  <a:pt x="666982" y="34566"/>
                </a:lnTo>
                <a:lnTo>
                  <a:pt x="668740" y="34278"/>
                </a:lnTo>
                <a:lnTo>
                  <a:pt x="670483" y="34182"/>
                </a:lnTo>
                <a:lnTo>
                  <a:pt x="671365" y="34201"/>
                </a:lnTo>
                <a:lnTo>
                  <a:pt x="672225" y="34256"/>
                </a:lnTo>
                <a:lnTo>
                  <a:pt x="673065" y="34349"/>
                </a:lnTo>
                <a:lnTo>
                  <a:pt x="673883" y="34478"/>
                </a:lnTo>
                <a:lnTo>
                  <a:pt x="674681" y="34645"/>
                </a:lnTo>
                <a:lnTo>
                  <a:pt x="675459" y="34849"/>
                </a:lnTo>
                <a:lnTo>
                  <a:pt x="676215" y="35089"/>
                </a:lnTo>
                <a:lnTo>
                  <a:pt x="676951" y="35367"/>
                </a:lnTo>
                <a:lnTo>
                  <a:pt x="677665" y="35682"/>
                </a:lnTo>
                <a:lnTo>
                  <a:pt x="678359" y="36034"/>
                </a:lnTo>
                <a:lnTo>
                  <a:pt x="679032" y="36422"/>
                </a:lnTo>
                <a:lnTo>
                  <a:pt x="679685" y="36848"/>
                </a:lnTo>
                <a:lnTo>
                  <a:pt x="680316" y="37316"/>
                </a:lnTo>
                <a:lnTo>
                  <a:pt x="680925" y="37832"/>
                </a:lnTo>
                <a:lnTo>
                  <a:pt x="681513" y="38396"/>
                </a:lnTo>
                <a:lnTo>
                  <a:pt x="682078" y="39007"/>
                </a:lnTo>
                <a:lnTo>
                  <a:pt x="682622" y="39666"/>
                </a:lnTo>
                <a:lnTo>
                  <a:pt x="683144" y="40374"/>
                </a:lnTo>
                <a:lnTo>
                  <a:pt x="683645" y="41129"/>
                </a:lnTo>
                <a:lnTo>
                  <a:pt x="684123" y="41932"/>
                </a:lnTo>
                <a:lnTo>
                  <a:pt x="684580" y="42783"/>
                </a:lnTo>
                <a:lnTo>
                  <a:pt x="685015" y="43682"/>
                </a:lnTo>
                <a:lnTo>
                  <a:pt x="685428" y="44628"/>
                </a:lnTo>
                <a:lnTo>
                  <a:pt x="685819" y="45623"/>
                </a:lnTo>
                <a:lnTo>
                  <a:pt x="686070" y="46365"/>
                </a:lnTo>
                <a:lnTo>
                  <a:pt x="686299" y="47170"/>
                </a:lnTo>
                <a:lnTo>
                  <a:pt x="686506" y="48038"/>
                </a:lnTo>
                <a:lnTo>
                  <a:pt x="686691" y="48970"/>
                </a:lnTo>
                <a:lnTo>
                  <a:pt x="686854" y="49964"/>
                </a:lnTo>
                <a:lnTo>
                  <a:pt x="686996" y="51022"/>
                </a:lnTo>
                <a:lnTo>
                  <a:pt x="687116" y="52143"/>
                </a:lnTo>
                <a:lnTo>
                  <a:pt x="687214" y="53328"/>
                </a:lnTo>
                <a:lnTo>
                  <a:pt x="687290" y="54575"/>
                </a:lnTo>
                <a:lnTo>
                  <a:pt x="687345" y="55886"/>
                </a:lnTo>
                <a:lnTo>
                  <a:pt x="687378" y="57260"/>
                </a:lnTo>
                <a:lnTo>
                  <a:pt x="687388" y="58697"/>
                </a:lnTo>
                <a:lnTo>
                  <a:pt x="687388" y="86479"/>
                </a:lnTo>
                <a:lnTo>
                  <a:pt x="687395" y="87482"/>
                </a:lnTo>
                <a:lnTo>
                  <a:pt x="687416" y="88429"/>
                </a:lnTo>
                <a:lnTo>
                  <a:pt x="687451" y="89321"/>
                </a:lnTo>
                <a:lnTo>
                  <a:pt x="687499" y="90158"/>
                </a:lnTo>
                <a:lnTo>
                  <a:pt x="687562" y="90940"/>
                </a:lnTo>
                <a:lnTo>
                  <a:pt x="687638" y="91666"/>
                </a:lnTo>
                <a:lnTo>
                  <a:pt x="687728" y="92338"/>
                </a:lnTo>
                <a:lnTo>
                  <a:pt x="687832" y="92953"/>
                </a:lnTo>
                <a:lnTo>
                  <a:pt x="687950" y="93514"/>
                </a:lnTo>
                <a:lnTo>
                  <a:pt x="688082" y="94019"/>
                </a:lnTo>
                <a:lnTo>
                  <a:pt x="688228" y="94470"/>
                </a:lnTo>
                <a:lnTo>
                  <a:pt x="688387" y="94864"/>
                </a:lnTo>
                <a:lnTo>
                  <a:pt x="688524" y="95155"/>
                </a:lnTo>
                <a:lnTo>
                  <a:pt x="688675" y="95435"/>
                </a:lnTo>
                <a:lnTo>
                  <a:pt x="688840" y="95703"/>
                </a:lnTo>
                <a:lnTo>
                  <a:pt x="689017" y="95961"/>
                </a:lnTo>
                <a:lnTo>
                  <a:pt x="689208" y="96209"/>
                </a:lnTo>
                <a:lnTo>
                  <a:pt x="689412" y="96445"/>
                </a:lnTo>
                <a:lnTo>
                  <a:pt x="689630" y="96670"/>
                </a:lnTo>
                <a:lnTo>
                  <a:pt x="689861" y="96885"/>
                </a:lnTo>
                <a:lnTo>
                  <a:pt x="690106" y="97089"/>
                </a:lnTo>
                <a:lnTo>
                  <a:pt x="690363" y="97282"/>
                </a:lnTo>
                <a:lnTo>
                  <a:pt x="690635" y="97464"/>
                </a:lnTo>
                <a:lnTo>
                  <a:pt x="690919" y="97635"/>
                </a:lnTo>
                <a:lnTo>
                  <a:pt x="691231" y="97794"/>
                </a:lnTo>
                <a:lnTo>
                  <a:pt x="691584" y="97939"/>
                </a:lnTo>
                <a:lnTo>
                  <a:pt x="691978" y="98070"/>
                </a:lnTo>
                <a:lnTo>
                  <a:pt x="692413" y="98188"/>
                </a:lnTo>
                <a:lnTo>
                  <a:pt x="692889" y="98291"/>
                </a:lnTo>
                <a:lnTo>
                  <a:pt x="693407" y="98381"/>
                </a:lnTo>
                <a:lnTo>
                  <a:pt x="693965" y="98457"/>
                </a:lnTo>
                <a:lnTo>
                  <a:pt x="694565" y="98519"/>
                </a:lnTo>
                <a:lnTo>
                  <a:pt x="695206" y="98568"/>
                </a:lnTo>
                <a:lnTo>
                  <a:pt x="695888" y="98602"/>
                </a:lnTo>
                <a:lnTo>
                  <a:pt x="696610" y="98623"/>
                </a:lnTo>
                <a:lnTo>
                  <a:pt x="697375" y="98630"/>
                </a:lnTo>
                <a:lnTo>
                  <a:pt x="697375" y="101265"/>
                </a:lnTo>
                <a:lnTo>
                  <a:pt x="665062" y="101265"/>
                </a:lnTo>
                <a:lnTo>
                  <a:pt x="665062" y="98630"/>
                </a:lnTo>
                <a:lnTo>
                  <a:pt x="666418" y="98630"/>
                </a:lnTo>
                <a:lnTo>
                  <a:pt x="667159" y="98620"/>
                </a:lnTo>
                <a:lnTo>
                  <a:pt x="667863" y="98591"/>
                </a:lnTo>
                <a:lnTo>
                  <a:pt x="668528" y="98543"/>
                </a:lnTo>
                <a:lnTo>
                  <a:pt x="669156" y="98476"/>
                </a:lnTo>
                <a:lnTo>
                  <a:pt x="669745" y="98390"/>
                </a:lnTo>
                <a:lnTo>
                  <a:pt x="670296" y="98284"/>
                </a:lnTo>
                <a:lnTo>
                  <a:pt x="670809" y="98159"/>
                </a:lnTo>
                <a:lnTo>
                  <a:pt x="671284" y="98015"/>
                </a:lnTo>
                <a:lnTo>
                  <a:pt x="671720" y="97852"/>
                </a:lnTo>
                <a:lnTo>
                  <a:pt x="672119" y="97670"/>
                </a:lnTo>
                <a:lnTo>
                  <a:pt x="672479" y="97468"/>
                </a:lnTo>
                <a:lnTo>
                  <a:pt x="672802" y="97248"/>
                </a:lnTo>
                <a:lnTo>
                  <a:pt x="673097" y="97008"/>
                </a:lnTo>
                <a:lnTo>
                  <a:pt x="673377" y="96751"/>
                </a:lnTo>
                <a:lnTo>
                  <a:pt x="673642" y="96475"/>
                </a:lnTo>
                <a:lnTo>
                  <a:pt x="673891" y="96181"/>
                </a:lnTo>
                <a:lnTo>
                  <a:pt x="674125" y="95869"/>
                </a:lnTo>
                <a:lnTo>
                  <a:pt x="674344" y="95539"/>
                </a:lnTo>
                <a:lnTo>
                  <a:pt x="674547" y="95190"/>
                </a:lnTo>
                <a:lnTo>
                  <a:pt x="674735" y="94824"/>
                </a:lnTo>
                <a:lnTo>
                  <a:pt x="674908" y="94439"/>
                </a:lnTo>
                <a:lnTo>
                  <a:pt x="675065" y="94036"/>
                </a:lnTo>
                <a:lnTo>
                  <a:pt x="675207" y="93615"/>
                </a:lnTo>
                <a:lnTo>
                  <a:pt x="675334" y="93175"/>
                </a:lnTo>
                <a:lnTo>
                  <a:pt x="675379" y="92966"/>
                </a:lnTo>
                <a:lnTo>
                  <a:pt x="675421" y="92695"/>
                </a:lnTo>
                <a:lnTo>
                  <a:pt x="675459" y="92360"/>
                </a:lnTo>
                <a:lnTo>
                  <a:pt x="675492" y="91962"/>
                </a:lnTo>
                <a:lnTo>
                  <a:pt x="675522" y="91502"/>
                </a:lnTo>
                <a:lnTo>
                  <a:pt x="675548" y="90978"/>
                </a:lnTo>
                <a:lnTo>
                  <a:pt x="675570" y="90392"/>
                </a:lnTo>
                <a:lnTo>
                  <a:pt x="675587" y="89742"/>
                </a:lnTo>
                <a:lnTo>
                  <a:pt x="675601" y="89030"/>
                </a:lnTo>
                <a:lnTo>
                  <a:pt x="675611" y="88254"/>
                </a:lnTo>
                <a:lnTo>
                  <a:pt x="675617" y="87416"/>
                </a:lnTo>
                <a:lnTo>
                  <a:pt x="675619" y="86515"/>
                </a:lnTo>
                <a:lnTo>
                  <a:pt x="675619" y="59946"/>
                </a:lnTo>
                <a:lnTo>
                  <a:pt x="675603" y="58503"/>
                </a:lnTo>
                <a:lnTo>
                  <a:pt x="675555" y="57129"/>
                </a:lnTo>
                <a:lnTo>
                  <a:pt x="675474" y="55821"/>
                </a:lnTo>
                <a:lnTo>
                  <a:pt x="675361" y="54581"/>
                </a:lnTo>
                <a:lnTo>
                  <a:pt x="675217" y="53409"/>
                </a:lnTo>
                <a:lnTo>
                  <a:pt x="675039" y="52304"/>
                </a:lnTo>
                <a:lnTo>
                  <a:pt x="674830" y="51266"/>
                </a:lnTo>
                <a:lnTo>
                  <a:pt x="674589" y="50295"/>
                </a:lnTo>
                <a:lnTo>
                  <a:pt x="674315" y="49392"/>
                </a:lnTo>
                <a:lnTo>
                  <a:pt x="674009" y="48556"/>
                </a:lnTo>
                <a:lnTo>
                  <a:pt x="673671" y="47788"/>
                </a:lnTo>
                <a:lnTo>
                  <a:pt x="673301" y="47087"/>
                </a:lnTo>
                <a:lnTo>
                  <a:pt x="672892" y="46448"/>
                </a:lnTo>
                <a:lnTo>
                  <a:pt x="672440" y="45864"/>
                </a:lnTo>
                <a:lnTo>
                  <a:pt x="671943" y="45336"/>
                </a:lnTo>
                <a:lnTo>
                  <a:pt x="671403" y="44863"/>
                </a:lnTo>
                <a:lnTo>
                  <a:pt x="670818" y="44446"/>
                </a:lnTo>
                <a:lnTo>
                  <a:pt x="670189" y="44085"/>
                </a:lnTo>
                <a:lnTo>
                  <a:pt x="669516" y="43779"/>
                </a:lnTo>
                <a:lnTo>
                  <a:pt x="668799" y="43529"/>
                </a:lnTo>
                <a:lnTo>
                  <a:pt x="668038" y="43334"/>
                </a:lnTo>
                <a:lnTo>
                  <a:pt x="667233" y="43195"/>
                </a:lnTo>
                <a:lnTo>
                  <a:pt x="666384" y="43112"/>
                </a:lnTo>
                <a:lnTo>
                  <a:pt x="665490" y="43084"/>
                </a:lnTo>
                <a:lnTo>
                  <a:pt x="664076" y="43148"/>
                </a:lnTo>
                <a:lnTo>
                  <a:pt x="662663" y="43340"/>
                </a:lnTo>
                <a:lnTo>
                  <a:pt x="661251" y="43659"/>
                </a:lnTo>
                <a:lnTo>
                  <a:pt x="659839" y="44107"/>
                </a:lnTo>
                <a:lnTo>
                  <a:pt x="658429" y="44683"/>
                </a:lnTo>
                <a:lnTo>
                  <a:pt x="657020" y="45386"/>
                </a:lnTo>
                <a:lnTo>
                  <a:pt x="655612" y="46218"/>
                </a:lnTo>
                <a:lnTo>
                  <a:pt x="654204" y="47177"/>
                </a:lnTo>
                <a:lnTo>
                  <a:pt x="652798" y="48265"/>
                </a:lnTo>
                <a:lnTo>
                  <a:pt x="651393" y="49480"/>
                </a:lnTo>
                <a:lnTo>
                  <a:pt x="649988" y="50823"/>
                </a:lnTo>
                <a:lnTo>
                  <a:pt x="648585" y="52295"/>
                </a:lnTo>
                <a:lnTo>
                  <a:pt x="648585" y="86515"/>
                </a:lnTo>
                <a:lnTo>
                  <a:pt x="648591" y="87578"/>
                </a:lnTo>
                <a:lnTo>
                  <a:pt x="648607" y="88571"/>
                </a:lnTo>
                <a:lnTo>
                  <a:pt x="648634" y="89495"/>
                </a:lnTo>
                <a:lnTo>
                  <a:pt x="648672" y="90348"/>
                </a:lnTo>
                <a:lnTo>
                  <a:pt x="648721" y="91132"/>
                </a:lnTo>
                <a:lnTo>
                  <a:pt x="648781" y="91846"/>
                </a:lnTo>
                <a:lnTo>
                  <a:pt x="648852" y="92490"/>
                </a:lnTo>
                <a:lnTo>
                  <a:pt x="648934" y="93064"/>
                </a:lnTo>
                <a:lnTo>
                  <a:pt x="649027" y="93568"/>
                </a:lnTo>
                <a:lnTo>
                  <a:pt x="649130" y="94003"/>
                </a:lnTo>
                <a:lnTo>
                  <a:pt x="649244" y="94367"/>
                </a:lnTo>
                <a:lnTo>
                  <a:pt x="649370" y="94662"/>
                </a:lnTo>
                <a:lnTo>
                  <a:pt x="649541" y="94997"/>
                </a:lnTo>
                <a:lnTo>
                  <a:pt x="649723" y="95316"/>
                </a:lnTo>
                <a:lnTo>
                  <a:pt x="649916" y="95620"/>
                </a:lnTo>
                <a:lnTo>
                  <a:pt x="650119" y="95909"/>
                </a:lnTo>
                <a:lnTo>
                  <a:pt x="650332" y="96183"/>
                </a:lnTo>
                <a:lnTo>
                  <a:pt x="650556" y="96442"/>
                </a:lnTo>
                <a:lnTo>
                  <a:pt x="650790" y="96685"/>
                </a:lnTo>
                <a:lnTo>
                  <a:pt x="651034" y="96913"/>
                </a:lnTo>
                <a:lnTo>
                  <a:pt x="651289" y="97126"/>
                </a:lnTo>
                <a:lnTo>
                  <a:pt x="651554" y="97323"/>
                </a:lnTo>
                <a:lnTo>
                  <a:pt x="651830" y="97506"/>
                </a:lnTo>
                <a:lnTo>
                  <a:pt x="652116" y="97673"/>
                </a:lnTo>
                <a:lnTo>
                  <a:pt x="652432" y="97826"/>
                </a:lnTo>
                <a:lnTo>
                  <a:pt x="652799" y="97965"/>
                </a:lnTo>
                <a:lnTo>
                  <a:pt x="653215" y="98091"/>
                </a:lnTo>
                <a:lnTo>
                  <a:pt x="653681" y="98204"/>
                </a:lnTo>
                <a:lnTo>
                  <a:pt x="654198" y="98304"/>
                </a:lnTo>
                <a:lnTo>
                  <a:pt x="654764" y="98390"/>
                </a:lnTo>
                <a:lnTo>
                  <a:pt x="655381" y="98464"/>
                </a:lnTo>
                <a:lnTo>
                  <a:pt x="656047" y="98523"/>
                </a:lnTo>
                <a:lnTo>
                  <a:pt x="656764" y="98570"/>
                </a:lnTo>
                <a:lnTo>
                  <a:pt x="657530" y="98603"/>
                </a:lnTo>
                <a:lnTo>
                  <a:pt x="658347" y="98623"/>
                </a:lnTo>
                <a:lnTo>
                  <a:pt x="659213" y="98630"/>
                </a:lnTo>
                <a:lnTo>
                  <a:pt x="659213" y="101265"/>
                </a:lnTo>
                <a:lnTo>
                  <a:pt x="626901" y="101265"/>
                </a:lnTo>
                <a:lnTo>
                  <a:pt x="626901" y="98630"/>
                </a:lnTo>
                <a:lnTo>
                  <a:pt x="628328" y="98630"/>
                </a:lnTo>
                <a:lnTo>
                  <a:pt x="629137" y="98612"/>
                </a:lnTo>
                <a:lnTo>
                  <a:pt x="629902" y="98560"/>
                </a:lnTo>
                <a:lnTo>
                  <a:pt x="630621" y="98472"/>
                </a:lnTo>
                <a:lnTo>
                  <a:pt x="631296" y="98350"/>
                </a:lnTo>
                <a:lnTo>
                  <a:pt x="631925" y="98192"/>
                </a:lnTo>
                <a:lnTo>
                  <a:pt x="632509" y="97999"/>
                </a:lnTo>
                <a:lnTo>
                  <a:pt x="633048" y="97772"/>
                </a:lnTo>
                <a:lnTo>
                  <a:pt x="633543" y="97509"/>
                </a:lnTo>
                <a:lnTo>
                  <a:pt x="633992" y="97211"/>
                </a:lnTo>
                <a:lnTo>
                  <a:pt x="634396" y="96879"/>
                </a:lnTo>
                <a:lnTo>
                  <a:pt x="634754" y="96511"/>
                </a:lnTo>
                <a:lnTo>
                  <a:pt x="635068" y="96108"/>
                </a:lnTo>
                <a:lnTo>
                  <a:pt x="635347" y="95656"/>
                </a:lnTo>
                <a:lnTo>
                  <a:pt x="635602" y="95140"/>
                </a:lnTo>
                <a:lnTo>
                  <a:pt x="635833" y="94560"/>
                </a:lnTo>
                <a:lnTo>
                  <a:pt x="636039" y="93917"/>
                </a:lnTo>
                <a:lnTo>
                  <a:pt x="636221" y="93210"/>
                </a:lnTo>
                <a:lnTo>
                  <a:pt x="636379" y="92439"/>
                </a:lnTo>
                <a:lnTo>
                  <a:pt x="636512" y="91605"/>
                </a:lnTo>
                <a:lnTo>
                  <a:pt x="636622" y="90707"/>
                </a:lnTo>
                <a:lnTo>
                  <a:pt x="636707" y="89745"/>
                </a:lnTo>
                <a:lnTo>
                  <a:pt x="636767" y="88720"/>
                </a:lnTo>
                <a:lnTo>
                  <a:pt x="636804" y="87631"/>
                </a:lnTo>
                <a:lnTo>
                  <a:pt x="636816" y="86479"/>
                </a:lnTo>
                <a:lnTo>
                  <a:pt x="636816" y="62320"/>
                </a:lnTo>
                <a:lnTo>
                  <a:pt x="636812" y="60430"/>
                </a:lnTo>
                <a:lnTo>
                  <a:pt x="636801" y="58667"/>
                </a:lnTo>
                <a:lnTo>
                  <a:pt x="636782" y="57031"/>
                </a:lnTo>
                <a:lnTo>
                  <a:pt x="636756" y="55523"/>
                </a:lnTo>
                <a:lnTo>
                  <a:pt x="636723" y="54142"/>
                </a:lnTo>
                <a:lnTo>
                  <a:pt x="636682" y="52888"/>
                </a:lnTo>
                <a:lnTo>
                  <a:pt x="636634" y="51762"/>
                </a:lnTo>
                <a:lnTo>
                  <a:pt x="636578" y="50763"/>
                </a:lnTo>
                <a:lnTo>
                  <a:pt x="636515" y="49891"/>
                </a:lnTo>
                <a:lnTo>
                  <a:pt x="636444" y="49147"/>
                </a:lnTo>
                <a:lnTo>
                  <a:pt x="636366" y="48530"/>
                </a:lnTo>
                <a:lnTo>
                  <a:pt x="636281" y="48040"/>
                </a:lnTo>
                <a:lnTo>
                  <a:pt x="636188" y="47625"/>
                </a:lnTo>
                <a:lnTo>
                  <a:pt x="636087" y="47232"/>
                </a:lnTo>
                <a:lnTo>
                  <a:pt x="635978" y="46862"/>
                </a:lnTo>
                <a:lnTo>
                  <a:pt x="635861" y="46515"/>
                </a:lnTo>
                <a:lnTo>
                  <a:pt x="635736" y="46191"/>
                </a:lnTo>
                <a:lnTo>
                  <a:pt x="635603" y="45889"/>
                </a:lnTo>
                <a:lnTo>
                  <a:pt x="635462" y="45611"/>
                </a:lnTo>
                <a:lnTo>
                  <a:pt x="635314" y="45354"/>
                </a:lnTo>
                <a:lnTo>
                  <a:pt x="635157" y="45121"/>
                </a:lnTo>
                <a:lnTo>
                  <a:pt x="634993" y="44910"/>
                </a:lnTo>
                <a:lnTo>
                  <a:pt x="634821" y="44722"/>
                </a:lnTo>
                <a:lnTo>
                  <a:pt x="634640" y="44557"/>
                </a:lnTo>
                <a:lnTo>
                  <a:pt x="634451" y="44409"/>
                </a:lnTo>
                <a:lnTo>
                  <a:pt x="634251" y="44275"/>
                </a:lnTo>
                <a:lnTo>
                  <a:pt x="634041" y="44153"/>
                </a:lnTo>
                <a:lnTo>
                  <a:pt x="633820" y="44044"/>
                </a:lnTo>
                <a:lnTo>
                  <a:pt x="633589" y="43948"/>
                </a:lnTo>
                <a:lnTo>
                  <a:pt x="633347" y="43864"/>
                </a:lnTo>
                <a:lnTo>
                  <a:pt x="633095" y="43794"/>
                </a:lnTo>
                <a:lnTo>
                  <a:pt x="632833" y="43736"/>
                </a:lnTo>
                <a:lnTo>
                  <a:pt x="632561" y="43691"/>
                </a:lnTo>
                <a:lnTo>
                  <a:pt x="632277" y="43659"/>
                </a:lnTo>
                <a:lnTo>
                  <a:pt x="631984" y="43640"/>
                </a:lnTo>
                <a:lnTo>
                  <a:pt x="631680" y="43633"/>
                </a:lnTo>
                <a:lnTo>
                  <a:pt x="631342" y="43641"/>
                </a:lnTo>
                <a:lnTo>
                  <a:pt x="630993" y="43663"/>
                </a:lnTo>
                <a:lnTo>
                  <a:pt x="630632" y="43700"/>
                </a:lnTo>
                <a:lnTo>
                  <a:pt x="630261" y="43752"/>
                </a:lnTo>
                <a:lnTo>
                  <a:pt x="629879" y="43818"/>
                </a:lnTo>
                <a:lnTo>
                  <a:pt x="629487" y="43900"/>
                </a:lnTo>
                <a:lnTo>
                  <a:pt x="629083" y="43996"/>
                </a:lnTo>
                <a:lnTo>
                  <a:pt x="628668" y="44107"/>
                </a:lnTo>
                <a:lnTo>
                  <a:pt x="628243" y="44233"/>
                </a:lnTo>
                <a:lnTo>
                  <a:pt x="627806" y="44374"/>
                </a:lnTo>
                <a:lnTo>
                  <a:pt x="627359" y="44529"/>
                </a:lnTo>
                <a:lnTo>
                  <a:pt x="626901" y="44699"/>
                </a:lnTo>
                <a:lnTo>
                  <a:pt x="625831" y="42140"/>
                </a:lnTo>
                <a:lnTo>
                  <a:pt x="645518" y="34182"/>
                </a:lnTo>
                <a:lnTo>
                  <a:pt x="648585" y="34182"/>
                </a:lnTo>
                <a:lnTo>
                  <a:pt x="648585" y="47997"/>
                </a:lnTo>
                <a:close/>
                <a:moveTo>
                  <a:pt x="739602" y="91864"/>
                </a:moveTo>
                <a:lnTo>
                  <a:pt x="737977" y="93113"/>
                </a:lnTo>
                <a:lnTo>
                  <a:pt x="736457" y="94270"/>
                </a:lnTo>
                <a:lnTo>
                  <a:pt x="735041" y="95336"/>
                </a:lnTo>
                <a:lnTo>
                  <a:pt x="733729" y="96311"/>
                </a:lnTo>
                <a:lnTo>
                  <a:pt x="732521" y="97196"/>
                </a:lnTo>
                <a:lnTo>
                  <a:pt x="731417" y="97989"/>
                </a:lnTo>
                <a:lnTo>
                  <a:pt x="730416" y="98691"/>
                </a:lnTo>
                <a:lnTo>
                  <a:pt x="729520" y="99302"/>
                </a:lnTo>
                <a:lnTo>
                  <a:pt x="728728" y="99823"/>
                </a:lnTo>
                <a:lnTo>
                  <a:pt x="728040" y="100252"/>
                </a:lnTo>
                <a:lnTo>
                  <a:pt x="727456" y="100590"/>
                </a:lnTo>
                <a:lnTo>
                  <a:pt x="726976" y="100837"/>
                </a:lnTo>
                <a:lnTo>
                  <a:pt x="726331" y="101133"/>
                </a:lnTo>
                <a:lnTo>
                  <a:pt x="725678" y="101403"/>
                </a:lnTo>
                <a:lnTo>
                  <a:pt x="725019" y="101647"/>
                </a:lnTo>
                <a:lnTo>
                  <a:pt x="724353" y="101866"/>
                </a:lnTo>
                <a:lnTo>
                  <a:pt x="723680" y="102059"/>
                </a:lnTo>
                <a:lnTo>
                  <a:pt x="723000" y="102226"/>
                </a:lnTo>
                <a:lnTo>
                  <a:pt x="722313" y="102367"/>
                </a:lnTo>
                <a:lnTo>
                  <a:pt x="721619" y="102483"/>
                </a:lnTo>
                <a:lnTo>
                  <a:pt x="720918" y="102573"/>
                </a:lnTo>
                <a:lnTo>
                  <a:pt x="720210" y="102637"/>
                </a:lnTo>
                <a:lnTo>
                  <a:pt x="719495" y="102676"/>
                </a:lnTo>
                <a:lnTo>
                  <a:pt x="718773" y="102689"/>
                </a:lnTo>
                <a:lnTo>
                  <a:pt x="717661" y="102657"/>
                </a:lnTo>
                <a:lnTo>
                  <a:pt x="716581" y="102560"/>
                </a:lnTo>
                <a:lnTo>
                  <a:pt x="715535" y="102400"/>
                </a:lnTo>
                <a:lnTo>
                  <a:pt x="714521" y="102175"/>
                </a:lnTo>
                <a:lnTo>
                  <a:pt x="713541" y="101885"/>
                </a:lnTo>
                <a:lnTo>
                  <a:pt x="712594" y="101532"/>
                </a:lnTo>
                <a:lnTo>
                  <a:pt x="711681" y="101114"/>
                </a:lnTo>
                <a:lnTo>
                  <a:pt x="710800" y="100632"/>
                </a:lnTo>
                <a:lnTo>
                  <a:pt x="709953" y="100085"/>
                </a:lnTo>
                <a:lnTo>
                  <a:pt x="709139" y="99474"/>
                </a:lnTo>
                <a:lnTo>
                  <a:pt x="708358" y="98799"/>
                </a:lnTo>
                <a:lnTo>
                  <a:pt x="707610" y="98060"/>
                </a:lnTo>
                <a:lnTo>
                  <a:pt x="706910" y="97268"/>
                </a:lnTo>
                <a:lnTo>
                  <a:pt x="706270" y="96436"/>
                </a:lnTo>
                <a:lnTo>
                  <a:pt x="705691" y="95563"/>
                </a:lnTo>
                <a:lnTo>
                  <a:pt x="705173" y="94650"/>
                </a:lnTo>
                <a:lnTo>
                  <a:pt x="704716" y="93696"/>
                </a:lnTo>
                <a:lnTo>
                  <a:pt x="704320" y="92701"/>
                </a:lnTo>
                <a:lnTo>
                  <a:pt x="703985" y="91666"/>
                </a:lnTo>
                <a:lnTo>
                  <a:pt x="703711" y="90591"/>
                </a:lnTo>
                <a:lnTo>
                  <a:pt x="703498" y="89474"/>
                </a:lnTo>
                <a:lnTo>
                  <a:pt x="703345" y="88318"/>
                </a:lnTo>
                <a:lnTo>
                  <a:pt x="703254" y="87120"/>
                </a:lnTo>
                <a:lnTo>
                  <a:pt x="703224" y="85883"/>
                </a:lnTo>
                <a:lnTo>
                  <a:pt x="703238" y="85096"/>
                </a:lnTo>
                <a:lnTo>
                  <a:pt x="703283" y="84328"/>
                </a:lnTo>
                <a:lnTo>
                  <a:pt x="703357" y="83577"/>
                </a:lnTo>
                <a:lnTo>
                  <a:pt x="703461" y="82844"/>
                </a:lnTo>
                <a:lnTo>
                  <a:pt x="703595" y="82129"/>
                </a:lnTo>
                <a:lnTo>
                  <a:pt x="703759" y="81432"/>
                </a:lnTo>
                <a:lnTo>
                  <a:pt x="703952" y="80752"/>
                </a:lnTo>
                <a:lnTo>
                  <a:pt x="704175" y="80091"/>
                </a:lnTo>
                <a:lnTo>
                  <a:pt x="704427" y="79447"/>
                </a:lnTo>
                <a:lnTo>
                  <a:pt x="704710" y="78821"/>
                </a:lnTo>
                <a:lnTo>
                  <a:pt x="705022" y="78212"/>
                </a:lnTo>
                <a:lnTo>
                  <a:pt x="705363" y="77622"/>
                </a:lnTo>
                <a:lnTo>
                  <a:pt x="705881" y="76819"/>
                </a:lnTo>
                <a:lnTo>
                  <a:pt x="706458" y="76024"/>
                </a:lnTo>
                <a:lnTo>
                  <a:pt x="707095" y="75236"/>
                </a:lnTo>
                <a:lnTo>
                  <a:pt x="707793" y="74457"/>
                </a:lnTo>
                <a:lnTo>
                  <a:pt x="708550" y="73685"/>
                </a:lnTo>
                <a:lnTo>
                  <a:pt x="709367" y="72922"/>
                </a:lnTo>
                <a:lnTo>
                  <a:pt x="710244" y="72166"/>
                </a:lnTo>
                <a:lnTo>
                  <a:pt x="711181" y="71419"/>
                </a:lnTo>
                <a:lnTo>
                  <a:pt x="712178" y="70679"/>
                </a:lnTo>
                <a:lnTo>
                  <a:pt x="713234" y="69947"/>
                </a:lnTo>
                <a:lnTo>
                  <a:pt x="714351" y="69223"/>
                </a:lnTo>
                <a:lnTo>
                  <a:pt x="715528" y="68507"/>
                </a:lnTo>
                <a:lnTo>
                  <a:pt x="716801" y="67782"/>
                </a:lnTo>
                <a:lnTo>
                  <a:pt x="718208" y="67031"/>
                </a:lnTo>
                <a:lnTo>
                  <a:pt x="719747" y="66255"/>
                </a:lnTo>
                <a:lnTo>
                  <a:pt x="721421" y="65452"/>
                </a:lnTo>
                <a:lnTo>
                  <a:pt x="723227" y="64625"/>
                </a:lnTo>
                <a:lnTo>
                  <a:pt x="725166" y="63771"/>
                </a:lnTo>
                <a:lnTo>
                  <a:pt x="727239" y="62892"/>
                </a:lnTo>
                <a:lnTo>
                  <a:pt x="729445" y="61987"/>
                </a:lnTo>
                <a:lnTo>
                  <a:pt x="731784" y="61056"/>
                </a:lnTo>
                <a:lnTo>
                  <a:pt x="734257" y="60100"/>
                </a:lnTo>
                <a:lnTo>
                  <a:pt x="736863" y="59117"/>
                </a:lnTo>
                <a:lnTo>
                  <a:pt x="739602" y="58110"/>
                </a:lnTo>
                <a:lnTo>
                  <a:pt x="739602" y="55546"/>
                </a:lnTo>
                <a:lnTo>
                  <a:pt x="739580" y="53962"/>
                </a:lnTo>
                <a:lnTo>
                  <a:pt x="739515" y="52464"/>
                </a:lnTo>
                <a:lnTo>
                  <a:pt x="739408" y="51051"/>
                </a:lnTo>
                <a:lnTo>
                  <a:pt x="739257" y="49722"/>
                </a:lnTo>
                <a:lnTo>
                  <a:pt x="739063" y="48479"/>
                </a:lnTo>
                <a:lnTo>
                  <a:pt x="738826" y="47321"/>
                </a:lnTo>
                <a:lnTo>
                  <a:pt x="738546" y="46248"/>
                </a:lnTo>
                <a:lnTo>
                  <a:pt x="738223" y="45260"/>
                </a:lnTo>
                <a:lnTo>
                  <a:pt x="737856" y="44357"/>
                </a:lnTo>
                <a:lnTo>
                  <a:pt x="737447" y="43539"/>
                </a:lnTo>
                <a:lnTo>
                  <a:pt x="736994" y="42806"/>
                </a:lnTo>
                <a:lnTo>
                  <a:pt x="736499" y="42158"/>
                </a:lnTo>
                <a:lnTo>
                  <a:pt x="735962" y="41578"/>
                </a:lnTo>
                <a:lnTo>
                  <a:pt x="735386" y="41048"/>
                </a:lnTo>
                <a:lnTo>
                  <a:pt x="734771" y="40569"/>
                </a:lnTo>
                <a:lnTo>
                  <a:pt x="734117" y="40140"/>
                </a:lnTo>
                <a:lnTo>
                  <a:pt x="733424" y="39762"/>
                </a:lnTo>
                <a:lnTo>
                  <a:pt x="732692" y="39434"/>
                </a:lnTo>
                <a:lnTo>
                  <a:pt x="731920" y="39157"/>
                </a:lnTo>
                <a:lnTo>
                  <a:pt x="731109" y="38930"/>
                </a:lnTo>
                <a:lnTo>
                  <a:pt x="730260" y="38753"/>
                </a:lnTo>
                <a:lnTo>
                  <a:pt x="729371" y="38627"/>
                </a:lnTo>
                <a:lnTo>
                  <a:pt x="728443" y="38551"/>
                </a:lnTo>
                <a:lnTo>
                  <a:pt x="727476" y="38526"/>
                </a:lnTo>
                <a:lnTo>
                  <a:pt x="726740" y="38543"/>
                </a:lnTo>
                <a:lnTo>
                  <a:pt x="726029" y="38593"/>
                </a:lnTo>
                <a:lnTo>
                  <a:pt x="725345" y="38677"/>
                </a:lnTo>
                <a:lnTo>
                  <a:pt x="724686" y="38794"/>
                </a:lnTo>
                <a:lnTo>
                  <a:pt x="724053" y="38945"/>
                </a:lnTo>
                <a:lnTo>
                  <a:pt x="723445" y="39129"/>
                </a:lnTo>
                <a:lnTo>
                  <a:pt x="722864" y="39347"/>
                </a:lnTo>
                <a:lnTo>
                  <a:pt x="722308" y="39598"/>
                </a:lnTo>
                <a:lnTo>
                  <a:pt x="721778" y="39883"/>
                </a:lnTo>
                <a:lnTo>
                  <a:pt x="721274" y="40201"/>
                </a:lnTo>
                <a:lnTo>
                  <a:pt x="720795" y="40553"/>
                </a:lnTo>
                <a:lnTo>
                  <a:pt x="720343" y="40938"/>
                </a:lnTo>
                <a:lnTo>
                  <a:pt x="719910" y="41345"/>
                </a:lnTo>
                <a:lnTo>
                  <a:pt x="719514" y="41762"/>
                </a:lnTo>
                <a:lnTo>
                  <a:pt x="719157" y="42189"/>
                </a:lnTo>
                <a:lnTo>
                  <a:pt x="718837" y="42626"/>
                </a:lnTo>
                <a:lnTo>
                  <a:pt x="718554" y="43072"/>
                </a:lnTo>
                <a:lnTo>
                  <a:pt x="718310" y="43528"/>
                </a:lnTo>
                <a:lnTo>
                  <a:pt x="718103" y="43994"/>
                </a:lnTo>
                <a:lnTo>
                  <a:pt x="717933" y="44470"/>
                </a:lnTo>
                <a:lnTo>
                  <a:pt x="717802" y="44956"/>
                </a:lnTo>
                <a:lnTo>
                  <a:pt x="717707" y="45452"/>
                </a:lnTo>
                <a:lnTo>
                  <a:pt x="717651" y="45958"/>
                </a:lnTo>
                <a:lnTo>
                  <a:pt x="717632" y="46473"/>
                </a:lnTo>
                <a:lnTo>
                  <a:pt x="717775" y="50588"/>
                </a:lnTo>
                <a:lnTo>
                  <a:pt x="717763" y="51121"/>
                </a:lnTo>
                <a:lnTo>
                  <a:pt x="717728" y="51634"/>
                </a:lnTo>
                <a:lnTo>
                  <a:pt x="717670" y="52126"/>
                </a:lnTo>
                <a:lnTo>
                  <a:pt x="717589" y="52597"/>
                </a:lnTo>
                <a:lnTo>
                  <a:pt x="717484" y="53048"/>
                </a:lnTo>
                <a:lnTo>
                  <a:pt x="717356" y="53478"/>
                </a:lnTo>
                <a:lnTo>
                  <a:pt x="717204" y="53887"/>
                </a:lnTo>
                <a:lnTo>
                  <a:pt x="717030" y="54276"/>
                </a:lnTo>
                <a:lnTo>
                  <a:pt x="716832" y="54644"/>
                </a:lnTo>
                <a:lnTo>
                  <a:pt x="716611" y="54991"/>
                </a:lnTo>
                <a:lnTo>
                  <a:pt x="716366" y="55318"/>
                </a:lnTo>
                <a:lnTo>
                  <a:pt x="716099" y="55624"/>
                </a:lnTo>
                <a:lnTo>
                  <a:pt x="715812" y="55907"/>
                </a:lnTo>
                <a:lnTo>
                  <a:pt x="715511" y="56166"/>
                </a:lnTo>
                <a:lnTo>
                  <a:pt x="715196" y="56400"/>
                </a:lnTo>
                <a:lnTo>
                  <a:pt x="714866" y="56609"/>
                </a:lnTo>
                <a:lnTo>
                  <a:pt x="714522" y="56794"/>
                </a:lnTo>
                <a:lnTo>
                  <a:pt x="714164" y="56954"/>
                </a:lnTo>
                <a:lnTo>
                  <a:pt x="713791" y="57090"/>
                </a:lnTo>
                <a:lnTo>
                  <a:pt x="713404" y="57200"/>
                </a:lnTo>
                <a:lnTo>
                  <a:pt x="713002" y="57287"/>
                </a:lnTo>
                <a:lnTo>
                  <a:pt x="712587" y="57348"/>
                </a:lnTo>
                <a:lnTo>
                  <a:pt x="712156" y="57385"/>
                </a:lnTo>
                <a:lnTo>
                  <a:pt x="711712" y="57398"/>
                </a:lnTo>
                <a:lnTo>
                  <a:pt x="711279" y="57385"/>
                </a:lnTo>
                <a:lnTo>
                  <a:pt x="710859" y="57346"/>
                </a:lnTo>
                <a:lnTo>
                  <a:pt x="710452" y="57282"/>
                </a:lnTo>
                <a:lnTo>
                  <a:pt x="710059" y="57193"/>
                </a:lnTo>
                <a:lnTo>
                  <a:pt x="709680" y="57077"/>
                </a:lnTo>
                <a:lnTo>
                  <a:pt x="709313" y="56936"/>
                </a:lnTo>
                <a:lnTo>
                  <a:pt x="708960" y="56770"/>
                </a:lnTo>
                <a:lnTo>
                  <a:pt x="708621" y="56578"/>
                </a:lnTo>
                <a:lnTo>
                  <a:pt x="708295" y="56360"/>
                </a:lnTo>
                <a:lnTo>
                  <a:pt x="707982" y="56116"/>
                </a:lnTo>
                <a:lnTo>
                  <a:pt x="707682" y="55847"/>
                </a:lnTo>
                <a:lnTo>
                  <a:pt x="707396" y="55553"/>
                </a:lnTo>
                <a:lnTo>
                  <a:pt x="707129" y="55235"/>
                </a:lnTo>
                <a:lnTo>
                  <a:pt x="706884" y="54899"/>
                </a:lnTo>
                <a:lnTo>
                  <a:pt x="706663" y="54545"/>
                </a:lnTo>
                <a:lnTo>
                  <a:pt x="706465" y="54171"/>
                </a:lnTo>
                <a:lnTo>
                  <a:pt x="706290" y="53779"/>
                </a:lnTo>
                <a:lnTo>
                  <a:pt x="706139" y="53368"/>
                </a:lnTo>
                <a:lnTo>
                  <a:pt x="706011" y="52939"/>
                </a:lnTo>
                <a:lnTo>
                  <a:pt x="705906" y="52490"/>
                </a:lnTo>
                <a:lnTo>
                  <a:pt x="705825" y="52023"/>
                </a:lnTo>
                <a:lnTo>
                  <a:pt x="705767" y="51538"/>
                </a:lnTo>
                <a:lnTo>
                  <a:pt x="705732" y="51033"/>
                </a:lnTo>
                <a:lnTo>
                  <a:pt x="705720" y="50510"/>
                </a:lnTo>
                <a:lnTo>
                  <a:pt x="705764" y="49499"/>
                </a:lnTo>
                <a:lnTo>
                  <a:pt x="705894" y="48503"/>
                </a:lnTo>
                <a:lnTo>
                  <a:pt x="706112" y="47520"/>
                </a:lnTo>
                <a:lnTo>
                  <a:pt x="706418" y="46551"/>
                </a:lnTo>
                <a:lnTo>
                  <a:pt x="706810" y="45595"/>
                </a:lnTo>
                <a:lnTo>
                  <a:pt x="707289" y="44654"/>
                </a:lnTo>
                <a:lnTo>
                  <a:pt x="707856" y="43726"/>
                </a:lnTo>
                <a:lnTo>
                  <a:pt x="708510" y="42812"/>
                </a:lnTo>
                <a:lnTo>
                  <a:pt x="709251" y="41912"/>
                </a:lnTo>
                <a:lnTo>
                  <a:pt x="710079" y="41025"/>
                </a:lnTo>
                <a:lnTo>
                  <a:pt x="710995" y="40153"/>
                </a:lnTo>
                <a:lnTo>
                  <a:pt x="711997" y="39294"/>
                </a:lnTo>
                <a:lnTo>
                  <a:pt x="713078" y="38477"/>
                </a:lnTo>
                <a:lnTo>
                  <a:pt x="714230" y="37732"/>
                </a:lnTo>
                <a:lnTo>
                  <a:pt x="715452" y="37057"/>
                </a:lnTo>
                <a:lnTo>
                  <a:pt x="716744" y="36454"/>
                </a:lnTo>
                <a:lnTo>
                  <a:pt x="718107" y="35922"/>
                </a:lnTo>
                <a:lnTo>
                  <a:pt x="719540" y="35460"/>
                </a:lnTo>
                <a:lnTo>
                  <a:pt x="721044" y="35070"/>
                </a:lnTo>
                <a:lnTo>
                  <a:pt x="722617" y="34750"/>
                </a:lnTo>
                <a:lnTo>
                  <a:pt x="724261" y="34502"/>
                </a:lnTo>
                <a:lnTo>
                  <a:pt x="725976" y="34324"/>
                </a:lnTo>
                <a:lnTo>
                  <a:pt x="727760" y="34218"/>
                </a:lnTo>
                <a:lnTo>
                  <a:pt x="729615" y="34182"/>
                </a:lnTo>
                <a:lnTo>
                  <a:pt x="731044" y="34202"/>
                </a:lnTo>
                <a:lnTo>
                  <a:pt x="732429" y="34263"/>
                </a:lnTo>
                <a:lnTo>
                  <a:pt x="733770" y="34364"/>
                </a:lnTo>
                <a:lnTo>
                  <a:pt x="735068" y="34506"/>
                </a:lnTo>
                <a:lnTo>
                  <a:pt x="736322" y="34688"/>
                </a:lnTo>
                <a:lnTo>
                  <a:pt x="737533" y="34911"/>
                </a:lnTo>
                <a:lnTo>
                  <a:pt x="738700" y="35174"/>
                </a:lnTo>
                <a:lnTo>
                  <a:pt x="739824" y="35478"/>
                </a:lnTo>
                <a:lnTo>
                  <a:pt x="740903" y="35822"/>
                </a:lnTo>
                <a:lnTo>
                  <a:pt x="741940" y="36207"/>
                </a:lnTo>
                <a:lnTo>
                  <a:pt x="742932" y="36632"/>
                </a:lnTo>
                <a:lnTo>
                  <a:pt x="743881" y="37097"/>
                </a:lnTo>
                <a:lnTo>
                  <a:pt x="744567" y="37482"/>
                </a:lnTo>
                <a:lnTo>
                  <a:pt x="745223" y="37902"/>
                </a:lnTo>
                <a:lnTo>
                  <a:pt x="745847" y="38356"/>
                </a:lnTo>
                <a:lnTo>
                  <a:pt x="746441" y="38844"/>
                </a:lnTo>
                <a:lnTo>
                  <a:pt x="747005" y="39368"/>
                </a:lnTo>
                <a:lnTo>
                  <a:pt x="747537" y="39925"/>
                </a:lnTo>
                <a:lnTo>
                  <a:pt x="748039" y="40518"/>
                </a:lnTo>
                <a:lnTo>
                  <a:pt x="748510" y="41145"/>
                </a:lnTo>
                <a:lnTo>
                  <a:pt x="748950" y="41806"/>
                </a:lnTo>
                <a:lnTo>
                  <a:pt x="749360" y="42502"/>
                </a:lnTo>
                <a:lnTo>
                  <a:pt x="749739" y="43233"/>
                </a:lnTo>
                <a:lnTo>
                  <a:pt x="750087" y="43998"/>
                </a:lnTo>
                <a:lnTo>
                  <a:pt x="750292" y="44552"/>
                </a:lnTo>
                <a:lnTo>
                  <a:pt x="750479" y="45195"/>
                </a:lnTo>
                <a:lnTo>
                  <a:pt x="750649" y="45927"/>
                </a:lnTo>
                <a:lnTo>
                  <a:pt x="750800" y="46748"/>
                </a:lnTo>
                <a:lnTo>
                  <a:pt x="750934" y="47658"/>
                </a:lnTo>
                <a:lnTo>
                  <a:pt x="751050" y="48657"/>
                </a:lnTo>
                <a:lnTo>
                  <a:pt x="751148" y="49744"/>
                </a:lnTo>
                <a:lnTo>
                  <a:pt x="751228" y="50921"/>
                </a:lnTo>
                <a:lnTo>
                  <a:pt x="751291" y="52186"/>
                </a:lnTo>
                <a:lnTo>
                  <a:pt x="751335" y="53541"/>
                </a:lnTo>
                <a:lnTo>
                  <a:pt x="751362" y="54984"/>
                </a:lnTo>
                <a:lnTo>
                  <a:pt x="751371" y="56516"/>
                </a:lnTo>
                <a:lnTo>
                  <a:pt x="751371" y="78637"/>
                </a:lnTo>
                <a:lnTo>
                  <a:pt x="751373" y="80140"/>
                </a:lnTo>
                <a:lnTo>
                  <a:pt x="751381" y="81542"/>
                </a:lnTo>
                <a:lnTo>
                  <a:pt x="751393" y="82844"/>
                </a:lnTo>
                <a:lnTo>
                  <a:pt x="751411" y="84046"/>
                </a:lnTo>
                <a:lnTo>
                  <a:pt x="751433" y="85148"/>
                </a:lnTo>
                <a:lnTo>
                  <a:pt x="751460" y="86150"/>
                </a:lnTo>
                <a:lnTo>
                  <a:pt x="751492" y="87051"/>
                </a:lnTo>
                <a:lnTo>
                  <a:pt x="751529" y="87852"/>
                </a:lnTo>
                <a:lnTo>
                  <a:pt x="751572" y="88553"/>
                </a:lnTo>
                <a:lnTo>
                  <a:pt x="751619" y="89153"/>
                </a:lnTo>
                <a:lnTo>
                  <a:pt x="751671" y="89653"/>
                </a:lnTo>
                <a:lnTo>
                  <a:pt x="751728" y="90053"/>
                </a:lnTo>
                <a:lnTo>
                  <a:pt x="751790" y="90393"/>
                </a:lnTo>
                <a:lnTo>
                  <a:pt x="751859" y="90714"/>
                </a:lnTo>
                <a:lnTo>
                  <a:pt x="751935" y="91016"/>
                </a:lnTo>
                <a:lnTo>
                  <a:pt x="752017" y="91298"/>
                </a:lnTo>
                <a:lnTo>
                  <a:pt x="752105" y="91561"/>
                </a:lnTo>
                <a:lnTo>
                  <a:pt x="752200" y="91805"/>
                </a:lnTo>
                <a:lnTo>
                  <a:pt x="752301" y="92030"/>
                </a:lnTo>
                <a:lnTo>
                  <a:pt x="752409" y="92235"/>
                </a:lnTo>
                <a:lnTo>
                  <a:pt x="752523" y="92421"/>
                </a:lnTo>
                <a:lnTo>
                  <a:pt x="752644" y="92588"/>
                </a:lnTo>
                <a:lnTo>
                  <a:pt x="752771" y="92735"/>
                </a:lnTo>
                <a:lnTo>
                  <a:pt x="752905" y="92864"/>
                </a:lnTo>
                <a:lnTo>
                  <a:pt x="753043" y="92977"/>
                </a:lnTo>
                <a:lnTo>
                  <a:pt x="753185" y="93081"/>
                </a:lnTo>
                <a:lnTo>
                  <a:pt x="753330" y="93174"/>
                </a:lnTo>
                <a:lnTo>
                  <a:pt x="753479" y="93258"/>
                </a:lnTo>
                <a:lnTo>
                  <a:pt x="753631" y="93332"/>
                </a:lnTo>
                <a:lnTo>
                  <a:pt x="753787" y="93396"/>
                </a:lnTo>
                <a:lnTo>
                  <a:pt x="753947" y="93450"/>
                </a:lnTo>
                <a:lnTo>
                  <a:pt x="754109" y="93495"/>
                </a:lnTo>
                <a:lnTo>
                  <a:pt x="754275" y="93529"/>
                </a:lnTo>
                <a:lnTo>
                  <a:pt x="754445" y="93554"/>
                </a:lnTo>
                <a:lnTo>
                  <a:pt x="754618" y="93569"/>
                </a:lnTo>
                <a:lnTo>
                  <a:pt x="754795" y="93574"/>
                </a:lnTo>
                <a:lnTo>
                  <a:pt x="754983" y="93570"/>
                </a:lnTo>
                <a:lnTo>
                  <a:pt x="755167" y="93560"/>
                </a:lnTo>
                <a:lnTo>
                  <a:pt x="755348" y="93542"/>
                </a:lnTo>
                <a:lnTo>
                  <a:pt x="755524" y="93518"/>
                </a:lnTo>
                <a:lnTo>
                  <a:pt x="755696" y="93487"/>
                </a:lnTo>
                <a:lnTo>
                  <a:pt x="755865" y="93449"/>
                </a:lnTo>
                <a:lnTo>
                  <a:pt x="756029" y="93404"/>
                </a:lnTo>
                <a:lnTo>
                  <a:pt x="756190" y="93352"/>
                </a:lnTo>
                <a:lnTo>
                  <a:pt x="756346" y="93293"/>
                </a:lnTo>
                <a:lnTo>
                  <a:pt x="756499" y="93227"/>
                </a:lnTo>
                <a:lnTo>
                  <a:pt x="756647" y="93155"/>
                </a:lnTo>
                <a:lnTo>
                  <a:pt x="756792" y="93075"/>
                </a:lnTo>
                <a:lnTo>
                  <a:pt x="757061" y="92898"/>
                </a:lnTo>
                <a:lnTo>
                  <a:pt x="757369" y="92674"/>
                </a:lnTo>
                <a:lnTo>
                  <a:pt x="757715" y="92403"/>
                </a:lnTo>
                <a:lnTo>
                  <a:pt x="758100" y="92086"/>
                </a:lnTo>
                <a:lnTo>
                  <a:pt x="758523" y="91723"/>
                </a:lnTo>
                <a:lnTo>
                  <a:pt x="758985" y="91313"/>
                </a:lnTo>
                <a:lnTo>
                  <a:pt x="759486" y="90856"/>
                </a:lnTo>
                <a:lnTo>
                  <a:pt x="760026" y="90353"/>
                </a:lnTo>
                <a:lnTo>
                  <a:pt x="760604" y="89804"/>
                </a:lnTo>
                <a:lnTo>
                  <a:pt x="761220" y="89208"/>
                </a:lnTo>
                <a:lnTo>
                  <a:pt x="761876" y="88565"/>
                </a:lnTo>
                <a:lnTo>
                  <a:pt x="762570" y="87877"/>
                </a:lnTo>
                <a:lnTo>
                  <a:pt x="762570" y="91864"/>
                </a:lnTo>
                <a:lnTo>
                  <a:pt x="761243" y="93571"/>
                </a:lnTo>
                <a:lnTo>
                  <a:pt x="759927" y="95128"/>
                </a:lnTo>
                <a:lnTo>
                  <a:pt x="758620" y="96538"/>
                </a:lnTo>
                <a:lnTo>
                  <a:pt x="757323" y="97799"/>
                </a:lnTo>
                <a:lnTo>
                  <a:pt x="756036" y="98912"/>
                </a:lnTo>
                <a:lnTo>
                  <a:pt x="754759" y="99876"/>
                </a:lnTo>
                <a:lnTo>
                  <a:pt x="753492" y="100692"/>
                </a:lnTo>
                <a:lnTo>
                  <a:pt x="752235" y="101360"/>
                </a:lnTo>
                <a:lnTo>
                  <a:pt x="750988" y="101879"/>
                </a:lnTo>
                <a:lnTo>
                  <a:pt x="749750" y="102250"/>
                </a:lnTo>
                <a:lnTo>
                  <a:pt x="748523" y="102472"/>
                </a:lnTo>
                <a:lnTo>
                  <a:pt x="747305" y="102546"/>
                </a:lnTo>
                <a:lnTo>
                  <a:pt x="746733" y="102530"/>
                </a:lnTo>
                <a:lnTo>
                  <a:pt x="746180" y="102479"/>
                </a:lnTo>
                <a:lnTo>
                  <a:pt x="745647" y="102395"/>
                </a:lnTo>
                <a:lnTo>
                  <a:pt x="745134" y="102277"/>
                </a:lnTo>
                <a:lnTo>
                  <a:pt x="744640" y="102126"/>
                </a:lnTo>
                <a:lnTo>
                  <a:pt x="744167" y="101941"/>
                </a:lnTo>
                <a:lnTo>
                  <a:pt x="743713" y="101723"/>
                </a:lnTo>
                <a:lnTo>
                  <a:pt x="743279" y="101470"/>
                </a:lnTo>
                <a:lnTo>
                  <a:pt x="742865" y="101184"/>
                </a:lnTo>
                <a:lnTo>
                  <a:pt x="742471" y="100865"/>
                </a:lnTo>
                <a:lnTo>
                  <a:pt x="742096" y="100512"/>
                </a:lnTo>
                <a:lnTo>
                  <a:pt x="741741" y="100125"/>
                </a:lnTo>
                <a:lnTo>
                  <a:pt x="741411" y="99698"/>
                </a:lnTo>
                <a:lnTo>
                  <a:pt x="741107" y="99223"/>
                </a:lnTo>
                <a:lnTo>
                  <a:pt x="740832" y="98701"/>
                </a:lnTo>
                <a:lnTo>
                  <a:pt x="740584" y="98131"/>
                </a:lnTo>
                <a:lnTo>
                  <a:pt x="740364" y="97514"/>
                </a:lnTo>
                <a:lnTo>
                  <a:pt x="740172" y="96849"/>
                </a:lnTo>
                <a:lnTo>
                  <a:pt x="740008" y="96137"/>
                </a:lnTo>
                <a:lnTo>
                  <a:pt x="739871" y="95378"/>
                </a:lnTo>
                <a:lnTo>
                  <a:pt x="739762" y="94571"/>
                </a:lnTo>
                <a:lnTo>
                  <a:pt x="739681" y="93716"/>
                </a:lnTo>
                <a:lnTo>
                  <a:pt x="739627" y="92814"/>
                </a:lnTo>
                <a:lnTo>
                  <a:pt x="739602" y="91864"/>
                </a:lnTo>
                <a:moveTo>
                  <a:pt x="739602" y="87196"/>
                </a:moveTo>
                <a:lnTo>
                  <a:pt x="739602" y="62454"/>
                </a:lnTo>
                <a:lnTo>
                  <a:pt x="737859" y="63145"/>
                </a:lnTo>
                <a:lnTo>
                  <a:pt x="736223" y="63802"/>
                </a:lnTo>
                <a:lnTo>
                  <a:pt x="734693" y="64425"/>
                </a:lnTo>
                <a:lnTo>
                  <a:pt x="733269" y="65013"/>
                </a:lnTo>
                <a:lnTo>
                  <a:pt x="731951" y="65567"/>
                </a:lnTo>
                <a:lnTo>
                  <a:pt x="730739" y="66087"/>
                </a:lnTo>
                <a:lnTo>
                  <a:pt x="729633" y="66572"/>
                </a:lnTo>
                <a:lnTo>
                  <a:pt x="728633" y="67022"/>
                </a:lnTo>
                <a:lnTo>
                  <a:pt x="727739" y="67438"/>
                </a:lnTo>
                <a:lnTo>
                  <a:pt x="726951" y="67820"/>
                </a:lnTo>
                <a:lnTo>
                  <a:pt x="726268" y="68167"/>
                </a:lnTo>
                <a:lnTo>
                  <a:pt x="725692" y="68480"/>
                </a:lnTo>
                <a:lnTo>
                  <a:pt x="724775" y="69002"/>
                </a:lnTo>
                <a:lnTo>
                  <a:pt x="723903" y="69528"/>
                </a:lnTo>
                <a:lnTo>
                  <a:pt x="723075" y="70058"/>
                </a:lnTo>
                <a:lnTo>
                  <a:pt x="722292" y="70591"/>
                </a:lnTo>
                <a:lnTo>
                  <a:pt x="721554" y="71129"/>
                </a:lnTo>
                <a:lnTo>
                  <a:pt x="720860" y="71671"/>
                </a:lnTo>
                <a:lnTo>
                  <a:pt x="720210" y="72216"/>
                </a:lnTo>
                <a:lnTo>
                  <a:pt x="719606" y="72766"/>
                </a:lnTo>
                <a:lnTo>
                  <a:pt x="719045" y="73319"/>
                </a:lnTo>
                <a:lnTo>
                  <a:pt x="718530" y="73876"/>
                </a:lnTo>
                <a:lnTo>
                  <a:pt x="718059" y="74437"/>
                </a:lnTo>
                <a:lnTo>
                  <a:pt x="717632" y="75003"/>
                </a:lnTo>
                <a:lnTo>
                  <a:pt x="717245" y="75574"/>
                </a:lnTo>
                <a:lnTo>
                  <a:pt x="716891" y="76155"/>
                </a:lnTo>
                <a:lnTo>
                  <a:pt x="716571" y="76744"/>
                </a:lnTo>
                <a:lnTo>
                  <a:pt x="716285" y="77342"/>
                </a:lnTo>
                <a:lnTo>
                  <a:pt x="716032" y="77949"/>
                </a:lnTo>
                <a:lnTo>
                  <a:pt x="715813" y="78565"/>
                </a:lnTo>
                <a:lnTo>
                  <a:pt x="715628" y="79190"/>
                </a:lnTo>
                <a:lnTo>
                  <a:pt x="715476" y="79823"/>
                </a:lnTo>
                <a:lnTo>
                  <a:pt x="715358" y="80466"/>
                </a:lnTo>
                <a:lnTo>
                  <a:pt x="715274" y="81117"/>
                </a:lnTo>
                <a:lnTo>
                  <a:pt x="715224" y="81777"/>
                </a:lnTo>
                <a:lnTo>
                  <a:pt x="715207" y="82447"/>
                </a:lnTo>
                <a:lnTo>
                  <a:pt x="715228" y="83285"/>
                </a:lnTo>
                <a:lnTo>
                  <a:pt x="715292" y="84100"/>
                </a:lnTo>
                <a:lnTo>
                  <a:pt x="715399" y="84891"/>
                </a:lnTo>
                <a:lnTo>
                  <a:pt x="715548" y="85657"/>
                </a:lnTo>
                <a:lnTo>
                  <a:pt x="715739" y="86399"/>
                </a:lnTo>
                <a:lnTo>
                  <a:pt x="715974" y="87117"/>
                </a:lnTo>
                <a:lnTo>
                  <a:pt x="716251" y="87811"/>
                </a:lnTo>
                <a:lnTo>
                  <a:pt x="716570" y="88481"/>
                </a:lnTo>
                <a:lnTo>
                  <a:pt x="716932" y="89127"/>
                </a:lnTo>
                <a:lnTo>
                  <a:pt x="717337" y="89748"/>
                </a:lnTo>
                <a:lnTo>
                  <a:pt x="717784" y="90345"/>
                </a:lnTo>
                <a:lnTo>
                  <a:pt x="718274" y="90919"/>
                </a:lnTo>
                <a:lnTo>
                  <a:pt x="718792" y="91456"/>
                </a:lnTo>
                <a:lnTo>
                  <a:pt x="719322" y="91948"/>
                </a:lnTo>
                <a:lnTo>
                  <a:pt x="719866" y="92392"/>
                </a:lnTo>
                <a:lnTo>
                  <a:pt x="720422" y="92789"/>
                </a:lnTo>
                <a:lnTo>
                  <a:pt x="720991" y="93140"/>
                </a:lnTo>
                <a:lnTo>
                  <a:pt x="721573" y="93444"/>
                </a:lnTo>
                <a:lnTo>
                  <a:pt x="722168" y="93701"/>
                </a:lnTo>
                <a:lnTo>
                  <a:pt x="722776" y="93912"/>
                </a:lnTo>
                <a:lnTo>
                  <a:pt x="723396" y="94075"/>
                </a:lnTo>
                <a:lnTo>
                  <a:pt x="724030" y="94192"/>
                </a:lnTo>
                <a:lnTo>
                  <a:pt x="724676" y="94262"/>
                </a:lnTo>
                <a:lnTo>
                  <a:pt x="725336" y="94286"/>
                </a:lnTo>
                <a:lnTo>
                  <a:pt x="726263" y="94236"/>
                </a:lnTo>
                <a:lnTo>
                  <a:pt x="727238" y="94089"/>
                </a:lnTo>
                <a:lnTo>
                  <a:pt x="728260" y="93843"/>
                </a:lnTo>
                <a:lnTo>
                  <a:pt x="729330" y="93498"/>
                </a:lnTo>
                <a:lnTo>
                  <a:pt x="730448" y="93055"/>
                </a:lnTo>
                <a:lnTo>
                  <a:pt x="731613" y="92513"/>
                </a:lnTo>
                <a:lnTo>
                  <a:pt x="732825" y="91873"/>
                </a:lnTo>
                <a:lnTo>
                  <a:pt x="734085" y="91135"/>
                </a:lnTo>
                <a:lnTo>
                  <a:pt x="735393" y="90298"/>
                </a:lnTo>
                <a:lnTo>
                  <a:pt x="736748" y="89362"/>
                </a:lnTo>
                <a:lnTo>
                  <a:pt x="738151" y="88328"/>
                </a:lnTo>
                <a:lnTo>
                  <a:pt x="739602" y="87196"/>
                </a:lnTo>
                <a:close/>
                <a:moveTo>
                  <a:pt x="789867" y="0"/>
                </a:moveTo>
                <a:lnTo>
                  <a:pt x="789867" y="86461"/>
                </a:lnTo>
                <a:lnTo>
                  <a:pt x="789874" y="87453"/>
                </a:lnTo>
                <a:lnTo>
                  <a:pt x="789892" y="88387"/>
                </a:lnTo>
                <a:lnTo>
                  <a:pt x="789923" y="89263"/>
                </a:lnTo>
                <a:lnTo>
                  <a:pt x="789966" y="90083"/>
                </a:lnTo>
                <a:lnTo>
                  <a:pt x="790022" y="90845"/>
                </a:lnTo>
                <a:lnTo>
                  <a:pt x="790090" y="91550"/>
                </a:lnTo>
                <a:lnTo>
                  <a:pt x="790171" y="92197"/>
                </a:lnTo>
                <a:lnTo>
                  <a:pt x="790264" y="92787"/>
                </a:lnTo>
                <a:lnTo>
                  <a:pt x="790369" y="93320"/>
                </a:lnTo>
                <a:lnTo>
                  <a:pt x="790487" y="93796"/>
                </a:lnTo>
                <a:lnTo>
                  <a:pt x="790617" y="94214"/>
                </a:lnTo>
                <a:lnTo>
                  <a:pt x="790759" y="94575"/>
                </a:lnTo>
                <a:lnTo>
                  <a:pt x="790914" y="94900"/>
                </a:lnTo>
                <a:lnTo>
                  <a:pt x="791083" y="95212"/>
                </a:lnTo>
                <a:lnTo>
                  <a:pt x="791265" y="95511"/>
                </a:lnTo>
                <a:lnTo>
                  <a:pt x="791460" y="95796"/>
                </a:lnTo>
                <a:lnTo>
                  <a:pt x="791669" y="96068"/>
                </a:lnTo>
                <a:lnTo>
                  <a:pt x="791891" y="96327"/>
                </a:lnTo>
                <a:lnTo>
                  <a:pt x="792127" y="96572"/>
                </a:lnTo>
                <a:lnTo>
                  <a:pt x="792376" y="96804"/>
                </a:lnTo>
                <a:lnTo>
                  <a:pt x="792638" y="97023"/>
                </a:lnTo>
                <a:lnTo>
                  <a:pt x="792914" y="97229"/>
                </a:lnTo>
                <a:lnTo>
                  <a:pt x="793203" y="97421"/>
                </a:lnTo>
                <a:lnTo>
                  <a:pt x="793505" y="97599"/>
                </a:lnTo>
                <a:lnTo>
                  <a:pt x="793837" y="97764"/>
                </a:lnTo>
                <a:lnTo>
                  <a:pt x="794213" y="97914"/>
                </a:lnTo>
                <a:lnTo>
                  <a:pt x="794633" y="98050"/>
                </a:lnTo>
                <a:lnTo>
                  <a:pt x="795098" y="98172"/>
                </a:lnTo>
                <a:lnTo>
                  <a:pt x="795608" y="98279"/>
                </a:lnTo>
                <a:lnTo>
                  <a:pt x="796162" y="98372"/>
                </a:lnTo>
                <a:lnTo>
                  <a:pt x="796761" y="98451"/>
                </a:lnTo>
                <a:lnTo>
                  <a:pt x="797404" y="98515"/>
                </a:lnTo>
                <a:lnTo>
                  <a:pt x="798093" y="98565"/>
                </a:lnTo>
                <a:lnTo>
                  <a:pt x="798825" y="98601"/>
                </a:lnTo>
                <a:lnTo>
                  <a:pt x="799602" y="98623"/>
                </a:lnTo>
                <a:lnTo>
                  <a:pt x="800424" y="98630"/>
                </a:lnTo>
                <a:lnTo>
                  <a:pt x="800424" y="101265"/>
                </a:lnTo>
                <a:lnTo>
                  <a:pt x="768397" y="101265"/>
                </a:lnTo>
                <a:lnTo>
                  <a:pt x="768397" y="98630"/>
                </a:lnTo>
                <a:lnTo>
                  <a:pt x="769126" y="98623"/>
                </a:lnTo>
                <a:lnTo>
                  <a:pt x="769816" y="98604"/>
                </a:lnTo>
                <a:lnTo>
                  <a:pt x="770466" y="98572"/>
                </a:lnTo>
                <a:lnTo>
                  <a:pt x="771076" y="98527"/>
                </a:lnTo>
                <a:lnTo>
                  <a:pt x="771647" y="98469"/>
                </a:lnTo>
                <a:lnTo>
                  <a:pt x="772178" y="98399"/>
                </a:lnTo>
                <a:lnTo>
                  <a:pt x="772669" y="98315"/>
                </a:lnTo>
                <a:lnTo>
                  <a:pt x="773121" y="98219"/>
                </a:lnTo>
                <a:lnTo>
                  <a:pt x="773533" y="98110"/>
                </a:lnTo>
                <a:lnTo>
                  <a:pt x="773905" y="97988"/>
                </a:lnTo>
                <a:lnTo>
                  <a:pt x="774238" y="97854"/>
                </a:lnTo>
                <a:lnTo>
                  <a:pt x="774531" y="97706"/>
                </a:lnTo>
                <a:lnTo>
                  <a:pt x="774800" y="97543"/>
                </a:lnTo>
                <a:lnTo>
                  <a:pt x="775059" y="97364"/>
                </a:lnTo>
                <a:lnTo>
                  <a:pt x="775307" y="97168"/>
                </a:lnTo>
                <a:lnTo>
                  <a:pt x="775546" y="96955"/>
                </a:lnTo>
                <a:lnTo>
                  <a:pt x="775775" y="96725"/>
                </a:lnTo>
                <a:lnTo>
                  <a:pt x="775994" y="96478"/>
                </a:lnTo>
                <a:lnTo>
                  <a:pt x="776203" y="96215"/>
                </a:lnTo>
                <a:lnTo>
                  <a:pt x="776402" y="95935"/>
                </a:lnTo>
                <a:lnTo>
                  <a:pt x="776591" y="95638"/>
                </a:lnTo>
                <a:lnTo>
                  <a:pt x="776770" y="95324"/>
                </a:lnTo>
                <a:lnTo>
                  <a:pt x="776940" y="94994"/>
                </a:lnTo>
                <a:lnTo>
                  <a:pt x="777099" y="94646"/>
                </a:lnTo>
                <a:lnTo>
                  <a:pt x="777247" y="94263"/>
                </a:lnTo>
                <a:lnTo>
                  <a:pt x="777383" y="93825"/>
                </a:lnTo>
                <a:lnTo>
                  <a:pt x="777505" y="93334"/>
                </a:lnTo>
                <a:lnTo>
                  <a:pt x="777615" y="92787"/>
                </a:lnTo>
                <a:lnTo>
                  <a:pt x="777711" y="92187"/>
                </a:lnTo>
                <a:lnTo>
                  <a:pt x="777795" y="91532"/>
                </a:lnTo>
                <a:lnTo>
                  <a:pt x="777866" y="90823"/>
                </a:lnTo>
                <a:lnTo>
                  <a:pt x="777924" y="90059"/>
                </a:lnTo>
                <a:lnTo>
                  <a:pt x="777969" y="89241"/>
                </a:lnTo>
                <a:lnTo>
                  <a:pt x="778001" y="88369"/>
                </a:lnTo>
                <a:lnTo>
                  <a:pt x="778020" y="87442"/>
                </a:lnTo>
                <a:lnTo>
                  <a:pt x="778027" y="86461"/>
                </a:lnTo>
                <a:lnTo>
                  <a:pt x="778027" y="27254"/>
                </a:lnTo>
                <a:lnTo>
                  <a:pt x="778023" y="25475"/>
                </a:lnTo>
                <a:lnTo>
                  <a:pt x="778013" y="23814"/>
                </a:lnTo>
                <a:lnTo>
                  <a:pt x="777995" y="22271"/>
                </a:lnTo>
                <a:lnTo>
                  <a:pt x="777971" y="20847"/>
                </a:lnTo>
                <a:lnTo>
                  <a:pt x="777940" y="19540"/>
                </a:lnTo>
                <a:lnTo>
                  <a:pt x="777902" y="18351"/>
                </a:lnTo>
                <a:lnTo>
                  <a:pt x="777857" y="17281"/>
                </a:lnTo>
                <a:lnTo>
                  <a:pt x="777805" y="16328"/>
                </a:lnTo>
                <a:lnTo>
                  <a:pt x="777746" y="15494"/>
                </a:lnTo>
                <a:lnTo>
                  <a:pt x="777680" y="14778"/>
                </a:lnTo>
                <a:lnTo>
                  <a:pt x="777607" y="14180"/>
                </a:lnTo>
                <a:lnTo>
                  <a:pt x="777527" y="13700"/>
                </a:lnTo>
                <a:lnTo>
                  <a:pt x="777440" y="13289"/>
                </a:lnTo>
                <a:lnTo>
                  <a:pt x="777344" y="12901"/>
                </a:lnTo>
                <a:lnTo>
                  <a:pt x="777240" y="12536"/>
                </a:lnTo>
                <a:lnTo>
                  <a:pt x="777127" y="12192"/>
                </a:lnTo>
                <a:lnTo>
                  <a:pt x="777006" y="11871"/>
                </a:lnTo>
                <a:lnTo>
                  <a:pt x="776876" y="11573"/>
                </a:lnTo>
                <a:lnTo>
                  <a:pt x="776738" y="11296"/>
                </a:lnTo>
                <a:lnTo>
                  <a:pt x="776592" y="11042"/>
                </a:lnTo>
                <a:lnTo>
                  <a:pt x="776437" y="10810"/>
                </a:lnTo>
                <a:lnTo>
                  <a:pt x="776274" y="10600"/>
                </a:lnTo>
                <a:lnTo>
                  <a:pt x="776102" y="10413"/>
                </a:lnTo>
                <a:lnTo>
                  <a:pt x="775922" y="10248"/>
                </a:lnTo>
                <a:lnTo>
                  <a:pt x="775734" y="10100"/>
                </a:lnTo>
                <a:lnTo>
                  <a:pt x="775537" y="9965"/>
                </a:lnTo>
                <a:lnTo>
                  <a:pt x="775332" y="9843"/>
                </a:lnTo>
                <a:lnTo>
                  <a:pt x="775118" y="9734"/>
                </a:lnTo>
                <a:lnTo>
                  <a:pt x="774896" y="9637"/>
                </a:lnTo>
                <a:lnTo>
                  <a:pt x="774665" y="9554"/>
                </a:lnTo>
                <a:lnTo>
                  <a:pt x="774426" y="9483"/>
                </a:lnTo>
                <a:lnTo>
                  <a:pt x="774179" y="9425"/>
                </a:lnTo>
                <a:lnTo>
                  <a:pt x="773923" y="9380"/>
                </a:lnTo>
                <a:lnTo>
                  <a:pt x="773659" y="9348"/>
                </a:lnTo>
                <a:lnTo>
                  <a:pt x="773386" y="9329"/>
                </a:lnTo>
                <a:lnTo>
                  <a:pt x="773105" y="9322"/>
                </a:lnTo>
                <a:lnTo>
                  <a:pt x="772789" y="9330"/>
                </a:lnTo>
                <a:lnTo>
                  <a:pt x="772459" y="9354"/>
                </a:lnTo>
                <a:lnTo>
                  <a:pt x="772115" y="9393"/>
                </a:lnTo>
                <a:lnTo>
                  <a:pt x="771758" y="9449"/>
                </a:lnTo>
                <a:lnTo>
                  <a:pt x="771386" y="9520"/>
                </a:lnTo>
                <a:lnTo>
                  <a:pt x="771001" y="9607"/>
                </a:lnTo>
                <a:lnTo>
                  <a:pt x="770601" y="9710"/>
                </a:lnTo>
                <a:lnTo>
                  <a:pt x="770188" y="9829"/>
                </a:lnTo>
                <a:lnTo>
                  <a:pt x="769761" y="9963"/>
                </a:lnTo>
                <a:lnTo>
                  <a:pt x="769320" y="10113"/>
                </a:lnTo>
                <a:lnTo>
                  <a:pt x="768866" y="10280"/>
                </a:lnTo>
                <a:lnTo>
                  <a:pt x="768397" y="10462"/>
                </a:lnTo>
                <a:lnTo>
                  <a:pt x="767185" y="7969"/>
                </a:lnTo>
                <a:lnTo>
                  <a:pt x="786658" y="0"/>
                </a:lnTo>
                <a:lnTo>
                  <a:pt x="789867" y="0"/>
                </a:lnTo>
                <a:close/>
                <a:moveTo>
                  <a:pt x="808934" y="63095"/>
                </a:moveTo>
                <a:lnTo>
                  <a:pt x="845811" y="63095"/>
                </a:lnTo>
                <a:lnTo>
                  <a:pt x="845811" y="73848"/>
                </a:lnTo>
                <a:lnTo>
                  <a:pt x="808934" y="73848"/>
                </a:lnTo>
                <a:lnTo>
                  <a:pt x="808934" y="63095"/>
                </a:lnTo>
                <a:close/>
                <a:moveTo>
                  <a:pt x="902119" y="93930"/>
                </a:moveTo>
                <a:lnTo>
                  <a:pt x="901324" y="94741"/>
                </a:lnTo>
                <a:lnTo>
                  <a:pt x="900532" y="95513"/>
                </a:lnTo>
                <a:lnTo>
                  <a:pt x="899743" y="96246"/>
                </a:lnTo>
                <a:lnTo>
                  <a:pt x="898956" y="96940"/>
                </a:lnTo>
                <a:lnTo>
                  <a:pt x="898173" y="97595"/>
                </a:lnTo>
                <a:lnTo>
                  <a:pt x="897393" y="98211"/>
                </a:lnTo>
                <a:lnTo>
                  <a:pt x="896616" y="98788"/>
                </a:lnTo>
                <a:lnTo>
                  <a:pt x="895842" y="99326"/>
                </a:lnTo>
                <a:lnTo>
                  <a:pt x="895070" y="99825"/>
                </a:lnTo>
                <a:lnTo>
                  <a:pt x="894302" y="100284"/>
                </a:lnTo>
                <a:lnTo>
                  <a:pt x="893537" y="100705"/>
                </a:lnTo>
                <a:lnTo>
                  <a:pt x="892775" y="101087"/>
                </a:lnTo>
                <a:lnTo>
                  <a:pt x="892009" y="101433"/>
                </a:lnTo>
                <a:lnTo>
                  <a:pt x="891233" y="101750"/>
                </a:lnTo>
                <a:lnTo>
                  <a:pt x="890447" y="102037"/>
                </a:lnTo>
                <a:lnTo>
                  <a:pt x="889652" y="102293"/>
                </a:lnTo>
                <a:lnTo>
                  <a:pt x="888846" y="102519"/>
                </a:lnTo>
                <a:lnTo>
                  <a:pt x="888031" y="102716"/>
                </a:lnTo>
                <a:lnTo>
                  <a:pt x="887206" y="102881"/>
                </a:lnTo>
                <a:lnTo>
                  <a:pt x="886371" y="103017"/>
                </a:lnTo>
                <a:lnTo>
                  <a:pt x="885526" y="103123"/>
                </a:lnTo>
                <a:lnTo>
                  <a:pt x="884671" y="103198"/>
                </a:lnTo>
                <a:lnTo>
                  <a:pt x="883806" y="103243"/>
                </a:lnTo>
                <a:lnTo>
                  <a:pt x="882931" y="103259"/>
                </a:lnTo>
                <a:lnTo>
                  <a:pt x="881167" y="103197"/>
                </a:lnTo>
                <a:lnTo>
                  <a:pt x="879440" y="103011"/>
                </a:lnTo>
                <a:lnTo>
                  <a:pt x="877751" y="102701"/>
                </a:lnTo>
                <a:lnTo>
                  <a:pt x="876099" y="102268"/>
                </a:lnTo>
                <a:lnTo>
                  <a:pt x="874485" y="101710"/>
                </a:lnTo>
                <a:lnTo>
                  <a:pt x="872909" y="101029"/>
                </a:lnTo>
                <a:lnTo>
                  <a:pt x="871371" y="100224"/>
                </a:lnTo>
                <a:lnTo>
                  <a:pt x="869870" y="99295"/>
                </a:lnTo>
                <a:lnTo>
                  <a:pt x="868407" y="98243"/>
                </a:lnTo>
                <a:lnTo>
                  <a:pt x="866981" y="97066"/>
                </a:lnTo>
                <a:lnTo>
                  <a:pt x="865593" y="95766"/>
                </a:lnTo>
                <a:lnTo>
                  <a:pt x="864243" y="94341"/>
                </a:lnTo>
                <a:lnTo>
                  <a:pt x="862967" y="92819"/>
                </a:lnTo>
                <a:lnTo>
                  <a:pt x="861802" y="91227"/>
                </a:lnTo>
                <a:lnTo>
                  <a:pt x="860748" y="89564"/>
                </a:lnTo>
                <a:lnTo>
                  <a:pt x="859804" y="87830"/>
                </a:lnTo>
                <a:lnTo>
                  <a:pt x="858972" y="86026"/>
                </a:lnTo>
                <a:lnTo>
                  <a:pt x="858251" y="84151"/>
                </a:lnTo>
                <a:lnTo>
                  <a:pt x="857641" y="82206"/>
                </a:lnTo>
                <a:lnTo>
                  <a:pt x="857141" y="80190"/>
                </a:lnTo>
                <a:lnTo>
                  <a:pt x="856753" y="78103"/>
                </a:lnTo>
                <a:lnTo>
                  <a:pt x="856476" y="75946"/>
                </a:lnTo>
                <a:lnTo>
                  <a:pt x="856309" y="73718"/>
                </a:lnTo>
                <a:lnTo>
                  <a:pt x="856254" y="71420"/>
                </a:lnTo>
                <a:lnTo>
                  <a:pt x="856315" y="69103"/>
                </a:lnTo>
                <a:lnTo>
                  <a:pt x="856499" y="66819"/>
                </a:lnTo>
                <a:lnTo>
                  <a:pt x="856807" y="64569"/>
                </a:lnTo>
                <a:lnTo>
                  <a:pt x="857237" y="62351"/>
                </a:lnTo>
                <a:lnTo>
                  <a:pt x="857789" y="60166"/>
                </a:lnTo>
                <a:lnTo>
                  <a:pt x="858465" y="58015"/>
                </a:lnTo>
                <a:lnTo>
                  <a:pt x="859263" y="55897"/>
                </a:lnTo>
                <a:lnTo>
                  <a:pt x="860185" y="53811"/>
                </a:lnTo>
                <a:lnTo>
                  <a:pt x="861229" y="51759"/>
                </a:lnTo>
                <a:lnTo>
                  <a:pt x="862396" y="49740"/>
                </a:lnTo>
                <a:lnTo>
                  <a:pt x="863686" y="47754"/>
                </a:lnTo>
                <a:lnTo>
                  <a:pt x="865099" y="45801"/>
                </a:lnTo>
                <a:lnTo>
                  <a:pt x="866608" y="43945"/>
                </a:lnTo>
                <a:lnTo>
                  <a:pt x="868188" y="42251"/>
                </a:lnTo>
                <a:lnTo>
                  <a:pt x="869838" y="40718"/>
                </a:lnTo>
                <a:lnTo>
                  <a:pt x="871558" y="39346"/>
                </a:lnTo>
                <a:lnTo>
                  <a:pt x="873349" y="38136"/>
                </a:lnTo>
                <a:lnTo>
                  <a:pt x="875210" y="37087"/>
                </a:lnTo>
                <a:lnTo>
                  <a:pt x="877141" y="36199"/>
                </a:lnTo>
                <a:lnTo>
                  <a:pt x="879143" y="35473"/>
                </a:lnTo>
                <a:lnTo>
                  <a:pt x="881215" y="34908"/>
                </a:lnTo>
                <a:lnTo>
                  <a:pt x="883357" y="34505"/>
                </a:lnTo>
                <a:lnTo>
                  <a:pt x="885570" y="34263"/>
                </a:lnTo>
                <a:lnTo>
                  <a:pt x="887853" y="34182"/>
                </a:lnTo>
                <a:lnTo>
                  <a:pt x="889270" y="34220"/>
                </a:lnTo>
                <a:lnTo>
                  <a:pt x="890647" y="34334"/>
                </a:lnTo>
                <a:lnTo>
                  <a:pt x="891981" y="34525"/>
                </a:lnTo>
                <a:lnTo>
                  <a:pt x="893274" y="34791"/>
                </a:lnTo>
                <a:lnTo>
                  <a:pt x="894525" y="35134"/>
                </a:lnTo>
                <a:lnTo>
                  <a:pt x="895735" y="35553"/>
                </a:lnTo>
                <a:lnTo>
                  <a:pt x="896903" y="36048"/>
                </a:lnTo>
                <a:lnTo>
                  <a:pt x="898029" y="36619"/>
                </a:lnTo>
                <a:lnTo>
                  <a:pt x="899114" y="37267"/>
                </a:lnTo>
                <a:lnTo>
                  <a:pt x="900157" y="37990"/>
                </a:lnTo>
                <a:lnTo>
                  <a:pt x="901159" y="38790"/>
                </a:lnTo>
                <a:lnTo>
                  <a:pt x="902119" y="39666"/>
                </a:lnTo>
                <a:lnTo>
                  <a:pt x="902119" y="27604"/>
                </a:lnTo>
                <a:lnTo>
                  <a:pt x="902115" y="25793"/>
                </a:lnTo>
                <a:lnTo>
                  <a:pt x="902104" y="24102"/>
                </a:lnTo>
                <a:lnTo>
                  <a:pt x="902085" y="22531"/>
                </a:lnTo>
                <a:lnTo>
                  <a:pt x="902059" y="21080"/>
                </a:lnTo>
                <a:lnTo>
                  <a:pt x="902026" y="19750"/>
                </a:lnTo>
                <a:lnTo>
                  <a:pt x="901985" y="18540"/>
                </a:lnTo>
                <a:lnTo>
                  <a:pt x="901937" y="17450"/>
                </a:lnTo>
                <a:lnTo>
                  <a:pt x="901881" y="16480"/>
                </a:lnTo>
                <a:lnTo>
                  <a:pt x="901818" y="15630"/>
                </a:lnTo>
                <a:lnTo>
                  <a:pt x="901747" y="14901"/>
                </a:lnTo>
                <a:lnTo>
                  <a:pt x="901669" y="14291"/>
                </a:lnTo>
                <a:lnTo>
                  <a:pt x="901584" y="13802"/>
                </a:lnTo>
                <a:lnTo>
                  <a:pt x="901490" y="13384"/>
                </a:lnTo>
                <a:lnTo>
                  <a:pt x="901389" y="12989"/>
                </a:lnTo>
                <a:lnTo>
                  <a:pt x="901278" y="12617"/>
                </a:lnTo>
                <a:lnTo>
                  <a:pt x="901160" y="12268"/>
                </a:lnTo>
                <a:lnTo>
                  <a:pt x="901033" y="11942"/>
                </a:lnTo>
                <a:lnTo>
                  <a:pt x="900897" y="11639"/>
                </a:lnTo>
                <a:lnTo>
                  <a:pt x="900753" y="11358"/>
                </a:lnTo>
                <a:lnTo>
                  <a:pt x="900601" y="11101"/>
                </a:lnTo>
                <a:lnTo>
                  <a:pt x="900440" y="10866"/>
                </a:lnTo>
                <a:lnTo>
                  <a:pt x="900271" y="10654"/>
                </a:lnTo>
                <a:lnTo>
                  <a:pt x="900093" y="10465"/>
                </a:lnTo>
                <a:lnTo>
                  <a:pt x="899907" y="10299"/>
                </a:lnTo>
                <a:lnTo>
                  <a:pt x="899713" y="10151"/>
                </a:lnTo>
                <a:lnTo>
                  <a:pt x="899511" y="10015"/>
                </a:lnTo>
                <a:lnTo>
                  <a:pt x="899301" y="9892"/>
                </a:lnTo>
                <a:lnTo>
                  <a:pt x="899083" y="9782"/>
                </a:lnTo>
                <a:lnTo>
                  <a:pt x="898857" y="9685"/>
                </a:lnTo>
                <a:lnTo>
                  <a:pt x="898624" y="9601"/>
                </a:lnTo>
                <a:lnTo>
                  <a:pt x="898382" y="9530"/>
                </a:lnTo>
                <a:lnTo>
                  <a:pt x="898132" y="9472"/>
                </a:lnTo>
                <a:lnTo>
                  <a:pt x="897875" y="9427"/>
                </a:lnTo>
                <a:lnTo>
                  <a:pt x="897609" y="9395"/>
                </a:lnTo>
                <a:lnTo>
                  <a:pt x="897336" y="9375"/>
                </a:lnTo>
                <a:lnTo>
                  <a:pt x="897054" y="9369"/>
                </a:lnTo>
                <a:lnTo>
                  <a:pt x="896737" y="9377"/>
                </a:lnTo>
                <a:lnTo>
                  <a:pt x="896402" y="9401"/>
                </a:lnTo>
                <a:lnTo>
                  <a:pt x="896051" y="9440"/>
                </a:lnTo>
                <a:lnTo>
                  <a:pt x="895683" y="9496"/>
                </a:lnTo>
                <a:lnTo>
                  <a:pt x="895298" y="9568"/>
                </a:lnTo>
                <a:lnTo>
                  <a:pt x="894897" y="9655"/>
                </a:lnTo>
                <a:lnTo>
                  <a:pt x="894478" y="9758"/>
                </a:lnTo>
                <a:lnTo>
                  <a:pt x="894043" y="9877"/>
                </a:lnTo>
                <a:lnTo>
                  <a:pt x="893590" y="10012"/>
                </a:lnTo>
                <a:lnTo>
                  <a:pt x="893121" y="10163"/>
                </a:lnTo>
                <a:lnTo>
                  <a:pt x="892635" y="10330"/>
                </a:lnTo>
                <a:lnTo>
                  <a:pt x="892133" y="10513"/>
                </a:lnTo>
                <a:lnTo>
                  <a:pt x="891205" y="8009"/>
                </a:lnTo>
                <a:lnTo>
                  <a:pt x="910678" y="0"/>
                </a:lnTo>
                <a:lnTo>
                  <a:pt x="913888" y="0"/>
                </a:lnTo>
                <a:lnTo>
                  <a:pt x="913888" y="75414"/>
                </a:lnTo>
                <a:lnTo>
                  <a:pt x="913892" y="77263"/>
                </a:lnTo>
                <a:lnTo>
                  <a:pt x="913903" y="78988"/>
                </a:lnTo>
                <a:lnTo>
                  <a:pt x="913921" y="80588"/>
                </a:lnTo>
                <a:lnTo>
                  <a:pt x="913947" y="82065"/>
                </a:lnTo>
                <a:lnTo>
                  <a:pt x="913981" y="83417"/>
                </a:lnTo>
                <a:lnTo>
                  <a:pt x="914022" y="84645"/>
                </a:lnTo>
                <a:lnTo>
                  <a:pt x="914070" y="85749"/>
                </a:lnTo>
                <a:lnTo>
                  <a:pt x="914126" y="86729"/>
                </a:lnTo>
                <a:lnTo>
                  <a:pt x="914189" y="87585"/>
                </a:lnTo>
                <a:lnTo>
                  <a:pt x="914260" y="88317"/>
                </a:lnTo>
                <a:lnTo>
                  <a:pt x="914338" y="88924"/>
                </a:lnTo>
                <a:lnTo>
                  <a:pt x="914423" y="89408"/>
                </a:lnTo>
                <a:lnTo>
                  <a:pt x="914517" y="89818"/>
                </a:lnTo>
                <a:lnTo>
                  <a:pt x="914619" y="90208"/>
                </a:lnTo>
                <a:lnTo>
                  <a:pt x="914731" y="90576"/>
                </a:lnTo>
                <a:lnTo>
                  <a:pt x="914851" y="90923"/>
                </a:lnTo>
                <a:lnTo>
                  <a:pt x="914980" y="91249"/>
                </a:lnTo>
                <a:lnTo>
                  <a:pt x="915118" y="91553"/>
                </a:lnTo>
                <a:lnTo>
                  <a:pt x="915266" y="91836"/>
                </a:lnTo>
                <a:lnTo>
                  <a:pt x="915422" y="92098"/>
                </a:lnTo>
                <a:lnTo>
                  <a:pt x="915587" y="92338"/>
                </a:lnTo>
                <a:lnTo>
                  <a:pt x="915760" y="92558"/>
                </a:lnTo>
                <a:lnTo>
                  <a:pt x="915943" y="92756"/>
                </a:lnTo>
                <a:lnTo>
                  <a:pt x="916135" y="92933"/>
                </a:lnTo>
                <a:lnTo>
                  <a:pt x="916334" y="93092"/>
                </a:lnTo>
                <a:lnTo>
                  <a:pt x="916538" y="93237"/>
                </a:lnTo>
                <a:lnTo>
                  <a:pt x="916748" y="93369"/>
                </a:lnTo>
                <a:lnTo>
                  <a:pt x="916963" y="93487"/>
                </a:lnTo>
                <a:lnTo>
                  <a:pt x="917184" y="93590"/>
                </a:lnTo>
                <a:lnTo>
                  <a:pt x="917410" y="93680"/>
                </a:lnTo>
                <a:lnTo>
                  <a:pt x="917642" y="93757"/>
                </a:lnTo>
                <a:lnTo>
                  <a:pt x="917879" y="93819"/>
                </a:lnTo>
                <a:lnTo>
                  <a:pt x="918121" y="93867"/>
                </a:lnTo>
                <a:lnTo>
                  <a:pt x="918369" y="93902"/>
                </a:lnTo>
                <a:lnTo>
                  <a:pt x="918622" y="93923"/>
                </a:lnTo>
                <a:lnTo>
                  <a:pt x="918881" y="93930"/>
                </a:lnTo>
                <a:lnTo>
                  <a:pt x="919211" y="93921"/>
                </a:lnTo>
                <a:lnTo>
                  <a:pt x="919559" y="93896"/>
                </a:lnTo>
                <a:lnTo>
                  <a:pt x="919924" y="93854"/>
                </a:lnTo>
                <a:lnTo>
                  <a:pt x="920308" y="93795"/>
                </a:lnTo>
                <a:lnTo>
                  <a:pt x="920709" y="93719"/>
                </a:lnTo>
                <a:lnTo>
                  <a:pt x="921128" y="93627"/>
                </a:lnTo>
                <a:lnTo>
                  <a:pt x="921565" y="93518"/>
                </a:lnTo>
                <a:lnTo>
                  <a:pt x="922020" y="93392"/>
                </a:lnTo>
                <a:lnTo>
                  <a:pt x="922492" y="93249"/>
                </a:lnTo>
                <a:lnTo>
                  <a:pt x="922983" y="93089"/>
                </a:lnTo>
                <a:lnTo>
                  <a:pt x="923491" y="92912"/>
                </a:lnTo>
                <a:lnTo>
                  <a:pt x="924017" y="92719"/>
                </a:lnTo>
                <a:lnTo>
                  <a:pt x="924801" y="95211"/>
                </a:lnTo>
                <a:lnTo>
                  <a:pt x="905400" y="103259"/>
                </a:lnTo>
                <a:lnTo>
                  <a:pt x="902119" y="103259"/>
                </a:lnTo>
                <a:lnTo>
                  <a:pt x="902119" y="93930"/>
                </a:lnTo>
                <a:moveTo>
                  <a:pt x="902119" y="88960"/>
                </a:moveTo>
                <a:lnTo>
                  <a:pt x="902119" y="55432"/>
                </a:lnTo>
                <a:lnTo>
                  <a:pt x="902035" y="54633"/>
                </a:lnTo>
                <a:lnTo>
                  <a:pt x="901928" y="53846"/>
                </a:lnTo>
                <a:lnTo>
                  <a:pt x="901798" y="53070"/>
                </a:lnTo>
                <a:lnTo>
                  <a:pt x="901643" y="52307"/>
                </a:lnTo>
                <a:lnTo>
                  <a:pt x="901465" y="51555"/>
                </a:lnTo>
                <a:lnTo>
                  <a:pt x="901263" y="50815"/>
                </a:lnTo>
                <a:lnTo>
                  <a:pt x="901037" y="50087"/>
                </a:lnTo>
                <a:lnTo>
                  <a:pt x="900787" y="49370"/>
                </a:lnTo>
                <a:lnTo>
                  <a:pt x="900514" y="48666"/>
                </a:lnTo>
                <a:lnTo>
                  <a:pt x="900217" y="47974"/>
                </a:lnTo>
                <a:lnTo>
                  <a:pt x="899896" y="47293"/>
                </a:lnTo>
                <a:lnTo>
                  <a:pt x="899551" y="46624"/>
                </a:lnTo>
                <a:lnTo>
                  <a:pt x="899185" y="45975"/>
                </a:lnTo>
                <a:lnTo>
                  <a:pt x="898799" y="45352"/>
                </a:lnTo>
                <a:lnTo>
                  <a:pt x="898394" y="44757"/>
                </a:lnTo>
                <a:lnTo>
                  <a:pt x="897970" y="44189"/>
                </a:lnTo>
                <a:lnTo>
                  <a:pt x="897526" y="43648"/>
                </a:lnTo>
                <a:lnTo>
                  <a:pt x="897063" y="43134"/>
                </a:lnTo>
                <a:lnTo>
                  <a:pt x="896581" y="42648"/>
                </a:lnTo>
                <a:lnTo>
                  <a:pt x="896079" y="42188"/>
                </a:lnTo>
                <a:lnTo>
                  <a:pt x="895559" y="41756"/>
                </a:lnTo>
                <a:lnTo>
                  <a:pt x="895018" y="41351"/>
                </a:lnTo>
                <a:lnTo>
                  <a:pt x="894459" y="40973"/>
                </a:lnTo>
                <a:lnTo>
                  <a:pt x="893880" y="40622"/>
                </a:lnTo>
                <a:lnTo>
                  <a:pt x="893293" y="40299"/>
                </a:lnTo>
                <a:lnTo>
                  <a:pt x="892708" y="40004"/>
                </a:lnTo>
                <a:lnTo>
                  <a:pt x="892126" y="39736"/>
                </a:lnTo>
                <a:lnTo>
                  <a:pt x="891546" y="39497"/>
                </a:lnTo>
                <a:lnTo>
                  <a:pt x="890969" y="39286"/>
                </a:lnTo>
                <a:lnTo>
                  <a:pt x="890394" y="39104"/>
                </a:lnTo>
                <a:lnTo>
                  <a:pt x="889822" y="38949"/>
                </a:lnTo>
                <a:lnTo>
                  <a:pt x="889252" y="38822"/>
                </a:lnTo>
                <a:lnTo>
                  <a:pt x="888684" y="38724"/>
                </a:lnTo>
                <a:lnTo>
                  <a:pt x="888119" y="38654"/>
                </a:lnTo>
                <a:lnTo>
                  <a:pt x="887557" y="38611"/>
                </a:lnTo>
                <a:lnTo>
                  <a:pt x="886997" y="38597"/>
                </a:lnTo>
                <a:lnTo>
                  <a:pt x="885960" y="38636"/>
                </a:lnTo>
                <a:lnTo>
                  <a:pt x="884942" y="38753"/>
                </a:lnTo>
                <a:lnTo>
                  <a:pt x="883943" y="38948"/>
                </a:lnTo>
                <a:lnTo>
                  <a:pt x="882963" y="39221"/>
                </a:lnTo>
                <a:lnTo>
                  <a:pt x="882001" y="39572"/>
                </a:lnTo>
                <a:lnTo>
                  <a:pt x="881059" y="40000"/>
                </a:lnTo>
                <a:lnTo>
                  <a:pt x="880135" y="40507"/>
                </a:lnTo>
                <a:lnTo>
                  <a:pt x="879230" y="41092"/>
                </a:lnTo>
                <a:lnTo>
                  <a:pt x="878344" y="41754"/>
                </a:lnTo>
                <a:lnTo>
                  <a:pt x="877476" y="42495"/>
                </a:lnTo>
                <a:lnTo>
                  <a:pt x="876628" y="43313"/>
                </a:lnTo>
                <a:lnTo>
                  <a:pt x="875798" y="44210"/>
                </a:lnTo>
                <a:lnTo>
                  <a:pt x="874761" y="45488"/>
                </a:lnTo>
                <a:lnTo>
                  <a:pt x="873815" y="46861"/>
                </a:lnTo>
                <a:lnTo>
                  <a:pt x="872958" y="48329"/>
                </a:lnTo>
                <a:lnTo>
                  <a:pt x="872192" y="49892"/>
                </a:lnTo>
                <a:lnTo>
                  <a:pt x="871516" y="51549"/>
                </a:lnTo>
                <a:lnTo>
                  <a:pt x="870930" y="53301"/>
                </a:lnTo>
                <a:lnTo>
                  <a:pt x="870434" y="55148"/>
                </a:lnTo>
                <a:lnTo>
                  <a:pt x="870028" y="57089"/>
                </a:lnTo>
                <a:lnTo>
                  <a:pt x="869713" y="59126"/>
                </a:lnTo>
                <a:lnTo>
                  <a:pt x="869487" y="61257"/>
                </a:lnTo>
                <a:lnTo>
                  <a:pt x="869352" y="63482"/>
                </a:lnTo>
                <a:lnTo>
                  <a:pt x="869307" y="65803"/>
                </a:lnTo>
                <a:lnTo>
                  <a:pt x="869351" y="68148"/>
                </a:lnTo>
                <a:lnTo>
                  <a:pt x="869481" y="70400"/>
                </a:lnTo>
                <a:lnTo>
                  <a:pt x="869699" y="72558"/>
                </a:lnTo>
                <a:lnTo>
                  <a:pt x="870005" y="74623"/>
                </a:lnTo>
                <a:lnTo>
                  <a:pt x="870397" y="76595"/>
                </a:lnTo>
                <a:lnTo>
                  <a:pt x="870876" y="78474"/>
                </a:lnTo>
                <a:lnTo>
                  <a:pt x="871443" y="80260"/>
                </a:lnTo>
                <a:lnTo>
                  <a:pt x="872097" y="81952"/>
                </a:lnTo>
                <a:lnTo>
                  <a:pt x="872838" y="83552"/>
                </a:lnTo>
                <a:lnTo>
                  <a:pt x="873666" y="85057"/>
                </a:lnTo>
                <a:lnTo>
                  <a:pt x="874582" y="86470"/>
                </a:lnTo>
                <a:lnTo>
                  <a:pt x="875584" y="87790"/>
                </a:lnTo>
                <a:lnTo>
                  <a:pt x="876640" y="89009"/>
                </a:lnTo>
                <a:lnTo>
                  <a:pt x="877716" y="90123"/>
                </a:lnTo>
                <a:lnTo>
                  <a:pt x="878812" y="91130"/>
                </a:lnTo>
                <a:lnTo>
                  <a:pt x="879927" y="92032"/>
                </a:lnTo>
                <a:lnTo>
                  <a:pt x="881063" y="92827"/>
                </a:lnTo>
                <a:lnTo>
                  <a:pt x="882218" y="93516"/>
                </a:lnTo>
                <a:lnTo>
                  <a:pt x="883393" y="94100"/>
                </a:lnTo>
                <a:lnTo>
                  <a:pt x="884587" y="94577"/>
                </a:lnTo>
                <a:lnTo>
                  <a:pt x="885802" y="94948"/>
                </a:lnTo>
                <a:lnTo>
                  <a:pt x="887036" y="95213"/>
                </a:lnTo>
                <a:lnTo>
                  <a:pt x="888291" y="95372"/>
                </a:lnTo>
                <a:lnTo>
                  <a:pt x="889565" y="95425"/>
                </a:lnTo>
                <a:lnTo>
                  <a:pt x="890644" y="95380"/>
                </a:lnTo>
                <a:lnTo>
                  <a:pt x="891716" y="95246"/>
                </a:lnTo>
                <a:lnTo>
                  <a:pt x="892783" y="95021"/>
                </a:lnTo>
                <a:lnTo>
                  <a:pt x="893844" y="94707"/>
                </a:lnTo>
                <a:lnTo>
                  <a:pt x="894900" y="94303"/>
                </a:lnTo>
                <a:lnTo>
                  <a:pt x="895949" y="93809"/>
                </a:lnTo>
                <a:lnTo>
                  <a:pt x="896992" y="93225"/>
                </a:lnTo>
                <a:lnTo>
                  <a:pt x="898029" y="92552"/>
                </a:lnTo>
                <a:lnTo>
                  <a:pt x="899060" y="91789"/>
                </a:lnTo>
                <a:lnTo>
                  <a:pt x="900086" y="90936"/>
                </a:lnTo>
                <a:lnTo>
                  <a:pt x="901105" y="89993"/>
                </a:lnTo>
                <a:lnTo>
                  <a:pt x="902119" y="88960"/>
                </a:lnTo>
                <a:close/>
                <a:moveTo>
                  <a:pt x="939995" y="60673"/>
                </a:moveTo>
                <a:lnTo>
                  <a:pt x="940033" y="63046"/>
                </a:lnTo>
                <a:lnTo>
                  <a:pt x="940171" y="65331"/>
                </a:lnTo>
                <a:lnTo>
                  <a:pt x="940409" y="67530"/>
                </a:lnTo>
                <a:lnTo>
                  <a:pt x="940748" y="69641"/>
                </a:lnTo>
                <a:lnTo>
                  <a:pt x="941186" y="71666"/>
                </a:lnTo>
                <a:lnTo>
                  <a:pt x="941724" y="73605"/>
                </a:lnTo>
                <a:lnTo>
                  <a:pt x="942363" y="75456"/>
                </a:lnTo>
                <a:lnTo>
                  <a:pt x="943101" y="77220"/>
                </a:lnTo>
                <a:lnTo>
                  <a:pt x="943940" y="78898"/>
                </a:lnTo>
                <a:lnTo>
                  <a:pt x="944879" y="80489"/>
                </a:lnTo>
                <a:lnTo>
                  <a:pt x="945917" y="81993"/>
                </a:lnTo>
                <a:lnTo>
                  <a:pt x="947056" y="83410"/>
                </a:lnTo>
                <a:lnTo>
                  <a:pt x="948262" y="84726"/>
                </a:lnTo>
                <a:lnTo>
                  <a:pt x="949503" y="85928"/>
                </a:lnTo>
                <a:lnTo>
                  <a:pt x="950779" y="87015"/>
                </a:lnTo>
                <a:lnTo>
                  <a:pt x="952089" y="87988"/>
                </a:lnTo>
                <a:lnTo>
                  <a:pt x="953434" y="88847"/>
                </a:lnTo>
                <a:lnTo>
                  <a:pt x="954813" y="89591"/>
                </a:lnTo>
                <a:lnTo>
                  <a:pt x="956228" y="90220"/>
                </a:lnTo>
                <a:lnTo>
                  <a:pt x="957676" y="90735"/>
                </a:lnTo>
                <a:lnTo>
                  <a:pt x="959160" y="91136"/>
                </a:lnTo>
                <a:lnTo>
                  <a:pt x="960678" y="91422"/>
                </a:lnTo>
                <a:lnTo>
                  <a:pt x="962231" y="91594"/>
                </a:lnTo>
                <a:lnTo>
                  <a:pt x="963819" y="91651"/>
                </a:lnTo>
                <a:lnTo>
                  <a:pt x="964877" y="91626"/>
                </a:lnTo>
                <a:lnTo>
                  <a:pt x="965912" y="91553"/>
                </a:lnTo>
                <a:lnTo>
                  <a:pt x="966924" y="91431"/>
                </a:lnTo>
                <a:lnTo>
                  <a:pt x="967912" y="91259"/>
                </a:lnTo>
                <a:lnTo>
                  <a:pt x="968877" y="91039"/>
                </a:lnTo>
                <a:lnTo>
                  <a:pt x="969819" y="90770"/>
                </a:lnTo>
                <a:lnTo>
                  <a:pt x="970738" y="90451"/>
                </a:lnTo>
                <a:lnTo>
                  <a:pt x="971633" y="90084"/>
                </a:lnTo>
                <a:lnTo>
                  <a:pt x="972505" y="89668"/>
                </a:lnTo>
                <a:lnTo>
                  <a:pt x="973354" y="89203"/>
                </a:lnTo>
                <a:lnTo>
                  <a:pt x="974180" y="88689"/>
                </a:lnTo>
                <a:lnTo>
                  <a:pt x="974982" y="88126"/>
                </a:lnTo>
                <a:lnTo>
                  <a:pt x="975762" y="87503"/>
                </a:lnTo>
                <a:lnTo>
                  <a:pt x="976520" y="86811"/>
                </a:lnTo>
                <a:lnTo>
                  <a:pt x="977258" y="86050"/>
                </a:lnTo>
                <a:lnTo>
                  <a:pt x="977974" y="85218"/>
                </a:lnTo>
                <a:lnTo>
                  <a:pt x="978668" y="84317"/>
                </a:lnTo>
                <a:lnTo>
                  <a:pt x="979342" y="83346"/>
                </a:lnTo>
                <a:lnTo>
                  <a:pt x="979994" y="82305"/>
                </a:lnTo>
                <a:lnTo>
                  <a:pt x="980625" y="81194"/>
                </a:lnTo>
                <a:lnTo>
                  <a:pt x="981234" y="80014"/>
                </a:lnTo>
                <a:lnTo>
                  <a:pt x="981822" y="78764"/>
                </a:lnTo>
                <a:lnTo>
                  <a:pt x="982389" y="77445"/>
                </a:lnTo>
                <a:lnTo>
                  <a:pt x="982935" y="76055"/>
                </a:lnTo>
                <a:lnTo>
                  <a:pt x="985146" y="77480"/>
                </a:lnTo>
                <a:lnTo>
                  <a:pt x="984857" y="79093"/>
                </a:lnTo>
                <a:lnTo>
                  <a:pt x="984488" y="80683"/>
                </a:lnTo>
                <a:lnTo>
                  <a:pt x="984041" y="82249"/>
                </a:lnTo>
                <a:lnTo>
                  <a:pt x="983514" y="83790"/>
                </a:lnTo>
                <a:lnTo>
                  <a:pt x="982907" y="85307"/>
                </a:lnTo>
                <a:lnTo>
                  <a:pt x="982222" y="86799"/>
                </a:lnTo>
                <a:lnTo>
                  <a:pt x="981457" y="88268"/>
                </a:lnTo>
                <a:lnTo>
                  <a:pt x="980613" y="89712"/>
                </a:lnTo>
                <a:lnTo>
                  <a:pt x="979690" y="91132"/>
                </a:lnTo>
                <a:lnTo>
                  <a:pt x="978687" y="92528"/>
                </a:lnTo>
                <a:lnTo>
                  <a:pt x="977605" y="93900"/>
                </a:lnTo>
                <a:lnTo>
                  <a:pt x="976444" y="95247"/>
                </a:lnTo>
                <a:lnTo>
                  <a:pt x="975218" y="96527"/>
                </a:lnTo>
                <a:lnTo>
                  <a:pt x="973942" y="97695"/>
                </a:lnTo>
                <a:lnTo>
                  <a:pt x="972615" y="98752"/>
                </a:lnTo>
                <a:lnTo>
                  <a:pt x="971237" y="99698"/>
                </a:lnTo>
                <a:lnTo>
                  <a:pt x="969809" y="100532"/>
                </a:lnTo>
                <a:lnTo>
                  <a:pt x="968330" y="101256"/>
                </a:lnTo>
                <a:lnTo>
                  <a:pt x="966801" y="101868"/>
                </a:lnTo>
                <a:lnTo>
                  <a:pt x="965222" y="102368"/>
                </a:lnTo>
                <a:lnTo>
                  <a:pt x="963591" y="102758"/>
                </a:lnTo>
                <a:lnTo>
                  <a:pt x="961911" y="103036"/>
                </a:lnTo>
                <a:lnTo>
                  <a:pt x="960179" y="103203"/>
                </a:lnTo>
                <a:lnTo>
                  <a:pt x="958398" y="103259"/>
                </a:lnTo>
                <a:lnTo>
                  <a:pt x="956460" y="103195"/>
                </a:lnTo>
                <a:lnTo>
                  <a:pt x="954569" y="103005"/>
                </a:lnTo>
                <a:lnTo>
                  <a:pt x="952725" y="102688"/>
                </a:lnTo>
                <a:lnTo>
                  <a:pt x="950928" y="102244"/>
                </a:lnTo>
                <a:lnTo>
                  <a:pt x="949178" y="101673"/>
                </a:lnTo>
                <a:lnTo>
                  <a:pt x="947475" y="100976"/>
                </a:lnTo>
                <a:lnTo>
                  <a:pt x="945820" y="100152"/>
                </a:lnTo>
                <a:lnTo>
                  <a:pt x="944211" y="99200"/>
                </a:lnTo>
                <a:lnTo>
                  <a:pt x="942649" y="98122"/>
                </a:lnTo>
                <a:lnTo>
                  <a:pt x="941135" y="96918"/>
                </a:lnTo>
                <a:lnTo>
                  <a:pt x="939667" y="95586"/>
                </a:lnTo>
                <a:lnTo>
                  <a:pt x="938247" y="94128"/>
                </a:lnTo>
                <a:lnTo>
                  <a:pt x="936908" y="92562"/>
                </a:lnTo>
                <a:lnTo>
                  <a:pt x="935686" y="90909"/>
                </a:lnTo>
                <a:lnTo>
                  <a:pt x="934580" y="89168"/>
                </a:lnTo>
                <a:lnTo>
                  <a:pt x="933591" y="87340"/>
                </a:lnTo>
                <a:lnTo>
                  <a:pt x="932718" y="85425"/>
                </a:lnTo>
                <a:lnTo>
                  <a:pt x="931961" y="83422"/>
                </a:lnTo>
                <a:lnTo>
                  <a:pt x="931321" y="81333"/>
                </a:lnTo>
                <a:lnTo>
                  <a:pt x="930797" y="79155"/>
                </a:lnTo>
                <a:lnTo>
                  <a:pt x="930390" y="76891"/>
                </a:lnTo>
                <a:lnTo>
                  <a:pt x="930099" y="74539"/>
                </a:lnTo>
                <a:lnTo>
                  <a:pt x="929924" y="72099"/>
                </a:lnTo>
                <a:lnTo>
                  <a:pt x="929866" y="69573"/>
                </a:lnTo>
                <a:lnTo>
                  <a:pt x="929926" y="66841"/>
                </a:lnTo>
                <a:lnTo>
                  <a:pt x="930105" y="64210"/>
                </a:lnTo>
                <a:lnTo>
                  <a:pt x="930403" y="61683"/>
                </a:lnTo>
                <a:lnTo>
                  <a:pt x="930821" y="59257"/>
                </a:lnTo>
                <a:lnTo>
                  <a:pt x="931358" y="56933"/>
                </a:lnTo>
                <a:lnTo>
                  <a:pt x="932015" y="54712"/>
                </a:lnTo>
                <a:lnTo>
                  <a:pt x="932791" y="52593"/>
                </a:lnTo>
                <a:lnTo>
                  <a:pt x="933686" y="50576"/>
                </a:lnTo>
                <a:lnTo>
                  <a:pt x="934701" y="48661"/>
                </a:lnTo>
                <a:lnTo>
                  <a:pt x="935835" y="46848"/>
                </a:lnTo>
                <a:lnTo>
                  <a:pt x="937088" y="45137"/>
                </a:lnTo>
                <a:lnTo>
                  <a:pt x="938461" y="43529"/>
                </a:lnTo>
                <a:lnTo>
                  <a:pt x="939924" y="42036"/>
                </a:lnTo>
                <a:lnTo>
                  <a:pt x="941448" y="40673"/>
                </a:lnTo>
                <a:lnTo>
                  <a:pt x="943033" y="39440"/>
                </a:lnTo>
                <a:lnTo>
                  <a:pt x="944679" y="38336"/>
                </a:lnTo>
                <a:lnTo>
                  <a:pt x="946385" y="37363"/>
                </a:lnTo>
                <a:lnTo>
                  <a:pt x="948153" y="36519"/>
                </a:lnTo>
                <a:lnTo>
                  <a:pt x="949982" y="35805"/>
                </a:lnTo>
                <a:lnTo>
                  <a:pt x="951871" y="35221"/>
                </a:lnTo>
                <a:lnTo>
                  <a:pt x="953821" y="34766"/>
                </a:lnTo>
                <a:lnTo>
                  <a:pt x="955833" y="34442"/>
                </a:lnTo>
                <a:lnTo>
                  <a:pt x="957905" y="34247"/>
                </a:lnTo>
                <a:lnTo>
                  <a:pt x="960038" y="34182"/>
                </a:lnTo>
                <a:lnTo>
                  <a:pt x="961842" y="34232"/>
                </a:lnTo>
                <a:lnTo>
                  <a:pt x="963591" y="34382"/>
                </a:lnTo>
                <a:lnTo>
                  <a:pt x="965285" y="34633"/>
                </a:lnTo>
                <a:lnTo>
                  <a:pt x="966925" y="34983"/>
                </a:lnTo>
                <a:lnTo>
                  <a:pt x="968511" y="35434"/>
                </a:lnTo>
                <a:lnTo>
                  <a:pt x="970042" y="35985"/>
                </a:lnTo>
                <a:lnTo>
                  <a:pt x="971519" y="36636"/>
                </a:lnTo>
                <a:lnTo>
                  <a:pt x="972941" y="37387"/>
                </a:lnTo>
                <a:lnTo>
                  <a:pt x="974309" y="38238"/>
                </a:lnTo>
                <a:lnTo>
                  <a:pt x="975622" y="39189"/>
                </a:lnTo>
                <a:lnTo>
                  <a:pt x="976880" y="40241"/>
                </a:lnTo>
                <a:lnTo>
                  <a:pt x="978085" y="41392"/>
                </a:lnTo>
                <a:lnTo>
                  <a:pt x="979213" y="42628"/>
                </a:lnTo>
                <a:lnTo>
                  <a:pt x="980242" y="43930"/>
                </a:lnTo>
                <a:lnTo>
                  <a:pt x="981174" y="45301"/>
                </a:lnTo>
                <a:lnTo>
                  <a:pt x="982008" y="46738"/>
                </a:lnTo>
                <a:lnTo>
                  <a:pt x="982743" y="48244"/>
                </a:lnTo>
                <a:lnTo>
                  <a:pt x="983381" y="49817"/>
                </a:lnTo>
                <a:lnTo>
                  <a:pt x="983920" y="51457"/>
                </a:lnTo>
                <a:lnTo>
                  <a:pt x="984362" y="53165"/>
                </a:lnTo>
                <a:lnTo>
                  <a:pt x="984705" y="54941"/>
                </a:lnTo>
                <a:lnTo>
                  <a:pt x="984950" y="56784"/>
                </a:lnTo>
                <a:lnTo>
                  <a:pt x="985097" y="58695"/>
                </a:lnTo>
                <a:lnTo>
                  <a:pt x="985146" y="60673"/>
                </a:lnTo>
                <a:lnTo>
                  <a:pt x="939995" y="60673"/>
                </a:lnTo>
                <a:moveTo>
                  <a:pt x="939995" y="56543"/>
                </a:moveTo>
                <a:lnTo>
                  <a:pt x="970238" y="56543"/>
                </a:lnTo>
                <a:lnTo>
                  <a:pt x="970173" y="55524"/>
                </a:lnTo>
                <a:lnTo>
                  <a:pt x="970098" y="54557"/>
                </a:lnTo>
                <a:lnTo>
                  <a:pt x="970011" y="53641"/>
                </a:lnTo>
                <a:lnTo>
                  <a:pt x="969913" y="52777"/>
                </a:lnTo>
                <a:lnTo>
                  <a:pt x="969805" y="51964"/>
                </a:lnTo>
                <a:lnTo>
                  <a:pt x="969686" y="51202"/>
                </a:lnTo>
                <a:lnTo>
                  <a:pt x="969555" y="50492"/>
                </a:lnTo>
                <a:lnTo>
                  <a:pt x="969414" y="49833"/>
                </a:lnTo>
                <a:lnTo>
                  <a:pt x="969262" y="49226"/>
                </a:lnTo>
                <a:lnTo>
                  <a:pt x="969099" y="48670"/>
                </a:lnTo>
                <a:lnTo>
                  <a:pt x="968925" y="48166"/>
                </a:lnTo>
                <a:lnTo>
                  <a:pt x="968740" y="47713"/>
                </a:lnTo>
                <a:lnTo>
                  <a:pt x="968431" y="47060"/>
                </a:lnTo>
                <a:lnTo>
                  <a:pt x="968097" y="46431"/>
                </a:lnTo>
                <a:lnTo>
                  <a:pt x="967740" y="45825"/>
                </a:lnTo>
                <a:lnTo>
                  <a:pt x="967357" y="45244"/>
                </a:lnTo>
                <a:lnTo>
                  <a:pt x="966951" y="44686"/>
                </a:lnTo>
                <a:lnTo>
                  <a:pt x="966520" y="44152"/>
                </a:lnTo>
                <a:lnTo>
                  <a:pt x="966065" y="43642"/>
                </a:lnTo>
                <a:lnTo>
                  <a:pt x="965586" y="43155"/>
                </a:lnTo>
                <a:lnTo>
                  <a:pt x="965083" y="42692"/>
                </a:lnTo>
                <a:lnTo>
                  <a:pt x="964555" y="42253"/>
                </a:lnTo>
                <a:lnTo>
                  <a:pt x="964003" y="41838"/>
                </a:lnTo>
                <a:lnTo>
                  <a:pt x="963426" y="41446"/>
                </a:lnTo>
                <a:lnTo>
                  <a:pt x="962836" y="41082"/>
                </a:lnTo>
                <a:lnTo>
                  <a:pt x="962241" y="40750"/>
                </a:lnTo>
                <a:lnTo>
                  <a:pt x="961641" y="40449"/>
                </a:lnTo>
                <a:lnTo>
                  <a:pt x="961037" y="40180"/>
                </a:lnTo>
                <a:lnTo>
                  <a:pt x="960428" y="39942"/>
                </a:lnTo>
                <a:lnTo>
                  <a:pt x="959815" y="39737"/>
                </a:lnTo>
                <a:lnTo>
                  <a:pt x="959198" y="39563"/>
                </a:lnTo>
                <a:lnTo>
                  <a:pt x="958576" y="39420"/>
                </a:lnTo>
                <a:lnTo>
                  <a:pt x="957950" y="39309"/>
                </a:lnTo>
                <a:lnTo>
                  <a:pt x="957319" y="39230"/>
                </a:lnTo>
                <a:lnTo>
                  <a:pt x="956684" y="39183"/>
                </a:lnTo>
                <a:lnTo>
                  <a:pt x="956044" y="39167"/>
                </a:lnTo>
                <a:lnTo>
                  <a:pt x="955066" y="39199"/>
                </a:lnTo>
                <a:lnTo>
                  <a:pt x="954105" y="39295"/>
                </a:lnTo>
                <a:lnTo>
                  <a:pt x="953162" y="39454"/>
                </a:lnTo>
                <a:lnTo>
                  <a:pt x="952236" y="39677"/>
                </a:lnTo>
                <a:lnTo>
                  <a:pt x="951327" y="39964"/>
                </a:lnTo>
                <a:lnTo>
                  <a:pt x="950435" y="40315"/>
                </a:lnTo>
                <a:lnTo>
                  <a:pt x="949561" y="40730"/>
                </a:lnTo>
                <a:lnTo>
                  <a:pt x="948705" y="41208"/>
                </a:lnTo>
                <a:lnTo>
                  <a:pt x="947865" y="41751"/>
                </a:lnTo>
                <a:lnTo>
                  <a:pt x="947043" y="42357"/>
                </a:lnTo>
                <a:lnTo>
                  <a:pt x="946239" y="43027"/>
                </a:lnTo>
                <a:lnTo>
                  <a:pt x="945451" y="43760"/>
                </a:lnTo>
                <a:lnTo>
                  <a:pt x="944700" y="44551"/>
                </a:lnTo>
                <a:lnTo>
                  <a:pt x="944002" y="45391"/>
                </a:lnTo>
                <a:lnTo>
                  <a:pt x="943358" y="46282"/>
                </a:lnTo>
                <a:lnTo>
                  <a:pt x="942769" y="47222"/>
                </a:lnTo>
                <a:lnTo>
                  <a:pt x="942233" y="48212"/>
                </a:lnTo>
                <a:lnTo>
                  <a:pt x="941751" y="49253"/>
                </a:lnTo>
                <a:lnTo>
                  <a:pt x="941323" y="50343"/>
                </a:lnTo>
                <a:lnTo>
                  <a:pt x="940950" y="51483"/>
                </a:lnTo>
                <a:lnTo>
                  <a:pt x="940630" y="52673"/>
                </a:lnTo>
                <a:lnTo>
                  <a:pt x="940364" y="53913"/>
                </a:lnTo>
                <a:lnTo>
                  <a:pt x="940152" y="55203"/>
                </a:lnTo>
                <a:lnTo>
                  <a:pt x="939995" y="56543"/>
                </a:lnTo>
                <a:close/>
                <a:moveTo>
                  <a:pt x="1049321" y="76483"/>
                </a:moveTo>
                <a:lnTo>
                  <a:pt x="1048846" y="78589"/>
                </a:lnTo>
                <a:lnTo>
                  <a:pt x="1048301" y="80614"/>
                </a:lnTo>
                <a:lnTo>
                  <a:pt x="1047685" y="82556"/>
                </a:lnTo>
                <a:lnTo>
                  <a:pt x="1046999" y="84415"/>
                </a:lnTo>
                <a:lnTo>
                  <a:pt x="1046243" y="86191"/>
                </a:lnTo>
                <a:lnTo>
                  <a:pt x="1045416" y="87885"/>
                </a:lnTo>
                <a:lnTo>
                  <a:pt x="1044519" y="89497"/>
                </a:lnTo>
                <a:lnTo>
                  <a:pt x="1043551" y="91026"/>
                </a:lnTo>
                <a:lnTo>
                  <a:pt x="1042514" y="92472"/>
                </a:lnTo>
                <a:lnTo>
                  <a:pt x="1041406" y="93836"/>
                </a:lnTo>
                <a:lnTo>
                  <a:pt x="1040227" y="95117"/>
                </a:lnTo>
                <a:lnTo>
                  <a:pt x="1038978" y="96315"/>
                </a:lnTo>
                <a:lnTo>
                  <a:pt x="1037683" y="97424"/>
                </a:lnTo>
                <a:lnTo>
                  <a:pt x="1036365" y="98437"/>
                </a:lnTo>
                <a:lnTo>
                  <a:pt x="1035024" y="99353"/>
                </a:lnTo>
                <a:lnTo>
                  <a:pt x="1033660" y="100173"/>
                </a:lnTo>
                <a:lnTo>
                  <a:pt x="1032274" y="100896"/>
                </a:lnTo>
                <a:lnTo>
                  <a:pt x="1030865" y="101523"/>
                </a:lnTo>
                <a:lnTo>
                  <a:pt x="1029433" y="102053"/>
                </a:lnTo>
                <a:lnTo>
                  <a:pt x="1027978" y="102487"/>
                </a:lnTo>
                <a:lnTo>
                  <a:pt x="1026500" y="102825"/>
                </a:lnTo>
                <a:lnTo>
                  <a:pt x="1025000" y="103066"/>
                </a:lnTo>
                <a:lnTo>
                  <a:pt x="1023477" y="103210"/>
                </a:lnTo>
                <a:lnTo>
                  <a:pt x="1021931" y="103259"/>
                </a:lnTo>
                <a:lnTo>
                  <a:pt x="1020096" y="103194"/>
                </a:lnTo>
                <a:lnTo>
                  <a:pt x="1018301" y="103000"/>
                </a:lnTo>
                <a:lnTo>
                  <a:pt x="1016545" y="102676"/>
                </a:lnTo>
                <a:lnTo>
                  <a:pt x="1014829" y="102223"/>
                </a:lnTo>
                <a:lnTo>
                  <a:pt x="1013153" y="101641"/>
                </a:lnTo>
                <a:lnTo>
                  <a:pt x="1011517" y="100929"/>
                </a:lnTo>
                <a:lnTo>
                  <a:pt x="1009920" y="100088"/>
                </a:lnTo>
                <a:lnTo>
                  <a:pt x="1008362" y="99117"/>
                </a:lnTo>
                <a:lnTo>
                  <a:pt x="1006844" y="98017"/>
                </a:lnTo>
                <a:lnTo>
                  <a:pt x="1005366" y="96788"/>
                </a:lnTo>
                <a:lnTo>
                  <a:pt x="1003928" y="95429"/>
                </a:lnTo>
                <a:lnTo>
                  <a:pt x="1002529" y="93941"/>
                </a:lnTo>
                <a:lnTo>
                  <a:pt x="1001207" y="92342"/>
                </a:lnTo>
                <a:lnTo>
                  <a:pt x="1000001" y="90652"/>
                </a:lnTo>
                <a:lnTo>
                  <a:pt x="998909" y="88872"/>
                </a:lnTo>
                <a:lnTo>
                  <a:pt x="997932" y="87000"/>
                </a:lnTo>
                <a:lnTo>
                  <a:pt x="997070" y="85038"/>
                </a:lnTo>
                <a:lnTo>
                  <a:pt x="996323" y="82985"/>
                </a:lnTo>
                <a:lnTo>
                  <a:pt x="995691" y="80840"/>
                </a:lnTo>
                <a:lnTo>
                  <a:pt x="995174" y="78605"/>
                </a:lnTo>
                <a:lnTo>
                  <a:pt x="994772" y="76279"/>
                </a:lnTo>
                <a:lnTo>
                  <a:pt x="994485" y="73862"/>
                </a:lnTo>
                <a:lnTo>
                  <a:pt x="994312" y="71355"/>
                </a:lnTo>
                <a:lnTo>
                  <a:pt x="994255" y="68756"/>
                </a:lnTo>
                <a:lnTo>
                  <a:pt x="994318" y="66235"/>
                </a:lnTo>
                <a:lnTo>
                  <a:pt x="994509" y="63794"/>
                </a:lnTo>
                <a:lnTo>
                  <a:pt x="994828" y="61433"/>
                </a:lnTo>
                <a:lnTo>
                  <a:pt x="995273" y="59152"/>
                </a:lnTo>
                <a:lnTo>
                  <a:pt x="995846" y="56951"/>
                </a:lnTo>
                <a:lnTo>
                  <a:pt x="996546" y="54831"/>
                </a:lnTo>
                <a:lnTo>
                  <a:pt x="997374" y="52790"/>
                </a:lnTo>
                <a:lnTo>
                  <a:pt x="998329" y="50829"/>
                </a:lnTo>
                <a:lnTo>
                  <a:pt x="999411" y="48948"/>
                </a:lnTo>
                <a:lnTo>
                  <a:pt x="1000620" y="47148"/>
                </a:lnTo>
                <a:lnTo>
                  <a:pt x="1001957" y="45427"/>
                </a:lnTo>
                <a:lnTo>
                  <a:pt x="1003421" y="43787"/>
                </a:lnTo>
                <a:lnTo>
                  <a:pt x="1004974" y="42253"/>
                </a:lnTo>
                <a:lnTo>
                  <a:pt x="1006578" y="40852"/>
                </a:lnTo>
                <a:lnTo>
                  <a:pt x="1008233" y="39585"/>
                </a:lnTo>
                <a:lnTo>
                  <a:pt x="1009939" y="38451"/>
                </a:lnTo>
                <a:lnTo>
                  <a:pt x="1011697" y="37450"/>
                </a:lnTo>
                <a:lnTo>
                  <a:pt x="1013505" y="36583"/>
                </a:lnTo>
                <a:lnTo>
                  <a:pt x="1015364" y="35850"/>
                </a:lnTo>
                <a:lnTo>
                  <a:pt x="1017274" y="35249"/>
                </a:lnTo>
                <a:lnTo>
                  <a:pt x="1019236" y="34782"/>
                </a:lnTo>
                <a:lnTo>
                  <a:pt x="1021248" y="34449"/>
                </a:lnTo>
                <a:lnTo>
                  <a:pt x="1023311" y="34249"/>
                </a:lnTo>
                <a:lnTo>
                  <a:pt x="1025426" y="34182"/>
                </a:lnTo>
                <a:lnTo>
                  <a:pt x="1027007" y="34217"/>
                </a:lnTo>
                <a:lnTo>
                  <a:pt x="1028541" y="34323"/>
                </a:lnTo>
                <a:lnTo>
                  <a:pt x="1030027" y="34499"/>
                </a:lnTo>
                <a:lnTo>
                  <a:pt x="1031465" y="34746"/>
                </a:lnTo>
                <a:lnTo>
                  <a:pt x="1032856" y="35063"/>
                </a:lnTo>
                <a:lnTo>
                  <a:pt x="1034199" y="35451"/>
                </a:lnTo>
                <a:lnTo>
                  <a:pt x="1035495" y="35909"/>
                </a:lnTo>
                <a:lnTo>
                  <a:pt x="1036743" y="36438"/>
                </a:lnTo>
                <a:lnTo>
                  <a:pt x="1037944" y="37037"/>
                </a:lnTo>
                <a:lnTo>
                  <a:pt x="1039097" y="37707"/>
                </a:lnTo>
                <a:lnTo>
                  <a:pt x="1040203" y="38447"/>
                </a:lnTo>
                <a:lnTo>
                  <a:pt x="1041261" y="39258"/>
                </a:lnTo>
                <a:lnTo>
                  <a:pt x="1042252" y="40107"/>
                </a:lnTo>
                <a:lnTo>
                  <a:pt x="1043157" y="40960"/>
                </a:lnTo>
                <a:lnTo>
                  <a:pt x="1043976" y="41820"/>
                </a:lnTo>
                <a:lnTo>
                  <a:pt x="1044709" y="42684"/>
                </a:lnTo>
                <a:lnTo>
                  <a:pt x="1045355" y="43555"/>
                </a:lnTo>
                <a:lnTo>
                  <a:pt x="1045915" y="44430"/>
                </a:lnTo>
                <a:lnTo>
                  <a:pt x="1046389" y="45311"/>
                </a:lnTo>
                <a:lnTo>
                  <a:pt x="1046777" y="46198"/>
                </a:lnTo>
                <a:lnTo>
                  <a:pt x="1047079" y="47089"/>
                </a:lnTo>
                <a:lnTo>
                  <a:pt x="1047294" y="47987"/>
                </a:lnTo>
                <a:lnTo>
                  <a:pt x="1047424" y="48890"/>
                </a:lnTo>
                <a:lnTo>
                  <a:pt x="1047467" y="49798"/>
                </a:lnTo>
                <a:lnTo>
                  <a:pt x="1047455" y="50240"/>
                </a:lnTo>
                <a:lnTo>
                  <a:pt x="1047418" y="50668"/>
                </a:lnTo>
                <a:lnTo>
                  <a:pt x="1047357" y="51082"/>
                </a:lnTo>
                <a:lnTo>
                  <a:pt x="1047272" y="51482"/>
                </a:lnTo>
                <a:lnTo>
                  <a:pt x="1047163" y="51867"/>
                </a:lnTo>
                <a:lnTo>
                  <a:pt x="1047030" y="52238"/>
                </a:lnTo>
                <a:lnTo>
                  <a:pt x="1046872" y="52595"/>
                </a:lnTo>
                <a:lnTo>
                  <a:pt x="1046690" y="52937"/>
                </a:lnTo>
                <a:lnTo>
                  <a:pt x="1046484" y="53265"/>
                </a:lnTo>
                <a:lnTo>
                  <a:pt x="1046253" y="53579"/>
                </a:lnTo>
                <a:lnTo>
                  <a:pt x="1045998" y="53879"/>
                </a:lnTo>
                <a:lnTo>
                  <a:pt x="1045719" y="54164"/>
                </a:lnTo>
                <a:lnTo>
                  <a:pt x="1045418" y="54430"/>
                </a:lnTo>
                <a:lnTo>
                  <a:pt x="1045098" y="54673"/>
                </a:lnTo>
                <a:lnTo>
                  <a:pt x="1044758" y="54893"/>
                </a:lnTo>
                <a:lnTo>
                  <a:pt x="1044399" y="55090"/>
                </a:lnTo>
                <a:lnTo>
                  <a:pt x="1044021" y="55264"/>
                </a:lnTo>
                <a:lnTo>
                  <a:pt x="1043624" y="55414"/>
                </a:lnTo>
                <a:lnTo>
                  <a:pt x="1043207" y="55541"/>
                </a:lnTo>
                <a:lnTo>
                  <a:pt x="1042771" y="55646"/>
                </a:lnTo>
                <a:lnTo>
                  <a:pt x="1042315" y="55727"/>
                </a:lnTo>
                <a:lnTo>
                  <a:pt x="1041841" y="55785"/>
                </a:lnTo>
                <a:lnTo>
                  <a:pt x="1041346" y="55819"/>
                </a:lnTo>
                <a:lnTo>
                  <a:pt x="1040833" y="55831"/>
                </a:lnTo>
                <a:lnTo>
                  <a:pt x="1040146" y="55812"/>
                </a:lnTo>
                <a:lnTo>
                  <a:pt x="1039488" y="55756"/>
                </a:lnTo>
                <a:lnTo>
                  <a:pt x="1038858" y="55662"/>
                </a:lnTo>
                <a:lnTo>
                  <a:pt x="1038257" y="55530"/>
                </a:lnTo>
                <a:lnTo>
                  <a:pt x="1037685" y="55361"/>
                </a:lnTo>
                <a:lnTo>
                  <a:pt x="1037142" y="55154"/>
                </a:lnTo>
                <a:lnTo>
                  <a:pt x="1036627" y="54910"/>
                </a:lnTo>
                <a:lnTo>
                  <a:pt x="1036141" y="54628"/>
                </a:lnTo>
                <a:lnTo>
                  <a:pt x="1035684" y="54309"/>
                </a:lnTo>
                <a:lnTo>
                  <a:pt x="1035255" y="53952"/>
                </a:lnTo>
                <a:lnTo>
                  <a:pt x="1034856" y="53557"/>
                </a:lnTo>
                <a:lnTo>
                  <a:pt x="1034485" y="53125"/>
                </a:lnTo>
                <a:lnTo>
                  <a:pt x="1034288" y="52857"/>
                </a:lnTo>
                <a:lnTo>
                  <a:pt x="1034103" y="52551"/>
                </a:lnTo>
                <a:lnTo>
                  <a:pt x="1033930" y="52208"/>
                </a:lnTo>
                <a:lnTo>
                  <a:pt x="1033767" y="51827"/>
                </a:lnTo>
                <a:lnTo>
                  <a:pt x="1033617" y="51409"/>
                </a:lnTo>
                <a:lnTo>
                  <a:pt x="1033477" y="50953"/>
                </a:lnTo>
                <a:lnTo>
                  <a:pt x="1033349" y="50459"/>
                </a:lnTo>
                <a:lnTo>
                  <a:pt x="1033232" y="49928"/>
                </a:lnTo>
                <a:lnTo>
                  <a:pt x="1033127" y="49359"/>
                </a:lnTo>
                <a:lnTo>
                  <a:pt x="1033033" y="48753"/>
                </a:lnTo>
                <a:lnTo>
                  <a:pt x="1032951" y="48109"/>
                </a:lnTo>
                <a:lnTo>
                  <a:pt x="1032880" y="47428"/>
                </a:lnTo>
                <a:lnTo>
                  <a:pt x="1032800" y="46741"/>
                </a:lnTo>
                <a:lnTo>
                  <a:pt x="1032691" y="46083"/>
                </a:lnTo>
                <a:lnTo>
                  <a:pt x="1032552" y="45452"/>
                </a:lnTo>
                <a:lnTo>
                  <a:pt x="1032384" y="44848"/>
                </a:lnTo>
                <a:lnTo>
                  <a:pt x="1032188" y="44273"/>
                </a:lnTo>
                <a:lnTo>
                  <a:pt x="1031961" y="43725"/>
                </a:lnTo>
                <a:lnTo>
                  <a:pt x="1031706" y="43204"/>
                </a:lnTo>
                <a:lnTo>
                  <a:pt x="1031421" y="42712"/>
                </a:lnTo>
                <a:lnTo>
                  <a:pt x="1031108" y="42247"/>
                </a:lnTo>
                <a:lnTo>
                  <a:pt x="1030765" y="41810"/>
                </a:lnTo>
                <a:lnTo>
                  <a:pt x="1030392" y="41400"/>
                </a:lnTo>
                <a:lnTo>
                  <a:pt x="1029991" y="41019"/>
                </a:lnTo>
                <a:lnTo>
                  <a:pt x="1029561" y="40677"/>
                </a:lnTo>
                <a:lnTo>
                  <a:pt x="1029105" y="40366"/>
                </a:lnTo>
                <a:lnTo>
                  <a:pt x="1028622" y="40084"/>
                </a:lnTo>
                <a:lnTo>
                  <a:pt x="1028113" y="39832"/>
                </a:lnTo>
                <a:lnTo>
                  <a:pt x="1027576" y="39609"/>
                </a:lnTo>
                <a:lnTo>
                  <a:pt x="1027013" y="39416"/>
                </a:lnTo>
                <a:lnTo>
                  <a:pt x="1026423" y="39253"/>
                </a:lnTo>
                <a:lnTo>
                  <a:pt x="1025806" y="39120"/>
                </a:lnTo>
                <a:lnTo>
                  <a:pt x="1025163" y="39016"/>
                </a:lnTo>
                <a:lnTo>
                  <a:pt x="1024493" y="38942"/>
                </a:lnTo>
                <a:lnTo>
                  <a:pt x="1023796" y="38897"/>
                </a:lnTo>
                <a:lnTo>
                  <a:pt x="1023072" y="38882"/>
                </a:lnTo>
                <a:lnTo>
                  <a:pt x="1021902" y="38919"/>
                </a:lnTo>
                <a:lnTo>
                  <a:pt x="1020772" y="39029"/>
                </a:lnTo>
                <a:lnTo>
                  <a:pt x="1019679" y="39212"/>
                </a:lnTo>
                <a:lnTo>
                  <a:pt x="1018626" y="39468"/>
                </a:lnTo>
                <a:lnTo>
                  <a:pt x="1017611" y="39797"/>
                </a:lnTo>
                <a:lnTo>
                  <a:pt x="1016634" y="40200"/>
                </a:lnTo>
                <a:lnTo>
                  <a:pt x="1015697" y="40675"/>
                </a:lnTo>
                <a:lnTo>
                  <a:pt x="1014798" y="41224"/>
                </a:lnTo>
                <a:lnTo>
                  <a:pt x="1013937" y="41846"/>
                </a:lnTo>
                <a:lnTo>
                  <a:pt x="1013116" y="42542"/>
                </a:lnTo>
                <a:lnTo>
                  <a:pt x="1012332" y="43310"/>
                </a:lnTo>
                <a:lnTo>
                  <a:pt x="1011588" y="44152"/>
                </a:lnTo>
                <a:lnTo>
                  <a:pt x="1010665" y="45346"/>
                </a:lnTo>
                <a:lnTo>
                  <a:pt x="1009822" y="46603"/>
                </a:lnTo>
                <a:lnTo>
                  <a:pt x="1009060" y="47922"/>
                </a:lnTo>
                <a:lnTo>
                  <a:pt x="1008378" y="49303"/>
                </a:lnTo>
                <a:lnTo>
                  <a:pt x="1007776" y="50747"/>
                </a:lnTo>
                <a:lnTo>
                  <a:pt x="1007255" y="52252"/>
                </a:lnTo>
                <a:lnTo>
                  <a:pt x="1006813" y="53821"/>
                </a:lnTo>
                <a:lnTo>
                  <a:pt x="1006452" y="55451"/>
                </a:lnTo>
                <a:lnTo>
                  <a:pt x="1006171" y="57144"/>
                </a:lnTo>
                <a:lnTo>
                  <a:pt x="1005971" y="58899"/>
                </a:lnTo>
                <a:lnTo>
                  <a:pt x="1005850" y="60716"/>
                </a:lnTo>
                <a:lnTo>
                  <a:pt x="1005810" y="62596"/>
                </a:lnTo>
                <a:lnTo>
                  <a:pt x="1005850" y="64523"/>
                </a:lnTo>
                <a:lnTo>
                  <a:pt x="1005970" y="66413"/>
                </a:lnTo>
                <a:lnTo>
                  <a:pt x="1006169" y="68264"/>
                </a:lnTo>
                <a:lnTo>
                  <a:pt x="1006448" y="70077"/>
                </a:lnTo>
                <a:lnTo>
                  <a:pt x="1006807" y="71852"/>
                </a:lnTo>
                <a:lnTo>
                  <a:pt x="1007246" y="73590"/>
                </a:lnTo>
                <a:lnTo>
                  <a:pt x="1007764" y="75288"/>
                </a:lnTo>
                <a:lnTo>
                  <a:pt x="1008362" y="76949"/>
                </a:lnTo>
                <a:lnTo>
                  <a:pt x="1009040" y="78572"/>
                </a:lnTo>
                <a:lnTo>
                  <a:pt x="1009798" y="80157"/>
                </a:lnTo>
                <a:lnTo>
                  <a:pt x="1010635" y="81704"/>
                </a:lnTo>
                <a:lnTo>
                  <a:pt x="1011552" y="83212"/>
                </a:lnTo>
                <a:lnTo>
                  <a:pt x="1012537" y="84640"/>
                </a:lnTo>
                <a:lnTo>
                  <a:pt x="1013578" y="85943"/>
                </a:lnTo>
                <a:lnTo>
                  <a:pt x="1014675" y="87122"/>
                </a:lnTo>
                <a:lnTo>
                  <a:pt x="1015828" y="88177"/>
                </a:lnTo>
                <a:lnTo>
                  <a:pt x="1017037" y="89108"/>
                </a:lnTo>
                <a:lnTo>
                  <a:pt x="1018302" y="89915"/>
                </a:lnTo>
                <a:lnTo>
                  <a:pt x="1019623" y="90598"/>
                </a:lnTo>
                <a:lnTo>
                  <a:pt x="1020999" y="91156"/>
                </a:lnTo>
                <a:lnTo>
                  <a:pt x="1022432" y="91591"/>
                </a:lnTo>
                <a:lnTo>
                  <a:pt x="1023921" y="91901"/>
                </a:lnTo>
                <a:lnTo>
                  <a:pt x="1025466" y="92087"/>
                </a:lnTo>
                <a:lnTo>
                  <a:pt x="1027066" y="92149"/>
                </a:lnTo>
                <a:lnTo>
                  <a:pt x="1028222" y="92116"/>
                </a:lnTo>
                <a:lnTo>
                  <a:pt x="1029357" y="92017"/>
                </a:lnTo>
                <a:lnTo>
                  <a:pt x="1030472" y="91851"/>
                </a:lnTo>
                <a:lnTo>
                  <a:pt x="1031568" y="91619"/>
                </a:lnTo>
                <a:lnTo>
                  <a:pt x="1032644" y="91321"/>
                </a:lnTo>
                <a:lnTo>
                  <a:pt x="1033700" y="90957"/>
                </a:lnTo>
                <a:lnTo>
                  <a:pt x="1034736" y="90526"/>
                </a:lnTo>
                <a:lnTo>
                  <a:pt x="1035753" y="90029"/>
                </a:lnTo>
                <a:lnTo>
                  <a:pt x="1036749" y="89466"/>
                </a:lnTo>
                <a:lnTo>
                  <a:pt x="1037726" y="88836"/>
                </a:lnTo>
                <a:lnTo>
                  <a:pt x="1038683" y="88140"/>
                </a:lnTo>
                <a:lnTo>
                  <a:pt x="1039620" y="87378"/>
                </a:lnTo>
                <a:lnTo>
                  <a:pt x="1040273" y="86795"/>
                </a:lnTo>
                <a:lnTo>
                  <a:pt x="1040922" y="86138"/>
                </a:lnTo>
                <a:lnTo>
                  <a:pt x="1041569" y="85406"/>
                </a:lnTo>
                <a:lnTo>
                  <a:pt x="1042212" y="84601"/>
                </a:lnTo>
                <a:lnTo>
                  <a:pt x="1042853" y="83721"/>
                </a:lnTo>
                <a:lnTo>
                  <a:pt x="1043490" y="82767"/>
                </a:lnTo>
                <a:lnTo>
                  <a:pt x="1044125" y="81739"/>
                </a:lnTo>
                <a:lnTo>
                  <a:pt x="1044756" y="80637"/>
                </a:lnTo>
                <a:lnTo>
                  <a:pt x="1045385" y="79460"/>
                </a:lnTo>
                <a:lnTo>
                  <a:pt x="1046010" y="78209"/>
                </a:lnTo>
                <a:lnTo>
                  <a:pt x="1046633" y="76885"/>
                </a:lnTo>
                <a:lnTo>
                  <a:pt x="1047253" y="75486"/>
                </a:lnTo>
                <a:lnTo>
                  <a:pt x="1049321" y="76483"/>
                </a:lnTo>
                <a:close/>
                <a:moveTo>
                  <a:pt x="1090599" y="34182"/>
                </a:moveTo>
                <a:lnTo>
                  <a:pt x="1093032" y="34260"/>
                </a:lnTo>
                <a:lnTo>
                  <a:pt x="1095382" y="34494"/>
                </a:lnTo>
                <a:lnTo>
                  <a:pt x="1097652" y="34885"/>
                </a:lnTo>
                <a:lnTo>
                  <a:pt x="1099841" y="35431"/>
                </a:lnTo>
                <a:lnTo>
                  <a:pt x="1101948" y="36134"/>
                </a:lnTo>
                <a:lnTo>
                  <a:pt x="1103974" y="36992"/>
                </a:lnTo>
                <a:lnTo>
                  <a:pt x="1105918" y="38007"/>
                </a:lnTo>
                <a:lnTo>
                  <a:pt x="1107782" y="39178"/>
                </a:lnTo>
                <a:lnTo>
                  <a:pt x="1109564" y="40505"/>
                </a:lnTo>
                <a:lnTo>
                  <a:pt x="1111265" y="41988"/>
                </a:lnTo>
                <a:lnTo>
                  <a:pt x="1112885" y="43627"/>
                </a:lnTo>
                <a:lnTo>
                  <a:pt x="1114424" y="45423"/>
                </a:lnTo>
                <a:lnTo>
                  <a:pt x="1115643" y="47043"/>
                </a:lnTo>
                <a:lnTo>
                  <a:pt x="1116756" y="48703"/>
                </a:lnTo>
                <a:lnTo>
                  <a:pt x="1117763" y="50402"/>
                </a:lnTo>
                <a:lnTo>
                  <a:pt x="1118664" y="52141"/>
                </a:lnTo>
                <a:lnTo>
                  <a:pt x="1119459" y="53919"/>
                </a:lnTo>
                <a:lnTo>
                  <a:pt x="1120148" y="55737"/>
                </a:lnTo>
                <a:lnTo>
                  <a:pt x="1120731" y="57595"/>
                </a:lnTo>
                <a:lnTo>
                  <a:pt x="1121208" y="59492"/>
                </a:lnTo>
                <a:lnTo>
                  <a:pt x="1121579" y="61429"/>
                </a:lnTo>
                <a:lnTo>
                  <a:pt x="1121844" y="63405"/>
                </a:lnTo>
                <a:lnTo>
                  <a:pt x="1122003" y="65421"/>
                </a:lnTo>
                <a:lnTo>
                  <a:pt x="1122056" y="67476"/>
                </a:lnTo>
                <a:lnTo>
                  <a:pt x="1122027" y="68936"/>
                </a:lnTo>
                <a:lnTo>
                  <a:pt x="1121939" y="70399"/>
                </a:lnTo>
                <a:lnTo>
                  <a:pt x="1121793" y="71865"/>
                </a:lnTo>
                <a:lnTo>
                  <a:pt x="1121588" y="73334"/>
                </a:lnTo>
                <a:lnTo>
                  <a:pt x="1121325" y="74805"/>
                </a:lnTo>
                <a:lnTo>
                  <a:pt x="1121004" y="76280"/>
                </a:lnTo>
                <a:lnTo>
                  <a:pt x="1120624" y="77758"/>
                </a:lnTo>
                <a:lnTo>
                  <a:pt x="1120185" y="79238"/>
                </a:lnTo>
                <a:lnTo>
                  <a:pt x="1119689" y="80722"/>
                </a:lnTo>
                <a:lnTo>
                  <a:pt x="1119133" y="82208"/>
                </a:lnTo>
                <a:lnTo>
                  <a:pt x="1118520" y="83698"/>
                </a:lnTo>
                <a:lnTo>
                  <a:pt x="1117847" y="85191"/>
                </a:lnTo>
                <a:lnTo>
                  <a:pt x="1117124" y="86654"/>
                </a:lnTo>
                <a:lnTo>
                  <a:pt x="1116356" y="88055"/>
                </a:lnTo>
                <a:lnTo>
                  <a:pt x="1115545" y="89396"/>
                </a:lnTo>
                <a:lnTo>
                  <a:pt x="1114689" y="90675"/>
                </a:lnTo>
                <a:lnTo>
                  <a:pt x="1113789" y="91893"/>
                </a:lnTo>
                <a:lnTo>
                  <a:pt x="1112845" y="93050"/>
                </a:lnTo>
                <a:lnTo>
                  <a:pt x="1111857" y="94146"/>
                </a:lnTo>
                <a:lnTo>
                  <a:pt x="1110825" y="95180"/>
                </a:lnTo>
                <a:lnTo>
                  <a:pt x="1109749" y="96153"/>
                </a:lnTo>
                <a:lnTo>
                  <a:pt x="1108629" y="97065"/>
                </a:lnTo>
                <a:lnTo>
                  <a:pt x="1107465" y="97916"/>
                </a:lnTo>
                <a:lnTo>
                  <a:pt x="1106256" y="98705"/>
                </a:lnTo>
                <a:lnTo>
                  <a:pt x="1105014" y="99433"/>
                </a:lnTo>
                <a:lnTo>
                  <a:pt x="1103749" y="100097"/>
                </a:lnTo>
                <a:lnTo>
                  <a:pt x="1102460" y="100697"/>
                </a:lnTo>
                <a:lnTo>
                  <a:pt x="1101148" y="101235"/>
                </a:lnTo>
                <a:lnTo>
                  <a:pt x="1099813" y="101709"/>
                </a:lnTo>
                <a:lnTo>
                  <a:pt x="1098455" y="102120"/>
                </a:lnTo>
                <a:lnTo>
                  <a:pt x="1097073" y="102468"/>
                </a:lnTo>
                <a:lnTo>
                  <a:pt x="1095668" y="102753"/>
                </a:lnTo>
                <a:lnTo>
                  <a:pt x="1094239" y="102974"/>
                </a:lnTo>
                <a:lnTo>
                  <a:pt x="1092788" y="103132"/>
                </a:lnTo>
                <a:lnTo>
                  <a:pt x="1091313" y="103227"/>
                </a:lnTo>
                <a:lnTo>
                  <a:pt x="1089815" y="103259"/>
                </a:lnTo>
                <a:lnTo>
                  <a:pt x="1087396" y="103177"/>
                </a:lnTo>
                <a:lnTo>
                  <a:pt x="1085061" y="102932"/>
                </a:lnTo>
                <a:lnTo>
                  <a:pt x="1082811" y="102525"/>
                </a:lnTo>
                <a:lnTo>
                  <a:pt x="1080645" y="101954"/>
                </a:lnTo>
                <a:lnTo>
                  <a:pt x="1078563" y="101221"/>
                </a:lnTo>
                <a:lnTo>
                  <a:pt x="1076565" y="100324"/>
                </a:lnTo>
                <a:lnTo>
                  <a:pt x="1074652" y="99264"/>
                </a:lnTo>
                <a:lnTo>
                  <a:pt x="1072823" y="98041"/>
                </a:lnTo>
                <a:lnTo>
                  <a:pt x="1071077" y="96655"/>
                </a:lnTo>
                <a:lnTo>
                  <a:pt x="1069417" y="95106"/>
                </a:lnTo>
                <a:lnTo>
                  <a:pt x="1067840" y="93395"/>
                </a:lnTo>
                <a:lnTo>
                  <a:pt x="1066347" y="91520"/>
                </a:lnTo>
                <a:lnTo>
                  <a:pt x="1065174" y="89855"/>
                </a:lnTo>
                <a:lnTo>
                  <a:pt x="1064102" y="88157"/>
                </a:lnTo>
                <a:lnTo>
                  <a:pt x="1063133" y="86425"/>
                </a:lnTo>
                <a:lnTo>
                  <a:pt x="1062266" y="84659"/>
                </a:lnTo>
                <a:lnTo>
                  <a:pt x="1061500" y="82860"/>
                </a:lnTo>
                <a:lnTo>
                  <a:pt x="1060837" y="81027"/>
                </a:lnTo>
                <a:lnTo>
                  <a:pt x="1060276" y="79161"/>
                </a:lnTo>
                <a:lnTo>
                  <a:pt x="1059817" y="77261"/>
                </a:lnTo>
                <a:lnTo>
                  <a:pt x="1059460" y="75328"/>
                </a:lnTo>
                <a:lnTo>
                  <a:pt x="1059205" y="73361"/>
                </a:lnTo>
                <a:lnTo>
                  <a:pt x="1059051" y="71360"/>
                </a:lnTo>
                <a:lnTo>
                  <a:pt x="1059000" y="69326"/>
                </a:lnTo>
                <a:lnTo>
                  <a:pt x="1059031" y="67832"/>
                </a:lnTo>
                <a:lnTo>
                  <a:pt x="1059124" y="66341"/>
                </a:lnTo>
                <a:lnTo>
                  <a:pt x="1059279" y="64850"/>
                </a:lnTo>
                <a:lnTo>
                  <a:pt x="1059496" y="63362"/>
                </a:lnTo>
                <a:lnTo>
                  <a:pt x="1059774" y="61874"/>
                </a:lnTo>
                <a:lnTo>
                  <a:pt x="1060115" y="60388"/>
                </a:lnTo>
                <a:lnTo>
                  <a:pt x="1060517" y="58904"/>
                </a:lnTo>
                <a:lnTo>
                  <a:pt x="1060982" y="57421"/>
                </a:lnTo>
                <a:lnTo>
                  <a:pt x="1061508" y="55940"/>
                </a:lnTo>
                <a:lnTo>
                  <a:pt x="1062096" y="54460"/>
                </a:lnTo>
                <a:lnTo>
                  <a:pt x="1062746" y="52982"/>
                </a:lnTo>
                <a:lnTo>
                  <a:pt x="1063459" y="51505"/>
                </a:lnTo>
                <a:lnTo>
                  <a:pt x="1064221" y="50061"/>
                </a:lnTo>
                <a:lnTo>
                  <a:pt x="1065023" y="48681"/>
                </a:lnTo>
                <a:lnTo>
                  <a:pt x="1065864" y="47365"/>
                </a:lnTo>
                <a:lnTo>
                  <a:pt x="1066744" y="46114"/>
                </a:lnTo>
                <a:lnTo>
                  <a:pt x="1067663" y="44927"/>
                </a:lnTo>
                <a:lnTo>
                  <a:pt x="1068621" y="43804"/>
                </a:lnTo>
                <a:lnTo>
                  <a:pt x="1069618" y="42745"/>
                </a:lnTo>
                <a:lnTo>
                  <a:pt x="1070655" y="41750"/>
                </a:lnTo>
                <a:lnTo>
                  <a:pt x="1071731" y="40820"/>
                </a:lnTo>
                <a:lnTo>
                  <a:pt x="1072845" y="39954"/>
                </a:lnTo>
                <a:lnTo>
                  <a:pt x="1073999" y="39152"/>
                </a:lnTo>
                <a:lnTo>
                  <a:pt x="1075192" y="38415"/>
                </a:lnTo>
                <a:lnTo>
                  <a:pt x="1076411" y="37739"/>
                </a:lnTo>
                <a:lnTo>
                  <a:pt x="1077641" y="37122"/>
                </a:lnTo>
                <a:lnTo>
                  <a:pt x="1078884" y="36563"/>
                </a:lnTo>
                <a:lnTo>
                  <a:pt x="1080138" y="36063"/>
                </a:lnTo>
                <a:lnTo>
                  <a:pt x="1081404" y="35622"/>
                </a:lnTo>
                <a:lnTo>
                  <a:pt x="1082682" y="35240"/>
                </a:lnTo>
                <a:lnTo>
                  <a:pt x="1083972" y="34917"/>
                </a:lnTo>
                <a:lnTo>
                  <a:pt x="1085273" y="34652"/>
                </a:lnTo>
                <a:lnTo>
                  <a:pt x="1086587" y="34447"/>
                </a:lnTo>
                <a:lnTo>
                  <a:pt x="1087913" y="34300"/>
                </a:lnTo>
                <a:lnTo>
                  <a:pt x="1089250" y="34212"/>
                </a:lnTo>
                <a:lnTo>
                  <a:pt x="1090599" y="34182"/>
                </a:lnTo>
                <a:moveTo>
                  <a:pt x="1088388" y="38882"/>
                </a:moveTo>
                <a:lnTo>
                  <a:pt x="1087758" y="38898"/>
                </a:lnTo>
                <a:lnTo>
                  <a:pt x="1087127" y="38944"/>
                </a:lnTo>
                <a:lnTo>
                  <a:pt x="1086496" y="39022"/>
                </a:lnTo>
                <a:lnTo>
                  <a:pt x="1085864" y="39131"/>
                </a:lnTo>
                <a:lnTo>
                  <a:pt x="1085232" y="39271"/>
                </a:lnTo>
                <a:lnTo>
                  <a:pt x="1084599" y="39442"/>
                </a:lnTo>
                <a:lnTo>
                  <a:pt x="1083966" y="39645"/>
                </a:lnTo>
                <a:lnTo>
                  <a:pt x="1083332" y="39878"/>
                </a:lnTo>
                <a:lnTo>
                  <a:pt x="1082697" y="40143"/>
                </a:lnTo>
                <a:lnTo>
                  <a:pt x="1082063" y="40438"/>
                </a:lnTo>
                <a:lnTo>
                  <a:pt x="1081427" y="40765"/>
                </a:lnTo>
                <a:lnTo>
                  <a:pt x="1080792" y="41123"/>
                </a:lnTo>
                <a:lnTo>
                  <a:pt x="1080166" y="41520"/>
                </a:lnTo>
                <a:lnTo>
                  <a:pt x="1079560" y="41964"/>
                </a:lnTo>
                <a:lnTo>
                  <a:pt x="1078975" y="42455"/>
                </a:lnTo>
                <a:lnTo>
                  <a:pt x="1078410" y="42992"/>
                </a:lnTo>
                <a:lnTo>
                  <a:pt x="1077865" y="43577"/>
                </a:lnTo>
                <a:lnTo>
                  <a:pt x="1077341" y="44209"/>
                </a:lnTo>
                <a:lnTo>
                  <a:pt x="1076837" y="44887"/>
                </a:lnTo>
                <a:lnTo>
                  <a:pt x="1076353" y="45613"/>
                </a:lnTo>
                <a:lnTo>
                  <a:pt x="1075890" y="46385"/>
                </a:lnTo>
                <a:lnTo>
                  <a:pt x="1075447" y="47204"/>
                </a:lnTo>
                <a:lnTo>
                  <a:pt x="1075024" y="48070"/>
                </a:lnTo>
                <a:lnTo>
                  <a:pt x="1074622" y="48983"/>
                </a:lnTo>
                <a:lnTo>
                  <a:pt x="1074246" y="49942"/>
                </a:lnTo>
                <a:lnTo>
                  <a:pt x="1073902" y="50945"/>
                </a:lnTo>
                <a:lnTo>
                  <a:pt x="1073592" y="51993"/>
                </a:lnTo>
                <a:lnTo>
                  <a:pt x="1073314" y="53085"/>
                </a:lnTo>
                <a:lnTo>
                  <a:pt x="1073069" y="54221"/>
                </a:lnTo>
                <a:lnTo>
                  <a:pt x="1072856" y="55402"/>
                </a:lnTo>
                <a:lnTo>
                  <a:pt x="1072676" y="56628"/>
                </a:lnTo>
                <a:lnTo>
                  <a:pt x="1072529" y="57898"/>
                </a:lnTo>
                <a:lnTo>
                  <a:pt x="1072415" y="59212"/>
                </a:lnTo>
                <a:lnTo>
                  <a:pt x="1072333" y="60571"/>
                </a:lnTo>
                <a:lnTo>
                  <a:pt x="1072284" y="61974"/>
                </a:lnTo>
                <a:lnTo>
                  <a:pt x="1072268" y="63422"/>
                </a:lnTo>
                <a:lnTo>
                  <a:pt x="1072307" y="65765"/>
                </a:lnTo>
                <a:lnTo>
                  <a:pt x="1072425" y="68055"/>
                </a:lnTo>
                <a:lnTo>
                  <a:pt x="1072622" y="70290"/>
                </a:lnTo>
                <a:lnTo>
                  <a:pt x="1072898" y="72470"/>
                </a:lnTo>
                <a:lnTo>
                  <a:pt x="1073252" y="74597"/>
                </a:lnTo>
                <a:lnTo>
                  <a:pt x="1073685" y="76669"/>
                </a:lnTo>
                <a:lnTo>
                  <a:pt x="1074197" y="78687"/>
                </a:lnTo>
                <a:lnTo>
                  <a:pt x="1074788" y="80650"/>
                </a:lnTo>
                <a:lnTo>
                  <a:pt x="1075458" y="82559"/>
                </a:lnTo>
                <a:lnTo>
                  <a:pt x="1076206" y="84414"/>
                </a:lnTo>
                <a:lnTo>
                  <a:pt x="1077033" y="86215"/>
                </a:lnTo>
                <a:lnTo>
                  <a:pt x="1077938" y="87961"/>
                </a:lnTo>
                <a:lnTo>
                  <a:pt x="1078909" y="89608"/>
                </a:lnTo>
                <a:lnTo>
                  <a:pt x="1079929" y="91112"/>
                </a:lnTo>
                <a:lnTo>
                  <a:pt x="1080999" y="92473"/>
                </a:lnTo>
                <a:lnTo>
                  <a:pt x="1082119" y="93690"/>
                </a:lnTo>
                <a:lnTo>
                  <a:pt x="1083289" y="94765"/>
                </a:lnTo>
                <a:lnTo>
                  <a:pt x="1084510" y="95696"/>
                </a:lnTo>
                <a:lnTo>
                  <a:pt x="1085780" y="96483"/>
                </a:lnTo>
                <a:lnTo>
                  <a:pt x="1087100" y="97128"/>
                </a:lnTo>
                <a:lnTo>
                  <a:pt x="1088471" y="97629"/>
                </a:lnTo>
                <a:lnTo>
                  <a:pt x="1089891" y="97987"/>
                </a:lnTo>
                <a:lnTo>
                  <a:pt x="1091362" y="98202"/>
                </a:lnTo>
                <a:lnTo>
                  <a:pt x="1092882" y="98274"/>
                </a:lnTo>
                <a:lnTo>
                  <a:pt x="1094018" y="98234"/>
                </a:lnTo>
                <a:lnTo>
                  <a:pt x="1095121" y="98116"/>
                </a:lnTo>
                <a:lnTo>
                  <a:pt x="1096190" y="97918"/>
                </a:lnTo>
                <a:lnTo>
                  <a:pt x="1097225" y="97641"/>
                </a:lnTo>
                <a:lnTo>
                  <a:pt x="1098227" y="97286"/>
                </a:lnTo>
                <a:lnTo>
                  <a:pt x="1099195" y="96851"/>
                </a:lnTo>
                <a:lnTo>
                  <a:pt x="1100129" y="96337"/>
                </a:lnTo>
                <a:lnTo>
                  <a:pt x="1101029" y="95745"/>
                </a:lnTo>
                <a:lnTo>
                  <a:pt x="1101896" y="95073"/>
                </a:lnTo>
                <a:lnTo>
                  <a:pt x="1102729" y="94322"/>
                </a:lnTo>
                <a:lnTo>
                  <a:pt x="1103529" y="93492"/>
                </a:lnTo>
                <a:lnTo>
                  <a:pt x="1104295" y="92583"/>
                </a:lnTo>
                <a:lnTo>
                  <a:pt x="1105012" y="91578"/>
                </a:lnTo>
                <a:lnTo>
                  <a:pt x="1105668" y="90459"/>
                </a:lnTo>
                <a:lnTo>
                  <a:pt x="1106261" y="89227"/>
                </a:lnTo>
                <a:lnTo>
                  <a:pt x="1106791" y="87881"/>
                </a:lnTo>
                <a:lnTo>
                  <a:pt x="1107259" y="86421"/>
                </a:lnTo>
                <a:lnTo>
                  <a:pt x="1107665" y="84848"/>
                </a:lnTo>
                <a:lnTo>
                  <a:pt x="1108008" y="83162"/>
                </a:lnTo>
                <a:lnTo>
                  <a:pt x="1108289" y="81361"/>
                </a:lnTo>
                <a:lnTo>
                  <a:pt x="1108508" y="79447"/>
                </a:lnTo>
                <a:lnTo>
                  <a:pt x="1108664" y="77420"/>
                </a:lnTo>
                <a:lnTo>
                  <a:pt x="1108757" y="75279"/>
                </a:lnTo>
                <a:lnTo>
                  <a:pt x="1108788" y="73024"/>
                </a:lnTo>
                <a:lnTo>
                  <a:pt x="1108736" y="70183"/>
                </a:lnTo>
                <a:lnTo>
                  <a:pt x="1108580" y="67444"/>
                </a:lnTo>
                <a:lnTo>
                  <a:pt x="1108320" y="64809"/>
                </a:lnTo>
                <a:lnTo>
                  <a:pt x="1107956" y="62276"/>
                </a:lnTo>
                <a:lnTo>
                  <a:pt x="1107488" y="59845"/>
                </a:lnTo>
                <a:lnTo>
                  <a:pt x="1106916" y="57518"/>
                </a:lnTo>
                <a:lnTo>
                  <a:pt x="1106240" y="55293"/>
                </a:lnTo>
                <a:lnTo>
                  <a:pt x="1105460" y="53171"/>
                </a:lnTo>
                <a:lnTo>
                  <a:pt x="1104576" y="51151"/>
                </a:lnTo>
                <a:lnTo>
                  <a:pt x="1103587" y="49235"/>
                </a:lnTo>
                <a:lnTo>
                  <a:pt x="1102495" y="47421"/>
                </a:lnTo>
                <a:lnTo>
                  <a:pt x="1101299" y="45710"/>
                </a:lnTo>
                <a:lnTo>
                  <a:pt x="1100435" y="44619"/>
                </a:lnTo>
                <a:lnTo>
                  <a:pt x="1099533" y="43624"/>
                </a:lnTo>
                <a:lnTo>
                  <a:pt x="1098593" y="42723"/>
                </a:lnTo>
                <a:lnTo>
                  <a:pt x="1097614" y="41917"/>
                </a:lnTo>
                <a:lnTo>
                  <a:pt x="1096596" y="41205"/>
                </a:lnTo>
                <a:lnTo>
                  <a:pt x="1095539" y="40589"/>
                </a:lnTo>
                <a:lnTo>
                  <a:pt x="1094444" y="40068"/>
                </a:lnTo>
                <a:lnTo>
                  <a:pt x="1093310" y="39641"/>
                </a:lnTo>
                <a:lnTo>
                  <a:pt x="1092137" y="39309"/>
                </a:lnTo>
                <a:lnTo>
                  <a:pt x="1090926" y="39072"/>
                </a:lnTo>
                <a:lnTo>
                  <a:pt x="1089677" y="38930"/>
                </a:lnTo>
                <a:lnTo>
                  <a:pt x="1088388" y="38882"/>
                </a:lnTo>
                <a:close/>
                <a:moveTo>
                  <a:pt x="1151087" y="48069"/>
                </a:moveTo>
                <a:lnTo>
                  <a:pt x="1152235" y="46924"/>
                </a:lnTo>
                <a:lnTo>
                  <a:pt x="1153302" y="45863"/>
                </a:lnTo>
                <a:lnTo>
                  <a:pt x="1154288" y="44886"/>
                </a:lnTo>
                <a:lnTo>
                  <a:pt x="1155192" y="43994"/>
                </a:lnTo>
                <a:lnTo>
                  <a:pt x="1156016" y="43185"/>
                </a:lnTo>
                <a:lnTo>
                  <a:pt x="1156758" y="42461"/>
                </a:lnTo>
                <a:lnTo>
                  <a:pt x="1157418" y="41820"/>
                </a:lnTo>
                <a:lnTo>
                  <a:pt x="1157998" y="41264"/>
                </a:lnTo>
                <a:lnTo>
                  <a:pt x="1158496" y="40792"/>
                </a:lnTo>
                <a:lnTo>
                  <a:pt x="1158913" y="40403"/>
                </a:lnTo>
                <a:lnTo>
                  <a:pt x="1159249" y="40099"/>
                </a:lnTo>
                <a:lnTo>
                  <a:pt x="1159504" y="39879"/>
                </a:lnTo>
                <a:lnTo>
                  <a:pt x="1160042" y="39437"/>
                </a:lnTo>
                <a:lnTo>
                  <a:pt x="1160588" y="39011"/>
                </a:lnTo>
                <a:lnTo>
                  <a:pt x="1161140" y="38602"/>
                </a:lnTo>
                <a:lnTo>
                  <a:pt x="1161699" y="38210"/>
                </a:lnTo>
                <a:lnTo>
                  <a:pt x="1162265" y="37834"/>
                </a:lnTo>
                <a:lnTo>
                  <a:pt x="1162838" y="37476"/>
                </a:lnTo>
                <a:lnTo>
                  <a:pt x="1163418" y="37134"/>
                </a:lnTo>
                <a:lnTo>
                  <a:pt x="1164005" y="36809"/>
                </a:lnTo>
                <a:lnTo>
                  <a:pt x="1164599" y="36501"/>
                </a:lnTo>
                <a:lnTo>
                  <a:pt x="1165200" y="36210"/>
                </a:lnTo>
                <a:lnTo>
                  <a:pt x="1165808" y="35935"/>
                </a:lnTo>
                <a:lnTo>
                  <a:pt x="1166423" y="35678"/>
                </a:lnTo>
                <a:lnTo>
                  <a:pt x="1167040" y="35439"/>
                </a:lnTo>
                <a:lnTo>
                  <a:pt x="1167657" y="35221"/>
                </a:lnTo>
                <a:lnTo>
                  <a:pt x="1168273" y="35023"/>
                </a:lnTo>
                <a:lnTo>
                  <a:pt x="1168888" y="34847"/>
                </a:lnTo>
                <a:lnTo>
                  <a:pt x="1169501" y="34691"/>
                </a:lnTo>
                <a:lnTo>
                  <a:pt x="1170114" y="34556"/>
                </a:lnTo>
                <a:lnTo>
                  <a:pt x="1170726" y="34442"/>
                </a:lnTo>
                <a:lnTo>
                  <a:pt x="1171337" y="34348"/>
                </a:lnTo>
                <a:lnTo>
                  <a:pt x="1171946" y="34276"/>
                </a:lnTo>
                <a:lnTo>
                  <a:pt x="1172555" y="34224"/>
                </a:lnTo>
                <a:lnTo>
                  <a:pt x="1173163" y="34193"/>
                </a:lnTo>
                <a:lnTo>
                  <a:pt x="1173770" y="34182"/>
                </a:lnTo>
                <a:lnTo>
                  <a:pt x="1174780" y="34207"/>
                </a:lnTo>
                <a:lnTo>
                  <a:pt x="1175767" y="34281"/>
                </a:lnTo>
                <a:lnTo>
                  <a:pt x="1176730" y="34405"/>
                </a:lnTo>
                <a:lnTo>
                  <a:pt x="1177669" y="34578"/>
                </a:lnTo>
                <a:lnTo>
                  <a:pt x="1178584" y="34800"/>
                </a:lnTo>
                <a:lnTo>
                  <a:pt x="1179476" y="35072"/>
                </a:lnTo>
                <a:lnTo>
                  <a:pt x="1180344" y="35394"/>
                </a:lnTo>
                <a:lnTo>
                  <a:pt x="1181188" y="35765"/>
                </a:lnTo>
                <a:lnTo>
                  <a:pt x="1182008" y="36185"/>
                </a:lnTo>
                <a:lnTo>
                  <a:pt x="1182805" y="36655"/>
                </a:lnTo>
                <a:lnTo>
                  <a:pt x="1183577" y="37174"/>
                </a:lnTo>
                <a:lnTo>
                  <a:pt x="1184326" y="37743"/>
                </a:lnTo>
                <a:lnTo>
                  <a:pt x="1185043" y="38358"/>
                </a:lnTo>
                <a:lnTo>
                  <a:pt x="1185719" y="39019"/>
                </a:lnTo>
                <a:lnTo>
                  <a:pt x="1186355" y="39723"/>
                </a:lnTo>
                <a:lnTo>
                  <a:pt x="1186950" y="40473"/>
                </a:lnTo>
                <a:lnTo>
                  <a:pt x="1187504" y="41266"/>
                </a:lnTo>
                <a:lnTo>
                  <a:pt x="1188018" y="42105"/>
                </a:lnTo>
                <a:lnTo>
                  <a:pt x="1188491" y="42987"/>
                </a:lnTo>
                <a:lnTo>
                  <a:pt x="1188923" y="43915"/>
                </a:lnTo>
                <a:lnTo>
                  <a:pt x="1189315" y="44886"/>
                </a:lnTo>
                <a:lnTo>
                  <a:pt x="1189666" y="45903"/>
                </a:lnTo>
                <a:lnTo>
                  <a:pt x="1189977" y="46963"/>
                </a:lnTo>
                <a:lnTo>
                  <a:pt x="1190247" y="48069"/>
                </a:lnTo>
                <a:lnTo>
                  <a:pt x="1191455" y="46685"/>
                </a:lnTo>
                <a:lnTo>
                  <a:pt x="1192632" y="45383"/>
                </a:lnTo>
                <a:lnTo>
                  <a:pt x="1193778" y="44163"/>
                </a:lnTo>
                <a:lnTo>
                  <a:pt x="1194891" y="43024"/>
                </a:lnTo>
                <a:lnTo>
                  <a:pt x="1195973" y="41967"/>
                </a:lnTo>
                <a:lnTo>
                  <a:pt x="1197023" y="40992"/>
                </a:lnTo>
                <a:lnTo>
                  <a:pt x="1198042" y="40098"/>
                </a:lnTo>
                <a:lnTo>
                  <a:pt x="1199028" y="39286"/>
                </a:lnTo>
                <a:lnTo>
                  <a:pt x="1199983" y="38555"/>
                </a:lnTo>
                <a:lnTo>
                  <a:pt x="1200907" y="37906"/>
                </a:lnTo>
                <a:lnTo>
                  <a:pt x="1201798" y="37338"/>
                </a:lnTo>
                <a:lnTo>
                  <a:pt x="1202658" y="36853"/>
                </a:lnTo>
                <a:lnTo>
                  <a:pt x="1203504" y="36426"/>
                </a:lnTo>
                <a:lnTo>
                  <a:pt x="1204354" y="36037"/>
                </a:lnTo>
                <a:lnTo>
                  <a:pt x="1205208" y="35684"/>
                </a:lnTo>
                <a:lnTo>
                  <a:pt x="1206066" y="35369"/>
                </a:lnTo>
                <a:lnTo>
                  <a:pt x="1206928" y="35091"/>
                </a:lnTo>
                <a:lnTo>
                  <a:pt x="1207794" y="34850"/>
                </a:lnTo>
                <a:lnTo>
                  <a:pt x="1208664" y="34646"/>
                </a:lnTo>
                <a:lnTo>
                  <a:pt x="1209537" y="34479"/>
                </a:lnTo>
                <a:lnTo>
                  <a:pt x="1210415" y="34349"/>
                </a:lnTo>
                <a:lnTo>
                  <a:pt x="1211297" y="34256"/>
                </a:lnTo>
                <a:lnTo>
                  <a:pt x="1212183" y="34201"/>
                </a:lnTo>
                <a:lnTo>
                  <a:pt x="1213072" y="34182"/>
                </a:lnTo>
                <a:lnTo>
                  <a:pt x="1213932" y="34201"/>
                </a:lnTo>
                <a:lnTo>
                  <a:pt x="1214775" y="34256"/>
                </a:lnTo>
                <a:lnTo>
                  <a:pt x="1215602" y="34349"/>
                </a:lnTo>
                <a:lnTo>
                  <a:pt x="1216413" y="34478"/>
                </a:lnTo>
                <a:lnTo>
                  <a:pt x="1217207" y="34645"/>
                </a:lnTo>
                <a:lnTo>
                  <a:pt x="1217985" y="34849"/>
                </a:lnTo>
                <a:lnTo>
                  <a:pt x="1218747" y="35089"/>
                </a:lnTo>
                <a:lnTo>
                  <a:pt x="1219492" y="35367"/>
                </a:lnTo>
                <a:lnTo>
                  <a:pt x="1220221" y="35682"/>
                </a:lnTo>
                <a:lnTo>
                  <a:pt x="1220933" y="36034"/>
                </a:lnTo>
                <a:lnTo>
                  <a:pt x="1221630" y="36422"/>
                </a:lnTo>
                <a:lnTo>
                  <a:pt x="1222309" y="36848"/>
                </a:lnTo>
                <a:lnTo>
                  <a:pt x="1222969" y="37316"/>
                </a:lnTo>
                <a:lnTo>
                  <a:pt x="1223606" y="37830"/>
                </a:lnTo>
                <a:lnTo>
                  <a:pt x="1224220" y="38391"/>
                </a:lnTo>
                <a:lnTo>
                  <a:pt x="1224810" y="38999"/>
                </a:lnTo>
                <a:lnTo>
                  <a:pt x="1225377" y="39654"/>
                </a:lnTo>
                <a:lnTo>
                  <a:pt x="1225920" y="40356"/>
                </a:lnTo>
                <a:lnTo>
                  <a:pt x="1226441" y="41105"/>
                </a:lnTo>
                <a:lnTo>
                  <a:pt x="1226938" y="41900"/>
                </a:lnTo>
                <a:lnTo>
                  <a:pt x="1227412" y="42743"/>
                </a:lnTo>
                <a:lnTo>
                  <a:pt x="1227862" y="43632"/>
                </a:lnTo>
                <a:lnTo>
                  <a:pt x="1228289" y="44569"/>
                </a:lnTo>
                <a:lnTo>
                  <a:pt x="1228693" y="45552"/>
                </a:lnTo>
                <a:lnTo>
                  <a:pt x="1228944" y="46271"/>
                </a:lnTo>
                <a:lnTo>
                  <a:pt x="1229173" y="47056"/>
                </a:lnTo>
                <a:lnTo>
                  <a:pt x="1229380" y="47905"/>
                </a:lnTo>
                <a:lnTo>
                  <a:pt x="1229565" y="48820"/>
                </a:lnTo>
                <a:lnTo>
                  <a:pt x="1229729" y="49800"/>
                </a:lnTo>
                <a:lnTo>
                  <a:pt x="1229870" y="50845"/>
                </a:lnTo>
                <a:lnTo>
                  <a:pt x="1229990" y="51956"/>
                </a:lnTo>
                <a:lnTo>
                  <a:pt x="1230088" y="53131"/>
                </a:lnTo>
                <a:lnTo>
                  <a:pt x="1230165" y="54371"/>
                </a:lnTo>
                <a:lnTo>
                  <a:pt x="1230219" y="55677"/>
                </a:lnTo>
                <a:lnTo>
                  <a:pt x="1230252" y="57048"/>
                </a:lnTo>
                <a:lnTo>
                  <a:pt x="1230263" y="58483"/>
                </a:lnTo>
                <a:lnTo>
                  <a:pt x="1230263" y="86479"/>
                </a:lnTo>
                <a:lnTo>
                  <a:pt x="1230269" y="87471"/>
                </a:lnTo>
                <a:lnTo>
                  <a:pt x="1230288" y="88409"/>
                </a:lnTo>
                <a:lnTo>
                  <a:pt x="1230321" y="89295"/>
                </a:lnTo>
                <a:lnTo>
                  <a:pt x="1230366" y="90127"/>
                </a:lnTo>
                <a:lnTo>
                  <a:pt x="1230424" y="90905"/>
                </a:lnTo>
                <a:lnTo>
                  <a:pt x="1230494" y="91631"/>
                </a:lnTo>
                <a:lnTo>
                  <a:pt x="1230578" y="92303"/>
                </a:lnTo>
                <a:lnTo>
                  <a:pt x="1230675" y="92922"/>
                </a:lnTo>
                <a:lnTo>
                  <a:pt x="1230784" y="93487"/>
                </a:lnTo>
                <a:lnTo>
                  <a:pt x="1230907" y="94000"/>
                </a:lnTo>
                <a:lnTo>
                  <a:pt x="1231042" y="94459"/>
                </a:lnTo>
                <a:lnTo>
                  <a:pt x="1231190" y="94864"/>
                </a:lnTo>
                <a:lnTo>
                  <a:pt x="1231317" y="95121"/>
                </a:lnTo>
                <a:lnTo>
                  <a:pt x="1231461" y="95372"/>
                </a:lnTo>
                <a:lnTo>
                  <a:pt x="1231622" y="95617"/>
                </a:lnTo>
                <a:lnTo>
                  <a:pt x="1231800" y="95855"/>
                </a:lnTo>
                <a:lnTo>
                  <a:pt x="1231995" y="96086"/>
                </a:lnTo>
                <a:lnTo>
                  <a:pt x="1232206" y="96311"/>
                </a:lnTo>
                <a:lnTo>
                  <a:pt x="1232435" y="96530"/>
                </a:lnTo>
                <a:lnTo>
                  <a:pt x="1232680" y="96743"/>
                </a:lnTo>
                <a:lnTo>
                  <a:pt x="1232942" y="96949"/>
                </a:lnTo>
                <a:lnTo>
                  <a:pt x="1233221" y="97148"/>
                </a:lnTo>
                <a:lnTo>
                  <a:pt x="1233517" y="97341"/>
                </a:lnTo>
                <a:lnTo>
                  <a:pt x="1233829" y="97528"/>
                </a:lnTo>
                <a:lnTo>
                  <a:pt x="1234167" y="97704"/>
                </a:lnTo>
                <a:lnTo>
                  <a:pt x="1234538" y="97865"/>
                </a:lnTo>
                <a:lnTo>
                  <a:pt x="1234944" y="98010"/>
                </a:lnTo>
                <a:lnTo>
                  <a:pt x="1235383" y="98140"/>
                </a:lnTo>
                <a:lnTo>
                  <a:pt x="1235855" y="98255"/>
                </a:lnTo>
                <a:lnTo>
                  <a:pt x="1236361" y="98354"/>
                </a:lnTo>
                <a:lnTo>
                  <a:pt x="1236901" y="98438"/>
                </a:lnTo>
                <a:lnTo>
                  <a:pt x="1237475" y="98507"/>
                </a:lnTo>
                <a:lnTo>
                  <a:pt x="1238082" y="98561"/>
                </a:lnTo>
                <a:lnTo>
                  <a:pt x="1238723" y="98599"/>
                </a:lnTo>
                <a:lnTo>
                  <a:pt x="1239398" y="98622"/>
                </a:lnTo>
                <a:lnTo>
                  <a:pt x="1240106" y="98630"/>
                </a:lnTo>
                <a:lnTo>
                  <a:pt x="1240106" y="101265"/>
                </a:lnTo>
                <a:lnTo>
                  <a:pt x="1207865" y="101265"/>
                </a:lnTo>
                <a:lnTo>
                  <a:pt x="1207865" y="98630"/>
                </a:lnTo>
                <a:lnTo>
                  <a:pt x="1209220" y="98630"/>
                </a:lnTo>
                <a:lnTo>
                  <a:pt x="1209909" y="98618"/>
                </a:lnTo>
                <a:lnTo>
                  <a:pt x="1210572" y="98584"/>
                </a:lnTo>
                <a:lnTo>
                  <a:pt x="1211209" y="98528"/>
                </a:lnTo>
                <a:lnTo>
                  <a:pt x="1211820" y="98449"/>
                </a:lnTo>
                <a:lnTo>
                  <a:pt x="1212405" y="98347"/>
                </a:lnTo>
                <a:lnTo>
                  <a:pt x="1212965" y="98222"/>
                </a:lnTo>
                <a:lnTo>
                  <a:pt x="1213499" y="98075"/>
                </a:lnTo>
                <a:lnTo>
                  <a:pt x="1214007" y="97906"/>
                </a:lnTo>
                <a:lnTo>
                  <a:pt x="1214490" y="97713"/>
                </a:lnTo>
                <a:lnTo>
                  <a:pt x="1214947" y="97498"/>
                </a:lnTo>
                <a:lnTo>
                  <a:pt x="1215378" y="97261"/>
                </a:lnTo>
                <a:lnTo>
                  <a:pt x="1215783" y="97001"/>
                </a:lnTo>
                <a:lnTo>
                  <a:pt x="1216050" y="96802"/>
                </a:lnTo>
                <a:lnTo>
                  <a:pt x="1216304" y="96585"/>
                </a:lnTo>
                <a:lnTo>
                  <a:pt x="1216545" y="96349"/>
                </a:lnTo>
                <a:lnTo>
                  <a:pt x="1216773" y="96095"/>
                </a:lnTo>
                <a:lnTo>
                  <a:pt x="1216989" y="95822"/>
                </a:lnTo>
                <a:lnTo>
                  <a:pt x="1217192" y="95530"/>
                </a:lnTo>
                <a:lnTo>
                  <a:pt x="1217381" y="95219"/>
                </a:lnTo>
                <a:lnTo>
                  <a:pt x="1217558" y="94890"/>
                </a:lnTo>
                <a:lnTo>
                  <a:pt x="1217722" y="94542"/>
                </a:lnTo>
                <a:lnTo>
                  <a:pt x="1217873" y="94176"/>
                </a:lnTo>
                <a:lnTo>
                  <a:pt x="1218011" y="93791"/>
                </a:lnTo>
                <a:lnTo>
                  <a:pt x="1218137" y="93387"/>
                </a:lnTo>
                <a:lnTo>
                  <a:pt x="1218182" y="93155"/>
                </a:lnTo>
                <a:lnTo>
                  <a:pt x="1218224" y="92861"/>
                </a:lnTo>
                <a:lnTo>
                  <a:pt x="1218261" y="92506"/>
                </a:lnTo>
                <a:lnTo>
                  <a:pt x="1218295" y="92088"/>
                </a:lnTo>
                <a:lnTo>
                  <a:pt x="1218325" y="91608"/>
                </a:lnTo>
                <a:lnTo>
                  <a:pt x="1218351" y="91067"/>
                </a:lnTo>
                <a:lnTo>
                  <a:pt x="1218372" y="90463"/>
                </a:lnTo>
                <a:lnTo>
                  <a:pt x="1218390" y="89797"/>
                </a:lnTo>
                <a:lnTo>
                  <a:pt x="1218404" y="89070"/>
                </a:lnTo>
                <a:lnTo>
                  <a:pt x="1218414" y="88280"/>
                </a:lnTo>
                <a:lnTo>
                  <a:pt x="1218420" y="87428"/>
                </a:lnTo>
                <a:lnTo>
                  <a:pt x="1218422" y="86515"/>
                </a:lnTo>
                <a:lnTo>
                  <a:pt x="1218422" y="58599"/>
                </a:lnTo>
                <a:lnTo>
                  <a:pt x="1218409" y="57309"/>
                </a:lnTo>
                <a:lnTo>
                  <a:pt x="1218368" y="56084"/>
                </a:lnTo>
                <a:lnTo>
                  <a:pt x="1218302" y="54924"/>
                </a:lnTo>
                <a:lnTo>
                  <a:pt x="1218208" y="53828"/>
                </a:lnTo>
                <a:lnTo>
                  <a:pt x="1218088" y="52798"/>
                </a:lnTo>
                <a:lnTo>
                  <a:pt x="1217940" y="51833"/>
                </a:lnTo>
                <a:lnTo>
                  <a:pt x="1217767" y="50933"/>
                </a:lnTo>
                <a:lnTo>
                  <a:pt x="1217566" y="50097"/>
                </a:lnTo>
                <a:lnTo>
                  <a:pt x="1217339" y="49327"/>
                </a:lnTo>
                <a:lnTo>
                  <a:pt x="1217085" y="48621"/>
                </a:lnTo>
                <a:lnTo>
                  <a:pt x="1216804" y="47981"/>
                </a:lnTo>
                <a:lnTo>
                  <a:pt x="1216496" y="47405"/>
                </a:lnTo>
                <a:lnTo>
                  <a:pt x="1216009" y="46681"/>
                </a:lnTo>
                <a:lnTo>
                  <a:pt x="1215476" y="46020"/>
                </a:lnTo>
                <a:lnTo>
                  <a:pt x="1214896" y="45421"/>
                </a:lnTo>
                <a:lnTo>
                  <a:pt x="1214269" y="44886"/>
                </a:lnTo>
                <a:lnTo>
                  <a:pt x="1213596" y="44413"/>
                </a:lnTo>
                <a:lnTo>
                  <a:pt x="1212876" y="44004"/>
                </a:lnTo>
                <a:lnTo>
                  <a:pt x="1212110" y="43657"/>
                </a:lnTo>
                <a:lnTo>
                  <a:pt x="1211297" y="43374"/>
                </a:lnTo>
                <a:lnTo>
                  <a:pt x="1210437" y="43154"/>
                </a:lnTo>
                <a:lnTo>
                  <a:pt x="1209532" y="42996"/>
                </a:lnTo>
                <a:lnTo>
                  <a:pt x="1208579" y="42902"/>
                </a:lnTo>
                <a:lnTo>
                  <a:pt x="1207580" y="42870"/>
                </a:lnTo>
                <a:lnTo>
                  <a:pt x="1206950" y="42883"/>
                </a:lnTo>
                <a:lnTo>
                  <a:pt x="1206319" y="42922"/>
                </a:lnTo>
                <a:lnTo>
                  <a:pt x="1205687" y="42987"/>
                </a:lnTo>
                <a:lnTo>
                  <a:pt x="1205056" y="43079"/>
                </a:lnTo>
                <a:lnTo>
                  <a:pt x="1204423" y="43196"/>
                </a:lnTo>
                <a:lnTo>
                  <a:pt x="1203790" y="43340"/>
                </a:lnTo>
                <a:lnTo>
                  <a:pt x="1203157" y="43509"/>
                </a:lnTo>
                <a:lnTo>
                  <a:pt x="1202523" y="43705"/>
                </a:lnTo>
                <a:lnTo>
                  <a:pt x="1201889" y="43927"/>
                </a:lnTo>
                <a:lnTo>
                  <a:pt x="1201254" y="44174"/>
                </a:lnTo>
                <a:lnTo>
                  <a:pt x="1200619" y="44448"/>
                </a:lnTo>
                <a:lnTo>
                  <a:pt x="1199983" y="44748"/>
                </a:lnTo>
                <a:lnTo>
                  <a:pt x="1199336" y="45083"/>
                </a:lnTo>
                <a:lnTo>
                  <a:pt x="1198667" y="45463"/>
                </a:lnTo>
                <a:lnTo>
                  <a:pt x="1197975" y="45888"/>
                </a:lnTo>
                <a:lnTo>
                  <a:pt x="1197261" y="46358"/>
                </a:lnTo>
                <a:lnTo>
                  <a:pt x="1196525" y="46872"/>
                </a:lnTo>
                <a:lnTo>
                  <a:pt x="1195766" y="47431"/>
                </a:lnTo>
                <a:lnTo>
                  <a:pt x="1194985" y="48035"/>
                </a:lnTo>
                <a:lnTo>
                  <a:pt x="1194182" y="48684"/>
                </a:lnTo>
                <a:lnTo>
                  <a:pt x="1193356" y="49377"/>
                </a:lnTo>
                <a:lnTo>
                  <a:pt x="1192509" y="50116"/>
                </a:lnTo>
                <a:lnTo>
                  <a:pt x="1191638" y="50899"/>
                </a:lnTo>
                <a:lnTo>
                  <a:pt x="1190746" y="51727"/>
                </a:lnTo>
                <a:lnTo>
                  <a:pt x="1190603" y="52506"/>
                </a:lnTo>
                <a:lnTo>
                  <a:pt x="1190746" y="55553"/>
                </a:lnTo>
                <a:lnTo>
                  <a:pt x="1190746" y="86515"/>
                </a:lnTo>
                <a:lnTo>
                  <a:pt x="1190751" y="87590"/>
                </a:lnTo>
                <a:lnTo>
                  <a:pt x="1190767" y="88595"/>
                </a:lnTo>
                <a:lnTo>
                  <a:pt x="1190793" y="89530"/>
                </a:lnTo>
                <a:lnTo>
                  <a:pt x="1190829" y="90396"/>
                </a:lnTo>
                <a:lnTo>
                  <a:pt x="1190876" y="91192"/>
                </a:lnTo>
                <a:lnTo>
                  <a:pt x="1190933" y="91917"/>
                </a:lnTo>
                <a:lnTo>
                  <a:pt x="1191001" y="92573"/>
                </a:lnTo>
                <a:lnTo>
                  <a:pt x="1191079" y="93159"/>
                </a:lnTo>
                <a:lnTo>
                  <a:pt x="1191167" y="93675"/>
                </a:lnTo>
                <a:lnTo>
                  <a:pt x="1191266" y="94121"/>
                </a:lnTo>
                <a:lnTo>
                  <a:pt x="1191375" y="94498"/>
                </a:lnTo>
                <a:lnTo>
                  <a:pt x="1191495" y="94804"/>
                </a:lnTo>
                <a:lnTo>
                  <a:pt x="1191629" y="95072"/>
                </a:lnTo>
                <a:lnTo>
                  <a:pt x="1191781" y="95333"/>
                </a:lnTo>
                <a:lnTo>
                  <a:pt x="1191952" y="95586"/>
                </a:lnTo>
                <a:lnTo>
                  <a:pt x="1192141" y="95831"/>
                </a:lnTo>
                <a:lnTo>
                  <a:pt x="1192348" y="96070"/>
                </a:lnTo>
                <a:lnTo>
                  <a:pt x="1192574" y="96301"/>
                </a:lnTo>
                <a:lnTo>
                  <a:pt x="1192818" y="96525"/>
                </a:lnTo>
                <a:lnTo>
                  <a:pt x="1193080" y="96741"/>
                </a:lnTo>
                <a:lnTo>
                  <a:pt x="1193361" y="96950"/>
                </a:lnTo>
                <a:lnTo>
                  <a:pt x="1193660" y="97151"/>
                </a:lnTo>
                <a:lnTo>
                  <a:pt x="1193977" y="97346"/>
                </a:lnTo>
                <a:lnTo>
                  <a:pt x="1194313" y="97533"/>
                </a:lnTo>
                <a:lnTo>
                  <a:pt x="1194678" y="97708"/>
                </a:lnTo>
                <a:lnTo>
                  <a:pt x="1195083" y="97868"/>
                </a:lnTo>
                <a:lnTo>
                  <a:pt x="1195530" y="98013"/>
                </a:lnTo>
                <a:lnTo>
                  <a:pt x="1196017" y="98142"/>
                </a:lnTo>
                <a:lnTo>
                  <a:pt x="1196544" y="98256"/>
                </a:lnTo>
                <a:lnTo>
                  <a:pt x="1197112" y="98355"/>
                </a:lnTo>
                <a:lnTo>
                  <a:pt x="1197721" y="98439"/>
                </a:lnTo>
                <a:lnTo>
                  <a:pt x="1198370" y="98508"/>
                </a:lnTo>
                <a:lnTo>
                  <a:pt x="1199060" y="98561"/>
                </a:lnTo>
                <a:lnTo>
                  <a:pt x="1199791" y="98599"/>
                </a:lnTo>
                <a:lnTo>
                  <a:pt x="1200562" y="98622"/>
                </a:lnTo>
                <a:lnTo>
                  <a:pt x="1201374" y="98630"/>
                </a:lnTo>
                <a:lnTo>
                  <a:pt x="1201374" y="101265"/>
                </a:lnTo>
                <a:lnTo>
                  <a:pt x="1168349" y="101265"/>
                </a:lnTo>
                <a:lnTo>
                  <a:pt x="1168349" y="98630"/>
                </a:lnTo>
                <a:lnTo>
                  <a:pt x="1169229" y="98621"/>
                </a:lnTo>
                <a:lnTo>
                  <a:pt x="1170061" y="98594"/>
                </a:lnTo>
                <a:lnTo>
                  <a:pt x="1170847" y="98550"/>
                </a:lnTo>
                <a:lnTo>
                  <a:pt x="1171586" y="98488"/>
                </a:lnTo>
                <a:lnTo>
                  <a:pt x="1172278" y="98408"/>
                </a:lnTo>
                <a:lnTo>
                  <a:pt x="1172923" y="98311"/>
                </a:lnTo>
                <a:lnTo>
                  <a:pt x="1173520" y="98196"/>
                </a:lnTo>
                <a:lnTo>
                  <a:pt x="1174071" y="98063"/>
                </a:lnTo>
                <a:lnTo>
                  <a:pt x="1174574" y="97912"/>
                </a:lnTo>
                <a:lnTo>
                  <a:pt x="1175031" y="97744"/>
                </a:lnTo>
                <a:lnTo>
                  <a:pt x="1175440" y="97558"/>
                </a:lnTo>
                <a:lnTo>
                  <a:pt x="1175803" y="97355"/>
                </a:lnTo>
                <a:lnTo>
                  <a:pt x="1176133" y="97133"/>
                </a:lnTo>
                <a:lnTo>
                  <a:pt x="1176445" y="96894"/>
                </a:lnTo>
                <a:lnTo>
                  <a:pt x="1176741" y="96637"/>
                </a:lnTo>
                <a:lnTo>
                  <a:pt x="1177019" y="96363"/>
                </a:lnTo>
                <a:lnTo>
                  <a:pt x="1177280" y="96071"/>
                </a:lnTo>
                <a:lnTo>
                  <a:pt x="1177523" y="95761"/>
                </a:lnTo>
                <a:lnTo>
                  <a:pt x="1177749" y="95433"/>
                </a:lnTo>
                <a:lnTo>
                  <a:pt x="1177958" y="95088"/>
                </a:lnTo>
                <a:lnTo>
                  <a:pt x="1178150" y="94725"/>
                </a:lnTo>
                <a:lnTo>
                  <a:pt x="1178324" y="94344"/>
                </a:lnTo>
                <a:lnTo>
                  <a:pt x="1178481" y="93945"/>
                </a:lnTo>
                <a:lnTo>
                  <a:pt x="1178620" y="93529"/>
                </a:lnTo>
                <a:lnTo>
                  <a:pt x="1178677" y="93296"/>
                </a:lnTo>
                <a:lnTo>
                  <a:pt x="1178729" y="92999"/>
                </a:lnTo>
                <a:lnTo>
                  <a:pt x="1178776" y="92638"/>
                </a:lnTo>
                <a:lnTo>
                  <a:pt x="1178818" y="92214"/>
                </a:lnTo>
                <a:lnTo>
                  <a:pt x="1178855" y="91725"/>
                </a:lnTo>
                <a:lnTo>
                  <a:pt x="1178888" y="91172"/>
                </a:lnTo>
                <a:lnTo>
                  <a:pt x="1178915" y="90556"/>
                </a:lnTo>
                <a:lnTo>
                  <a:pt x="1178937" y="89875"/>
                </a:lnTo>
                <a:lnTo>
                  <a:pt x="1178954" y="89131"/>
                </a:lnTo>
                <a:lnTo>
                  <a:pt x="1178967" y="88323"/>
                </a:lnTo>
                <a:lnTo>
                  <a:pt x="1178974" y="87451"/>
                </a:lnTo>
                <a:lnTo>
                  <a:pt x="1178977" y="86515"/>
                </a:lnTo>
                <a:lnTo>
                  <a:pt x="1178977" y="58599"/>
                </a:lnTo>
                <a:lnTo>
                  <a:pt x="1178960" y="57308"/>
                </a:lnTo>
                <a:lnTo>
                  <a:pt x="1178911" y="56078"/>
                </a:lnTo>
                <a:lnTo>
                  <a:pt x="1178830" y="54910"/>
                </a:lnTo>
                <a:lnTo>
                  <a:pt x="1178715" y="53805"/>
                </a:lnTo>
                <a:lnTo>
                  <a:pt x="1178568" y="52761"/>
                </a:lnTo>
                <a:lnTo>
                  <a:pt x="1178388" y="51779"/>
                </a:lnTo>
                <a:lnTo>
                  <a:pt x="1178176" y="50860"/>
                </a:lnTo>
                <a:lnTo>
                  <a:pt x="1177931" y="50002"/>
                </a:lnTo>
                <a:lnTo>
                  <a:pt x="1177653" y="49207"/>
                </a:lnTo>
                <a:lnTo>
                  <a:pt x="1177342" y="48473"/>
                </a:lnTo>
                <a:lnTo>
                  <a:pt x="1176999" y="47801"/>
                </a:lnTo>
                <a:lnTo>
                  <a:pt x="1176623" y="47192"/>
                </a:lnTo>
                <a:lnTo>
                  <a:pt x="1176082" y="46467"/>
                </a:lnTo>
                <a:lnTo>
                  <a:pt x="1175507" y="45806"/>
                </a:lnTo>
                <a:lnTo>
                  <a:pt x="1174898" y="45208"/>
                </a:lnTo>
                <a:lnTo>
                  <a:pt x="1174253" y="44672"/>
                </a:lnTo>
                <a:lnTo>
                  <a:pt x="1173574" y="44200"/>
                </a:lnTo>
                <a:lnTo>
                  <a:pt x="1172860" y="43790"/>
                </a:lnTo>
                <a:lnTo>
                  <a:pt x="1172112" y="43444"/>
                </a:lnTo>
                <a:lnTo>
                  <a:pt x="1171329" y="43160"/>
                </a:lnTo>
                <a:lnTo>
                  <a:pt x="1170511" y="42940"/>
                </a:lnTo>
                <a:lnTo>
                  <a:pt x="1169658" y="42782"/>
                </a:lnTo>
                <a:lnTo>
                  <a:pt x="1168771" y="42688"/>
                </a:lnTo>
                <a:lnTo>
                  <a:pt x="1167849" y="42656"/>
                </a:lnTo>
                <a:lnTo>
                  <a:pt x="1167208" y="42671"/>
                </a:lnTo>
                <a:lnTo>
                  <a:pt x="1166567" y="42714"/>
                </a:lnTo>
                <a:lnTo>
                  <a:pt x="1165928" y="42785"/>
                </a:lnTo>
                <a:lnTo>
                  <a:pt x="1165289" y="42885"/>
                </a:lnTo>
                <a:lnTo>
                  <a:pt x="1164652" y="43013"/>
                </a:lnTo>
                <a:lnTo>
                  <a:pt x="1164015" y="43170"/>
                </a:lnTo>
                <a:lnTo>
                  <a:pt x="1163380" y="43355"/>
                </a:lnTo>
                <a:lnTo>
                  <a:pt x="1162745" y="43569"/>
                </a:lnTo>
                <a:lnTo>
                  <a:pt x="1162112" y="43812"/>
                </a:lnTo>
                <a:lnTo>
                  <a:pt x="1161479" y="44083"/>
                </a:lnTo>
                <a:lnTo>
                  <a:pt x="1160848" y="44382"/>
                </a:lnTo>
                <a:lnTo>
                  <a:pt x="1160217" y="44711"/>
                </a:lnTo>
                <a:lnTo>
                  <a:pt x="1159249" y="45236"/>
                </a:lnTo>
                <a:lnTo>
                  <a:pt x="1158319" y="45771"/>
                </a:lnTo>
                <a:lnTo>
                  <a:pt x="1157426" y="46318"/>
                </a:lnTo>
                <a:lnTo>
                  <a:pt x="1156571" y="46876"/>
                </a:lnTo>
                <a:lnTo>
                  <a:pt x="1155754" y="47444"/>
                </a:lnTo>
                <a:lnTo>
                  <a:pt x="1154974" y="48023"/>
                </a:lnTo>
                <a:lnTo>
                  <a:pt x="1154232" y="48613"/>
                </a:lnTo>
                <a:lnTo>
                  <a:pt x="1153528" y="49214"/>
                </a:lnTo>
                <a:lnTo>
                  <a:pt x="1152861" y="49825"/>
                </a:lnTo>
                <a:lnTo>
                  <a:pt x="1152232" y="50448"/>
                </a:lnTo>
                <a:lnTo>
                  <a:pt x="1151641" y="51081"/>
                </a:lnTo>
                <a:lnTo>
                  <a:pt x="1151087" y="51725"/>
                </a:lnTo>
                <a:lnTo>
                  <a:pt x="1151087" y="86515"/>
                </a:lnTo>
                <a:lnTo>
                  <a:pt x="1151093" y="87546"/>
                </a:lnTo>
                <a:lnTo>
                  <a:pt x="1151112" y="88516"/>
                </a:lnTo>
                <a:lnTo>
                  <a:pt x="1151143" y="89424"/>
                </a:lnTo>
                <a:lnTo>
                  <a:pt x="1151186" y="90269"/>
                </a:lnTo>
                <a:lnTo>
                  <a:pt x="1151242" y="91053"/>
                </a:lnTo>
                <a:lnTo>
                  <a:pt x="1151310" y="91775"/>
                </a:lnTo>
                <a:lnTo>
                  <a:pt x="1151390" y="92435"/>
                </a:lnTo>
                <a:lnTo>
                  <a:pt x="1151483" y="93033"/>
                </a:lnTo>
                <a:lnTo>
                  <a:pt x="1151588" y="93568"/>
                </a:lnTo>
                <a:lnTo>
                  <a:pt x="1151706" y="94042"/>
                </a:lnTo>
                <a:lnTo>
                  <a:pt x="1151836" y="94454"/>
                </a:lnTo>
                <a:lnTo>
                  <a:pt x="1151978" y="94804"/>
                </a:lnTo>
                <a:lnTo>
                  <a:pt x="1152133" y="95116"/>
                </a:lnTo>
                <a:lnTo>
                  <a:pt x="1152299" y="95415"/>
                </a:lnTo>
                <a:lnTo>
                  <a:pt x="1152478" y="95700"/>
                </a:lnTo>
                <a:lnTo>
                  <a:pt x="1152668" y="95973"/>
                </a:lnTo>
                <a:lnTo>
                  <a:pt x="1152870" y="96232"/>
                </a:lnTo>
                <a:lnTo>
                  <a:pt x="1153084" y="96477"/>
                </a:lnTo>
                <a:lnTo>
                  <a:pt x="1153310" y="96710"/>
                </a:lnTo>
                <a:lnTo>
                  <a:pt x="1153548" y="96929"/>
                </a:lnTo>
                <a:lnTo>
                  <a:pt x="1153797" y="97135"/>
                </a:lnTo>
                <a:lnTo>
                  <a:pt x="1154059" y="97327"/>
                </a:lnTo>
                <a:lnTo>
                  <a:pt x="1154332" y="97507"/>
                </a:lnTo>
                <a:lnTo>
                  <a:pt x="1154618" y="97673"/>
                </a:lnTo>
                <a:lnTo>
                  <a:pt x="1154934" y="97826"/>
                </a:lnTo>
                <a:lnTo>
                  <a:pt x="1155300" y="97965"/>
                </a:lnTo>
                <a:lnTo>
                  <a:pt x="1155717" y="98091"/>
                </a:lnTo>
                <a:lnTo>
                  <a:pt x="1156183" y="98204"/>
                </a:lnTo>
                <a:lnTo>
                  <a:pt x="1156699" y="98304"/>
                </a:lnTo>
                <a:lnTo>
                  <a:pt x="1157266" y="98390"/>
                </a:lnTo>
                <a:lnTo>
                  <a:pt x="1157882" y="98464"/>
                </a:lnTo>
                <a:lnTo>
                  <a:pt x="1158549" y="98523"/>
                </a:lnTo>
                <a:lnTo>
                  <a:pt x="1159265" y="98570"/>
                </a:lnTo>
                <a:lnTo>
                  <a:pt x="1160032" y="98603"/>
                </a:lnTo>
                <a:lnTo>
                  <a:pt x="1160848" y="98623"/>
                </a:lnTo>
                <a:lnTo>
                  <a:pt x="1161715" y="98630"/>
                </a:lnTo>
                <a:lnTo>
                  <a:pt x="1161715" y="101265"/>
                </a:lnTo>
                <a:lnTo>
                  <a:pt x="1129403" y="101265"/>
                </a:lnTo>
                <a:lnTo>
                  <a:pt x="1129403" y="98630"/>
                </a:lnTo>
                <a:lnTo>
                  <a:pt x="1130133" y="98623"/>
                </a:lnTo>
                <a:lnTo>
                  <a:pt x="1130825" y="98603"/>
                </a:lnTo>
                <a:lnTo>
                  <a:pt x="1131480" y="98570"/>
                </a:lnTo>
                <a:lnTo>
                  <a:pt x="1132097" y="98523"/>
                </a:lnTo>
                <a:lnTo>
                  <a:pt x="1132677" y="98463"/>
                </a:lnTo>
                <a:lnTo>
                  <a:pt x="1133219" y="98390"/>
                </a:lnTo>
                <a:lnTo>
                  <a:pt x="1133723" y="98303"/>
                </a:lnTo>
                <a:lnTo>
                  <a:pt x="1134190" y="98203"/>
                </a:lnTo>
                <a:lnTo>
                  <a:pt x="1134619" y="98090"/>
                </a:lnTo>
                <a:lnTo>
                  <a:pt x="1135010" y="97964"/>
                </a:lnTo>
                <a:lnTo>
                  <a:pt x="1135364" y="97824"/>
                </a:lnTo>
                <a:lnTo>
                  <a:pt x="1135680" y="97671"/>
                </a:lnTo>
                <a:lnTo>
                  <a:pt x="1135971" y="97503"/>
                </a:lnTo>
                <a:lnTo>
                  <a:pt x="1136250" y="97319"/>
                </a:lnTo>
                <a:lnTo>
                  <a:pt x="1136518" y="97120"/>
                </a:lnTo>
                <a:lnTo>
                  <a:pt x="1136773" y="96905"/>
                </a:lnTo>
                <a:lnTo>
                  <a:pt x="1137017" y="96674"/>
                </a:lnTo>
                <a:lnTo>
                  <a:pt x="1137249" y="96427"/>
                </a:lnTo>
                <a:lnTo>
                  <a:pt x="1137469" y="96165"/>
                </a:lnTo>
                <a:lnTo>
                  <a:pt x="1137677" y="95886"/>
                </a:lnTo>
                <a:lnTo>
                  <a:pt x="1137873" y="95592"/>
                </a:lnTo>
                <a:lnTo>
                  <a:pt x="1138057" y="95282"/>
                </a:lnTo>
                <a:lnTo>
                  <a:pt x="1138230" y="94957"/>
                </a:lnTo>
                <a:lnTo>
                  <a:pt x="1138390" y="94615"/>
                </a:lnTo>
                <a:lnTo>
                  <a:pt x="1138538" y="94238"/>
                </a:lnTo>
                <a:lnTo>
                  <a:pt x="1138674" y="93807"/>
                </a:lnTo>
                <a:lnTo>
                  <a:pt x="1138796" y="93320"/>
                </a:lnTo>
                <a:lnTo>
                  <a:pt x="1138905" y="92779"/>
                </a:lnTo>
                <a:lnTo>
                  <a:pt x="1139002" y="92184"/>
                </a:lnTo>
                <a:lnTo>
                  <a:pt x="1139086" y="91533"/>
                </a:lnTo>
                <a:lnTo>
                  <a:pt x="1139156" y="90828"/>
                </a:lnTo>
                <a:lnTo>
                  <a:pt x="1139214" y="90067"/>
                </a:lnTo>
                <a:lnTo>
                  <a:pt x="1139260" y="89252"/>
                </a:lnTo>
                <a:lnTo>
                  <a:pt x="1139292" y="88383"/>
                </a:lnTo>
                <a:lnTo>
                  <a:pt x="1139311" y="87458"/>
                </a:lnTo>
                <a:lnTo>
                  <a:pt x="1139317" y="86479"/>
                </a:lnTo>
                <a:lnTo>
                  <a:pt x="1139317" y="61610"/>
                </a:lnTo>
                <a:lnTo>
                  <a:pt x="1139313" y="59875"/>
                </a:lnTo>
                <a:lnTo>
                  <a:pt x="1139300" y="58245"/>
                </a:lnTo>
                <a:lnTo>
                  <a:pt x="1139277" y="56720"/>
                </a:lnTo>
                <a:lnTo>
                  <a:pt x="1139246" y="55301"/>
                </a:lnTo>
                <a:lnTo>
                  <a:pt x="1139206" y="53988"/>
                </a:lnTo>
                <a:lnTo>
                  <a:pt x="1139157" y="52781"/>
                </a:lnTo>
                <a:lnTo>
                  <a:pt x="1139099" y="51679"/>
                </a:lnTo>
                <a:lnTo>
                  <a:pt x="1139032" y="50683"/>
                </a:lnTo>
                <a:lnTo>
                  <a:pt x="1138956" y="49792"/>
                </a:lnTo>
                <a:lnTo>
                  <a:pt x="1138872" y="49008"/>
                </a:lnTo>
                <a:lnTo>
                  <a:pt x="1138778" y="48328"/>
                </a:lnTo>
                <a:lnTo>
                  <a:pt x="1138676" y="47755"/>
                </a:lnTo>
                <a:lnTo>
                  <a:pt x="1138588" y="47374"/>
                </a:lnTo>
                <a:lnTo>
                  <a:pt x="1138493" y="47013"/>
                </a:lnTo>
                <a:lnTo>
                  <a:pt x="1138390" y="46673"/>
                </a:lnTo>
                <a:lnTo>
                  <a:pt x="1138279" y="46353"/>
                </a:lnTo>
                <a:lnTo>
                  <a:pt x="1138160" y="46053"/>
                </a:lnTo>
                <a:lnTo>
                  <a:pt x="1138034" y="45774"/>
                </a:lnTo>
                <a:lnTo>
                  <a:pt x="1137899" y="45514"/>
                </a:lnTo>
                <a:lnTo>
                  <a:pt x="1137756" y="45275"/>
                </a:lnTo>
                <a:lnTo>
                  <a:pt x="1137606" y="45056"/>
                </a:lnTo>
                <a:lnTo>
                  <a:pt x="1137447" y="44858"/>
                </a:lnTo>
                <a:lnTo>
                  <a:pt x="1137281" y="44679"/>
                </a:lnTo>
                <a:lnTo>
                  <a:pt x="1137106" y="44521"/>
                </a:lnTo>
                <a:lnTo>
                  <a:pt x="1136922" y="44380"/>
                </a:lnTo>
                <a:lnTo>
                  <a:pt x="1136728" y="44250"/>
                </a:lnTo>
                <a:lnTo>
                  <a:pt x="1136522" y="44133"/>
                </a:lnTo>
                <a:lnTo>
                  <a:pt x="1136306" y="44028"/>
                </a:lnTo>
                <a:lnTo>
                  <a:pt x="1136078" y="43936"/>
                </a:lnTo>
                <a:lnTo>
                  <a:pt x="1135840" y="43855"/>
                </a:lnTo>
                <a:lnTo>
                  <a:pt x="1135591" y="43788"/>
                </a:lnTo>
                <a:lnTo>
                  <a:pt x="1135331" y="43732"/>
                </a:lnTo>
                <a:lnTo>
                  <a:pt x="1135060" y="43689"/>
                </a:lnTo>
                <a:lnTo>
                  <a:pt x="1134778" y="43658"/>
                </a:lnTo>
                <a:lnTo>
                  <a:pt x="1134485" y="43640"/>
                </a:lnTo>
                <a:lnTo>
                  <a:pt x="1134182" y="43633"/>
                </a:lnTo>
                <a:lnTo>
                  <a:pt x="1133843" y="43641"/>
                </a:lnTo>
                <a:lnTo>
                  <a:pt x="1133494" y="43663"/>
                </a:lnTo>
                <a:lnTo>
                  <a:pt x="1133134" y="43700"/>
                </a:lnTo>
                <a:lnTo>
                  <a:pt x="1132763" y="43752"/>
                </a:lnTo>
                <a:lnTo>
                  <a:pt x="1132381" y="43818"/>
                </a:lnTo>
                <a:lnTo>
                  <a:pt x="1131988" y="43900"/>
                </a:lnTo>
                <a:lnTo>
                  <a:pt x="1131585" y="43996"/>
                </a:lnTo>
                <a:lnTo>
                  <a:pt x="1131170" y="44107"/>
                </a:lnTo>
                <a:lnTo>
                  <a:pt x="1130745" y="44233"/>
                </a:lnTo>
                <a:lnTo>
                  <a:pt x="1130308" y="44374"/>
                </a:lnTo>
                <a:lnTo>
                  <a:pt x="1129861" y="44529"/>
                </a:lnTo>
                <a:lnTo>
                  <a:pt x="1129403" y="44699"/>
                </a:lnTo>
                <a:lnTo>
                  <a:pt x="1128333" y="42140"/>
                </a:lnTo>
                <a:lnTo>
                  <a:pt x="1148020" y="34182"/>
                </a:lnTo>
                <a:lnTo>
                  <a:pt x="1151087" y="34182"/>
                </a:lnTo>
                <a:lnTo>
                  <a:pt x="1151087" y="48069"/>
                </a:lnTo>
                <a:close/>
                <a:moveTo>
                  <a:pt x="1240192" y="42449"/>
                </a:moveTo>
                <a:lnTo>
                  <a:pt x="1260307" y="34325"/>
                </a:lnTo>
                <a:lnTo>
                  <a:pt x="1263017" y="34325"/>
                </a:lnTo>
                <a:lnTo>
                  <a:pt x="1263017" y="49564"/>
                </a:lnTo>
                <a:lnTo>
                  <a:pt x="1263862" y="48164"/>
                </a:lnTo>
                <a:lnTo>
                  <a:pt x="1264706" y="46837"/>
                </a:lnTo>
                <a:lnTo>
                  <a:pt x="1265552" y="45583"/>
                </a:lnTo>
                <a:lnTo>
                  <a:pt x="1266398" y="44401"/>
                </a:lnTo>
                <a:lnTo>
                  <a:pt x="1267244" y="43292"/>
                </a:lnTo>
                <a:lnTo>
                  <a:pt x="1268091" y="42256"/>
                </a:lnTo>
                <a:lnTo>
                  <a:pt x="1268938" y="41292"/>
                </a:lnTo>
                <a:lnTo>
                  <a:pt x="1269786" y="40401"/>
                </a:lnTo>
                <a:lnTo>
                  <a:pt x="1270634" y="39583"/>
                </a:lnTo>
                <a:lnTo>
                  <a:pt x="1271483" y="38838"/>
                </a:lnTo>
                <a:lnTo>
                  <a:pt x="1272332" y="38165"/>
                </a:lnTo>
                <a:lnTo>
                  <a:pt x="1273182" y="37565"/>
                </a:lnTo>
                <a:lnTo>
                  <a:pt x="1274036" y="37024"/>
                </a:lnTo>
                <a:lnTo>
                  <a:pt x="1274897" y="36531"/>
                </a:lnTo>
                <a:lnTo>
                  <a:pt x="1275765" y="36085"/>
                </a:lnTo>
                <a:lnTo>
                  <a:pt x="1276641" y="35686"/>
                </a:lnTo>
                <a:lnTo>
                  <a:pt x="1277525" y="35333"/>
                </a:lnTo>
                <a:lnTo>
                  <a:pt x="1278416" y="35028"/>
                </a:lnTo>
                <a:lnTo>
                  <a:pt x="1279314" y="34769"/>
                </a:lnTo>
                <a:lnTo>
                  <a:pt x="1280220" y="34558"/>
                </a:lnTo>
                <a:lnTo>
                  <a:pt x="1281133" y="34394"/>
                </a:lnTo>
                <a:lnTo>
                  <a:pt x="1282053" y="34276"/>
                </a:lnTo>
                <a:lnTo>
                  <a:pt x="1282981" y="34206"/>
                </a:lnTo>
                <a:lnTo>
                  <a:pt x="1283917" y="34182"/>
                </a:lnTo>
                <a:lnTo>
                  <a:pt x="1285535" y="34235"/>
                </a:lnTo>
                <a:lnTo>
                  <a:pt x="1287107" y="34396"/>
                </a:lnTo>
                <a:lnTo>
                  <a:pt x="1288634" y="34662"/>
                </a:lnTo>
                <a:lnTo>
                  <a:pt x="1290115" y="35036"/>
                </a:lnTo>
                <a:lnTo>
                  <a:pt x="1291550" y="35516"/>
                </a:lnTo>
                <a:lnTo>
                  <a:pt x="1292940" y="36103"/>
                </a:lnTo>
                <a:lnTo>
                  <a:pt x="1294284" y="36796"/>
                </a:lnTo>
                <a:lnTo>
                  <a:pt x="1295583" y="37596"/>
                </a:lnTo>
                <a:lnTo>
                  <a:pt x="1296836" y="38503"/>
                </a:lnTo>
                <a:lnTo>
                  <a:pt x="1298044" y="39517"/>
                </a:lnTo>
                <a:lnTo>
                  <a:pt x="1299206" y="40637"/>
                </a:lnTo>
                <a:lnTo>
                  <a:pt x="1300323" y="41864"/>
                </a:lnTo>
                <a:lnTo>
                  <a:pt x="1301610" y="43469"/>
                </a:lnTo>
                <a:lnTo>
                  <a:pt x="1302786" y="45153"/>
                </a:lnTo>
                <a:lnTo>
                  <a:pt x="1303849" y="46915"/>
                </a:lnTo>
                <a:lnTo>
                  <a:pt x="1304801" y="48757"/>
                </a:lnTo>
                <a:lnTo>
                  <a:pt x="1305640" y="50678"/>
                </a:lnTo>
                <a:lnTo>
                  <a:pt x="1306368" y="52678"/>
                </a:lnTo>
                <a:lnTo>
                  <a:pt x="1306984" y="54757"/>
                </a:lnTo>
                <a:lnTo>
                  <a:pt x="1307487" y="56915"/>
                </a:lnTo>
                <a:lnTo>
                  <a:pt x="1307879" y="59152"/>
                </a:lnTo>
                <a:lnTo>
                  <a:pt x="1308159" y="61468"/>
                </a:lnTo>
                <a:lnTo>
                  <a:pt x="1308327" y="63863"/>
                </a:lnTo>
                <a:lnTo>
                  <a:pt x="1308383" y="66337"/>
                </a:lnTo>
                <a:lnTo>
                  <a:pt x="1308316" y="69106"/>
                </a:lnTo>
                <a:lnTo>
                  <a:pt x="1308113" y="71795"/>
                </a:lnTo>
                <a:lnTo>
                  <a:pt x="1307777" y="74402"/>
                </a:lnTo>
                <a:lnTo>
                  <a:pt x="1307305" y="76929"/>
                </a:lnTo>
                <a:lnTo>
                  <a:pt x="1306699" y="79374"/>
                </a:lnTo>
                <a:lnTo>
                  <a:pt x="1305958" y="81738"/>
                </a:lnTo>
                <a:lnTo>
                  <a:pt x="1305082" y="84022"/>
                </a:lnTo>
                <a:lnTo>
                  <a:pt x="1304071" y="86224"/>
                </a:lnTo>
                <a:lnTo>
                  <a:pt x="1302926" y="88345"/>
                </a:lnTo>
                <a:lnTo>
                  <a:pt x="1301646" y="90386"/>
                </a:lnTo>
                <a:lnTo>
                  <a:pt x="1300232" y="92345"/>
                </a:lnTo>
                <a:lnTo>
                  <a:pt x="1298682" y="94223"/>
                </a:lnTo>
                <a:lnTo>
                  <a:pt x="1297322" y="95667"/>
                </a:lnTo>
                <a:lnTo>
                  <a:pt x="1295904" y="96984"/>
                </a:lnTo>
                <a:lnTo>
                  <a:pt x="1294429" y="98176"/>
                </a:lnTo>
                <a:lnTo>
                  <a:pt x="1292897" y="99243"/>
                </a:lnTo>
                <a:lnTo>
                  <a:pt x="1291306" y="100184"/>
                </a:lnTo>
                <a:lnTo>
                  <a:pt x="1289659" y="101000"/>
                </a:lnTo>
                <a:lnTo>
                  <a:pt x="1287954" y="101690"/>
                </a:lnTo>
                <a:lnTo>
                  <a:pt x="1286192" y="102255"/>
                </a:lnTo>
                <a:lnTo>
                  <a:pt x="1284372" y="102694"/>
                </a:lnTo>
                <a:lnTo>
                  <a:pt x="1282494" y="103008"/>
                </a:lnTo>
                <a:lnTo>
                  <a:pt x="1280559" y="103196"/>
                </a:lnTo>
                <a:lnTo>
                  <a:pt x="1278567" y="103259"/>
                </a:lnTo>
                <a:lnTo>
                  <a:pt x="1277697" y="103248"/>
                </a:lnTo>
                <a:lnTo>
                  <a:pt x="1276847" y="103217"/>
                </a:lnTo>
                <a:lnTo>
                  <a:pt x="1276017" y="103165"/>
                </a:lnTo>
                <a:lnTo>
                  <a:pt x="1275207" y="103092"/>
                </a:lnTo>
                <a:lnTo>
                  <a:pt x="1274416" y="102999"/>
                </a:lnTo>
                <a:lnTo>
                  <a:pt x="1273645" y="102885"/>
                </a:lnTo>
                <a:lnTo>
                  <a:pt x="1272895" y="102750"/>
                </a:lnTo>
                <a:lnTo>
                  <a:pt x="1272163" y="102594"/>
                </a:lnTo>
                <a:lnTo>
                  <a:pt x="1271452" y="102417"/>
                </a:lnTo>
                <a:lnTo>
                  <a:pt x="1270761" y="102220"/>
                </a:lnTo>
                <a:lnTo>
                  <a:pt x="1270089" y="102002"/>
                </a:lnTo>
                <a:lnTo>
                  <a:pt x="1269437" y="101763"/>
                </a:lnTo>
                <a:lnTo>
                  <a:pt x="1268957" y="101570"/>
                </a:lnTo>
                <a:lnTo>
                  <a:pt x="1268466" y="101348"/>
                </a:lnTo>
                <a:lnTo>
                  <a:pt x="1267966" y="101095"/>
                </a:lnTo>
                <a:lnTo>
                  <a:pt x="1267456" y="100814"/>
                </a:lnTo>
                <a:lnTo>
                  <a:pt x="1266936" y="100502"/>
                </a:lnTo>
                <a:lnTo>
                  <a:pt x="1266406" y="100161"/>
                </a:lnTo>
                <a:lnTo>
                  <a:pt x="1265866" y="99790"/>
                </a:lnTo>
                <a:lnTo>
                  <a:pt x="1265316" y="99389"/>
                </a:lnTo>
                <a:lnTo>
                  <a:pt x="1264756" y="98959"/>
                </a:lnTo>
                <a:lnTo>
                  <a:pt x="1264186" y="98499"/>
                </a:lnTo>
                <a:lnTo>
                  <a:pt x="1263607" y="98010"/>
                </a:lnTo>
                <a:lnTo>
                  <a:pt x="1263017" y="97490"/>
                </a:lnTo>
                <a:lnTo>
                  <a:pt x="1263017" y="117359"/>
                </a:lnTo>
                <a:lnTo>
                  <a:pt x="1263023" y="118440"/>
                </a:lnTo>
                <a:lnTo>
                  <a:pt x="1263040" y="119454"/>
                </a:lnTo>
                <a:lnTo>
                  <a:pt x="1263069" y="120401"/>
                </a:lnTo>
                <a:lnTo>
                  <a:pt x="1263108" y="121279"/>
                </a:lnTo>
                <a:lnTo>
                  <a:pt x="1263160" y="122090"/>
                </a:lnTo>
                <a:lnTo>
                  <a:pt x="1263222" y="122833"/>
                </a:lnTo>
                <a:lnTo>
                  <a:pt x="1263296" y="123508"/>
                </a:lnTo>
                <a:lnTo>
                  <a:pt x="1263382" y="124116"/>
                </a:lnTo>
                <a:lnTo>
                  <a:pt x="1263479" y="124656"/>
                </a:lnTo>
                <a:lnTo>
                  <a:pt x="1263587" y="125128"/>
                </a:lnTo>
                <a:lnTo>
                  <a:pt x="1263707" y="125532"/>
                </a:lnTo>
                <a:lnTo>
                  <a:pt x="1263838" y="125869"/>
                </a:lnTo>
                <a:lnTo>
                  <a:pt x="1263983" y="126166"/>
                </a:lnTo>
                <a:lnTo>
                  <a:pt x="1264145" y="126453"/>
                </a:lnTo>
                <a:lnTo>
                  <a:pt x="1264324" y="126730"/>
                </a:lnTo>
                <a:lnTo>
                  <a:pt x="1264519" y="126996"/>
                </a:lnTo>
                <a:lnTo>
                  <a:pt x="1264732" y="127252"/>
                </a:lnTo>
                <a:lnTo>
                  <a:pt x="1264961" y="127498"/>
                </a:lnTo>
                <a:lnTo>
                  <a:pt x="1265207" y="127733"/>
                </a:lnTo>
                <a:lnTo>
                  <a:pt x="1265470" y="127957"/>
                </a:lnTo>
                <a:lnTo>
                  <a:pt x="1265750" y="128172"/>
                </a:lnTo>
                <a:lnTo>
                  <a:pt x="1266047" y="128376"/>
                </a:lnTo>
                <a:lnTo>
                  <a:pt x="1266360" y="128569"/>
                </a:lnTo>
                <a:lnTo>
                  <a:pt x="1266691" y="128753"/>
                </a:lnTo>
                <a:lnTo>
                  <a:pt x="1267053" y="128923"/>
                </a:lnTo>
                <a:lnTo>
                  <a:pt x="1267461" y="129079"/>
                </a:lnTo>
                <a:lnTo>
                  <a:pt x="1267915" y="129220"/>
                </a:lnTo>
                <a:lnTo>
                  <a:pt x="1268415" y="129346"/>
                </a:lnTo>
                <a:lnTo>
                  <a:pt x="1268961" y="129457"/>
                </a:lnTo>
                <a:lnTo>
                  <a:pt x="1269553" y="129554"/>
                </a:lnTo>
                <a:lnTo>
                  <a:pt x="1270191" y="129635"/>
                </a:lnTo>
                <a:lnTo>
                  <a:pt x="1270875" y="129702"/>
                </a:lnTo>
                <a:lnTo>
                  <a:pt x="1271606" y="129754"/>
                </a:lnTo>
                <a:lnTo>
                  <a:pt x="1272382" y="129791"/>
                </a:lnTo>
                <a:lnTo>
                  <a:pt x="1273205" y="129813"/>
                </a:lnTo>
                <a:lnTo>
                  <a:pt x="1274073" y="129821"/>
                </a:lnTo>
                <a:lnTo>
                  <a:pt x="1274073" y="132456"/>
                </a:lnTo>
                <a:lnTo>
                  <a:pt x="1239835" y="132456"/>
                </a:lnTo>
                <a:lnTo>
                  <a:pt x="1239835" y="129821"/>
                </a:lnTo>
                <a:lnTo>
                  <a:pt x="1241618" y="129821"/>
                </a:lnTo>
                <a:lnTo>
                  <a:pt x="1242264" y="129821"/>
                </a:lnTo>
                <a:lnTo>
                  <a:pt x="1242894" y="129799"/>
                </a:lnTo>
                <a:lnTo>
                  <a:pt x="1243509" y="129754"/>
                </a:lnTo>
                <a:lnTo>
                  <a:pt x="1244107" y="129686"/>
                </a:lnTo>
                <a:lnTo>
                  <a:pt x="1244690" y="129595"/>
                </a:lnTo>
                <a:lnTo>
                  <a:pt x="1245256" y="129482"/>
                </a:lnTo>
                <a:lnTo>
                  <a:pt x="1245807" y="129346"/>
                </a:lnTo>
                <a:lnTo>
                  <a:pt x="1246342" y="129187"/>
                </a:lnTo>
                <a:lnTo>
                  <a:pt x="1246861" y="129005"/>
                </a:lnTo>
                <a:lnTo>
                  <a:pt x="1247364" y="128801"/>
                </a:lnTo>
                <a:lnTo>
                  <a:pt x="1247852" y="128573"/>
                </a:lnTo>
                <a:lnTo>
                  <a:pt x="1248323" y="128323"/>
                </a:lnTo>
                <a:lnTo>
                  <a:pt x="1248545" y="128186"/>
                </a:lnTo>
                <a:lnTo>
                  <a:pt x="1248758" y="128035"/>
                </a:lnTo>
                <a:lnTo>
                  <a:pt x="1248963" y="127871"/>
                </a:lnTo>
                <a:lnTo>
                  <a:pt x="1249160" y="127694"/>
                </a:lnTo>
                <a:lnTo>
                  <a:pt x="1249348" y="127503"/>
                </a:lnTo>
                <a:lnTo>
                  <a:pt x="1249527" y="127299"/>
                </a:lnTo>
                <a:lnTo>
                  <a:pt x="1249698" y="127081"/>
                </a:lnTo>
                <a:lnTo>
                  <a:pt x="1249861" y="126850"/>
                </a:lnTo>
                <a:lnTo>
                  <a:pt x="1250015" y="126606"/>
                </a:lnTo>
                <a:lnTo>
                  <a:pt x="1250161" y="126348"/>
                </a:lnTo>
                <a:lnTo>
                  <a:pt x="1250299" y="126077"/>
                </a:lnTo>
                <a:lnTo>
                  <a:pt x="1250428" y="125793"/>
                </a:lnTo>
                <a:lnTo>
                  <a:pt x="1250547" y="125465"/>
                </a:lnTo>
                <a:lnTo>
                  <a:pt x="1250657" y="125062"/>
                </a:lnTo>
                <a:lnTo>
                  <a:pt x="1250755" y="124584"/>
                </a:lnTo>
                <a:lnTo>
                  <a:pt x="1250844" y="124032"/>
                </a:lnTo>
                <a:lnTo>
                  <a:pt x="1250922" y="123405"/>
                </a:lnTo>
                <a:lnTo>
                  <a:pt x="1250989" y="122703"/>
                </a:lnTo>
                <a:lnTo>
                  <a:pt x="1251047" y="121926"/>
                </a:lnTo>
                <a:lnTo>
                  <a:pt x="1251093" y="121075"/>
                </a:lnTo>
                <a:lnTo>
                  <a:pt x="1251130" y="120149"/>
                </a:lnTo>
                <a:lnTo>
                  <a:pt x="1251156" y="119148"/>
                </a:lnTo>
                <a:lnTo>
                  <a:pt x="1251171" y="118073"/>
                </a:lnTo>
                <a:lnTo>
                  <a:pt x="1251177" y="116922"/>
                </a:lnTo>
                <a:lnTo>
                  <a:pt x="1251177" y="55205"/>
                </a:lnTo>
                <a:lnTo>
                  <a:pt x="1251173" y="54181"/>
                </a:lnTo>
                <a:lnTo>
                  <a:pt x="1251161" y="53220"/>
                </a:lnTo>
                <a:lnTo>
                  <a:pt x="1251141" y="52324"/>
                </a:lnTo>
                <a:lnTo>
                  <a:pt x="1251113" y="51492"/>
                </a:lnTo>
                <a:lnTo>
                  <a:pt x="1251078" y="50725"/>
                </a:lnTo>
                <a:lnTo>
                  <a:pt x="1251034" y="50021"/>
                </a:lnTo>
                <a:lnTo>
                  <a:pt x="1250982" y="49383"/>
                </a:lnTo>
                <a:lnTo>
                  <a:pt x="1250923" y="48808"/>
                </a:lnTo>
                <a:lnTo>
                  <a:pt x="1250856" y="48298"/>
                </a:lnTo>
                <a:lnTo>
                  <a:pt x="1250780" y="47852"/>
                </a:lnTo>
                <a:lnTo>
                  <a:pt x="1250697" y="47471"/>
                </a:lnTo>
                <a:lnTo>
                  <a:pt x="1250606" y="47154"/>
                </a:lnTo>
                <a:lnTo>
                  <a:pt x="1250506" y="46875"/>
                </a:lnTo>
                <a:lnTo>
                  <a:pt x="1250397" y="46607"/>
                </a:lnTo>
                <a:lnTo>
                  <a:pt x="1250278" y="46352"/>
                </a:lnTo>
                <a:lnTo>
                  <a:pt x="1250150" y="46108"/>
                </a:lnTo>
                <a:lnTo>
                  <a:pt x="1250013" y="45877"/>
                </a:lnTo>
                <a:lnTo>
                  <a:pt x="1249866" y="45657"/>
                </a:lnTo>
                <a:lnTo>
                  <a:pt x="1249710" y="45449"/>
                </a:lnTo>
                <a:lnTo>
                  <a:pt x="1249544" y="45253"/>
                </a:lnTo>
                <a:lnTo>
                  <a:pt x="1249369" y="45069"/>
                </a:lnTo>
                <a:lnTo>
                  <a:pt x="1249184" y="44897"/>
                </a:lnTo>
                <a:lnTo>
                  <a:pt x="1248990" y="44736"/>
                </a:lnTo>
                <a:lnTo>
                  <a:pt x="1248787" y="44588"/>
                </a:lnTo>
                <a:lnTo>
                  <a:pt x="1248573" y="44451"/>
                </a:lnTo>
                <a:lnTo>
                  <a:pt x="1248346" y="44326"/>
                </a:lnTo>
                <a:lnTo>
                  <a:pt x="1248107" y="44213"/>
                </a:lnTo>
                <a:lnTo>
                  <a:pt x="1247856" y="44112"/>
                </a:lnTo>
                <a:lnTo>
                  <a:pt x="1247592" y="44023"/>
                </a:lnTo>
                <a:lnTo>
                  <a:pt x="1247316" y="43946"/>
                </a:lnTo>
                <a:lnTo>
                  <a:pt x="1247027" y="43880"/>
                </a:lnTo>
                <a:lnTo>
                  <a:pt x="1246726" y="43827"/>
                </a:lnTo>
                <a:lnTo>
                  <a:pt x="1246413" y="43785"/>
                </a:lnTo>
                <a:lnTo>
                  <a:pt x="1246087" y="43755"/>
                </a:lnTo>
                <a:lnTo>
                  <a:pt x="1245749" y="43737"/>
                </a:lnTo>
                <a:lnTo>
                  <a:pt x="1245399" y="43731"/>
                </a:lnTo>
                <a:lnTo>
                  <a:pt x="1245107" y="43738"/>
                </a:lnTo>
                <a:lnTo>
                  <a:pt x="1244803" y="43759"/>
                </a:lnTo>
                <a:lnTo>
                  <a:pt x="1244485" y="43794"/>
                </a:lnTo>
                <a:lnTo>
                  <a:pt x="1244155" y="43842"/>
                </a:lnTo>
                <a:lnTo>
                  <a:pt x="1243811" y="43904"/>
                </a:lnTo>
                <a:lnTo>
                  <a:pt x="1243455" y="43981"/>
                </a:lnTo>
                <a:lnTo>
                  <a:pt x="1243086" y="44071"/>
                </a:lnTo>
                <a:lnTo>
                  <a:pt x="1242704" y="44174"/>
                </a:lnTo>
                <a:lnTo>
                  <a:pt x="1242309" y="44292"/>
                </a:lnTo>
                <a:lnTo>
                  <a:pt x="1241902" y="44424"/>
                </a:lnTo>
                <a:lnTo>
                  <a:pt x="1241481" y="44569"/>
                </a:lnTo>
                <a:lnTo>
                  <a:pt x="1241048" y="44728"/>
                </a:lnTo>
                <a:lnTo>
                  <a:pt x="1240192" y="42449"/>
                </a:lnTo>
                <a:moveTo>
                  <a:pt x="1263017" y="53895"/>
                </a:moveTo>
                <a:lnTo>
                  <a:pt x="1263017" y="78218"/>
                </a:lnTo>
                <a:lnTo>
                  <a:pt x="1263022" y="79497"/>
                </a:lnTo>
                <a:lnTo>
                  <a:pt x="1263035" y="80700"/>
                </a:lnTo>
                <a:lnTo>
                  <a:pt x="1263057" y="81828"/>
                </a:lnTo>
                <a:lnTo>
                  <a:pt x="1263089" y="82881"/>
                </a:lnTo>
                <a:lnTo>
                  <a:pt x="1263129" y="83859"/>
                </a:lnTo>
                <a:lnTo>
                  <a:pt x="1263178" y="84762"/>
                </a:lnTo>
                <a:lnTo>
                  <a:pt x="1263236" y="85590"/>
                </a:lnTo>
                <a:lnTo>
                  <a:pt x="1263303" y="86343"/>
                </a:lnTo>
                <a:lnTo>
                  <a:pt x="1263378" y="87020"/>
                </a:lnTo>
                <a:lnTo>
                  <a:pt x="1263463" y="87623"/>
                </a:lnTo>
                <a:lnTo>
                  <a:pt x="1263557" y="88150"/>
                </a:lnTo>
                <a:lnTo>
                  <a:pt x="1263659" y="88602"/>
                </a:lnTo>
                <a:lnTo>
                  <a:pt x="1263846" y="89283"/>
                </a:lnTo>
                <a:lnTo>
                  <a:pt x="1264072" y="89950"/>
                </a:lnTo>
                <a:lnTo>
                  <a:pt x="1264339" y="90603"/>
                </a:lnTo>
                <a:lnTo>
                  <a:pt x="1264646" y="91242"/>
                </a:lnTo>
                <a:lnTo>
                  <a:pt x="1264993" y="91867"/>
                </a:lnTo>
                <a:lnTo>
                  <a:pt x="1265380" y="92479"/>
                </a:lnTo>
                <a:lnTo>
                  <a:pt x="1265807" y="93076"/>
                </a:lnTo>
                <a:lnTo>
                  <a:pt x="1266275" y="93660"/>
                </a:lnTo>
                <a:lnTo>
                  <a:pt x="1266782" y="94230"/>
                </a:lnTo>
                <a:lnTo>
                  <a:pt x="1267330" y="94786"/>
                </a:lnTo>
                <a:lnTo>
                  <a:pt x="1267918" y="95328"/>
                </a:lnTo>
                <a:lnTo>
                  <a:pt x="1268545" y="95857"/>
                </a:lnTo>
                <a:lnTo>
                  <a:pt x="1269207" y="96357"/>
                </a:lnTo>
                <a:lnTo>
                  <a:pt x="1269898" y="96813"/>
                </a:lnTo>
                <a:lnTo>
                  <a:pt x="1270616" y="97226"/>
                </a:lnTo>
                <a:lnTo>
                  <a:pt x="1271363" y="97595"/>
                </a:lnTo>
                <a:lnTo>
                  <a:pt x="1272138" y="97921"/>
                </a:lnTo>
                <a:lnTo>
                  <a:pt x="1272941" y="98204"/>
                </a:lnTo>
                <a:lnTo>
                  <a:pt x="1273773" y="98443"/>
                </a:lnTo>
                <a:lnTo>
                  <a:pt x="1274632" y="98638"/>
                </a:lnTo>
                <a:lnTo>
                  <a:pt x="1275520" y="98790"/>
                </a:lnTo>
                <a:lnTo>
                  <a:pt x="1276436" y="98899"/>
                </a:lnTo>
                <a:lnTo>
                  <a:pt x="1277381" y="98964"/>
                </a:lnTo>
                <a:lnTo>
                  <a:pt x="1278353" y="98986"/>
                </a:lnTo>
                <a:lnTo>
                  <a:pt x="1279523" y="98947"/>
                </a:lnTo>
                <a:lnTo>
                  <a:pt x="1280656" y="98832"/>
                </a:lnTo>
                <a:lnTo>
                  <a:pt x="1281750" y="98639"/>
                </a:lnTo>
                <a:lnTo>
                  <a:pt x="1282807" y="98369"/>
                </a:lnTo>
                <a:lnTo>
                  <a:pt x="1283827" y="98023"/>
                </a:lnTo>
                <a:lnTo>
                  <a:pt x="1284809" y="97599"/>
                </a:lnTo>
                <a:lnTo>
                  <a:pt x="1285753" y="97098"/>
                </a:lnTo>
                <a:lnTo>
                  <a:pt x="1286659" y="96520"/>
                </a:lnTo>
                <a:lnTo>
                  <a:pt x="1287528" y="95865"/>
                </a:lnTo>
                <a:lnTo>
                  <a:pt x="1288359" y="95133"/>
                </a:lnTo>
                <a:lnTo>
                  <a:pt x="1289153" y="94324"/>
                </a:lnTo>
                <a:lnTo>
                  <a:pt x="1289909" y="93438"/>
                </a:lnTo>
                <a:lnTo>
                  <a:pt x="1290831" y="92188"/>
                </a:lnTo>
                <a:lnTo>
                  <a:pt x="1291674" y="90856"/>
                </a:lnTo>
                <a:lnTo>
                  <a:pt x="1292436" y="89442"/>
                </a:lnTo>
                <a:lnTo>
                  <a:pt x="1293118" y="87947"/>
                </a:lnTo>
                <a:lnTo>
                  <a:pt x="1293720" y="86369"/>
                </a:lnTo>
                <a:lnTo>
                  <a:pt x="1294242" y="84709"/>
                </a:lnTo>
                <a:lnTo>
                  <a:pt x="1294683" y="82967"/>
                </a:lnTo>
                <a:lnTo>
                  <a:pt x="1295044" y="81143"/>
                </a:lnTo>
                <a:lnTo>
                  <a:pt x="1295325" y="79237"/>
                </a:lnTo>
                <a:lnTo>
                  <a:pt x="1295526" y="77249"/>
                </a:lnTo>
                <a:lnTo>
                  <a:pt x="1295646" y="75179"/>
                </a:lnTo>
                <a:lnTo>
                  <a:pt x="1295686" y="73026"/>
                </a:lnTo>
                <a:lnTo>
                  <a:pt x="1295641" y="70585"/>
                </a:lnTo>
                <a:lnTo>
                  <a:pt x="1295504" y="68240"/>
                </a:lnTo>
                <a:lnTo>
                  <a:pt x="1295276" y="65990"/>
                </a:lnTo>
                <a:lnTo>
                  <a:pt x="1294957" y="63837"/>
                </a:lnTo>
                <a:lnTo>
                  <a:pt x="1294547" y="61779"/>
                </a:lnTo>
                <a:lnTo>
                  <a:pt x="1294046" y="59817"/>
                </a:lnTo>
                <a:lnTo>
                  <a:pt x="1293453" y="57950"/>
                </a:lnTo>
                <a:lnTo>
                  <a:pt x="1292770" y="56180"/>
                </a:lnTo>
                <a:lnTo>
                  <a:pt x="1291995" y="54505"/>
                </a:lnTo>
                <a:lnTo>
                  <a:pt x="1291129" y="52926"/>
                </a:lnTo>
                <a:lnTo>
                  <a:pt x="1290172" y="51443"/>
                </a:lnTo>
                <a:lnTo>
                  <a:pt x="1289124" y="50056"/>
                </a:lnTo>
                <a:lnTo>
                  <a:pt x="1288351" y="49170"/>
                </a:lnTo>
                <a:lnTo>
                  <a:pt x="1287555" y="48361"/>
                </a:lnTo>
                <a:lnTo>
                  <a:pt x="1286734" y="47629"/>
                </a:lnTo>
                <a:lnTo>
                  <a:pt x="1285890" y="46974"/>
                </a:lnTo>
                <a:lnTo>
                  <a:pt x="1285023" y="46396"/>
                </a:lnTo>
                <a:lnTo>
                  <a:pt x="1284131" y="45895"/>
                </a:lnTo>
                <a:lnTo>
                  <a:pt x="1283216" y="45471"/>
                </a:lnTo>
                <a:lnTo>
                  <a:pt x="1282276" y="45124"/>
                </a:lnTo>
                <a:lnTo>
                  <a:pt x="1281313" y="44855"/>
                </a:lnTo>
                <a:lnTo>
                  <a:pt x="1280327" y="44662"/>
                </a:lnTo>
                <a:lnTo>
                  <a:pt x="1279316" y="44547"/>
                </a:lnTo>
                <a:lnTo>
                  <a:pt x="1278282" y="44508"/>
                </a:lnTo>
                <a:lnTo>
                  <a:pt x="1277712" y="44520"/>
                </a:lnTo>
                <a:lnTo>
                  <a:pt x="1277143" y="44555"/>
                </a:lnTo>
                <a:lnTo>
                  <a:pt x="1276574" y="44615"/>
                </a:lnTo>
                <a:lnTo>
                  <a:pt x="1276007" y="44698"/>
                </a:lnTo>
                <a:lnTo>
                  <a:pt x="1275441" y="44804"/>
                </a:lnTo>
                <a:lnTo>
                  <a:pt x="1274876" y="44935"/>
                </a:lnTo>
                <a:lnTo>
                  <a:pt x="1274312" y="45089"/>
                </a:lnTo>
                <a:lnTo>
                  <a:pt x="1273748" y="45267"/>
                </a:lnTo>
                <a:lnTo>
                  <a:pt x="1273186" y="45468"/>
                </a:lnTo>
                <a:lnTo>
                  <a:pt x="1272625" y="45693"/>
                </a:lnTo>
                <a:lnTo>
                  <a:pt x="1272065" y="45942"/>
                </a:lnTo>
                <a:lnTo>
                  <a:pt x="1271506" y="46215"/>
                </a:lnTo>
                <a:lnTo>
                  <a:pt x="1271054" y="46464"/>
                </a:lnTo>
                <a:lnTo>
                  <a:pt x="1270556" y="46784"/>
                </a:lnTo>
                <a:lnTo>
                  <a:pt x="1270012" y="47175"/>
                </a:lnTo>
                <a:lnTo>
                  <a:pt x="1269421" y="47637"/>
                </a:lnTo>
                <a:lnTo>
                  <a:pt x="1268784" y="48170"/>
                </a:lnTo>
                <a:lnTo>
                  <a:pt x="1268100" y="48775"/>
                </a:lnTo>
                <a:lnTo>
                  <a:pt x="1267369" y="49450"/>
                </a:lnTo>
                <a:lnTo>
                  <a:pt x="1266592" y="50197"/>
                </a:lnTo>
                <a:lnTo>
                  <a:pt x="1265768" y="51015"/>
                </a:lnTo>
                <a:lnTo>
                  <a:pt x="1264898" y="51904"/>
                </a:lnTo>
                <a:lnTo>
                  <a:pt x="1263981" y="52864"/>
                </a:lnTo>
                <a:lnTo>
                  <a:pt x="1263017" y="53895"/>
                </a:lnTo>
                <a:close/>
                <a:moveTo>
                  <a:pt x="1349897" y="34182"/>
                </a:moveTo>
                <a:lnTo>
                  <a:pt x="1352329" y="34260"/>
                </a:lnTo>
                <a:lnTo>
                  <a:pt x="1354680" y="34494"/>
                </a:lnTo>
                <a:lnTo>
                  <a:pt x="1356950" y="34885"/>
                </a:lnTo>
                <a:lnTo>
                  <a:pt x="1359138" y="35431"/>
                </a:lnTo>
                <a:lnTo>
                  <a:pt x="1361245" y="36134"/>
                </a:lnTo>
                <a:lnTo>
                  <a:pt x="1363271" y="36992"/>
                </a:lnTo>
                <a:lnTo>
                  <a:pt x="1365216" y="38007"/>
                </a:lnTo>
                <a:lnTo>
                  <a:pt x="1367079" y="39178"/>
                </a:lnTo>
                <a:lnTo>
                  <a:pt x="1368862" y="40505"/>
                </a:lnTo>
                <a:lnTo>
                  <a:pt x="1370563" y="41988"/>
                </a:lnTo>
                <a:lnTo>
                  <a:pt x="1372183" y="43627"/>
                </a:lnTo>
                <a:lnTo>
                  <a:pt x="1373721" y="45423"/>
                </a:lnTo>
                <a:lnTo>
                  <a:pt x="1374940" y="47043"/>
                </a:lnTo>
                <a:lnTo>
                  <a:pt x="1376053" y="48703"/>
                </a:lnTo>
                <a:lnTo>
                  <a:pt x="1377060" y="50402"/>
                </a:lnTo>
                <a:lnTo>
                  <a:pt x="1377961" y="52141"/>
                </a:lnTo>
                <a:lnTo>
                  <a:pt x="1378756" y="53919"/>
                </a:lnTo>
                <a:lnTo>
                  <a:pt x="1379445" y="55737"/>
                </a:lnTo>
                <a:lnTo>
                  <a:pt x="1380028" y="57595"/>
                </a:lnTo>
                <a:lnTo>
                  <a:pt x="1380505" y="59492"/>
                </a:lnTo>
                <a:lnTo>
                  <a:pt x="1380876" y="61429"/>
                </a:lnTo>
                <a:lnTo>
                  <a:pt x="1381141" y="63405"/>
                </a:lnTo>
                <a:lnTo>
                  <a:pt x="1381300" y="65421"/>
                </a:lnTo>
                <a:lnTo>
                  <a:pt x="1381353" y="67476"/>
                </a:lnTo>
                <a:lnTo>
                  <a:pt x="1381324" y="68936"/>
                </a:lnTo>
                <a:lnTo>
                  <a:pt x="1381236" y="70399"/>
                </a:lnTo>
                <a:lnTo>
                  <a:pt x="1381090" y="71865"/>
                </a:lnTo>
                <a:lnTo>
                  <a:pt x="1380886" y="73334"/>
                </a:lnTo>
                <a:lnTo>
                  <a:pt x="1380623" y="74805"/>
                </a:lnTo>
                <a:lnTo>
                  <a:pt x="1380301" y="76280"/>
                </a:lnTo>
                <a:lnTo>
                  <a:pt x="1379921" y="77758"/>
                </a:lnTo>
                <a:lnTo>
                  <a:pt x="1379483" y="79238"/>
                </a:lnTo>
                <a:lnTo>
                  <a:pt x="1378986" y="80722"/>
                </a:lnTo>
                <a:lnTo>
                  <a:pt x="1378431" y="82208"/>
                </a:lnTo>
                <a:lnTo>
                  <a:pt x="1377817" y="83698"/>
                </a:lnTo>
                <a:lnTo>
                  <a:pt x="1377145" y="85191"/>
                </a:lnTo>
                <a:lnTo>
                  <a:pt x="1376421" y="86654"/>
                </a:lnTo>
                <a:lnTo>
                  <a:pt x="1375654" y="88055"/>
                </a:lnTo>
                <a:lnTo>
                  <a:pt x="1374842" y="89396"/>
                </a:lnTo>
                <a:lnTo>
                  <a:pt x="1373987" y="90675"/>
                </a:lnTo>
                <a:lnTo>
                  <a:pt x="1373087" y="91893"/>
                </a:lnTo>
                <a:lnTo>
                  <a:pt x="1372143" y="93050"/>
                </a:lnTo>
                <a:lnTo>
                  <a:pt x="1371155" y="94146"/>
                </a:lnTo>
                <a:lnTo>
                  <a:pt x="1370123" y="95180"/>
                </a:lnTo>
                <a:lnTo>
                  <a:pt x="1369047" y="96153"/>
                </a:lnTo>
                <a:lnTo>
                  <a:pt x="1367927" y="97065"/>
                </a:lnTo>
                <a:lnTo>
                  <a:pt x="1366762" y="97916"/>
                </a:lnTo>
                <a:lnTo>
                  <a:pt x="1365554" y="98705"/>
                </a:lnTo>
                <a:lnTo>
                  <a:pt x="1364312" y="99433"/>
                </a:lnTo>
                <a:lnTo>
                  <a:pt x="1363046" y="100097"/>
                </a:lnTo>
                <a:lnTo>
                  <a:pt x="1361758" y="100697"/>
                </a:lnTo>
                <a:lnTo>
                  <a:pt x="1360446" y="101235"/>
                </a:lnTo>
                <a:lnTo>
                  <a:pt x="1359111" y="101709"/>
                </a:lnTo>
                <a:lnTo>
                  <a:pt x="1357752" y="102120"/>
                </a:lnTo>
                <a:lnTo>
                  <a:pt x="1356370" y="102468"/>
                </a:lnTo>
                <a:lnTo>
                  <a:pt x="1354965" y="102753"/>
                </a:lnTo>
                <a:lnTo>
                  <a:pt x="1353537" y="102974"/>
                </a:lnTo>
                <a:lnTo>
                  <a:pt x="1352085" y="103132"/>
                </a:lnTo>
                <a:lnTo>
                  <a:pt x="1350611" y="103227"/>
                </a:lnTo>
                <a:lnTo>
                  <a:pt x="1349112" y="103259"/>
                </a:lnTo>
                <a:lnTo>
                  <a:pt x="1346694" y="103177"/>
                </a:lnTo>
                <a:lnTo>
                  <a:pt x="1344359" y="102932"/>
                </a:lnTo>
                <a:lnTo>
                  <a:pt x="1342109" y="102525"/>
                </a:lnTo>
                <a:lnTo>
                  <a:pt x="1339943" y="101954"/>
                </a:lnTo>
                <a:lnTo>
                  <a:pt x="1337861" y="101221"/>
                </a:lnTo>
                <a:lnTo>
                  <a:pt x="1335863" y="100324"/>
                </a:lnTo>
                <a:lnTo>
                  <a:pt x="1333949" y="99264"/>
                </a:lnTo>
                <a:lnTo>
                  <a:pt x="1332120" y="98041"/>
                </a:lnTo>
                <a:lnTo>
                  <a:pt x="1330375" y="96655"/>
                </a:lnTo>
                <a:lnTo>
                  <a:pt x="1328714" y="95106"/>
                </a:lnTo>
                <a:lnTo>
                  <a:pt x="1327137" y="93395"/>
                </a:lnTo>
                <a:lnTo>
                  <a:pt x="1325645" y="91520"/>
                </a:lnTo>
                <a:lnTo>
                  <a:pt x="1324471" y="89855"/>
                </a:lnTo>
                <a:lnTo>
                  <a:pt x="1323400" y="88157"/>
                </a:lnTo>
                <a:lnTo>
                  <a:pt x="1322431" y="86425"/>
                </a:lnTo>
                <a:lnTo>
                  <a:pt x="1321563" y="84659"/>
                </a:lnTo>
                <a:lnTo>
                  <a:pt x="1320798" y="82860"/>
                </a:lnTo>
                <a:lnTo>
                  <a:pt x="1320135" y="81027"/>
                </a:lnTo>
                <a:lnTo>
                  <a:pt x="1319574" y="79161"/>
                </a:lnTo>
                <a:lnTo>
                  <a:pt x="1319114" y="77261"/>
                </a:lnTo>
                <a:lnTo>
                  <a:pt x="1318757" y="75328"/>
                </a:lnTo>
                <a:lnTo>
                  <a:pt x="1318502" y="73361"/>
                </a:lnTo>
                <a:lnTo>
                  <a:pt x="1318349" y="71360"/>
                </a:lnTo>
                <a:lnTo>
                  <a:pt x="1318298" y="69326"/>
                </a:lnTo>
                <a:lnTo>
                  <a:pt x="1318329" y="67832"/>
                </a:lnTo>
                <a:lnTo>
                  <a:pt x="1318422" y="66341"/>
                </a:lnTo>
                <a:lnTo>
                  <a:pt x="1318577" y="64850"/>
                </a:lnTo>
                <a:lnTo>
                  <a:pt x="1318793" y="63362"/>
                </a:lnTo>
                <a:lnTo>
                  <a:pt x="1319072" y="61874"/>
                </a:lnTo>
                <a:lnTo>
                  <a:pt x="1319413" y="60388"/>
                </a:lnTo>
                <a:lnTo>
                  <a:pt x="1319815" y="58904"/>
                </a:lnTo>
                <a:lnTo>
                  <a:pt x="1320279" y="57421"/>
                </a:lnTo>
                <a:lnTo>
                  <a:pt x="1320806" y="55940"/>
                </a:lnTo>
                <a:lnTo>
                  <a:pt x="1321394" y="54460"/>
                </a:lnTo>
                <a:lnTo>
                  <a:pt x="1322044" y="52982"/>
                </a:lnTo>
                <a:lnTo>
                  <a:pt x="1322756" y="51505"/>
                </a:lnTo>
                <a:lnTo>
                  <a:pt x="1323519" y="50061"/>
                </a:lnTo>
                <a:lnTo>
                  <a:pt x="1324320" y="48681"/>
                </a:lnTo>
                <a:lnTo>
                  <a:pt x="1325161" y="47365"/>
                </a:lnTo>
                <a:lnTo>
                  <a:pt x="1326041" y="46114"/>
                </a:lnTo>
                <a:lnTo>
                  <a:pt x="1326960" y="44927"/>
                </a:lnTo>
                <a:lnTo>
                  <a:pt x="1327919" y="43804"/>
                </a:lnTo>
                <a:lnTo>
                  <a:pt x="1328916" y="42745"/>
                </a:lnTo>
                <a:lnTo>
                  <a:pt x="1329952" y="41750"/>
                </a:lnTo>
                <a:lnTo>
                  <a:pt x="1331028" y="40820"/>
                </a:lnTo>
                <a:lnTo>
                  <a:pt x="1332143" y="39954"/>
                </a:lnTo>
                <a:lnTo>
                  <a:pt x="1333297" y="39152"/>
                </a:lnTo>
                <a:lnTo>
                  <a:pt x="1334490" y="38415"/>
                </a:lnTo>
                <a:lnTo>
                  <a:pt x="1335708" y="37739"/>
                </a:lnTo>
                <a:lnTo>
                  <a:pt x="1336939" y="37122"/>
                </a:lnTo>
                <a:lnTo>
                  <a:pt x="1338181" y="36563"/>
                </a:lnTo>
                <a:lnTo>
                  <a:pt x="1339435" y="36063"/>
                </a:lnTo>
                <a:lnTo>
                  <a:pt x="1340701" y="35622"/>
                </a:lnTo>
                <a:lnTo>
                  <a:pt x="1341979" y="35240"/>
                </a:lnTo>
                <a:lnTo>
                  <a:pt x="1343269" y="34917"/>
                </a:lnTo>
                <a:lnTo>
                  <a:pt x="1344571" y="34652"/>
                </a:lnTo>
                <a:lnTo>
                  <a:pt x="1345885" y="34447"/>
                </a:lnTo>
                <a:lnTo>
                  <a:pt x="1347210" y="34300"/>
                </a:lnTo>
                <a:lnTo>
                  <a:pt x="1348548" y="34212"/>
                </a:lnTo>
                <a:lnTo>
                  <a:pt x="1349897" y="34182"/>
                </a:lnTo>
                <a:moveTo>
                  <a:pt x="1347686" y="38882"/>
                </a:moveTo>
                <a:lnTo>
                  <a:pt x="1347055" y="38898"/>
                </a:lnTo>
                <a:lnTo>
                  <a:pt x="1346425" y="38944"/>
                </a:lnTo>
                <a:lnTo>
                  <a:pt x="1345793" y="39022"/>
                </a:lnTo>
                <a:lnTo>
                  <a:pt x="1345161" y="39131"/>
                </a:lnTo>
                <a:lnTo>
                  <a:pt x="1344529" y="39271"/>
                </a:lnTo>
                <a:lnTo>
                  <a:pt x="1343896" y="39442"/>
                </a:lnTo>
                <a:lnTo>
                  <a:pt x="1343263" y="39645"/>
                </a:lnTo>
                <a:lnTo>
                  <a:pt x="1342629" y="39878"/>
                </a:lnTo>
                <a:lnTo>
                  <a:pt x="1341995" y="40143"/>
                </a:lnTo>
                <a:lnTo>
                  <a:pt x="1341360" y="40438"/>
                </a:lnTo>
                <a:lnTo>
                  <a:pt x="1340725" y="40765"/>
                </a:lnTo>
                <a:lnTo>
                  <a:pt x="1340089" y="41123"/>
                </a:lnTo>
                <a:lnTo>
                  <a:pt x="1339463" y="41520"/>
                </a:lnTo>
                <a:lnTo>
                  <a:pt x="1338858" y="41964"/>
                </a:lnTo>
                <a:lnTo>
                  <a:pt x="1338272" y="42455"/>
                </a:lnTo>
                <a:lnTo>
                  <a:pt x="1337708" y="42992"/>
                </a:lnTo>
                <a:lnTo>
                  <a:pt x="1337163" y="43577"/>
                </a:lnTo>
                <a:lnTo>
                  <a:pt x="1336639" y="44209"/>
                </a:lnTo>
                <a:lnTo>
                  <a:pt x="1336135" y="44887"/>
                </a:lnTo>
                <a:lnTo>
                  <a:pt x="1335651" y="45613"/>
                </a:lnTo>
                <a:lnTo>
                  <a:pt x="1335187" y="46385"/>
                </a:lnTo>
                <a:lnTo>
                  <a:pt x="1334744" y="47204"/>
                </a:lnTo>
                <a:lnTo>
                  <a:pt x="1334322" y="48070"/>
                </a:lnTo>
                <a:lnTo>
                  <a:pt x="1333919" y="48983"/>
                </a:lnTo>
                <a:lnTo>
                  <a:pt x="1333543" y="49942"/>
                </a:lnTo>
                <a:lnTo>
                  <a:pt x="1333200" y="50945"/>
                </a:lnTo>
                <a:lnTo>
                  <a:pt x="1332889" y="51993"/>
                </a:lnTo>
                <a:lnTo>
                  <a:pt x="1332611" y="53085"/>
                </a:lnTo>
                <a:lnTo>
                  <a:pt x="1332366" y="54221"/>
                </a:lnTo>
                <a:lnTo>
                  <a:pt x="1332154" y="55402"/>
                </a:lnTo>
                <a:lnTo>
                  <a:pt x="1331974" y="56628"/>
                </a:lnTo>
                <a:lnTo>
                  <a:pt x="1331827" y="57898"/>
                </a:lnTo>
                <a:lnTo>
                  <a:pt x="1331712" y="59212"/>
                </a:lnTo>
                <a:lnTo>
                  <a:pt x="1331631" y="60571"/>
                </a:lnTo>
                <a:lnTo>
                  <a:pt x="1331582" y="61974"/>
                </a:lnTo>
                <a:lnTo>
                  <a:pt x="1331565" y="63422"/>
                </a:lnTo>
                <a:lnTo>
                  <a:pt x="1331605" y="65765"/>
                </a:lnTo>
                <a:lnTo>
                  <a:pt x="1331723" y="68055"/>
                </a:lnTo>
                <a:lnTo>
                  <a:pt x="1331920" y="70290"/>
                </a:lnTo>
                <a:lnTo>
                  <a:pt x="1332195" y="72470"/>
                </a:lnTo>
                <a:lnTo>
                  <a:pt x="1332550" y="74597"/>
                </a:lnTo>
                <a:lnTo>
                  <a:pt x="1332983" y="76669"/>
                </a:lnTo>
                <a:lnTo>
                  <a:pt x="1333495" y="78687"/>
                </a:lnTo>
                <a:lnTo>
                  <a:pt x="1334086" y="80650"/>
                </a:lnTo>
                <a:lnTo>
                  <a:pt x="1334755" y="82559"/>
                </a:lnTo>
                <a:lnTo>
                  <a:pt x="1335503" y="84414"/>
                </a:lnTo>
                <a:lnTo>
                  <a:pt x="1336330" y="86215"/>
                </a:lnTo>
                <a:lnTo>
                  <a:pt x="1337236" y="87961"/>
                </a:lnTo>
                <a:lnTo>
                  <a:pt x="1338206" y="89608"/>
                </a:lnTo>
                <a:lnTo>
                  <a:pt x="1339226" y="91112"/>
                </a:lnTo>
                <a:lnTo>
                  <a:pt x="1340296" y="92473"/>
                </a:lnTo>
                <a:lnTo>
                  <a:pt x="1341417" y="93690"/>
                </a:lnTo>
                <a:lnTo>
                  <a:pt x="1342587" y="94765"/>
                </a:lnTo>
                <a:lnTo>
                  <a:pt x="1343807" y="95696"/>
                </a:lnTo>
                <a:lnTo>
                  <a:pt x="1345078" y="96483"/>
                </a:lnTo>
                <a:lnTo>
                  <a:pt x="1346398" y="97128"/>
                </a:lnTo>
                <a:lnTo>
                  <a:pt x="1347768" y="97629"/>
                </a:lnTo>
                <a:lnTo>
                  <a:pt x="1349189" y="97987"/>
                </a:lnTo>
                <a:lnTo>
                  <a:pt x="1350659" y="98202"/>
                </a:lnTo>
                <a:lnTo>
                  <a:pt x="1352180" y="98274"/>
                </a:lnTo>
                <a:lnTo>
                  <a:pt x="1353316" y="98234"/>
                </a:lnTo>
                <a:lnTo>
                  <a:pt x="1354418" y="98116"/>
                </a:lnTo>
                <a:lnTo>
                  <a:pt x="1355487" y="97918"/>
                </a:lnTo>
                <a:lnTo>
                  <a:pt x="1356523" y="97641"/>
                </a:lnTo>
                <a:lnTo>
                  <a:pt x="1357524" y="97286"/>
                </a:lnTo>
                <a:lnTo>
                  <a:pt x="1358492" y="96851"/>
                </a:lnTo>
                <a:lnTo>
                  <a:pt x="1359426" y="96337"/>
                </a:lnTo>
                <a:lnTo>
                  <a:pt x="1360327" y="95745"/>
                </a:lnTo>
                <a:lnTo>
                  <a:pt x="1361194" y="95073"/>
                </a:lnTo>
                <a:lnTo>
                  <a:pt x="1362027" y="94322"/>
                </a:lnTo>
                <a:lnTo>
                  <a:pt x="1362826" y="93492"/>
                </a:lnTo>
                <a:lnTo>
                  <a:pt x="1363592" y="92583"/>
                </a:lnTo>
                <a:lnTo>
                  <a:pt x="1364310" y="91578"/>
                </a:lnTo>
                <a:lnTo>
                  <a:pt x="1364965" y="90459"/>
                </a:lnTo>
                <a:lnTo>
                  <a:pt x="1365558" y="89227"/>
                </a:lnTo>
                <a:lnTo>
                  <a:pt x="1366089" y="87881"/>
                </a:lnTo>
                <a:lnTo>
                  <a:pt x="1366557" y="86421"/>
                </a:lnTo>
                <a:lnTo>
                  <a:pt x="1366963" y="84848"/>
                </a:lnTo>
                <a:lnTo>
                  <a:pt x="1367306" y="83162"/>
                </a:lnTo>
                <a:lnTo>
                  <a:pt x="1367587" y="81361"/>
                </a:lnTo>
                <a:lnTo>
                  <a:pt x="1367805" y="79447"/>
                </a:lnTo>
                <a:lnTo>
                  <a:pt x="1367961" y="77420"/>
                </a:lnTo>
                <a:lnTo>
                  <a:pt x="1368055" y="75279"/>
                </a:lnTo>
                <a:lnTo>
                  <a:pt x="1368086" y="73024"/>
                </a:lnTo>
                <a:lnTo>
                  <a:pt x="1368034" y="70183"/>
                </a:lnTo>
                <a:lnTo>
                  <a:pt x="1367878" y="67444"/>
                </a:lnTo>
                <a:lnTo>
                  <a:pt x="1367618" y="64809"/>
                </a:lnTo>
                <a:lnTo>
                  <a:pt x="1367254" y="62276"/>
                </a:lnTo>
                <a:lnTo>
                  <a:pt x="1366786" y="59845"/>
                </a:lnTo>
                <a:lnTo>
                  <a:pt x="1366214" y="57518"/>
                </a:lnTo>
                <a:lnTo>
                  <a:pt x="1365537" y="55293"/>
                </a:lnTo>
                <a:lnTo>
                  <a:pt x="1364757" y="53171"/>
                </a:lnTo>
                <a:lnTo>
                  <a:pt x="1363873" y="51151"/>
                </a:lnTo>
                <a:lnTo>
                  <a:pt x="1362885" y="49235"/>
                </a:lnTo>
                <a:lnTo>
                  <a:pt x="1361793" y="47421"/>
                </a:lnTo>
                <a:lnTo>
                  <a:pt x="1360596" y="45710"/>
                </a:lnTo>
                <a:lnTo>
                  <a:pt x="1359733" y="44619"/>
                </a:lnTo>
                <a:lnTo>
                  <a:pt x="1358831" y="43624"/>
                </a:lnTo>
                <a:lnTo>
                  <a:pt x="1357890" y="42723"/>
                </a:lnTo>
                <a:lnTo>
                  <a:pt x="1356911" y="41917"/>
                </a:lnTo>
                <a:lnTo>
                  <a:pt x="1355893" y="41205"/>
                </a:lnTo>
                <a:lnTo>
                  <a:pt x="1354837" y="40589"/>
                </a:lnTo>
                <a:lnTo>
                  <a:pt x="1353741" y="40068"/>
                </a:lnTo>
                <a:lnTo>
                  <a:pt x="1352608" y="39641"/>
                </a:lnTo>
                <a:lnTo>
                  <a:pt x="1351435" y="39309"/>
                </a:lnTo>
                <a:lnTo>
                  <a:pt x="1350224" y="39072"/>
                </a:lnTo>
                <a:lnTo>
                  <a:pt x="1348974" y="38930"/>
                </a:lnTo>
                <a:lnTo>
                  <a:pt x="1347686" y="38882"/>
                </a:lnTo>
                <a:close/>
                <a:moveTo>
                  <a:pt x="1433210" y="34182"/>
                </a:moveTo>
                <a:lnTo>
                  <a:pt x="1433210" y="56258"/>
                </a:lnTo>
                <a:lnTo>
                  <a:pt x="1430856" y="56258"/>
                </a:lnTo>
                <a:lnTo>
                  <a:pt x="1430393" y="54573"/>
                </a:lnTo>
                <a:lnTo>
                  <a:pt x="1429910" y="52981"/>
                </a:lnTo>
                <a:lnTo>
                  <a:pt x="1429405" y="51480"/>
                </a:lnTo>
                <a:lnTo>
                  <a:pt x="1428878" y="50072"/>
                </a:lnTo>
                <a:lnTo>
                  <a:pt x="1428331" y="48756"/>
                </a:lnTo>
                <a:lnTo>
                  <a:pt x="1427762" y="47533"/>
                </a:lnTo>
                <a:lnTo>
                  <a:pt x="1427172" y="46402"/>
                </a:lnTo>
                <a:lnTo>
                  <a:pt x="1426560" y="45363"/>
                </a:lnTo>
                <a:lnTo>
                  <a:pt x="1425927" y="44416"/>
                </a:lnTo>
                <a:lnTo>
                  <a:pt x="1425273" y="43561"/>
                </a:lnTo>
                <a:lnTo>
                  <a:pt x="1424598" y="42799"/>
                </a:lnTo>
                <a:lnTo>
                  <a:pt x="1423901" y="42129"/>
                </a:lnTo>
                <a:lnTo>
                  <a:pt x="1423178" y="41531"/>
                </a:lnTo>
                <a:lnTo>
                  <a:pt x="1422422" y="40985"/>
                </a:lnTo>
                <a:lnTo>
                  <a:pt x="1421634" y="40490"/>
                </a:lnTo>
                <a:lnTo>
                  <a:pt x="1420814" y="40048"/>
                </a:lnTo>
                <a:lnTo>
                  <a:pt x="1419962" y="39658"/>
                </a:lnTo>
                <a:lnTo>
                  <a:pt x="1419077" y="39320"/>
                </a:lnTo>
                <a:lnTo>
                  <a:pt x="1418161" y="39034"/>
                </a:lnTo>
                <a:lnTo>
                  <a:pt x="1417212" y="38800"/>
                </a:lnTo>
                <a:lnTo>
                  <a:pt x="1416231" y="38618"/>
                </a:lnTo>
                <a:lnTo>
                  <a:pt x="1415218" y="38488"/>
                </a:lnTo>
                <a:lnTo>
                  <a:pt x="1414172" y="38410"/>
                </a:lnTo>
                <a:lnTo>
                  <a:pt x="1413095" y="38384"/>
                </a:lnTo>
                <a:lnTo>
                  <a:pt x="1412276" y="38402"/>
                </a:lnTo>
                <a:lnTo>
                  <a:pt x="1411484" y="38457"/>
                </a:lnTo>
                <a:lnTo>
                  <a:pt x="1410718" y="38548"/>
                </a:lnTo>
                <a:lnTo>
                  <a:pt x="1409980" y="38676"/>
                </a:lnTo>
                <a:lnTo>
                  <a:pt x="1409268" y="38841"/>
                </a:lnTo>
                <a:lnTo>
                  <a:pt x="1408583" y="39042"/>
                </a:lnTo>
                <a:lnTo>
                  <a:pt x="1407925" y="39280"/>
                </a:lnTo>
                <a:lnTo>
                  <a:pt x="1407293" y="39554"/>
                </a:lnTo>
                <a:lnTo>
                  <a:pt x="1406688" y="39865"/>
                </a:lnTo>
                <a:lnTo>
                  <a:pt x="1406110" y="40212"/>
                </a:lnTo>
                <a:lnTo>
                  <a:pt x="1405559" y="40596"/>
                </a:lnTo>
                <a:lnTo>
                  <a:pt x="1405034" y="41016"/>
                </a:lnTo>
                <a:lnTo>
                  <a:pt x="1404544" y="41459"/>
                </a:lnTo>
                <a:lnTo>
                  <a:pt x="1404097" y="41909"/>
                </a:lnTo>
                <a:lnTo>
                  <a:pt x="1403693" y="42367"/>
                </a:lnTo>
                <a:lnTo>
                  <a:pt x="1403330" y="42833"/>
                </a:lnTo>
                <a:lnTo>
                  <a:pt x="1403011" y="43308"/>
                </a:lnTo>
                <a:lnTo>
                  <a:pt x="1402734" y="43790"/>
                </a:lnTo>
                <a:lnTo>
                  <a:pt x="1402500" y="44280"/>
                </a:lnTo>
                <a:lnTo>
                  <a:pt x="1402308" y="44778"/>
                </a:lnTo>
                <a:lnTo>
                  <a:pt x="1402159" y="45284"/>
                </a:lnTo>
                <a:lnTo>
                  <a:pt x="1402052" y="45798"/>
                </a:lnTo>
                <a:lnTo>
                  <a:pt x="1401989" y="46319"/>
                </a:lnTo>
                <a:lnTo>
                  <a:pt x="1401967" y="46849"/>
                </a:lnTo>
                <a:lnTo>
                  <a:pt x="1401983" y="47505"/>
                </a:lnTo>
                <a:lnTo>
                  <a:pt x="1402031" y="48145"/>
                </a:lnTo>
                <a:lnTo>
                  <a:pt x="1402110" y="48770"/>
                </a:lnTo>
                <a:lnTo>
                  <a:pt x="1402221" y="49378"/>
                </a:lnTo>
                <a:lnTo>
                  <a:pt x="1402363" y="49971"/>
                </a:lnTo>
                <a:lnTo>
                  <a:pt x="1402538" y="50548"/>
                </a:lnTo>
                <a:lnTo>
                  <a:pt x="1402744" y="51109"/>
                </a:lnTo>
                <a:lnTo>
                  <a:pt x="1402982" y="51654"/>
                </a:lnTo>
                <a:lnTo>
                  <a:pt x="1403251" y="52183"/>
                </a:lnTo>
                <a:lnTo>
                  <a:pt x="1403552" y="52697"/>
                </a:lnTo>
                <a:lnTo>
                  <a:pt x="1403885" y="53195"/>
                </a:lnTo>
                <a:lnTo>
                  <a:pt x="1404250" y="53677"/>
                </a:lnTo>
                <a:lnTo>
                  <a:pt x="1404650" y="54165"/>
                </a:lnTo>
                <a:lnTo>
                  <a:pt x="1405114" y="54659"/>
                </a:lnTo>
                <a:lnTo>
                  <a:pt x="1405641" y="55157"/>
                </a:lnTo>
                <a:lnTo>
                  <a:pt x="1406231" y="55661"/>
                </a:lnTo>
                <a:lnTo>
                  <a:pt x="1406885" y="56169"/>
                </a:lnTo>
                <a:lnTo>
                  <a:pt x="1407602" y="56683"/>
                </a:lnTo>
                <a:lnTo>
                  <a:pt x="1408383" y="57201"/>
                </a:lnTo>
                <a:lnTo>
                  <a:pt x="1409227" y="57724"/>
                </a:lnTo>
                <a:lnTo>
                  <a:pt x="1410134" y="58252"/>
                </a:lnTo>
                <a:lnTo>
                  <a:pt x="1411105" y="58785"/>
                </a:lnTo>
                <a:lnTo>
                  <a:pt x="1412140" y="59323"/>
                </a:lnTo>
                <a:lnTo>
                  <a:pt x="1413237" y="59865"/>
                </a:lnTo>
                <a:lnTo>
                  <a:pt x="1423651" y="64917"/>
                </a:lnTo>
                <a:lnTo>
                  <a:pt x="1425964" y="66122"/>
                </a:lnTo>
                <a:lnTo>
                  <a:pt x="1428076" y="67389"/>
                </a:lnTo>
                <a:lnTo>
                  <a:pt x="1429986" y="68718"/>
                </a:lnTo>
                <a:lnTo>
                  <a:pt x="1431696" y="70109"/>
                </a:lnTo>
                <a:lnTo>
                  <a:pt x="1433204" y="71563"/>
                </a:lnTo>
                <a:lnTo>
                  <a:pt x="1434511" y="73079"/>
                </a:lnTo>
                <a:lnTo>
                  <a:pt x="1435617" y="74658"/>
                </a:lnTo>
                <a:lnTo>
                  <a:pt x="1436522" y="76298"/>
                </a:lnTo>
                <a:lnTo>
                  <a:pt x="1437226" y="78001"/>
                </a:lnTo>
                <a:lnTo>
                  <a:pt x="1437729" y="79766"/>
                </a:lnTo>
                <a:lnTo>
                  <a:pt x="1438031" y="81594"/>
                </a:lnTo>
                <a:lnTo>
                  <a:pt x="1438131" y="83484"/>
                </a:lnTo>
                <a:lnTo>
                  <a:pt x="1438084" y="84941"/>
                </a:lnTo>
                <a:lnTo>
                  <a:pt x="1437944" y="86351"/>
                </a:lnTo>
                <a:lnTo>
                  <a:pt x="1437710" y="87713"/>
                </a:lnTo>
                <a:lnTo>
                  <a:pt x="1437382" y="89028"/>
                </a:lnTo>
                <a:lnTo>
                  <a:pt x="1436961" y="90294"/>
                </a:lnTo>
                <a:lnTo>
                  <a:pt x="1436446" y="91512"/>
                </a:lnTo>
                <a:lnTo>
                  <a:pt x="1435838" y="92683"/>
                </a:lnTo>
                <a:lnTo>
                  <a:pt x="1435135" y="93806"/>
                </a:lnTo>
                <a:lnTo>
                  <a:pt x="1434340" y="94880"/>
                </a:lnTo>
                <a:lnTo>
                  <a:pt x="1433450" y="95907"/>
                </a:lnTo>
                <a:lnTo>
                  <a:pt x="1432467" y="96886"/>
                </a:lnTo>
                <a:lnTo>
                  <a:pt x="1431391" y="97817"/>
                </a:lnTo>
                <a:lnTo>
                  <a:pt x="1430256" y="98686"/>
                </a:lnTo>
                <a:lnTo>
                  <a:pt x="1429099" y="99480"/>
                </a:lnTo>
                <a:lnTo>
                  <a:pt x="1427920" y="100198"/>
                </a:lnTo>
                <a:lnTo>
                  <a:pt x="1426719" y="100840"/>
                </a:lnTo>
                <a:lnTo>
                  <a:pt x="1425495" y="101407"/>
                </a:lnTo>
                <a:lnTo>
                  <a:pt x="1424249" y="101898"/>
                </a:lnTo>
                <a:lnTo>
                  <a:pt x="1422980" y="102314"/>
                </a:lnTo>
                <a:lnTo>
                  <a:pt x="1421690" y="102654"/>
                </a:lnTo>
                <a:lnTo>
                  <a:pt x="1420377" y="102918"/>
                </a:lnTo>
                <a:lnTo>
                  <a:pt x="1419042" y="103107"/>
                </a:lnTo>
                <a:lnTo>
                  <a:pt x="1417684" y="103221"/>
                </a:lnTo>
                <a:lnTo>
                  <a:pt x="1416304" y="103259"/>
                </a:lnTo>
                <a:lnTo>
                  <a:pt x="1415294" y="103244"/>
                </a:lnTo>
                <a:lnTo>
                  <a:pt x="1414260" y="103199"/>
                </a:lnTo>
                <a:lnTo>
                  <a:pt x="1413202" y="103125"/>
                </a:lnTo>
                <a:lnTo>
                  <a:pt x="1412120" y="103021"/>
                </a:lnTo>
                <a:lnTo>
                  <a:pt x="1411014" y="102888"/>
                </a:lnTo>
                <a:lnTo>
                  <a:pt x="1409885" y="102724"/>
                </a:lnTo>
                <a:lnTo>
                  <a:pt x="1408732" y="102532"/>
                </a:lnTo>
                <a:lnTo>
                  <a:pt x="1407555" y="102309"/>
                </a:lnTo>
                <a:lnTo>
                  <a:pt x="1406354" y="102057"/>
                </a:lnTo>
                <a:lnTo>
                  <a:pt x="1405130" y="101775"/>
                </a:lnTo>
                <a:lnTo>
                  <a:pt x="1403881" y="101463"/>
                </a:lnTo>
                <a:lnTo>
                  <a:pt x="1402609" y="101122"/>
                </a:lnTo>
                <a:lnTo>
                  <a:pt x="1402223" y="101008"/>
                </a:lnTo>
                <a:lnTo>
                  <a:pt x="1401848" y="100905"/>
                </a:lnTo>
                <a:lnTo>
                  <a:pt x="1401486" y="100811"/>
                </a:lnTo>
                <a:lnTo>
                  <a:pt x="1401135" y="100727"/>
                </a:lnTo>
                <a:lnTo>
                  <a:pt x="1400796" y="100652"/>
                </a:lnTo>
                <a:lnTo>
                  <a:pt x="1400469" y="100588"/>
                </a:lnTo>
                <a:lnTo>
                  <a:pt x="1400154" y="100534"/>
                </a:lnTo>
                <a:lnTo>
                  <a:pt x="1399851" y="100489"/>
                </a:lnTo>
                <a:lnTo>
                  <a:pt x="1399560" y="100455"/>
                </a:lnTo>
                <a:lnTo>
                  <a:pt x="1399280" y="100430"/>
                </a:lnTo>
                <a:lnTo>
                  <a:pt x="1399013" y="100415"/>
                </a:lnTo>
                <a:lnTo>
                  <a:pt x="1398757" y="100410"/>
                </a:lnTo>
                <a:lnTo>
                  <a:pt x="1398489" y="100423"/>
                </a:lnTo>
                <a:lnTo>
                  <a:pt x="1398230" y="100461"/>
                </a:lnTo>
                <a:lnTo>
                  <a:pt x="1397982" y="100526"/>
                </a:lnTo>
                <a:lnTo>
                  <a:pt x="1397743" y="100616"/>
                </a:lnTo>
                <a:lnTo>
                  <a:pt x="1397514" y="100731"/>
                </a:lnTo>
                <a:lnTo>
                  <a:pt x="1397295" y="100873"/>
                </a:lnTo>
                <a:lnTo>
                  <a:pt x="1397086" y="101040"/>
                </a:lnTo>
                <a:lnTo>
                  <a:pt x="1396887" y="101233"/>
                </a:lnTo>
                <a:lnTo>
                  <a:pt x="1396698" y="101452"/>
                </a:lnTo>
                <a:lnTo>
                  <a:pt x="1396518" y="101696"/>
                </a:lnTo>
                <a:lnTo>
                  <a:pt x="1396349" y="101966"/>
                </a:lnTo>
                <a:lnTo>
                  <a:pt x="1396190" y="102262"/>
                </a:lnTo>
                <a:lnTo>
                  <a:pt x="1393836" y="102262"/>
                </a:lnTo>
                <a:lnTo>
                  <a:pt x="1393836" y="78904"/>
                </a:lnTo>
                <a:lnTo>
                  <a:pt x="1396190" y="78904"/>
                </a:lnTo>
                <a:lnTo>
                  <a:pt x="1396548" y="80537"/>
                </a:lnTo>
                <a:lnTo>
                  <a:pt x="1396956" y="82102"/>
                </a:lnTo>
                <a:lnTo>
                  <a:pt x="1397416" y="83598"/>
                </a:lnTo>
                <a:lnTo>
                  <a:pt x="1397925" y="85026"/>
                </a:lnTo>
                <a:lnTo>
                  <a:pt x="1398485" y="86385"/>
                </a:lnTo>
                <a:lnTo>
                  <a:pt x="1399096" y="87676"/>
                </a:lnTo>
                <a:lnTo>
                  <a:pt x="1399757" y="88899"/>
                </a:lnTo>
                <a:lnTo>
                  <a:pt x="1400469" y="90053"/>
                </a:lnTo>
                <a:lnTo>
                  <a:pt x="1401232" y="91138"/>
                </a:lnTo>
                <a:lnTo>
                  <a:pt x="1402044" y="92155"/>
                </a:lnTo>
                <a:lnTo>
                  <a:pt x="1402908" y="93103"/>
                </a:lnTo>
                <a:lnTo>
                  <a:pt x="1403822" y="93983"/>
                </a:lnTo>
                <a:lnTo>
                  <a:pt x="1404770" y="94793"/>
                </a:lnTo>
                <a:lnTo>
                  <a:pt x="1405738" y="95533"/>
                </a:lnTo>
                <a:lnTo>
                  <a:pt x="1406724" y="96203"/>
                </a:lnTo>
                <a:lnTo>
                  <a:pt x="1407729" y="96802"/>
                </a:lnTo>
                <a:lnTo>
                  <a:pt x="1408753" y="97330"/>
                </a:lnTo>
                <a:lnTo>
                  <a:pt x="1409796" y="97788"/>
                </a:lnTo>
                <a:lnTo>
                  <a:pt x="1410857" y="98176"/>
                </a:lnTo>
                <a:lnTo>
                  <a:pt x="1411938" y="98493"/>
                </a:lnTo>
                <a:lnTo>
                  <a:pt x="1413037" y="98740"/>
                </a:lnTo>
                <a:lnTo>
                  <a:pt x="1414155" y="98916"/>
                </a:lnTo>
                <a:lnTo>
                  <a:pt x="1415291" y="99022"/>
                </a:lnTo>
                <a:lnTo>
                  <a:pt x="1416447" y="99057"/>
                </a:lnTo>
                <a:lnTo>
                  <a:pt x="1417255" y="99037"/>
                </a:lnTo>
                <a:lnTo>
                  <a:pt x="1418037" y="98977"/>
                </a:lnTo>
                <a:lnTo>
                  <a:pt x="1418794" y="98877"/>
                </a:lnTo>
                <a:lnTo>
                  <a:pt x="1419526" y="98737"/>
                </a:lnTo>
                <a:lnTo>
                  <a:pt x="1420233" y="98557"/>
                </a:lnTo>
                <a:lnTo>
                  <a:pt x="1420914" y="98337"/>
                </a:lnTo>
                <a:lnTo>
                  <a:pt x="1421570" y="98077"/>
                </a:lnTo>
                <a:lnTo>
                  <a:pt x="1422201" y="97777"/>
                </a:lnTo>
                <a:lnTo>
                  <a:pt x="1422807" y="97437"/>
                </a:lnTo>
                <a:lnTo>
                  <a:pt x="1423387" y="97057"/>
                </a:lnTo>
                <a:lnTo>
                  <a:pt x="1423942" y="96637"/>
                </a:lnTo>
                <a:lnTo>
                  <a:pt x="1424472" y="96177"/>
                </a:lnTo>
                <a:lnTo>
                  <a:pt x="1424967" y="95689"/>
                </a:lnTo>
                <a:lnTo>
                  <a:pt x="1425420" y="95184"/>
                </a:lnTo>
                <a:lnTo>
                  <a:pt x="1425829" y="94663"/>
                </a:lnTo>
                <a:lnTo>
                  <a:pt x="1426195" y="94126"/>
                </a:lnTo>
                <a:lnTo>
                  <a:pt x="1426519" y="93572"/>
                </a:lnTo>
                <a:lnTo>
                  <a:pt x="1426799" y="93002"/>
                </a:lnTo>
                <a:lnTo>
                  <a:pt x="1427036" y="92416"/>
                </a:lnTo>
                <a:lnTo>
                  <a:pt x="1427230" y="91814"/>
                </a:lnTo>
                <a:lnTo>
                  <a:pt x="1427381" y="91195"/>
                </a:lnTo>
                <a:lnTo>
                  <a:pt x="1427488" y="90560"/>
                </a:lnTo>
                <a:lnTo>
                  <a:pt x="1427553" y="89908"/>
                </a:lnTo>
                <a:lnTo>
                  <a:pt x="1427575" y="89241"/>
                </a:lnTo>
                <a:lnTo>
                  <a:pt x="1427551" y="88433"/>
                </a:lnTo>
                <a:lnTo>
                  <a:pt x="1427478" y="87648"/>
                </a:lnTo>
                <a:lnTo>
                  <a:pt x="1427358" y="86884"/>
                </a:lnTo>
                <a:lnTo>
                  <a:pt x="1427190" y="86142"/>
                </a:lnTo>
                <a:lnTo>
                  <a:pt x="1426974" y="85422"/>
                </a:lnTo>
                <a:lnTo>
                  <a:pt x="1426710" y="84723"/>
                </a:lnTo>
                <a:lnTo>
                  <a:pt x="1426397" y="84046"/>
                </a:lnTo>
                <a:lnTo>
                  <a:pt x="1426037" y="83391"/>
                </a:lnTo>
                <a:lnTo>
                  <a:pt x="1425629" y="82758"/>
                </a:lnTo>
                <a:lnTo>
                  <a:pt x="1425172" y="82147"/>
                </a:lnTo>
                <a:lnTo>
                  <a:pt x="1424668" y="81557"/>
                </a:lnTo>
                <a:lnTo>
                  <a:pt x="1424115" y="80989"/>
                </a:lnTo>
                <a:lnTo>
                  <a:pt x="1423491" y="80420"/>
                </a:lnTo>
                <a:lnTo>
                  <a:pt x="1422771" y="79825"/>
                </a:lnTo>
                <a:lnTo>
                  <a:pt x="1421955" y="79207"/>
                </a:lnTo>
                <a:lnTo>
                  <a:pt x="1421044" y="78563"/>
                </a:lnTo>
                <a:lnTo>
                  <a:pt x="1420037" y="77895"/>
                </a:lnTo>
                <a:lnTo>
                  <a:pt x="1418935" y="77202"/>
                </a:lnTo>
                <a:lnTo>
                  <a:pt x="1417737" y="76484"/>
                </a:lnTo>
                <a:lnTo>
                  <a:pt x="1416443" y="75742"/>
                </a:lnTo>
                <a:lnTo>
                  <a:pt x="1415054" y="74975"/>
                </a:lnTo>
                <a:lnTo>
                  <a:pt x="1413569" y="74183"/>
                </a:lnTo>
                <a:lnTo>
                  <a:pt x="1411989" y="73367"/>
                </a:lnTo>
                <a:lnTo>
                  <a:pt x="1410313" y="72526"/>
                </a:lnTo>
                <a:lnTo>
                  <a:pt x="1408639" y="71679"/>
                </a:lnTo>
                <a:lnTo>
                  <a:pt x="1407063" y="70846"/>
                </a:lnTo>
                <a:lnTo>
                  <a:pt x="1405587" y="70027"/>
                </a:lnTo>
                <a:lnTo>
                  <a:pt x="1404210" y="69221"/>
                </a:lnTo>
                <a:lnTo>
                  <a:pt x="1402932" y="68430"/>
                </a:lnTo>
                <a:lnTo>
                  <a:pt x="1401753" y="67652"/>
                </a:lnTo>
                <a:lnTo>
                  <a:pt x="1400673" y="66888"/>
                </a:lnTo>
                <a:lnTo>
                  <a:pt x="1399693" y="66138"/>
                </a:lnTo>
                <a:lnTo>
                  <a:pt x="1398811" y="65402"/>
                </a:lnTo>
                <a:lnTo>
                  <a:pt x="1398028" y="64680"/>
                </a:lnTo>
                <a:lnTo>
                  <a:pt x="1397345" y="63972"/>
                </a:lnTo>
                <a:lnTo>
                  <a:pt x="1396760" y="63277"/>
                </a:lnTo>
                <a:lnTo>
                  <a:pt x="1396247" y="62586"/>
                </a:lnTo>
                <a:lnTo>
                  <a:pt x="1395779" y="61866"/>
                </a:lnTo>
                <a:lnTo>
                  <a:pt x="1395356" y="61116"/>
                </a:lnTo>
                <a:lnTo>
                  <a:pt x="1394977" y="60337"/>
                </a:lnTo>
                <a:lnTo>
                  <a:pt x="1394643" y="59528"/>
                </a:lnTo>
                <a:lnTo>
                  <a:pt x="1394353" y="58689"/>
                </a:lnTo>
                <a:lnTo>
                  <a:pt x="1394108" y="57820"/>
                </a:lnTo>
                <a:lnTo>
                  <a:pt x="1393907" y="56922"/>
                </a:lnTo>
                <a:lnTo>
                  <a:pt x="1393751" y="55995"/>
                </a:lnTo>
                <a:lnTo>
                  <a:pt x="1393639" y="55037"/>
                </a:lnTo>
                <a:lnTo>
                  <a:pt x="1393573" y="54050"/>
                </a:lnTo>
                <a:lnTo>
                  <a:pt x="1393550" y="53033"/>
                </a:lnTo>
                <a:lnTo>
                  <a:pt x="1393589" y="51712"/>
                </a:lnTo>
                <a:lnTo>
                  <a:pt x="1393704" y="50427"/>
                </a:lnTo>
                <a:lnTo>
                  <a:pt x="1393896" y="49179"/>
                </a:lnTo>
                <a:lnTo>
                  <a:pt x="1394165" y="47967"/>
                </a:lnTo>
                <a:lnTo>
                  <a:pt x="1394510" y="46792"/>
                </a:lnTo>
                <a:lnTo>
                  <a:pt x="1394932" y="45654"/>
                </a:lnTo>
                <a:lnTo>
                  <a:pt x="1395431" y="44551"/>
                </a:lnTo>
                <a:lnTo>
                  <a:pt x="1396007" y="43486"/>
                </a:lnTo>
                <a:lnTo>
                  <a:pt x="1396660" y="42457"/>
                </a:lnTo>
                <a:lnTo>
                  <a:pt x="1397389" y="41465"/>
                </a:lnTo>
                <a:lnTo>
                  <a:pt x="1398195" y="40509"/>
                </a:lnTo>
                <a:lnTo>
                  <a:pt x="1399078" y="39590"/>
                </a:lnTo>
                <a:lnTo>
                  <a:pt x="1400022" y="38726"/>
                </a:lnTo>
                <a:lnTo>
                  <a:pt x="1401011" y="37937"/>
                </a:lnTo>
                <a:lnTo>
                  <a:pt x="1402045" y="37224"/>
                </a:lnTo>
                <a:lnTo>
                  <a:pt x="1403124" y="36586"/>
                </a:lnTo>
                <a:lnTo>
                  <a:pt x="1404249" y="36022"/>
                </a:lnTo>
                <a:lnTo>
                  <a:pt x="1405418" y="35534"/>
                </a:lnTo>
                <a:lnTo>
                  <a:pt x="1406632" y="35121"/>
                </a:lnTo>
                <a:lnTo>
                  <a:pt x="1407892" y="34783"/>
                </a:lnTo>
                <a:lnTo>
                  <a:pt x="1409196" y="34520"/>
                </a:lnTo>
                <a:lnTo>
                  <a:pt x="1410546" y="34332"/>
                </a:lnTo>
                <a:lnTo>
                  <a:pt x="1411940" y="34220"/>
                </a:lnTo>
                <a:lnTo>
                  <a:pt x="1413380" y="34182"/>
                </a:lnTo>
                <a:lnTo>
                  <a:pt x="1414033" y="34194"/>
                </a:lnTo>
                <a:lnTo>
                  <a:pt x="1414709" y="34228"/>
                </a:lnTo>
                <a:lnTo>
                  <a:pt x="1415408" y="34285"/>
                </a:lnTo>
                <a:lnTo>
                  <a:pt x="1416130" y="34364"/>
                </a:lnTo>
                <a:lnTo>
                  <a:pt x="1416875" y="34466"/>
                </a:lnTo>
                <a:lnTo>
                  <a:pt x="1417642" y="34592"/>
                </a:lnTo>
                <a:lnTo>
                  <a:pt x="1418432" y="34739"/>
                </a:lnTo>
                <a:lnTo>
                  <a:pt x="1419245" y="34910"/>
                </a:lnTo>
                <a:lnTo>
                  <a:pt x="1420080" y="35103"/>
                </a:lnTo>
                <a:lnTo>
                  <a:pt x="1420939" y="35320"/>
                </a:lnTo>
                <a:lnTo>
                  <a:pt x="1421820" y="35558"/>
                </a:lnTo>
                <a:lnTo>
                  <a:pt x="1422724" y="35820"/>
                </a:lnTo>
                <a:lnTo>
                  <a:pt x="1423314" y="35991"/>
                </a:lnTo>
                <a:lnTo>
                  <a:pt x="1423869" y="36146"/>
                </a:lnTo>
                <a:lnTo>
                  <a:pt x="1424391" y="36287"/>
                </a:lnTo>
                <a:lnTo>
                  <a:pt x="1424880" y="36413"/>
                </a:lnTo>
                <a:lnTo>
                  <a:pt x="1425335" y="36525"/>
                </a:lnTo>
                <a:lnTo>
                  <a:pt x="1425756" y="36621"/>
                </a:lnTo>
                <a:lnTo>
                  <a:pt x="1426143" y="36703"/>
                </a:lnTo>
                <a:lnTo>
                  <a:pt x="1426497" y="36770"/>
                </a:lnTo>
                <a:lnTo>
                  <a:pt x="1426817" y="36821"/>
                </a:lnTo>
                <a:lnTo>
                  <a:pt x="1427103" y="36859"/>
                </a:lnTo>
                <a:lnTo>
                  <a:pt x="1427356" y="36881"/>
                </a:lnTo>
                <a:lnTo>
                  <a:pt x="1427575" y="36888"/>
                </a:lnTo>
                <a:lnTo>
                  <a:pt x="1427761" y="36885"/>
                </a:lnTo>
                <a:lnTo>
                  <a:pt x="1427941" y="36874"/>
                </a:lnTo>
                <a:lnTo>
                  <a:pt x="1428114" y="36857"/>
                </a:lnTo>
                <a:lnTo>
                  <a:pt x="1428280" y="36833"/>
                </a:lnTo>
                <a:lnTo>
                  <a:pt x="1428439" y="36802"/>
                </a:lnTo>
                <a:lnTo>
                  <a:pt x="1428591" y="36764"/>
                </a:lnTo>
                <a:lnTo>
                  <a:pt x="1428736" y="36719"/>
                </a:lnTo>
                <a:lnTo>
                  <a:pt x="1428874" y="36667"/>
                </a:lnTo>
                <a:lnTo>
                  <a:pt x="1429006" y="36608"/>
                </a:lnTo>
                <a:lnTo>
                  <a:pt x="1429130" y="36542"/>
                </a:lnTo>
                <a:lnTo>
                  <a:pt x="1429247" y="36469"/>
                </a:lnTo>
                <a:lnTo>
                  <a:pt x="1429358" y="36390"/>
                </a:lnTo>
                <a:lnTo>
                  <a:pt x="1429466" y="36298"/>
                </a:lnTo>
                <a:lnTo>
                  <a:pt x="1429578" y="36190"/>
                </a:lnTo>
                <a:lnTo>
                  <a:pt x="1429692" y="36065"/>
                </a:lnTo>
                <a:lnTo>
                  <a:pt x="1429810" y="35923"/>
                </a:lnTo>
                <a:lnTo>
                  <a:pt x="1429930" y="35764"/>
                </a:lnTo>
                <a:lnTo>
                  <a:pt x="1430053" y="35589"/>
                </a:lnTo>
                <a:lnTo>
                  <a:pt x="1430180" y="35396"/>
                </a:lnTo>
                <a:lnTo>
                  <a:pt x="1430309" y="35187"/>
                </a:lnTo>
                <a:lnTo>
                  <a:pt x="1430441" y="34961"/>
                </a:lnTo>
                <a:lnTo>
                  <a:pt x="1430576" y="34718"/>
                </a:lnTo>
                <a:lnTo>
                  <a:pt x="1430715" y="34459"/>
                </a:lnTo>
                <a:lnTo>
                  <a:pt x="1430856" y="34182"/>
                </a:lnTo>
                <a:lnTo>
                  <a:pt x="1433210" y="34182"/>
                </a:lnTo>
                <a:close/>
                <a:moveTo>
                  <a:pt x="1464210" y="0"/>
                </a:moveTo>
                <a:lnTo>
                  <a:pt x="1464703" y="15"/>
                </a:lnTo>
                <a:lnTo>
                  <a:pt x="1465184" y="59"/>
                </a:lnTo>
                <a:lnTo>
                  <a:pt x="1465652" y="132"/>
                </a:lnTo>
                <a:lnTo>
                  <a:pt x="1466108" y="235"/>
                </a:lnTo>
                <a:lnTo>
                  <a:pt x="1466552" y="367"/>
                </a:lnTo>
                <a:lnTo>
                  <a:pt x="1466983" y="528"/>
                </a:lnTo>
                <a:lnTo>
                  <a:pt x="1467402" y="719"/>
                </a:lnTo>
                <a:lnTo>
                  <a:pt x="1467808" y="939"/>
                </a:lnTo>
                <a:lnTo>
                  <a:pt x="1468202" y="1188"/>
                </a:lnTo>
                <a:lnTo>
                  <a:pt x="1468584" y="1467"/>
                </a:lnTo>
                <a:lnTo>
                  <a:pt x="1468953" y="1775"/>
                </a:lnTo>
                <a:lnTo>
                  <a:pt x="1469310" y="2112"/>
                </a:lnTo>
                <a:lnTo>
                  <a:pt x="1469646" y="2470"/>
                </a:lnTo>
                <a:lnTo>
                  <a:pt x="1469953" y="2840"/>
                </a:lnTo>
                <a:lnTo>
                  <a:pt x="1470231" y="3223"/>
                </a:lnTo>
                <a:lnTo>
                  <a:pt x="1470479" y="3618"/>
                </a:lnTo>
                <a:lnTo>
                  <a:pt x="1470698" y="4026"/>
                </a:lnTo>
                <a:lnTo>
                  <a:pt x="1470888" y="4446"/>
                </a:lnTo>
                <a:lnTo>
                  <a:pt x="1471049" y="4878"/>
                </a:lnTo>
                <a:lnTo>
                  <a:pt x="1471180" y="5323"/>
                </a:lnTo>
                <a:lnTo>
                  <a:pt x="1471283" y="5781"/>
                </a:lnTo>
                <a:lnTo>
                  <a:pt x="1471356" y="6251"/>
                </a:lnTo>
                <a:lnTo>
                  <a:pt x="1471400" y="6733"/>
                </a:lnTo>
                <a:lnTo>
                  <a:pt x="1471414" y="7228"/>
                </a:lnTo>
                <a:lnTo>
                  <a:pt x="1471400" y="7723"/>
                </a:lnTo>
                <a:lnTo>
                  <a:pt x="1471356" y="8206"/>
                </a:lnTo>
                <a:lnTo>
                  <a:pt x="1471283" y="8678"/>
                </a:lnTo>
                <a:lnTo>
                  <a:pt x="1471180" y="9137"/>
                </a:lnTo>
                <a:lnTo>
                  <a:pt x="1471049" y="9584"/>
                </a:lnTo>
                <a:lnTo>
                  <a:pt x="1470888" y="10020"/>
                </a:lnTo>
                <a:lnTo>
                  <a:pt x="1470698" y="10443"/>
                </a:lnTo>
                <a:lnTo>
                  <a:pt x="1470479" y="10855"/>
                </a:lnTo>
                <a:lnTo>
                  <a:pt x="1470231" y="11255"/>
                </a:lnTo>
                <a:lnTo>
                  <a:pt x="1469953" y="11642"/>
                </a:lnTo>
                <a:lnTo>
                  <a:pt x="1469646" y="12018"/>
                </a:lnTo>
                <a:lnTo>
                  <a:pt x="1469310" y="12382"/>
                </a:lnTo>
                <a:lnTo>
                  <a:pt x="1468953" y="12725"/>
                </a:lnTo>
                <a:lnTo>
                  <a:pt x="1468584" y="13038"/>
                </a:lnTo>
                <a:lnTo>
                  <a:pt x="1468202" y="13321"/>
                </a:lnTo>
                <a:lnTo>
                  <a:pt x="1467808" y="13574"/>
                </a:lnTo>
                <a:lnTo>
                  <a:pt x="1467402" y="13797"/>
                </a:lnTo>
                <a:lnTo>
                  <a:pt x="1466983" y="13991"/>
                </a:lnTo>
                <a:lnTo>
                  <a:pt x="1466552" y="14155"/>
                </a:lnTo>
                <a:lnTo>
                  <a:pt x="1466108" y="14289"/>
                </a:lnTo>
                <a:lnTo>
                  <a:pt x="1465652" y="14393"/>
                </a:lnTo>
                <a:lnTo>
                  <a:pt x="1465184" y="14468"/>
                </a:lnTo>
                <a:lnTo>
                  <a:pt x="1464703" y="14513"/>
                </a:lnTo>
                <a:lnTo>
                  <a:pt x="1464210" y="14527"/>
                </a:lnTo>
                <a:lnTo>
                  <a:pt x="1463717" y="14513"/>
                </a:lnTo>
                <a:lnTo>
                  <a:pt x="1463235" y="14468"/>
                </a:lnTo>
                <a:lnTo>
                  <a:pt x="1462765" y="14393"/>
                </a:lnTo>
                <a:lnTo>
                  <a:pt x="1462308" y="14289"/>
                </a:lnTo>
                <a:lnTo>
                  <a:pt x="1461862" y="14155"/>
                </a:lnTo>
                <a:lnTo>
                  <a:pt x="1461428" y="13991"/>
                </a:lnTo>
                <a:lnTo>
                  <a:pt x="1461006" y="13797"/>
                </a:lnTo>
                <a:lnTo>
                  <a:pt x="1460596" y="13574"/>
                </a:lnTo>
                <a:lnTo>
                  <a:pt x="1460198" y="13321"/>
                </a:lnTo>
                <a:lnTo>
                  <a:pt x="1459811" y="13038"/>
                </a:lnTo>
                <a:lnTo>
                  <a:pt x="1459437" y="12725"/>
                </a:lnTo>
                <a:lnTo>
                  <a:pt x="1459074" y="12382"/>
                </a:lnTo>
                <a:lnTo>
                  <a:pt x="1458732" y="12018"/>
                </a:lnTo>
                <a:lnTo>
                  <a:pt x="1458420" y="11642"/>
                </a:lnTo>
                <a:lnTo>
                  <a:pt x="1458138" y="11255"/>
                </a:lnTo>
                <a:lnTo>
                  <a:pt x="1457885" y="10855"/>
                </a:lnTo>
                <a:lnTo>
                  <a:pt x="1457662" y="10443"/>
                </a:lnTo>
                <a:lnTo>
                  <a:pt x="1457469" y="10020"/>
                </a:lnTo>
                <a:lnTo>
                  <a:pt x="1457306" y="9584"/>
                </a:lnTo>
                <a:lnTo>
                  <a:pt x="1457172" y="9137"/>
                </a:lnTo>
                <a:lnTo>
                  <a:pt x="1457068" y="8678"/>
                </a:lnTo>
                <a:lnTo>
                  <a:pt x="1456994" y="8206"/>
                </a:lnTo>
                <a:lnTo>
                  <a:pt x="1456949" y="7723"/>
                </a:lnTo>
                <a:lnTo>
                  <a:pt x="1456934" y="7228"/>
                </a:lnTo>
                <a:lnTo>
                  <a:pt x="1456949" y="6733"/>
                </a:lnTo>
                <a:lnTo>
                  <a:pt x="1456993" y="6251"/>
                </a:lnTo>
                <a:lnTo>
                  <a:pt x="1457066" y="5781"/>
                </a:lnTo>
                <a:lnTo>
                  <a:pt x="1457168" y="5323"/>
                </a:lnTo>
                <a:lnTo>
                  <a:pt x="1457300" y="4878"/>
                </a:lnTo>
                <a:lnTo>
                  <a:pt x="1457460" y="4446"/>
                </a:lnTo>
                <a:lnTo>
                  <a:pt x="1457650" y="4026"/>
                </a:lnTo>
                <a:lnTo>
                  <a:pt x="1457869" y="3618"/>
                </a:lnTo>
                <a:lnTo>
                  <a:pt x="1458118" y="3223"/>
                </a:lnTo>
                <a:lnTo>
                  <a:pt x="1458396" y="2840"/>
                </a:lnTo>
                <a:lnTo>
                  <a:pt x="1458702" y="2470"/>
                </a:lnTo>
                <a:lnTo>
                  <a:pt x="1459039" y="2112"/>
                </a:lnTo>
                <a:lnTo>
                  <a:pt x="1459396" y="1775"/>
                </a:lnTo>
                <a:lnTo>
                  <a:pt x="1459767" y="1467"/>
                </a:lnTo>
                <a:lnTo>
                  <a:pt x="1460151" y="1188"/>
                </a:lnTo>
                <a:lnTo>
                  <a:pt x="1460548" y="939"/>
                </a:lnTo>
                <a:lnTo>
                  <a:pt x="1460959" y="719"/>
                </a:lnTo>
                <a:lnTo>
                  <a:pt x="1461383" y="528"/>
                </a:lnTo>
                <a:lnTo>
                  <a:pt x="1461821" y="367"/>
                </a:lnTo>
                <a:lnTo>
                  <a:pt x="1462272" y="235"/>
                </a:lnTo>
                <a:lnTo>
                  <a:pt x="1462737" y="132"/>
                </a:lnTo>
                <a:lnTo>
                  <a:pt x="1463214" y="59"/>
                </a:lnTo>
                <a:lnTo>
                  <a:pt x="1463705" y="15"/>
                </a:lnTo>
                <a:lnTo>
                  <a:pt x="1464210" y="0"/>
                </a:lnTo>
                <a:moveTo>
                  <a:pt x="1470130" y="34182"/>
                </a:moveTo>
                <a:lnTo>
                  <a:pt x="1470130" y="86479"/>
                </a:lnTo>
                <a:lnTo>
                  <a:pt x="1470136" y="87469"/>
                </a:lnTo>
                <a:lnTo>
                  <a:pt x="1470155" y="88403"/>
                </a:lnTo>
                <a:lnTo>
                  <a:pt x="1470186" y="89279"/>
                </a:lnTo>
                <a:lnTo>
                  <a:pt x="1470229" y="90099"/>
                </a:lnTo>
                <a:lnTo>
                  <a:pt x="1470285" y="90862"/>
                </a:lnTo>
                <a:lnTo>
                  <a:pt x="1470353" y="91569"/>
                </a:lnTo>
                <a:lnTo>
                  <a:pt x="1470434" y="92218"/>
                </a:lnTo>
                <a:lnTo>
                  <a:pt x="1470527" y="92811"/>
                </a:lnTo>
                <a:lnTo>
                  <a:pt x="1470632" y="93347"/>
                </a:lnTo>
                <a:lnTo>
                  <a:pt x="1470749" y="93827"/>
                </a:lnTo>
                <a:lnTo>
                  <a:pt x="1470879" y="94249"/>
                </a:lnTo>
                <a:lnTo>
                  <a:pt x="1471022" y="94615"/>
                </a:lnTo>
                <a:lnTo>
                  <a:pt x="1471176" y="94945"/>
                </a:lnTo>
                <a:lnTo>
                  <a:pt x="1471343" y="95261"/>
                </a:lnTo>
                <a:lnTo>
                  <a:pt x="1471521" y="95563"/>
                </a:lnTo>
                <a:lnTo>
                  <a:pt x="1471711" y="95851"/>
                </a:lnTo>
                <a:lnTo>
                  <a:pt x="1471913" y="96124"/>
                </a:lnTo>
                <a:lnTo>
                  <a:pt x="1472127" y="96383"/>
                </a:lnTo>
                <a:lnTo>
                  <a:pt x="1472353" y="96627"/>
                </a:lnTo>
                <a:lnTo>
                  <a:pt x="1472591" y="96857"/>
                </a:lnTo>
                <a:lnTo>
                  <a:pt x="1472841" y="97073"/>
                </a:lnTo>
                <a:lnTo>
                  <a:pt x="1473102" y="97275"/>
                </a:lnTo>
                <a:lnTo>
                  <a:pt x="1473376" y="97462"/>
                </a:lnTo>
                <a:lnTo>
                  <a:pt x="1473661" y="97635"/>
                </a:lnTo>
                <a:lnTo>
                  <a:pt x="1473972" y="97794"/>
                </a:lnTo>
                <a:lnTo>
                  <a:pt x="1474324" y="97939"/>
                </a:lnTo>
                <a:lnTo>
                  <a:pt x="1474715" y="98070"/>
                </a:lnTo>
                <a:lnTo>
                  <a:pt x="1475147" y="98188"/>
                </a:lnTo>
                <a:lnTo>
                  <a:pt x="1475619" y="98291"/>
                </a:lnTo>
                <a:lnTo>
                  <a:pt x="1476131" y="98381"/>
                </a:lnTo>
                <a:lnTo>
                  <a:pt x="1476683" y="98457"/>
                </a:lnTo>
                <a:lnTo>
                  <a:pt x="1477275" y="98519"/>
                </a:lnTo>
                <a:lnTo>
                  <a:pt x="1477907" y="98568"/>
                </a:lnTo>
                <a:lnTo>
                  <a:pt x="1478580" y="98602"/>
                </a:lnTo>
                <a:lnTo>
                  <a:pt x="1479292" y="98623"/>
                </a:lnTo>
                <a:lnTo>
                  <a:pt x="1480045" y="98630"/>
                </a:lnTo>
                <a:lnTo>
                  <a:pt x="1480045" y="101265"/>
                </a:lnTo>
                <a:lnTo>
                  <a:pt x="1448303" y="101265"/>
                </a:lnTo>
                <a:lnTo>
                  <a:pt x="1448303" y="98630"/>
                </a:lnTo>
                <a:lnTo>
                  <a:pt x="1449078" y="98623"/>
                </a:lnTo>
                <a:lnTo>
                  <a:pt x="1449809" y="98604"/>
                </a:lnTo>
                <a:lnTo>
                  <a:pt x="1450497" y="98572"/>
                </a:lnTo>
                <a:lnTo>
                  <a:pt x="1451141" y="98527"/>
                </a:lnTo>
                <a:lnTo>
                  <a:pt x="1451741" y="98469"/>
                </a:lnTo>
                <a:lnTo>
                  <a:pt x="1452298" y="98399"/>
                </a:lnTo>
                <a:lnTo>
                  <a:pt x="1452811" y="98315"/>
                </a:lnTo>
                <a:lnTo>
                  <a:pt x="1453281" y="98219"/>
                </a:lnTo>
                <a:lnTo>
                  <a:pt x="1453707" y="98110"/>
                </a:lnTo>
                <a:lnTo>
                  <a:pt x="1454089" y="97988"/>
                </a:lnTo>
                <a:lnTo>
                  <a:pt x="1454428" y="97854"/>
                </a:lnTo>
                <a:lnTo>
                  <a:pt x="1454723" y="97706"/>
                </a:lnTo>
                <a:lnTo>
                  <a:pt x="1454992" y="97544"/>
                </a:lnTo>
                <a:lnTo>
                  <a:pt x="1455251" y="97365"/>
                </a:lnTo>
                <a:lnTo>
                  <a:pt x="1455501" y="97169"/>
                </a:lnTo>
                <a:lnTo>
                  <a:pt x="1455742" y="96956"/>
                </a:lnTo>
                <a:lnTo>
                  <a:pt x="1455973" y="96727"/>
                </a:lnTo>
                <a:lnTo>
                  <a:pt x="1456194" y="96481"/>
                </a:lnTo>
                <a:lnTo>
                  <a:pt x="1456407" y="96218"/>
                </a:lnTo>
                <a:lnTo>
                  <a:pt x="1456609" y="95938"/>
                </a:lnTo>
                <a:lnTo>
                  <a:pt x="1456803" y="95641"/>
                </a:lnTo>
                <a:lnTo>
                  <a:pt x="1456987" y="95328"/>
                </a:lnTo>
                <a:lnTo>
                  <a:pt x="1457161" y="94998"/>
                </a:lnTo>
                <a:lnTo>
                  <a:pt x="1457327" y="94651"/>
                </a:lnTo>
                <a:lnTo>
                  <a:pt x="1457480" y="94268"/>
                </a:lnTo>
                <a:lnTo>
                  <a:pt x="1457621" y="93831"/>
                </a:lnTo>
                <a:lnTo>
                  <a:pt x="1457748" y="93340"/>
                </a:lnTo>
                <a:lnTo>
                  <a:pt x="1457862" y="92795"/>
                </a:lnTo>
                <a:lnTo>
                  <a:pt x="1457962" y="92196"/>
                </a:lnTo>
                <a:lnTo>
                  <a:pt x="1458049" y="91542"/>
                </a:lnTo>
                <a:lnTo>
                  <a:pt x="1458122" y="90834"/>
                </a:lnTo>
                <a:lnTo>
                  <a:pt x="1458183" y="90071"/>
                </a:lnTo>
                <a:lnTo>
                  <a:pt x="1458229" y="89255"/>
                </a:lnTo>
                <a:lnTo>
                  <a:pt x="1458263" y="88384"/>
                </a:lnTo>
                <a:lnTo>
                  <a:pt x="1458283" y="87459"/>
                </a:lnTo>
                <a:lnTo>
                  <a:pt x="1458290" y="86479"/>
                </a:lnTo>
                <a:lnTo>
                  <a:pt x="1458290" y="61397"/>
                </a:lnTo>
                <a:lnTo>
                  <a:pt x="1458285" y="59684"/>
                </a:lnTo>
                <a:lnTo>
                  <a:pt x="1458272" y="58074"/>
                </a:lnTo>
                <a:lnTo>
                  <a:pt x="1458249" y="56569"/>
                </a:lnTo>
                <a:lnTo>
                  <a:pt x="1458218" y="55167"/>
                </a:lnTo>
                <a:lnTo>
                  <a:pt x="1458178" y="53869"/>
                </a:lnTo>
                <a:lnTo>
                  <a:pt x="1458129" y="52674"/>
                </a:lnTo>
                <a:lnTo>
                  <a:pt x="1458071" y="51583"/>
                </a:lnTo>
                <a:lnTo>
                  <a:pt x="1458004" y="50596"/>
                </a:lnTo>
                <a:lnTo>
                  <a:pt x="1457928" y="49712"/>
                </a:lnTo>
                <a:lnTo>
                  <a:pt x="1457844" y="48932"/>
                </a:lnTo>
                <a:lnTo>
                  <a:pt x="1457750" y="48256"/>
                </a:lnTo>
                <a:lnTo>
                  <a:pt x="1457648" y="47684"/>
                </a:lnTo>
                <a:lnTo>
                  <a:pt x="1457560" y="47314"/>
                </a:lnTo>
                <a:lnTo>
                  <a:pt x="1457465" y="46964"/>
                </a:lnTo>
                <a:lnTo>
                  <a:pt x="1457362" y="46633"/>
                </a:lnTo>
                <a:lnTo>
                  <a:pt x="1457251" y="46321"/>
                </a:lnTo>
                <a:lnTo>
                  <a:pt x="1457132" y="46029"/>
                </a:lnTo>
                <a:lnTo>
                  <a:pt x="1457006" y="45756"/>
                </a:lnTo>
                <a:lnTo>
                  <a:pt x="1456871" y="45502"/>
                </a:lnTo>
                <a:lnTo>
                  <a:pt x="1456728" y="45267"/>
                </a:lnTo>
                <a:lnTo>
                  <a:pt x="1456578" y="45052"/>
                </a:lnTo>
                <a:lnTo>
                  <a:pt x="1456419" y="44856"/>
                </a:lnTo>
                <a:lnTo>
                  <a:pt x="1456253" y="44679"/>
                </a:lnTo>
                <a:lnTo>
                  <a:pt x="1456078" y="44521"/>
                </a:lnTo>
                <a:lnTo>
                  <a:pt x="1455895" y="44380"/>
                </a:lnTo>
                <a:lnTo>
                  <a:pt x="1455700" y="44250"/>
                </a:lnTo>
                <a:lnTo>
                  <a:pt x="1455494" y="44133"/>
                </a:lnTo>
                <a:lnTo>
                  <a:pt x="1455278" y="44028"/>
                </a:lnTo>
                <a:lnTo>
                  <a:pt x="1455050" y="43936"/>
                </a:lnTo>
                <a:lnTo>
                  <a:pt x="1454812" y="43855"/>
                </a:lnTo>
                <a:lnTo>
                  <a:pt x="1454563" y="43788"/>
                </a:lnTo>
                <a:lnTo>
                  <a:pt x="1454303" y="43732"/>
                </a:lnTo>
                <a:lnTo>
                  <a:pt x="1454032" y="43689"/>
                </a:lnTo>
                <a:lnTo>
                  <a:pt x="1453750" y="43658"/>
                </a:lnTo>
                <a:lnTo>
                  <a:pt x="1453457" y="43640"/>
                </a:lnTo>
                <a:lnTo>
                  <a:pt x="1453154" y="43633"/>
                </a:lnTo>
                <a:lnTo>
                  <a:pt x="1452815" y="43641"/>
                </a:lnTo>
                <a:lnTo>
                  <a:pt x="1452464" y="43663"/>
                </a:lnTo>
                <a:lnTo>
                  <a:pt x="1452102" y="43700"/>
                </a:lnTo>
                <a:lnTo>
                  <a:pt x="1451727" y="43752"/>
                </a:lnTo>
                <a:lnTo>
                  <a:pt x="1451341" y="43818"/>
                </a:lnTo>
                <a:lnTo>
                  <a:pt x="1450943" y="43900"/>
                </a:lnTo>
                <a:lnTo>
                  <a:pt x="1450532" y="43996"/>
                </a:lnTo>
                <a:lnTo>
                  <a:pt x="1450110" y="44107"/>
                </a:lnTo>
                <a:lnTo>
                  <a:pt x="1449677" y="44233"/>
                </a:lnTo>
                <a:lnTo>
                  <a:pt x="1449231" y="44374"/>
                </a:lnTo>
                <a:lnTo>
                  <a:pt x="1448773" y="44529"/>
                </a:lnTo>
                <a:lnTo>
                  <a:pt x="1448303" y="44699"/>
                </a:lnTo>
                <a:lnTo>
                  <a:pt x="1447305" y="42140"/>
                </a:lnTo>
                <a:lnTo>
                  <a:pt x="1466992" y="34182"/>
                </a:lnTo>
                <a:lnTo>
                  <a:pt x="1470130" y="34182"/>
                </a:lnTo>
                <a:close/>
                <a:moveTo>
                  <a:pt x="1506737" y="14527"/>
                </a:moveTo>
                <a:lnTo>
                  <a:pt x="1506737" y="36034"/>
                </a:lnTo>
                <a:lnTo>
                  <a:pt x="1522001" y="36034"/>
                </a:lnTo>
                <a:lnTo>
                  <a:pt x="1522001" y="41019"/>
                </a:lnTo>
                <a:lnTo>
                  <a:pt x="1506737" y="41019"/>
                </a:lnTo>
                <a:lnTo>
                  <a:pt x="1506737" y="83261"/>
                </a:lnTo>
                <a:lnTo>
                  <a:pt x="1506749" y="84288"/>
                </a:lnTo>
                <a:lnTo>
                  <a:pt x="1506787" y="85257"/>
                </a:lnTo>
                <a:lnTo>
                  <a:pt x="1506850" y="86169"/>
                </a:lnTo>
                <a:lnTo>
                  <a:pt x="1506939" y="87024"/>
                </a:lnTo>
                <a:lnTo>
                  <a:pt x="1507052" y="87821"/>
                </a:lnTo>
                <a:lnTo>
                  <a:pt x="1507191" y="88561"/>
                </a:lnTo>
                <a:lnTo>
                  <a:pt x="1507355" y="89244"/>
                </a:lnTo>
                <a:lnTo>
                  <a:pt x="1507545" y="89869"/>
                </a:lnTo>
                <a:lnTo>
                  <a:pt x="1507760" y="90437"/>
                </a:lnTo>
                <a:lnTo>
                  <a:pt x="1508000" y="90948"/>
                </a:lnTo>
                <a:lnTo>
                  <a:pt x="1508265" y="91402"/>
                </a:lnTo>
                <a:lnTo>
                  <a:pt x="1508555" y="91798"/>
                </a:lnTo>
                <a:lnTo>
                  <a:pt x="1508866" y="92150"/>
                </a:lnTo>
                <a:lnTo>
                  <a:pt x="1509190" y="92471"/>
                </a:lnTo>
                <a:lnTo>
                  <a:pt x="1509530" y="92762"/>
                </a:lnTo>
                <a:lnTo>
                  <a:pt x="1509883" y="93022"/>
                </a:lnTo>
                <a:lnTo>
                  <a:pt x="1510251" y="93251"/>
                </a:lnTo>
                <a:lnTo>
                  <a:pt x="1510633" y="93450"/>
                </a:lnTo>
                <a:lnTo>
                  <a:pt x="1511029" y="93618"/>
                </a:lnTo>
                <a:lnTo>
                  <a:pt x="1511440" y="93756"/>
                </a:lnTo>
                <a:lnTo>
                  <a:pt x="1511866" y="93863"/>
                </a:lnTo>
                <a:lnTo>
                  <a:pt x="1512305" y="93940"/>
                </a:lnTo>
                <a:lnTo>
                  <a:pt x="1512759" y="93986"/>
                </a:lnTo>
                <a:lnTo>
                  <a:pt x="1513228" y="94001"/>
                </a:lnTo>
                <a:lnTo>
                  <a:pt x="1513619" y="93991"/>
                </a:lnTo>
                <a:lnTo>
                  <a:pt x="1514008" y="93960"/>
                </a:lnTo>
                <a:lnTo>
                  <a:pt x="1514396" y="93910"/>
                </a:lnTo>
                <a:lnTo>
                  <a:pt x="1514781" y="93839"/>
                </a:lnTo>
                <a:lnTo>
                  <a:pt x="1515164" y="93747"/>
                </a:lnTo>
                <a:lnTo>
                  <a:pt x="1515546" y="93636"/>
                </a:lnTo>
                <a:lnTo>
                  <a:pt x="1515925" y="93504"/>
                </a:lnTo>
                <a:lnTo>
                  <a:pt x="1516303" y="93352"/>
                </a:lnTo>
                <a:lnTo>
                  <a:pt x="1516678" y="93180"/>
                </a:lnTo>
                <a:lnTo>
                  <a:pt x="1517052" y="92987"/>
                </a:lnTo>
                <a:lnTo>
                  <a:pt x="1517423" y="92774"/>
                </a:lnTo>
                <a:lnTo>
                  <a:pt x="1517793" y="92541"/>
                </a:lnTo>
                <a:lnTo>
                  <a:pt x="1518154" y="92288"/>
                </a:lnTo>
                <a:lnTo>
                  <a:pt x="1518502" y="92016"/>
                </a:lnTo>
                <a:lnTo>
                  <a:pt x="1518836" y="91724"/>
                </a:lnTo>
                <a:lnTo>
                  <a:pt x="1519156" y="91413"/>
                </a:lnTo>
                <a:lnTo>
                  <a:pt x="1519462" y="91083"/>
                </a:lnTo>
                <a:lnTo>
                  <a:pt x="1519754" y="90734"/>
                </a:lnTo>
                <a:lnTo>
                  <a:pt x="1520033" y="90365"/>
                </a:lnTo>
                <a:lnTo>
                  <a:pt x="1520297" y="89977"/>
                </a:lnTo>
                <a:lnTo>
                  <a:pt x="1520548" y="89570"/>
                </a:lnTo>
                <a:lnTo>
                  <a:pt x="1520784" y="89144"/>
                </a:lnTo>
                <a:lnTo>
                  <a:pt x="1521007" y="88698"/>
                </a:lnTo>
                <a:lnTo>
                  <a:pt x="1521216" y="88233"/>
                </a:lnTo>
                <a:lnTo>
                  <a:pt x="1523998" y="88233"/>
                </a:lnTo>
                <a:lnTo>
                  <a:pt x="1523568" y="89375"/>
                </a:lnTo>
                <a:lnTo>
                  <a:pt x="1523109" y="90471"/>
                </a:lnTo>
                <a:lnTo>
                  <a:pt x="1522621" y="91519"/>
                </a:lnTo>
                <a:lnTo>
                  <a:pt x="1522104" y="92519"/>
                </a:lnTo>
                <a:lnTo>
                  <a:pt x="1521559" y="93473"/>
                </a:lnTo>
                <a:lnTo>
                  <a:pt x="1520985" y="94379"/>
                </a:lnTo>
                <a:lnTo>
                  <a:pt x="1520382" y="95237"/>
                </a:lnTo>
                <a:lnTo>
                  <a:pt x="1519750" y="96048"/>
                </a:lnTo>
                <a:lnTo>
                  <a:pt x="1519090" y="96812"/>
                </a:lnTo>
                <a:lnTo>
                  <a:pt x="1518401" y="97528"/>
                </a:lnTo>
                <a:lnTo>
                  <a:pt x="1517683" y="98197"/>
                </a:lnTo>
                <a:lnTo>
                  <a:pt x="1516937" y="98819"/>
                </a:lnTo>
                <a:lnTo>
                  <a:pt x="1516174" y="99391"/>
                </a:lnTo>
                <a:lnTo>
                  <a:pt x="1515407" y="99914"/>
                </a:lnTo>
                <a:lnTo>
                  <a:pt x="1514636" y="100387"/>
                </a:lnTo>
                <a:lnTo>
                  <a:pt x="1513862" y="100811"/>
                </a:lnTo>
                <a:lnTo>
                  <a:pt x="1513083" y="101184"/>
                </a:lnTo>
                <a:lnTo>
                  <a:pt x="1512300" y="101508"/>
                </a:lnTo>
                <a:lnTo>
                  <a:pt x="1511514" y="101782"/>
                </a:lnTo>
                <a:lnTo>
                  <a:pt x="1510723" y="102006"/>
                </a:lnTo>
                <a:lnTo>
                  <a:pt x="1509929" y="102180"/>
                </a:lnTo>
                <a:lnTo>
                  <a:pt x="1509130" y="102304"/>
                </a:lnTo>
                <a:lnTo>
                  <a:pt x="1508328" y="102379"/>
                </a:lnTo>
                <a:lnTo>
                  <a:pt x="1507521" y="102404"/>
                </a:lnTo>
                <a:lnTo>
                  <a:pt x="1506975" y="102391"/>
                </a:lnTo>
                <a:lnTo>
                  <a:pt x="1506431" y="102353"/>
                </a:lnTo>
                <a:lnTo>
                  <a:pt x="1505889" y="102290"/>
                </a:lnTo>
                <a:lnTo>
                  <a:pt x="1505350" y="102202"/>
                </a:lnTo>
                <a:lnTo>
                  <a:pt x="1504812" y="102088"/>
                </a:lnTo>
                <a:lnTo>
                  <a:pt x="1504276" y="101949"/>
                </a:lnTo>
                <a:lnTo>
                  <a:pt x="1503742" y="101785"/>
                </a:lnTo>
                <a:lnTo>
                  <a:pt x="1503210" y="101596"/>
                </a:lnTo>
                <a:lnTo>
                  <a:pt x="1502680" y="101381"/>
                </a:lnTo>
                <a:lnTo>
                  <a:pt x="1502152" y="101141"/>
                </a:lnTo>
                <a:lnTo>
                  <a:pt x="1501626" y="100876"/>
                </a:lnTo>
                <a:lnTo>
                  <a:pt x="1501101" y="100586"/>
                </a:lnTo>
                <a:lnTo>
                  <a:pt x="1500590" y="100272"/>
                </a:lnTo>
                <a:lnTo>
                  <a:pt x="1500101" y="99936"/>
                </a:lnTo>
                <a:lnTo>
                  <a:pt x="1499635" y="99579"/>
                </a:lnTo>
                <a:lnTo>
                  <a:pt x="1499191" y="99200"/>
                </a:lnTo>
                <a:lnTo>
                  <a:pt x="1498771" y="98799"/>
                </a:lnTo>
                <a:lnTo>
                  <a:pt x="1498373" y="98376"/>
                </a:lnTo>
                <a:lnTo>
                  <a:pt x="1497998" y="97932"/>
                </a:lnTo>
                <a:lnTo>
                  <a:pt x="1497646" y="97465"/>
                </a:lnTo>
                <a:lnTo>
                  <a:pt x="1497317" y="96977"/>
                </a:lnTo>
                <a:lnTo>
                  <a:pt x="1497010" y="96468"/>
                </a:lnTo>
                <a:lnTo>
                  <a:pt x="1496726" y="95936"/>
                </a:lnTo>
                <a:lnTo>
                  <a:pt x="1496465" y="95383"/>
                </a:lnTo>
                <a:lnTo>
                  <a:pt x="1496226" y="94793"/>
                </a:lnTo>
                <a:lnTo>
                  <a:pt x="1496007" y="94152"/>
                </a:lnTo>
                <a:lnTo>
                  <a:pt x="1495810" y="93460"/>
                </a:lnTo>
                <a:lnTo>
                  <a:pt x="1495633" y="92717"/>
                </a:lnTo>
                <a:lnTo>
                  <a:pt x="1495477" y="91923"/>
                </a:lnTo>
                <a:lnTo>
                  <a:pt x="1495342" y="91078"/>
                </a:lnTo>
                <a:lnTo>
                  <a:pt x="1495227" y="90182"/>
                </a:lnTo>
                <a:lnTo>
                  <a:pt x="1495134" y="89235"/>
                </a:lnTo>
                <a:lnTo>
                  <a:pt x="1495061" y="88237"/>
                </a:lnTo>
                <a:lnTo>
                  <a:pt x="1495009" y="87188"/>
                </a:lnTo>
                <a:lnTo>
                  <a:pt x="1494978" y="86088"/>
                </a:lnTo>
                <a:lnTo>
                  <a:pt x="1494967" y="84937"/>
                </a:lnTo>
                <a:lnTo>
                  <a:pt x="1494967" y="41019"/>
                </a:lnTo>
                <a:lnTo>
                  <a:pt x="1484624" y="41019"/>
                </a:lnTo>
                <a:lnTo>
                  <a:pt x="1484624" y="38669"/>
                </a:lnTo>
                <a:lnTo>
                  <a:pt x="1485279" y="38392"/>
                </a:lnTo>
                <a:lnTo>
                  <a:pt x="1485937" y="38084"/>
                </a:lnTo>
                <a:lnTo>
                  <a:pt x="1486597" y="37747"/>
                </a:lnTo>
                <a:lnTo>
                  <a:pt x="1487260" y="37379"/>
                </a:lnTo>
                <a:lnTo>
                  <a:pt x="1487925" y="36981"/>
                </a:lnTo>
                <a:lnTo>
                  <a:pt x="1488592" y="36553"/>
                </a:lnTo>
                <a:lnTo>
                  <a:pt x="1489262" y="36094"/>
                </a:lnTo>
                <a:lnTo>
                  <a:pt x="1489934" y="35605"/>
                </a:lnTo>
                <a:lnTo>
                  <a:pt x="1490609" y="35086"/>
                </a:lnTo>
                <a:lnTo>
                  <a:pt x="1491287" y="34537"/>
                </a:lnTo>
                <a:lnTo>
                  <a:pt x="1491967" y="33957"/>
                </a:lnTo>
                <a:lnTo>
                  <a:pt x="1492649" y="33348"/>
                </a:lnTo>
                <a:lnTo>
                  <a:pt x="1493326" y="32713"/>
                </a:lnTo>
                <a:lnTo>
                  <a:pt x="1493991" y="32059"/>
                </a:lnTo>
                <a:lnTo>
                  <a:pt x="1494644" y="31386"/>
                </a:lnTo>
                <a:lnTo>
                  <a:pt x="1495284" y="30693"/>
                </a:lnTo>
                <a:lnTo>
                  <a:pt x="1495912" y="29981"/>
                </a:lnTo>
                <a:lnTo>
                  <a:pt x="1496527" y="29250"/>
                </a:lnTo>
                <a:lnTo>
                  <a:pt x="1497131" y="28499"/>
                </a:lnTo>
                <a:lnTo>
                  <a:pt x="1497721" y="27729"/>
                </a:lnTo>
                <a:lnTo>
                  <a:pt x="1498300" y="26939"/>
                </a:lnTo>
                <a:lnTo>
                  <a:pt x="1498865" y="26131"/>
                </a:lnTo>
                <a:lnTo>
                  <a:pt x="1499419" y="25302"/>
                </a:lnTo>
                <a:lnTo>
                  <a:pt x="1499960" y="24455"/>
                </a:lnTo>
                <a:lnTo>
                  <a:pt x="1500243" y="23972"/>
                </a:lnTo>
                <a:lnTo>
                  <a:pt x="1500543" y="23426"/>
                </a:lnTo>
                <a:lnTo>
                  <a:pt x="1500861" y="22817"/>
                </a:lnTo>
                <a:lnTo>
                  <a:pt x="1501197" y="22146"/>
                </a:lnTo>
                <a:lnTo>
                  <a:pt x="1501550" y="21413"/>
                </a:lnTo>
                <a:lnTo>
                  <a:pt x="1501922" y="20617"/>
                </a:lnTo>
                <a:lnTo>
                  <a:pt x="1502311" y="19758"/>
                </a:lnTo>
                <a:lnTo>
                  <a:pt x="1502718" y="18837"/>
                </a:lnTo>
                <a:lnTo>
                  <a:pt x="1503143" y="17853"/>
                </a:lnTo>
                <a:lnTo>
                  <a:pt x="1503586" y="16807"/>
                </a:lnTo>
                <a:lnTo>
                  <a:pt x="1504047" y="15699"/>
                </a:lnTo>
                <a:lnTo>
                  <a:pt x="1504525" y="14527"/>
                </a:lnTo>
                <a:lnTo>
                  <a:pt x="1506737" y="14527"/>
                </a:lnTo>
                <a:close/>
                <a:moveTo>
                  <a:pt x="1544555" y="0"/>
                </a:moveTo>
                <a:lnTo>
                  <a:pt x="1545048" y="15"/>
                </a:lnTo>
                <a:lnTo>
                  <a:pt x="1545529" y="59"/>
                </a:lnTo>
                <a:lnTo>
                  <a:pt x="1545997" y="132"/>
                </a:lnTo>
                <a:lnTo>
                  <a:pt x="1546453" y="235"/>
                </a:lnTo>
                <a:lnTo>
                  <a:pt x="1546897" y="367"/>
                </a:lnTo>
                <a:lnTo>
                  <a:pt x="1547328" y="528"/>
                </a:lnTo>
                <a:lnTo>
                  <a:pt x="1547747" y="719"/>
                </a:lnTo>
                <a:lnTo>
                  <a:pt x="1548153" y="939"/>
                </a:lnTo>
                <a:lnTo>
                  <a:pt x="1548547" y="1188"/>
                </a:lnTo>
                <a:lnTo>
                  <a:pt x="1548929" y="1467"/>
                </a:lnTo>
                <a:lnTo>
                  <a:pt x="1549298" y="1775"/>
                </a:lnTo>
                <a:lnTo>
                  <a:pt x="1549655" y="2112"/>
                </a:lnTo>
                <a:lnTo>
                  <a:pt x="1549991" y="2470"/>
                </a:lnTo>
                <a:lnTo>
                  <a:pt x="1550298" y="2840"/>
                </a:lnTo>
                <a:lnTo>
                  <a:pt x="1550576" y="3223"/>
                </a:lnTo>
                <a:lnTo>
                  <a:pt x="1550824" y="3618"/>
                </a:lnTo>
                <a:lnTo>
                  <a:pt x="1551043" y="4026"/>
                </a:lnTo>
                <a:lnTo>
                  <a:pt x="1551233" y="4446"/>
                </a:lnTo>
                <a:lnTo>
                  <a:pt x="1551394" y="4878"/>
                </a:lnTo>
                <a:lnTo>
                  <a:pt x="1551526" y="5323"/>
                </a:lnTo>
                <a:lnTo>
                  <a:pt x="1551628" y="5781"/>
                </a:lnTo>
                <a:lnTo>
                  <a:pt x="1551701" y="6251"/>
                </a:lnTo>
                <a:lnTo>
                  <a:pt x="1551745" y="6733"/>
                </a:lnTo>
                <a:lnTo>
                  <a:pt x="1551759" y="7228"/>
                </a:lnTo>
                <a:lnTo>
                  <a:pt x="1551745" y="7723"/>
                </a:lnTo>
                <a:lnTo>
                  <a:pt x="1551701" y="8206"/>
                </a:lnTo>
                <a:lnTo>
                  <a:pt x="1551628" y="8678"/>
                </a:lnTo>
                <a:lnTo>
                  <a:pt x="1551526" y="9137"/>
                </a:lnTo>
                <a:lnTo>
                  <a:pt x="1551394" y="9584"/>
                </a:lnTo>
                <a:lnTo>
                  <a:pt x="1551233" y="10020"/>
                </a:lnTo>
                <a:lnTo>
                  <a:pt x="1551043" y="10443"/>
                </a:lnTo>
                <a:lnTo>
                  <a:pt x="1550824" y="10855"/>
                </a:lnTo>
                <a:lnTo>
                  <a:pt x="1550576" y="11255"/>
                </a:lnTo>
                <a:lnTo>
                  <a:pt x="1550298" y="11642"/>
                </a:lnTo>
                <a:lnTo>
                  <a:pt x="1549991" y="12018"/>
                </a:lnTo>
                <a:lnTo>
                  <a:pt x="1549655" y="12382"/>
                </a:lnTo>
                <a:lnTo>
                  <a:pt x="1549298" y="12725"/>
                </a:lnTo>
                <a:lnTo>
                  <a:pt x="1548929" y="13038"/>
                </a:lnTo>
                <a:lnTo>
                  <a:pt x="1548547" y="13321"/>
                </a:lnTo>
                <a:lnTo>
                  <a:pt x="1548153" y="13574"/>
                </a:lnTo>
                <a:lnTo>
                  <a:pt x="1547747" y="13797"/>
                </a:lnTo>
                <a:lnTo>
                  <a:pt x="1547328" y="13991"/>
                </a:lnTo>
                <a:lnTo>
                  <a:pt x="1546897" y="14155"/>
                </a:lnTo>
                <a:lnTo>
                  <a:pt x="1546453" y="14289"/>
                </a:lnTo>
                <a:lnTo>
                  <a:pt x="1545997" y="14393"/>
                </a:lnTo>
                <a:lnTo>
                  <a:pt x="1545529" y="14468"/>
                </a:lnTo>
                <a:lnTo>
                  <a:pt x="1545048" y="14513"/>
                </a:lnTo>
                <a:lnTo>
                  <a:pt x="1544555" y="14527"/>
                </a:lnTo>
                <a:lnTo>
                  <a:pt x="1544062" y="14513"/>
                </a:lnTo>
                <a:lnTo>
                  <a:pt x="1543580" y="14468"/>
                </a:lnTo>
                <a:lnTo>
                  <a:pt x="1543111" y="14393"/>
                </a:lnTo>
                <a:lnTo>
                  <a:pt x="1542653" y="14289"/>
                </a:lnTo>
                <a:lnTo>
                  <a:pt x="1542207" y="14155"/>
                </a:lnTo>
                <a:lnTo>
                  <a:pt x="1541773" y="13991"/>
                </a:lnTo>
                <a:lnTo>
                  <a:pt x="1541351" y="13797"/>
                </a:lnTo>
                <a:lnTo>
                  <a:pt x="1540941" y="13574"/>
                </a:lnTo>
                <a:lnTo>
                  <a:pt x="1540543" y="13321"/>
                </a:lnTo>
                <a:lnTo>
                  <a:pt x="1540156" y="13038"/>
                </a:lnTo>
                <a:lnTo>
                  <a:pt x="1539782" y="12725"/>
                </a:lnTo>
                <a:lnTo>
                  <a:pt x="1539419" y="12382"/>
                </a:lnTo>
                <a:lnTo>
                  <a:pt x="1539078" y="12018"/>
                </a:lnTo>
                <a:lnTo>
                  <a:pt x="1538766" y="11642"/>
                </a:lnTo>
                <a:lnTo>
                  <a:pt x="1538483" y="11255"/>
                </a:lnTo>
                <a:lnTo>
                  <a:pt x="1538231" y="10855"/>
                </a:lnTo>
                <a:lnTo>
                  <a:pt x="1538008" y="10443"/>
                </a:lnTo>
                <a:lnTo>
                  <a:pt x="1537814" y="10020"/>
                </a:lnTo>
                <a:lnTo>
                  <a:pt x="1537651" y="9584"/>
                </a:lnTo>
                <a:lnTo>
                  <a:pt x="1537517" y="9137"/>
                </a:lnTo>
                <a:lnTo>
                  <a:pt x="1537413" y="8678"/>
                </a:lnTo>
                <a:lnTo>
                  <a:pt x="1537339" y="8206"/>
                </a:lnTo>
                <a:lnTo>
                  <a:pt x="1537294" y="7723"/>
                </a:lnTo>
                <a:lnTo>
                  <a:pt x="1537279" y="7228"/>
                </a:lnTo>
                <a:lnTo>
                  <a:pt x="1537294" y="6733"/>
                </a:lnTo>
                <a:lnTo>
                  <a:pt x="1537338" y="6251"/>
                </a:lnTo>
                <a:lnTo>
                  <a:pt x="1537411" y="5781"/>
                </a:lnTo>
                <a:lnTo>
                  <a:pt x="1537513" y="5323"/>
                </a:lnTo>
                <a:lnTo>
                  <a:pt x="1537645" y="4878"/>
                </a:lnTo>
                <a:lnTo>
                  <a:pt x="1537806" y="4446"/>
                </a:lnTo>
                <a:lnTo>
                  <a:pt x="1537995" y="4026"/>
                </a:lnTo>
                <a:lnTo>
                  <a:pt x="1538215" y="3618"/>
                </a:lnTo>
                <a:lnTo>
                  <a:pt x="1538463" y="3223"/>
                </a:lnTo>
                <a:lnTo>
                  <a:pt x="1538741" y="2840"/>
                </a:lnTo>
                <a:lnTo>
                  <a:pt x="1539048" y="2470"/>
                </a:lnTo>
                <a:lnTo>
                  <a:pt x="1539384" y="2112"/>
                </a:lnTo>
                <a:lnTo>
                  <a:pt x="1539741" y="1775"/>
                </a:lnTo>
                <a:lnTo>
                  <a:pt x="1540112" y="1467"/>
                </a:lnTo>
                <a:lnTo>
                  <a:pt x="1540496" y="1188"/>
                </a:lnTo>
                <a:lnTo>
                  <a:pt x="1540894" y="939"/>
                </a:lnTo>
                <a:lnTo>
                  <a:pt x="1541304" y="719"/>
                </a:lnTo>
                <a:lnTo>
                  <a:pt x="1541729" y="528"/>
                </a:lnTo>
                <a:lnTo>
                  <a:pt x="1542166" y="367"/>
                </a:lnTo>
                <a:lnTo>
                  <a:pt x="1542617" y="235"/>
                </a:lnTo>
                <a:lnTo>
                  <a:pt x="1543082" y="132"/>
                </a:lnTo>
                <a:lnTo>
                  <a:pt x="1543559" y="59"/>
                </a:lnTo>
                <a:lnTo>
                  <a:pt x="1544051" y="15"/>
                </a:lnTo>
                <a:lnTo>
                  <a:pt x="1544555" y="0"/>
                </a:lnTo>
                <a:moveTo>
                  <a:pt x="1550475" y="34182"/>
                </a:moveTo>
                <a:lnTo>
                  <a:pt x="1550475" y="86479"/>
                </a:lnTo>
                <a:lnTo>
                  <a:pt x="1550482" y="87469"/>
                </a:lnTo>
                <a:lnTo>
                  <a:pt x="1550500" y="88403"/>
                </a:lnTo>
                <a:lnTo>
                  <a:pt x="1550531" y="89279"/>
                </a:lnTo>
                <a:lnTo>
                  <a:pt x="1550575" y="90099"/>
                </a:lnTo>
                <a:lnTo>
                  <a:pt x="1550630" y="90862"/>
                </a:lnTo>
                <a:lnTo>
                  <a:pt x="1550698" y="91569"/>
                </a:lnTo>
                <a:lnTo>
                  <a:pt x="1550779" y="92218"/>
                </a:lnTo>
                <a:lnTo>
                  <a:pt x="1550872" y="92811"/>
                </a:lnTo>
                <a:lnTo>
                  <a:pt x="1550977" y="93347"/>
                </a:lnTo>
                <a:lnTo>
                  <a:pt x="1551095" y="93827"/>
                </a:lnTo>
                <a:lnTo>
                  <a:pt x="1551225" y="94249"/>
                </a:lnTo>
                <a:lnTo>
                  <a:pt x="1551367" y="94615"/>
                </a:lnTo>
                <a:lnTo>
                  <a:pt x="1551522" y="94945"/>
                </a:lnTo>
                <a:lnTo>
                  <a:pt x="1551688" y="95261"/>
                </a:lnTo>
                <a:lnTo>
                  <a:pt x="1551866" y="95563"/>
                </a:lnTo>
                <a:lnTo>
                  <a:pt x="1552057" y="95851"/>
                </a:lnTo>
                <a:lnTo>
                  <a:pt x="1552259" y="96124"/>
                </a:lnTo>
                <a:lnTo>
                  <a:pt x="1552473" y="96383"/>
                </a:lnTo>
                <a:lnTo>
                  <a:pt x="1552699" y="96627"/>
                </a:lnTo>
                <a:lnTo>
                  <a:pt x="1552936" y="96857"/>
                </a:lnTo>
                <a:lnTo>
                  <a:pt x="1553186" y="97073"/>
                </a:lnTo>
                <a:lnTo>
                  <a:pt x="1553448" y="97275"/>
                </a:lnTo>
                <a:lnTo>
                  <a:pt x="1553721" y="97462"/>
                </a:lnTo>
                <a:lnTo>
                  <a:pt x="1554006" y="97635"/>
                </a:lnTo>
                <a:lnTo>
                  <a:pt x="1554318" y="97794"/>
                </a:lnTo>
                <a:lnTo>
                  <a:pt x="1554669" y="97939"/>
                </a:lnTo>
                <a:lnTo>
                  <a:pt x="1555061" y="98070"/>
                </a:lnTo>
                <a:lnTo>
                  <a:pt x="1555492" y="98188"/>
                </a:lnTo>
                <a:lnTo>
                  <a:pt x="1555964" y="98291"/>
                </a:lnTo>
                <a:lnTo>
                  <a:pt x="1556476" y="98381"/>
                </a:lnTo>
                <a:lnTo>
                  <a:pt x="1557028" y="98457"/>
                </a:lnTo>
                <a:lnTo>
                  <a:pt x="1557620" y="98519"/>
                </a:lnTo>
                <a:lnTo>
                  <a:pt x="1558253" y="98568"/>
                </a:lnTo>
                <a:lnTo>
                  <a:pt x="1558925" y="98602"/>
                </a:lnTo>
                <a:lnTo>
                  <a:pt x="1559638" y="98623"/>
                </a:lnTo>
                <a:lnTo>
                  <a:pt x="1560390" y="98630"/>
                </a:lnTo>
                <a:lnTo>
                  <a:pt x="1560390" y="101265"/>
                </a:lnTo>
                <a:lnTo>
                  <a:pt x="1528649" y="101265"/>
                </a:lnTo>
                <a:lnTo>
                  <a:pt x="1528649" y="98630"/>
                </a:lnTo>
                <a:lnTo>
                  <a:pt x="1529423" y="98623"/>
                </a:lnTo>
                <a:lnTo>
                  <a:pt x="1530154" y="98604"/>
                </a:lnTo>
                <a:lnTo>
                  <a:pt x="1530842" y="98572"/>
                </a:lnTo>
                <a:lnTo>
                  <a:pt x="1531486" y="98527"/>
                </a:lnTo>
                <a:lnTo>
                  <a:pt x="1532086" y="98469"/>
                </a:lnTo>
                <a:lnTo>
                  <a:pt x="1532643" y="98399"/>
                </a:lnTo>
                <a:lnTo>
                  <a:pt x="1533156" y="98315"/>
                </a:lnTo>
                <a:lnTo>
                  <a:pt x="1533626" y="98219"/>
                </a:lnTo>
                <a:lnTo>
                  <a:pt x="1534052" y="98110"/>
                </a:lnTo>
                <a:lnTo>
                  <a:pt x="1534434" y="97988"/>
                </a:lnTo>
                <a:lnTo>
                  <a:pt x="1534773" y="97854"/>
                </a:lnTo>
                <a:lnTo>
                  <a:pt x="1535068" y="97706"/>
                </a:lnTo>
                <a:lnTo>
                  <a:pt x="1535337" y="97544"/>
                </a:lnTo>
                <a:lnTo>
                  <a:pt x="1535596" y="97365"/>
                </a:lnTo>
                <a:lnTo>
                  <a:pt x="1535846" y="97169"/>
                </a:lnTo>
                <a:lnTo>
                  <a:pt x="1536087" y="96956"/>
                </a:lnTo>
                <a:lnTo>
                  <a:pt x="1536318" y="96727"/>
                </a:lnTo>
                <a:lnTo>
                  <a:pt x="1536539" y="96481"/>
                </a:lnTo>
                <a:lnTo>
                  <a:pt x="1536752" y="96218"/>
                </a:lnTo>
                <a:lnTo>
                  <a:pt x="1536955" y="95938"/>
                </a:lnTo>
                <a:lnTo>
                  <a:pt x="1537148" y="95641"/>
                </a:lnTo>
                <a:lnTo>
                  <a:pt x="1537332" y="95328"/>
                </a:lnTo>
                <a:lnTo>
                  <a:pt x="1537507" y="94998"/>
                </a:lnTo>
                <a:lnTo>
                  <a:pt x="1537672" y="94651"/>
                </a:lnTo>
                <a:lnTo>
                  <a:pt x="1537826" y="94268"/>
                </a:lnTo>
                <a:lnTo>
                  <a:pt x="1537966" y="93831"/>
                </a:lnTo>
                <a:lnTo>
                  <a:pt x="1538093" y="93340"/>
                </a:lnTo>
                <a:lnTo>
                  <a:pt x="1538207" y="92795"/>
                </a:lnTo>
                <a:lnTo>
                  <a:pt x="1538307" y="92196"/>
                </a:lnTo>
                <a:lnTo>
                  <a:pt x="1538394" y="91542"/>
                </a:lnTo>
                <a:lnTo>
                  <a:pt x="1538468" y="90834"/>
                </a:lnTo>
                <a:lnTo>
                  <a:pt x="1538528" y="90071"/>
                </a:lnTo>
                <a:lnTo>
                  <a:pt x="1538575" y="89255"/>
                </a:lnTo>
                <a:lnTo>
                  <a:pt x="1538608" y="88384"/>
                </a:lnTo>
                <a:lnTo>
                  <a:pt x="1538628" y="87459"/>
                </a:lnTo>
                <a:lnTo>
                  <a:pt x="1538635" y="86479"/>
                </a:lnTo>
                <a:lnTo>
                  <a:pt x="1538635" y="61397"/>
                </a:lnTo>
                <a:lnTo>
                  <a:pt x="1538630" y="59684"/>
                </a:lnTo>
                <a:lnTo>
                  <a:pt x="1538617" y="58074"/>
                </a:lnTo>
                <a:lnTo>
                  <a:pt x="1538595" y="56569"/>
                </a:lnTo>
                <a:lnTo>
                  <a:pt x="1538563" y="55167"/>
                </a:lnTo>
                <a:lnTo>
                  <a:pt x="1538523" y="53869"/>
                </a:lnTo>
                <a:lnTo>
                  <a:pt x="1538474" y="52674"/>
                </a:lnTo>
                <a:lnTo>
                  <a:pt x="1538416" y="51583"/>
                </a:lnTo>
                <a:lnTo>
                  <a:pt x="1538349" y="50596"/>
                </a:lnTo>
                <a:lnTo>
                  <a:pt x="1538274" y="49712"/>
                </a:lnTo>
                <a:lnTo>
                  <a:pt x="1538189" y="48932"/>
                </a:lnTo>
                <a:lnTo>
                  <a:pt x="1538095" y="48256"/>
                </a:lnTo>
                <a:lnTo>
                  <a:pt x="1537993" y="47684"/>
                </a:lnTo>
                <a:lnTo>
                  <a:pt x="1537906" y="47314"/>
                </a:lnTo>
                <a:lnTo>
                  <a:pt x="1537810" y="46964"/>
                </a:lnTo>
                <a:lnTo>
                  <a:pt x="1537707" y="46633"/>
                </a:lnTo>
                <a:lnTo>
                  <a:pt x="1537596" y="46321"/>
                </a:lnTo>
                <a:lnTo>
                  <a:pt x="1537478" y="46029"/>
                </a:lnTo>
                <a:lnTo>
                  <a:pt x="1537351" y="45756"/>
                </a:lnTo>
                <a:lnTo>
                  <a:pt x="1537216" y="45502"/>
                </a:lnTo>
                <a:lnTo>
                  <a:pt x="1537073" y="45267"/>
                </a:lnTo>
                <a:lnTo>
                  <a:pt x="1536923" y="45052"/>
                </a:lnTo>
                <a:lnTo>
                  <a:pt x="1536764" y="44856"/>
                </a:lnTo>
                <a:lnTo>
                  <a:pt x="1536598" y="44679"/>
                </a:lnTo>
                <a:lnTo>
                  <a:pt x="1536424" y="44521"/>
                </a:lnTo>
                <a:lnTo>
                  <a:pt x="1536240" y="44380"/>
                </a:lnTo>
                <a:lnTo>
                  <a:pt x="1536045" y="44250"/>
                </a:lnTo>
                <a:lnTo>
                  <a:pt x="1535840" y="44133"/>
                </a:lnTo>
                <a:lnTo>
                  <a:pt x="1535623" y="44028"/>
                </a:lnTo>
                <a:lnTo>
                  <a:pt x="1535396" y="43936"/>
                </a:lnTo>
                <a:lnTo>
                  <a:pt x="1535157" y="43855"/>
                </a:lnTo>
                <a:lnTo>
                  <a:pt x="1534908" y="43788"/>
                </a:lnTo>
                <a:lnTo>
                  <a:pt x="1534648" y="43732"/>
                </a:lnTo>
                <a:lnTo>
                  <a:pt x="1534377" y="43689"/>
                </a:lnTo>
                <a:lnTo>
                  <a:pt x="1534095" y="43658"/>
                </a:lnTo>
                <a:lnTo>
                  <a:pt x="1533803" y="43640"/>
                </a:lnTo>
                <a:lnTo>
                  <a:pt x="1533499" y="43633"/>
                </a:lnTo>
                <a:lnTo>
                  <a:pt x="1533160" y="43641"/>
                </a:lnTo>
                <a:lnTo>
                  <a:pt x="1532809" y="43663"/>
                </a:lnTo>
                <a:lnTo>
                  <a:pt x="1532447" y="43700"/>
                </a:lnTo>
                <a:lnTo>
                  <a:pt x="1532072" y="43752"/>
                </a:lnTo>
                <a:lnTo>
                  <a:pt x="1531686" y="43818"/>
                </a:lnTo>
                <a:lnTo>
                  <a:pt x="1531288" y="43900"/>
                </a:lnTo>
                <a:lnTo>
                  <a:pt x="1530878" y="43996"/>
                </a:lnTo>
                <a:lnTo>
                  <a:pt x="1530456" y="44107"/>
                </a:lnTo>
                <a:lnTo>
                  <a:pt x="1530022" y="44233"/>
                </a:lnTo>
                <a:lnTo>
                  <a:pt x="1529576" y="44374"/>
                </a:lnTo>
                <a:lnTo>
                  <a:pt x="1529118" y="44529"/>
                </a:lnTo>
                <a:lnTo>
                  <a:pt x="1528649" y="44699"/>
                </a:lnTo>
                <a:lnTo>
                  <a:pt x="1527650" y="42140"/>
                </a:lnTo>
                <a:lnTo>
                  <a:pt x="1547337" y="34182"/>
                </a:lnTo>
                <a:lnTo>
                  <a:pt x="1550475" y="34182"/>
                </a:lnTo>
                <a:close/>
                <a:moveTo>
                  <a:pt x="1600064" y="34182"/>
                </a:moveTo>
                <a:lnTo>
                  <a:pt x="1602496" y="34260"/>
                </a:lnTo>
                <a:lnTo>
                  <a:pt x="1604847" y="34494"/>
                </a:lnTo>
                <a:lnTo>
                  <a:pt x="1607116" y="34885"/>
                </a:lnTo>
                <a:lnTo>
                  <a:pt x="1609305" y="35431"/>
                </a:lnTo>
                <a:lnTo>
                  <a:pt x="1611412" y="36134"/>
                </a:lnTo>
                <a:lnTo>
                  <a:pt x="1613438" y="36992"/>
                </a:lnTo>
                <a:lnTo>
                  <a:pt x="1615383" y="38007"/>
                </a:lnTo>
                <a:lnTo>
                  <a:pt x="1617246" y="39178"/>
                </a:lnTo>
                <a:lnTo>
                  <a:pt x="1619028" y="40505"/>
                </a:lnTo>
                <a:lnTo>
                  <a:pt x="1620729" y="41988"/>
                </a:lnTo>
                <a:lnTo>
                  <a:pt x="1622349" y="43627"/>
                </a:lnTo>
                <a:lnTo>
                  <a:pt x="1623888" y="45423"/>
                </a:lnTo>
                <a:lnTo>
                  <a:pt x="1625107" y="47043"/>
                </a:lnTo>
                <a:lnTo>
                  <a:pt x="1626220" y="48703"/>
                </a:lnTo>
                <a:lnTo>
                  <a:pt x="1627227" y="50402"/>
                </a:lnTo>
                <a:lnTo>
                  <a:pt x="1628128" y="52141"/>
                </a:lnTo>
                <a:lnTo>
                  <a:pt x="1628923" y="53919"/>
                </a:lnTo>
                <a:lnTo>
                  <a:pt x="1629612" y="55737"/>
                </a:lnTo>
                <a:lnTo>
                  <a:pt x="1630195" y="57595"/>
                </a:lnTo>
                <a:lnTo>
                  <a:pt x="1630672" y="59492"/>
                </a:lnTo>
                <a:lnTo>
                  <a:pt x="1631043" y="61429"/>
                </a:lnTo>
                <a:lnTo>
                  <a:pt x="1631308" y="63405"/>
                </a:lnTo>
                <a:lnTo>
                  <a:pt x="1631467" y="65421"/>
                </a:lnTo>
                <a:lnTo>
                  <a:pt x="1631520" y="67476"/>
                </a:lnTo>
                <a:lnTo>
                  <a:pt x="1631491" y="68936"/>
                </a:lnTo>
                <a:lnTo>
                  <a:pt x="1631403" y="70399"/>
                </a:lnTo>
                <a:lnTo>
                  <a:pt x="1631257" y="71865"/>
                </a:lnTo>
                <a:lnTo>
                  <a:pt x="1631052" y="73334"/>
                </a:lnTo>
                <a:lnTo>
                  <a:pt x="1630789" y="74805"/>
                </a:lnTo>
                <a:lnTo>
                  <a:pt x="1630468" y="76280"/>
                </a:lnTo>
                <a:lnTo>
                  <a:pt x="1630088" y="77758"/>
                </a:lnTo>
                <a:lnTo>
                  <a:pt x="1629650" y="79238"/>
                </a:lnTo>
                <a:lnTo>
                  <a:pt x="1629153" y="80722"/>
                </a:lnTo>
                <a:lnTo>
                  <a:pt x="1628597" y="82208"/>
                </a:lnTo>
                <a:lnTo>
                  <a:pt x="1627984" y="83698"/>
                </a:lnTo>
                <a:lnTo>
                  <a:pt x="1627312" y="85191"/>
                </a:lnTo>
                <a:lnTo>
                  <a:pt x="1626588" y="86654"/>
                </a:lnTo>
                <a:lnTo>
                  <a:pt x="1625821" y="88055"/>
                </a:lnTo>
                <a:lnTo>
                  <a:pt x="1625009" y="89396"/>
                </a:lnTo>
                <a:lnTo>
                  <a:pt x="1624153" y="90675"/>
                </a:lnTo>
                <a:lnTo>
                  <a:pt x="1623253" y="91893"/>
                </a:lnTo>
                <a:lnTo>
                  <a:pt x="1622310" y="93050"/>
                </a:lnTo>
                <a:lnTo>
                  <a:pt x="1621322" y="94146"/>
                </a:lnTo>
                <a:lnTo>
                  <a:pt x="1620290" y="95180"/>
                </a:lnTo>
                <a:lnTo>
                  <a:pt x="1619213" y="96153"/>
                </a:lnTo>
                <a:lnTo>
                  <a:pt x="1618093" y="97065"/>
                </a:lnTo>
                <a:lnTo>
                  <a:pt x="1616929" y="97916"/>
                </a:lnTo>
                <a:lnTo>
                  <a:pt x="1615721" y="98705"/>
                </a:lnTo>
                <a:lnTo>
                  <a:pt x="1614478" y="99433"/>
                </a:lnTo>
                <a:lnTo>
                  <a:pt x="1613213" y="100097"/>
                </a:lnTo>
                <a:lnTo>
                  <a:pt x="1611924" y="100697"/>
                </a:lnTo>
                <a:lnTo>
                  <a:pt x="1610613" y="101235"/>
                </a:lnTo>
                <a:lnTo>
                  <a:pt x="1609277" y="101709"/>
                </a:lnTo>
                <a:lnTo>
                  <a:pt x="1607919" y="102120"/>
                </a:lnTo>
                <a:lnTo>
                  <a:pt x="1606537" y="102468"/>
                </a:lnTo>
                <a:lnTo>
                  <a:pt x="1605132" y="102753"/>
                </a:lnTo>
                <a:lnTo>
                  <a:pt x="1603704" y="102974"/>
                </a:lnTo>
                <a:lnTo>
                  <a:pt x="1602252" y="103132"/>
                </a:lnTo>
                <a:lnTo>
                  <a:pt x="1600777" y="103227"/>
                </a:lnTo>
                <a:lnTo>
                  <a:pt x="1599279" y="103259"/>
                </a:lnTo>
                <a:lnTo>
                  <a:pt x="1596860" y="103177"/>
                </a:lnTo>
                <a:lnTo>
                  <a:pt x="1594526" y="102932"/>
                </a:lnTo>
                <a:lnTo>
                  <a:pt x="1592275" y="102525"/>
                </a:lnTo>
                <a:lnTo>
                  <a:pt x="1590109" y="101954"/>
                </a:lnTo>
                <a:lnTo>
                  <a:pt x="1588027" y="101221"/>
                </a:lnTo>
                <a:lnTo>
                  <a:pt x="1586030" y="100324"/>
                </a:lnTo>
                <a:lnTo>
                  <a:pt x="1584116" y="99264"/>
                </a:lnTo>
                <a:lnTo>
                  <a:pt x="1582287" y="98041"/>
                </a:lnTo>
                <a:lnTo>
                  <a:pt x="1580542" y="96655"/>
                </a:lnTo>
                <a:lnTo>
                  <a:pt x="1578881" y="95106"/>
                </a:lnTo>
                <a:lnTo>
                  <a:pt x="1577304" y="93395"/>
                </a:lnTo>
                <a:lnTo>
                  <a:pt x="1575812" y="91520"/>
                </a:lnTo>
                <a:lnTo>
                  <a:pt x="1574638" y="89855"/>
                </a:lnTo>
                <a:lnTo>
                  <a:pt x="1573567" y="88157"/>
                </a:lnTo>
                <a:lnTo>
                  <a:pt x="1572597" y="86425"/>
                </a:lnTo>
                <a:lnTo>
                  <a:pt x="1571730" y="84659"/>
                </a:lnTo>
                <a:lnTo>
                  <a:pt x="1570965" y="82860"/>
                </a:lnTo>
                <a:lnTo>
                  <a:pt x="1570301" y="81027"/>
                </a:lnTo>
                <a:lnTo>
                  <a:pt x="1569740" y="79161"/>
                </a:lnTo>
                <a:lnTo>
                  <a:pt x="1569281" y="77261"/>
                </a:lnTo>
                <a:lnTo>
                  <a:pt x="1568924" y="75328"/>
                </a:lnTo>
                <a:lnTo>
                  <a:pt x="1568669" y="73361"/>
                </a:lnTo>
                <a:lnTo>
                  <a:pt x="1568516" y="71360"/>
                </a:lnTo>
                <a:lnTo>
                  <a:pt x="1568465" y="69326"/>
                </a:lnTo>
                <a:lnTo>
                  <a:pt x="1568496" y="67832"/>
                </a:lnTo>
                <a:lnTo>
                  <a:pt x="1568589" y="66341"/>
                </a:lnTo>
                <a:lnTo>
                  <a:pt x="1568743" y="64850"/>
                </a:lnTo>
                <a:lnTo>
                  <a:pt x="1568960" y="63362"/>
                </a:lnTo>
                <a:lnTo>
                  <a:pt x="1569239" y="61874"/>
                </a:lnTo>
                <a:lnTo>
                  <a:pt x="1569579" y="60388"/>
                </a:lnTo>
                <a:lnTo>
                  <a:pt x="1569982" y="58904"/>
                </a:lnTo>
                <a:lnTo>
                  <a:pt x="1570446" y="57421"/>
                </a:lnTo>
                <a:lnTo>
                  <a:pt x="1570972" y="55940"/>
                </a:lnTo>
                <a:lnTo>
                  <a:pt x="1571561" y="54460"/>
                </a:lnTo>
                <a:lnTo>
                  <a:pt x="1572211" y="52982"/>
                </a:lnTo>
                <a:lnTo>
                  <a:pt x="1572923" y="51505"/>
                </a:lnTo>
                <a:lnTo>
                  <a:pt x="1573685" y="50061"/>
                </a:lnTo>
                <a:lnTo>
                  <a:pt x="1574487" y="48681"/>
                </a:lnTo>
                <a:lnTo>
                  <a:pt x="1575328" y="47365"/>
                </a:lnTo>
                <a:lnTo>
                  <a:pt x="1576208" y="46114"/>
                </a:lnTo>
                <a:lnTo>
                  <a:pt x="1577127" y="44927"/>
                </a:lnTo>
                <a:lnTo>
                  <a:pt x="1578085" y="43804"/>
                </a:lnTo>
                <a:lnTo>
                  <a:pt x="1579083" y="42745"/>
                </a:lnTo>
                <a:lnTo>
                  <a:pt x="1580119" y="41750"/>
                </a:lnTo>
                <a:lnTo>
                  <a:pt x="1581195" y="40820"/>
                </a:lnTo>
                <a:lnTo>
                  <a:pt x="1582310" y="39954"/>
                </a:lnTo>
                <a:lnTo>
                  <a:pt x="1583463" y="39152"/>
                </a:lnTo>
                <a:lnTo>
                  <a:pt x="1584656" y="38415"/>
                </a:lnTo>
                <a:lnTo>
                  <a:pt x="1585875" y="37739"/>
                </a:lnTo>
                <a:lnTo>
                  <a:pt x="1587105" y="37122"/>
                </a:lnTo>
                <a:lnTo>
                  <a:pt x="1588348" y="36563"/>
                </a:lnTo>
                <a:lnTo>
                  <a:pt x="1589602" y="36063"/>
                </a:lnTo>
                <a:lnTo>
                  <a:pt x="1590868" y="35622"/>
                </a:lnTo>
                <a:lnTo>
                  <a:pt x="1592146" y="35240"/>
                </a:lnTo>
                <a:lnTo>
                  <a:pt x="1593436" y="34917"/>
                </a:lnTo>
                <a:lnTo>
                  <a:pt x="1594738" y="34652"/>
                </a:lnTo>
                <a:lnTo>
                  <a:pt x="1596051" y="34447"/>
                </a:lnTo>
                <a:lnTo>
                  <a:pt x="1597377" y="34300"/>
                </a:lnTo>
                <a:lnTo>
                  <a:pt x="1598714" y="34212"/>
                </a:lnTo>
                <a:lnTo>
                  <a:pt x="1600064" y="34182"/>
                </a:lnTo>
                <a:moveTo>
                  <a:pt x="1597852" y="38882"/>
                </a:moveTo>
                <a:lnTo>
                  <a:pt x="1597222" y="38898"/>
                </a:lnTo>
                <a:lnTo>
                  <a:pt x="1596591" y="38944"/>
                </a:lnTo>
                <a:lnTo>
                  <a:pt x="1595960" y="39022"/>
                </a:lnTo>
                <a:lnTo>
                  <a:pt x="1595328" y="39131"/>
                </a:lnTo>
                <a:lnTo>
                  <a:pt x="1594696" y="39271"/>
                </a:lnTo>
                <a:lnTo>
                  <a:pt x="1594063" y="39442"/>
                </a:lnTo>
                <a:lnTo>
                  <a:pt x="1593430" y="39645"/>
                </a:lnTo>
                <a:lnTo>
                  <a:pt x="1592796" y="39878"/>
                </a:lnTo>
                <a:lnTo>
                  <a:pt x="1592162" y="40143"/>
                </a:lnTo>
                <a:lnTo>
                  <a:pt x="1591527" y="40438"/>
                </a:lnTo>
                <a:lnTo>
                  <a:pt x="1590892" y="40765"/>
                </a:lnTo>
                <a:lnTo>
                  <a:pt x="1590256" y="41123"/>
                </a:lnTo>
                <a:lnTo>
                  <a:pt x="1589630" y="41520"/>
                </a:lnTo>
                <a:lnTo>
                  <a:pt x="1589024" y="41964"/>
                </a:lnTo>
                <a:lnTo>
                  <a:pt x="1588439" y="42455"/>
                </a:lnTo>
                <a:lnTo>
                  <a:pt x="1587874" y="42992"/>
                </a:lnTo>
                <a:lnTo>
                  <a:pt x="1587330" y="43577"/>
                </a:lnTo>
                <a:lnTo>
                  <a:pt x="1586805" y="44209"/>
                </a:lnTo>
                <a:lnTo>
                  <a:pt x="1586301" y="44887"/>
                </a:lnTo>
                <a:lnTo>
                  <a:pt x="1585818" y="45613"/>
                </a:lnTo>
                <a:lnTo>
                  <a:pt x="1585354" y="46385"/>
                </a:lnTo>
                <a:lnTo>
                  <a:pt x="1584911" y="47204"/>
                </a:lnTo>
                <a:lnTo>
                  <a:pt x="1584488" y="48070"/>
                </a:lnTo>
                <a:lnTo>
                  <a:pt x="1584086" y="48983"/>
                </a:lnTo>
                <a:lnTo>
                  <a:pt x="1583710" y="49942"/>
                </a:lnTo>
                <a:lnTo>
                  <a:pt x="1583367" y="50945"/>
                </a:lnTo>
                <a:lnTo>
                  <a:pt x="1583056" y="51993"/>
                </a:lnTo>
                <a:lnTo>
                  <a:pt x="1582778" y="53085"/>
                </a:lnTo>
                <a:lnTo>
                  <a:pt x="1582533" y="54221"/>
                </a:lnTo>
                <a:lnTo>
                  <a:pt x="1582320" y="55402"/>
                </a:lnTo>
                <a:lnTo>
                  <a:pt x="1582141" y="56628"/>
                </a:lnTo>
                <a:lnTo>
                  <a:pt x="1581994" y="57898"/>
                </a:lnTo>
                <a:lnTo>
                  <a:pt x="1581879" y="59212"/>
                </a:lnTo>
                <a:lnTo>
                  <a:pt x="1581797" y="60571"/>
                </a:lnTo>
                <a:lnTo>
                  <a:pt x="1581748" y="61974"/>
                </a:lnTo>
                <a:lnTo>
                  <a:pt x="1581732" y="63422"/>
                </a:lnTo>
                <a:lnTo>
                  <a:pt x="1581771" y="65765"/>
                </a:lnTo>
                <a:lnTo>
                  <a:pt x="1581890" y="68055"/>
                </a:lnTo>
                <a:lnTo>
                  <a:pt x="1582086" y="70290"/>
                </a:lnTo>
                <a:lnTo>
                  <a:pt x="1582362" y="72470"/>
                </a:lnTo>
                <a:lnTo>
                  <a:pt x="1582716" y="74597"/>
                </a:lnTo>
                <a:lnTo>
                  <a:pt x="1583150" y="76669"/>
                </a:lnTo>
                <a:lnTo>
                  <a:pt x="1583662" y="78687"/>
                </a:lnTo>
                <a:lnTo>
                  <a:pt x="1584252" y="80650"/>
                </a:lnTo>
                <a:lnTo>
                  <a:pt x="1584922" y="82559"/>
                </a:lnTo>
                <a:lnTo>
                  <a:pt x="1585670" y="84414"/>
                </a:lnTo>
                <a:lnTo>
                  <a:pt x="1586497" y="86215"/>
                </a:lnTo>
                <a:lnTo>
                  <a:pt x="1587403" y="87961"/>
                </a:lnTo>
                <a:lnTo>
                  <a:pt x="1588373" y="89608"/>
                </a:lnTo>
                <a:lnTo>
                  <a:pt x="1589393" y="91112"/>
                </a:lnTo>
                <a:lnTo>
                  <a:pt x="1590463" y="92473"/>
                </a:lnTo>
                <a:lnTo>
                  <a:pt x="1591583" y="93690"/>
                </a:lnTo>
                <a:lnTo>
                  <a:pt x="1592754" y="94765"/>
                </a:lnTo>
                <a:lnTo>
                  <a:pt x="1593974" y="95696"/>
                </a:lnTo>
                <a:lnTo>
                  <a:pt x="1595244" y="96483"/>
                </a:lnTo>
                <a:lnTo>
                  <a:pt x="1596565" y="97128"/>
                </a:lnTo>
                <a:lnTo>
                  <a:pt x="1597935" y="97629"/>
                </a:lnTo>
                <a:lnTo>
                  <a:pt x="1599355" y="97987"/>
                </a:lnTo>
                <a:lnTo>
                  <a:pt x="1600826" y="98202"/>
                </a:lnTo>
                <a:lnTo>
                  <a:pt x="1602346" y="98274"/>
                </a:lnTo>
                <a:lnTo>
                  <a:pt x="1603483" y="98234"/>
                </a:lnTo>
                <a:lnTo>
                  <a:pt x="1604585" y="98116"/>
                </a:lnTo>
                <a:lnTo>
                  <a:pt x="1605654" y="97918"/>
                </a:lnTo>
                <a:lnTo>
                  <a:pt x="1606689" y="97641"/>
                </a:lnTo>
                <a:lnTo>
                  <a:pt x="1607691" y="97286"/>
                </a:lnTo>
                <a:lnTo>
                  <a:pt x="1608659" y="96851"/>
                </a:lnTo>
                <a:lnTo>
                  <a:pt x="1609593" y="96337"/>
                </a:lnTo>
                <a:lnTo>
                  <a:pt x="1610494" y="95745"/>
                </a:lnTo>
                <a:lnTo>
                  <a:pt x="1611360" y="95073"/>
                </a:lnTo>
                <a:lnTo>
                  <a:pt x="1612194" y="94322"/>
                </a:lnTo>
                <a:lnTo>
                  <a:pt x="1612993" y="93492"/>
                </a:lnTo>
                <a:lnTo>
                  <a:pt x="1613759" y="92583"/>
                </a:lnTo>
                <a:lnTo>
                  <a:pt x="1614477" y="91578"/>
                </a:lnTo>
                <a:lnTo>
                  <a:pt x="1615132" y="90459"/>
                </a:lnTo>
                <a:lnTo>
                  <a:pt x="1615725" y="89227"/>
                </a:lnTo>
                <a:lnTo>
                  <a:pt x="1616255" y="87881"/>
                </a:lnTo>
                <a:lnTo>
                  <a:pt x="1616724" y="86421"/>
                </a:lnTo>
                <a:lnTo>
                  <a:pt x="1617129" y="84848"/>
                </a:lnTo>
                <a:lnTo>
                  <a:pt x="1617473" y="83162"/>
                </a:lnTo>
                <a:lnTo>
                  <a:pt x="1617753" y="81361"/>
                </a:lnTo>
                <a:lnTo>
                  <a:pt x="1617972" y="79447"/>
                </a:lnTo>
                <a:lnTo>
                  <a:pt x="1618128" y="77420"/>
                </a:lnTo>
                <a:lnTo>
                  <a:pt x="1618222" y="75279"/>
                </a:lnTo>
                <a:lnTo>
                  <a:pt x="1618253" y="73024"/>
                </a:lnTo>
                <a:lnTo>
                  <a:pt x="1618201" y="70183"/>
                </a:lnTo>
                <a:lnTo>
                  <a:pt x="1618045" y="67444"/>
                </a:lnTo>
                <a:lnTo>
                  <a:pt x="1617785" y="64809"/>
                </a:lnTo>
                <a:lnTo>
                  <a:pt x="1617421" y="62276"/>
                </a:lnTo>
                <a:lnTo>
                  <a:pt x="1616952" y="59845"/>
                </a:lnTo>
                <a:lnTo>
                  <a:pt x="1616380" y="57518"/>
                </a:lnTo>
                <a:lnTo>
                  <a:pt x="1615704" y="55293"/>
                </a:lnTo>
                <a:lnTo>
                  <a:pt x="1614924" y="53171"/>
                </a:lnTo>
                <a:lnTo>
                  <a:pt x="1614040" y="51151"/>
                </a:lnTo>
                <a:lnTo>
                  <a:pt x="1613052" y="49235"/>
                </a:lnTo>
                <a:lnTo>
                  <a:pt x="1611959" y="47421"/>
                </a:lnTo>
                <a:lnTo>
                  <a:pt x="1610763" y="45710"/>
                </a:lnTo>
                <a:lnTo>
                  <a:pt x="1609900" y="44619"/>
                </a:lnTo>
                <a:lnTo>
                  <a:pt x="1608998" y="43624"/>
                </a:lnTo>
                <a:lnTo>
                  <a:pt x="1608057" y="42723"/>
                </a:lnTo>
                <a:lnTo>
                  <a:pt x="1607078" y="41917"/>
                </a:lnTo>
                <a:lnTo>
                  <a:pt x="1606060" y="41205"/>
                </a:lnTo>
                <a:lnTo>
                  <a:pt x="1605003" y="40589"/>
                </a:lnTo>
                <a:lnTo>
                  <a:pt x="1603908" y="40068"/>
                </a:lnTo>
                <a:lnTo>
                  <a:pt x="1602774" y="39641"/>
                </a:lnTo>
                <a:lnTo>
                  <a:pt x="1601602" y="39309"/>
                </a:lnTo>
                <a:lnTo>
                  <a:pt x="1600391" y="39072"/>
                </a:lnTo>
                <a:lnTo>
                  <a:pt x="1599141" y="38930"/>
                </a:lnTo>
                <a:lnTo>
                  <a:pt x="1597852" y="38882"/>
                </a:lnTo>
                <a:close/>
                <a:moveTo>
                  <a:pt x="1660195" y="47997"/>
                </a:moveTo>
                <a:lnTo>
                  <a:pt x="1662101" y="45791"/>
                </a:lnTo>
                <a:lnTo>
                  <a:pt x="1663993" y="43776"/>
                </a:lnTo>
                <a:lnTo>
                  <a:pt x="1665870" y="41953"/>
                </a:lnTo>
                <a:lnTo>
                  <a:pt x="1667732" y="40322"/>
                </a:lnTo>
                <a:lnTo>
                  <a:pt x="1669579" y="38883"/>
                </a:lnTo>
                <a:lnTo>
                  <a:pt x="1671411" y="37636"/>
                </a:lnTo>
                <a:lnTo>
                  <a:pt x="1673229" y="36581"/>
                </a:lnTo>
                <a:lnTo>
                  <a:pt x="1675031" y="35717"/>
                </a:lnTo>
                <a:lnTo>
                  <a:pt x="1676819" y="35046"/>
                </a:lnTo>
                <a:lnTo>
                  <a:pt x="1678592" y="34566"/>
                </a:lnTo>
                <a:lnTo>
                  <a:pt x="1680350" y="34278"/>
                </a:lnTo>
                <a:lnTo>
                  <a:pt x="1682093" y="34182"/>
                </a:lnTo>
                <a:lnTo>
                  <a:pt x="1682974" y="34201"/>
                </a:lnTo>
                <a:lnTo>
                  <a:pt x="1683835" y="34256"/>
                </a:lnTo>
                <a:lnTo>
                  <a:pt x="1684674" y="34349"/>
                </a:lnTo>
                <a:lnTo>
                  <a:pt x="1685493" y="34478"/>
                </a:lnTo>
                <a:lnTo>
                  <a:pt x="1686291" y="34645"/>
                </a:lnTo>
                <a:lnTo>
                  <a:pt x="1687068" y="34849"/>
                </a:lnTo>
                <a:lnTo>
                  <a:pt x="1687825" y="35089"/>
                </a:lnTo>
                <a:lnTo>
                  <a:pt x="1688560" y="35367"/>
                </a:lnTo>
                <a:lnTo>
                  <a:pt x="1689275" y="35682"/>
                </a:lnTo>
                <a:lnTo>
                  <a:pt x="1689969" y="36034"/>
                </a:lnTo>
                <a:lnTo>
                  <a:pt x="1690642" y="36422"/>
                </a:lnTo>
                <a:lnTo>
                  <a:pt x="1691294" y="36848"/>
                </a:lnTo>
                <a:lnTo>
                  <a:pt x="1691925" y="37316"/>
                </a:lnTo>
                <a:lnTo>
                  <a:pt x="1692535" y="37832"/>
                </a:lnTo>
                <a:lnTo>
                  <a:pt x="1693122" y="38396"/>
                </a:lnTo>
                <a:lnTo>
                  <a:pt x="1693688" y="39007"/>
                </a:lnTo>
                <a:lnTo>
                  <a:pt x="1694232" y="39666"/>
                </a:lnTo>
                <a:lnTo>
                  <a:pt x="1694754" y="40374"/>
                </a:lnTo>
                <a:lnTo>
                  <a:pt x="1695254" y="41129"/>
                </a:lnTo>
                <a:lnTo>
                  <a:pt x="1695733" y="41932"/>
                </a:lnTo>
                <a:lnTo>
                  <a:pt x="1696189" y="42783"/>
                </a:lnTo>
                <a:lnTo>
                  <a:pt x="1696624" y="43682"/>
                </a:lnTo>
                <a:lnTo>
                  <a:pt x="1697037" y="44628"/>
                </a:lnTo>
                <a:lnTo>
                  <a:pt x="1697429" y="45623"/>
                </a:lnTo>
                <a:lnTo>
                  <a:pt x="1697679" y="46365"/>
                </a:lnTo>
                <a:lnTo>
                  <a:pt x="1697908" y="47170"/>
                </a:lnTo>
                <a:lnTo>
                  <a:pt x="1698115" y="48038"/>
                </a:lnTo>
                <a:lnTo>
                  <a:pt x="1698301" y="48970"/>
                </a:lnTo>
                <a:lnTo>
                  <a:pt x="1698464" y="49964"/>
                </a:lnTo>
                <a:lnTo>
                  <a:pt x="1698606" y="51022"/>
                </a:lnTo>
                <a:lnTo>
                  <a:pt x="1698726" y="52143"/>
                </a:lnTo>
                <a:lnTo>
                  <a:pt x="1698824" y="53328"/>
                </a:lnTo>
                <a:lnTo>
                  <a:pt x="1698900" y="54575"/>
                </a:lnTo>
                <a:lnTo>
                  <a:pt x="1698954" y="55886"/>
                </a:lnTo>
                <a:lnTo>
                  <a:pt x="1698987" y="57260"/>
                </a:lnTo>
                <a:lnTo>
                  <a:pt x="1698998" y="58697"/>
                </a:lnTo>
                <a:lnTo>
                  <a:pt x="1698998" y="86479"/>
                </a:lnTo>
                <a:lnTo>
                  <a:pt x="1699005" y="87482"/>
                </a:lnTo>
                <a:lnTo>
                  <a:pt x="1699026" y="88429"/>
                </a:lnTo>
                <a:lnTo>
                  <a:pt x="1699060" y="89321"/>
                </a:lnTo>
                <a:lnTo>
                  <a:pt x="1699109" y="90158"/>
                </a:lnTo>
                <a:lnTo>
                  <a:pt x="1699171" y="90940"/>
                </a:lnTo>
                <a:lnTo>
                  <a:pt x="1699248" y="91666"/>
                </a:lnTo>
                <a:lnTo>
                  <a:pt x="1699338" y="92338"/>
                </a:lnTo>
                <a:lnTo>
                  <a:pt x="1699442" y="92953"/>
                </a:lnTo>
                <a:lnTo>
                  <a:pt x="1699560" y="93514"/>
                </a:lnTo>
                <a:lnTo>
                  <a:pt x="1699691" y="94019"/>
                </a:lnTo>
                <a:lnTo>
                  <a:pt x="1699837" y="94470"/>
                </a:lnTo>
                <a:lnTo>
                  <a:pt x="1699997" y="94864"/>
                </a:lnTo>
                <a:lnTo>
                  <a:pt x="1700134" y="95155"/>
                </a:lnTo>
                <a:lnTo>
                  <a:pt x="1700285" y="95435"/>
                </a:lnTo>
                <a:lnTo>
                  <a:pt x="1700449" y="95703"/>
                </a:lnTo>
                <a:lnTo>
                  <a:pt x="1700627" y="95961"/>
                </a:lnTo>
                <a:lnTo>
                  <a:pt x="1700818" y="96209"/>
                </a:lnTo>
                <a:lnTo>
                  <a:pt x="1701022" y="96445"/>
                </a:lnTo>
                <a:lnTo>
                  <a:pt x="1701240" y="96670"/>
                </a:lnTo>
                <a:lnTo>
                  <a:pt x="1701471" y="96885"/>
                </a:lnTo>
                <a:lnTo>
                  <a:pt x="1701715" y="97089"/>
                </a:lnTo>
                <a:lnTo>
                  <a:pt x="1701973" y="97282"/>
                </a:lnTo>
                <a:lnTo>
                  <a:pt x="1702244" y="97464"/>
                </a:lnTo>
                <a:lnTo>
                  <a:pt x="1702529" y="97635"/>
                </a:lnTo>
                <a:lnTo>
                  <a:pt x="1702841" y="97794"/>
                </a:lnTo>
                <a:lnTo>
                  <a:pt x="1703194" y="97939"/>
                </a:lnTo>
                <a:lnTo>
                  <a:pt x="1703588" y="98070"/>
                </a:lnTo>
                <a:lnTo>
                  <a:pt x="1704023" y="98188"/>
                </a:lnTo>
                <a:lnTo>
                  <a:pt x="1704499" y="98291"/>
                </a:lnTo>
                <a:lnTo>
                  <a:pt x="1705016" y="98381"/>
                </a:lnTo>
                <a:lnTo>
                  <a:pt x="1705575" y="98457"/>
                </a:lnTo>
                <a:lnTo>
                  <a:pt x="1706175" y="98519"/>
                </a:lnTo>
                <a:lnTo>
                  <a:pt x="1706815" y="98568"/>
                </a:lnTo>
                <a:lnTo>
                  <a:pt x="1707497" y="98602"/>
                </a:lnTo>
                <a:lnTo>
                  <a:pt x="1708220" y="98623"/>
                </a:lnTo>
                <a:lnTo>
                  <a:pt x="1708984" y="98630"/>
                </a:lnTo>
                <a:lnTo>
                  <a:pt x="1708984" y="101265"/>
                </a:lnTo>
                <a:lnTo>
                  <a:pt x="1676672" y="101265"/>
                </a:lnTo>
                <a:lnTo>
                  <a:pt x="1676672" y="98630"/>
                </a:lnTo>
                <a:lnTo>
                  <a:pt x="1678027" y="98630"/>
                </a:lnTo>
                <a:lnTo>
                  <a:pt x="1678769" y="98620"/>
                </a:lnTo>
                <a:lnTo>
                  <a:pt x="1679473" y="98591"/>
                </a:lnTo>
                <a:lnTo>
                  <a:pt x="1680138" y="98543"/>
                </a:lnTo>
                <a:lnTo>
                  <a:pt x="1680765" y="98476"/>
                </a:lnTo>
                <a:lnTo>
                  <a:pt x="1681355" y="98390"/>
                </a:lnTo>
                <a:lnTo>
                  <a:pt x="1681906" y="98284"/>
                </a:lnTo>
                <a:lnTo>
                  <a:pt x="1682419" y="98159"/>
                </a:lnTo>
                <a:lnTo>
                  <a:pt x="1682893" y="98015"/>
                </a:lnTo>
                <a:lnTo>
                  <a:pt x="1683330" y="97852"/>
                </a:lnTo>
                <a:lnTo>
                  <a:pt x="1683729" y="97670"/>
                </a:lnTo>
                <a:lnTo>
                  <a:pt x="1684089" y="97468"/>
                </a:lnTo>
                <a:lnTo>
                  <a:pt x="1684411" y="97248"/>
                </a:lnTo>
                <a:lnTo>
                  <a:pt x="1684707" y="97008"/>
                </a:lnTo>
                <a:lnTo>
                  <a:pt x="1684987" y="96751"/>
                </a:lnTo>
                <a:lnTo>
                  <a:pt x="1685251" y="96475"/>
                </a:lnTo>
                <a:lnTo>
                  <a:pt x="1685501" y="96181"/>
                </a:lnTo>
                <a:lnTo>
                  <a:pt x="1685735" y="95869"/>
                </a:lnTo>
                <a:lnTo>
                  <a:pt x="1685954" y="95539"/>
                </a:lnTo>
                <a:lnTo>
                  <a:pt x="1686157" y="95190"/>
                </a:lnTo>
                <a:lnTo>
                  <a:pt x="1686345" y="94824"/>
                </a:lnTo>
                <a:lnTo>
                  <a:pt x="1686518" y="94439"/>
                </a:lnTo>
                <a:lnTo>
                  <a:pt x="1686675" y="94036"/>
                </a:lnTo>
                <a:lnTo>
                  <a:pt x="1686817" y="93615"/>
                </a:lnTo>
                <a:lnTo>
                  <a:pt x="1686943" y="93175"/>
                </a:lnTo>
                <a:lnTo>
                  <a:pt x="1686989" y="92966"/>
                </a:lnTo>
                <a:lnTo>
                  <a:pt x="1687030" y="92695"/>
                </a:lnTo>
                <a:lnTo>
                  <a:pt x="1687068" y="92360"/>
                </a:lnTo>
                <a:lnTo>
                  <a:pt x="1687102" y="91962"/>
                </a:lnTo>
                <a:lnTo>
                  <a:pt x="1687132" y="91502"/>
                </a:lnTo>
                <a:lnTo>
                  <a:pt x="1687157" y="90978"/>
                </a:lnTo>
                <a:lnTo>
                  <a:pt x="1687179" y="90392"/>
                </a:lnTo>
                <a:lnTo>
                  <a:pt x="1687197" y="89742"/>
                </a:lnTo>
                <a:lnTo>
                  <a:pt x="1687211" y="89030"/>
                </a:lnTo>
                <a:lnTo>
                  <a:pt x="1687221" y="88254"/>
                </a:lnTo>
                <a:lnTo>
                  <a:pt x="1687227" y="87416"/>
                </a:lnTo>
                <a:lnTo>
                  <a:pt x="1687229" y="86515"/>
                </a:lnTo>
                <a:lnTo>
                  <a:pt x="1687229" y="59946"/>
                </a:lnTo>
                <a:lnTo>
                  <a:pt x="1687213" y="58503"/>
                </a:lnTo>
                <a:lnTo>
                  <a:pt x="1687164" y="57129"/>
                </a:lnTo>
                <a:lnTo>
                  <a:pt x="1687084" y="55821"/>
                </a:lnTo>
                <a:lnTo>
                  <a:pt x="1686971" y="54581"/>
                </a:lnTo>
                <a:lnTo>
                  <a:pt x="1686826" y="53409"/>
                </a:lnTo>
                <a:lnTo>
                  <a:pt x="1686649" y="52304"/>
                </a:lnTo>
                <a:lnTo>
                  <a:pt x="1686440" y="51266"/>
                </a:lnTo>
                <a:lnTo>
                  <a:pt x="1686198" y="50295"/>
                </a:lnTo>
                <a:lnTo>
                  <a:pt x="1685925" y="49392"/>
                </a:lnTo>
                <a:lnTo>
                  <a:pt x="1685619" y="48556"/>
                </a:lnTo>
                <a:lnTo>
                  <a:pt x="1685281" y="47788"/>
                </a:lnTo>
                <a:lnTo>
                  <a:pt x="1684910" y="47087"/>
                </a:lnTo>
                <a:lnTo>
                  <a:pt x="1684502" y="46448"/>
                </a:lnTo>
                <a:lnTo>
                  <a:pt x="1684050" y="45864"/>
                </a:lnTo>
                <a:lnTo>
                  <a:pt x="1683553" y="45336"/>
                </a:lnTo>
                <a:lnTo>
                  <a:pt x="1683012" y="44863"/>
                </a:lnTo>
                <a:lnTo>
                  <a:pt x="1682428" y="44446"/>
                </a:lnTo>
                <a:lnTo>
                  <a:pt x="1681799" y="44085"/>
                </a:lnTo>
                <a:lnTo>
                  <a:pt x="1681126" y="43779"/>
                </a:lnTo>
                <a:lnTo>
                  <a:pt x="1680409" y="43529"/>
                </a:lnTo>
                <a:lnTo>
                  <a:pt x="1679648" y="43334"/>
                </a:lnTo>
                <a:lnTo>
                  <a:pt x="1678842" y="43195"/>
                </a:lnTo>
                <a:lnTo>
                  <a:pt x="1677993" y="43112"/>
                </a:lnTo>
                <a:lnTo>
                  <a:pt x="1677100" y="43084"/>
                </a:lnTo>
                <a:lnTo>
                  <a:pt x="1675686" y="43148"/>
                </a:lnTo>
                <a:lnTo>
                  <a:pt x="1674272" y="43340"/>
                </a:lnTo>
                <a:lnTo>
                  <a:pt x="1672860" y="43659"/>
                </a:lnTo>
                <a:lnTo>
                  <a:pt x="1671449" y="44107"/>
                </a:lnTo>
                <a:lnTo>
                  <a:pt x="1670039" y="44683"/>
                </a:lnTo>
                <a:lnTo>
                  <a:pt x="1668629" y="45386"/>
                </a:lnTo>
                <a:lnTo>
                  <a:pt x="1667221" y="46218"/>
                </a:lnTo>
                <a:lnTo>
                  <a:pt x="1665814" y="47177"/>
                </a:lnTo>
                <a:lnTo>
                  <a:pt x="1664408" y="48265"/>
                </a:lnTo>
                <a:lnTo>
                  <a:pt x="1663002" y="49480"/>
                </a:lnTo>
                <a:lnTo>
                  <a:pt x="1661598" y="50823"/>
                </a:lnTo>
                <a:lnTo>
                  <a:pt x="1660195" y="52295"/>
                </a:lnTo>
                <a:lnTo>
                  <a:pt x="1660195" y="86515"/>
                </a:lnTo>
                <a:lnTo>
                  <a:pt x="1660200" y="87578"/>
                </a:lnTo>
                <a:lnTo>
                  <a:pt x="1660217" y="88571"/>
                </a:lnTo>
                <a:lnTo>
                  <a:pt x="1660244" y="89495"/>
                </a:lnTo>
                <a:lnTo>
                  <a:pt x="1660282" y="90348"/>
                </a:lnTo>
                <a:lnTo>
                  <a:pt x="1660331" y="91132"/>
                </a:lnTo>
                <a:lnTo>
                  <a:pt x="1660391" y="91846"/>
                </a:lnTo>
                <a:lnTo>
                  <a:pt x="1660462" y="92490"/>
                </a:lnTo>
                <a:lnTo>
                  <a:pt x="1660543" y="93064"/>
                </a:lnTo>
                <a:lnTo>
                  <a:pt x="1660636" y="93568"/>
                </a:lnTo>
                <a:lnTo>
                  <a:pt x="1660740" y="94003"/>
                </a:lnTo>
                <a:lnTo>
                  <a:pt x="1660854" y="94367"/>
                </a:lnTo>
                <a:lnTo>
                  <a:pt x="1660979" y="94662"/>
                </a:lnTo>
                <a:lnTo>
                  <a:pt x="1661151" y="94997"/>
                </a:lnTo>
                <a:lnTo>
                  <a:pt x="1661333" y="95316"/>
                </a:lnTo>
                <a:lnTo>
                  <a:pt x="1661525" y="95620"/>
                </a:lnTo>
                <a:lnTo>
                  <a:pt x="1661728" y="95909"/>
                </a:lnTo>
                <a:lnTo>
                  <a:pt x="1661942" y="96183"/>
                </a:lnTo>
                <a:lnTo>
                  <a:pt x="1662165" y="96442"/>
                </a:lnTo>
                <a:lnTo>
                  <a:pt x="1662399" y="96685"/>
                </a:lnTo>
                <a:lnTo>
                  <a:pt x="1662644" y="96913"/>
                </a:lnTo>
                <a:lnTo>
                  <a:pt x="1662899" y="97126"/>
                </a:lnTo>
                <a:lnTo>
                  <a:pt x="1663164" y="97323"/>
                </a:lnTo>
                <a:lnTo>
                  <a:pt x="1663439" y="97506"/>
                </a:lnTo>
                <a:lnTo>
                  <a:pt x="1663726" y="97673"/>
                </a:lnTo>
                <a:lnTo>
                  <a:pt x="1664042" y="97826"/>
                </a:lnTo>
                <a:lnTo>
                  <a:pt x="1664408" y="97965"/>
                </a:lnTo>
                <a:lnTo>
                  <a:pt x="1664824" y="98091"/>
                </a:lnTo>
                <a:lnTo>
                  <a:pt x="1665291" y="98204"/>
                </a:lnTo>
                <a:lnTo>
                  <a:pt x="1665807" y="98304"/>
                </a:lnTo>
                <a:lnTo>
                  <a:pt x="1666374" y="98390"/>
                </a:lnTo>
                <a:lnTo>
                  <a:pt x="1666990" y="98464"/>
                </a:lnTo>
                <a:lnTo>
                  <a:pt x="1667657" y="98523"/>
                </a:lnTo>
                <a:lnTo>
                  <a:pt x="1668373" y="98570"/>
                </a:lnTo>
                <a:lnTo>
                  <a:pt x="1669140" y="98603"/>
                </a:lnTo>
                <a:lnTo>
                  <a:pt x="1669956" y="98623"/>
                </a:lnTo>
                <a:lnTo>
                  <a:pt x="1670823" y="98630"/>
                </a:lnTo>
                <a:lnTo>
                  <a:pt x="1670823" y="101265"/>
                </a:lnTo>
                <a:lnTo>
                  <a:pt x="1638511" y="101265"/>
                </a:lnTo>
                <a:lnTo>
                  <a:pt x="1638511" y="98630"/>
                </a:lnTo>
                <a:lnTo>
                  <a:pt x="1639937" y="98630"/>
                </a:lnTo>
                <a:lnTo>
                  <a:pt x="1640747" y="98612"/>
                </a:lnTo>
                <a:lnTo>
                  <a:pt x="1641511" y="98560"/>
                </a:lnTo>
                <a:lnTo>
                  <a:pt x="1642231" y="98472"/>
                </a:lnTo>
                <a:lnTo>
                  <a:pt x="1642905" y="98350"/>
                </a:lnTo>
                <a:lnTo>
                  <a:pt x="1643535" y="98192"/>
                </a:lnTo>
                <a:lnTo>
                  <a:pt x="1644119" y="97999"/>
                </a:lnTo>
                <a:lnTo>
                  <a:pt x="1644658" y="97772"/>
                </a:lnTo>
                <a:lnTo>
                  <a:pt x="1645152" y="97509"/>
                </a:lnTo>
                <a:lnTo>
                  <a:pt x="1645601" y="97211"/>
                </a:lnTo>
                <a:lnTo>
                  <a:pt x="1646005" y="96879"/>
                </a:lnTo>
                <a:lnTo>
                  <a:pt x="1646364" y="96511"/>
                </a:lnTo>
                <a:lnTo>
                  <a:pt x="1646678" y="96108"/>
                </a:lnTo>
                <a:lnTo>
                  <a:pt x="1646957" y="95656"/>
                </a:lnTo>
                <a:lnTo>
                  <a:pt x="1647212" y="95140"/>
                </a:lnTo>
                <a:lnTo>
                  <a:pt x="1647442" y="94560"/>
                </a:lnTo>
                <a:lnTo>
                  <a:pt x="1647649" y="93917"/>
                </a:lnTo>
                <a:lnTo>
                  <a:pt x="1647831" y="93210"/>
                </a:lnTo>
                <a:lnTo>
                  <a:pt x="1647988" y="92439"/>
                </a:lnTo>
                <a:lnTo>
                  <a:pt x="1648122" y="91605"/>
                </a:lnTo>
                <a:lnTo>
                  <a:pt x="1648231" y="90707"/>
                </a:lnTo>
                <a:lnTo>
                  <a:pt x="1648316" y="89745"/>
                </a:lnTo>
                <a:lnTo>
                  <a:pt x="1648377" y="88720"/>
                </a:lnTo>
                <a:lnTo>
                  <a:pt x="1648413" y="87631"/>
                </a:lnTo>
                <a:lnTo>
                  <a:pt x="1648425" y="86479"/>
                </a:lnTo>
                <a:lnTo>
                  <a:pt x="1648425" y="62320"/>
                </a:lnTo>
                <a:lnTo>
                  <a:pt x="1648422" y="60430"/>
                </a:lnTo>
                <a:lnTo>
                  <a:pt x="1648410" y="58667"/>
                </a:lnTo>
                <a:lnTo>
                  <a:pt x="1648392" y="57031"/>
                </a:lnTo>
                <a:lnTo>
                  <a:pt x="1648366" y="55523"/>
                </a:lnTo>
                <a:lnTo>
                  <a:pt x="1648332" y="54142"/>
                </a:lnTo>
                <a:lnTo>
                  <a:pt x="1648292" y="52888"/>
                </a:lnTo>
                <a:lnTo>
                  <a:pt x="1648243" y="51762"/>
                </a:lnTo>
                <a:lnTo>
                  <a:pt x="1648188" y="50763"/>
                </a:lnTo>
                <a:lnTo>
                  <a:pt x="1648124" y="49891"/>
                </a:lnTo>
                <a:lnTo>
                  <a:pt x="1648054" y="49147"/>
                </a:lnTo>
                <a:lnTo>
                  <a:pt x="1647976" y="48530"/>
                </a:lnTo>
                <a:lnTo>
                  <a:pt x="1647890" y="48040"/>
                </a:lnTo>
                <a:lnTo>
                  <a:pt x="1647797" y="47625"/>
                </a:lnTo>
                <a:lnTo>
                  <a:pt x="1647696" y="47232"/>
                </a:lnTo>
                <a:lnTo>
                  <a:pt x="1647587" y="46862"/>
                </a:lnTo>
                <a:lnTo>
                  <a:pt x="1647470" y="46515"/>
                </a:lnTo>
                <a:lnTo>
                  <a:pt x="1647346" y="46191"/>
                </a:lnTo>
                <a:lnTo>
                  <a:pt x="1647213" y="45889"/>
                </a:lnTo>
                <a:lnTo>
                  <a:pt x="1647072" y="45611"/>
                </a:lnTo>
                <a:lnTo>
                  <a:pt x="1646923" y="45354"/>
                </a:lnTo>
                <a:lnTo>
                  <a:pt x="1646767" y="45121"/>
                </a:lnTo>
                <a:lnTo>
                  <a:pt x="1646602" y="44910"/>
                </a:lnTo>
                <a:lnTo>
                  <a:pt x="1646430" y="44722"/>
                </a:lnTo>
                <a:lnTo>
                  <a:pt x="1646250" y="44557"/>
                </a:lnTo>
                <a:lnTo>
                  <a:pt x="1646060" y="44409"/>
                </a:lnTo>
                <a:lnTo>
                  <a:pt x="1645860" y="44275"/>
                </a:lnTo>
                <a:lnTo>
                  <a:pt x="1645650" y="44153"/>
                </a:lnTo>
                <a:lnTo>
                  <a:pt x="1645430" y="44044"/>
                </a:lnTo>
                <a:lnTo>
                  <a:pt x="1645198" y="43948"/>
                </a:lnTo>
                <a:lnTo>
                  <a:pt x="1644957" y="43864"/>
                </a:lnTo>
                <a:lnTo>
                  <a:pt x="1644705" y="43794"/>
                </a:lnTo>
                <a:lnTo>
                  <a:pt x="1644443" y="43736"/>
                </a:lnTo>
                <a:lnTo>
                  <a:pt x="1644170" y="43691"/>
                </a:lnTo>
                <a:lnTo>
                  <a:pt x="1643887" y="43659"/>
                </a:lnTo>
                <a:lnTo>
                  <a:pt x="1643594" y="43640"/>
                </a:lnTo>
                <a:lnTo>
                  <a:pt x="1643290" y="43633"/>
                </a:lnTo>
                <a:lnTo>
                  <a:pt x="1642951" y="43641"/>
                </a:lnTo>
                <a:lnTo>
                  <a:pt x="1642602" y="43663"/>
                </a:lnTo>
                <a:lnTo>
                  <a:pt x="1642242" y="43700"/>
                </a:lnTo>
                <a:lnTo>
                  <a:pt x="1641871" y="43752"/>
                </a:lnTo>
                <a:lnTo>
                  <a:pt x="1641489" y="43818"/>
                </a:lnTo>
                <a:lnTo>
                  <a:pt x="1641096" y="43900"/>
                </a:lnTo>
                <a:lnTo>
                  <a:pt x="1640693" y="43996"/>
                </a:lnTo>
                <a:lnTo>
                  <a:pt x="1640278" y="44107"/>
                </a:lnTo>
                <a:lnTo>
                  <a:pt x="1639852" y="44233"/>
                </a:lnTo>
                <a:lnTo>
                  <a:pt x="1639416" y="44374"/>
                </a:lnTo>
                <a:lnTo>
                  <a:pt x="1638969" y="44529"/>
                </a:lnTo>
                <a:lnTo>
                  <a:pt x="1638511" y="44699"/>
                </a:lnTo>
                <a:lnTo>
                  <a:pt x="1637441" y="42140"/>
                </a:lnTo>
                <a:lnTo>
                  <a:pt x="1657128" y="34182"/>
                </a:lnTo>
                <a:lnTo>
                  <a:pt x="1660195" y="34182"/>
                </a:lnTo>
                <a:lnTo>
                  <a:pt x="1660195" y="47997"/>
                </a:lnTo>
                <a:close/>
                <a:moveTo>
                  <a:pt x="1756418" y="34182"/>
                </a:moveTo>
                <a:lnTo>
                  <a:pt x="1756418" y="56258"/>
                </a:lnTo>
                <a:lnTo>
                  <a:pt x="1754064" y="56258"/>
                </a:lnTo>
                <a:lnTo>
                  <a:pt x="1753602" y="54573"/>
                </a:lnTo>
                <a:lnTo>
                  <a:pt x="1753118" y="52981"/>
                </a:lnTo>
                <a:lnTo>
                  <a:pt x="1752613" y="51480"/>
                </a:lnTo>
                <a:lnTo>
                  <a:pt x="1752087" y="50072"/>
                </a:lnTo>
                <a:lnTo>
                  <a:pt x="1751539" y="48756"/>
                </a:lnTo>
                <a:lnTo>
                  <a:pt x="1750970" y="47533"/>
                </a:lnTo>
                <a:lnTo>
                  <a:pt x="1750380" y="46402"/>
                </a:lnTo>
                <a:lnTo>
                  <a:pt x="1749768" y="45363"/>
                </a:lnTo>
                <a:lnTo>
                  <a:pt x="1749136" y="44416"/>
                </a:lnTo>
                <a:lnTo>
                  <a:pt x="1748482" y="43561"/>
                </a:lnTo>
                <a:lnTo>
                  <a:pt x="1747806" y="42799"/>
                </a:lnTo>
                <a:lnTo>
                  <a:pt x="1747109" y="42129"/>
                </a:lnTo>
                <a:lnTo>
                  <a:pt x="1746386" y="41531"/>
                </a:lnTo>
                <a:lnTo>
                  <a:pt x="1745630" y="40985"/>
                </a:lnTo>
                <a:lnTo>
                  <a:pt x="1744843" y="40490"/>
                </a:lnTo>
                <a:lnTo>
                  <a:pt x="1744022" y="40048"/>
                </a:lnTo>
                <a:lnTo>
                  <a:pt x="1743170" y="39658"/>
                </a:lnTo>
                <a:lnTo>
                  <a:pt x="1742286" y="39320"/>
                </a:lnTo>
                <a:lnTo>
                  <a:pt x="1741369" y="39034"/>
                </a:lnTo>
                <a:lnTo>
                  <a:pt x="1740420" y="38800"/>
                </a:lnTo>
                <a:lnTo>
                  <a:pt x="1739439" y="38618"/>
                </a:lnTo>
                <a:lnTo>
                  <a:pt x="1738426" y="38488"/>
                </a:lnTo>
                <a:lnTo>
                  <a:pt x="1737381" y="38410"/>
                </a:lnTo>
                <a:lnTo>
                  <a:pt x="1736303" y="38384"/>
                </a:lnTo>
                <a:lnTo>
                  <a:pt x="1735484" y="38402"/>
                </a:lnTo>
                <a:lnTo>
                  <a:pt x="1734692" y="38457"/>
                </a:lnTo>
                <a:lnTo>
                  <a:pt x="1733927" y="38548"/>
                </a:lnTo>
                <a:lnTo>
                  <a:pt x="1733188" y="38676"/>
                </a:lnTo>
                <a:lnTo>
                  <a:pt x="1732476" y="38841"/>
                </a:lnTo>
                <a:lnTo>
                  <a:pt x="1731791" y="39042"/>
                </a:lnTo>
                <a:lnTo>
                  <a:pt x="1731133" y="39280"/>
                </a:lnTo>
                <a:lnTo>
                  <a:pt x="1730502" y="39554"/>
                </a:lnTo>
                <a:lnTo>
                  <a:pt x="1729897" y="39865"/>
                </a:lnTo>
                <a:lnTo>
                  <a:pt x="1729319" y="40212"/>
                </a:lnTo>
                <a:lnTo>
                  <a:pt x="1728767" y="40596"/>
                </a:lnTo>
                <a:lnTo>
                  <a:pt x="1728243" y="41016"/>
                </a:lnTo>
                <a:lnTo>
                  <a:pt x="1727753" y="41459"/>
                </a:lnTo>
                <a:lnTo>
                  <a:pt x="1727306" y="41909"/>
                </a:lnTo>
                <a:lnTo>
                  <a:pt x="1726901" y="42367"/>
                </a:lnTo>
                <a:lnTo>
                  <a:pt x="1726539" y="42833"/>
                </a:lnTo>
                <a:lnTo>
                  <a:pt x="1726219" y="43308"/>
                </a:lnTo>
                <a:lnTo>
                  <a:pt x="1725942" y="43790"/>
                </a:lnTo>
                <a:lnTo>
                  <a:pt x="1725708" y="44280"/>
                </a:lnTo>
                <a:lnTo>
                  <a:pt x="1725516" y="44778"/>
                </a:lnTo>
                <a:lnTo>
                  <a:pt x="1725367" y="45284"/>
                </a:lnTo>
                <a:lnTo>
                  <a:pt x="1725261" y="45798"/>
                </a:lnTo>
                <a:lnTo>
                  <a:pt x="1725197" y="46319"/>
                </a:lnTo>
                <a:lnTo>
                  <a:pt x="1725176" y="46849"/>
                </a:lnTo>
                <a:lnTo>
                  <a:pt x="1725191" y="47505"/>
                </a:lnTo>
                <a:lnTo>
                  <a:pt x="1725239" y="48145"/>
                </a:lnTo>
                <a:lnTo>
                  <a:pt x="1725318" y="48770"/>
                </a:lnTo>
                <a:lnTo>
                  <a:pt x="1725429" y="49378"/>
                </a:lnTo>
                <a:lnTo>
                  <a:pt x="1725572" y="49971"/>
                </a:lnTo>
                <a:lnTo>
                  <a:pt x="1725746" y="50548"/>
                </a:lnTo>
                <a:lnTo>
                  <a:pt x="1725952" y="51109"/>
                </a:lnTo>
                <a:lnTo>
                  <a:pt x="1726190" y="51654"/>
                </a:lnTo>
                <a:lnTo>
                  <a:pt x="1726460" y="52183"/>
                </a:lnTo>
                <a:lnTo>
                  <a:pt x="1726761" y="52697"/>
                </a:lnTo>
                <a:lnTo>
                  <a:pt x="1727094" y="53195"/>
                </a:lnTo>
                <a:lnTo>
                  <a:pt x="1727458" y="53677"/>
                </a:lnTo>
                <a:lnTo>
                  <a:pt x="1727858" y="54165"/>
                </a:lnTo>
                <a:lnTo>
                  <a:pt x="1728322" y="54659"/>
                </a:lnTo>
                <a:lnTo>
                  <a:pt x="1728849" y="55157"/>
                </a:lnTo>
                <a:lnTo>
                  <a:pt x="1729440" y="55661"/>
                </a:lnTo>
                <a:lnTo>
                  <a:pt x="1730093" y="56169"/>
                </a:lnTo>
                <a:lnTo>
                  <a:pt x="1730811" y="56683"/>
                </a:lnTo>
                <a:lnTo>
                  <a:pt x="1731591" y="57201"/>
                </a:lnTo>
                <a:lnTo>
                  <a:pt x="1732435" y="57724"/>
                </a:lnTo>
                <a:lnTo>
                  <a:pt x="1733343" y="58252"/>
                </a:lnTo>
                <a:lnTo>
                  <a:pt x="1734314" y="58785"/>
                </a:lnTo>
                <a:lnTo>
                  <a:pt x="1735348" y="59323"/>
                </a:lnTo>
                <a:lnTo>
                  <a:pt x="1736446" y="59865"/>
                </a:lnTo>
                <a:lnTo>
                  <a:pt x="1746860" y="64917"/>
                </a:lnTo>
                <a:lnTo>
                  <a:pt x="1749173" y="66122"/>
                </a:lnTo>
                <a:lnTo>
                  <a:pt x="1751284" y="67389"/>
                </a:lnTo>
                <a:lnTo>
                  <a:pt x="1753195" y="68718"/>
                </a:lnTo>
                <a:lnTo>
                  <a:pt x="1754904" y="70109"/>
                </a:lnTo>
                <a:lnTo>
                  <a:pt x="1756413" y="71563"/>
                </a:lnTo>
                <a:lnTo>
                  <a:pt x="1757720" y="73079"/>
                </a:lnTo>
                <a:lnTo>
                  <a:pt x="1758826" y="74658"/>
                </a:lnTo>
                <a:lnTo>
                  <a:pt x="1759731" y="76298"/>
                </a:lnTo>
                <a:lnTo>
                  <a:pt x="1760435" y="78001"/>
                </a:lnTo>
                <a:lnTo>
                  <a:pt x="1760937" y="79766"/>
                </a:lnTo>
                <a:lnTo>
                  <a:pt x="1761239" y="81594"/>
                </a:lnTo>
                <a:lnTo>
                  <a:pt x="1761340" y="83484"/>
                </a:lnTo>
                <a:lnTo>
                  <a:pt x="1761293" y="84941"/>
                </a:lnTo>
                <a:lnTo>
                  <a:pt x="1761152" y="86351"/>
                </a:lnTo>
                <a:lnTo>
                  <a:pt x="1760918" y="87713"/>
                </a:lnTo>
                <a:lnTo>
                  <a:pt x="1760591" y="89028"/>
                </a:lnTo>
                <a:lnTo>
                  <a:pt x="1760169" y="90294"/>
                </a:lnTo>
                <a:lnTo>
                  <a:pt x="1759655" y="91512"/>
                </a:lnTo>
                <a:lnTo>
                  <a:pt x="1759046" y="92683"/>
                </a:lnTo>
                <a:lnTo>
                  <a:pt x="1758344" y="93806"/>
                </a:lnTo>
                <a:lnTo>
                  <a:pt x="1757548" y="94880"/>
                </a:lnTo>
                <a:lnTo>
                  <a:pt x="1756659" y="95907"/>
                </a:lnTo>
                <a:lnTo>
                  <a:pt x="1755676" y="96886"/>
                </a:lnTo>
                <a:lnTo>
                  <a:pt x="1754599" y="97817"/>
                </a:lnTo>
                <a:lnTo>
                  <a:pt x="1753464" y="98686"/>
                </a:lnTo>
                <a:lnTo>
                  <a:pt x="1752308" y="99480"/>
                </a:lnTo>
                <a:lnTo>
                  <a:pt x="1751128" y="100198"/>
                </a:lnTo>
                <a:lnTo>
                  <a:pt x="1749927" y="100840"/>
                </a:lnTo>
                <a:lnTo>
                  <a:pt x="1748703" y="101407"/>
                </a:lnTo>
                <a:lnTo>
                  <a:pt x="1747457" y="101898"/>
                </a:lnTo>
                <a:lnTo>
                  <a:pt x="1746189" y="102314"/>
                </a:lnTo>
                <a:lnTo>
                  <a:pt x="1744898" y="102654"/>
                </a:lnTo>
                <a:lnTo>
                  <a:pt x="1743585" y="102918"/>
                </a:lnTo>
                <a:lnTo>
                  <a:pt x="1742250" y="103107"/>
                </a:lnTo>
                <a:lnTo>
                  <a:pt x="1740893" y="103221"/>
                </a:lnTo>
                <a:lnTo>
                  <a:pt x="1739513" y="103259"/>
                </a:lnTo>
                <a:lnTo>
                  <a:pt x="1738502" y="103244"/>
                </a:lnTo>
                <a:lnTo>
                  <a:pt x="1737468" y="103199"/>
                </a:lnTo>
                <a:lnTo>
                  <a:pt x="1736410" y="103125"/>
                </a:lnTo>
                <a:lnTo>
                  <a:pt x="1735328" y="103021"/>
                </a:lnTo>
                <a:lnTo>
                  <a:pt x="1734223" y="102888"/>
                </a:lnTo>
                <a:lnTo>
                  <a:pt x="1733093" y="102724"/>
                </a:lnTo>
                <a:lnTo>
                  <a:pt x="1731940" y="102532"/>
                </a:lnTo>
                <a:lnTo>
                  <a:pt x="1730763" y="102309"/>
                </a:lnTo>
                <a:lnTo>
                  <a:pt x="1729562" y="102057"/>
                </a:lnTo>
                <a:lnTo>
                  <a:pt x="1728338" y="101775"/>
                </a:lnTo>
                <a:lnTo>
                  <a:pt x="1727090" y="101463"/>
                </a:lnTo>
                <a:lnTo>
                  <a:pt x="1725818" y="101122"/>
                </a:lnTo>
                <a:lnTo>
                  <a:pt x="1725431" y="101008"/>
                </a:lnTo>
                <a:lnTo>
                  <a:pt x="1725057" y="100905"/>
                </a:lnTo>
                <a:lnTo>
                  <a:pt x="1724694" y="100811"/>
                </a:lnTo>
                <a:lnTo>
                  <a:pt x="1724343" y="100727"/>
                </a:lnTo>
                <a:lnTo>
                  <a:pt x="1724005" y="100652"/>
                </a:lnTo>
                <a:lnTo>
                  <a:pt x="1723678" y="100588"/>
                </a:lnTo>
                <a:lnTo>
                  <a:pt x="1723363" y="100534"/>
                </a:lnTo>
                <a:lnTo>
                  <a:pt x="1723060" y="100489"/>
                </a:lnTo>
                <a:lnTo>
                  <a:pt x="1722768" y="100455"/>
                </a:lnTo>
                <a:lnTo>
                  <a:pt x="1722489" y="100430"/>
                </a:lnTo>
                <a:lnTo>
                  <a:pt x="1722221" y="100415"/>
                </a:lnTo>
                <a:lnTo>
                  <a:pt x="1721966" y="100410"/>
                </a:lnTo>
                <a:lnTo>
                  <a:pt x="1721697" y="100423"/>
                </a:lnTo>
                <a:lnTo>
                  <a:pt x="1721439" y="100461"/>
                </a:lnTo>
                <a:lnTo>
                  <a:pt x="1721190" y="100526"/>
                </a:lnTo>
                <a:lnTo>
                  <a:pt x="1720951" y="100616"/>
                </a:lnTo>
                <a:lnTo>
                  <a:pt x="1720722" y="100731"/>
                </a:lnTo>
                <a:lnTo>
                  <a:pt x="1720504" y="100873"/>
                </a:lnTo>
                <a:lnTo>
                  <a:pt x="1720294" y="101040"/>
                </a:lnTo>
                <a:lnTo>
                  <a:pt x="1720095" y="101233"/>
                </a:lnTo>
                <a:lnTo>
                  <a:pt x="1719906" y="101452"/>
                </a:lnTo>
                <a:lnTo>
                  <a:pt x="1719727" y="101696"/>
                </a:lnTo>
                <a:lnTo>
                  <a:pt x="1719557" y="101966"/>
                </a:lnTo>
                <a:lnTo>
                  <a:pt x="1719398" y="102262"/>
                </a:lnTo>
                <a:lnTo>
                  <a:pt x="1717044" y="102262"/>
                </a:lnTo>
                <a:lnTo>
                  <a:pt x="1717044" y="78904"/>
                </a:lnTo>
                <a:lnTo>
                  <a:pt x="1719398" y="78904"/>
                </a:lnTo>
                <a:lnTo>
                  <a:pt x="1719756" y="80537"/>
                </a:lnTo>
                <a:lnTo>
                  <a:pt x="1720165" y="82102"/>
                </a:lnTo>
                <a:lnTo>
                  <a:pt x="1720624" y="83598"/>
                </a:lnTo>
                <a:lnTo>
                  <a:pt x="1721134" y="85026"/>
                </a:lnTo>
                <a:lnTo>
                  <a:pt x="1721694" y="86385"/>
                </a:lnTo>
                <a:lnTo>
                  <a:pt x="1722305" y="87676"/>
                </a:lnTo>
                <a:lnTo>
                  <a:pt x="1722966" y="88899"/>
                </a:lnTo>
                <a:lnTo>
                  <a:pt x="1723678" y="90053"/>
                </a:lnTo>
                <a:lnTo>
                  <a:pt x="1724440" y="91138"/>
                </a:lnTo>
                <a:lnTo>
                  <a:pt x="1725253" y="92155"/>
                </a:lnTo>
                <a:lnTo>
                  <a:pt x="1726116" y="93103"/>
                </a:lnTo>
                <a:lnTo>
                  <a:pt x="1727030" y="93983"/>
                </a:lnTo>
                <a:lnTo>
                  <a:pt x="1727979" y="94793"/>
                </a:lnTo>
                <a:lnTo>
                  <a:pt x="1728946" y="95533"/>
                </a:lnTo>
                <a:lnTo>
                  <a:pt x="1729932" y="96203"/>
                </a:lnTo>
                <a:lnTo>
                  <a:pt x="1730937" y="96802"/>
                </a:lnTo>
                <a:lnTo>
                  <a:pt x="1731961" y="97330"/>
                </a:lnTo>
                <a:lnTo>
                  <a:pt x="1733004" y="97788"/>
                </a:lnTo>
                <a:lnTo>
                  <a:pt x="1734066" y="98176"/>
                </a:lnTo>
                <a:lnTo>
                  <a:pt x="1735146" y="98493"/>
                </a:lnTo>
                <a:lnTo>
                  <a:pt x="1736245" y="98740"/>
                </a:lnTo>
                <a:lnTo>
                  <a:pt x="1737363" y="98916"/>
                </a:lnTo>
                <a:lnTo>
                  <a:pt x="1738500" y="99022"/>
                </a:lnTo>
                <a:lnTo>
                  <a:pt x="1739656" y="99057"/>
                </a:lnTo>
                <a:lnTo>
                  <a:pt x="1740463" y="99037"/>
                </a:lnTo>
                <a:lnTo>
                  <a:pt x="1741246" y="98977"/>
                </a:lnTo>
                <a:lnTo>
                  <a:pt x="1742003" y="98877"/>
                </a:lnTo>
                <a:lnTo>
                  <a:pt x="1742735" y="98737"/>
                </a:lnTo>
                <a:lnTo>
                  <a:pt x="1743441" y="98557"/>
                </a:lnTo>
                <a:lnTo>
                  <a:pt x="1744123" y="98337"/>
                </a:lnTo>
                <a:lnTo>
                  <a:pt x="1744779" y="98077"/>
                </a:lnTo>
                <a:lnTo>
                  <a:pt x="1745409" y="97777"/>
                </a:lnTo>
                <a:lnTo>
                  <a:pt x="1746015" y="97437"/>
                </a:lnTo>
                <a:lnTo>
                  <a:pt x="1746595" y="97057"/>
                </a:lnTo>
                <a:lnTo>
                  <a:pt x="1747150" y="96637"/>
                </a:lnTo>
                <a:lnTo>
                  <a:pt x="1747680" y="96177"/>
                </a:lnTo>
                <a:lnTo>
                  <a:pt x="1748176" y="95689"/>
                </a:lnTo>
                <a:lnTo>
                  <a:pt x="1748628" y="95184"/>
                </a:lnTo>
                <a:lnTo>
                  <a:pt x="1749038" y="94663"/>
                </a:lnTo>
                <a:lnTo>
                  <a:pt x="1749404" y="94126"/>
                </a:lnTo>
                <a:lnTo>
                  <a:pt x="1749727" y="93572"/>
                </a:lnTo>
                <a:lnTo>
                  <a:pt x="1750007" y="93002"/>
                </a:lnTo>
                <a:lnTo>
                  <a:pt x="1750244" y="92416"/>
                </a:lnTo>
                <a:lnTo>
                  <a:pt x="1750438" y="91814"/>
                </a:lnTo>
                <a:lnTo>
                  <a:pt x="1750589" y="91195"/>
                </a:lnTo>
                <a:lnTo>
                  <a:pt x="1750697" y="90560"/>
                </a:lnTo>
                <a:lnTo>
                  <a:pt x="1750761" y="89908"/>
                </a:lnTo>
                <a:lnTo>
                  <a:pt x="1750783" y="89241"/>
                </a:lnTo>
                <a:lnTo>
                  <a:pt x="1750759" y="88433"/>
                </a:lnTo>
                <a:lnTo>
                  <a:pt x="1750687" y="87648"/>
                </a:lnTo>
                <a:lnTo>
                  <a:pt x="1750567" y="86884"/>
                </a:lnTo>
                <a:lnTo>
                  <a:pt x="1750399" y="86142"/>
                </a:lnTo>
                <a:lnTo>
                  <a:pt x="1750182" y="85422"/>
                </a:lnTo>
                <a:lnTo>
                  <a:pt x="1749918" y="84723"/>
                </a:lnTo>
                <a:lnTo>
                  <a:pt x="1749606" y="84046"/>
                </a:lnTo>
                <a:lnTo>
                  <a:pt x="1749245" y="83391"/>
                </a:lnTo>
                <a:lnTo>
                  <a:pt x="1748837" y="82758"/>
                </a:lnTo>
                <a:lnTo>
                  <a:pt x="1748381" y="82147"/>
                </a:lnTo>
                <a:lnTo>
                  <a:pt x="1747876" y="81557"/>
                </a:lnTo>
                <a:lnTo>
                  <a:pt x="1747323" y="80989"/>
                </a:lnTo>
                <a:lnTo>
                  <a:pt x="1746699" y="80420"/>
                </a:lnTo>
                <a:lnTo>
                  <a:pt x="1745979" y="79825"/>
                </a:lnTo>
                <a:lnTo>
                  <a:pt x="1745163" y="79207"/>
                </a:lnTo>
                <a:lnTo>
                  <a:pt x="1744252" y="78563"/>
                </a:lnTo>
                <a:lnTo>
                  <a:pt x="1743246" y="77895"/>
                </a:lnTo>
                <a:lnTo>
                  <a:pt x="1742143" y="77202"/>
                </a:lnTo>
                <a:lnTo>
                  <a:pt x="1740945" y="76484"/>
                </a:lnTo>
                <a:lnTo>
                  <a:pt x="1739652" y="75742"/>
                </a:lnTo>
                <a:lnTo>
                  <a:pt x="1738262" y="74975"/>
                </a:lnTo>
                <a:lnTo>
                  <a:pt x="1736778" y="74183"/>
                </a:lnTo>
                <a:lnTo>
                  <a:pt x="1735197" y="73367"/>
                </a:lnTo>
                <a:lnTo>
                  <a:pt x="1733521" y="72526"/>
                </a:lnTo>
                <a:lnTo>
                  <a:pt x="1731847" y="71679"/>
                </a:lnTo>
                <a:lnTo>
                  <a:pt x="1730272" y="70846"/>
                </a:lnTo>
                <a:lnTo>
                  <a:pt x="1728796" y="70027"/>
                </a:lnTo>
                <a:lnTo>
                  <a:pt x="1727419" y="69221"/>
                </a:lnTo>
                <a:lnTo>
                  <a:pt x="1726141" y="68430"/>
                </a:lnTo>
                <a:lnTo>
                  <a:pt x="1724962" y="67652"/>
                </a:lnTo>
                <a:lnTo>
                  <a:pt x="1723882" y="66888"/>
                </a:lnTo>
                <a:lnTo>
                  <a:pt x="1722901" y="66138"/>
                </a:lnTo>
                <a:lnTo>
                  <a:pt x="1722019" y="65402"/>
                </a:lnTo>
                <a:lnTo>
                  <a:pt x="1721237" y="64680"/>
                </a:lnTo>
                <a:lnTo>
                  <a:pt x="1720553" y="63972"/>
                </a:lnTo>
                <a:lnTo>
                  <a:pt x="1719969" y="63277"/>
                </a:lnTo>
                <a:lnTo>
                  <a:pt x="1719456" y="62586"/>
                </a:lnTo>
                <a:lnTo>
                  <a:pt x="1718988" y="61866"/>
                </a:lnTo>
                <a:lnTo>
                  <a:pt x="1718564" y="61116"/>
                </a:lnTo>
                <a:lnTo>
                  <a:pt x="1718185" y="60337"/>
                </a:lnTo>
                <a:lnTo>
                  <a:pt x="1717851" y="59528"/>
                </a:lnTo>
                <a:lnTo>
                  <a:pt x="1717561" y="58689"/>
                </a:lnTo>
                <a:lnTo>
                  <a:pt x="1717316" y="57820"/>
                </a:lnTo>
                <a:lnTo>
                  <a:pt x="1717115" y="56922"/>
                </a:lnTo>
                <a:lnTo>
                  <a:pt x="1716959" y="55995"/>
                </a:lnTo>
                <a:lnTo>
                  <a:pt x="1716848" y="55037"/>
                </a:lnTo>
                <a:lnTo>
                  <a:pt x="1716781" y="54050"/>
                </a:lnTo>
                <a:lnTo>
                  <a:pt x="1716759" y="53033"/>
                </a:lnTo>
                <a:lnTo>
                  <a:pt x="1716797" y="51712"/>
                </a:lnTo>
                <a:lnTo>
                  <a:pt x="1716912" y="50427"/>
                </a:lnTo>
                <a:lnTo>
                  <a:pt x="1717104" y="49179"/>
                </a:lnTo>
                <a:lnTo>
                  <a:pt x="1717373" y="47967"/>
                </a:lnTo>
                <a:lnTo>
                  <a:pt x="1717718" y="46792"/>
                </a:lnTo>
                <a:lnTo>
                  <a:pt x="1718141" y="45654"/>
                </a:lnTo>
                <a:lnTo>
                  <a:pt x="1718640" y="44551"/>
                </a:lnTo>
                <a:lnTo>
                  <a:pt x="1719216" y="43486"/>
                </a:lnTo>
                <a:lnTo>
                  <a:pt x="1719868" y="42457"/>
                </a:lnTo>
                <a:lnTo>
                  <a:pt x="1720598" y="41465"/>
                </a:lnTo>
                <a:lnTo>
                  <a:pt x="1721404" y="40509"/>
                </a:lnTo>
                <a:lnTo>
                  <a:pt x="1722287" y="39590"/>
                </a:lnTo>
                <a:lnTo>
                  <a:pt x="1723231" y="38726"/>
                </a:lnTo>
                <a:lnTo>
                  <a:pt x="1724220" y="37937"/>
                </a:lnTo>
                <a:lnTo>
                  <a:pt x="1725254" y="37224"/>
                </a:lnTo>
                <a:lnTo>
                  <a:pt x="1726333" y="36586"/>
                </a:lnTo>
                <a:lnTo>
                  <a:pt x="1727457" y="36022"/>
                </a:lnTo>
                <a:lnTo>
                  <a:pt x="1728626" y="35534"/>
                </a:lnTo>
                <a:lnTo>
                  <a:pt x="1729841" y="35121"/>
                </a:lnTo>
                <a:lnTo>
                  <a:pt x="1731100" y="34783"/>
                </a:lnTo>
                <a:lnTo>
                  <a:pt x="1732404" y="34520"/>
                </a:lnTo>
                <a:lnTo>
                  <a:pt x="1733754" y="34332"/>
                </a:lnTo>
                <a:lnTo>
                  <a:pt x="1735149" y="34220"/>
                </a:lnTo>
                <a:lnTo>
                  <a:pt x="1736588" y="34182"/>
                </a:lnTo>
                <a:lnTo>
                  <a:pt x="1737242" y="34194"/>
                </a:lnTo>
                <a:lnTo>
                  <a:pt x="1737918" y="34228"/>
                </a:lnTo>
                <a:lnTo>
                  <a:pt x="1738617" y="34285"/>
                </a:lnTo>
                <a:lnTo>
                  <a:pt x="1739338" y="34364"/>
                </a:lnTo>
                <a:lnTo>
                  <a:pt x="1740083" y="34466"/>
                </a:lnTo>
                <a:lnTo>
                  <a:pt x="1740850" y="34592"/>
                </a:lnTo>
                <a:lnTo>
                  <a:pt x="1741640" y="34739"/>
                </a:lnTo>
                <a:lnTo>
                  <a:pt x="1742453" y="34910"/>
                </a:lnTo>
                <a:lnTo>
                  <a:pt x="1743289" y="35103"/>
                </a:lnTo>
                <a:lnTo>
                  <a:pt x="1744147" y="35320"/>
                </a:lnTo>
                <a:lnTo>
                  <a:pt x="1745029" y="35558"/>
                </a:lnTo>
                <a:lnTo>
                  <a:pt x="1745933" y="35820"/>
                </a:lnTo>
                <a:lnTo>
                  <a:pt x="1746522" y="35991"/>
                </a:lnTo>
                <a:lnTo>
                  <a:pt x="1747078" y="36146"/>
                </a:lnTo>
                <a:lnTo>
                  <a:pt x="1747600" y="36287"/>
                </a:lnTo>
                <a:lnTo>
                  <a:pt x="1748088" y="36413"/>
                </a:lnTo>
                <a:lnTo>
                  <a:pt x="1748543" y="36525"/>
                </a:lnTo>
                <a:lnTo>
                  <a:pt x="1748964" y="36621"/>
                </a:lnTo>
                <a:lnTo>
                  <a:pt x="1749351" y="36703"/>
                </a:lnTo>
                <a:lnTo>
                  <a:pt x="1749705" y="36770"/>
                </a:lnTo>
                <a:lnTo>
                  <a:pt x="1750025" y="36821"/>
                </a:lnTo>
                <a:lnTo>
                  <a:pt x="1750311" y="36859"/>
                </a:lnTo>
                <a:lnTo>
                  <a:pt x="1750564" y="36881"/>
                </a:lnTo>
                <a:lnTo>
                  <a:pt x="1750783" y="36888"/>
                </a:lnTo>
                <a:lnTo>
                  <a:pt x="1750970" y="36885"/>
                </a:lnTo>
                <a:lnTo>
                  <a:pt x="1751149" y="36874"/>
                </a:lnTo>
                <a:lnTo>
                  <a:pt x="1751322" y="36857"/>
                </a:lnTo>
                <a:lnTo>
                  <a:pt x="1751488" y="36833"/>
                </a:lnTo>
                <a:lnTo>
                  <a:pt x="1751647" y="36802"/>
                </a:lnTo>
                <a:lnTo>
                  <a:pt x="1751799" y="36764"/>
                </a:lnTo>
                <a:lnTo>
                  <a:pt x="1751945" y="36719"/>
                </a:lnTo>
                <a:lnTo>
                  <a:pt x="1752083" y="36667"/>
                </a:lnTo>
                <a:lnTo>
                  <a:pt x="1752214" y="36608"/>
                </a:lnTo>
                <a:lnTo>
                  <a:pt x="1752338" y="36542"/>
                </a:lnTo>
                <a:lnTo>
                  <a:pt x="1752456" y="36469"/>
                </a:lnTo>
                <a:lnTo>
                  <a:pt x="1752566" y="36390"/>
                </a:lnTo>
                <a:lnTo>
                  <a:pt x="1752675" y="36298"/>
                </a:lnTo>
                <a:lnTo>
                  <a:pt x="1752786" y="36190"/>
                </a:lnTo>
                <a:lnTo>
                  <a:pt x="1752901" y="36065"/>
                </a:lnTo>
                <a:lnTo>
                  <a:pt x="1753018" y="35923"/>
                </a:lnTo>
                <a:lnTo>
                  <a:pt x="1753138" y="35764"/>
                </a:lnTo>
                <a:lnTo>
                  <a:pt x="1753262" y="35589"/>
                </a:lnTo>
                <a:lnTo>
                  <a:pt x="1753388" y="35396"/>
                </a:lnTo>
                <a:lnTo>
                  <a:pt x="1753517" y="35187"/>
                </a:lnTo>
                <a:lnTo>
                  <a:pt x="1753649" y="34961"/>
                </a:lnTo>
                <a:lnTo>
                  <a:pt x="1753785" y="34718"/>
                </a:lnTo>
                <a:lnTo>
                  <a:pt x="1753923" y="34459"/>
                </a:lnTo>
                <a:lnTo>
                  <a:pt x="1754064" y="34182"/>
                </a:lnTo>
                <a:lnTo>
                  <a:pt x="1756418" y="341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3" name="Original vector context 53">
            <a:extLst xmlns:a="http://schemas.openxmlformats.org/drawingml/2006/main">
              <a:ext uri="{FF2B5EF4-FFF2-40B4-BE49-F238E27FC236}">
                <a16:creationId xmlns:a16="http://schemas.microsoft.com/office/drawing/2014/main" id="{428316D9-7DE5-4B5D-9937-ED2AE18B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488" y="8951335"/>
            <a:ext cx="1402396" cy="408363"/>
          </a:xfrm>
          <a:custGeom xmlns:a="http://schemas.openxmlformats.org/drawingml/2006/main">
            <a:pathLst>
              <a:path w="1402396" h="408363">
                <a:moveTo>
                  <a:pt x="0" y="68062"/>
                </a:moveTo>
                <a:lnTo>
                  <a:pt x="622" y="58826"/>
                </a:lnTo>
                <a:lnTo>
                  <a:pt x="2435" y="49968"/>
                </a:lnTo>
                <a:lnTo>
                  <a:pt x="5357" y="41569"/>
                </a:lnTo>
                <a:lnTo>
                  <a:pt x="9308" y="33710"/>
                </a:lnTo>
                <a:lnTo>
                  <a:pt x="14205" y="26471"/>
                </a:lnTo>
                <a:lnTo>
                  <a:pt x="19968" y="19935"/>
                </a:lnTo>
                <a:lnTo>
                  <a:pt x="26515" y="14182"/>
                </a:lnTo>
                <a:lnTo>
                  <a:pt x="33765" y="9292"/>
                </a:lnTo>
                <a:lnTo>
                  <a:pt x="41637" y="5349"/>
                </a:lnTo>
                <a:lnTo>
                  <a:pt x="50050" y="2431"/>
                </a:lnTo>
                <a:lnTo>
                  <a:pt x="58923" y="621"/>
                </a:lnTo>
                <a:lnTo>
                  <a:pt x="68174" y="0"/>
                </a:lnTo>
                <a:lnTo>
                  <a:pt x="1334222" y="0"/>
                </a:lnTo>
                <a:lnTo>
                  <a:pt x="1343473" y="621"/>
                </a:lnTo>
                <a:lnTo>
                  <a:pt x="1352346" y="2431"/>
                </a:lnTo>
                <a:lnTo>
                  <a:pt x="1360759" y="5349"/>
                </a:lnTo>
                <a:lnTo>
                  <a:pt x="1368631" y="9292"/>
                </a:lnTo>
                <a:lnTo>
                  <a:pt x="1375881" y="14182"/>
                </a:lnTo>
                <a:lnTo>
                  <a:pt x="1382429" y="19935"/>
                </a:lnTo>
                <a:lnTo>
                  <a:pt x="1388191" y="26471"/>
                </a:lnTo>
                <a:lnTo>
                  <a:pt x="1393088" y="33710"/>
                </a:lnTo>
                <a:lnTo>
                  <a:pt x="1397039" y="41569"/>
                </a:lnTo>
                <a:lnTo>
                  <a:pt x="1399961" y="49968"/>
                </a:lnTo>
                <a:lnTo>
                  <a:pt x="1401774" y="58826"/>
                </a:lnTo>
                <a:lnTo>
                  <a:pt x="1402396" y="68062"/>
                </a:lnTo>
                <a:lnTo>
                  <a:pt x="1402396" y="340301"/>
                </a:lnTo>
                <a:lnTo>
                  <a:pt x="1401774" y="349536"/>
                </a:lnTo>
                <a:lnTo>
                  <a:pt x="1399961" y="358394"/>
                </a:lnTo>
                <a:lnTo>
                  <a:pt x="1397039" y="366793"/>
                </a:lnTo>
                <a:lnTo>
                  <a:pt x="1393088" y="374653"/>
                </a:lnTo>
                <a:lnTo>
                  <a:pt x="1388191" y="381891"/>
                </a:lnTo>
                <a:lnTo>
                  <a:pt x="1382429" y="388428"/>
                </a:lnTo>
                <a:lnTo>
                  <a:pt x="1375881" y="394181"/>
                </a:lnTo>
                <a:lnTo>
                  <a:pt x="1368631" y="399070"/>
                </a:lnTo>
                <a:lnTo>
                  <a:pt x="1360759" y="403014"/>
                </a:lnTo>
                <a:lnTo>
                  <a:pt x="1352346" y="405931"/>
                </a:lnTo>
                <a:lnTo>
                  <a:pt x="1343473" y="407741"/>
                </a:lnTo>
                <a:lnTo>
                  <a:pt x="1334222" y="408363"/>
                </a:lnTo>
                <a:lnTo>
                  <a:pt x="68174" y="408363"/>
                </a:lnTo>
                <a:lnTo>
                  <a:pt x="58923" y="407741"/>
                </a:lnTo>
                <a:lnTo>
                  <a:pt x="50050" y="405931"/>
                </a:lnTo>
                <a:lnTo>
                  <a:pt x="41637" y="403014"/>
                </a:lnTo>
                <a:lnTo>
                  <a:pt x="33765" y="399070"/>
                </a:lnTo>
                <a:lnTo>
                  <a:pt x="26515" y="394181"/>
                </a:lnTo>
                <a:lnTo>
                  <a:pt x="19968" y="388428"/>
                </a:lnTo>
                <a:lnTo>
                  <a:pt x="14205" y="381891"/>
                </a:lnTo>
                <a:lnTo>
                  <a:pt x="9308" y="374653"/>
                </a:lnTo>
                <a:lnTo>
                  <a:pt x="5357" y="366793"/>
                </a:lnTo>
                <a:lnTo>
                  <a:pt x="2435" y="358394"/>
                </a:lnTo>
                <a:lnTo>
                  <a:pt x="622" y="349536"/>
                </a:lnTo>
                <a:lnTo>
                  <a:pt x="0" y="340301"/>
                </a:lnTo>
                <a:lnTo>
                  <a:pt x="0" y="680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54" name="Original vector context 54">
            <a:extLst xmlns:a="http://schemas.openxmlformats.org/drawingml/2006/main">
              <a:ext uri="{FF2B5EF4-FFF2-40B4-BE49-F238E27FC236}">
                <a16:creationId xmlns:a16="http://schemas.microsoft.com/office/drawing/2014/main" id="{07BB118C-2FFF-4F18-891E-05FE6C99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806" y="9000471"/>
            <a:ext cx="841133" cy="145844"/>
          </a:xfrm>
          <a:custGeom xmlns:a="http://schemas.openxmlformats.org/drawingml/2006/main">
            <a:pathLst>
              <a:path w="841133" h="145844">
                <a:moveTo>
                  <a:pt x="0" y="114937"/>
                </a:moveTo>
                <a:lnTo>
                  <a:pt x="0" y="35322"/>
                </a:lnTo>
                <a:lnTo>
                  <a:pt x="11627" y="35322"/>
                </a:lnTo>
                <a:lnTo>
                  <a:pt x="11627" y="53623"/>
                </a:lnTo>
                <a:lnTo>
                  <a:pt x="12537" y="51739"/>
                </a:lnTo>
                <a:lnTo>
                  <a:pt x="13437" y="49954"/>
                </a:lnTo>
                <a:lnTo>
                  <a:pt x="14326" y="48269"/>
                </a:lnTo>
                <a:lnTo>
                  <a:pt x="15205" y="46684"/>
                </a:lnTo>
                <a:lnTo>
                  <a:pt x="16074" y="45199"/>
                </a:lnTo>
                <a:lnTo>
                  <a:pt x="16932" y="43814"/>
                </a:lnTo>
                <a:lnTo>
                  <a:pt x="17780" y="42528"/>
                </a:lnTo>
                <a:lnTo>
                  <a:pt x="18617" y="41343"/>
                </a:lnTo>
                <a:lnTo>
                  <a:pt x="19444" y="40257"/>
                </a:lnTo>
                <a:lnTo>
                  <a:pt x="20261" y="39272"/>
                </a:lnTo>
                <a:lnTo>
                  <a:pt x="21067" y="38386"/>
                </a:lnTo>
                <a:lnTo>
                  <a:pt x="21863" y="37600"/>
                </a:lnTo>
                <a:lnTo>
                  <a:pt x="22654" y="36895"/>
                </a:lnTo>
                <a:lnTo>
                  <a:pt x="23447" y="36251"/>
                </a:lnTo>
                <a:lnTo>
                  <a:pt x="24241" y="35669"/>
                </a:lnTo>
                <a:lnTo>
                  <a:pt x="25037" y="35147"/>
                </a:lnTo>
                <a:lnTo>
                  <a:pt x="25834" y="34688"/>
                </a:lnTo>
                <a:lnTo>
                  <a:pt x="26633" y="34289"/>
                </a:lnTo>
                <a:lnTo>
                  <a:pt x="27433" y="33952"/>
                </a:lnTo>
                <a:lnTo>
                  <a:pt x="28235" y="33676"/>
                </a:lnTo>
                <a:lnTo>
                  <a:pt x="29038" y="33461"/>
                </a:lnTo>
                <a:lnTo>
                  <a:pt x="29842" y="33308"/>
                </a:lnTo>
                <a:lnTo>
                  <a:pt x="30649" y="33216"/>
                </a:lnTo>
                <a:lnTo>
                  <a:pt x="31456" y="33185"/>
                </a:lnTo>
                <a:lnTo>
                  <a:pt x="32404" y="33217"/>
                </a:lnTo>
                <a:lnTo>
                  <a:pt x="33320" y="33311"/>
                </a:lnTo>
                <a:lnTo>
                  <a:pt x="34205" y="33468"/>
                </a:lnTo>
                <a:lnTo>
                  <a:pt x="35058" y="33688"/>
                </a:lnTo>
                <a:lnTo>
                  <a:pt x="35881" y="33970"/>
                </a:lnTo>
                <a:lnTo>
                  <a:pt x="36672" y="34316"/>
                </a:lnTo>
                <a:lnTo>
                  <a:pt x="37432" y="34724"/>
                </a:lnTo>
                <a:lnTo>
                  <a:pt x="38161" y="35195"/>
                </a:lnTo>
                <a:lnTo>
                  <a:pt x="38859" y="35729"/>
                </a:lnTo>
                <a:lnTo>
                  <a:pt x="39525" y="36325"/>
                </a:lnTo>
                <a:lnTo>
                  <a:pt x="40161" y="36985"/>
                </a:lnTo>
                <a:lnTo>
                  <a:pt x="40765" y="37707"/>
                </a:lnTo>
                <a:lnTo>
                  <a:pt x="41329" y="38487"/>
                </a:lnTo>
                <a:lnTo>
                  <a:pt x="41844" y="39320"/>
                </a:lnTo>
                <a:lnTo>
                  <a:pt x="42310" y="40206"/>
                </a:lnTo>
                <a:lnTo>
                  <a:pt x="42726" y="41145"/>
                </a:lnTo>
                <a:lnTo>
                  <a:pt x="43094" y="42137"/>
                </a:lnTo>
                <a:lnTo>
                  <a:pt x="43413" y="43182"/>
                </a:lnTo>
                <a:lnTo>
                  <a:pt x="43683" y="44279"/>
                </a:lnTo>
                <a:lnTo>
                  <a:pt x="43903" y="45430"/>
                </a:lnTo>
                <a:lnTo>
                  <a:pt x="44075" y="46633"/>
                </a:lnTo>
                <a:lnTo>
                  <a:pt x="44198" y="47890"/>
                </a:lnTo>
                <a:lnTo>
                  <a:pt x="44271" y="49199"/>
                </a:lnTo>
                <a:lnTo>
                  <a:pt x="44296" y="50561"/>
                </a:lnTo>
                <a:lnTo>
                  <a:pt x="44296" y="54834"/>
                </a:lnTo>
                <a:lnTo>
                  <a:pt x="44695" y="53642"/>
                </a:lnTo>
                <a:lnTo>
                  <a:pt x="45107" y="52489"/>
                </a:lnTo>
                <a:lnTo>
                  <a:pt x="45533" y="51373"/>
                </a:lnTo>
                <a:lnTo>
                  <a:pt x="45972" y="50296"/>
                </a:lnTo>
                <a:lnTo>
                  <a:pt x="46424" y="49257"/>
                </a:lnTo>
                <a:lnTo>
                  <a:pt x="46890" y="48256"/>
                </a:lnTo>
                <a:lnTo>
                  <a:pt x="47370" y="47292"/>
                </a:lnTo>
                <a:lnTo>
                  <a:pt x="47862" y="46367"/>
                </a:lnTo>
                <a:lnTo>
                  <a:pt x="48368" y="45480"/>
                </a:lnTo>
                <a:lnTo>
                  <a:pt x="48887" y="44632"/>
                </a:lnTo>
                <a:lnTo>
                  <a:pt x="49420" y="43821"/>
                </a:lnTo>
                <a:lnTo>
                  <a:pt x="49966" y="43048"/>
                </a:lnTo>
                <a:lnTo>
                  <a:pt x="50521" y="42307"/>
                </a:lnTo>
                <a:lnTo>
                  <a:pt x="51079" y="41592"/>
                </a:lnTo>
                <a:lnTo>
                  <a:pt x="51640" y="40903"/>
                </a:lnTo>
                <a:lnTo>
                  <a:pt x="52205" y="40239"/>
                </a:lnTo>
                <a:lnTo>
                  <a:pt x="52774" y="39601"/>
                </a:lnTo>
                <a:lnTo>
                  <a:pt x="53346" y="38989"/>
                </a:lnTo>
                <a:lnTo>
                  <a:pt x="53921" y="38402"/>
                </a:lnTo>
                <a:lnTo>
                  <a:pt x="54500" y="37842"/>
                </a:lnTo>
                <a:lnTo>
                  <a:pt x="55082" y="37307"/>
                </a:lnTo>
                <a:lnTo>
                  <a:pt x="55668" y="36797"/>
                </a:lnTo>
                <a:lnTo>
                  <a:pt x="56257" y="36314"/>
                </a:lnTo>
                <a:lnTo>
                  <a:pt x="56850" y="35856"/>
                </a:lnTo>
                <a:lnTo>
                  <a:pt x="57451" y="35429"/>
                </a:lnTo>
                <a:lnTo>
                  <a:pt x="58068" y="35040"/>
                </a:lnTo>
                <a:lnTo>
                  <a:pt x="58700" y="34687"/>
                </a:lnTo>
                <a:lnTo>
                  <a:pt x="59346" y="34372"/>
                </a:lnTo>
                <a:lnTo>
                  <a:pt x="60007" y="34094"/>
                </a:lnTo>
                <a:lnTo>
                  <a:pt x="60684" y="33853"/>
                </a:lnTo>
                <a:lnTo>
                  <a:pt x="61375" y="33649"/>
                </a:lnTo>
                <a:lnTo>
                  <a:pt x="62080" y="33482"/>
                </a:lnTo>
                <a:lnTo>
                  <a:pt x="62801" y="33352"/>
                </a:lnTo>
                <a:lnTo>
                  <a:pt x="63537" y="33259"/>
                </a:lnTo>
                <a:lnTo>
                  <a:pt x="64287" y="33204"/>
                </a:lnTo>
                <a:lnTo>
                  <a:pt x="65053" y="33185"/>
                </a:lnTo>
                <a:lnTo>
                  <a:pt x="65898" y="33215"/>
                </a:lnTo>
                <a:lnTo>
                  <a:pt x="66723" y="33306"/>
                </a:lnTo>
                <a:lnTo>
                  <a:pt x="67527" y="33457"/>
                </a:lnTo>
                <a:lnTo>
                  <a:pt x="68310" y="33668"/>
                </a:lnTo>
                <a:lnTo>
                  <a:pt x="69072" y="33939"/>
                </a:lnTo>
                <a:lnTo>
                  <a:pt x="69814" y="34271"/>
                </a:lnTo>
                <a:lnTo>
                  <a:pt x="70535" y="34663"/>
                </a:lnTo>
                <a:lnTo>
                  <a:pt x="71234" y="35116"/>
                </a:lnTo>
                <a:lnTo>
                  <a:pt x="71914" y="35629"/>
                </a:lnTo>
                <a:lnTo>
                  <a:pt x="72572" y="36202"/>
                </a:lnTo>
                <a:lnTo>
                  <a:pt x="73209" y="36835"/>
                </a:lnTo>
                <a:lnTo>
                  <a:pt x="73826" y="37529"/>
                </a:lnTo>
                <a:lnTo>
                  <a:pt x="74407" y="38313"/>
                </a:lnTo>
                <a:lnTo>
                  <a:pt x="74938" y="39216"/>
                </a:lnTo>
                <a:lnTo>
                  <a:pt x="75418" y="40240"/>
                </a:lnTo>
                <a:lnTo>
                  <a:pt x="75847" y="41383"/>
                </a:lnTo>
                <a:lnTo>
                  <a:pt x="76226" y="42645"/>
                </a:lnTo>
                <a:lnTo>
                  <a:pt x="76554" y="44027"/>
                </a:lnTo>
                <a:lnTo>
                  <a:pt x="76832" y="45529"/>
                </a:lnTo>
                <a:lnTo>
                  <a:pt x="77060" y="47151"/>
                </a:lnTo>
                <a:lnTo>
                  <a:pt x="77237" y="48892"/>
                </a:lnTo>
                <a:lnTo>
                  <a:pt x="77363" y="50753"/>
                </a:lnTo>
                <a:lnTo>
                  <a:pt x="77439" y="52734"/>
                </a:lnTo>
                <a:lnTo>
                  <a:pt x="77464" y="54834"/>
                </a:lnTo>
                <a:lnTo>
                  <a:pt x="77464" y="114937"/>
                </a:lnTo>
                <a:lnTo>
                  <a:pt x="65837" y="114937"/>
                </a:lnTo>
                <a:lnTo>
                  <a:pt x="65837" y="60602"/>
                </a:lnTo>
                <a:lnTo>
                  <a:pt x="65834" y="59516"/>
                </a:lnTo>
                <a:lnTo>
                  <a:pt x="65825" y="58488"/>
                </a:lnTo>
                <a:lnTo>
                  <a:pt x="65810" y="57520"/>
                </a:lnTo>
                <a:lnTo>
                  <a:pt x="65790" y="56610"/>
                </a:lnTo>
                <a:lnTo>
                  <a:pt x="65763" y="55759"/>
                </a:lnTo>
                <a:lnTo>
                  <a:pt x="65730" y="54967"/>
                </a:lnTo>
                <a:lnTo>
                  <a:pt x="65692" y="54234"/>
                </a:lnTo>
                <a:lnTo>
                  <a:pt x="65647" y="53560"/>
                </a:lnTo>
                <a:lnTo>
                  <a:pt x="65596" y="52944"/>
                </a:lnTo>
                <a:lnTo>
                  <a:pt x="65540" y="52388"/>
                </a:lnTo>
                <a:lnTo>
                  <a:pt x="65478" y="51890"/>
                </a:lnTo>
                <a:lnTo>
                  <a:pt x="65409" y="51451"/>
                </a:lnTo>
                <a:lnTo>
                  <a:pt x="65332" y="51050"/>
                </a:lnTo>
                <a:lnTo>
                  <a:pt x="65243" y="50665"/>
                </a:lnTo>
                <a:lnTo>
                  <a:pt x="65142" y="50296"/>
                </a:lnTo>
                <a:lnTo>
                  <a:pt x="65029" y="49944"/>
                </a:lnTo>
                <a:lnTo>
                  <a:pt x="64904" y="49608"/>
                </a:lnTo>
                <a:lnTo>
                  <a:pt x="64767" y="49288"/>
                </a:lnTo>
                <a:lnTo>
                  <a:pt x="64619" y="48985"/>
                </a:lnTo>
                <a:lnTo>
                  <a:pt x="64458" y="48698"/>
                </a:lnTo>
                <a:lnTo>
                  <a:pt x="64286" y="48427"/>
                </a:lnTo>
                <a:lnTo>
                  <a:pt x="64101" y="48172"/>
                </a:lnTo>
                <a:lnTo>
                  <a:pt x="63905" y="47934"/>
                </a:lnTo>
                <a:lnTo>
                  <a:pt x="63697" y="47713"/>
                </a:lnTo>
                <a:lnTo>
                  <a:pt x="63482" y="47508"/>
                </a:lnTo>
                <a:lnTo>
                  <a:pt x="63263" y="47321"/>
                </a:lnTo>
                <a:lnTo>
                  <a:pt x="63042" y="47152"/>
                </a:lnTo>
                <a:lnTo>
                  <a:pt x="62818" y="47000"/>
                </a:lnTo>
                <a:lnTo>
                  <a:pt x="62590" y="46867"/>
                </a:lnTo>
                <a:lnTo>
                  <a:pt x="62360" y="46751"/>
                </a:lnTo>
                <a:lnTo>
                  <a:pt x="62127" y="46653"/>
                </a:lnTo>
                <a:lnTo>
                  <a:pt x="61890" y="46573"/>
                </a:lnTo>
                <a:lnTo>
                  <a:pt x="61651" y="46511"/>
                </a:lnTo>
                <a:lnTo>
                  <a:pt x="61409" y="46466"/>
                </a:lnTo>
                <a:lnTo>
                  <a:pt x="61164" y="46440"/>
                </a:lnTo>
                <a:lnTo>
                  <a:pt x="60915" y="46431"/>
                </a:lnTo>
                <a:lnTo>
                  <a:pt x="60294" y="46470"/>
                </a:lnTo>
                <a:lnTo>
                  <a:pt x="59664" y="46588"/>
                </a:lnTo>
                <a:lnTo>
                  <a:pt x="59027" y="46785"/>
                </a:lnTo>
                <a:lnTo>
                  <a:pt x="58383" y="47060"/>
                </a:lnTo>
                <a:lnTo>
                  <a:pt x="57732" y="47414"/>
                </a:lnTo>
                <a:lnTo>
                  <a:pt x="57073" y="47846"/>
                </a:lnTo>
                <a:lnTo>
                  <a:pt x="56406" y="48357"/>
                </a:lnTo>
                <a:lnTo>
                  <a:pt x="55732" y="48947"/>
                </a:lnTo>
                <a:lnTo>
                  <a:pt x="55051" y="49615"/>
                </a:lnTo>
                <a:lnTo>
                  <a:pt x="54362" y="50362"/>
                </a:lnTo>
                <a:lnTo>
                  <a:pt x="53666" y="51188"/>
                </a:lnTo>
                <a:lnTo>
                  <a:pt x="52962" y="52092"/>
                </a:lnTo>
                <a:lnTo>
                  <a:pt x="52254" y="53087"/>
                </a:lnTo>
                <a:lnTo>
                  <a:pt x="51543" y="54186"/>
                </a:lnTo>
                <a:lnTo>
                  <a:pt x="50829" y="55388"/>
                </a:lnTo>
                <a:lnTo>
                  <a:pt x="50113" y="56693"/>
                </a:lnTo>
                <a:lnTo>
                  <a:pt x="49394" y="58102"/>
                </a:lnTo>
                <a:lnTo>
                  <a:pt x="48673" y="59614"/>
                </a:lnTo>
                <a:lnTo>
                  <a:pt x="47950" y="61229"/>
                </a:lnTo>
                <a:lnTo>
                  <a:pt x="47224" y="62948"/>
                </a:lnTo>
                <a:lnTo>
                  <a:pt x="46496" y="64770"/>
                </a:lnTo>
                <a:lnTo>
                  <a:pt x="45765" y="66696"/>
                </a:lnTo>
                <a:lnTo>
                  <a:pt x="45031" y="68725"/>
                </a:lnTo>
                <a:lnTo>
                  <a:pt x="44296" y="70857"/>
                </a:lnTo>
                <a:lnTo>
                  <a:pt x="44296" y="114937"/>
                </a:lnTo>
                <a:lnTo>
                  <a:pt x="33168" y="114937"/>
                </a:lnTo>
                <a:lnTo>
                  <a:pt x="33168" y="60673"/>
                </a:lnTo>
                <a:lnTo>
                  <a:pt x="33154" y="58977"/>
                </a:lnTo>
                <a:lnTo>
                  <a:pt x="33111" y="57401"/>
                </a:lnTo>
                <a:lnTo>
                  <a:pt x="33039" y="55947"/>
                </a:lnTo>
                <a:lnTo>
                  <a:pt x="32938" y="54612"/>
                </a:lnTo>
                <a:lnTo>
                  <a:pt x="32809" y="53399"/>
                </a:lnTo>
                <a:lnTo>
                  <a:pt x="32651" y="52306"/>
                </a:lnTo>
                <a:lnTo>
                  <a:pt x="32464" y="51334"/>
                </a:lnTo>
                <a:lnTo>
                  <a:pt x="32249" y="50482"/>
                </a:lnTo>
                <a:lnTo>
                  <a:pt x="32005" y="49751"/>
                </a:lnTo>
                <a:lnTo>
                  <a:pt x="31732" y="49141"/>
                </a:lnTo>
                <a:lnTo>
                  <a:pt x="31430" y="48651"/>
                </a:lnTo>
                <a:lnTo>
                  <a:pt x="31100" y="48282"/>
                </a:lnTo>
                <a:lnTo>
                  <a:pt x="30758" y="47987"/>
                </a:lnTo>
                <a:lnTo>
                  <a:pt x="30422" y="47717"/>
                </a:lnTo>
                <a:lnTo>
                  <a:pt x="30092" y="47472"/>
                </a:lnTo>
                <a:lnTo>
                  <a:pt x="29768" y="47254"/>
                </a:lnTo>
                <a:lnTo>
                  <a:pt x="29450" y="47061"/>
                </a:lnTo>
                <a:lnTo>
                  <a:pt x="29138" y="46894"/>
                </a:lnTo>
                <a:lnTo>
                  <a:pt x="28832" y="46752"/>
                </a:lnTo>
                <a:lnTo>
                  <a:pt x="28532" y="46636"/>
                </a:lnTo>
                <a:lnTo>
                  <a:pt x="28238" y="46546"/>
                </a:lnTo>
                <a:lnTo>
                  <a:pt x="27949" y="46482"/>
                </a:lnTo>
                <a:lnTo>
                  <a:pt x="27667" y="46444"/>
                </a:lnTo>
                <a:lnTo>
                  <a:pt x="27391" y="46431"/>
                </a:lnTo>
                <a:lnTo>
                  <a:pt x="26781" y="46475"/>
                </a:lnTo>
                <a:lnTo>
                  <a:pt x="26163" y="46607"/>
                </a:lnTo>
                <a:lnTo>
                  <a:pt x="25538" y="46827"/>
                </a:lnTo>
                <a:lnTo>
                  <a:pt x="24906" y="47135"/>
                </a:lnTo>
                <a:lnTo>
                  <a:pt x="24266" y="47531"/>
                </a:lnTo>
                <a:lnTo>
                  <a:pt x="23619" y="48015"/>
                </a:lnTo>
                <a:lnTo>
                  <a:pt x="22964" y="48587"/>
                </a:lnTo>
                <a:lnTo>
                  <a:pt x="22302" y="49248"/>
                </a:lnTo>
                <a:lnTo>
                  <a:pt x="21633" y="49996"/>
                </a:lnTo>
                <a:lnTo>
                  <a:pt x="20956" y="50832"/>
                </a:lnTo>
                <a:lnTo>
                  <a:pt x="20272" y="51756"/>
                </a:lnTo>
                <a:lnTo>
                  <a:pt x="19580" y="52769"/>
                </a:lnTo>
                <a:lnTo>
                  <a:pt x="18887" y="53850"/>
                </a:lnTo>
                <a:lnTo>
                  <a:pt x="18200" y="54980"/>
                </a:lnTo>
                <a:lnTo>
                  <a:pt x="17518" y="56160"/>
                </a:lnTo>
                <a:lnTo>
                  <a:pt x="16842" y="57390"/>
                </a:lnTo>
                <a:lnTo>
                  <a:pt x="16171" y="58668"/>
                </a:lnTo>
                <a:lnTo>
                  <a:pt x="15505" y="59997"/>
                </a:lnTo>
                <a:lnTo>
                  <a:pt x="14845" y="61375"/>
                </a:lnTo>
                <a:lnTo>
                  <a:pt x="14191" y="62802"/>
                </a:lnTo>
                <a:lnTo>
                  <a:pt x="13541" y="64278"/>
                </a:lnTo>
                <a:lnTo>
                  <a:pt x="12898" y="65805"/>
                </a:lnTo>
                <a:lnTo>
                  <a:pt x="12260" y="67380"/>
                </a:lnTo>
                <a:lnTo>
                  <a:pt x="11627" y="69005"/>
                </a:lnTo>
                <a:lnTo>
                  <a:pt x="11627" y="114937"/>
                </a:lnTo>
                <a:lnTo>
                  <a:pt x="0" y="114937"/>
                </a:lnTo>
                <a:close/>
                <a:moveTo>
                  <a:pt x="145997" y="96912"/>
                </a:moveTo>
                <a:lnTo>
                  <a:pt x="144970" y="98546"/>
                </a:lnTo>
                <a:lnTo>
                  <a:pt x="143908" y="100111"/>
                </a:lnTo>
                <a:lnTo>
                  <a:pt x="142812" y="101608"/>
                </a:lnTo>
                <a:lnTo>
                  <a:pt x="141682" y="103037"/>
                </a:lnTo>
                <a:lnTo>
                  <a:pt x="140518" y="104397"/>
                </a:lnTo>
                <a:lnTo>
                  <a:pt x="139319" y="105688"/>
                </a:lnTo>
                <a:lnTo>
                  <a:pt x="138086" y="106911"/>
                </a:lnTo>
                <a:lnTo>
                  <a:pt x="136820" y="108065"/>
                </a:lnTo>
                <a:lnTo>
                  <a:pt x="135519" y="109151"/>
                </a:lnTo>
                <a:lnTo>
                  <a:pt x="134183" y="110169"/>
                </a:lnTo>
                <a:lnTo>
                  <a:pt x="132814" y="111117"/>
                </a:lnTo>
                <a:lnTo>
                  <a:pt x="131410" y="111998"/>
                </a:lnTo>
                <a:lnTo>
                  <a:pt x="130000" y="112808"/>
                </a:lnTo>
                <a:lnTo>
                  <a:pt x="128608" y="113549"/>
                </a:lnTo>
                <a:lnTo>
                  <a:pt x="127235" y="114218"/>
                </a:lnTo>
                <a:lnTo>
                  <a:pt x="125882" y="114818"/>
                </a:lnTo>
                <a:lnTo>
                  <a:pt x="124549" y="115347"/>
                </a:lnTo>
                <a:lnTo>
                  <a:pt x="123234" y="115805"/>
                </a:lnTo>
                <a:lnTo>
                  <a:pt x="121939" y="116193"/>
                </a:lnTo>
                <a:lnTo>
                  <a:pt x="120664" y="116510"/>
                </a:lnTo>
                <a:lnTo>
                  <a:pt x="119407" y="116757"/>
                </a:lnTo>
                <a:lnTo>
                  <a:pt x="118170" y="116933"/>
                </a:lnTo>
                <a:lnTo>
                  <a:pt x="116952" y="117039"/>
                </a:lnTo>
                <a:lnTo>
                  <a:pt x="115754" y="117074"/>
                </a:lnTo>
                <a:lnTo>
                  <a:pt x="114103" y="117014"/>
                </a:lnTo>
                <a:lnTo>
                  <a:pt x="112481" y="116834"/>
                </a:lnTo>
                <a:lnTo>
                  <a:pt x="110888" y="116535"/>
                </a:lnTo>
                <a:lnTo>
                  <a:pt x="109322" y="116116"/>
                </a:lnTo>
                <a:lnTo>
                  <a:pt x="107785" y="115578"/>
                </a:lnTo>
                <a:lnTo>
                  <a:pt x="106276" y="114920"/>
                </a:lnTo>
                <a:lnTo>
                  <a:pt x="104795" y="114142"/>
                </a:lnTo>
                <a:lnTo>
                  <a:pt x="103342" y="113244"/>
                </a:lnTo>
                <a:lnTo>
                  <a:pt x="101918" y="112227"/>
                </a:lnTo>
                <a:lnTo>
                  <a:pt x="100522" y="111090"/>
                </a:lnTo>
                <a:lnTo>
                  <a:pt x="99154" y="109833"/>
                </a:lnTo>
                <a:lnTo>
                  <a:pt x="97814" y="108457"/>
                </a:lnTo>
                <a:lnTo>
                  <a:pt x="96544" y="106959"/>
                </a:lnTo>
                <a:lnTo>
                  <a:pt x="95384" y="105338"/>
                </a:lnTo>
                <a:lnTo>
                  <a:pt x="94335" y="103592"/>
                </a:lnTo>
                <a:lnTo>
                  <a:pt x="93396" y="101723"/>
                </a:lnTo>
                <a:lnTo>
                  <a:pt x="92567" y="99731"/>
                </a:lnTo>
                <a:lnTo>
                  <a:pt x="91849" y="97615"/>
                </a:lnTo>
                <a:lnTo>
                  <a:pt x="91242" y="95375"/>
                </a:lnTo>
                <a:lnTo>
                  <a:pt x="90745" y="93012"/>
                </a:lnTo>
                <a:lnTo>
                  <a:pt x="90358" y="90525"/>
                </a:lnTo>
                <a:lnTo>
                  <a:pt x="90082" y="87914"/>
                </a:lnTo>
                <a:lnTo>
                  <a:pt x="89916" y="85180"/>
                </a:lnTo>
                <a:lnTo>
                  <a:pt x="89861" y="82322"/>
                </a:lnTo>
                <a:lnTo>
                  <a:pt x="89898" y="80040"/>
                </a:lnTo>
                <a:lnTo>
                  <a:pt x="90008" y="77799"/>
                </a:lnTo>
                <a:lnTo>
                  <a:pt x="90191" y="75599"/>
                </a:lnTo>
                <a:lnTo>
                  <a:pt x="90448" y="73440"/>
                </a:lnTo>
                <a:lnTo>
                  <a:pt x="90777" y="71322"/>
                </a:lnTo>
                <a:lnTo>
                  <a:pt x="91181" y="69246"/>
                </a:lnTo>
                <a:lnTo>
                  <a:pt x="91657" y="67210"/>
                </a:lnTo>
                <a:lnTo>
                  <a:pt x="92207" y="65215"/>
                </a:lnTo>
                <a:lnTo>
                  <a:pt x="92830" y="63261"/>
                </a:lnTo>
                <a:lnTo>
                  <a:pt x="93527" y="61349"/>
                </a:lnTo>
                <a:lnTo>
                  <a:pt x="94296" y="59477"/>
                </a:lnTo>
                <a:lnTo>
                  <a:pt x="95139" y="57647"/>
                </a:lnTo>
                <a:lnTo>
                  <a:pt x="96044" y="55868"/>
                </a:lnTo>
                <a:lnTo>
                  <a:pt x="96998" y="54153"/>
                </a:lnTo>
                <a:lnTo>
                  <a:pt x="98002" y="52502"/>
                </a:lnTo>
                <a:lnTo>
                  <a:pt x="99055" y="50913"/>
                </a:lnTo>
                <a:lnTo>
                  <a:pt x="100157" y="49388"/>
                </a:lnTo>
                <a:lnTo>
                  <a:pt x="101309" y="47926"/>
                </a:lnTo>
                <a:lnTo>
                  <a:pt x="102511" y="46528"/>
                </a:lnTo>
                <a:lnTo>
                  <a:pt x="103762" y="45192"/>
                </a:lnTo>
                <a:lnTo>
                  <a:pt x="105063" y="43920"/>
                </a:lnTo>
                <a:lnTo>
                  <a:pt x="106413" y="42712"/>
                </a:lnTo>
                <a:lnTo>
                  <a:pt x="107813" y="41567"/>
                </a:lnTo>
                <a:lnTo>
                  <a:pt x="109263" y="40484"/>
                </a:lnTo>
                <a:lnTo>
                  <a:pt x="110766" y="39478"/>
                </a:lnTo>
                <a:lnTo>
                  <a:pt x="112328" y="38559"/>
                </a:lnTo>
                <a:lnTo>
                  <a:pt x="113948" y="37727"/>
                </a:lnTo>
                <a:lnTo>
                  <a:pt x="115627" y="36983"/>
                </a:lnTo>
                <a:lnTo>
                  <a:pt x="117364" y="36327"/>
                </a:lnTo>
                <a:lnTo>
                  <a:pt x="119160" y="35758"/>
                </a:lnTo>
                <a:lnTo>
                  <a:pt x="121014" y="35276"/>
                </a:lnTo>
                <a:lnTo>
                  <a:pt x="122926" y="34882"/>
                </a:lnTo>
                <a:lnTo>
                  <a:pt x="124897" y="34576"/>
                </a:lnTo>
                <a:lnTo>
                  <a:pt x="126927" y="34357"/>
                </a:lnTo>
                <a:lnTo>
                  <a:pt x="129015" y="34226"/>
                </a:lnTo>
                <a:lnTo>
                  <a:pt x="131161" y="34182"/>
                </a:lnTo>
                <a:lnTo>
                  <a:pt x="131818" y="34188"/>
                </a:lnTo>
                <a:lnTo>
                  <a:pt x="132528" y="34204"/>
                </a:lnTo>
                <a:lnTo>
                  <a:pt x="133292" y="34231"/>
                </a:lnTo>
                <a:lnTo>
                  <a:pt x="134109" y="34269"/>
                </a:lnTo>
                <a:lnTo>
                  <a:pt x="134980" y="34318"/>
                </a:lnTo>
                <a:lnTo>
                  <a:pt x="135904" y="34378"/>
                </a:lnTo>
                <a:lnTo>
                  <a:pt x="136882" y="34449"/>
                </a:lnTo>
                <a:lnTo>
                  <a:pt x="137913" y="34530"/>
                </a:lnTo>
                <a:lnTo>
                  <a:pt x="138998" y="34623"/>
                </a:lnTo>
                <a:lnTo>
                  <a:pt x="140136" y="34726"/>
                </a:lnTo>
                <a:lnTo>
                  <a:pt x="141328" y="34840"/>
                </a:lnTo>
                <a:lnTo>
                  <a:pt x="142574" y="34965"/>
                </a:lnTo>
                <a:lnTo>
                  <a:pt x="142772" y="34990"/>
                </a:lnTo>
                <a:lnTo>
                  <a:pt x="142986" y="35015"/>
                </a:lnTo>
                <a:lnTo>
                  <a:pt x="143216" y="35041"/>
                </a:lnTo>
                <a:lnTo>
                  <a:pt x="143461" y="35068"/>
                </a:lnTo>
                <a:lnTo>
                  <a:pt x="143723" y="35097"/>
                </a:lnTo>
                <a:lnTo>
                  <a:pt x="144000" y="35126"/>
                </a:lnTo>
                <a:lnTo>
                  <a:pt x="144293" y="35156"/>
                </a:lnTo>
                <a:lnTo>
                  <a:pt x="144602" y="35187"/>
                </a:lnTo>
                <a:lnTo>
                  <a:pt x="144927" y="35219"/>
                </a:lnTo>
                <a:lnTo>
                  <a:pt x="145268" y="35252"/>
                </a:lnTo>
                <a:lnTo>
                  <a:pt x="145625" y="35286"/>
                </a:lnTo>
                <a:lnTo>
                  <a:pt x="145997" y="35322"/>
                </a:lnTo>
                <a:lnTo>
                  <a:pt x="159336" y="35322"/>
                </a:lnTo>
                <a:lnTo>
                  <a:pt x="159336" y="91508"/>
                </a:lnTo>
                <a:lnTo>
                  <a:pt x="159357" y="93876"/>
                </a:lnTo>
                <a:lnTo>
                  <a:pt x="159419" y="96167"/>
                </a:lnTo>
                <a:lnTo>
                  <a:pt x="159523" y="98384"/>
                </a:lnTo>
                <a:lnTo>
                  <a:pt x="159669" y="100525"/>
                </a:lnTo>
                <a:lnTo>
                  <a:pt x="159856" y="102590"/>
                </a:lnTo>
                <a:lnTo>
                  <a:pt x="160085" y="104580"/>
                </a:lnTo>
                <a:lnTo>
                  <a:pt x="160355" y="106495"/>
                </a:lnTo>
                <a:lnTo>
                  <a:pt x="160667" y="108334"/>
                </a:lnTo>
                <a:lnTo>
                  <a:pt x="161021" y="110098"/>
                </a:lnTo>
                <a:lnTo>
                  <a:pt x="161416" y="111787"/>
                </a:lnTo>
                <a:lnTo>
                  <a:pt x="161853" y="113400"/>
                </a:lnTo>
                <a:lnTo>
                  <a:pt x="162332" y="114937"/>
                </a:lnTo>
                <a:lnTo>
                  <a:pt x="148494" y="114937"/>
                </a:lnTo>
                <a:lnTo>
                  <a:pt x="148237" y="113803"/>
                </a:lnTo>
                <a:lnTo>
                  <a:pt x="147989" y="112601"/>
                </a:lnTo>
                <a:lnTo>
                  <a:pt x="147749" y="111333"/>
                </a:lnTo>
                <a:lnTo>
                  <a:pt x="147519" y="109998"/>
                </a:lnTo>
                <a:lnTo>
                  <a:pt x="147298" y="108596"/>
                </a:lnTo>
                <a:lnTo>
                  <a:pt x="147085" y="107127"/>
                </a:lnTo>
                <a:lnTo>
                  <a:pt x="146882" y="105592"/>
                </a:lnTo>
                <a:lnTo>
                  <a:pt x="146687" y="103989"/>
                </a:lnTo>
                <a:lnTo>
                  <a:pt x="146501" y="102320"/>
                </a:lnTo>
                <a:lnTo>
                  <a:pt x="146324" y="100584"/>
                </a:lnTo>
                <a:lnTo>
                  <a:pt x="146156" y="98781"/>
                </a:lnTo>
                <a:lnTo>
                  <a:pt x="145997" y="96912"/>
                </a:lnTo>
                <a:moveTo>
                  <a:pt x="145997" y="81254"/>
                </a:moveTo>
                <a:lnTo>
                  <a:pt x="145997" y="47143"/>
                </a:lnTo>
                <a:lnTo>
                  <a:pt x="144827" y="46847"/>
                </a:lnTo>
                <a:lnTo>
                  <a:pt x="143671" y="46577"/>
                </a:lnTo>
                <a:lnTo>
                  <a:pt x="142529" y="46333"/>
                </a:lnTo>
                <a:lnTo>
                  <a:pt x="141401" y="46114"/>
                </a:lnTo>
                <a:lnTo>
                  <a:pt x="140286" y="45921"/>
                </a:lnTo>
                <a:lnTo>
                  <a:pt x="139185" y="45754"/>
                </a:lnTo>
                <a:lnTo>
                  <a:pt x="138099" y="45613"/>
                </a:lnTo>
                <a:lnTo>
                  <a:pt x="137026" y="45497"/>
                </a:lnTo>
                <a:lnTo>
                  <a:pt x="135967" y="45407"/>
                </a:lnTo>
                <a:lnTo>
                  <a:pt x="134921" y="45343"/>
                </a:lnTo>
                <a:lnTo>
                  <a:pt x="133890" y="45304"/>
                </a:lnTo>
                <a:lnTo>
                  <a:pt x="132873" y="45291"/>
                </a:lnTo>
                <a:lnTo>
                  <a:pt x="130856" y="45357"/>
                </a:lnTo>
                <a:lnTo>
                  <a:pt x="128897" y="45554"/>
                </a:lnTo>
                <a:lnTo>
                  <a:pt x="126995" y="45883"/>
                </a:lnTo>
                <a:lnTo>
                  <a:pt x="125149" y="46344"/>
                </a:lnTo>
                <a:lnTo>
                  <a:pt x="123361" y="46936"/>
                </a:lnTo>
                <a:lnTo>
                  <a:pt x="121629" y="47659"/>
                </a:lnTo>
                <a:lnTo>
                  <a:pt x="119955" y="48514"/>
                </a:lnTo>
                <a:lnTo>
                  <a:pt x="118337" y="49501"/>
                </a:lnTo>
                <a:lnTo>
                  <a:pt x="116777" y="50619"/>
                </a:lnTo>
                <a:lnTo>
                  <a:pt x="115273" y="51869"/>
                </a:lnTo>
                <a:lnTo>
                  <a:pt x="113827" y="53250"/>
                </a:lnTo>
                <a:lnTo>
                  <a:pt x="112437" y="54763"/>
                </a:lnTo>
                <a:lnTo>
                  <a:pt x="111132" y="56389"/>
                </a:lnTo>
                <a:lnTo>
                  <a:pt x="109941" y="58110"/>
                </a:lnTo>
                <a:lnTo>
                  <a:pt x="108864" y="59926"/>
                </a:lnTo>
                <a:lnTo>
                  <a:pt x="107899" y="61836"/>
                </a:lnTo>
                <a:lnTo>
                  <a:pt x="107049" y="63842"/>
                </a:lnTo>
                <a:lnTo>
                  <a:pt x="106311" y="65943"/>
                </a:lnTo>
                <a:lnTo>
                  <a:pt x="105688" y="68139"/>
                </a:lnTo>
                <a:lnTo>
                  <a:pt x="105177" y="70429"/>
                </a:lnTo>
                <a:lnTo>
                  <a:pt x="104780" y="72815"/>
                </a:lnTo>
                <a:lnTo>
                  <a:pt x="104496" y="75296"/>
                </a:lnTo>
                <a:lnTo>
                  <a:pt x="104326" y="77871"/>
                </a:lnTo>
                <a:lnTo>
                  <a:pt x="104270" y="80542"/>
                </a:lnTo>
                <a:lnTo>
                  <a:pt x="104301" y="82472"/>
                </a:lnTo>
                <a:lnTo>
                  <a:pt x="104393" y="84321"/>
                </a:lnTo>
                <a:lnTo>
                  <a:pt x="104548" y="86090"/>
                </a:lnTo>
                <a:lnTo>
                  <a:pt x="104765" y="87778"/>
                </a:lnTo>
                <a:lnTo>
                  <a:pt x="105044" y="89385"/>
                </a:lnTo>
                <a:lnTo>
                  <a:pt x="105384" y="90912"/>
                </a:lnTo>
                <a:lnTo>
                  <a:pt x="105787" y="92358"/>
                </a:lnTo>
                <a:lnTo>
                  <a:pt x="106251" y="93724"/>
                </a:lnTo>
                <a:lnTo>
                  <a:pt x="106777" y="95009"/>
                </a:lnTo>
                <a:lnTo>
                  <a:pt x="107365" y="96213"/>
                </a:lnTo>
                <a:lnTo>
                  <a:pt x="108016" y="97337"/>
                </a:lnTo>
                <a:lnTo>
                  <a:pt x="108728" y="98380"/>
                </a:lnTo>
                <a:lnTo>
                  <a:pt x="109479" y="99342"/>
                </a:lnTo>
                <a:lnTo>
                  <a:pt x="110248" y="100219"/>
                </a:lnTo>
                <a:lnTo>
                  <a:pt x="111035" y="101013"/>
                </a:lnTo>
                <a:lnTo>
                  <a:pt x="111838" y="101723"/>
                </a:lnTo>
                <a:lnTo>
                  <a:pt x="112659" y="102350"/>
                </a:lnTo>
                <a:lnTo>
                  <a:pt x="113498" y="102894"/>
                </a:lnTo>
                <a:lnTo>
                  <a:pt x="114354" y="103353"/>
                </a:lnTo>
                <a:lnTo>
                  <a:pt x="115227" y="103729"/>
                </a:lnTo>
                <a:lnTo>
                  <a:pt x="116117" y="104022"/>
                </a:lnTo>
                <a:lnTo>
                  <a:pt x="117025" y="104231"/>
                </a:lnTo>
                <a:lnTo>
                  <a:pt x="117950" y="104356"/>
                </a:lnTo>
                <a:lnTo>
                  <a:pt x="118892" y="104398"/>
                </a:lnTo>
                <a:lnTo>
                  <a:pt x="119935" y="104354"/>
                </a:lnTo>
                <a:lnTo>
                  <a:pt x="120996" y="104224"/>
                </a:lnTo>
                <a:lnTo>
                  <a:pt x="122075" y="104006"/>
                </a:lnTo>
                <a:lnTo>
                  <a:pt x="123172" y="103702"/>
                </a:lnTo>
                <a:lnTo>
                  <a:pt x="124286" y="103310"/>
                </a:lnTo>
                <a:lnTo>
                  <a:pt x="125419" y="102831"/>
                </a:lnTo>
                <a:lnTo>
                  <a:pt x="126569" y="102266"/>
                </a:lnTo>
                <a:lnTo>
                  <a:pt x="127737" y="101613"/>
                </a:lnTo>
                <a:lnTo>
                  <a:pt x="128923" y="100873"/>
                </a:lnTo>
                <a:lnTo>
                  <a:pt x="130127" y="100046"/>
                </a:lnTo>
                <a:lnTo>
                  <a:pt x="131348" y="99132"/>
                </a:lnTo>
                <a:lnTo>
                  <a:pt x="132587" y="98131"/>
                </a:lnTo>
                <a:lnTo>
                  <a:pt x="133825" y="97057"/>
                </a:lnTo>
                <a:lnTo>
                  <a:pt x="135040" y="95922"/>
                </a:lnTo>
                <a:lnTo>
                  <a:pt x="136234" y="94726"/>
                </a:lnTo>
                <a:lnTo>
                  <a:pt x="137406" y="93471"/>
                </a:lnTo>
                <a:lnTo>
                  <a:pt x="138556" y="92155"/>
                </a:lnTo>
                <a:lnTo>
                  <a:pt x="139685" y="90778"/>
                </a:lnTo>
                <a:lnTo>
                  <a:pt x="140791" y="89342"/>
                </a:lnTo>
                <a:lnTo>
                  <a:pt x="141876" y="87845"/>
                </a:lnTo>
                <a:lnTo>
                  <a:pt x="142939" y="86288"/>
                </a:lnTo>
                <a:lnTo>
                  <a:pt x="143980" y="84670"/>
                </a:lnTo>
                <a:lnTo>
                  <a:pt x="145000" y="82992"/>
                </a:lnTo>
                <a:lnTo>
                  <a:pt x="145997" y="81254"/>
                </a:lnTo>
                <a:close/>
                <a:moveTo>
                  <a:pt x="247913" y="111626"/>
                </a:moveTo>
                <a:lnTo>
                  <a:pt x="246391" y="112261"/>
                </a:lnTo>
                <a:lnTo>
                  <a:pt x="244941" y="112852"/>
                </a:lnTo>
                <a:lnTo>
                  <a:pt x="243562" y="113398"/>
                </a:lnTo>
                <a:lnTo>
                  <a:pt x="242254" y="113900"/>
                </a:lnTo>
                <a:lnTo>
                  <a:pt x="241018" y="114358"/>
                </a:lnTo>
                <a:lnTo>
                  <a:pt x="239853" y="114772"/>
                </a:lnTo>
                <a:lnTo>
                  <a:pt x="238759" y="115141"/>
                </a:lnTo>
                <a:lnTo>
                  <a:pt x="237736" y="115466"/>
                </a:lnTo>
                <a:lnTo>
                  <a:pt x="236785" y="115746"/>
                </a:lnTo>
                <a:lnTo>
                  <a:pt x="235906" y="115982"/>
                </a:lnTo>
                <a:lnTo>
                  <a:pt x="235097" y="116174"/>
                </a:lnTo>
                <a:lnTo>
                  <a:pt x="234360" y="116322"/>
                </a:lnTo>
                <a:lnTo>
                  <a:pt x="233661" y="116442"/>
                </a:lnTo>
                <a:lnTo>
                  <a:pt x="232965" y="116551"/>
                </a:lnTo>
                <a:lnTo>
                  <a:pt x="232274" y="116651"/>
                </a:lnTo>
                <a:lnTo>
                  <a:pt x="231586" y="116740"/>
                </a:lnTo>
                <a:lnTo>
                  <a:pt x="230903" y="116818"/>
                </a:lnTo>
                <a:lnTo>
                  <a:pt x="230223" y="116886"/>
                </a:lnTo>
                <a:lnTo>
                  <a:pt x="229547" y="116943"/>
                </a:lnTo>
                <a:lnTo>
                  <a:pt x="228876" y="116990"/>
                </a:lnTo>
                <a:lnTo>
                  <a:pt x="228208" y="117027"/>
                </a:lnTo>
                <a:lnTo>
                  <a:pt x="227544" y="117053"/>
                </a:lnTo>
                <a:lnTo>
                  <a:pt x="226884" y="117069"/>
                </a:lnTo>
                <a:lnTo>
                  <a:pt x="226229" y="117074"/>
                </a:lnTo>
                <a:lnTo>
                  <a:pt x="224848" y="117052"/>
                </a:lnTo>
                <a:lnTo>
                  <a:pt x="223486" y="116985"/>
                </a:lnTo>
                <a:lnTo>
                  <a:pt x="222145" y="116874"/>
                </a:lnTo>
                <a:lnTo>
                  <a:pt x="220823" y="116718"/>
                </a:lnTo>
                <a:lnTo>
                  <a:pt x="219522" y="116517"/>
                </a:lnTo>
                <a:lnTo>
                  <a:pt x="218240" y="116273"/>
                </a:lnTo>
                <a:lnTo>
                  <a:pt x="216978" y="115983"/>
                </a:lnTo>
                <a:lnTo>
                  <a:pt x="215735" y="115650"/>
                </a:lnTo>
                <a:lnTo>
                  <a:pt x="214513" y="115271"/>
                </a:lnTo>
                <a:lnTo>
                  <a:pt x="213310" y="114848"/>
                </a:lnTo>
                <a:lnTo>
                  <a:pt x="212127" y="114381"/>
                </a:lnTo>
                <a:lnTo>
                  <a:pt x="210964" y="113869"/>
                </a:lnTo>
                <a:lnTo>
                  <a:pt x="209834" y="113314"/>
                </a:lnTo>
                <a:lnTo>
                  <a:pt x="208752" y="112716"/>
                </a:lnTo>
                <a:lnTo>
                  <a:pt x="207716" y="112076"/>
                </a:lnTo>
                <a:lnTo>
                  <a:pt x="206728" y="111393"/>
                </a:lnTo>
                <a:lnTo>
                  <a:pt x="205787" y="110667"/>
                </a:lnTo>
                <a:lnTo>
                  <a:pt x="204892" y="109899"/>
                </a:lnTo>
                <a:lnTo>
                  <a:pt x="204045" y="109089"/>
                </a:lnTo>
                <a:lnTo>
                  <a:pt x="203245" y="108236"/>
                </a:lnTo>
                <a:lnTo>
                  <a:pt x="202491" y="107340"/>
                </a:lnTo>
                <a:lnTo>
                  <a:pt x="201785" y="106402"/>
                </a:lnTo>
                <a:lnTo>
                  <a:pt x="201126" y="105421"/>
                </a:lnTo>
                <a:lnTo>
                  <a:pt x="200514" y="104398"/>
                </a:lnTo>
                <a:lnTo>
                  <a:pt x="199950" y="103306"/>
                </a:lnTo>
                <a:lnTo>
                  <a:pt x="199435" y="102119"/>
                </a:lnTo>
                <a:lnTo>
                  <a:pt x="198970" y="100837"/>
                </a:lnTo>
                <a:lnTo>
                  <a:pt x="198553" y="99461"/>
                </a:lnTo>
                <a:lnTo>
                  <a:pt x="198185" y="97989"/>
                </a:lnTo>
                <a:lnTo>
                  <a:pt x="197866" y="96422"/>
                </a:lnTo>
                <a:lnTo>
                  <a:pt x="197597" y="94760"/>
                </a:lnTo>
                <a:lnTo>
                  <a:pt x="197376" y="93004"/>
                </a:lnTo>
                <a:lnTo>
                  <a:pt x="197204" y="91152"/>
                </a:lnTo>
                <a:lnTo>
                  <a:pt x="197082" y="89206"/>
                </a:lnTo>
                <a:lnTo>
                  <a:pt x="197008" y="87164"/>
                </a:lnTo>
                <a:lnTo>
                  <a:pt x="196984" y="85028"/>
                </a:lnTo>
                <a:lnTo>
                  <a:pt x="196984" y="52982"/>
                </a:lnTo>
                <a:lnTo>
                  <a:pt x="177083" y="52982"/>
                </a:lnTo>
                <a:lnTo>
                  <a:pt x="177083" y="41873"/>
                </a:lnTo>
                <a:lnTo>
                  <a:pt x="196984" y="41873"/>
                </a:lnTo>
                <a:lnTo>
                  <a:pt x="196984" y="9827"/>
                </a:lnTo>
                <a:lnTo>
                  <a:pt x="210251" y="9827"/>
                </a:lnTo>
                <a:lnTo>
                  <a:pt x="210251" y="41873"/>
                </a:lnTo>
                <a:lnTo>
                  <a:pt x="245702" y="41873"/>
                </a:lnTo>
                <a:lnTo>
                  <a:pt x="245702" y="52982"/>
                </a:lnTo>
                <a:lnTo>
                  <a:pt x="210251" y="52982"/>
                </a:lnTo>
                <a:lnTo>
                  <a:pt x="210251" y="84772"/>
                </a:lnTo>
                <a:lnTo>
                  <a:pt x="210267" y="86333"/>
                </a:lnTo>
                <a:lnTo>
                  <a:pt x="210314" y="87815"/>
                </a:lnTo>
                <a:lnTo>
                  <a:pt x="210393" y="89219"/>
                </a:lnTo>
                <a:lnTo>
                  <a:pt x="210504" y="90544"/>
                </a:lnTo>
                <a:lnTo>
                  <a:pt x="210647" y="91791"/>
                </a:lnTo>
                <a:lnTo>
                  <a:pt x="210821" y="92959"/>
                </a:lnTo>
                <a:lnTo>
                  <a:pt x="211028" y="94049"/>
                </a:lnTo>
                <a:lnTo>
                  <a:pt x="211265" y="95060"/>
                </a:lnTo>
                <a:lnTo>
                  <a:pt x="211535" y="95993"/>
                </a:lnTo>
                <a:lnTo>
                  <a:pt x="211836" y="96847"/>
                </a:lnTo>
                <a:lnTo>
                  <a:pt x="212169" y="97623"/>
                </a:lnTo>
                <a:lnTo>
                  <a:pt x="212533" y="98320"/>
                </a:lnTo>
                <a:lnTo>
                  <a:pt x="212924" y="98963"/>
                </a:lnTo>
                <a:lnTo>
                  <a:pt x="213337" y="99577"/>
                </a:lnTo>
                <a:lnTo>
                  <a:pt x="213770" y="100162"/>
                </a:lnTo>
                <a:lnTo>
                  <a:pt x="214225" y="100718"/>
                </a:lnTo>
                <a:lnTo>
                  <a:pt x="214702" y="101244"/>
                </a:lnTo>
                <a:lnTo>
                  <a:pt x="215199" y="101742"/>
                </a:lnTo>
                <a:lnTo>
                  <a:pt x="215718" y="102210"/>
                </a:lnTo>
                <a:lnTo>
                  <a:pt x="216258" y="102650"/>
                </a:lnTo>
                <a:lnTo>
                  <a:pt x="216820" y="103060"/>
                </a:lnTo>
                <a:lnTo>
                  <a:pt x="217403" y="103441"/>
                </a:lnTo>
                <a:lnTo>
                  <a:pt x="218007" y="103793"/>
                </a:lnTo>
                <a:lnTo>
                  <a:pt x="218632" y="104115"/>
                </a:lnTo>
                <a:lnTo>
                  <a:pt x="219278" y="104411"/>
                </a:lnTo>
                <a:lnTo>
                  <a:pt x="219943" y="104680"/>
                </a:lnTo>
                <a:lnTo>
                  <a:pt x="220627" y="104924"/>
                </a:lnTo>
                <a:lnTo>
                  <a:pt x="221331" y="105143"/>
                </a:lnTo>
                <a:lnTo>
                  <a:pt x="222054" y="105335"/>
                </a:lnTo>
                <a:lnTo>
                  <a:pt x="222796" y="105502"/>
                </a:lnTo>
                <a:lnTo>
                  <a:pt x="223557" y="105644"/>
                </a:lnTo>
                <a:lnTo>
                  <a:pt x="224338" y="105759"/>
                </a:lnTo>
                <a:lnTo>
                  <a:pt x="225139" y="105849"/>
                </a:lnTo>
                <a:lnTo>
                  <a:pt x="225958" y="105913"/>
                </a:lnTo>
                <a:lnTo>
                  <a:pt x="226797" y="105952"/>
                </a:lnTo>
                <a:lnTo>
                  <a:pt x="227655" y="105965"/>
                </a:lnTo>
                <a:lnTo>
                  <a:pt x="229267" y="105923"/>
                </a:lnTo>
                <a:lnTo>
                  <a:pt x="230893" y="105797"/>
                </a:lnTo>
                <a:lnTo>
                  <a:pt x="232532" y="105587"/>
                </a:lnTo>
                <a:lnTo>
                  <a:pt x="234186" y="105293"/>
                </a:lnTo>
                <a:lnTo>
                  <a:pt x="235853" y="104915"/>
                </a:lnTo>
                <a:lnTo>
                  <a:pt x="237534" y="104454"/>
                </a:lnTo>
                <a:lnTo>
                  <a:pt x="239229" y="103908"/>
                </a:lnTo>
                <a:lnTo>
                  <a:pt x="240938" y="103278"/>
                </a:lnTo>
                <a:lnTo>
                  <a:pt x="242661" y="102565"/>
                </a:lnTo>
                <a:lnTo>
                  <a:pt x="244398" y="101767"/>
                </a:lnTo>
                <a:lnTo>
                  <a:pt x="246148" y="100886"/>
                </a:lnTo>
                <a:lnTo>
                  <a:pt x="247913" y="99920"/>
                </a:lnTo>
                <a:lnTo>
                  <a:pt x="247913" y="111626"/>
                </a:lnTo>
                <a:close/>
                <a:moveTo>
                  <a:pt x="268941" y="114937"/>
                </a:moveTo>
                <a:lnTo>
                  <a:pt x="268941" y="0"/>
                </a:lnTo>
                <a:lnTo>
                  <a:pt x="282208" y="0"/>
                </a:lnTo>
                <a:lnTo>
                  <a:pt x="282208" y="52833"/>
                </a:lnTo>
                <a:lnTo>
                  <a:pt x="283176" y="51325"/>
                </a:lnTo>
                <a:lnTo>
                  <a:pt x="284176" y="49872"/>
                </a:lnTo>
                <a:lnTo>
                  <a:pt x="285208" y="48475"/>
                </a:lnTo>
                <a:lnTo>
                  <a:pt x="286274" y="47133"/>
                </a:lnTo>
                <a:lnTo>
                  <a:pt x="287372" y="45847"/>
                </a:lnTo>
                <a:lnTo>
                  <a:pt x="288503" y="44616"/>
                </a:lnTo>
                <a:lnTo>
                  <a:pt x="289667" y="43442"/>
                </a:lnTo>
                <a:lnTo>
                  <a:pt x="290863" y="42322"/>
                </a:lnTo>
                <a:lnTo>
                  <a:pt x="292092" y="41259"/>
                </a:lnTo>
                <a:lnTo>
                  <a:pt x="293353" y="40251"/>
                </a:lnTo>
                <a:lnTo>
                  <a:pt x="294648" y="39298"/>
                </a:lnTo>
                <a:lnTo>
                  <a:pt x="295975" y="38401"/>
                </a:lnTo>
                <a:lnTo>
                  <a:pt x="297318" y="37568"/>
                </a:lnTo>
                <a:lnTo>
                  <a:pt x="298661" y="36808"/>
                </a:lnTo>
                <a:lnTo>
                  <a:pt x="300005" y="36119"/>
                </a:lnTo>
                <a:lnTo>
                  <a:pt x="301348" y="35504"/>
                </a:lnTo>
                <a:lnTo>
                  <a:pt x="302692" y="34960"/>
                </a:lnTo>
                <a:lnTo>
                  <a:pt x="304035" y="34489"/>
                </a:lnTo>
                <a:lnTo>
                  <a:pt x="305378" y="34091"/>
                </a:lnTo>
                <a:lnTo>
                  <a:pt x="306722" y="33765"/>
                </a:lnTo>
                <a:lnTo>
                  <a:pt x="308065" y="33511"/>
                </a:lnTo>
                <a:lnTo>
                  <a:pt x="309408" y="33330"/>
                </a:lnTo>
                <a:lnTo>
                  <a:pt x="310752" y="33221"/>
                </a:lnTo>
                <a:lnTo>
                  <a:pt x="312095" y="33185"/>
                </a:lnTo>
                <a:lnTo>
                  <a:pt x="313216" y="33209"/>
                </a:lnTo>
                <a:lnTo>
                  <a:pt x="314321" y="33281"/>
                </a:lnTo>
                <a:lnTo>
                  <a:pt x="315410" y="33401"/>
                </a:lnTo>
                <a:lnTo>
                  <a:pt x="316482" y="33569"/>
                </a:lnTo>
                <a:lnTo>
                  <a:pt x="317538" y="33785"/>
                </a:lnTo>
                <a:lnTo>
                  <a:pt x="318577" y="34049"/>
                </a:lnTo>
                <a:lnTo>
                  <a:pt x="319600" y="34360"/>
                </a:lnTo>
                <a:lnTo>
                  <a:pt x="320607" y="34720"/>
                </a:lnTo>
                <a:lnTo>
                  <a:pt x="321598" y="35128"/>
                </a:lnTo>
                <a:lnTo>
                  <a:pt x="322572" y="35584"/>
                </a:lnTo>
                <a:lnTo>
                  <a:pt x="323529" y="36087"/>
                </a:lnTo>
                <a:lnTo>
                  <a:pt x="324471" y="36639"/>
                </a:lnTo>
                <a:lnTo>
                  <a:pt x="325381" y="37225"/>
                </a:lnTo>
                <a:lnTo>
                  <a:pt x="326243" y="37831"/>
                </a:lnTo>
                <a:lnTo>
                  <a:pt x="327059" y="38457"/>
                </a:lnTo>
                <a:lnTo>
                  <a:pt x="327827" y="39104"/>
                </a:lnTo>
                <a:lnTo>
                  <a:pt x="328549" y="39771"/>
                </a:lnTo>
                <a:lnTo>
                  <a:pt x="329223" y="40458"/>
                </a:lnTo>
                <a:lnTo>
                  <a:pt x="329851" y="41165"/>
                </a:lnTo>
                <a:lnTo>
                  <a:pt x="330431" y="41893"/>
                </a:lnTo>
                <a:lnTo>
                  <a:pt x="330964" y="42641"/>
                </a:lnTo>
                <a:lnTo>
                  <a:pt x="331450" y="43409"/>
                </a:lnTo>
                <a:lnTo>
                  <a:pt x="331889" y="44198"/>
                </a:lnTo>
                <a:lnTo>
                  <a:pt x="332281" y="45006"/>
                </a:lnTo>
                <a:lnTo>
                  <a:pt x="332571" y="45639"/>
                </a:lnTo>
                <a:lnTo>
                  <a:pt x="332844" y="46277"/>
                </a:lnTo>
                <a:lnTo>
                  <a:pt x="333102" y="46923"/>
                </a:lnTo>
                <a:lnTo>
                  <a:pt x="333343" y="47574"/>
                </a:lnTo>
                <a:lnTo>
                  <a:pt x="333569" y="48232"/>
                </a:lnTo>
                <a:lnTo>
                  <a:pt x="333779" y="48896"/>
                </a:lnTo>
                <a:lnTo>
                  <a:pt x="333974" y="49567"/>
                </a:lnTo>
                <a:lnTo>
                  <a:pt x="334152" y="50245"/>
                </a:lnTo>
                <a:lnTo>
                  <a:pt x="334314" y="50928"/>
                </a:lnTo>
                <a:lnTo>
                  <a:pt x="334461" y="51618"/>
                </a:lnTo>
                <a:lnTo>
                  <a:pt x="334592" y="52315"/>
                </a:lnTo>
                <a:lnTo>
                  <a:pt x="334707" y="53018"/>
                </a:lnTo>
                <a:lnTo>
                  <a:pt x="334809" y="53787"/>
                </a:lnTo>
                <a:lnTo>
                  <a:pt x="334903" y="54681"/>
                </a:lnTo>
                <a:lnTo>
                  <a:pt x="334988" y="55700"/>
                </a:lnTo>
                <a:lnTo>
                  <a:pt x="335063" y="56844"/>
                </a:lnTo>
                <a:lnTo>
                  <a:pt x="335130" y="58113"/>
                </a:lnTo>
                <a:lnTo>
                  <a:pt x="335188" y="59507"/>
                </a:lnTo>
                <a:lnTo>
                  <a:pt x="335237" y="61027"/>
                </a:lnTo>
                <a:lnTo>
                  <a:pt x="335277" y="62671"/>
                </a:lnTo>
                <a:lnTo>
                  <a:pt x="335309" y="64441"/>
                </a:lnTo>
                <a:lnTo>
                  <a:pt x="335331" y="66336"/>
                </a:lnTo>
                <a:lnTo>
                  <a:pt x="335344" y="68356"/>
                </a:lnTo>
                <a:lnTo>
                  <a:pt x="335349" y="70501"/>
                </a:lnTo>
                <a:lnTo>
                  <a:pt x="335349" y="114937"/>
                </a:lnTo>
                <a:lnTo>
                  <a:pt x="322081" y="114937"/>
                </a:lnTo>
                <a:lnTo>
                  <a:pt x="322081" y="68909"/>
                </a:lnTo>
                <a:lnTo>
                  <a:pt x="322074" y="67055"/>
                </a:lnTo>
                <a:lnTo>
                  <a:pt x="322051" y="65308"/>
                </a:lnTo>
                <a:lnTo>
                  <a:pt x="322012" y="63669"/>
                </a:lnTo>
                <a:lnTo>
                  <a:pt x="321958" y="62139"/>
                </a:lnTo>
                <a:lnTo>
                  <a:pt x="321889" y="60717"/>
                </a:lnTo>
                <a:lnTo>
                  <a:pt x="321805" y="59403"/>
                </a:lnTo>
                <a:lnTo>
                  <a:pt x="321705" y="58197"/>
                </a:lnTo>
                <a:lnTo>
                  <a:pt x="321590" y="57100"/>
                </a:lnTo>
                <a:lnTo>
                  <a:pt x="321459" y="56111"/>
                </a:lnTo>
                <a:lnTo>
                  <a:pt x="321314" y="55230"/>
                </a:lnTo>
                <a:lnTo>
                  <a:pt x="321152" y="54457"/>
                </a:lnTo>
                <a:lnTo>
                  <a:pt x="320976" y="53792"/>
                </a:lnTo>
                <a:lnTo>
                  <a:pt x="320779" y="53191"/>
                </a:lnTo>
                <a:lnTo>
                  <a:pt x="320556" y="52608"/>
                </a:lnTo>
                <a:lnTo>
                  <a:pt x="320307" y="52043"/>
                </a:lnTo>
                <a:lnTo>
                  <a:pt x="320033" y="51496"/>
                </a:lnTo>
                <a:lnTo>
                  <a:pt x="319732" y="50968"/>
                </a:lnTo>
                <a:lnTo>
                  <a:pt x="319406" y="50458"/>
                </a:lnTo>
                <a:lnTo>
                  <a:pt x="319055" y="49966"/>
                </a:lnTo>
                <a:lnTo>
                  <a:pt x="318677" y="49493"/>
                </a:lnTo>
                <a:lnTo>
                  <a:pt x="318274" y="49038"/>
                </a:lnTo>
                <a:lnTo>
                  <a:pt x="317845" y="48601"/>
                </a:lnTo>
                <a:lnTo>
                  <a:pt x="317390" y="48182"/>
                </a:lnTo>
                <a:lnTo>
                  <a:pt x="316910" y="47782"/>
                </a:lnTo>
                <a:lnTo>
                  <a:pt x="316413" y="47407"/>
                </a:lnTo>
                <a:lnTo>
                  <a:pt x="315908" y="47064"/>
                </a:lnTo>
                <a:lnTo>
                  <a:pt x="315396" y="46754"/>
                </a:lnTo>
                <a:lnTo>
                  <a:pt x="314877" y="46477"/>
                </a:lnTo>
                <a:lnTo>
                  <a:pt x="314350" y="46233"/>
                </a:lnTo>
                <a:lnTo>
                  <a:pt x="313816" y="46021"/>
                </a:lnTo>
                <a:lnTo>
                  <a:pt x="313274" y="45841"/>
                </a:lnTo>
                <a:lnTo>
                  <a:pt x="312725" y="45695"/>
                </a:lnTo>
                <a:lnTo>
                  <a:pt x="312169" y="45580"/>
                </a:lnTo>
                <a:lnTo>
                  <a:pt x="311605" y="45499"/>
                </a:lnTo>
                <a:lnTo>
                  <a:pt x="311033" y="45450"/>
                </a:lnTo>
                <a:lnTo>
                  <a:pt x="310455" y="45434"/>
                </a:lnTo>
                <a:lnTo>
                  <a:pt x="309282" y="45480"/>
                </a:lnTo>
                <a:lnTo>
                  <a:pt x="308096" y="45618"/>
                </a:lnTo>
                <a:lnTo>
                  <a:pt x="306895" y="45847"/>
                </a:lnTo>
                <a:lnTo>
                  <a:pt x="305680" y="46169"/>
                </a:lnTo>
                <a:lnTo>
                  <a:pt x="304450" y="46582"/>
                </a:lnTo>
                <a:lnTo>
                  <a:pt x="303206" y="47088"/>
                </a:lnTo>
                <a:lnTo>
                  <a:pt x="301947" y="47685"/>
                </a:lnTo>
                <a:lnTo>
                  <a:pt x="300675" y="48374"/>
                </a:lnTo>
                <a:lnTo>
                  <a:pt x="299387" y="49155"/>
                </a:lnTo>
                <a:lnTo>
                  <a:pt x="298086" y="50028"/>
                </a:lnTo>
                <a:lnTo>
                  <a:pt x="296770" y="50993"/>
                </a:lnTo>
                <a:lnTo>
                  <a:pt x="295440" y="52050"/>
                </a:lnTo>
                <a:lnTo>
                  <a:pt x="294122" y="53176"/>
                </a:lnTo>
                <a:lnTo>
                  <a:pt x="292843" y="54348"/>
                </a:lnTo>
                <a:lnTo>
                  <a:pt x="291604" y="55567"/>
                </a:lnTo>
                <a:lnTo>
                  <a:pt x="290403" y="56832"/>
                </a:lnTo>
                <a:lnTo>
                  <a:pt x="289242" y="58144"/>
                </a:lnTo>
                <a:lnTo>
                  <a:pt x="288120" y="59502"/>
                </a:lnTo>
                <a:lnTo>
                  <a:pt x="287036" y="60906"/>
                </a:lnTo>
                <a:lnTo>
                  <a:pt x="285993" y="62357"/>
                </a:lnTo>
                <a:lnTo>
                  <a:pt x="284988" y="63854"/>
                </a:lnTo>
                <a:lnTo>
                  <a:pt x="284022" y="65398"/>
                </a:lnTo>
                <a:lnTo>
                  <a:pt x="283096" y="66988"/>
                </a:lnTo>
                <a:lnTo>
                  <a:pt x="282208" y="68625"/>
                </a:lnTo>
                <a:lnTo>
                  <a:pt x="282208" y="114937"/>
                </a:lnTo>
                <a:lnTo>
                  <a:pt x="268941" y="114937"/>
                </a:lnTo>
                <a:close/>
                <a:moveTo>
                  <a:pt x="375778" y="145844"/>
                </a:moveTo>
                <a:lnTo>
                  <a:pt x="375778" y="137013"/>
                </a:lnTo>
                <a:lnTo>
                  <a:pt x="376617" y="136780"/>
                </a:lnTo>
                <a:lnTo>
                  <a:pt x="377422" y="136530"/>
                </a:lnTo>
                <a:lnTo>
                  <a:pt x="378192" y="136263"/>
                </a:lnTo>
                <a:lnTo>
                  <a:pt x="378929" y="135981"/>
                </a:lnTo>
                <a:lnTo>
                  <a:pt x="379631" y="135682"/>
                </a:lnTo>
                <a:lnTo>
                  <a:pt x="380299" y="135367"/>
                </a:lnTo>
                <a:lnTo>
                  <a:pt x="380933" y="135035"/>
                </a:lnTo>
                <a:lnTo>
                  <a:pt x="381532" y="134687"/>
                </a:lnTo>
                <a:lnTo>
                  <a:pt x="382098" y="134323"/>
                </a:lnTo>
                <a:lnTo>
                  <a:pt x="382629" y="133942"/>
                </a:lnTo>
                <a:lnTo>
                  <a:pt x="383126" y="133545"/>
                </a:lnTo>
                <a:lnTo>
                  <a:pt x="383589" y="133132"/>
                </a:lnTo>
                <a:lnTo>
                  <a:pt x="384027" y="132702"/>
                </a:lnTo>
                <a:lnTo>
                  <a:pt x="384451" y="132252"/>
                </a:lnTo>
                <a:lnTo>
                  <a:pt x="384859" y="131784"/>
                </a:lnTo>
                <a:lnTo>
                  <a:pt x="385253" y="131297"/>
                </a:lnTo>
                <a:lnTo>
                  <a:pt x="385632" y="130791"/>
                </a:lnTo>
                <a:lnTo>
                  <a:pt x="385996" y="130266"/>
                </a:lnTo>
                <a:lnTo>
                  <a:pt x="386345" y="129722"/>
                </a:lnTo>
                <a:lnTo>
                  <a:pt x="386680" y="129160"/>
                </a:lnTo>
                <a:lnTo>
                  <a:pt x="386999" y="128579"/>
                </a:lnTo>
                <a:lnTo>
                  <a:pt x="387304" y="127979"/>
                </a:lnTo>
                <a:lnTo>
                  <a:pt x="387594" y="127361"/>
                </a:lnTo>
                <a:lnTo>
                  <a:pt x="387869" y="126723"/>
                </a:lnTo>
                <a:lnTo>
                  <a:pt x="388125" y="126065"/>
                </a:lnTo>
                <a:lnTo>
                  <a:pt x="388359" y="125385"/>
                </a:lnTo>
                <a:lnTo>
                  <a:pt x="388571" y="124682"/>
                </a:lnTo>
                <a:lnTo>
                  <a:pt x="388760" y="123958"/>
                </a:lnTo>
                <a:lnTo>
                  <a:pt x="388927" y="123211"/>
                </a:lnTo>
                <a:lnTo>
                  <a:pt x="389072" y="122441"/>
                </a:lnTo>
                <a:lnTo>
                  <a:pt x="389195" y="121650"/>
                </a:lnTo>
                <a:lnTo>
                  <a:pt x="389295" y="120836"/>
                </a:lnTo>
                <a:lnTo>
                  <a:pt x="389373" y="120000"/>
                </a:lnTo>
                <a:lnTo>
                  <a:pt x="389429" y="119142"/>
                </a:lnTo>
                <a:lnTo>
                  <a:pt x="389462" y="118261"/>
                </a:lnTo>
                <a:lnTo>
                  <a:pt x="389474" y="117359"/>
                </a:lnTo>
                <a:lnTo>
                  <a:pt x="388392" y="117333"/>
                </a:lnTo>
                <a:lnTo>
                  <a:pt x="387359" y="117254"/>
                </a:lnTo>
                <a:lnTo>
                  <a:pt x="386375" y="117124"/>
                </a:lnTo>
                <a:lnTo>
                  <a:pt x="385439" y="116942"/>
                </a:lnTo>
                <a:lnTo>
                  <a:pt x="384552" y="116708"/>
                </a:lnTo>
                <a:lnTo>
                  <a:pt x="383714" y="116421"/>
                </a:lnTo>
                <a:lnTo>
                  <a:pt x="382924" y="116083"/>
                </a:lnTo>
                <a:lnTo>
                  <a:pt x="382182" y="115692"/>
                </a:lnTo>
                <a:lnTo>
                  <a:pt x="381489" y="115249"/>
                </a:lnTo>
                <a:lnTo>
                  <a:pt x="380845" y="114755"/>
                </a:lnTo>
                <a:lnTo>
                  <a:pt x="380249" y="114208"/>
                </a:lnTo>
                <a:lnTo>
                  <a:pt x="379701" y="113609"/>
                </a:lnTo>
                <a:lnTo>
                  <a:pt x="379200" y="112980"/>
                </a:lnTo>
                <a:lnTo>
                  <a:pt x="378742" y="112344"/>
                </a:lnTo>
                <a:lnTo>
                  <a:pt x="378328" y="111700"/>
                </a:lnTo>
                <a:lnTo>
                  <a:pt x="377958" y="111049"/>
                </a:lnTo>
                <a:lnTo>
                  <a:pt x="377631" y="110391"/>
                </a:lnTo>
                <a:lnTo>
                  <a:pt x="377348" y="109725"/>
                </a:lnTo>
                <a:lnTo>
                  <a:pt x="377108" y="109052"/>
                </a:lnTo>
                <a:lnTo>
                  <a:pt x="376912" y="108371"/>
                </a:lnTo>
                <a:lnTo>
                  <a:pt x="376759" y="107682"/>
                </a:lnTo>
                <a:lnTo>
                  <a:pt x="376650" y="106987"/>
                </a:lnTo>
                <a:lnTo>
                  <a:pt x="376585" y="106284"/>
                </a:lnTo>
                <a:lnTo>
                  <a:pt x="376563" y="105573"/>
                </a:lnTo>
                <a:lnTo>
                  <a:pt x="376587" y="104762"/>
                </a:lnTo>
                <a:lnTo>
                  <a:pt x="376660" y="103973"/>
                </a:lnTo>
                <a:lnTo>
                  <a:pt x="376781" y="103204"/>
                </a:lnTo>
                <a:lnTo>
                  <a:pt x="376951" y="102458"/>
                </a:lnTo>
                <a:lnTo>
                  <a:pt x="377170" y="101732"/>
                </a:lnTo>
                <a:lnTo>
                  <a:pt x="377437" y="101028"/>
                </a:lnTo>
                <a:lnTo>
                  <a:pt x="377752" y="100345"/>
                </a:lnTo>
                <a:lnTo>
                  <a:pt x="378116" y="99684"/>
                </a:lnTo>
                <a:lnTo>
                  <a:pt x="378529" y="99044"/>
                </a:lnTo>
                <a:lnTo>
                  <a:pt x="378990" y="98425"/>
                </a:lnTo>
                <a:lnTo>
                  <a:pt x="379500" y="97828"/>
                </a:lnTo>
                <a:lnTo>
                  <a:pt x="380058" y="97252"/>
                </a:lnTo>
                <a:lnTo>
                  <a:pt x="380649" y="96710"/>
                </a:lnTo>
                <a:lnTo>
                  <a:pt x="381255" y="96215"/>
                </a:lnTo>
                <a:lnTo>
                  <a:pt x="381877" y="95767"/>
                </a:lnTo>
                <a:lnTo>
                  <a:pt x="382515" y="95367"/>
                </a:lnTo>
                <a:lnTo>
                  <a:pt x="383169" y="95013"/>
                </a:lnTo>
                <a:lnTo>
                  <a:pt x="383839" y="94707"/>
                </a:lnTo>
                <a:lnTo>
                  <a:pt x="384524" y="94448"/>
                </a:lnTo>
                <a:lnTo>
                  <a:pt x="385225" y="94236"/>
                </a:lnTo>
                <a:lnTo>
                  <a:pt x="385943" y="94071"/>
                </a:lnTo>
                <a:lnTo>
                  <a:pt x="386676" y="93953"/>
                </a:lnTo>
                <a:lnTo>
                  <a:pt x="387425" y="93882"/>
                </a:lnTo>
                <a:lnTo>
                  <a:pt x="388190" y="93858"/>
                </a:lnTo>
                <a:lnTo>
                  <a:pt x="389177" y="93894"/>
                </a:lnTo>
                <a:lnTo>
                  <a:pt x="390141" y="94002"/>
                </a:lnTo>
                <a:lnTo>
                  <a:pt x="391083" y="94182"/>
                </a:lnTo>
                <a:lnTo>
                  <a:pt x="392002" y="94433"/>
                </a:lnTo>
                <a:lnTo>
                  <a:pt x="392898" y="94756"/>
                </a:lnTo>
                <a:lnTo>
                  <a:pt x="393771" y="95151"/>
                </a:lnTo>
                <a:lnTo>
                  <a:pt x="394622" y="95618"/>
                </a:lnTo>
                <a:lnTo>
                  <a:pt x="395449" y="96156"/>
                </a:lnTo>
                <a:lnTo>
                  <a:pt x="396254" y="96766"/>
                </a:lnTo>
                <a:lnTo>
                  <a:pt x="397036" y="97448"/>
                </a:lnTo>
                <a:lnTo>
                  <a:pt x="397796" y="98202"/>
                </a:lnTo>
                <a:lnTo>
                  <a:pt x="398532" y="99028"/>
                </a:lnTo>
                <a:lnTo>
                  <a:pt x="399227" y="99916"/>
                </a:lnTo>
                <a:lnTo>
                  <a:pt x="399862" y="100857"/>
                </a:lnTo>
                <a:lnTo>
                  <a:pt x="400436" y="101851"/>
                </a:lnTo>
                <a:lnTo>
                  <a:pt x="400950" y="102899"/>
                </a:lnTo>
                <a:lnTo>
                  <a:pt x="401403" y="103999"/>
                </a:lnTo>
                <a:lnTo>
                  <a:pt x="401796" y="105152"/>
                </a:lnTo>
                <a:lnTo>
                  <a:pt x="402128" y="106358"/>
                </a:lnTo>
                <a:lnTo>
                  <a:pt x="402400" y="107617"/>
                </a:lnTo>
                <a:lnTo>
                  <a:pt x="402612" y="108929"/>
                </a:lnTo>
                <a:lnTo>
                  <a:pt x="402763" y="110294"/>
                </a:lnTo>
                <a:lnTo>
                  <a:pt x="402853" y="111713"/>
                </a:lnTo>
                <a:lnTo>
                  <a:pt x="402884" y="113184"/>
                </a:lnTo>
                <a:lnTo>
                  <a:pt x="402860" y="114485"/>
                </a:lnTo>
                <a:lnTo>
                  <a:pt x="402788" y="115774"/>
                </a:lnTo>
                <a:lnTo>
                  <a:pt x="402670" y="117050"/>
                </a:lnTo>
                <a:lnTo>
                  <a:pt x="402503" y="118314"/>
                </a:lnTo>
                <a:lnTo>
                  <a:pt x="402289" y="119566"/>
                </a:lnTo>
                <a:lnTo>
                  <a:pt x="402028" y="120805"/>
                </a:lnTo>
                <a:lnTo>
                  <a:pt x="401718" y="122032"/>
                </a:lnTo>
                <a:lnTo>
                  <a:pt x="401362" y="123247"/>
                </a:lnTo>
                <a:lnTo>
                  <a:pt x="400958" y="124449"/>
                </a:lnTo>
                <a:lnTo>
                  <a:pt x="400506" y="125638"/>
                </a:lnTo>
                <a:lnTo>
                  <a:pt x="400007" y="126816"/>
                </a:lnTo>
                <a:lnTo>
                  <a:pt x="399460" y="127980"/>
                </a:lnTo>
                <a:lnTo>
                  <a:pt x="398872" y="129125"/>
                </a:lnTo>
                <a:lnTo>
                  <a:pt x="398250" y="130241"/>
                </a:lnTo>
                <a:lnTo>
                  <a:pt x="397594" y="131330"/>
                </a:lnTo>
                <a:lnTo>
                  <a:pt x="396904" y="132390"/>
                </a:lnTo>
                <a:lnTo>
                  <a:pt x="396179" y="133421"/>
                </a:lnTo>
                <a:lnTo>
                  <a:pt x="395421" y="134425"/>
                </a:lnTo>
                <a:lnTo>
                  <a:pt x="394628" y="135400"/>
                </a:lnTo>
                <a:lnTo>
                  <a:pt x="393801" y="136347"/>
                </a:lnTo>
                <a:lnTo>
                  <a:pt x="392940" y="137266"/>
                </a:lnTo>
                <a:lnTo>
                  <a:pt x="392044" y="138156"/>
                </a:lnTo>
                <a:lnTo>
                  <a:pt x="391115" y="139019"/>
                </a:lnTo>
                <a:lnTo>
                  <a:pt x="390151" y="139853"/>
                </a:lnTo>
                <a:lnTo>
                  <a:pt x="389152" y="140646"/>
                </a:lnTo>
                <a:lnTo>
                  <a:pt x="388117" y="141386"/>
                </a:lnTo>
                <a:lnTo>
                  <a:pt x="387046" y="142073"/>
                </a:lnTo>
                <a:lnTo>
                  <a:pt x="385939" y="142705"/>
                </a:lnTo>
                <a:lnTo>
                  <a:pt x="384795" y="143285"/>
                </a:lnTo>
                <a:lnTo>
                  <a:pt x="383616" y="143811"/>
                </a:lnTo>
                <a:lnTo>
                  <a:pt x="382400" y="144283"/>
                </a:lnTo>
                <a:lnTo>
                  <a:pt x="381148" y="144702"/>
                </a:lnTo>
                <a:lnTo>
                  <a:pt x="379860" y="145068"/>
                </a:lnTo>
                <a:lnTo>
                  <a:pt x="378535" y="145380"/>
                </a:lnTo>
                <a:lnTo>
                  <a:pt x="377175" y="145639"/>
                </a:lnTo>
                <a:lnTo>
                  <a:pt x="375778" y="145844"/>
                </a:lnTo>
                <a:close/>
                <a:moveTo>
                  <a:pt x="510862" y="111626"/>
                </a:moveTo>
                <a:lnTo>
                  <a:pt x="509341" y="112261"/>
                </a:lnTo>
                <a:lnTo>
                  <a:pt x="507890" y="112852"/>
                </a:lnTo>
                <a:lnTo>
                  <a:pt x="506511" y="113398"/>
                </a:lnTo>
                <a:lnTo>
                  <a:pt x="505203" y="113900"/>
                </a:lnTo>
                <a:lnTo>
                  <a:pt x="503967" y="114358"/>
                </a:lnTo>
                <a:lnTo>
                  <a:pt x="502802" y="114772"/>
                </a:lnTo>
                <a:lnTo>
                  <a:pt x="501708" y="115141"/>
                </a:lnTo>
                <a:lnTo>
                  <a:pt x="500686" y="115466"/>
                </a:lnTo>
                <a:lnTo>
                  <a:pt x="499735" y="115746"/>
                </a:lnTo>
                <a:lnTo>
                  <a:pt x="498855" y="115982"/>
                </a:lnTo>
                <a:lnTo>
                  <a:pt x="498047" y="116174"/>
                </a:lnTo>
                <a:lnTo>
                  <a:pt x="497310" y="116322"/>
                </a:lnTo>
                <a:lnTo>
                  <a:pt x="496610" y="116442"/>
                </a:lnTo>
                <a:lnTo>
                  <a:pt x="495915" y="116551"/>
                </a:lnTo>
                <a:lnTo>
                  <a:pt x="495223" y="116651"/>
                </a:lnTo>
                <a:lnTo>
                  <a:pt x="494536" y="116740"/>
                </a:lnTo>
                <a:lnTo>
                  <a:pt x="493852" y="116818"/>
                </a:lnTo>
                <a:lnTo>
                  <a:pt x="493173" y="116886"/>
                </a:lnTo>
                <a:lnTo>
                  <a:pt x="492497" y="116943"/>
                </a:lnTo>
                <a:lnTo>
                  <a:pt x="491825" y="116990"/>
                </a:lnTo>
                <a:lnTo>
                  <a:pt x="491157" y="117027"/>
                </a:lnTo>
                <a:lnTo>
                  <a:pt x="490494" y="117053"/>
                </a:lnTo>
                <a:lnTo>
                  <a:pt x="489834" y="117069"/>
                </a:lnTo>
                <a:lnTo>
                  <a:pt x="489178" y="117074"/>
                </a:lnTo>
                <a:lnTo>
                  <a:pt x="487797" y="117052"/>
                </a:lnTo>
                <a:lnTo>
                  <a:pt x="486436" y="116985"/>
                </a:lnTo>
                <a:lnTo>
                  <a:pt x="485094" y="116874"/>
                </a:lnTo>
                <a:lnTo>
                  <a:pt x="483773" y="116718"/>
                </a:lnTo>
                <a:lnTo>
                  <a:pt x="482471" y="116517"/>
                </a:lnTo>
                <a:lnTo>
                  <a:pt x="481189" y="116273"/>
                </a:lnTo>
                <a:lnTo>
                  <a:pt x="479927" y="115983"/>
                </a:lnTo>
                <a:lnTo>
                  <a:pt x="478685" y="115650"/>
                </a:lnTo>
                <a:lnTo>
                  <a:pt x="477462" y="115271"/>
                </a:lnTo>
                <a:lnTo>
                  <a:pt x="476259" y="114848"/>
                </a:lnTo>
                <a:lnTo>
                  <a:pt x="475077" y="114381"/>
                </a:lnTo>
                <a:lnTo>
                  <a:pt x="473914" y="113869"/>
                </a:lnTo>
                <a:lnTo>
                  <a:pt x="472784" y="113314"/>
                </a:lnTo>
                <a:lnTo>
                  <a:pt x="471701" y="112716"/>
                </a:lnTo>
                <a:lnTo>
                  <a:pt x="470666" y="112076"/>
                </a:lnTo>
                <a:lnTo>
                  <a:pt x="469677" y="111393"/>
                </a:lnTo>
                <a:lnTo>
                  <a:pt x="468736" y="110667"/>
                </a:lnTo>
                <a:lnTo>
                  <a:pt x="467842" y="109899"/>
                </a:lnTo>
                <a:lnTo>
                  <a:pt x="466994" y="109089"/>
                </a:lnTo>
                <a:lnTo>
                  <a:pt x="466194" y="108236"/>
                </a:lnTo>
                <a:lnTo>
                  <a:pt x="465441" y="107340"/>
                </a:lnTo>
                <a:lnTo>
                  <a:pt x="464735" y="106402"/>
                </a:lnTo>
                <a:lnTo>
                  <a:pt x="464076" y="105421"/>
                </a:lnTo>
                <a:lnTo>
                  <a:pt x="463464" y="104398"/>
                </a:lnTo>
                <a:lnTo>
                  <a:pt x="462900" y="103306"/>
                </a:lnTo>
                <a:lnTo>
                  <a:pt x="462385" y="102119"/>
                </a:lnTo>
                <a:lnTo>
                  <a:pt x="461919" y="100837"/>
                </a:lnTo>
                <a:lnTo>
                  <a:pt x="461502" y="99461"/>
                </a:lnTo>
                <a:lnTo>
                  <a:pt x="461134" y="97989"/>
                </a:lnTo>
                <a:lnTo>
                  <a:pt x="460816" y="96422"/>
                </a:lnTo>
                <a:lnTo>
                  <a:pt x="460546" y="94760"/>
                </a:lnTo>
                <a:lnTo>
                  <a:pt x="460325" y="93004"/>
                </a:lnTo>
                <a:lnTo>
                  <a:pt x="460154" y="91152"/>
                </a:lnTo>
                <a:lnTo>
                  <a:pt x="460031" y="89206"/>
                </a:lnTo>
                <a:lnTo>
                  <a:pt x="459957" y="87164"/>
                </a:lnTo>
                <a:lnTo>
                  <a:pt x="459933" y="85028"/>
                </a:lnTo>
                <a:lnTo>
                  <a:pt x="459933" y="52982"/>
                </a:lnTo>
                <a:lnTo>
                  <a:pt x="440032" y="52982"/>
                </a:lnTo>
                <a:lnTo>
                  <a:pt x="440032" y="41873"/>
                </a:lnTo>
                <a:lnTo>
                  <a:pt x="459933" y="41873"/>
                </a:lnTo>
                <a:lnTo>
                  <a:pt x="459933" y="9827"/>
                </a:lnTo>
                <a:lnTo>
                  <a:pt x="473200" y="9827"/>
                </a:lnTo>
                <a:lnTo>
                  <a:pt x="473200" y="41873"/>
                </a:lnTo>
                <a:lnTo>
                  <a:pt x="508651" y="41873"/>
                </a:lnTo>
                <a:lnTo>
                  <a:pt x="508651" y="52982"/>
                </a:lnTo>
                <a:lnTo>
                  <a:pt x="473200" y="52982"/>
                </a:lnTo>
                <a:lnTo>
                  <a:pt x="473200" y="84772"/>
                </a:lnTo>
                <a:lnTo>
                  <a:pt x="473216" y="86333"/>
                </a:lnTo>
                <a:lnTo>
                  <a:pt x="473264" y="87815"/>
                </a:lnTo>
                <a:lnTo>
                  <a:pt x="473343" y="89219"/>
                </a:lnTo>
                <a:lnTo>
                  <a:pt x="473454" y="90544"/>
                </a:lnTo>
                <a:lnTo>
                  <a:pt x="473597" y="91791"/>
                </a:lnTo>
                <a:lnTo>
                  <a:pt x="473771" y="92959"/>
                </a:lnTo>
                <a:lnTo>
                  <a:pt x="473977" y="94049"/>
                </a:lnTo>
                <a:lnTo>
                  <a:pt x="474215" y="95060"/>
                </a:lnTo>
                <a:lnTo>
                  <a:pt x="474484" y="95993"/>
                </a:lnTo>
                <a:lnTo>
                  <a:pt x="474785" y="96847"/>
                </a:lnTo>
                <a:lnTo>
                  <a:pt x="475118" y="97623"/>
                </a:lnTo>
                <a:lnTo>
                  <a:pt x="475483" y="98320"/>
                </a:lnTo>
                <a:lnTo>
                  <a:pt x="475874" y="98963"/>
                </a:lnTo>
                <a:lnTo>
                  <a:pt x="476286" y="99577"/>
                </a:lnTo>
                <a:lnTo>
                  <a:pt x="476720" y="100162"/>
                </a:lnTo>
                <a:lnTo>
                  <a:pt x="477175" y="100718"/>
                </a:lnTo>
                <a:lnTo>
                  <a:pt x="477651" y="101244"/>
                </a:lnTo>
                <a:lnTo>
                  <a:pt x="478149" y="101742"/>
                </a:lnTo>
                <a:lnTo>
                  <a:pt x="478668" y="102210"/>
                </a:lnTo>
                <a:lnTo>
                  <a:pt x="479208" y="102650"/>
                </a:lnTo>
                <a:lnTo>
                  <a:pt x="479769" y="103060"/>
                </a:lnTo>
                <a:lnTo>
                  <a:pt x="480352" y="103441"/>
                </a:lnTo>
                <a:lnTo>
                  <a:pt x="480956" y="103793"/>
                </a:lnTo>
                <a:lnTo>
                  <a:pt x="481581" y="104115"/>
                </a:lnTo>
                <a:lnTo>
                  <a:pt x="482227" y="104411"/>
                </a:lnTo>
                <a:lnTo>
                  <a:pt x="482892" y="104680"/>
                </a:lnTo>
                <a:lnTo>
                  <a:pt x="483576" y="104924"/>
                </a:lnTo>
                <a:lnTo>
                  <a:pt x="484280" y="105143"/>
                </a:lnTo>
                <a:lnTo>
                  <a:pt x="485003" y="105335"/>
                </a:lnTo>
                <a:lnTo>
                  <a:pt x="485745" y="105502"/>
                </a:lnTo>
                <a:lnTo>
                  <a:pt x="486507" y="105644"/>
                </a:lnTo>
                <a:lnTo>
                  <a:pt x="487288" y="105759"/>
                </a:lnTo>
                <a:lnTo>
                  <a:pt x="488088" y="105849"/>
                </a:lnTo>
                <a:lnTo>
                  <a:pt x="488908" y="105913"/>
                </a:lnTo>
                <a:lnTo>
                  <a:pt x="489746" y="105952"/>
                </a:lnTo>
                <a:lnTo>
                  <a:pt x="490605" y="105965"/>
                </a:lnTo>
                <a:lnTo>
                  <a:pt x="492217" y="105923"/>
                </a:lnTo>
                <a:lnTo>
                  <a:pt x="493842" y="105797"/>
                </a:lnTo>
                <a:lnTo>
                  <a:pt x="495482" y="105587"/>
                </a:lnTo>
                <a:lnTo>
                  <a:pt x="497135" y="105293"/>
                </a:lnTo>
                <a:lnTo>
                  <a:pt x="498803" y="104915"/>
                </a:lnTo>
                <a:lnTo>
                  <a:pt x="500484" y="104454"/>
                </a:lnTo>
                <a:lnTo>
                  <a:pt x="502179" y="103908"/>
                </a:lnTo>
                <a:lnTo>
                  <a:pt x="503888" y="103278"/>
                </a:lnTo>
                <a:lnTo>
                  <a:pt x="505611" y="102565"/>
                </a:lnTo>
                <a:lnTo>
                  <a:pt x="507347" y="101767"/>
                </a:lnTo>
                <a:lnTo>
                  <a:pt x="509098" y="100886"/>
                </a:lnTo>
                <a:lnTo>
                  <a:pt x="510862" y="99920"/>
                </a:lnTo>
                <a:lnTo>
                  <a:pt x="510862" y="111626"/>
                </a:lnTo>
                <a:close/>
                <a:moveTo>
                  <a:pt x="564702" y="117074"/>
                </a:moveTo>
                <a:lnTo>
                  <a:pt x="561896" y="116991"/>
                </a:lnTo>
                <a:lnTo>
                  <a:pt x="559185" y="116743"/>
                </a:lnTo>
                <a:lnTo>
                  <a:pt x="556570" y="116329"/>
                </a:lnTo>
                <a:lnTo>
                  <a:pt x="554050" y="115750"/>
                </a:lnTo>
                <a:lnTo>
                  <a:pt x="551624" y="115005"/>
                </a:lnTo>
                <a:lnTo>
                  <a:pt x="549294" y="114095"/>
                </a:lnTo>
                <a:lnTo>
                  <a:pt x="547059" y="113019"/>
                </a:lnTo>
                <a:lnTo>
                  <a:pt x="544920" y="111777"/>
                </a:lnTo>
                <a:lnTo>
                  <a:pt x="542875" y="110370"/>
                </a:lnTo>
                <a:lnTo>
                  <a:pt x="540925" y="108798"/>
                </a:lnTo>
                <a:lnTo>
                  <a:pt x="539070" y="107060"/>
                </a:lnTo>
                <a:lnTo>
                  <a:pt x="537311" y="105157"/>
                </a:lnTo>
                <a:lnTo>
                  <a:pt x="535670" y="103127"/>
                </a:lnTo>
                <a:lnTo>
                  <a:pt x="534173" y="101011"/>
                </a:lnTo>
                <a:lnTo>
                  <a:pt x="532817" y="98808"/>
                </a:lnTo>
                <a:lnTo>
                  <a:pt x="531605" y="96519"/>
                </a:lnTo>
                <a:lnTo>
                  <a:pt x="530535" y="94143"/>
                </a:lnTo>
                <a:lnTo>
                  <a:pt x="529607" y="91681"/>
                </a:lnTo>
                <a:lnTo>
                  <a:pt x="528823" y="89133"/>
                </a:lnTo>
                <a:lnTo>
                  <a:pt x="528181" y="86498"/>
                </a:lnTo>
                <a:lnTo>
                  <a:pt x="527682" y="83777"/>
                </a:lnTo>
                <a:lnTo>
                  <a:pt x="527325" y="80969"/>
                </a:lnTo>
                <a:lnTo>
                  <a:pt x="527111" y="78075"/>
                </a:lnTo>
                <a:lnTo>
                  <a:pt x="527040" y="75094"/>
                </a:lnTo>
                <a:lnTo>
                  <a:pt x="527111" y="72113"/>
                </a:lnTo>
                <a:lnTo>
                  <a:pt x="527325" y="69220"/>
                </a:lnTo>
                <a:lnTo>
                  <a:pt x="527682" y="66413"/>
                </a:lnTo>
                <a:lnTo>
                  <a:pt x="528181" y="63694"/>
                </a:lnTo>
                <a:lnTo>
                  <a:pt x="528823" y="61061"/>
                </a:lnTo>
                <a:lnTo>
                  <a:pt x="529607" y="58516"/>
                </a:lnTo>
                <a:lnTo>
                  <a:pt x="530535" y="56057"/>
                </a:lnTo>
                <a:lnTo>
                  <a:pt x="531605" y="53686"/>
                </a:lnTo>
                <a:lnTo>
                  <a:pt x="532817" y="51401"/>
                </a:lnTo>
                <a:lnTo>
                  <a:pt x="534173" y="49203"/>
                </a:lnTo>
                <a:lnTo>
                  <a:pt x="535670" y="47093"/>
                </a:lnTo>
                <a:lnTo>
                  <a:pt x="537311" y="45069"/>
                </a:lnTo>
                <a:lnTo>
                  <a:pt x="539070" y="43171"/>
                </a:lnTo>
                <a:lnTo>
                  <a:pt x="540925" y="41438"/>
                </a:lnTo>
                <a:lnTo>
                  <a:pt x="542875" y="39870"/>
                </a:lnTo>
                <a:lnTo>
                  <a:pt x="544920" y="38467"/>
                </a:lnTo>
                <a:lnTo>
                  <a:pt x="547059" y="37229"/>
                </a:lnTo>
                <a:lnTo>
                  <a:pt x="549294" y="36156"/>
                </a:lnTo>
                <a:lnTo>
                  <a:pt x="551624" y="35248"/>
                </a:lnTo>
                <a:lnTo>
                  <a:pt x="554050" y="34506"/>
                </a:lnTo>
                <a:lnTo>
                  <a:pt x="556570" y="33928"/>
                </a:lnTo>
                <a:lnTo>
                  <a:pt x="559185" y="33515"/>
                </a:lnTo>
                <a:lnTo>
                  <a:pt x="561896" y="33268"/>
                </a:lnTo>
                <a:lnTo>
                  <a:pt x="564702" y="33185"/>
                </a:lnTo>
                <a:lnTo>
                  <a:pt x="567496" y="33268"/>
                </a:lnTo>
                <a:lnTo>
                  <a:pt x="570196" y="33515"/>
                </a:lnTo>
                <a:lnTo>
                  <a:pt x="572802" y="33928"/>
                </a:lnTo>
                <a:lnTo>
                  <a:pt x="575314" y="34506"/>
                </a:lnTo>
                <a:lnTo>
                  <a:pt x="577732" y="35248"/>
                </a:lnTo>
                <a:lnTo>
                  <a:pt x="580055" y="36156"/>
                </a:lnTo>
                <a:lnTo>
                  <a:pt x="582285" y="37229"/>
                </a:lnTo>
                <a:lnTo>
                  <a:pt x="584420" y="38467"/>
                </a:lnTo>
                <a:lnTo>
                  <a:pt x="586462" y="39870"/>
                </a:lnTo>
                <a:lnTo>
                  <a:pt x="588409" y="41438"/>
                </a:lnTo>
                <a:lnTo>
                  <a:pt x="590262" y="43171"/>
                </a:lnTo>
                <a:lnTo>
                  <a:pt x="592021" y="45069"/>
                </a:lnTo>
                <a:lnTo>
                  <a:pt x="593661" y="47093"/>
                </a:lnTo>
                <a:lnTo>
                  <a:pt x="595159" y="49203"/>
                </a:lnTo>
                <a:lnTo>
                  <a:pt x="596515" y="51401"/>
                </a:lnTo>
                <a:lnTo>
                  <a:pt x="597727" y="53686"/>
                </a:lnTo>
                <a:lnTo>
                  <a:pt x="598797" y="56057"/>
                </a:lnTo>
                <a:lnTo>
                  <a:pt x="599724" y="58516"/>
                </a:lnTo>
                <a:lnTo>
                  <a:pt x="600509" y="61061"/>
                </a:lnTo>
                <a:lnTo>
                  <a:pt x="601151" y="63694"/>
                </a:lnTo>
                <a:lnTo>
                  <a:pt x="601650" y="66413"/>
                </a:lnTo>
                <a:lnTo>
                  <a:pt x="602007" y="69220"/>
                </a:lnTo>
                <a:lnTo>
                  <a:pt x="602221" y="72113"/>
                </a:lnTo>
                <a:lnTo>
                  <a:pt x="602292" y="75094"/>
                </a:lnTo>
                <a:lnTo>
                  <a:pt x="602221" y="78075"/>
                </a:lnTo>
                <a:lnTo>
                  <a:pt x="602007" y="80969"/>
                </a:lnTo>
                <a:lnTo>
                  <a:pt x="601650" y="83777"/>
                </a:lnTo>
                <a:lnTo>
                  <a:pt x="601151" y="86498"/>
                </a:lnTo>
                <a:lnTo>
                  <a:pt x="600509" y="89133"/>
                </a:lnTo>
                <a:lnTo>
                  <a:pt x="599724" y="91681"/>
                </a:lnTo>
                <a:lnTo>
                  <a:pt x="598797" y="94143"/>
                </a:lnTo>
                <a:lnTo>
                  <a:pt x="597727" y="96519"/>
                </a:lnTo>
                <a:lnTo>
                  <a:pt x="596515" y="98808"/>
                </a:lnTo>
                <a:lnTo>
                  <a:pt x="595159" y="101011"/>
                </a:lnTo>
                <a:lnTo>
                  <a:pt x="593661" y="103127"/>
                </a:lnTo>
                <a:lnTo>
                  <a:pt x="592021" y="105157"/>
                </a:lnTo>
                <a:lnTo>
                  <a:pt x="590262" y="107060"/>
                </a:lnTo>
                <a:lnTo>
                  <a:pt x="588409" y="108798"/>
                </a:lnTo>
                <a:lnTo>
                  <a:pt x="586462" y="110370"/>
                </a:lnTo>
                <a:lnTo>
                  <a:pt x="584420" y="111777"/>
                </a:lnTo>
                <a:lnTo>
                  <a:pt x="582285" y="113019"/>
                </a:lnTo>
                <a:lnTo>
                  <a:pt x="580055" y="114095"/>
                </a:lnTo>
                <a:lnTo>
                  <a:pt x="577732" y="115005"/>
                </a:lnTo>
                <a:lnTo>
                  <a:pt x="575314" y="115750"/>
                </a:lnTo>
                <a:lnTo>
                  <a:pt x="572802" y="116329"/>
                </a:lnTo>
                <a:lnTo>
                  <a:pt x="570196" y="116743"/>
                </a:lnTo>
                <a:lnTo>
                  <a:pt x="567496" y="116991"/>
                </a:lnTo>
                <a:lnTo>
                  <a:pt x="564702" y="117074"/>
                </a:lnTo>
                <a:moveTo>
                  <a:pt x="564702" y="105965"/>
                </a:moveTo>
                <a:lnTo>
                  <a:pt x="566443" y="105907"/>
                </a:lnTo>
                <a:lnTo>
                  <a:pt x="568123" y="105736"/>
                </a:lnTo>
                <a:lnTo>
                  <a:pt x="569744" y="105450"/>
                </a:lnTo>
                <a:lnTo>
                  <a:pt x="571304" y="105050"/>
                </a:lnTo>
                <a:lnTo>
                  <a:pt x="572803" y="104535"/>
                </a:lnTo>
                <a:lnTo>
                  <a:pt x="574242" y="103907"/>
                </a:lnTo>
                <a:lnTo>
                  <a:pt x="575620" y="103164"/>
                </a:lnTo>
                <a:lnTo>
                  <a:pt x="576939" y="102306"/>
                </a:lnTo>
                <a:lnTo>
                  <a:pt x="578196" y="101334"/>
                </a:lnTo>
                <a:lnTo>
                  <a:pt x="579393" y="100248"/>
                </a:lnTo>
                <a:lnTo>
                  <a:pt x="580530" y="99048"/>
                </a:lnTo>
                <a:lnTo>
                  <a:pt x="581607" y="97733"/>
                </a:lnTo>
                <a:lnTo>
                  <a:pt x="582609" y="96318"/>
                </a:lnTo>
                <a:lnTo>
                  <a:pt x="583525" y="94817"/>
                </a:lnTo>
                <a:lnTo>
                  <a:pt x="584353" y="93231"/>
                </a:lnTo>
                <a:lnTo>
                  <a:pt x="585094" y="91559"/>
                </a:lnTo>
                <a:lnTo>
                  <a:pt x="585748" y="89801"/>
                </a:lnTo>
                <a:lnTo>
                  <a:pt x="586314" y="87957"/>
                </a:lnTo>
                <a:lnTo>
                  <a:pt x="586794" y="86028"/>
                </a:lnTo>
                <a:lnTo>
                  <a:pt x="587186" y="84013"/>
                </a:lnTo>
                <a:lnTo>
                  <a:pt x="587491" y="81912"/>
                </a:lnTo>
                <a:lnTo>
                  <a:pt x="587709" y="79725"/>
                </a:lnTo>
                <a:lnTo>
                  <a:pt x="587840" y="77452"/>
                </a:lnTo>
                <a:lnTo>
                  <a:pt x="587884" y="75094"/>
                </a:lnTo>
                <a:lnTo>
                  <a:pt x="587840" y="72747"/>
                </a:lnTo>
                <a:lnTo>
                  <a:pt x="587709" y="70485"/>
                </a:lnTo>
                <a:lnTo>
                  <a:pt x="587491" y="68307"/>
                </a:lnTo>
                <a:lnTo>
                  <a:pt x="587186" y="66215"/>
                </a:lnTo>
                <a:lnTo>
                  <a:pt x="586794" y="64207"/>
                </a:lnTo>
                <a:lnTo>
                  <a:pt x="586314" y="62284"/>
                </a:lnTo>
                <a:lnTo>
                  <a:pt x="585748" y="60446"/>
                </a:lnTo>
                <a:lnTo>
                  <a:pt x="585094" y="58692"/>
                </a:lnTo>
                <a:lnTo>
                  <a:pt x="584353" y="57023"/>
                </a:lnTo>
                <a:lnTo>
                  <a:pt x="583525" y="55440"/>
                </a:lnTo>
                <a:lnTo>
                  <a:pt x="582609" y="53940"/>
                </a:lnTo>
                <a:lnTo>
                  <a:pt x="581607" y="52526"/>
                </a:lnTo>
                <a:lnTo>
                  <a:pt x="580530" y="51211"/>
                </a:lnTo>
                <a:lnTo>
                  <a:pt x="579393" y="50011"/>
                </a:lnTo>
                <a:lnTo>
                  <a:pt x="578196" y="48925"/>
                </a:lnTo>
                <a:lnTo>
                  <a:pt x="576939" y="47953"/>
                </a:lnTo>
                <a:lnTo>
                  <a:pt x="575620" y="47095"/>
                </a:lnTo>
                <a:lnTo>
                  <a:pt x="574242" y="46352"/>
                </a:lnTo>
                <a:lnTo>
                  <a:pt x="572803" y="45723"/>
                </a:lnTo>
                <a:lnTo>
                  <a:pt x="571304" y="45209"/>
                </a:lnTo>
                <a:lnTo>
                  <a:pt x="569744" y="44809"/>
                </a:lnTo>
                <a:lnTo>
                  <a:pt x="568123" y="44523"/>
                </a:lnTo>
                <a:lnTo>
                  <a:pt x="566443" y="44352"/>
                </a:lnTo>
                <a:lnTo>
                  <a:pt x="564702" y="44294"/>
                </a:lnTo>
                <a:lnTo>
                  <a:pt x="562949" y="44352"/>
                </a:lnTo>
                <a:lnTo>
                  <a:pt x="561258" y="44523"/>
                </a:lnTo>
                <a:lnTo>
                  <a:pt x="559628" y="44809"/>
                </a:lnTo>
                <a:lnTo>
                  <a:pt x="558060" y="45209"/>
                </a:lnTo>
                <a:lnTo>
                  <a:pt x="556553" y="45723"/>
                </a:lnTo>
                <a:lnTo>
                  <a:pt x="555108" y="46352"/>
                </a:lnTo>
                <a:lnTo>
                  <a:pt x="553724" y="47095"/>
                </a:lnTo>
                <a:lnTo>
                  <a:pt x="552401" y="47953"/>
                </a:lnTo>
                <a:lnTo>
                  <a:pt x="551140" y="48925"/>
                </a:lnTo>
                <a:lnTo>
                  <a:pt x="549940" y="50011"/>
                </a:lnTo>
                <a:lnTo>
                  <a:pt x="548802" y="51211"/>
                </a:lnTo>
                <a:lnTo>
                  <a:pt x="547725" y="52526"/>
                </a:lnTo>
                <a:lnTo>
                  <a:pt x="546723" y="53940"/>
                </a:lnTo>
                <a:lnTo>
                  <a:pt x="545807" y="55440"/>
                </a:lnTo>
                <a:lnTo>
                  <a:pt x="544979" y="57023"/>
                </a:lnTo>
                <a:lnTo>
                  <a:pt x="544238" y="58692"/>
                </a:lnTo>
                <a:lnTo>
                  <a:pt x="543584" y="60446"/>
                </a:lnTo>
                <a:lnTo>
                  <a:pt x="543017" y="62284"/>
                </a:lnTo>
                <a:lnTo>
                  <a:pt x="542538" y="64207"/>
                </a:lnTo>
                <a:lnTo>
                  <a:pt x="542146" y="66215"/>
                </a:lnTo>
                <a:lnTo>
                  <a:pt x="541840" y="68307"/>
                </a:lnTo>
                <a:lnTo>
                  <a:pt x="541623" y="70485"/>
                </a:lnTo>
                <a:lnTo>
                  <a:pt x="541492" y="72747"/>
                </a:lnTo>
                <a:lnTo>
                  <a:pt x="541448" y="75094"/>
                </a:lnTo>
                <a:lnTo>
                  <a:pt x="541492" y="77452"/>
                </a:lnTo>
                <a:lnTo>
                  <a:pt x="541623" y="79725"/>
                </a:lnTo>
                <a:lnTo>
                  <a:pt x="541840" y="81912"/>
                </a:lnTo>
                <a:lnTo>
                  <a:pt x="542146" y="84013"/>
                </a:lnTo>
                <a:lnTo>
                  <a:pt x="542538" y="86028"/>
                </a:lnTo>
                <a:lnTo>
                  <a:pt x="543017" y="87957"/>
                </a:lnTo>
                <a:lnTo>
                  <a:pt x="543584" y="89801"/>
                </a:lnTo>
                <a:lnTo>
                  <a:pt x="544238" y="91559"/>
                </a:lnTo>
                <a:lnTo>
                  <a:pt x="544979" y="93231"/>
                </a:lnTo>
                <a:lnTo>
                  <a:pt x="545807" y="94817"/>
                </a:lnTo>
                <a:lnTo>
                  <a:pt x="546723" y="96318"/>
                </a:lnTo>
                <a:lnTo>
                  <a:pt x="547725" y="97733"/>
                </a:lnTo>
                <a:lnTo>
                  <a:pt x="548802" y="99048"/>
                </a:lnTo>
                <a:lnTo>
                  <a:pt x="549940" y="100248"/>
                </a:lnTo>
                <a:lnTo>
                  <a:pt x="551140" y="101334"/>
                </a:lnTo>
                <a:lnTo>
                  <a:pt x="552401" y="102306"/>
                </a:lnTo>
                <a:lnTo>
                  <a:pt x="553724" y="103164"/>
                </a:lnTo>
                <a:lnTo>
                  <a:pt x="555108" y="103907"/>
                </a:lnTo>
                <a:lnTo>
                  <a:pt x="556553" y="104535"/>
                </a:lnTo>
                <a:lnTo>
                  <a:pt x="558060" y="105050"/>
                </a:lnTo>
                <a:lnTo>
                  <a:pt x="559628" y="105450"/>
                </a:lnTo>
                <a:lnTo>
                  <a:pt x="561258" y="105736"/>
                </a:lnTo>
                <a:lnTo>
                  <a:pt x="562949" y="105907"/>
                </a:lnTo>
                <a:lnTo>
                  <a:pt x="564702" y="105965"/>
                </a:lnTo>
                <a:close/>
                <a:moveTo>
                  <a:pt x="620467" y="110622"/>
                </a:moveTo>
                <a:lnTo>
                  <a:pt x="620467" y="96565"/>
                </a:lnTo>
                <a:lnTo>
                  <a:pt x="621805" y="97409"/>
                </a:lnTo>
                <a:lnTo>
                  <a:pt x="623156" y="98211"/>
                </a:lnTo>
                <a:lnTo>
                  <a:pt x="624519" y="98970"/>
                </a:lnTo>
                <a:lnTo>
                  <a:pt x="625896" y="99686"/>
                </a:lnTo>
                <a:lnTo>
                  <a:pt x="627285" y="100359"/>
                </a:lnTo>
                <a:lnTo>
                  <a:pt x="628688" y="100989"/>
                </a:lnTo>
                <a:lnTo>
                  <a:pt x="630103" y="101575"/>
                </a:lnTo>
                <a:lnTo>
                  <a:pt x="631531" y="102119"/>
                </a:lnTo>
                <a:lnTo>
                  <a:pt x="632972" y="102620"/>
                </a:lnTo>
                <a:lnTo>
                  <a:pt x="634426" y="103078"/>
                </a:lnTo>
                <a:lnTo>
                  <a:pt x="635893" y="103492"/>
                </a:lnTo>
                <a:lnTo>
                  <a:pt x="637372" y="103864"/>
                </a:lnTo>
                <a:lnTo>
                  <a:pt x="638839" y="104199"/>
                </a:lnTo>
                <a:lnTo>
                  <a:pt x="640269" y="104506"/>
                </a:lnTo>
                <a:lnTo>
                  <a:pt x="641661" y="104783"/>
                </a:lnTo>
                <a:lnTo>
                  <a:pt x="643015" y="105031"/>
                </a:lnTo>
                <a:lnTo>
                  <a:pt x="644332" y="105250"/>
                </a:lnTo>
                <a:lnTo>
                  <a:pt x="645611" y="105439"/>
                </a:lnTo>
                <a:lnTo>
                  <a:pt x="646852" y="105600"/>
                </a:lnTo>
                <a:lnTo>
                  <a:pt x="648056" y="105731"/>
                </a:lnTo>
                <a:lnTo>
                  <a:pt x="649222" y="105833"/>
                </a:lnTo>
                <a:lnTo>
                  <a:pt x="650350" y="105906"/>
                </a:lnTo>
                <a:lnTo>
                  <a:pt x="651441" y="105950"/>
                </a:lnTo>
                <a:lnTo>
                  <a:pt x="652494" y="105965"/>
                </a:lnTo>
                <a:lnTo>
                  <a:pt x="654131" y="105942"/>
                </a:lnTo>
                <a:lnTo>
                  <a:pt x="655690" y="105875"/>
                </a:lnTo>
                <a:lnTo>
                  <a:pt x="657171" y="105763"/>
                </a:lnTo>
                <a:lnTo>
                  <a:pt x="658573" y="105606"/>
                </a:lnTo>
                <a:lnTo>
                  <a:pt x="659897" y="105404"/>
                </a:lnTo>
                <a:lnTo>
                  <a:pt x="661143" y="105157"/>
                </a:lnTo>
                <a:lnTo>
                  <a:pt x="662310" y="104866"/>
                </a:lnTo>
                <a:lnTo>
                  <a:pt x="663400" y="104529"/>
                </a:lnTo>
                <a:lnTo>
                  <a:pt x="664411" y="104148"/>
                </a:lnTo>
                <a:lnTo>
                  <a:pt x="665343" y="103722"/>
                </a:lnTo>
                <a:lnTo>
                  <a:pt x="666198" y="103251"/>
                </a:lnTo>
                <a:lnTo>
                  <a:pt x="666974" y="102736"/>
                </a:lnTo>
                <a:lnTo>
                  <a:pt x="667680" y="102186"/>
                </a:lnTo>
                <a:lnTo>
                  <a:pt x="668325" y="101615"/>
                </a:lnTo>
                <a:lnTo>
                  <a:pt x="668909" y="101021"/>
                </a:lnTo>
                <a:lnTo>
                  <a:pt x="669431" y="100406"/>
                </a:lnTo>
                <a:lnTo>
                  <a:pt x="669892" y="99768"/>
                </a:lnTo>
                <a:lnTo>
                  <a:pt x="670291" y="99108"/>
                </a:lnTo>
                <a:lnTo>
                  <a:pt x="670629" y="98425"/>
                </a:lnTo>
                <a:lnTo>
                  <a:pt x="670905" y="97721"/>
                </a:lnTo>
                <a:lnTo>
                  <a:pt x="671120" y="96994"/>
                </a:lnTo>
                <a:lnTo>
                  <a:pt x="671274" y="96246"/>
                </a:lnTo>
                <a:lnTo>
                  <a:pt x="671366" y="95475"/>
                </a:lnTo>
                <a:lnTo>
                  <a:pt x="671396" y="94682"/>
                </a:lnTo>
                <a:lnTo>
                  <a:pt x="671382" y="94156"/>
                </a:lnTo>
                <a:lnTo>
                  <a:pt x="671339" y="93643"/>
                </a:lnTo>
                <a:lnTo>
                  <a:pt x="671267" y="93143"/>
                </a:lnTo>
                <a:lnTo>
                  <a:pt x="671167" y="92655"/>
                </a:lnTo>
                <a:lnTo>
                  <a:pt x="671037" y="92181"/>
                </a:lnTo>
                <a:lnTo>
                  <a:pt x="670879" y="91719"/>
                </a:lnTo>
                <a:lnTo>
                  <a:pt x="670692" y="91270"/>
                </a:lnTo>
                <a:lnTo>
                  <a:pt x="670477" y="90833"/>
                </a:lnTo>
                <a:lnTo>
                  <a:pt x="670233" y="90410"/>
                </a:lnTo>
                <a:lnTo>
                  <a:pt x="669960" y="89999"/>
                </a:lnTo>
                <a:lnTo>
                  <a:pt x="669658" y="89601"/>
                </a:lnTo>
                <a:lnTo>
                  <a:pt x="669328" y="89216"/>
                </a:lnTo>
                <a:lnTo>
                  <a:pt x="668940" y="88831"/>
                </a:lnTo>
                <a:lnTo>
                  <a:pt x="668468" y="88430"/>
                </a:lnTo>
                <a:lnTo>
                  <a:pt x="667910" y="88015"/>
                </a:lnTo>
                <a:lnTo>
                  <a:pt x="667267" y="87585"/>
                </a:lnTo>
                <a:lnTo>
                  <a:pt x="666539" y="87140"/>
                </a:lnTo>
                <a:lnTo>
                  <a:pt x="665726" y="86680"/>
                </a:lnTo>
                <a:lnTo>
                  <a:pt x="664827" y="86205"/>
                </a:lnTo>
                <a:lnTo>
                  <a:pt x="663843" y="85716"/>
                </a:lnTo>
                <a:lnTo>
                  <a:pt x="662774" y="85212"/>
                </a:lnTo>
                <a:lnTo>
                  <a:pt x="661620" y="84693"/>
                </a:lnTo>
                <a:lnTo>
                  <a:pt x="660381" y="84159"/>
                </a:lnTo>
                <a:lnTo>
                  <a:pt x="659056" y="83610"/>
                </a:lnTo>
                <a:lnTo>
                  <a:pt x="654491" y="81766"/>
                </a:lnTo>
                <a:lnTo>
                  <a:pt x="645290" y="78145"/>
                </a:lnTo>
                <a:lnTo>
                  <a:pt x="642893" y="77193"/>
                </a:lnTo>
                <a:lnTo>
                  <a:pt x="640649" y="76252"/>
                </a:lnTo>
                <a:lnTo>
                  <a:pt x="638558" y="75323"/>
                </a:lnTo>
                <a:lnTo>
                  <a:pt x="636619" y="74406"/>
                </a:lnTo>
                <a:lnTo>
                  <a:pt x="634833" y="73500"/>
                </a:lnTo>
                <a:lnTo>
                  <a:pt x="633199" y="72606"/>
                </a:lnTo>
                <a:lnTo>
                  <a:pt x="631718" y="71724"/>
                </a:lnTo>
                <a:lnTo>
                  <a:pt x="630390" y="70854"/>
                </a:lnTo>
                <a:lnTo>
                  <a:pt x="629214" y="69995"/>
                </a:lnTo>
                <a:lnTo>
                  <a:pt x="628190" y="69147"/>
                </a:lnTo>
                <a:lnTo>
                  <a:pt x="627320" y="68311"/>
                </a:lnTo>
                <a:lnTo>
                  <a:pt x="626601" y="67487"/>
                </a:lnTo>
                <a:lnTo>
                  <a:pt x="625975" y="66666"/>
                </a:lnTo>
                <a:lnTo>
                  <a:pt x="625403" y="65815"/>
                </a:lnTo>
                <a:lnTo>
                  <a:pt x="624885" y="64934"/>
                </a:lnTo>
                <a:lnTo>
                  <a:pt x="624422" y="64024"/>
                </a:lnTo>
                <a:lnTo>
                  <a:pt x="624013" y="63083"/>
                </a:lnTo>
                <a:lnTo>
                  <a:pt x="623659" y="62114"/>
                </a:lnTo>
                <a:lnTo>
                  <a:pt x="623359" y="61114"/>
                </a:lnTo>
                <a:lnTo>
                  <a:pt x="623114" y="60085"/>
                </a:lnTo>
                <a:lnTo>
                  <a:pt x="622923" y="59027"/>
                </a:lnTo>
                <a:lnTo>
                  <a:pt x="622787" y="57938"/>
                </a:lnTo>
                <a:lnTo>
                  <a:pt x="622706" y="56820"/>
                </a:lnTo>
                <a:lnTo>
                  <a:pt x="622678" y="55673"/>
                </a:lnTo>
                <a:lnTo>
                  <a:pt x="622731" y="54060"/>
                </a:lnTo>
                <a:lnTo>
                  <a:pt x="622889" y="52496"/>
                </a:lnTo>
                <a:lnTo>
                  <a:pt x="623153" y="50980"/>
                </a:lnTo>
                <a:lnTo>
                  <a:pt x="623522" y="49513"/>
                </a:lnTo>
                <a:lnTo>
                  <a:pt x="623997" y="48094"/>
                </a:lnTo>
                <a:lnTo>
                  <a:pt x="624577" y="46724"/>
                </a:lnTo>
                <a:lnTo>
                  <a:pt x="625263" y="45402"/>
                </a:lnTo>
                <a:lnTo>
                  <a:pt x="626055" y="44128"/>
                </a:lnTo>
                <a:lnTo>
                  <a:pt x="626951" y="42903"/>
                </a:lnTo>
                <a:lnTo>
                  <a:pt x="627954" y="41727"/>
                </a:lnTo>
                <a:lnTo>
                  <a:pt x="629062" y="40598"/>
                </a:lnTo>
                <a:lnTo>
                  <a:pt x="630275" y="39519"/>
                </a:lnTo>
                <a:lnTo>
                  <a:pt x="631607" y="38507"/>
                </a:lnTo>
                <a:lnTo>
                  <a:pt x="633070" y="37583"/>
                </a:lnTo>
                <a:lnTo>
                  <a:pt x="634664" y="36748"/>
                </a:lnTo>
                <a:lnTo>
                  <a:pt x="636389" y="36000"/>
                </a:lnTo>
                <a:lnTo>
                  <a:pt x="638246" y="35340"/>
                </a:lnTo>
                <a:lnTo>
                  <a:pt x="640234" y="34769"/>
                </a:lnTo>
                <a:lnTo>
                  <a:pt x="642354" y="34285"/>
                </a:lnTo>
                <a:lnTo>
                  <a:pt x="644604" y="33889"/>
                </a:lnTo>
                <a:lnTo>
                  <a:pt x="646986" y="33581"/>
                </a:lnTo>
                <a:lnTo>
                  <a:pt x="649499" y="33361"/>
                </a:lnTo>
                <a:lnTo>
                  <a:pt x="652144" y="33229"/>
                </a:lnTo>
                <a:lnTo>
                  <a:pt x="654919" y="33185"/>
                </a:lnTo>
                <a:lnTo>
                  <a:pt x="657038" y="33211"/>
                </a:lnTo>
                <a:lnTo>
                  <a:pt x="659138" y="33288"/>
                </a:lnTo>
                <a:lnTo>
                  <a:pt x="661219" y="33417"/>
                </a:lnTo>
                <a:lnTo>
                  <a:pt x="663281" y="33597"/>
                </a:lnTo>
                <a:lnTo>
                  <a:pt x="665324" y="33828"/>
                </a:lnTo>
                <a:lnTo>
                  <a:pt x="667348" y="34111"/>
                </a:lnTo>
                <a:lnTo>
                  <a:pt x="669354" y="34445"/>
                </a:lnTo>
                <a:lnTo>
                  <a:pt x="671341" y="34831"/>
                </a:lnTo>
                <a:lnTo>
                  <a:pt x="673309" y="35268"/>
                </a:lnTo>
                <a:lnTo>
                  <a:pt x="675258" y="35757"/>
                </a:lnTo>
                <a:lnTo>
                  <a:pt x="677188" y="36297"/>
                </a:lnTo>
                <a:lnTo>
                  <a:pt x="679100" y="36888"/>
                </a:lnTo>
                <a:lnTo>
                  <a:pt x="679100" y="48994"/>
                </a:lnTo>
                <a:lnTo>
                  <a:pt x="676923" y="48244"/>
                </a:lnTo>
                <a:lnTo>
                  <a:pt x="674769" y="47558"/>
                </a:lnTo>
                <a:lnTo>
                  <a:pt x="672636" y="46938"/>
                </a:lnTo>
                <a:lnTo>
                  <a:pt x="670525" y="46383"/>
                </a:lnTo>
                <a:lnTo>
                  <a:pt x="668435" y="45894"/>
                </a:lnTo>
                <a:lnTo>
                  <a:pt x="666368" y="45469"/>
                </a:lnTo>
                <a:lnTo>
                  <a:pt x="664322" y="45110"/>
                </a:lnTo>
                <a:lnTo>
                  <a:pt x="662298" y="44817"/>
                </a:lnTo>
                <a:lnTo>
                  <a:pt x="660296" y="44588"/>
                </a:lnTo>
                <a:lnTo>
                  <a:pt x="658315" y="44425"/>
                </a:lnTo>
                <a:lnTo>
                  <a:pt x="656357" y="44327"/>
                </a:lnTo>
                <a:lnTo>
                  <a:pt x="654420" y="44294"/>
                </a:lnTo>
                <a:lnTo>
                  <a:pt x="653043" y="44315"/>
                </a:lnTo>
                <a:lnTo>
                  <a:pt x="651716" y="44376"/>
                </a:lnTo>
                <a:lnTo>
                  <a:pt x="650441" y="44479"/>
                </a:lnTo>
                <a:lnTo>
                  <a:pt x="649217" y="44622"/>
                </a:lnTo>
                <a:lnTo>
                  <a:pt x="648044" y="44806"/>
                </a:lnTo>
                <a:lnTo>
                  <a:pt x="646921" y="45031"/>
                </a:lnTo>
                <a:lnTo>
                  <a:pt x="645850" y="45297"/>
                </a:lnTo>
                <a:lnTo>
                  <a:pt x="644830" y="45604"/>
                </a:lnTo>
                <a:lnTo>
                  <a:pt x="643861" y="45952"/>
                </a:lnTo>
                <a:lnTo>
                  <a:pt x="642943" y="46340"/>
                </a:lnTo>
                <a:lnTo>
                  <a:pt x="642076" y="46770"/>
                </a:lnTo>
                <a:lnTo>
                  <a:pt x="641260" y="47241"/>
                </a:lnTo>
                <a:lnTo>
                  <a:pt x="640502" y="47742"/>
                </a:lnTo>
                <a:lnTo>
                  <a:pt x="639810" y="48263"/>
                </a:lnTo>
                <a:lnTo>
                  <a:pt x="639184" y="48804"/>
                </a:lnTo>
                <a:lnTo>
                  <a:pt x="638624" y="49365"/>
                </a:lnTo>
                <a:lnTo>
                  <a:pt x="638130" y="49947"/>
                </a:lnTo>
                <a:lnTo>
                  <a:pt x="637702" y="50549"/>
                </a:lnTo>
                <a:lnTo>
                  <a:pt x="637340" y="51171"/>
                </a:lnTo>
                <a:lnTo>
                  <a:pt x="637043" y="51813"/>
                </a:lnTo>
                <a:lnTo>
                  <a:pt x="636813" y="52476"/>
                </a:lnTo>
                <a:lnTo>
                  <a:pt x="636648" y="53158"/>
                </a:lnTo>
                <a:lnTo>
                  <a:pt x="636549" y="53861"/>
                </a:lnTo>
                <a:lnTo>
                  <a:pt x="636516" y="54585"/>
                </a:lnTo>
                <a:lnTo>
                  <a:pt x="636545" y="55282"/>
                </a:lnTo>
                <a:lnTo>
                  <a:pt x="636631" y="55956"/>
                </a:lnTo>
                <a:lnTo>
                  <a:pt x="636775" y="56607"/>
                </a:lnTo>
                <a:lnTo>
                  <a:pt x="636976" y="57234"/>
                </a:lnTo>
                <a:lnTo>
                  <a:pt x="637234" y="57837"/>
                </a:lnTo>
                <a:lnTo>
                  <a:pt x="637551" y="58416"/>
                </a:lnTo>
                <a:lnTo>
                  <a:pt x="637924" y="58972"/>
                </a:lnTo>
                <a:lnTo>
                  <a:pt x="638355" y="59504"/>
                </a:lnTo>
                <a:lnTo>
                  <a:pt x="638843" y="60013"/>
                </a:lnTo>
                <a:lnTo>
                  <a:pt x="639389" y="60498"/>
                </a:lnTo>
                <a:lnTo>
                  <a:pt x="639993" y="60959"/>
                </a:lnTo>
                <a:lnTo>
                  <a:pt x="640653" y="61397"/>
                </a:lnTo>
                <a:lnTo>
                  <a:pt x="641367" y="61828"/>
                </a:lnTo>
                <a:lnTo>
                  <a:pt x="642151" y="62270"/>
                </a:lnTo>
                <a:lnTo>
                  <a:pt x="643007" y="62723"/>
                </a:lnTo>
                <a:lnTo>
                  <a:pt x="643934" y="63187"/>
                </a:lnTo>
                <a:lnTo>
                  <a:pt x="644933" y="63661"/>
                </a:lnTo>
                <a:lnTo>
                  <a:pt x="646003" y="64147"/>
                </a:lnTo>
                <a:lnTo>
                  <a:pt x="647144" y="64643"/>
                </a:lnTo>
                <a:lnTo>
                  <a:pt x="648357" y="65150"/>
                </a:lnTo>
                <a:lnTo>
                  <a:pt x="649641" y="65668"/>
                </a:lnTo>
                <a:lnTo>
                  <a:pt x="650996" y="66197"/>
                </a:lnTo>
                <a:lnTo>
                  <a:pt x="652423" y="66737"/>
                </a:lnTo>
                <a:lnTo>
                  <a:pt x="653921" y="67287"/>
                </a:lnTo>
                <a:lnTo>
                  <a:pt x="662908" y="70552"/>
                </a:lnTo>
                <a:lnTo>
                  <a:pt x="664914" y="71302"/>
                </a:lnTo>
                <a:lnTo>
                  <a:pt x="666817" y="72064"/>
                </a:lnTo>
                <a:lnTo>
                  <a:pt x="668619" y="72837"/>
                </a:lnTo>
                <a:lnTo>
                  <a:pt x="670319" y="73621"/>
                </a:lnTo>
                <a:lnTo>
                  <a:pt x="671916" y="74415"/>
                </a:lnTo>
                <a:lnTo>
                  <a:pt x="673411" y="75221"/>
                </a:lnTo>
                <a:lnTo>
                  <a:pt x="674805" y="76038"/>
                </a:lnTo>
                <a:lnTo>
                  <a:pt x="676096" y="76866"/>
                </a:lnTo>
                <a:lnTo>
                  <a:pt x="677286" y="77705"/>
                </a:lnTo>
                <a:lnTo>
                  <a:pt x="678373" y="78555"/>
                </a:lnTo>
                <a:lnTo>
                  <a:pt x="679358" y="79416"/>
                </a:lnTo>
                <a:lnTo>
                  <a:pt x="680241" y="80288"/>
                </a:lnTo>
                <a:lnTo>
                  <a:pt x="681039" y="81184"/>
                </a:lnTo>
                <a:lnTo>
                  <a:pt x="681767" y="82116"/>
                </a:lnTo>
                <a:lnTo>
                  <a:pt x="682426" y="83085"/>
                </a:lnTo>
                <a:lnTo>
                  <a:pt x="683015" y="84091"/>
                </a:lnTo>
                <a:lnTo>
                  <a:pt x="683535" y="85133"/>
                </a:lnTo>
                <a:lnTo>
                  <a:pt x="683986" y="86211"/>
                </a:lnTo>
                <a:lnTo>
                  <a:pt x="684367" y="87327"/>
                </a:lnTo>
                <a:lnTo>
                  <a:pt x="684680" y="88478"/>
                </a:lnTo>
                <a:lnTo>
                  <a:pt x="684922" y="89667"/>
                </a:lnTo>
                <a:lnTo>
                  <a:pt x="685096" y="90892"/>
                </a:lnTo>
                <a:lnTo>
                  <a:pt x="685200" y="92153"/>
                </a:lnTo>
                <a:lnTo>
                  <a:pt x="685234" y="93451"/>
                </a:lnTo>
                <a:lnTo>
                  <a:pt x="685179" y="95145"/>
                </a:lnTo>
                <a:lnTo>
                  <a:pt x="685013" y="96788"/>
                </a:lnTo>
                <a:lnTo>
                  <a:pt x="684737" y="98381"/>
                </a:lnTo>
                <a:lnTo>
                  <a:pt x="684351" y="99922"/>
                </a:lnTo>
                <a:lnTo>
                  <a:pt x="683854" y="101413"/>
                </a:lnTo>
                <a:lnTo>
                  <a:pt x="683246" y="102852"/>
                </a:lnTo>
                <a:lnTo>
                  <a:pt x="682528" y="104241"/>
                </a:lnTo>
                <a:lnTo>
                  <a:pt x="681700" y="105579"/>
                </a:lnTo>
                <a:lnTo>
                  <a:pt x="680761" y="106866"/>
                </a:lnTo>
                <a:lnTo>
                  <a:pt x="679711" y="108102"/>
                </a:lnTo>
                <a:lnTo>
                  <a:pt x="678551" y="109288"/>
                </a:lnTo>
                <a:lnTo>
                  <a:pt x="677281" y="110422"/>
                </a:lnTo>
                <a:lnTo>
                  <a:pt x="675889" y="111485"/>
                </a:lnTo>
                <a:lnTo>
                  <a:pt x="674365" y="112455"/>
                </a:lnTo>
                <a:lnTo>
                  <a:pt x="672709" y="113332"/>
                </a:lnTo>
                <a:lnTo>
                  <a:pt x="670921" y="114117"/>
                </a:lnTo>
                <a:lnTo>
                  <a:pt x="669000" y="114810"/>
                </a:lnTo>
                <a:lnTo>
                  <a:pt x="666947" y="115411"/>
                </a:lnTo>
                <a:lnTo>
                  <a:pt x="664762" y="115919"/>
                </a:lnTo>
                <a:lnTo>
                  <a:pt x="662445" y="116335"/>
                </a:lnTo>
                <a:lnTo>
                  <a:pt x="659995" y="116658"/>
                </a:lnTo>
                <a:lnTo>
                  <a:pt x="657413" y="116889"/>
                </a:lnTo>
                <a:lnTo>
                  <a:pt x="654699" y="117028"/>
                </a:lnTo>
                <a:lnTo>
                  <a:pt x="651852" y="117074"/>
                </a:lnTo>
                <a:lnTo>
                  <a:pt x="649302" y="117029"/>
                </a:lnTo>
                <a:lnTo>
                  <a:pt x="646740" y="116895"/>
                </a:lnTo>
                <a:lnTo>
                  <a:pt x="644166" y="116671"/>
                </a:lnTo>
                <a:lnTo>
                  <a:pt x="641581" y="116357"/>
                </a:lnTo>
                <a:lnTo>
                  <a:pt x="638983" y="115954"/>
                </a:lnTo>
                <a:lnTo>
                  <a:pt x="636374" y="115461"/>
                </a:lnTo>
                <a:lnTo>
                  <a:pt x="633752" y="114879"/>
                </a:lnTo>
                <a:lnTo>
                  <a:pt x="631119" y="114207"/>
                </a:lnTo>
                <a:lnTo>
                  <a:pt x="628474" y="113445"/>
                </a:lnTo>
                <a:lnTo>
                  <a:pt x="625817" y="112594"/>
                </a:lnTo>
                <a:lnTo>
                  <a:pt x="623148" y="111653"/>
                </a:lnTo>
                <a:lnTo>
                  <a:pt x="620467" y="110622"/>
                </a:lnTo>
                <a:close/>
                <a:moveTo>
                  <a:pt x="759545" y="96912"/>
                </a:moveTo>
                <a:lnTo>
                  <a:pt x="758518" y="98546"/>
                </a:lnTo>
                <a:lnTo>
                  <a:pt x="757456" y="100111"/>
                </a:lnTo>
                <a:lnTo>
                  <a:pt x="756360" y="101608"/>
                </a:lnTo>
                <a:lnTo>
                  <a:pt x="755230" y="103037"/>
                </a:lnTo>
                <a:lnTo>
                  <a:pt x="754066" y="104397"/>
                </a:lnTo>
                <a:lnTo>
                  <a:pt x="752867" y="105688"/>
                </a:lnTo>
                <a:lnTo>
                  <a:pt x="751635" y="106911"/>
                </a:lnTo>
                <a:lnTo>
                  <a:pt x="750368" y="108065"/>
                </a:lnTo>
                <a:lnTo>
                  <a:pt x="749067" y="109151"/>
                </a:lnTo>
                <a:lnTo>
                  <a:pt x="747732" y="110169"/>
                </a:lnTo>
                <a:lnTo>
                  <a:pt x="746362" y="111117"/>
                </a:lnTo>
                <a:lnTo>
                  <a:pt x="744959" y="111998"/>
                </a:lnTo>
                <a:lnTo>
                  <a:pt x="743548" y="112808"/>
                </a:lnTo>
                <a:lnTo>
                  <a:pt x="742156" y="113549"/>
                </a:lnTo>
                <a:lnTo>
                  <a:pt x="740784" y="114218"/>
                </a:lnTo>
                <a:lnTo>
                  <a:pt x="739431" y="114818"/>
                </a:lnTo>
                <a:lnTo>
                  <a:pt x="738097" y="115347"/>
                </a:lnTo>
                <a:lnTo>
                  <a:pt x="736782" y="115805"/>
                </a:lnTo>
                <a:lnTo>
                  <a:pt x="735487" y="116193"/>
                </a:lnTo>
                <a:lnTo>
                  <a:pt x="734212" y="116510"/>
                </a:lnTo>
                <a:lnTo>
                  <a:pt x="732955" y="116757"/>
                </a:lnTo>
                <a:lnTo>
                  <a:pt x="731718" y="116933"/>
                </a:lnTo>
                <a:lnTo>
                  <a:pt x="730500" y="117039"/>
                </a:lnTo>
                <a:lnTo>
                  <a:pt x="729302" y="117074"/>
                </a:lnTo>
                <a:lnTo>
                  <a:pt x="727652" y="117014"/>
                </a:lnTo>
                <a:lnTo>
                  <a:pt x="726030" y="116834"/>
                </a:lnTo>
                <a:lnTo>
                  <a:pt x="724436" y="116535"/>
                </a:lnTo>
                <a:lnTo>
                  <a:pt x="722870" y="116116"/>
                </a:lnTo>
                <a:lnTo>
                  <a:pt x="721333" y="115578"/>
                </a:lnTo>
                <a:lnTo>
                  <a:pt x="719824" y="114920"/>
                </a:lnTo>
                <a:lnTo>
                  <a:pt x="718343" y="114142"/>
                </a:lnTo>
                <a:lnTo>
                  <a:pt x="716890" y="113244"/>
                </a:lnTo>
                <a:lnTo>
                  <a:pt x="715466" y="112227"/>
                </a:lnTo>
                <a:lnTo>
                  <a:pt x="714070" y="111090"/>
                </a:lnTo>
                <a:lnTo>
                  <a:pt x="712702" y="109833"/>
                </a:lnTo>
                <a:lnTo>
                  <a:pt x="711362" y="108457"/>
                </a:lnTo>
                <a:lnTo>
                  <a:pt x="710092" y="106959"/>
                </a:lnTo>
                <a:lnTo>
                  <a:pt x="708932" y="105338"/>
                </a:lnTo>
                <a:lnTo>
                  <a:pt x="707883" y="103592"/>
                </a:lnTo>
                <a:lnTo>
                  <a:pt x="706944" y="101723"/>
                </a:lnTo>
                <a:lnTo>
                  <a:pt x="706115" y="99731"/>
                </a:lnTo>
                <a:lnTo>
                  <a:pt x="705397" y="97615"/>
                </a:lnTo>
                <a:lnTo>
                  <a:pt x="704790" y="95375"/>
                </a:lnTo>
                <a:lnTo>
                  <a:pt x="704293" y="93012"/>
                </a:lnTo>
                <a:lnTo>
                  <a:pt x="703906" y="90525"/>
                </a:lnTo>
                <a:lnTo>
                  <a:pt x="703630" y="87914"/>
                </a:lnTo>
                <a:lnTo>
                  <a:pt x="703464" y="85180"/>
                </a:lnTo>
                <a:lnTo>
                  <a:pt x="703409" y="82322"/>
                </a:lnTo>
                <a:lnTo>
                  <a:pt x="703446" y="80040"/>
                </a:lnTo>
                <a:lnTo>
                  <a:pt x="703556" y="77799"/>
                </a:lnTo>
                <a:lnTo>
                  <a:pt x="703739" y="75599"/>
                </a:lnTo>
                <a:lnTo>
                  <a:pt x="703996" y="73440"/>
                </a:lnTo>
                <a:lnTo>
                  <a:pt x="704326" y="71322"/>
                </a:lnTo>
                <a:lnTo>
                  <a:pt x="704729" y="69246"/>
                </a:lnTo>
                <a:lnTo>
                  <a:pt x="705205" y="67210"/>
                </a:lnTo>
                <a:lnTo>
                  <a:pt x="705755" y="65215"/>
                </a:lnTo>
                <a:lnTo>
                  <a:pt x="706378" y="63261"/>
                </a:lnTo>
                <a:lnTo>
                  <a:pt x="707075" y="61349"/>
                </a:lnTo>
                <a:lnTo>
                  <a:pt x="707844" y="59477"/>
                </a:lnTo>
                <a:lnTo>
                  <a:pt x="708688" y="57647"/>
                </a:lnTo>
                <a:lnTo>
                  <a:pt x="709592" y="55868"/>
                </a:lnTo>
                <a:lnTo>
                  <a:pt x="710546" y="54153"/>
                </a:lnTo>
                <a:lnTo>
                  <a:pt x="711550" y="52502"/>
                </a:lnTo>
                <a:lnTo>
                  <a:pt x="712603" y="50913"/>
                </a:lnTo>
                <a:lnTo>
                  <a:pt x="713705" y="49388"/>
                </a:lnTo>
                <a:lnTo>
                  <a:pt x="714858" y="47926"/>
                </a:lnTo>
                <a:lnTo>
                  <a:pt x="716059" y="46528"/>
                </a:lnTo>
                <a:lnTo>
                  <a:pt x="717310" y="45192"/>
                </a:lnTo>
                <a:lnTo>
                  <a:pt x="718611" y="43920"/>
                </a:lnTo>
                <a:lnTo>
                  <a:pt x="719962" y="42712"/>
                </a:lnTo>
                <a:lnTo>
                  <a:pt x="721361" y="41567"/>
                </a:lnTo>
                <a:lnTo>
                  <a:pt x="722811" y="40484"/>
                </a:lnTo>
                <a:lnTo>
                  <a:pt x="724314" y="39478"/>
                </a:lnTo>
                <a:lnTo>
                  <a:pt x="725876" y="38559"/>
                </a:lnTo>
                <a:lnTo>
                  <a:pt x="727496" y="37727"/>
                </a:lnTo>
                <a:lnTo>
                  <a:pt x="729175" y="36983"/>
                </a:lnTo>
                <a:lnTo>
                  <a:pt x="730912" y="36327"/>
                </a:lnTo>
                <a:lnTo>
                  <a:pt x="732708" y="35758"/>
                </a:lnTo>
                <a:lnTo>
                  <a:pt x="734562" y="35276"/>
                </a:lnTo>
                <a:lnTo>
                  <a:pt x="736474" y="34882"/>
                </a:lnTo>
                <a:lnTo>
                  <a:pt x="738445" y="34576"/>
                </a:lnTo>
                <a:lnTo>
                  <a:pt x="740475" y="34357"/>
                </a:lnTo>
                <a:lnTo>
                  <a:pt x="742563" y="34226"/>
                </a:lnTo>
                <a:lnTo>
                  <a:pt x="744709" y="34182"/>
                </a:lnTo>
                <a:lnTo>
                  <a:pt x="745366" y="34188"/>
                </a:lnTo>
                <a:lnTo>
                  <a:pt x="746076" y="34204"/>
                </a:lnTo>
                <a:lnTo>
                  <a:pt x="746840" y="34231"/>
                </a:lnTo>
                <a:lnTo>
                  <a:pt x="747657" y="34269"/>
                </a:lnTo>
                <a:lnTo>
                  <a:pt x="748528" y="34318"/>
                </a:lnTo>
                <a:lnTo>
                  <a:pt x="749452" y="34378"/>
                </a:lnTo>
                <a:lnTo>
                  <a:pt x="750430" y="34449"/>
                </a:lnTo>
                <a:lnTo>
                  <a:pt x="751461" y="34530"/>
                </a:lnTo>
                <a:lnTo>
                  <a:pt x="752546" y="34623"/>
                </a:lnTo>
                <a:lnTo>
                  <a:pt x="753685" y="34726"/>
                </a:lnTo>
                <a:lnTo>
                  <a:pt x="754876" y="34840"/>
                </a:lnTo>
                <a:lnTo>
                  <a:pt x="756122" y="34965"/>
                </a:lnTo>
                <a:lnTo>
                  <a:pt x="756320" y="34990"/>
                </a:lnTo>
                <a:lnTo>
                  <a:pt x="756534" y="35015"/>
                </a:lnTo>
                <a:lnTo>
                  <a:pt x="756764" y="35041"/>
                </a:lnTo>
                <a:lnTo>
                  <a:pt x="757009" y="35068"/>
                </a:lnTo>
                <a:lnTo>
                  <a:pt x="757271" y="35097"/>
                </a:lnTo>
                <a:lnTo>
                  <a:pt x="757548" y="35126"/>
                </a:lnTo>
                <a:lnTo>
                  <a:pt x="757842" y="35156"/>
                </a:lnTo>
                <a:lnTo>
                  <a:pt x="758151" y="35187"/>
                </a:lnTo>
                <a:lnTo>
                  <a:pt x="758476" y="35219"/>
                </a:lnTo>
                <a:lnTo>
                  <a:pt x="758816" y="35252"/>
                </a:lnTo>
                <a:lnTo>
                  <a:pt x="759173" y="35286"/>
                </a:lnTo>
                <a:lnTo>
                  <a:pt x="759545" y="35322"/>
                </a:lnTo>
                <a:lnTo>
                  <a:pt x="772884" y="35322"/>
                </a:lnTo>
                <a:lnTo>
                  <a:pt x="772884" y="91508"/>
                </a:lnTo>
                <a:lnTo>
                  <a:pt x="772905" y="93876"/>
                </a:lnTo>
                <a:lnTo>
                  <a:pt x="772967" y="96167"/>
                </a:lnTo>
                <a:lnTo>
                  <a:pt x="773071" y="98384"/>
                </a:lnTo>
                <a:lnTo>
                  <a:pt x="773217" y="100525"/>
                </a:lnTo>
                <a:lnTo>
                  <a:pt x="773404" y="102590"/>
                </a:lnTo>
                <a:lnTo>
                  <a:pt x="773633" y="104580"/>
                </a:lnTo>
                <a:lnTo>
                  <a:pt x="773904" y="106495"/>
                </a:lnTo>
                <a:lnTo>
                  <a:pt x="774216" y="108334"/>
                </a:lnTo>
                <a:lnTo>
                  <a:pt x="774569" y="110098"/>
                </a:lnTo>
                <a:lnTo>
                  <a:pt x="774965" y="111787"/>
                </a:lnTo>
                <a:lnTo>
                  <a:pt x="775401" y="113400"/>
                </a:lnTo>
                <a:lnTo>
                  <a:pt x="775880" y="114937"/>
                </a:lnTo>
                <a:lnTo>
                  <a:pt x="762042" y="114937"/>
                </a:lnTo>
                <a:lnTo>
                  <a:pt x="761785" y="113803"/>
                </a:lnTo>
                <a:lnTo>
                  <a:pt x="761537" y="112601"/>
                </a:lnTo>
                <a:lnTo>
                  <a:pt x="761298" y="111333"/>
                </a:lnTo>
                <a:lnTo>
                  <a:pt x="761067" y="109998"/>
                </a:lnTo>
                <a:lnTo>
                  <a:pt x="760846" y="108596"/>
                </a:lnTo>
                <a:lnTo>
                  <a:pt x="760633" y="107127"/>
                </a:lnTo>
                <a:lnTo>
                  <a:pt x="760430" y="105592"/>
                </a:lnTo>
                <a:lnTo>
                  <a:pt x="760235" y="103989"/>
                </a:lnTo>
                <a:lnTo>
                  <a:pt x="760049" y="102320"/>
                </a:lnTo>
                <a:lnTo>
                  <a:pt x="759872" y="100584"/>
                </a:lnTo>
                <a:lnTo>
                  <a:pt x="759705" y="98781"/>
                </a:lnTo>
                <a:lnTo>
                  <a:pt x="759545" y="96912"/>
                </a:lnTo>
                <a:moveTo>
                  <a:pt x="759545" y="81254"/>
                </a:moveTo>
                <a:lnTo>
                  <a:pt x="759545" y="47143"/>
                </a:lnTo>
                <a:lnTo>
                  <a:pt x="758375" y="46847"/>
                </a:lnTo>
                <a:lnTo>
                  <a:pt x="757219" y="46577"/>
                </a:lnTo>
                <a:lnTo>
                  <a:pt x="756077" y="46333"/>
                </a:lnTo>
                <a:lnTo>
                  <a:pt x="754949" y="46114"/>
                </a:lnTo>
                <a:lnTo>
                  <a:pt x="753834" y="45921"/>
                </a:lnTo>
                <a:lnTo>
                  <a:pt x="752734" y="45754"/>
                </a:lnTo>
                <a:lnTo>
                  <a:pt x="751647" y="45613"/>
                </a:lnTo>
                <a:lnTo>
                  <a:pt x="750574" y="45497"/>
                </a:lnTo>
                <a:lnTo>
                  <a:pt x="749515" y="45407"/>
                </a:lnTo>
                <a:lnTo>
                  <a:pt x="748470" y="45343"/>
                </a:lnTo>
                <a:lnTo>
                  <a:pt x="747438" y="45304"/>
                </a:lnTo>
                <a:lnTo>
                  <a:pt x="746421" y="45291"/>
                </a:lnTo>
                <a:lnTo>
                  <a:pt x="744405" y="45357"/>
                </a:lnTo>
                <a:lnTo>
                  <a:pt x="742445" y="45554"/>
                </a:lnTo>
                <a:lnTo>
                  <a:pt x="740543" y="45883"/>
                </a:lnTo>
                <a:lnTo>
                  <a:pt x="738697" y="46344"/>
                </a:lnTo>
                <a:lnTo>
                  <a:pt x="736909" y="46936"/>
                </a:lnTo>
                <a:lnTo>
                  <a:pt x="735178" y="47659"/>
                </a:lnTo>
                <a:lnTo>
                  <a:pt x="733503" y="48514"/>
                </a:lnTo>
                <a:lnTo>
                  <a:pt x="731885" y="49501"/>
                </a:lnTo>
                <a:lnTo>
                  <a:pt x="730325" y="50619"/>
                </a:lnTo>
                <a:lnTo>
                  <a:pt x="728821" y="51869"/>
                </a:lnTo>
                <a:lnTo>
                  <a:pt x="727375" y="53250"/>
                </a:lnTo>
                <a:lnTo>
                  <a:pt x="725985" y="54763"/>
                </a:lnTo>
                <a:lnTo>
                  <a:pt x="724680" y="56389"/>
                </a:lnTo>
                <a:lnTo>
                  <a:pt x="723489" y="58110"/>
                </a:lnTo>
                <a:lnTo>
                  <a:pt x="722412" y="59926"/>
                </a:lnTo>
                <a:lnTo>
                  <a:pt x="721448" y="61836"/>
                </a:lnTo>
                <a:lnTo>
                  <a:pt x="720597" y="63842"/>
                </a:lnTo>
                <a:lnTo>
                  <a:pt x="719860" y="65943"/>
                </a:lnTo>
                <a:lnTo>
                  <a:pt x="719236" y="68139"/>
                </a:lnTo>
                <a:lnTo>
                  <a:pt x="718725" y="70429"/>
                </a:lnTo>
                <a:lnTo>
                  <a:pt x="718328" y="72815"/>
                </a:lnTo>
                <a:lnTo>
                  <a:pt x="718045" y="75296"/>
                </a:lnTo>
                <a:lnTo>
                  <a:pt x="717874" y="77871"/>
                </a:lnTo>
                <a:lnTo>
                  <a:pt x="717818" y="80542"/>
                </a:lnTo>
                <a:lnTo>
                  <a:pt x="717849" y="82472"/>
                </a:lnTo>
                <a:lnTo>
                  <a:pt x="717942" y="84321"/>
                </a:lnTo>
                <a:lnTo>
                  <a:pt x="718096" y="86090"/>
                </a:lnTo>
                <a:lnTo>
                  <a:pt x="718313" y="87778"/>
                </a:lnTo>
                <a:lnTo>
                  <a:pt x="718592" y="89385"/>
                </a:lnTo>
                <a:lnTo>
                  <a:pt x="718932" y="90912"/>
                </a:lnTo>
                <a:lnTo>
                  <a:pt x="719335" y="92358"/>
                </a:lnTo>
                <a:lnTo>
                  <a:pt x="719799" y="93724"/>
                </a:lnTo>
                <a:lnTo>
                  <a:pt x="720325" y="95009"/>
                </a:lnTo>
                <a:lnTo>
                  <a:pt x="720914" y="96213"/>
                </a:lnTo>
                <a:lnTo>
                  <a:pt x="721564" y="97337"/>
                </a:lnTo>
                <a:lnTo>
                  <a:pt x="722276" y="98380"/>
                </a:lnTo>
                <a:lnTo>
                  <a:pt x="723027" y="99342"/>
                </a:lnTo>
                <a:lnTo>
                  <a:pt x="723797" y="100219"/>
                </a:lnTo>
                <a:lnTo>
                  <a:pt x="724583" y="101013"/>
                </a:lnTo>
                <a:lnTo>
                  <a:pt x="725387" y="101723"/>
                </a:lnTo>
                <a:lnTo>
                  <a:pt x="726208" y="102350"/>
                </a:lnTo>
                <a:lnTo>
                  <a:pt x="727046" y="102894"/>
                </a:lnTo>
                <a:lnTo>
                  <a:pt x="727902" y="103353"/>
                </a:lnTo>
                <a:lnTo>
                  <a:pt x="728775" y="103729"/>
                </a:lnTo>
                <a:lnTo>
                  <a:pt x="729665" y="104022"/>
                </a:lnTo>
                <a:lnTo>
                  <a:pt x="730573" y="104231"/>
                </a:lnTo>
                <a:lnTo>
                  <a:pt x="731498" y="104356"/>
                </a:lnTo>
                <a:lnTo>
                  <a:pt x="732440" y="104398"/>
                </a:lnTo>
                <a:lnTo>
                  <a:pt x="733483" y="104354"/>
                </a:lnTo>
                <a:lnTo>
                  <a:pt x="734544" y="104224"/>
                </a:lnTo>
                <a:lnTo>
                  <a:pt x="735623" y="104006"/>
                </a:lnTo>
                <a:lnTo>
                  <a:pt x="736720" y="103702"/>
                </a:lnTo>
                <a:lnTo>
                  <a:pt x="737835" y="103310"/>
                </a:lnTo>
                <a:lnTo>
                  <a:pt x="738967" y="102831"/>
                </a:lnTo>
                <a:lnTo>
                  <a:pt x="740117" y="102266"/>
                </a:lnTo>
                <a:lnTo>
                  <a:pt x="741285" y="101613"/>
                </a:lnTo>
                <a:lnTo>
                  <a:pt x="742471" y="100873"/>
                </a:lnTo>
                <a:lnTo>
                  <a:pt x="743675" y="100046"/>
                </a:lnTo>
                <a:lnTo>
                  <a:pt x="744896" y="99132"/>
                </a:lnTo>
                <a:lnTo>
                  <a:pt x="746136" y="98131"/>
                </a:lnTo>
                <a:lnTo>
                  <a:pt x="747373" y="97057"/>
                </a:lnTo>
                <a:lnTo>
                  <a:pt x="748588" y="95922"/>
                </a:lnTo>
                <a:lnTo>
                  <a:pt x="749782" y="94726"/>
                </a:lnTo>
                <a:lnTo>
                  <a:pt x="750954" y="93471"/>
                </a:lnTo>
                <a:lnTo>
                  <a:pt x="752104" y="92155"/>
                </a:lnTo>
                <a:lnTo>
                  <a:pt x="753233" y="90778"/>
                </a:lnTo>
                <a:lnTo>
                  <a:pt x="754339" y="89342"/>
                </a:lnTo>
                <a:lnTo>
                  <a:pt x="755424" y="87845"/>
                </a:lnTo>
                <a:lnTo>
                  <a:pt x="756487" y="86288"/>
                </a:lnTo>
                <a:lnTo>
                  <a:pt x="757528" y="84670"/>
                </a:lnTo>
                <a:lnTo>
                  <a:pt x="758548" y="82992"/>
                </a:lnTo>
                <a:lnTo>
                  <a:pt x="759545" y="81254"/>
                </a:lnTo>
                <a:close/>
                <a:moveTo>
                  <a:pt x="814027" y="145844"/>
                </a:moveTo>
                <a:lnTo>
                  <a:pt x="814027" y="137013"/>
                </a:lnTo>
                <a:lnTo>
                  <a:pt x="814866" y="136780"/>
                </a:lnTo>
                <a:lnTo>
                  <a:pt x="815671" y="136530"/>
                </a:lnTo>
                <a:lnTo>
                  <a:pt x="816441" y="136263"/>
                </a:lnTo>
                <a:lnTo>
                  <a:pt x="817178" y="135981"/>
                </a:lnTo>
                <a:lnTo>
                  <a:pt x="817880" y="135682"/>
                </a:lnTo>
                <a:lnTo>
                  <a:pt x="818548" y="135367"/>
                </a:lnTo>
                <a:lnTo>
                  <a:pt x="819182" y="135035"/>
                </a:lnTo>
                <a:lnTo>
                  <a:pt x="819781" y="134687"/>
                </a:lnTo>
                <a:lnTo>
                  <a:pt x="820347" y="134323"/>
                </a:lnTo>
                <a:lnTo>
                  <a:pt x="820878" y="133942"/>
                </a:lnTo>
                <a:lnTo>
                  <a:pt x="821375" y="133545"/>
                </a:lnTo>
                <a:lnTo>
                  <a:pt x="821838" y="133132"/>
                </a:lnTo>
                <a:lnTo>
                  <a:pt x="822276" y="132702"/>
                </a:lnTo>
                <a:lnTo>
                  <a:pt x="822700" y="132252"/>
                </a:lnTo>
                <a:lnTo>
                  <a:pt x="823108" y="131784"/>
                </a:lnTo>
                <a:lnTo>
                  <a:pt x="823502" y="131297"/>
                </a:lnTo>
                <a:lnTo>
                  <a:pt x="823881" y="130791"/>
                </a:lnTo>
                <a:lnTo>
                  <a:pt x="824245" y="130266"/>
                </a:lnTo>
                <a:lnTo>
                  <a:pt x="824595" y="129722"/>
                </a:lnTo>
                <a:lnTo>
                  <a:pt x="824929" y="129160"/>
                </a:lnTo>
                <a:lnTo>
                  <a:pt x="825248" y="128579"/>
                </a:lnTo>
                <a:lnTo>
                  <a:pt x="825553" y="127979"/>
                </a:lnTo>
                <a:lnTo>
                  <a:pt x="825843" y="127361"/>
                </a:lnTo>
                <a:lnTo>
                  <a:pt x="826118" y="126723"/>
                </a:lnTo>
                <a:lnTo>
                  <a:pt x="826374" y="126065"/>
                </a:lnTo>
                <a:lnTo>
                  <a:pt x="826608" y="125385"/>
                </a:lnTo>
                <a:lnTo>
                  <a:pt x="826820" y="124682"/>
                </a:lnTo>
                <a:lnTo>
                  <a:pt x="827009" y="123958"/>
                </a:lnTo>
                <a:lnTo>
                  <a:pt x="827177" y="123211"/>
                </a:lnTo>
                <a:lnTo>
                  <a:pt x="827321" y="122441"/>
                </a:lnTo>
                <a:lnTo>
                  <a:pt x="827444" y="121650"/>
                </a:lnTo>
                <a:lnTo>
                  <a:pt x="827544" y="120836"/>
                </a:lnTo>
                <a:lnTo>
                  <a:pt x="827622" y="120000"/>
                </a:lnTo>
                <a:lnTo>
                  <a:pt x="827678" y="119142"/>
                </a:lnTo>
                <a:lnTo>
                  <a:pt x="827711" y="118261"/>
                </a:lnTo>
                <a:lnTo>
                  <a:pt x="827723" y="117359"/>
                </a:lnTo>
                <a:lnTo>
                  <a:pt x="826641" y="117333"/>
                </a:lnTo>
                <a:lnTo>
                  <a:pt x="825608" y="117254"/>
                </a:lnTo>
                <a:lnTo>
                  <a:pt x="824624" y="117124"/>
                </a:lnTo>
                <a:lnTo>
                  <a:pt x="823689" y="116942"/>
                </a:lnTo>
                <a:lnTo>
                  <a:pt x="822801" y="116708"/>
                </a:lnTo>
                <a:lnTo>
                  <a:pt x="821963" y="116421"/>
                </a:lnTo>
                <a:lnTo>
                  <a:pt x="821173" y="116083"/>
                </a:lnTo>
                <a:lnTo>
                  <a:pt x="820431" y="115692"/>
                </a:lnTo>
                <a:lnTo>
                  <a:pt x="819738" y="115249"/>
                </a:lnTo>
                <a:lnTo>
                  <a:pt x="819094" y="114755"/>
                </a:lnTo>
                <a:lnTo>
                  <a:pt x="818498" y="114208"/>
                </a:lnTo>
                <a:lnTo>
                  <a:pt x="817950" y="113609"/>
                </a:lnTo>
                <a:lnTo>
                  <a:pt x="817449" y="112980"/>
                </a:lnTo>
                <a:lnTo>
                  <a:pt x="816991" y="112344"/>
                </a:lnTo>
                <a:lnTo>
                  <a:pt x="816577" y="111700"/>
                </a:lnTo>
                <a:lnTo>
                  <a:pt x="816207" y="111049"/>
                </a:lnTo>
                <a:lnTo>
                  <a:pt x="815880" y="110391"/>
                </a:lnTo>
                <a:lnTo>
                  <a:pt x="815597" y="109725"/>
                </a:lnTo>
                <a:lnTo>
                  <a:pt x="815357" y="109052"/>
                </a:lnTo>
                <a:lnTo>
                  <a:pt x="815161" y="108371"/>
                </a:lnTo>
                <a:lnTo>
                  <a:pt x="815008" y="107682"/>
                </a:lnTo>
                <a:lnTo>
                  <a:pt x="814899" y="106987"/>
                </a:lnTo>
                <a:lnTo>
                  <a:pt x="814834" y="106284"/>
                </a:lnTo>
                <a:lnTo>
                  <a:pt x="814812" y="105573"/>
                </a:lnTo>
                <a:lnTo>
                  <a:pt x="814836" y="104762"/>
                </a:lnTo>
                <a:lnTo>
                  <a:pt x="814909" y="103973"/>
                </a:lnTo>
                <a:lnTo>
                  <a:pt x="815030" y="103204"/>
                </a:lnTo>
                <a:lnTo>
                  <a:pt x="815200" y="102458"/>
                </a:lnTo>
                <a:lnTo>
                  <a:pt x="815419" y="101732"/>
                </a:lnTo>
                <a:lnTo>
                  <a:pt x="815686" y="101028"/>
                </a:lnTo>
                <a:lnTo>
                  <a:pt x="816001" y="100345"/>
                </a:lnTo>
                <a:lnTo>
                  <a:pt x="816365" y="99684"/>
                </a:lnTo>
                <a:lnTo>
                  <a:pt x="816778" y="99044"/>
                </a:lnTo>
                <a:lnTo>
                  <a:pt x="817239" y="98425"/>
                </a:lnTo>
                <a:lnTo>
                  <a:pt x="817749" y="97828"/>
                </a:lnTo>
                <a:lnTo>
                  <a:pt x="818307" y="97252"/>
                </a:lnTo>
                <a:lnTo>
                  <a:pt x="818898" y="96710"/>
                </a:lnTo>
                <a:lnTo>
                  <a:pt x="819504" y="96215"/>
                </a:lnTo>
                <a:lnTo>
                  <a:pt x="820126" y="95767"/>
                </a:lnTo>
                <a:lnTo>
                  <a:pt x="820764" y="95367"/>
                </a:lnTo>
                <a:lnTo>
                  <a:pt x="821418" y="95013"/>
                </a:lnTo>
                <a:lnTo>
                  <a:pt x="822088" y="94707"/>
                </a:lnTo>
                <a:lnTo>
                  <a:pt x="822773" y="94448"/>
                </a:lnTo>
                <a:lnTo>
                  <a:pt x="823475" y="94236"/>
                </a:lnTo>
                <a:lnTo>
                  <a:pt x="824192" y="94071"/>
                </a:lnTo>
                <a:lnTo>
                  <a:pt x="824925" y="93953"/>
                </a:lnTo>
                <a:lnTo>
                  <a:pt x="825674" y="93882"/>
                </a:lnTo>
                <a:lnTo>
                  <a:pt x="826439" y="93858"/>
                </a:lnTo>
                <a:lnTo>
                  <a:pt x="827426" y="93894"/>
                </a:lnTo>
                <a:lnTo>
                  <a:pt x="828390" y="94002"/>
                </a:lnTo>
                <a:lnTo>
                  <a:pt x="829332" y="94182"/>
                </a:lnTo>
                <a:lnTo>
                  <a:pt x="830251" y="94433"/>
                </a:lnTo>
                <a:lnTo>
                  <a:pt x="831147" y="94756"/>
                </a:lnTo>
                <a:lnTo>
                  <a:pt x="832020" y="95151"/>
                </a:lnTo>
                <a:lnTo>
                  <a:pt x="832871" y="95618"/>
                </a:lnTo>
                <a:lnTo>
                  <a:pt x="833698" y="96156"/>
                </a:lnTo>
                <a:lnTo>
                  <a:pt x="834503" y="96766"/>
                </a:lnTo>
                <a:lnTo>
                  <a:pt x="835286" y="97448"/>
                </a:lnTo>
                <a:lnTo>
                  <a:pt x="836045" y="98202"/>
                </a:lnTo>
                <a:lnTo>
                  <a:pt x="836781" y="99028"/>
                </a:lnTo>
                <a:lnTo>
                  <a:pt x="837476" y="99916"/>
                </a:lnTo>
                <a:lnTo>
                  <a:pt x="838111" y="100857"/>
                </a:lnTo>
                <a:lnTo>
                  <a:pt x="838685" y="101851"/>
                </a:lnTo>
                <a:lnTo>
                  <a:pt x="839199" y="102899"/>
                </a:lnTo>
                <a:lnTo>
                  <a:pt x="839652" y="103999"/>
                </a:lnTo>
                <a:lnTo>
                  <a:pt x="840045" y="105152"/>
                </a:lnTo>
                <a:lnTo>
                  <a:pt x="840377" y="106358"/>
                </a:lnTo>
                <a:lnTo>
                  <a:pt x="840649" y="107617"/>
                </a:lnTo>
                <a:lnTo>
                  <a:pt x="840861" y="108929"/>
                </a:lnTo>
                <a:lnTo>
                  <a:pt x="841012" y="110294"/>
                </a:lnTo>
                <a:lnTo>
                  <a:pt x="841102" y="111713"/>
                </a:lnTo>
                <a:lnTo>
                  <a:pt x="841133" y="113184"/>
                </a:lnTo>
                <a:lnTo>
                  <a:pt x="841109" y="114485"/>
                </a:lnTo>
                <a:lnTo>
                  <a:pt x="841037" y="115774"/>
                </a:lnTo>
                <a:lnTo>
                  <a:pt x="840919" y="117050"/>
                </a:lnTo>
                <a:lnTo>
                  <a:pt x="840752" y="118314"/>
                </a:lnTo>
                <a:lnTo>
                  <a:pt x="840538" y="119566"/>
                </a:lnTo>
                <a:lnTo>
                  <a:pt x="840277" y="120805"/>
                </a:lnTo>
                <a:lnTo>
                  <a:pt x="839968" y="122032"/>
                </a:lnTo>
                <a:lnTo>
                  <a:pt x="839611" y="123247"/>
                </a:lnTo>
                <a:lnTo>
                  <a:pt x="839207" y="124449"/>
                </a:lnTo>
                <a:lnTo>
                  <a:pt x="838755" y="125638"/>
                </a:lnTo>
                <a:lnTo>
                  <a:pt x="838256" y="126816"/>
                </a:lnTo>
                <a:lnTo>
                  <a:pt x="837709" y="127980"/>
                </a:lnTo>
                <a:lnTo>
                  <a:pt x="837121" y="129125"/>
                </a:lnTo>
                <a:lnTo>
                  <a:pt x="836499" y="130241"/>
                </a:lnTo>
                <a:lnTo>
                  <a:pt x="835843" y="131330"/>
                </a:lnTo>
                <a:lnTo>
                  <a:pt x="835153" y="132390"/>
                </a:lnTo>
                <a:lnTo>
                  <a:pt x="834428" y="133421"/>
                </a:lnTo>
                <a:lnTo>
                  <a:pt x="833670" y="134425"/>
                </a:lnTo>
                <a:lnTo>
                  <a:pt x="832877" y="135400"/>
                </a:lnTo>
                <a:lnTo>
                  <a:pt x="832050" y="136347"/>
                </a:lnTo>
                <a:lnTo>
                  <a:pt x="831189" y="137266"/>
                </a:lnTo>
                <a:lnTo>
                  <a:pt x="830293" y="138156"/>
                </a:lnTo>
                <a:lnTo>
                  <a:pt x="829364" y="139019"/>
                </a:lnTo>
                <a:lnTo>
                  <a:pt x="828400" y="139853"/>
                </a:lnTo>
                <a:lnTo>
                  <a:pt x="827401" y="140646"/>
                </a:lnTo>
                <a:lnTo>
                  <a:pt x="826366" y="141386"/>
                </a:lnTo>
                <a:lnTo>
                  <a:pt x="825295" y="142073"/>
                </a:lnTo>
                <a:lnTo>
                  <a:pt x="824188" y="142705"/>
                </a:lnTo>
                <a:lnTo>
                  <a:pt x="823044" y="143285"/>
                </a:lnTo>
                <a:lnTo>
                  <a:pt x="821865" y="143811"/>
                </a:lnTo>
                <a:lnTo>
                  <a:pt x="820649" y="144283"/>
                </a:lnTo>
                <a:lnTo>
                  <a:pt x="819397" y="144702"/>
                </a:lnTo>
                <a:lnTo>
                  <a:pt x="818109" y="145068"/>
                </a:lnTo>
                <a:lnTo>
                  <a:pt x="816784" y="145380"/>
                </a:lnTo>
                <a:lnTo>
                  <a:pt x="815424" y="145639"/>
                </a:lnTo>
                <a:lnTo>
                  <a:pt x="814027" y="145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5" name="Original vector context 55">
            <a:extLst xmlns:a="http://schemas.openxmlformats.org/drawingml/2006/main">
              <a:ext uri="{FF2B5EF4-FFF2-40B4-BE49-F238E27FC236}">
                <a16:creationId xmlns:a16="http://schemas.microsoft.com/office/drawing/2014/main" id="{F966F1BB-10B0-4515-BCDC-BD8AA91C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073" y="9173347"/>
            <a:ext cx="1208422" cy="150117"/>
          </a:xfrm>
          <a:custGeom xmlns:a="http://schemas.openxmlformats.org/drawingml/2006/main">
            <a:pathLst>
              <a:path w="1208422" h="150117">
                <a:moveTo>
                  <a:pt x="23824" y="117074"/>
                </a:moveTo>
                <a:lnTo>
                  <a:pt x="23824" y="13246"/>
                </a:lnTo>
                <a:lnTo>
                  <a:pt x="0" y="13246"/>
                </a:lnTo>
                <a:lnTo>
                  <a:pt x="0" y="2136"/>
                </a:lnTo>
                <a:lnTo>
                  <a:pt x="37091" y="2136"/>
                </a:lnTo>
                <a:lnTo>
                  <a:pt x="37091" y="105965"/>
                </a:lnTo>
                <a:lnTo>
                  <a:pt x="61985" y="105965"/>
                </a:lnTo>
                <a:lnTo>
                  <a:pt x="61985" y="117074"/>
                </a:lnTo>
                <a:lnTo>
                  <a:pt x="23824" y="117074"/>
                </a:lnTo>
                <a:close/>
                <a:moveTo>
                  <a:pt x="112401" y="117074"/>
                </a:moveTo>
                <a:lnTo>
                  <a:pt x="112401" y="48567"/>
                </a:lnTo>
                <a:lnTo>
                  <a:pt x="90289" y="48567"/>
                </a:lnTo>
                <a:lnTo>
                  <a:pt x="90289" y="37458"/>
                </a:lnTo>
                <a:lnTo>
                  <a:pt x="125668" y="37458"/>
                </a:lnTo>
                <a:lnTo>
                  <a:pt x="125668" y="105965"/>
                </a:lnTo>
                <a:lnTo>
                  <a:pt x="147852" y="105965"/>
                </a:lnTo>
                <a:lnTo>
                  <a:pt x="147852" y="117074"/>
                </a:lnTo>
                <a:lnTo>
                  <a:pt x="112401" y="117074"/>
                </a:lnTo>
                <a:moveTo>
                  <a:pt x="110190" y="8866"/>
                </a:moveTo>
                <a:lnTo>
                  <a:pt x="110211" y="8137"/>
                </a:lnTo>
                <a:lnTo>
                  <a:pt x="110275" y="7440"/>
                </a:lnTo>
                <a:lnTo>
                  <a:pt x="110382" y="6774"/>
                </a:lnTo>
                <a:lnTo>
                  <a:pt x="110531" y="6139"/>
                </a:lnTo>
                <a:lnTo>
                  <a:pt x="110722" y="5536"/>
                </a:lnTo>
                <a:lnTo>
                  <a:pt x="110957" y="4965"/>
                </a:lnTo>
                <a:lnTo>
                  <a:pt x="111234" y="4425"/>
                </a:lnTo>
                <a:lnTo>
                  <a:pt x="111553" y="3917"/>
                </a:lnTo>
                <a:lnTo>
                  <a:pt x="111915" y="3440"/>
                </a:lnTo>
                <a:lnTo>
                  <a:pt x="112320" y="2995"/>
                </a:lnTo>
                <a:lnTo>
                  <a:pt x="112767" y="2581"/>
                </a:lnTo>
                <a:lnTo>
                  <a:pt x="113257" y="2199"/>
                </a:lnTo>
                <a:lnTo>
                  <a:pt x="113766" y="1848"/>
                </a:lnTo>
                <a:lnTo>
                  <a:pt x="114270" y="1527"/>
                </a:lnTo>
                <a:lnTo>
                  <a:pt x="114768" y="1237"/>
                </a:lnTo>
                <a:lnTo>
                  <a:pt x="115262" y="977"/>
                </a:lnTo>
                <a:lnTo>
                  <a:pt x="115751" y="748"/>
                </a:lnTo>
                <a:lnTo>
                  <a:pt x="116235" y="550"/>
                </a:lnTo>
                <a:lnTo>
                  <a:pt x="116714" y="382"/>
                </a:lnTo>
                <a:lnTo>
                  <a:pt x="117188" y="244"/>
                </a:lnTo>
                <a:lnTo>
                  <a:pt x="117657" y="137"/>
                </a:lnTo>
                <a:lnTo>
                  <a:pt x="118121" y="61"/>
                </a:lnTo>
                <a:lnTo>
                  <a:pt x="118581" y="15"/>
                </a:lnTo>
                <a:lnTo>
                  <a:pt x="119035" y="0"/>
                </a:lnTo>
                <a:lnTo>
                  <a:pt x="119500" y="15"/>
                </a:lnTo>
                <a:lnTo>
                  <a:pt x="119970" y="61"/>
                </a:lnTo>
                <a:lnTo>
                  <a:pt x="120444" y="137"/>
                </a:lnTo>
                <a:lnTo>
                  <a:pt x="120921" y="244"/>
                </a:lnTo>
                <a:lnTo>
                  <a:pt x="121403" y="382"/>
                </a:lnTo>
                <a:lnTo>
                  <a:pt x="121888" y="550"/>
                </a:lnTo>
                <a:lnTo>
                  <a:pt x="122377" y="748"/>
                </a:lnTo>
                <a:lnTo>
                  <a:pt x="122871" y="977"/>
                </a:lnTo>
                <a:lnTo>
                  <a:pt x="123368" y="1237"/>
                </a:lnTo>
                <a:lnTo>
                  <a:pt x="123869" y="1527"/>
                </a:lnTo>
                <a:lnTo>
                  <a:pt x="124375" y="1848"/>
                </a:lnTo>
                <a:lnTo>
                  <a:pt x="124884" y="2199"/>
                </a:lnTo>
                <a:lnTo>
                  <a:pt x="125374" y="2581"/>
                </a:lnTo>
                <a:lnTo>
                  <a:pt x="125821" y="2995"/>
                </a:lnTo>
                <a:lnTo>
                  <a:pt x="126226" y="3440"/>
                </a:lnTo>
                <a:lnTo>
                  <a:pt x="126588" y="3917"/>
                </a:lnTo>
                <a:lnTo>
                  <a:pt x="126907" y="4425"/>
                </a:lnTo>
                <a:lnTo>
                  <a:pt x="127184" y="4965"/>
                </a:lnTo>
                <a:lnTo>
                  <a:pt x="127419" y="5536"/>
                </a:lnTo>
                <a:lnTo>
                  <a:pt x="127610" y="6139"/>
                </a:lnTo>
                <a:lnTo>
                  <a:pt x="127759" y="6774"/>
                </a:lnTo>
                <a:lnTo>
                  <a:pt x="127866" y="7440"/>
                </a:lnTo>
                <a:lnTo>
                  <a:pt x="127930" y="8137"/>
                </a:lnTo>
                <a:lnTo>
                  <a:pt x="127951" y="8866"/>
                </a:lnTo>
                <a:lnTo>
                  <a:pt x="127930" y="9584"/>
                </a:lnTo>
                <a:lnTo>
                  <a:pt x="127866" y="10271"/>
                </a:lnTo>
                <a:lnTo>
                  <a:pt x="127759" y="10927"/>
                </a:lnTo>
                <a:lnTo>
                  <a:pt x="127610" y="11553"/>
                </a:lnTo>
                <a:lnTo>
                  <a:pt x="127419" y="12149"/>
                </a:lnTo>
                <a:lnTo>
                  <a:pt x="127184" y="12714"/>
                </a:lnTo>
                <a:lnTo>
                  <a:pt x="126907" y="13248"/>
                </a:lnTo>
                <a:lnTo>
                  <a:pt x="126588" y="13752"/>
                </a:lnTo>
                <a:lnTo>
                  <a:pt x="126226" y="14225"/>
                </a:lnTo>
                <a:lnTo>
                  <a:pt x="125821" y="14668"/>
                </a:lnTo>
                <a:lnTo>
                  <a:pt x="125374" y="15080"/>
                </a:lnTo>
                <a:lnTo>
                  <a:pt x="124884" y="15462"/>
                </a:lnTo>
                <a:lnTo>
                  <a:pt x="124375" y="15813"/>
                </a:lnTo>
                <a:lnTo>
                  <a:pt x="123869" y="16134"/>
                </a:lnTo>
                <a:lnTo>
                  <a:pt x="123368" y="16424"/>
                </a:lnTo>
                <a:lnTo>
                  <a:pt x="122871" y="16684"/>
                </a:lnTo>
                <a:lnTo>
                  <a:pt x="122377" y="16913"/>
                </a:lnTo>
                <a:lnTo>
                  <a:pt x="121888" y="17111"/>
                </a:lnTo>
                <a:lnTo>
                  <a:pt x="121403" y="17279"/>
                </a:lnTo>
                <a:lnTo>
                  <a:pt x="120921" y="17416"/>
                </a:lnTo>
                <a:lnTo>
                  <a:pt x="120444" y="17523"/>
                </a:lnTo>
                <a:lnTo>
                  <a:pt x="119970" y="17600"/>
                </a:lnTo>
                <a:lnTo>
                  <a:pt x="119500" y="17646"/>
                </a:lnTo>
                <a:lnTo>
                  <a:pt x="119035" y="17661"/>
                </a:lnTo>
                <a:lnTo>
                  <a:pt x="118581" y="17646"/>
                </a:lnTo>
                <a:lnTo>
                  <a:pt x="118121" y="17600"/>
                </a:lnTo>
                <a:lnTo>
                  <a:pt x="117657" y="17523"/>
                </a:lnTo>
                <a:lnTo>
                  <a:pt x="117188" y="17416"/>
                </a:lnTo>
                <a:lnTo>
                  <a:pt x="116714" y="17279"/>
                </a:lnTo>
                <a:lnTo>
                  <a:pt x="116235" y="17111"/>
                </a:lnTo>
                <a:lnTo>
                  <a:pt x="115751" y="16913"/>
                </a:lnTo>
                <a:lnTo>
                  <a:pt x="115262" y="16684"/>
                </a:lnTo>
                <a:lnTo>
                  <a:pt x="114768" y="16424"/>
                </a:lnTo>
                <a:lnTo>
                  <a:pt x="114270" y="16134"/>
                </a:lnTo>
                <a:lnTo>
                  <a:pt x="113766" y="15813"/>
                </a:lnTo>
                <a:lnTo>
                  <a:pt x="113257" y="15462"/>
                </a:lnTo>
                <a:lnTo>
                  <a:pt x="112767" y="15080"/>
                </a:lnTo>
                <a:lnTo>
                  <a:pt x="112320" y="14668"/>
                </a:lnTo>
                <a:lnTo>
                  <a:pt x="111915" y="14225"/>
                </a:lnTo>
                <a:lnTo>
                  <a:pt x="111553" y="13752"/>
                </a:lnTo>
                <a:lnTo>
                  <a:pt x="111234" y="13248"/>
                </a:lnTo>
                <a:lnTo>
                  <a:pt x="110957" y="12714"/>
                </a:lnTo>
                <a:lnTo>
                  <a:pt x="110722" y="12149"/>
                </a:lnTo>
                <a:lnTo>
                  <a:pt x="110531" y="11553"/>
                </a:lnTo>
                <a:lnTo>
                  <a:pt x="110382" y="10927"/>
                </a:lnTo>
                <a:lnTo>
                  <a:pt x="110275" y="10271"/>
                </a:lnTo>
                <a:lnTo>
                  <a:pt x="110211" y="9584"/>
                </a:lnTo>
                <a:lnTo>
                  <a:pt x="110190" y="8866"/>
                </a:lnTo>
                <a:close/>
                <a:moveTo>
                  <a:pt x="177725" y="117074"/>
                </a:moveTo>
                <a:lnTo>
                  <a:pt x="177725" y="37458"/>
                </a:lnTo>
                <a:lnTo>
                  <a:pt x="190992" y="37458"/>
                </a:lnTo>
                <a:lnTo>
                  <a:pt x="190992" y="54970"/>
                </a:lnTo>
                <a:lnTo>
                  <a:pt x="191960" y="53461"/>
                </a:lnTo>
                <a:lnTo>
                  <a:pt x="192960" y="52008"/>
                </a:lnTo>
                <a:lnTo>
                  <a:pt x="193992" y="50611"/>
                </a:lnTo>
                <a:lnTo>
                  <a:pt x="195058" y="49269"/>
                </a:lnTo>
                <a:lnTo>
                  <a:pt x="196156" y="47983"/>
                </a:lnTo>
                <a:lnTo>
                  <a:pt x="197287" y="46753"/>
                </a:lnTo>
                <a:lnTo>
                  <a:pt x="198450" y="45578"/>
                </a:lnTo>
                <a:lnTo>
                  <a:pt x="199647" y="44459"/>
                </a:lnTo>
                <a:lnTo>
                  <a:pt x="200876" y="43395"/>
                </a:lnTo>
                <a:lnTo>
                  <a:pt x="202137" y="42387"/>
                </a:lnTo>
                <a:lnTo>
                  <a:pt x="203432" y="41435"/>
                </a:lnTo>
                <a:lnTo>
                  <a:pt x="204759" y="40538"/>
                </a:lnTo>
                <a:lnTo>
                  <a:pt x="206102" y="39705"/>
                </a:lnTo>
                <a:lnTo>
                  <a:pt x="207445" y="38944"/>
                </a:lnTo>
                <a:lnTo>
                  <a:pt x="208789" y="38256"/>
                </a:lnTo>
                <a:lnTo>
                  <a:pt x="210132" y="37640"/>
                </a:lnTo>
                <a:lnTo>
                  <a:pt x="211476" y="37097"/>
                </a:lnTo>
                <a:lnTo>
                  <a:pt x="212819" y="36626"/>
                </a:lnTo>
                <a:lnTo>
                  <a:pt x="214162" y="36227"/>
                </a:lnTo>
                <a:lnTo>
                  <a:pt x="215506" y="35901"/>
                </a:lnTo>
                <a:lnTo>
                  <a:pt x="216849" y="35648"/>
                </a:lnTo>
                <a:lnTo>
                  <a:pt x="218192" y="35466"/>
                </a:lnTo>
                <a:lnTo>
                  <a:pt x="219536" y="35358"/>
                </a:lnTo>
                <a:lnTo>
                  <a:pt x="220879" y="35322"/>
                </a:lnTo>
                <a:lnTo>
                  <a:pt x="222047" y="35348"/>
                </a:lnTo>
                <a:lnTo>
                  <a:pt x="223197" y="35425"/>
                </a:lnTo>
                <a:lnTo>
                  <a:pt x="224330" y="35555"/>
                </a:lnTo>
                <a:lnTo>
                  <a:pt x="225444" y="35737"/>
                </a:lnTo>
                <a:lnTo>
                  <a:pt x="226541" y="35971"/>
                </a:lnTo>
                <a:lnTo>
                  <a:pt x="227620" y="36256"/>
                </a:lnTo>
                <a:lnTo>
                  <a:pt x="228681" y="36594"/>
                </a:lnTo>
                <a:lnTo>
                  <a:pt x="229724" y="36983"/>
                </a:lnTo>
                <a:lnTo>
                  <a:pt x="230749" y="37425"/>
                </a:lnTo>
                <a:lnTo>
                  <a:pt x="231757" y="37918"/>
                </a:lnTo>
                <a:lnTo>
                  <a:pt x="232747" y="38463"/>
                </a:lnTo>
                <a:lnTo>
                  <a:pt x="233718" y="39060"/>
                </a:lnTo>
                <a:lnTo>
                  <a:pt x="234657" y="39699"/>
                </a:lnTo>
                <a:lnTo>
                  <a:pt x="235548" y="40371"/>
                </a:lnTo>
                <a:lnTo>
                  <a:pt x="236391" y="41074"/>
                </a:lnTo>
                <a:lnTo>
                  <a:pt x="237186" y="41810"/>
                </a:lnTo>
                <a:lnTo>
                  <a:pt x="237933" y="42578"/>
                </a:lnTo>
                <a:lnTo>
                  <a:pt x="238631" y="43377"/>
                </a:lnTo>
                <a:lnTo>
                  <a:pt x="239282" y="44210"/>
                </a:lnTo>
                <a:lnTo>
                  <a:pt x="239885" y="45074"/>
                </a:lnTo>
                <a:lnTo>
                  <a:pt x="240439" y="45970"/>
                </a:lnTo>
                <a:lnTo>
                  <a:pt x="240946" y="46899"/>
                </a:lnTo>
                <a:lnTo>
                  <a:pt x="241404" y="47859"/>
                </a:lnTo>
                <a:lnTo>
                  <a:pt x="241814" y="48852"/>
                </a:lnTo>
                <a:lnTo>
                  <a:pt x="242185" y="49942"/>
                </a:lnTo>
                <a:lnTo>
                  <a:pt x="242523" y="51194"/>
                </a:lnTo>
                <a:lnTo>
                  <a:pt x="242829" y="52608"/>
                </a:lnTo>
                <a:lnTo>
                  <a:pt x="243102" y="54185"/>
                </a:lnTo>
                <a:lnTo>
                  <a:pt x="243344" y="55924"/>
                </a:lnTo>
                <a:lnTo>
                  <a:pt x="243553" y="57825"/>
                </a:lnTo>
                <a:lnTo>
                  <a:pt x="243730" y="59888"/>
                </a:lnTo>
                <a:lnTo>
                  <a:pt x="243875" y="62113"/>
                </a:lnTo>
                <a:lnTo>
                  <a:pt x="243988" y="64501"/>
                </a:lnTo>
                <a:lnTo>
                  <a:pt x="244068" y="67051"/>
                </a:lnTo>
                <a:lnTo>
                  <a:pt x="244117" y="69763"/>
                </a:lnTo>
                <a:lnTo>
                  <a:pt x="244133" y="72637"/>
                </a:lnTo>
                <a:lnTo>
                  <a:pt x="244133" y="117074"/>
                </a:lnTo>
                <a:lnTo>
                  <a:pt x="230865" y="117074"/>
                </a:lnTo>
                <a:lnTo>
                  <a:pt x="230865" y="71046"/>
                </a:lnTo>
                <a:lnTo>
                  <a:pt x="230858" y="69191"/>
                </a:lnTo>
                <a:lnTo>
                  <a:pt x="230835" y="67444"/>
                </a:lnTo>
                <a:lnTo>
                  <a:pt x="230796" y="65806"/>
                </a:lnTo>
                <a:lnTo>
                  <a:pt x="230742" y="64275"/>
                </a:lnTo>
                <a:lnTo>
                  <a:pt x="230673" y="62853"/>
                </a:lnTo>
                <a:lnTo>
                  <a:pt x="230589" y="61540"/>
                </a:lnTo>
                <a:lnTo>
                  <a:pt x="230489" y="60334"/>
                </a:lnTo>
                <a:lnTo>
                  <a:pt x="230374" y="59236"/>
                </a:lnTo>
                <a:lnTo>
                  <a:pt x="230243" y="58247"/>
                </a:lnTo>
                <a:lnTo>
                  <a:pt x="230098" y="57366"/>
                </a:lnTo>
                <a:lnTo>
                  <a:pt x="229936" y="56593"/>
                </a:lnTo>
                <a:lnTo>
                  <a:pt x="229760" y="55929"/>
                </a:lnTo>
                <a:lnTo>
                  <a:pt x="229563" y="55327"/>
                </a:lnTo>
                <a:lnTo>
                  <a:pt x="229340" y="54744"/>
                </a:lnTo>
                <a:lnTo>
                  <a:pt x="229091" y="54179"/>
                </a:lnTo>
                <a:lnTo>
                  <a:pt x="228817" y="53633"/>
                </a:lnTo>
                <a:lnTo>
                  <a:pt x="228516" y="53105"/>
                </a:lnTo>
                <a:lnTo>
                  <a:pt x="228190" y="52595"/>
                </a:lnTo>
                <a:lnTo>
                  <a:pt x="227839" y="52103"/>
                </a:lnTo>
                <a:lnTo>
                  <a:pt x="227461" y="51629"/>
                </a:lnTo>
                <a:lnTo>
                  <a:pt x="227058" y="51174"/>
                </a:lnTo>
                <a:lnTo>
                  <a:pt x="226629" y="50737"/>
                </a:lnTo>
                <a:lnTo>
                  <a:pt x="226174" y="50318"/>
                </a:lnTo>
                <a:lnTo>
                  <a:pt x="225694" y="49918"/>
                </a:lnTo>
                <a:lnTo>
                  <a:pt x="225197" y="49543"/>
                </a:lnTo>
                <a:lnTo>
                  <a:pt x="224692" y="49201"/>
                </a:lnTo>
                <a:lnTo>
                  <a:pt x="224180" y="48891"/>
                </a:lnTo>
                <a:lnTo>
                  <a:pt x="223661" y="48614"/>
                </a:lnTo>
                <a:lnTo>
                  <a:pt x="223134" y="48369"/>
                </a:lnTo>
                <a:lnTo>
                  <a:pt x="222600" y="48157"/>
                </a:lnTo>
                <a:lnTo>
                  <a:pt x="222058" y="47978"/>
                </a:lnTo>
                <a:lnTo>
                  <a:pt x="221509" y="47831"/>
                </a:lnTo>
                <a:lnTo>
                  <a:pt x="220953" y="47717"/>
                </a:lnTo>
                <a:lnTo>
                  <a:pt x="220389" y="47635"/>
                </a:lnTo>
                <a:lnTo>
                  <a:pt x="219817" y="47586"/>
                </a:lnTo>
                <a:lnTo>
                  <a:pt x="219239" y="47570"/>
                </a:lnTo>
                <a:lnTo>
                  <a:pt x="218066" y="47616"/>
                </a:lnTo>
                <a:lnTo>
                  <a:pt x="216880" y="47754"/>
                </a:lnTo>
                <a:lnTo>
                  <a:pt x="215679" y="47984"/>
                </a:lnTo>
                <a:lnTo>
                  <a:pt x="214463" y="48305"/>
                </a:lnTo>
                <a:lnTo>
                  <a:pt x="213234" y="48719"/>
                </a:lnTo>
                <a:lnTo>
                  <a:pt x="211990" y="49224"/>
                </a:lnTo>
                <a:lnTo>
                  <a:pt x="210731" y="49821"/>
                </a:lnTo>
                <a:lnTo>
                  <a:pt x="209459" y="50511"/>
                </a:lnTo>
                <a:lnTo>
                  <a:pt x="208171" y="51292"/>
                </a:lnTo>
                <a:lnTo>
                  <a:pt x="206870" y="52165"/>
                </a:lnTo>
                <a:lnTo>
                  <a:pt x="205554" y="53130"/>
                </a:lnTo>
                <a:lnTo>
                  <a:pt x="204224" y="54186"/>
                </a:lnTo>
                <a:lnTo>
                  <a:pt x="202906" y="55312"/>
                </a:lnTo>
                <a:lnTo>
                  <a:pt x="201627" y="56484"/>
                </a:lnTo>
                <a:lnTo>
                  <a:pt x="200388" y="57703"/>
                </a:lnTo>
                <a:lnTo>
                  <a:pt x="199187" y="58968"/>
                </a:lnTo>
                <a:lnTo>
                  <a:pt x="198026" y="60280"/>
                </a:lnTo>
                <a:lnTo>
                  <a:pt x="196904" y="61638"/>
                </a:lnTo>
                <a:lnTo>
                  <a:pt x="195820" y="63042"/>
                </a:lnTo>
                <a:lnTo>
                  <a:pt x="194777" y="64493"/>
                </a:lnTo>
                <a:lnTo>
                  <a:pt x="193772" y="65991"/>
                </a:lnTo>
                <a:lnTo>
                  <a:pt x="192806" y="67534"/>
                </a:lnTo>
                <a:lnTo>
                  <a:pt x="191880" y="69124"/>
                </a:lnTo>
                <a:lnTo>
                  <a:pt x="190992" y="70761"/>
                </a:lnTo>
                <a:lnTo>
                  <a:pt x="190992" y="117074"/>
                </a:lnTo>
                <a:lnTo>
                  <a:pt x="177725" y="117074"/>
                </a:lnTo>
                <a:close/>
                <a:moveTo>
                  <a:pt x="317731" y="99048"/>
                </a:moveTo>
                <a:lnTo>
                  <a:pt x="316703" y="100682"/>
                </a:lnTo>
                <a:lnTo>
                  <a:pt x="315641" y="102248"/>
                </a:lnTo>
                <a:lnTo>
                  <a:pt x="314545" y="103745"/>
                </a:lnTo>
                <a:lnTo>
                  <a:pt x="313415" y="105173"/>
                </a:lnTo>
                <a:lnTo>
                  <a:pt x="312251" y="106533"/>
                </a:lnTo>
                <a:lnTo>
                  <a:pt x="311052" y="107824"/>
                </a:lnTo>
                <a:lnTo>
                  <a:pt x="309820" y="109047"/>
                </a:lnTo>
                <a:lnTo>
                  <a:pt x="308553" y="110202"/>
                </a:lnTo>
                <a:lnTo>
                  <a:pt x="307252" y="111288"/>
                </a:lnTo>
                <a:lnTo>
                  <a:pt x="305917" y="112305"/>
                </a:lnTo>
                <a:lnTo>
                  <a:pt x="304547" y="113254"/>
                </a:lnTo>
                <a:lnTo>
                  <a:pt x="303144" y="114134"/>
                </a:lnTo>
                <a:lnTo>
                  <a:pt x="301733" y="114945"/>
                </a:lnTo>
                <a:lnTo>
                  <a:pt x="300341" y="115685"/>
                </a:lnTo>
                <a:lnTo>
                  <a:pt x="298969" y="116355"/>
                </a:lnTo>
                <a:lnTo>
                  <a:pt x="297616" y="116954"/>
                </a:lnTo>
                <a:lnTo>
                  <a:pt x="296282" y="117483"/>
                </a:lnTo>
                <a:lnTo>
                  <a:pt x="294967" y="117941"/>
                </a:lnTo>
                <a:lnTo>
                  <a:pt x="293672" y="118329"/>
                </a:lnTo>
                <a:lnTo>
                  <a:pt x="292397" y="118646"/>
                </a:lnTo>
                <a:lnTo>
                  <a:pt x="291140" y="118893"/>
                </a:lnTo>
                <a:lnTo>
                  <a:pt x="289903" y="119069"/>
                </a:lnTo>
                <a:lnTo>
                  <a:pt x="288685" y="119175"/>
                </a:lnTo>
                <a:lnTo>
                  <a:pt x="287487" y="119210"/>
                </a:lnTo>
                <a:lnTo>
                  <a:pt x="285837" y="119150"/>
                </a:lnTo>
                <a:lnTo>
                  <a:pt x="284215" y="118971"/>
                </a:lnTo>
                <a:lnTo>
                  <a:pt x="282621" y="118672"/>
                </a:lnTo>
                <a:lnTo>
                  <a:pt x="281055" y="118253"/>
                </a:lnTo>
                <a:lnTo>
                  <a:pt x="279518" y="117714"/>
                </a:lnTo>
                <a:lnTo>
                  <a:pt x="278009" y="117056"/>
                </a:lnTo>
                <a:lnTo>
                  <a:pt x="276528" y="116278"/>
                </a:lnTo>
                <a:lnTo>
                  <a:pt x="275075" y="115381"/>
                </a:lnTo>
                <a:lnTo>
                  <a:pt x="273651" y="114363"/>
                </a:lnTo>
                <a:lnTo>
                  <a:pt x="272255" y="113226"/>
                </a:lnTo>
                <a:lnTo>
                  <a:pt x="270887" y="111970"/>
                </a:lnTo>
                <a:lnTo>
                  <a:pt x="269547" y="110593"/>
                </a:lnTo>
                <a:lnTo>
                  <a:pt x="268277" y="109096"/>
                </a:lnTo>
                <a:lnTo>
                  <a:pt x="267117" y="107474"/>
                </a:lnTo>
                <a:lnTo>
                  <a:pt x="266068" y="105729"/>
                </a:lnTo>
                <a:lnTo>
                  <a:pt x="265129" y="103860"/>
                </a:lnTo>
                <a:lnTo>
                  <a:pt x="264300" y="101867"/>
                </a:lnTo>
                <a:lnTo>
                  <a:pt x="263582" y="99751"/>
                </a:lnTo>
                <a:lnTo>
                  <a:pt x="262975" y="97512"/>
                </a:lnTo>
                <a:lnTo>
                  <a:pt x="262478" y="95148"/>
                </a:lnTo>
                <a:lnTo>
                  <a:pt x="262091" y="92661"/>
                </a:lnTo>
                <a:lnTo>
                  <a:pt x="261815" y="90051"/>
                </a:lnTo>
                <a:lnTo>
                  <a:pt x="261649" y="87316"/>
                </a:lnTo>
                <a:lnTo>
                  <a:pt x="261594" y="84458"/>
                </a:lnTo>
                <a:lnTo>
                  <a:pt x="261631" y="82176"/>
                </a:lnTo>
                <a:lnTo>
                  <a:pt x="261741" y="79935"/>
                </a:lnTo>
                <a:lnTo>
                  <a:pt x="261924" y="77735"/>
                </a:lnTo>
                <a:lnTo>
                  <a:pt x="262181" y="75577"/>
                </a:lnTo>
                <a:lnTo>
                  <a:pt x="262511" y="73459"/>
                </a:lnTo>
                <a:lnTo>
                  <a:pt x="262914" y="71382"/>
                </a:lnTo>
                <a:lnTo>
                  <a:pt x="263390" y="69346"/>
                </a:lnTo>
                <a:lnTo>
                  <a:pt x="263940" y="67351"/>
                </a:lnTo>
                <a:lnTo>
                  <a:pt x="264563" y="65398"/>
                </a:lnTo>
                <a:lnTo>
                  <a:pt x="265260" y="63485"/>
                </a:lnTo>
                <a:lnTo>
                  <a:pt x="266029" y="61614"/>
                </a:lnTo>
                <a:lnTo>
                  <a:pt x="266873" y="59783"/>
                </a:lnTo>
                <a:lnTo>
                  <a:pt x="267777" y="58005"/>
                </a:lnTo>
                <a:lnTo>
                  <a:pt x="268731" y="56290"/>
                </a:lnTo>
                <a:lnTo>
                  <a:pt x="269735" y="54638"/>
                </a:lnTo>
                <a:lnTo>
                  <a:pt x="270788" y="53050"/>
                </a:lnTo>
                <a:lnTo>
                  <a:pt x="271890" y="51524"/>
                </a:lnTo>
                <a:lnTo>
                  <a:pt x="273043" y="50063"/>
                </a:lnTo>
                <a:lnTo>
                  <a:pt x="274244" y="48664"/>
                </a:lnTo>
                <a:lnTo>
                  <a:pt x="275495" y="47329"/>
                </a:lnTo>
                <a:lnTo>
                  <a:pt x="276796" y="46057"/>
                </a:lnTo>
                <a:lnTo>
                  <a:pt x="278147" y="44848"/>
                </a:lnTo>
                <a:lnTo>
                  <a:pt x="279546" y="43703"/>
                </a:lnTo>
                <a:lnTo>
                  <a:pt x="280996" y="42621"/>
                </a:lnTo>
                <a:lnTo>
                  <a:pt x="282499" y="41614"/>
                </a:lnTo>
                <a:lnTo>
                  <a:pt x="284061" y="40695"/>
                </a:lnTo>
                <a:lnTo>
                  <a:pt x="285681" y="39864"/>
                </a:lnTo>
                <a:lnTo>
                  <a:pt x="287360" y="39120"/>
                </a:lnTo>
                <a:lnTo>
                  <a:pt x="289097" y="38463"/>
                </a:lnTo>
                <a:lnTo>
                  <a:pt x="290893" y="37894"/>
                </a:lnTo>
                <a:lnTo>
                  <a:pt x="292747" y="37413"/>
                </a:lnTo>
                <a:lnTo>
                  <a:pt x="294659" y="37019"/>
                </a:lnTo>
                <a:lnTo>
                  <a:pt x="296630" y="36712"/>
                </a:lnTo>
                <a:lnTo>
                  <a:pt x="298660" y="36494"/>
                </a:lnTo>
                <a:lnTo>
                  <a:pt x="300748" y="36362"/>
                </a:lnTo>
                <a:lnTo>
                  <a:pt x="302894" y="36319"/>
                </a:lnTo>
                <a:lnTo>
                  <a:pt x="303551" y="36324"/>
                </a:lnTo>
                <a:lnTo>
                  <a:pt x="304261" y="36340"/>
                </a:lnTo>
                <a:lnTo>
                  <a:pt x="305025" y="36367"/>
                </a:lnTo>
                <a:lnTo>
                  <a:pt x="305842" y="36406"/>
                </a:lnTo>
                <a:lnTo>
                  <a:pt x="306713" y="36455"/>
                </a:lnTo>
                <a:lnTo>
                  <a:pt x="307637" y="36514"/>
                </a:lnTo>
                <a:lnTo>
                  <a:pt x="308615" y="36585"/>
                </a:lnTo>
                <a:lnTo>
                  <a:pt x="309646" y="36667"/>
                </a:lnTo>
                <a:lnTo>
                  <a:pt x="310731" y="36759"/>
                </a:lnTo>
                <a:lnTo>
                  <a:pt x="311870" y="36863"/>
                </a:lnTo>
                <a:lnTo>
                  <a:pt x="313061" y="36977"/>
                </a:lnTo>
                <a:lnTo>
                  <a:pt x="314307" y="37102"/>
                </a:lnTo>
                <a:lnTo>
                  <a:pt x="314505" y="37126"/>
                </a:lnTo>
                <a:lnTo>
                  <a:pt x="314719" y="37151"/>
                </a:lnTo>
                <a:lnTo>
                  <a:pt x="314949" y="37178"/>
                </a:lnTo>
                <a:lnTo>
                  <a:pt x="315194" y="37205"/>
                </a:lnTo>
                <a:lnTo>
                  <a:pt x="315456" y="37233"/>
                </a:lnTo>
                <a:lnTo>
                  <a:pt x="315733" y="37262"/>
                </a:lnTo>
                <a:lnTo>
                  <a:pt x="316027" y="37292"/>
                </a:lnTo>
                <a:lnTo>
                  <a:pt x="316336" y="37323"/>
                </a:lnTo>
                <a:lnTo>
                  <a:pt x="316661" y="37356"/>
                </a:lnTo>
                <a:lnTo>
                  <a:pt x="317001" y="37389"/>
                </a:lnTo>
                <a:lnTo>
                  <a:pt x="317358" y="37423"/>
                </a:lnTo>
                <a:lnTo>
                  <a:pt x="317731" y="37458"/>
                </a:lnTo>
                <a:lnTo>
                  <a:pt x="331069" y="37458"/>
                </a:lnTo>
                <a:lnTo>
                  <a:pt x="331069" y="93645"/>
                </a:lnTo>
                <a:lnTo>
                  <a:pt x="331090" y="96012"/>
                </a:lnTo>
                <a:lnTo>
                  <a:pt x="331152" y="98304"/>
                </a:lnTo>
                <a:lnTo>
                  <a:pt x="331256" y="100520"/>
                </a:lnTo>
                <a:lnTo>
                  <a:pt x="331402" y="102661"/>
                </a:lnTo>
                <a:lnTo>
                  <a:pt x="331589" y="104727"/>
                </a:lnTo>
                <a:lnTo>
                  <a:pt x="331818" y="106717"/>
                </a:lnTo>
                <a:lnTo>
                  <a:pt x="332089" y="108632"/>
                </a:lnTo>
                <a:lnTo>
                  <a:pt x="332401" y="110471"/>
                </a:lnTo>
                <a:lnTo>
                  <a:pt x="332754" y="112235"/>
                </a:lnTo>
                <a:lnTo>
                  <a:pt x="333150" y="113923"/>
                </a:lnTo>
                <a:lnTo>
                  <a:pt x="333586" y="115536"/>
                </a:lnTo>
                <a:lnTo>
                  <a:pt x="334065" y="117074"/>
                </a:lnTo>
                <a:lnTo>
                  <a:pt x="320227" y="117074"/>
                </a:lnTo>
                <a:lnTo>
                  <a:pt x="319970" y="115939"/>
                </a:lnTo>
                <a:lnTo>
                  <a:pt x="319722" y="114738"/>
                </a:lnTo>
                <a:lnTo>
                  <a:pt x="319483" y="113469"/>
                </a:lnTo>
                <a:lnTo>
                  <a:pt x="319252" y="112134"/>
                </a:lnTo>
                <a:lnTo>
                  <a:pt x="319031" y="110733"/>
                </a:lnTo>
                <a:lnTo>
                  <a:pt x="318818" y="109264"/>
                </a:lnTo>
                <a:lnTo>
                  <a:pt x="318615" y="107728"/>
                </a:lnTo>
                <a:lnTo>
                  <a:pt x="318420" y="106126"/>
                </a:lnTo>
                <a:lnTo>
                  <a:pt x="318234" y="104457"/>
                </a:lnTo>
                <a:lnTo>
                  <a:pt x="318057" y="102721"/>
                </a:lnTo>
                <a:lnTo>
                  <a:pt x="317890" y="100918"/>
                </a:lnTo>
                <a:lnTo>
                  <a:pt x="317731" y="99048"/>
                </a:lnTo>
                <a:moveTo>
                  <a:pt x="317731" y="83390"/>
                </a:moveTo>
                <a:lnTo>
                  <a:pt x="317731" y="49279"/>
                </a:lnTo>
                <a:lnTo>
                  <a:pt x="316560" y="48984"/>
                </a:lnTo>
                <a:lnTo>
                  <a:pt x="315404" y="48713"/>
                </a:lnTo>
                <a:lnTo>
                  <a:pt x="314262" y="48469"/>
                </a:lnTo>
                <a:lnTo>
                  <a:pt x="313134" y="48251"/>
                </a:lnTo>
                <a:lnTo>
                  <a:pt x="312019" y="48058"/>
                </a:lnTo>
                <a:lnTo>
                  <a:pt x="310919" y="47891"/>
                </a:lnTo>
                <a:lnTo>
                  <a:pt x="309832" y="47749"/>
                </a:lnTo>
                <a:lnTo>
                  <a:pt x="308759" y="47633"/>
                </a:lnTo>
                <a:lnTo>
                  <a:pt x="307700" y="47543"/>
                </a:lnTo>
                <a:lnTo>
                  <a:pt x="306655" y="47479"/>
                </a:lnTo>
                <a:lnTo>
                  <a:pt x="305623" y="47441"/>
                </a:lnTo>
                <a:lnTo>
                  <a:pt x="304606" y="47428"/>
                </a:lnTo>
                <a:lnTo>
                  <a:pt x="302590" y="47493"/>
                </a:lnTo>
                <a:lnTo>
                  <a:pt x="300630" y="47691"/>
                </a:lnTo>
                <a:lnTo>
                  <a:pt x="298728" y="48020"/>
                </a:lnTo>
                <a:lnTo>
                  <a:pt x="296882" y="48480"/>
                </a:lnTo>
                <a:lnTo>
                  <a:pt x="295094" y="49072"/>
                </a:lnTo>
                <a:lnTo>
                  <a:pt x="293363" y="49796"/>
                </a:lnTo>
                <a:lnTo>
                  <a:pt x="291688" y="50651"/>
                </a:lnTo>
                <a:lnTo>
                  <a:pt x="290070" y="51637"/>
                </a:lnTo>
                <a:lnTo>
                  <a:pt x="288510" y="52755"/>
                </a:lnTo>
                <a:lnTo>
                  <a:pt x="287006" y="54005"/>
                </a:lnTo>
                <a:lnTo>
                  <a:pt x="285560" y="55386"/>
                </a:lnTo>
                <a:lnTo>
                  <a:pt x="284170" y="56899"/>
                </a:lnTo>
                <a:lnTo>
                  <a:pt x="282865" y="58525"/>
                </a:lnTo>
                <a:lnTo>
                  <a:pt x="281674" y="60246"/>
                </a:lnTo>
                <a:lnTo>
                  <a:pt x="280597" y="62062"/>
                </a:lnTo>
                <a:lnTo>
                  <a:pt x="279633" y="63973"/>
                </a:lnTo>
                <a:lnTo>
                  <a:pt x="278782" y="65979"/>
                </a:lnTo>
                <a:lnTo>
                  <a:pt x="278045" y="68079"/>
                </a:lnTo>
                <a:lnTo>
                  <a:pt x="277421" y="70275"/>
                </a:lnTo>
                <a:lnTo>
                  <a:pt x="276910" y="72566"/>
                </a:lnTo>
                <a:lnTo>
                  <a:pt x="276513" y="74951"/>
                </a:lnTo>
                <a:lnTo>
                  <a:pt x="276230" y="77432"/>
                </a:lnTo>
                <a:lnTo>
                  <a:pt x="276059" y="80008"/>
                </a:lnTo>
                <a:lnTo>
                  <a:pt x="276003" y="82678"/>
                </a:lnTo>
                <a:lnTo>
                  <a:pt x="276034" y="84608"/>
                </a:lnTo>
                <a:lnTo>
                  <a:pt x="276127" y="86457"/>
                </a:lnTo>
                <a:lnTo>
                  <a:pt x="276281" y="88226"/>
                </a:lnTo>
                <a:lnTo>
                  <a:pt x="276498" y="89914"/>
                </a:lnTo>
                <a:lnTo>
                  <a:pt x="276777" y="91522"/>
                </a:lnTo>
                <a:lnTo>
                  <a:pt x="277117" y="93048"/>
                </a:lnTo>
                <a:lnTo>
                  <a:pt x="277520" y="94495"/>
                </a:lnTo>
                <a:lnTo>
                  <a:pt x="277984" y="95860"/>
                </a:lnTo>
                <a:lnTo>
                  <a:pt x="278510" y="97145"/>
                </a:lnTo>
                <a:lnTo>
                  <a:pt x="279099" y="98350"/>
                </a:lnTo>
                <a:lnTo>
                  <a:pt x="279749" y="99474"/>
                </a:lnTo>
                <a:lnTo>
                  <a:pt x="280461" y="100517"/>
                </a:lnTo>
                <a:lnTo>
                  <a:pt x="281212" y="101478"/>
                </a:lnTo>
                <a:lnTo>
                  <a:pt x="281982" y="102356"/>
                </a:lnTo>
                <a:lnTo>
                  <a:pt x="282768" y="103149"/>
                </a:lnTo>
                <a:lnTo>
                  <a:pt x="283572" y="103860"/>
                </a:lnTo>
                <a:lnTo>
                  <a:pt x="284393" y="104487"/>
                </a:lnTo>
                <a:lnTo>
                  <a:pt x="285231" y="105030"/>
                </a:lnTo>
                <a:lnTo>
                  <a:pt x="286087" y="105490"/>
                </a:lnTo>
                <a:lnTo>
                  <a:pt x="286960" y="105866"/>
                </a:lnTo>
                <a:lnTo>
                  <a:pt x="287850" y="106158"/>
                </a:lnTo>
                <a:lnTo>
                  <a:pt x="288758" y="106367"/>
                </a:lnTo>
                <a:lnTo>
                  <a:pt x="289683" y="106493"/>
                </a:lnTo>
                <a:lnTo>
                  <a:pt x="290625" y="106534"/>
                </a:lnTo>
                <a:lnTo>
                  <a:pt x="291668" y="106491"/>
                </a:lnTo>
                <a:lnTo>
                  <a:pt x="292729" y="106360"/>
                </a:lnTo>
                <a:lnTo>
                  <a:pt x="293808" y="106143"/>
                </a:lnTo>
                <a:lnTo>
                  <a:pt x="294905" y="105838"/>
                </a:lnTo>
                <a:lnTo>
                  <a:pt x="296020" y="105446"/>
                </a:lnTo>
                <a:lnTo>
                  <a:pt x="297152" y="104968"/>
                </a:lnTo>
                <a:lnTo>
                  <a:pt x="298302" y="104402"/>
                </a:lnTo>
                <a:lnTo>
                  <a:pt x="299470" y="103749"/>
                </a:lnTo>
                <a:lnTo>
                  <a:pt x="300656" y="103009"/>
                </a:lnTo>
                <a:lnTo>
                  <a:pt x="301860" y="102182"/>
                </a:lnTo>
                <a:lnTo>
                  <a:pt x="303081" y="101269"/>
                </a:lnTo>
                <a:lnTo>
                  <a:pt x="304321" y="100268"/>
                </a:lnTo>
                <a:lnTo>
                  <a:pt x="305558" y="99193"/>
                </a:lnTo>
                <a:lnTo>
                  <a:pt x="306773" y="98058"/>
                </a:lnTo>
                <a:lnTo>
                  <a:pt x="307967" y="96863"/>
                </a:lnTo>
                <a:lnTo>
                  <a:pt x="309139" y="95607"/>
                </a:lnTo>
                <a:lnTo>
                  <a:pt x="310289" y="94291"/>
                </a:lnTo>
                <a:lnTo>
                  <a:pt x="311418" y="92915"/>
                </a:lnTo>
                <a:lnTo>
                  <a:pt x="312524" y="91478"/>
                </a:lnTo>
                <a:lnTo>
                  <a:pt x="313609" y="89981"/>
                </a:lnTo>
                <a:lnTo>
                  <a:pt x="314672" y="88424"/>
                </a:lnTo>
                <a:lnTo>
                  <a:pt x="315713" y="86806"/>
                </a:lnTo>
                <a:lnTo>
                  <a:pt x="316733" y="85128"/>
                </a:lnTo>
                <a:lnTo>
                  <a:pt x="317731" y="83390"/>
                </a:lnTo>
                <a:close/>
                <a:moveTo>
                  <a:pt x="374423" y="117074"/>
                </a:moveTo>
                <a:lnTo>
                  <a:pt x="374423" y="13246"/>
                </a:lnTo>
                <a:lnTo>
                  <a:pt x="350599" y="13246"/>
                </a:lnTo>
                <a:lnTo>
                  <a:pt x="350599" y="2136"/>
                </a:lnTo>
                <a:lnTo>
                  <a:pt x="387691" y="2136"/>
                </a:lnTo>
                <a:lnTo>
                  <a:pt x="387691" y="105965"/>
                </a:lnTo>
                <a:lnTo>
                  <a:pt x="412585" y="105965"/>
                </a:lnTo>
                <a:lnTo>
                  <a:pt x="412585" y="117074"/>
                </a:lnTo>
                <a:lnTo>
                  <a:pt x="374423" y="117074"/>
                </a:lnTo>
                <a:close/>
                <a:moveTo>
                  <a:pt x="493886" y="99128"/>
                </a:moveTo>
                <a:lnTo>
                  <a:pt x="492858" y="100756"/>
                </a:lnTo>
                <a:lnTo>
                  <a:pt x="491797" y="102315"/>
                </a:lnTo>
                <a:lnTo>
                  <a:pt x="490701" y="103806"/>
                </a:lnTo>
                <a:lnTo>
                  <a:pt x="489571" y="105229"/>
                </a:lnTo>
                <a:lnTo>
                  <a:pt x="488406" y="106583"/>
                </a:lnTo>
                <a:lnTo>
                  <a:pt x="487208" y="107870"/>
                </a:lnTo>
                <a:lnTo>
                  <a:pt x="485975" y="109088"/>
                </a:lnTo>
                <a:lnTo>
                  <a:pt x="484708" y="110237"/>
                </a:lnTo>
                <a:lnTo>
                  <a:pt x="483407" y="111319"/>
                </a:lnTo>
                <a:lnTo>
                  <a:pt x="482072" y="112332"/>
                </a:lnTo>
                <a:lnTo>
                  <a:pt x="480703" y="113277"/>
                </a:lnTo>
                <a:lnTo>
                  <a:pt x="479299" y="114154"/>
                </a:lnTo>
                <a:lnTo>
                  <a:pt x="477888" y="114962"/>
                </a:lnTo>
                <a:lnTo>
                  <a:pt x="476497" y="115699"/>
                </a:lnTo>
                <a:lnTo>
                  <a:pt x="475124" y="116366"/>
                </a:lnTo>
                <a:lnTo>
                  <a:pt x="473771" y="116963"/>
                </a:lnTo>
                <a:lnTo>
                  <a:pt x="472437" y="117490"/>
                </a:lnTo>
                <a:lnTo>
                  <a:pt x="471123" y="117946"/>
                </a:lnTo>
                <a:lnTo>
                  <a:pt x="469828" y="118332"/>
                </a:lnTo>
                <a:lnTo>
                  <a:pt x="468552" y="118648"/>
                </a:lnTo>
                <a:lnTo>
                  <a:pt x="467296" y="118894"/>
                </a:lnTo>
                <a:lnTo>
                  <a:pt x="466059" y="119070"/>
                </a:lnTo>
                <a:lnTo>
                  <a:pt x="464841" y="119175"/>
                </a:lnTo>
                <a:lnTo>
                  <a:pt x="463642" y="119210"/>
                </a:lnTo>
                <a:lnTo>
                  <a:pt x="461992" y="119150"/>
                </a:lnTo>
                <a:lnTo>
                  <a:pt x="460370" y="118971"/>
                </a:lnTo>
                <a:lnTo>
                  <a:pt x="458776" y="118672"/>
                </a:lnTo>
                <a:lnTo>
                  <a:pt x="457211" y="118253"/>
                </a:lnTo>
                <a:lnTo>
                  <a:pt x="455674" y="117714"/>
                </a:lnTo>
                <a:lnTo>
                  <a:pt x="454164" y="117056"/>
                </a:lnTo>
                <a:lnTo>
                  <a:pt x="452684" y="116278"/>
                </a:lnTo>
                <a:lnTo>
                  <a:pt x="451231" y="115381"/>
                </a:lnTo>
                <a:lnTo>
                  <a:pt x="449807" y="114363"/>
                </a:lnTo>
                <a:lnTo>
                  <a:pt x="448411" y="113226"/>
                </a:lnTo>
                <a:lnTo>
                  <a:pt x="447043" y="111970"/>
                </a:lnTo>
                <a:lnTo>
                  <a:pt x="445703" y="110593"/>
                </a:lnTo>
                <a:lnTo>
                  <a:pt x="444433" y="109096"/>
                </a:lnTo>
                <a:lnTo>
                  <a:pt x="443273" y="107474"/>
                </a:lnTo>
                <a:lnTo>
                  <a:pt x="442223" y="105729"/>
                </a:lnTo>
                <a:lnTo>
                  <a:pt x="441285" y="103860"/>
                </a:lnTo>
                <a:lnTo>
                  <a:pt x="440456" y="101867"/>
                </a:lnTo>
                <a:lnTo>
                  <a:pt x="439738" y="99751"/>
                </a:lnTo>
                <a:lnTo>
                  <a:pt x="439130" y="97512"/>
                </a:lnTo>
                <a:lnTo>
                  <a:pt x="438633" y="95148"/>
                </a:lnTo>
                <a:lnTo>
                  <a:pt x="438247" y="92661"/>
                </a:lnTo>
                <a:lnTo>
                  <a:pt x="437971" y="90051"/>
                </a:lnTo>
                <a:lnTo>
                  <a:pt x="437805" y="87316"/>
                </a:lnTo>
                <a:lnTo>
                  <a:pt x="437750" y="84458"/>
                </a:lnTo>
                <a:lnTo>
                  <a:pt x="437786" y="82176"/>
                </a:lnTo>
                <a:lnTo>
                  <a:pt x="437896" y="79935"/>
                </a:lnTo>
                <a:lnTo>
                  <a:pt x="438080" y="77735"/>
                </a:lnTo>
                <a:lnTo>
                  <a:pt x="438336" y="75577"/>
                </a:lnTo>
                <a:lnTo>
                  <a:pt x="438666" y="73459"/>
                </a:lnTo>
                <a:lnTo>
                  <a:pt x="439069" y="71382"/>
                </a:lnTo>
                <a:lnTo>
                  <a:pt x="439546" y="69346"/>
                </a:lnTo>
                <a:lnTo>
                  <a:pt x="440096" y="67351"/>
                </a:lnTo>
                <a:lnTo>
                  <a:pt x="440719" y="65398"/>
                </a:lnTo>
                <a:lnTo>
                  <a:pt x="441415" y="63485"/>
                </a:lnTo>
                <a:lnTo>
                  <a:pt x="442185" y="61614"/>
                </a:lnTo>
                <a:lnTo>
                  <a:pt x="443028" y="59783"/>
                </a:lnTo>
                <a:lnTo>
                  <a:pt x="443933" y="58005"/>
                </a:lnTo>
                <a:lnTo>
                  <a:pt x="444887" y="56290"/>
                </a:lnTo>
                <a:lnTo>
                  <a:pt x="445890" y="54638"/>
                </a:lnTo>
                <a:lnTo>
                  <a:pt x="446943" y="53050"/>
                </a:lnTo>
                <a:lnTo>
                  <a:pt x="448046" y="51524"/>
                </a:lnTo>
                <a:lnTo>
                  <a:pt x="449198" y="50063"/>
                </a:lnTo>
                <a:lnTo>
                  <a:pt x="450400" y="48664"/>
                </a:lnTo>
                <a:lnTo>
                  <a:pt x="451651" y="47329"/>
                </a:lnTo>
                <a:lnTo>
                  <a:pt x="452952" y="46057"/>
                </a:lnTo>
                <a:lnTo>
                  <a:pt x="454302" y="44848"/>
                </a:lnTo>
                <a:lnTo>
                  <a:pt x="455702" y="43703"/>
                </a:lnTo>
                <a:lnTo>
                  <a:pt x="457151" y="42621"/>
                </a:lnTo>
                <a:lnTo>
                  <a:pt x="458655" y="41614"/>
                </a:lnTo>
                <a:lnTo>
                  <a:pt x="460217" y="40695"/>
                </a:lnTo>
                <a:lnTo>
                  <a:pt x="461837" y="39864"/>
                </a:lnTo>
                <a:lnTo>
                  <a:pt x="463516" y="39120"/>
                </a:lnTo>
                <a:lnTo>
                  <a:pt x="465253" y="38463"/>
                </a:lnTo>
                <a:lnTo>
                  <a:pt x="467048" y="37894"/>
                </a:lnTo>
                <a:lnTo>
                  <a:pt x="468902" y="37413"/>
                </a:lnTo>
                <a:lnTo>
                  <a:pt x="470815" y="37019"/>
                </a:lnTo>
                <a:lnTo>
                  <a:pt x="472786" y="36712"/>
                </a:lnTo>
                <a:lnTo>
                  <a:pt x="474815" y="36494"/>
                </a:lnTo>
                <a:lnTo>
                  <a:pt x="476903" y="36362"/>
                </a:lnTo>
                <a:lnTo>
                  <a:pt x="479050" y="36319"/>
                </a:lnTo>
                <a:lnTo>
                  <a:pt x="479706" y="36324"/>
                </a:lnTo>
                <a:lnTo>
                  <a:pt x="480417" y="36340"/>
                </a:lnTo>
                <a:lnTo>
                  <a:pt x="481181" y="36367"/>
                </a:lnTo>
                <a:lnTo>
                  <a:pt x="481998" y="36406"/>
                </a:lnTo>
                <a:lnTo>
                  <a:pt x="482869" y="36455"/>
                </a:lnTo>
                <a:lnTo>
                  <a:pt x="483793" y="36514"/>
                </a:lnTo>
                <a:lnTo>
                  <a:pt x="484771" y="36585"/>
                </a:lnTo>
                <a:lnTo>
                  <a:pt x="485802" y="36667"/>
                </a:lnTo>
                <a:lnTo>
                  <a:pt x="486887" y="36759"/>
                </a:lnTo>
                <a:lnTo>
                  <a:pt x="488025" y="36863"/>
                </a:lnTo>
                <a:lnTo>
                  <a:pt x="489217" y="36977"/>
                </a:lnTo>
                <a:lnTo>
                  <a:pt x="490462" y="37102"/>
                </a:lnTo>
                <a:lnTo>
                  <a:pt x="490660" y="37126"/>
                </a:lnTo>
                <a:lnTo>
                  <a:pt x="490874" y="37151"/>
                </a:lnTo>
                <a:lnTo>
                  <a:pt x="491104" y="37178"/>
                </a:lnTo>
                <a:lnTo>
                  <a:pt x="491350" y="37205"/>
                </a:lnTo>
                <a:lnTo>
                  <a:pt x="491611" y="37233"/>
                </a:lnTo>
                <a:lnTo>
                  <a:pt x="491889" y="37262"/>
                </a:lnTo>
                <a:lnTo>
                  <a:pt x="492182" y="37292"/>
                </a:lnTo>
                <a:lnTo>
                  <a:pt x="492491" y="37323"/>
                </a:lnTo>
                <a:lnTo>
                  <a:pt x="492816" y="37356"/>
                </a:lnTo>
                <a:lnTo>
                  <a:pt x="493157" y="37389"/>
                </a:lnTo>
                <a:lnTo>
                  <a:pt x="493514" y="37423"/>
                </a:lnTo>
                <a:lnTo>
                  <a:pt x="493886" y="37458"/>
                </a:lnTo>
                <a:lnTo>
                  <a:pt x="507225" y="37458"/>
                </a:lnTo>
                <a:lnTo>
                  <a:pt x="507225" y="93716"/>
                </a:lnTo>
                <a:lnTo>
                  <a:pt x="507221" y="96954"/>
                </a:lnTo>
                <a:lnTo>
                  <a:pt x="507210" y="99976"/>
                </a:lnTo>
                <a:lnTo>
                  <a:pt x="507191" y="102780"/>
                </a:lnTo>
                <a:lnTo>
                  <a:pt x="507165" y="105367"/>
                </a:lnTo>
                <a:lnTo>
                  <a:pt x="507132" y="107737"/>
                </a:lnTo>
                <a:lnTo>
                  <a:pt x="507091" y="109890"/>
                </a:lnTo>
                <a:lnTo>
                  <a:pt x="507043" y="111826"/>
                </a:lnTo>
                <a:lnTo>
                  <a:pt x="506987" y="113545"/>
                </a:lnTo>
                <a:lnTo>
                  <a:pt x="506924" y="115046"/>
                </a:lnTo>
                <a:lnTo>
                  <a:pt x="506853" y="116331"/>
                </a:lnTo>
                <a:lnTo>
                  <a:pt x="506775" y="117398"/>
                </a:lnTo>
                <a:lnTo>
                  <a:pt x="506690" y="118249"/>
                </a:lnTo>
                <a:lnTo>
                  <a:pt x="506596" y="118991"/>
                </a:lnTo>
                <a:lnTo>
                  <a:pt x="506493" y="119735"/>
                </a:lnTo>
                <a:lnTo>
                  <a:pt x="506380" y="120481"/>
                </a:lnTo>
                <a:lnTo>
                  <a:pt x="506258" y="121228"/>
                </a:lnTo>
                <a:lnTo>
                  <a:pt x="506126" y="121976"/>
                </a:lnTo>
                <a:lnTo>
                  <a:pt x="505985" y="122726"/>
                </a:lnTo>
                <a:lnTo>
                  <a:pt x="505835" y="123478"/>
                </a:lnTo>
                <a:lnTo>
                  <a:pt x="505675" y="124231"/>
                </a:lnTo>
                <a:lnTo>
                  <a:pt x="505506" y="124985"/>
                </a:lnTo>
                <a:lnTo>
                  <a:pt x="505328" y="125741"/>
                </a:lnTo>
                <a:lnTo>
                  <a:pt x="505140" y="126498"/>
                </a:lnTo>
                <a:lnTo>
                  <a:pt x="504942" y="127257"/>
                </a:lnTo>
                <a:lnTo>
                  <a:pt x="504416" y="128995"/>
                </a:lnTo>
                <a:lnTo>
                  <a:pt x="503788" y="130670"/>
                </a:lnTo>
                <a:lnTo>
                  <a:pt x="503059" y="132282"/>
                </a:lnTo>
                <a:lnTo>
                  <a:pt x="502228" y="133833"/>
                </a:lnTo>
                <a:lnTo>
                  <a:pt x="501295" y="135321"/>
                </a:lnTo>
                <a:lnTo>
                  <a:pt x="500261" y="136746"/>
                </a:lnTo>
                <a:lnTo>
                  <a:pt x="499126" y="138110"/>
                </a:lnTo>
                <a:lnTo>
                  <a:pt x="497888" y="139411"/>
                </a:lnTo>
                <a:lnTo>
                  <a:pt x="496550" y="140650"/>
                </a:lnTo>
                <a:lnTo>
                  <a:pt x="495110" y="141826"/>
                </a:lnTo>
                <a:lnTo>
                  <a:pt x="493568" y="142940"/>
                </a:lnTo>
                <a:lnTo>
                  <a:pt x="491925" y="143992"/>
                </a:lnTo>
                <a:lnTo>
                  <a:pt x="490201" y="144970"/>
                </a:lnTo>
                <a:lnTo>
                  <a:pt x="488418" y="145864"/>
                </a:lnTo>
                <a:lnTo>
                  <a:pt x="486577" y="146672"/>
                </a:lnTo>
                <a:lnTo>
                  <a:pt x="484677" y="147395"/>
                </a:lnTo>
                <a:lnTo>
                  <a:pt x="482717" y="148033"/>
                </a:lnTo>
                <a:lnTo>
                  <a:pt x="480699" y="148585"/>
                </a:lnTo>
                <a:lnTo>
                  <a:pt x="478622" y="149053"/>
                </a:lnTo>
                <a:lnTo>
                  <a:pt x="476486" y="149436"/>
                </a:lnTo>
                <a:lnTo>
                  <a:pt x="474291" y="149734"/>
                </a:lnTo>
                <a:lnTo>
                  <a:pt x="472036" y="149946"/>
                </a:lnTo>
                <a:lnTo>
                  <a:pt x="469723" y="150074"/>
                </a:lnTo>
                <a:lnTo>
                  <a:pt x="467351" y="150117"/>
                </a:lnTo>
                <a:lnTo>
                  <a:pt x="464936" y="150065"/>
                </a:lnTo>
                <a:lnTo>
                  <a:pt x="462515" y="149910"/>
                </a:lnTo>
                <a:lnTo>
                  <a:pt x="460089" y="149651"/>
                </a:lnTo>
                <a:lnTo>
                  <a:pt x="457659" y="149288"/>
                </a:lnTo>
                <a:lnTo>
                  <a:pt x="455223" y="148823"/>
                </a:lnTo>
                <a:lnTo>
                  <a:pt x="452782" y="148253"/>
                </a:lnTo>
                <a:lnTo>
                  <a:pt x="450337" y="147580"/>
                </a:lnTo>
                <a:lnTo>
                  <a:pt x="447886" y="146804"/>
                </a:lnTo>
                <a:lnTo>
                  <a:pt x="445431" y="145924"/>
                </a:lnTo>
                <a:lnTo>
                  <a:pt x="442971" y="144941"/>
                </a:lnTo>
                <a:lnTo>
                  <a:pt x="440505" y="143854"/>
                </a:lnTo>
                <a:lnTo>
                  <a:pt x="438035" y="142664"/>
                </a:lnTo>
                <a:lnTo>
                  <a:pt x="438035" y="129287"/>
                </a:lnTo>
                <a:lnTo>
                  <a:pt x="438992" y="129919"/>
                </a:lnTo>
                <a:lnTo>
                  <a:pt x="439986" y="130540"/>
                </a:lnTo>
                <a:lnTo>
                  <a:pt x="441015" y="131147"/>
                </a:lnTo>
                <a:lnTo>
                  <a:pt x="442081" y="131743"/>
                </a:lnTo>
                <a:lnTo>
                  <a:pt x="443183" y="132326"/>
                </a:lnTo>
                <a:lnTo>
                  <a:pt x="444321" y="132897"/>
                </a:lnTo>
                <a:lnTo>
                  <a:pt x="445495" y="133455"/>
                </a:lnTo>
                <a:lnTo>
                  <a:pt x="446706" y="134002"/>
                </a:lnTo>
                <a:lnTo>
                  <a:pt x="447952" y="134536"/>
                </a:lnTo>
                <a:lnTo>
                  <a:pt x="449235" y="135057"/>
                </a:lnTo>
                <a:lnTo>
                  <a:pt x="450554" y="135566"/>
                </a:lnTo>
                <a:lnTo>
                  <a:pt x="451909" y="136063"/>
                </a:lnTo>
                <a:lnTo>
                  <a:pt x="453278" y="136533"/>
                </a:lnTo>
                <a:lnTo>
                  <a:pt x="454640" y="136963"/>
                </a:lnTo>
                <a:lnTo>
                  <a:pt x="455994" y="137351"/>
                </a:lnTo>
                <a:lnTo>
                  <a:pt x="457342" y="137699"/>
                </a:lnTo>
                <a:lnTo>
                  <a:pt x="458681" y="138005"/>
                </a:lnTo>
                <a:lnTo>
                  <a:pt x="460013" y="138271"/>
                </a:lnTo>
                <a:lnTo>
                  <a:pt x="461338" y="138496"/>
                </a:lnTo>
                <a:lnTo>
                  <a:pt x="462656" y="138680"/>
                </a:lnTo>
                <a:lnTo>
                  <a:pt x="463966" y="138823"/>
                </a:lnTo>
                <a:lnTo>
                  <a:pt x="465268" y="138926"/>
                </a:lnTo>
                <a:lnTo>
                  <a:pt x="466563" y="138987"/>
                </a:lnTo>
                <a:lnTo>
                  <a:pt x="467851" y="139007"/>
                </a:lnTo>
                <a:lnTo>
                  <a:pt x="468857" y="138994"/>
                </a:lnTo>
                <a:lnTo>
                  <a:pt x="469854" y="138954"/>
                </a:lnTo>
                <a:lnTo>
                  <a:pt x="470842" y="138887"/>
                </a:lnTo>
                <a:lnTo>
                  <a:pt x="471821" y="138794"/>
                </a:lnTo>
                <a:lnTo>
                  <a:pt x="472792" y="138674"/>
                </a:lnTo>
                <a:lnTo>
                  <a:pt x="473753" y="138527"/>
                </a:lnTo>
                <a:lnTo>
                  <a:pt x="474706" y="138354"/>
                </a:lnTo>
                <a:lnTo>
                  <a:pt x="475649" y="138154"/>
                </a:lnTo>
                <a:lnTo>
                  <a:pt x="476584" y="137927"/>
                </a:lnTo>
                <a:lnTo>
                  <a:pt x="477510" y="137674"/>
                </a:lnTo>
                <a:lnTo>
                  <a:pt x="478427" y="137394"/>
                </a:lnTo>
                <a:lnTo>
                  <a:pt x="479335" y="137087"/>
                </a:lnTo>
                <a:lnTo>
                  <a:pt x="480224" y="136755"/>
                </a:lnTo>
                <a:lnTo>
                  <a:pt x="481084" y="136400"/>
                </a:lnTo>
                <a:lnTo>
                  <a:pt x="481916" y="136021"/>
                </a:lnTo>
                <a:lnTo>
                  <a:pt x="482719" y="135618"/>
                </a:lnTo>
                <a:lnTo>
                  <a:pt x="483493" y="135192"/>
                </a:lnTo>
                <a:lnTo>
                  <a:pt x="484239" y="134742"/>
                </a:lnTo>
                <a:lnTo>
                  <a:pt x="484956" y="134268"/>
                </a:lnTo>
                <a:lnTo>
                  <a:pt x="485644" y="133770"/>
                </a:lnTo>
                <a:lnTo>
                  <a:pt x="486303" y="133249"/>
                </a:lnTo>
                <a:lnTo>
                  <a:pt x="486933" y="132704"/>
                </a:lnTo>
                <a:lnTo>
                  <a:pt x="487535" y="132136"/>
                </a:lnTo>
                <a:lnTo>
                  <a:pt x="488108" y="131543"/>
                </a:lnTo>
                <a:lnTo>
                  <a:pt x="488652" y="130931"/>
                </a:lnTo>
                <a:lnTo>
                  <a:pt x="489166" y="130302"/>
                </a:lnTo>
                <a:lnTo>
                  <a:pt x="489651" y="129657"/>
                </a:lnTo>
                <a:lnTo>
                  <a:pt x="490106" y="128996"/>
                </a:lnTo>
                <a:lnTo>
                  <a:pt x="490531" y="128319"/>
                </a:lnTo>
                <a:lnTo>
                  <a:pt x="490926" y="127625"/>
                </a:lnTo>
                <a:lnTo>
                  <a:pt x="491291" y="126915"/>
                </a:lnTo>
                <a:lnTo>
                  <a:pt x="491627" y="126189"/>
                </a:lnTo>
                <a:lnTo>
                  <a:pt x="491933" y="125446"/>
                </a:lnTo>
                <a:lnTo>
                  <a:pt x="492210" y="124687"/>
                </a:lnTo>
                <a:lnTo>
                  <a:pt x="492457" y="123912"/>
                </a:lnTo>
                <a:lnTo>
                  <a:pt x="492673" y="123120"/>
                </a:lnTo>
                <a:lnTo>
                  <a:pt x="492867" y="122299"/>
                </a:lnTo>
                <a:lnTo>
                  <a:pt x="493044" y="121433"/>
                </a:lnTo>
                <a:lnTo>
                  <a:pt x="493204" y="120523"/>
                </a:lnTo>
                <a:lnTo>
                  <a:pt x="493347" y="119570"/>
                </a:lnTo>
                <a:lnTo>
                  <a:pt x="493473" y="118573"/>
                </a:lnTo>
                <a:lnTo>
                  <a:pt x="493583" y="117531"/>
                </a:lnTo>
                <a:lnTo>
                  <a:pt x="493676" y="116446"/>
                </a:lnTo>
                <a:lnTo>
                  <a:pt x="493751" y="115316"/>
                </a:lnTo>
                <a:lnTo>
                  <a:pt x="493810" y="114143"/>
                </a:lnTo>
                <a:lnTo>
                  <a:pt x="493852" y="112926"/>
                </a:lnTo>
                <a:lnTo>
                  <a:pt x="493878" y="111665"/>
                </a:lnTo>
                <a:lnTo>
                  <a:pt x="493886" y="110360"/>
                </a:lnTo>
                <a:lnTo>
                  <a:pt x="493886" y="99128"/>
                </a:lnTo>
                <a:moveTo>
                  <a:pt x="493886" y="83390"/>
                </a:moveTo>
                <a:lnTo>
                  <a:pt x="493886" y="49279"/>
                </a:lnTo>
                <a:lnTo>
                  <a:pt x="492716" y="48984"/>
                </a:lnTo>
                <a:lnTo>
                  <a:pt x="491560" y="48713"/>
                </a:lnTo>
                <a:lnTo>
                  <a:pt x="490418" y="48469"/>
                </a:lnTo>
                <a:lnTo>
                  <a:pt x="489289" y="48251"/>
                </a:lnTo>
                <a:lnTo>
                  <a:pt x="488175" y="48058"/>
                </a:lnTo>
                <a:lnTo>
                  <a:pt x="487074" y="47891"/>
                </a:lnTo>
                <a:lnTo>
                  <a:pt x="485987" y="47749"/>
                </a:lnTo>
                <a:lnTo>
                  <a:pt x="484914" y="47633"/>
                </a:lnTo>
                <a:lnTo>
                  <a:pt x="483855" y="47543"/>
                </a:lnTo>
                <a:lnTo>
                  <a:pt x="482810" y="47479"/>
                </a:lnTo>
                <a:lnTo>
                  <a:pt x="481779" y="47441"/>
                </a:lnTo>
                <a:lnTo>
                  <a:pt x="480761" y="47428"/>
                </a:lnTo>
                <a:lnTo>
                  <a:pt x="478745" y="47493"/>
                </a:lnTo>
                <a:lnTo>
                  <a:pt x="476786" y="47691"/>
                </a:lnTo>
                <a:lnTo>
                  <a:pt x="474883" y="48020"/>
                </a:lnTo>
                <a:lnTo>
                  <a:pt x="473038" y="48480"/>
                </a:lnTo>
                <a:lnTo>
                  <a:pt x="471250" y="49072"/>
                </a:lnTo>
                <a:lnTo>
                  <a:pt x="469518" y="49796"/>
                </a:lnTo>
                <a:lnTo>
                  <a:pt x="467844" y="50651"/>
                </a:lnTo>
                <a:lnTo>
                  <a:pt x="466226" y="51637"/>
                </a:lnTo>
                <a:lnTo>
                  <a:pt x="464665" y="52755"/>
                </a:lnTo>
                <a:lnTo>
                  <a:pt x="463162" y="54005"/>
                </a:lnTo>
                <a:lnTo>
                  <a:pt x="461715" y="55386"/>
                </a:lnTo>
                <a:lnTo>
                  <a:pt x="460326" y="56899"/>
                </a:lnTo>
                <a:lnTo>
                  <a:pt x="459021" y="58525"/>
                </a:lnTo>
                <a:lnTo>
                  <a:pt x="457830" y="60246"/>
                </a:lnTo>
                <a:lnTo>
                  <a:pt x="456752" y="62062"/>
                </a:lnTo>
                <a:lnTo>
                  <a:pt x="455788" y="63973"/>
                </a:lnTo>
                <a:lnTo>
                  <a:pt x="454937" y="65979"/>
                </a:lnTo>
                <a:lnTo>
                  <a:pt x="454200" y="68079"/>
                </a:lnTo>
                <a:lnTo>
                  <a:pt x="453576" y="70275"/>
                </a:lnTo>
                <a:lnTo>
                  <a:pt x="453066" y="72566"/>
                </a:lnTo>
                <a:lnTo>
                  <a:pt x="452669" y="74951"/>
                </a:lnTo>
                <a:lnTo>
                  <a:pt x="452385" y="77432"/>
                </a:lnTo>
                <a:lnTo>
                  <a:pt x="452215" y="80008"/>
                </a:lnTo>
                <a:lnTo>
                  <a:pt x="452158" y="82678"/>
                </a:lnTo>
                <a:lnTo>
                  <a:pt x="452189" y="84608"/>
                </a:lnTo>
                <a:lnTo>
                  <a:pt x="452282" y="86457"/>
                </a:lnTo>
                <a:lnTo>
                  <a:pt x="452437" y="88226"/>
                </a:lnTo>
                <a:lnTo>
                  <a:pt x="452654" y="89914"/>
                </a:lnTo>
                <a:lnTo>
                  <a:pt x="452932" y="91522"/>
                </a:lnTo>
                <a:lnTo>
                  <a:pt x="453273" y="93048"/>
                </a:lnTo>
                <a:lnTo>
                  <a:pt x="453675" y="94495"/>
                </a:lnTo>
                <a:lnTo>
                  <a:pt x="454140" y="95860"/>
                </a:lnTo>
                <a:lnTo>
                  <a:pt x="454666" y="97145"/>
                </a:lnTo>
                <a:lnTo>
                  <a:pt x="455254" y="98350"/>
                </a:lnTo>
                <a:lnTo>
                  <a:pt x="455904" y="99474"/>
                </a:lnTo>
                <a:lnTo>
                  <a:pt x="456616" y="100517"/>
                </a:lnTo>
                <a:lnTo>
                  <a:pt x="457368" y="101478"/>
                </a:lnTo>
                <a:lnTo>
                  <a:pt x="458137" y="102356"/>
                </a:lnTo>
                <a:lnTo>
                  <a:pt x="458923" y="103149"/>
                </a:lnTo>
                <a:lnTo>
                  <a:pt x="459727" y="103860"/>
                </a:lnTo>
                <a:lnTo>
                  <a:pt x="460548" y="104487"/>
                </a:lnTo>
                <a:lnTo>
                  <a:pt x="461387" y="105030"/>
                </a:lnTo>
                <a:lnTo>
                  <a:pt x="462242" y="105490"/>
                </a:lnTo>
                <a:lnTo>
                  <a:pt x="463115" y="105866"/>
                </a:lnTo>
                <a:lnTo>
                  <a:pt x="464006" y="106158"/>
                </a:lnTo>
                <a:lnTo>
                  <a:pt x="464913" y="106367"/>
                </a:lnTo>
                <a:lnTo>
                  <a:pt x="465838" y="106493"/>
                </a:lnTo>
                <a:lnTo>
                  <a:pt x="466781" y="106534"/>
                </a:lnTo>
                <a:lnTo>
                  <a:pt x="467824" y="106491"/>
                </a:lnTo>
                <a:lnTo>
                  <a:pt x="468885" y="106360"/>
                </a:lnTo>
                <a:lnTo>
                  <a:pt x="469964" y="106143"/>
                </a:lnTo>
                <a:lnTo>
                  <a:pt x="471061" y="105838"/>
                </a:lnTo>
                <a:lnTo>
                  <a:pt x="472175" y="105446"/>
                </a:lnTo>
                <a:lnTo>
                  <a:pt x="473308" y="104968"/>
                </a:lnTo>
                <a:lnTo>
                  <a:pt x="474458" y="104402"/>
                </a:lnTo>
                <a:lnTo>
                  <a:pt x="475626" y="103749"/>
                </a:lnTo>
                <a:lnTo>
                  <a:pt x="476812" y="103009"/>
                </a:lnTo>
                <a:lnTo>
                  <a:pt x="478015" y="102182"/>
                </a:lnTo>
                <a:lnTo>
                  <a:pt x="479237" y="101269"/>
                </a:lnTo>
                <a:lnTo>
                  <a:pt x="480476" y="100268"/>
                </a:lnTo>
                <a:lnTo>
                  <a:pt x="481713" y="99193"/>
                </a:lnTo>
                <a:lnTo>
                  <a:pt x="482929" y="98058"/>
                </a:lnTo>
                <a:lnTo>
                  <a:pt x="484123" y="96863"/>
                </a:lnTo>
                <a:lnTo>
                  <a:pt x="485295" y="95607"/>
                </a:lnTo>
                <a:lnTo>
                  <a:pt x="486445" y="94291"/>
                </a:lnTo>
                <a:lnTo>
                  <a:pt x="487573" y="92915"/>
                </a:lnTo>
                <a:lnTo>
                  <a:pt x="488680" y="91478"/>
                </a:lnTo>
                <a:lnTo>
                  <a:pt x="489765" y="89981"/>
                </a:lnTo>
                <a:lnTo>
                  <a:pt x="490828" y="88424"/>
                </a:lnTo>
                <a:lnTo>
                  <a:pt x="491869" y="86806"/>
                </a:lnTo>
                <a:lnTo>
                  <a:pt x="492888" y="85128"/>
                </a:lnTo>
                <a:lnTo>
                  <a:pt x="493886" y="83390"/>
                </a:lnTo>
                <a:close/>
                <a:moveTo>
                  <a:pt x="547511" y="147980"/>
                </a:moveTo>
                <a:lnTo>
                  <a:pt x="547511" y="139150"/>
                </a:lnTo>
                <a:lnTo>
                  <a:pt x="548350" y="138916"/>
                </a:lnTo>
                <a:lnTo>
                  <a:pt x="549155" y="138666"/>
                </a:lnTo>
                <a:lnTo>
                  <a:pt x="549925" y="138400"/>
                </a:lnTo>
                <a:lnTo>
                  <a:pt x="550662" y="138117"/>
                </a:lnTo>
                <a:lnTo>
                  <a:pt x="551364" y="137818"/>
                </a:lnTo>
                <a:lnTo>
                  <a:pt x="552032" y="137503"/>
                </a:lnTo>
                <a:lnTo>
                  <a:pt x="552665" y="137171"/>
                </a:lnTo>
                <a:lnTo>
                  <a:pt x="553265" y="136823"/>
                </a:lnTo>
                <a:lnTo>
                  <a:pt x="553831" y="136459"/>
                </a:lnTo>
                <a:lnTo>
                  <a:pt x="554362" y="136079"/>
                </a:lnTo>
                <a:lnTo>
                  <a:pt x="554859" y="135682"/>
                </a:lnTo>
                <a:lnTo>
                  <a:pt x="555322" y="135269"/>
                </a:lnTo>
                <a:lnTo>
                  <a:pt x="555760" y="134838"/>
                </a:lnTo>
                <a:lnTo>
                  <a:pt x="556184" y="134388"/>
                </a:lnTo>
                <a:lnTo>
                  <a:pt x="556592" y="133920"/>
                </a:lnTo>
                <a:lnTo>
                  <a:pt x="556986" y="133433"/>
                </a:lnTo>
                <a:lnTo>
                  <a:pt x="557365" y="132927"/>
                </a:lnTo>
                <a:lnTo>
                  <a:pt x="557729" y="132402"/>
                </a:lnTo>
                <a:lnTo>
                  <a:pt x="558078" y="131859"/>
                </a:lnTo>
                <a:lnTo>
                  <a:pt x="558413" y="131297"/>
                </a:lnTo>
                <a:lnTo>
                  <a:pt x="558732" y="130716"/>
                </a:lnTo>
                <a:lnTo>
                  <a:pt x="559037" y="130116"/>
                </a:lnTo>
                <a:lnTo>
                  <a:pt x="559327" y="129497"/>
                </a:lnTo>
                <a:lnTo>
                  <a:pt x="559602" y="128860"/>
                </a:lnTo>
                <a:lnTo>
                  <a:pt x="559858" y="128202"/>
                </a:lnTo>
                <a:lnTo>
                  <a:pt x="560092" y="127521"/>
                </a:lnTo>
                <a:lnTo>
                  <a:pt x="560304" y="126819"/>
                </a:lnTo>
                <a:lnTo>
                  <a:pt x="560493" y="126094"/>
                </a:lnTo>
                <a:lnTo>
                  <a:pt x="560660" y="125347"/>
                </a:lnTo>
                <a:lnTo>
                  <a:pt x="560805" y="124578"/>
                </a:lnTo>
                <a:lnTo>
                  <a:pt x="560928" y="123786"/>
                </a:lnTo>
                <a:lnTo>
                  <a:pt x="561028" y="122973"/>
                </a:lnTo>
                <a:lnTo>
                  <a:pt x="561106" y="122137"/>
                </a:lnTo>
                <a:lnTo>
                  <a:pt x="561162" y="121278"/>
                </a:lnTo>
                <a:lnTo>
                  <a:pt x="561195" y="120398"/>
                </a:lnTo>
                <a:lnTo>
                  <a:pt x="561206" y="119495"/>
                </a:lnTo>
                <a:lnTo>
                  <a:pt x="560125" y="119469"/>
                </a:lnTo>
                <a:lnTo>
                  <a:pt x="559092" y="119391"/>
                </a:lnTo>
                <a:lnTo>
                  <a:pt x="558108" y="119261"/>
                </a:lnTo>
                <a:lnTo>
                  <a:pt x="557172" y="119078"/>
                </a:lnTo>
                <a:lnTo>
                  <a:pt x="556285" y="118844"/>
                </a:lnTo>
                <a:lnTo>
                  <a:pt x="555447" y="118558"/>
                </a:lnTo>
                <a:lnTo>
                  <a:pt x="554656" y="118219"/>
                </a:lnTo>
                <a:lnTo>
                  <a:pt x="553915" y="117828"/>
                </a:lnTo>
                <a:lnTo>
                  <a:pt x="553222" y="117386"/>
                </a:lnTo>
                <a:lnTo>
                  <a:pt x="552578" y="116891"/>
                </a:lnTo>
                <a:lnTo>
                  <a:pt x="551982" y="116344"/>
                </a:lnTo>
                <a:lnTo>
                  <a:pt x="551434" y="115745"/>
                </a:lnTo>
                <a:lnTo>
                  <a:pt x="550933" y="115117"/>
                </a:lnTo>
                <a:lnTo>
                  <a:pt x="550475" y="114480"/>
                </a:lnTo>
                <a:lnTo>
                  <a:pt x="550061" y="113837"/>
                </a:lnTo>
                <a:lnTo>
                  <a:pt x="549691" y="113186"/>
                </a:lnTo>
                <a:lnTo>
                  <a:pt x="549364" y="112527"/>
                </a:lnTo>
                <a:lnTo>
                  <a:pt x="549080" y="111861"/>
                </a:lnTo>
                <a:lnTo>
                  <a:pt x="548841" y="111188"/>
                </a:lnTo>
                <a:lnTo>
                  <a:pt x="548645" y="110507"/>
                </a:lnTo>
                <a:lnTo>
                  <a:pt x="548492" y="109819"/>
                </a:lnTo>
                <a:lnTo>
                  <a:pt x="548383" y="109123"/>
                </a:lnTo>
                <a:lnTo>
                  <a:pt x="548318" y="108420"/>
                </a:lnTo>
                <a:lnTo>
                  <a:pt x="548296" y="107709"/>
                </a:lnTo>
                <a:lnTo>
                  <a:pt x="548320" y="106898"/>
                </a:lnTo>
                <a:lnTo>
                  <a:pt x="548393" y="106109"/>
                </a:lnTo>
                <a:lnTo>
                  <a:pt x="548514" y="105341"/>
                </a:lnTo>
                <a:lnTo>
                  <a:pt x="548684" y="104594"/>
                </a:lnTo>
                <a:lnTo>
                  <a:pt x="548903" y="103869"/>
                </a:lnTo>
                <a:lnTo>
                  <a:pt x="549170" y="103165"/>
                </a:lnTo>
                <a:lnTo>
                  <a:pt x="549485" y="102482"/>
                </a:lnTo>
                <a:lnTo>
                  <a:pt x="549849" y="101820"/>
                </a:lnTo>
                <a:lnTo>
                  <a:pt x="550262" y="101180"/>
                </a:lnTo>
                <a:lnTo>
                  <a:pt x="550723" y="100562"/>
                </a:lnTo>
                <a:lnTo>
                  <a:pt x="551233" y="99964"/>
                </a:lnTo>
                <a:lnTo>
                  <a:pt x="551791" y="99389"/>
                </a:lnTo>
                <a:lnTo>
                  <a:pt x="552381" y="98847"/>
                </a:lnTo>
                <a:lnTo>
                  <a:pt x="552988" y="98352"/>
                </a:lnTo>
                <a:lnTo>
                  <a:pt x="553610" y="97904"/>
                </a:lnTo>
                <a:lnTo>
                  <a:pt x="554248" y="97503"/>
                </a:lnTo>
                <a:lnTo>
                  <a:pt x="554902" y="97150"/>
                </a:lnTo>
                <a:lnTo>
                  <a:pt x="555571" y="96843"/>
                </a:lnTo>
                <a:lnTo>
                  <a:pt x="556257" y="96584"/>
                </a:lnTo>
                <a:lnTo>
                  <a:pt x="556958" y="96372"/>
                </a:lnTo>
                <a:lnTo>
                  <a:pt x="557676" y="96207"/>
                </a:lnTo>
                <a:lnTo>
                  <a:pt x="558409" y="96089"/>
                </a:lnTo>
                <a:lnTo>
                  <a:pt x="559158" y="96018"/>
                </a:lnTo>
                <a:lnTo>
                  <a:pt x="559922" y="95995"/>
                </a:lnTo>
                <a:lnTo>
                  <a:pt x="560910" y="96031"/>
                </a:lnTo>
                <a:lnTo>
                  <a:pt x="561874" y="96138"/>
                </a:lnTo>
                <a:lnTo>
                  <a:pt x="562816" y="96318"/>
                </a:lnTo>
                <a:lnTo>
                  <a:pt x="563735" y="96569"/>
                </a:lnTo>
                <a:lnTo>
                  <a:pt x="564631" y="96892"/>
                </a:lnTo>
                <a:lnTo>
                  <a:pt x="565504" y="97287"/>
                </a:lnTo>
                <a:lnTo>
                  <a:pt x="566355" y="97754"/>
                </a:lnTo>
                <a:lnTo>
                  <a:pt x="567182" y="98292"/>
                </a:lnTo>
                <a:lnTo>
                  <a:pt x="567987" y="98903"/>
                </a:lnTo>
                <a:lnTo>
                  <a:pt x="568769" y="99585"/>
                </a:lnTo>
                <a:lnTo>
                  <a:pt x="569529" y="100339"/>
                </a:lnTo>
                <a:lnTo>
                  <a:pt x="570265" y="101164"/>
                </a:lnTo>
                <a:lnTo>
                  <a:pt x="570960" y="102053"/>
                </a:lnTo>
                <a:lnTo>
                  <a:pt x="571595" y="102994"/>
                </a:lnTo>
                <a:lnTo>
                  <a:pt x="572169" y="103988"/>
                </a:lnTo>
                <a:lnTo>
                  <a:pt x="572683" y="105035"/>
                </a:lnTo>
                <a:lnTo>
                  <a:pt x="573136" y="106135"/>
                </a:lnTo>
                <a:lnTo>
                  <a:pt x="573529" y="107288"/>
                </a:lnTo>
                <a:lnTo>
                  <a:pt x="573861" y="108494"/>
                </a:lnTo>
                <a:lnTo>
                  <a:pt x="574133" y="109753"/>
                </a:lnTo>
                <a:lnTo>
                  <a:pt x="574344" y="111066"/>
                </a:lnTo>
                <a:lnTo>
                  <a:pt x="574496" y="112431"/>
                </a:lnTo>
                <a:lnTo>
                  <a:pt x="574586" y="113849"/>
                </a:lnTo>
                <a:lnTo>
                  <a:pt x="574616" y="115320"/>
                </a:lnTo>
                <a:lnTo>
                  <a:pt x="574593" y="116621"/>
                </a:lnTo>
                <a:lnTo>
                  <a:pt x="574521" y="117910"/>
                </a:lnTo>
                <a:lnTo>
                  <a:pt x="574402" y="119187"/>
                </a:lnTo>
                <a:lnTo>
                  <a:pt x="574236" y="120451"/>
                </a:lnTo>
                <a:lnTo>
                  <a:pt x="574022" y="121702"/>
                </a:lnTo>
                <a:lnTo>
                  <a:pt x="573760" y="122942"/>
                </a:lnTo>
                <a:lnTo>
                  <a:pt x="573451" y="124168"/>
                </a:lnTo>
                <a:lnTo>
                  <a:pt x="573095" y="125383"/>
                </a:lnTo>
                <a:lnTo>
                  <a:pt x="572690" y="126585"/>
                </a:lnTo>
                <a:lnTo>
                  <a:pt x="572239" y="127775"/>
                </a:lnTo>
                <a:lnTo>
                  <a:pt x="571739" y="128952"/>
                </a:lnTo>
                <a:lnTo>
                  <a:pt x="571193" y="130117"/>
                </a:lnTo>
                <a:lnTo>
                  <a:pt x="570605" y="131261"/>
                </a:lnTo>
                <a:lnTo>
                  <a:pt x="569983" y="132378"/>
                </a:lnTo>
                <a:lnTo>
                  <a:pt x="569327" y="133466"/>
                </a:lnTo>
                <a:lnTo>
                  <a:pt x="568637" y="134526"/>
                </a:lnTo>
                <a:lnTo>
                  <a:pt x="567912" y="135558"/>
                </a:lnTo>
                <a:lnTo>
                  <a:pt x="567154" y="136561"/>
                </a:lnTo>
                <a:lnTo>
                  <a:pt x="566361" y="137536"/>
                </a:lnTo>
                <a:lnTo>
                  <a:pt x="565534" y="138483"/>
                </a:lnTo>
                <a:lnTo>
                  <a:pt x="564673" y="139402"/>
                </a:lnTo>
                <a:lnTo>
                  <a:pt x="563777" y="140293"/>
                </a:lnTo>
                <a:lnTo>
                  <a:pt x="562848" y="141155"/>
                </a:lnTo>
                <a:lnTo>
                  <a:pt x="561884" y="141989"/>
                </a:lnTo>
                <a:lnTo>
                  <a:pt x="560885" y="142783"/>
                </a:lnTo>
                <a:lnTo>
                  <a:pt x="559850" y="143523"/>
                </a:lnTo>
                <a:lnTo>
                  <a:pt x="558779" y="144209"/>
                </a:lnTo>
                <a:lnTo>
                  <a:pt x="557672" y="144842"/>
                </a:lnTo>
                <a:lnTo>
                  <a:pt x="556528" y="145421"/>
                </a:lnTo>
                <a:lnTo>
                  <a:pt x="555348" y="145947"/>
                </a:lnTo>
                <a:lnTo>
                  <a:pt x="554133" y="146420"/>
                </a:lnTo>
                <a:lnTo>
                  <a:pt x="552881" y="146839"/>
                </a:lnTo>
                <a:lnTo>
                  <a:pt x="551593" y="147204"/>
                </a:lnTo>
                <a:lnTo>
                  <a:pt x="550268" y="147516"/>
                </a:lnTo>
                <a:lnTo>
                  <a:pt x="548908" y="147775"/>
                </a:lnTo>
                <a:lnTo>
                  <a:pt x="547511" y="147980"/>
                </a:lnTo>
                <a:close/>
                <a:moveTo>
                  <a:pt x="770245" y="113762"/>
                </a:moveTo>
                <a:lnTo>
                  <a:pt x="768723" y="114397"/>
                </a:lnTo>
                <a:lnTo>
                  <a:pt x="767273" y="114988"/>
                </a:lnTo>
                <a:lnTo>
                  <a:pt x="765894" y="115535"/>
                </a:lnTo>
                <a:lnTo>
                  <a:pt x="764586" y="116037"/>
                </a:lnTo>
                <a:lnTo>
                  <a:pt x="763349" y="116495"/>
                </a:lnTo>
                <a:lnTo>
                  <a:pt x="762184" y="116908"/>
                </a:lnTo>
                <a:lnTo>
                  <a:pt x="761091" y="117277"/>
                </a:lnTo>
                <a:lnTo>
                  <a:pt x="760068" y="117602"/>
                </a:lnTo>
                <a:lnTo>
                  <a:pt x="759117" y="117882"/>
                </a:lnTo>
                <a:lnTo>
                  <a:pt x="758238" y="118119"/>
                </a:lnTo>
                <a:lnTo>
                  <a:pt x="757429" y="118310"/>
                </a:lnTo>
                <a:lnTo>
                  <a:pt x="756692" y="118458"/>
                </a:lnTo>
                <a:lnTo>
                  <a:pt x="755993" y="118578"/>
                </a:lnTo>
                <a:lnTo>
                  <a:pt x="755297" y="118688"/>
                </a:lnTo>
                <a:lnTo>
                  <a:pt x="754606" y="118787"/>
                </a:lnTo>
                <a:lnTo>
                  <a:pt x="753918" y="118876"/>
                </a:lnTo>
                <a:lnTo>
                  <a:pt x="753235" y="118954"/>
                </a:lnTo>
                <a:lnTo>
                  <a:pt x="752555" y="119022"/>
                </a:lnTo>
                <a:lnTo>
                  <a:pt x="751879" y="119080"/>
                </a:lnTo>
                <a:lnTo>
                  <a:pt x="751208" y="119127"/>
                </a:lnTo>
                <a:lnTo>
                  <a:pt x="750540" y="119163"/>
                </a:lnTo>
                <a:lnTo>
                  <a:pt x="749876" y="119189"/>
                </a:lnTo>
                <a:lnTo>
                  <a:pt x="749216" y="119205"/>
                </a:lnTo>
                <a:lnTo>
                  <a:pt x="748560" y="119210"/>
                </a:lnTo>
                <a:lnTo>
                  <a:pt x="747179" y="119188"/>
                </a:lnTo>
                <a:lnTo>
                  <a:pt x="745818" y="119121"/>
                </a:lnTo>
                <a:lnTo>
                  <a:pt x="744477" y="119010"/>
                </a:lnTo>
                <a:lnTo>
                  <a:pt x="743155" y="118854"/>
                </a:lnTo>
                <a:lnTo>
                  <a:pt x="741854" y="118654"/>
                </a:lnTo>
                <a:lnTo>
                  <a:pt x="740572" y="118409"/>
                </a:lnTo>
                <a:lnTo>
                  <a:pt x="739309" y="118120"/>
                </a:lnTo>
                <a:lnTo>
                  <a:pt x="738067" y="117786"/>
                </a:lnTo>
                <a:lnTo>
                  <a:pt x="736845" y="117408"/>
                </a:lnTo>
                <a:lnTo>
                  <a:pt x="735642" y="116985"/>
                </a:lnTo>
                <a:lnTo>
                  <a:pt x="734459" y="116517"/>
                </a:lnTo>
                <a:lnTo>
                  <a:pt x="733296" y="116006"/>
                </a:lnTo>
                <a:lnTo>
                  <a:pt x="732166" y="115450"/>
                </a:lnTo>
                <a:lnTo>
                  <a:pt x="731084" y="114852"/>
                </a:lnTo>
                <a:lnTo>
                  <a:pt x="730048" y="114212"/>
                </a:lnTo>
                <a:lnTo>
                  <a:pt x="729060" y="113529"/>
                </a:lnTo>
                <a:lnTo>
                  <a:pt x="728118" y="112804"/>
                </a:lnTo>
                <a:lnTo>
                  <a:pt x="727224" y="112036"/>
                </a:lnTo>
                <a:lnTo>
                  <a:pt x="726377" y="111225"/>
                </a:lnTo>
                <a:lnTo>
                  <a:pt x="725576" y="110372"/>
                </a:lnTo>
                <a:lnTo>
                  <a:pt x="724823" y="109476"/>
                </a:lnTo>
                <a:lnTo>
                  <a:pt x="724117" y="108538"/>
                </a:lnTo>
                <a:lnTo>
                  <a:pt x="723458" y="107558"/>
                </a:lnTo>
                <a:lnTo>
                  <a:pt x="722846" y="106534"/>
                </a:lnTo>
                <a:lnTo>
                  <a:pt x="722282" y="105442"/>
                </a:lnTo>
                <a:lnTo>
                  <a:pt x="721767" y="104256"/>
                </a:lnTo>
                <a:lnTo>
                  <a:pt x="721301" y="102974"/>
                </a:lnTo>
                <a:lnTo>
                  <a:pt x="720885" y="101597"/>
                </a:lnTo>
                <a:lnTo>
                  <a:pt x="720517" y="100125"/>
                </a:lnTo>
                <a:lnTo>
                  <a:pt x="720198" y="98558"/>
                </a:lnTo>
                <a:lnTo>
                  <a:pt x="719928" y="96897"/>
                </a:lnTo>
                <a:lnTo>
                  <a:pt x="719708" y="95140"/>
                </a:lnTo>
                <a:lnTo>
                  <a:pt x="719536" y="93289"/>
                </a:lnTo>
                <a:lnTo>
                  <a:pt x="719413" y="91342"/>
                </a:lnTo>
                <a:lnTo>
                  <a:pt x="719340" y="89301"/>
                </a:lnTo>
                <a:lnTo>
                  <a:pt x="719315" y="87164"/>
                </a:lnTo>
                <a:lnTo>
                  <a:pt x="719315" y="55119"/>
                </a:lnTo>
                <a:lnTo>
                  <a:pt x="699414" y="55119"/>
                </a:lnTo>
                <a:lnTo>
                  <a:pt x="699414" y="44009"/>
                </a:lnTo>
                <a:lnTo>
                  <a:pt x="719315" y="44009"/>
                </a:lnTo>
                <a:lnTo>
                  <a:pt x="719315" y="11964"/>
                </a:lnTo>
                <a:lnTo>
                  <a:pt x="732583" y="11964"/>
                </a:lnTo>
                <a:lnTo>
                  <a:pt x="732583" y="44009"/>
                </a:lnTo>
                <a:lnTo>
                  <a:pt x="768033" y="44009"/>
                </a:lnTo>
                <a:lnTo>
                  <a:pt x="768033" y="55119"/>
                </a:lnTo>
                <a:lnTo>
                  <a:pt x="732583" y="55119"/>
                </a:lnTo>
                <a:lnTo>
                  <a:pt x="732583" y="86909"/>
                </a:lnTo>
                <a:lnTo>
                  <a:pt x="732598" y="88469"/>
                </a:lnTo>
                <a:lnTo>
                  <a:pt x="732646" y="89952"/>
                </a:lnTo>
                <a:lnTo>
                  <a:pt x="732725" y="91355"/>
                </a:lnTo>
                <a:lnTo>
                  <a:pt x="732836" y="92681"/>
                </a:lnTo>
                <a:lnTo>
                  <a:pt x="732979" y="93927"/>
                </a:lnTo>
                <a:lnTo>
                  <a:pt x="733153" y="95096"/>
                </a:lnTo>
                <a:lnTo>
                  <a:pt x="733359" y="96186"/>
                </a:lnTo>
                <a:lnTo>
                  <a:pt x="733597" y="97197"/>
                </a:lnTo>
                <a:lnTo>
                  <a:pt x="733867" y="98130"/>
                </a:lnTo>
                <a:lnTo>
                  <a:pt x="734168" y="98984"/>
                </a:lnTo>
                <a:lnTo>
                  <a:pt x="734501" y="99760"/>
                </a:lnTo>
                <a:lnTo>
                  <a:pt x="734865" y="100457"/>
                </a:lnTo>
                <a:lnTo>
                  <a:pt x="735256" y="101100"/>
                </a:lnTo>
                <a:lnTo>
                  <a:pt x="735669" y="101714"/>
                </a:lnTo>
                <a:lnTo>
                  <a:pt x="736102" y="102299"/>
                </a:lnTo>
                <a:lnTo>
                  <a:pt x="736557" y="102854"/>
                </a:lnTo>
                <a:lnTo>
                  <a:pt x="737034" y="103381"/>
                </a:lnTo>
                <a:lnTo>
                  <a:pt x="737531" y="103878"/>
                </a:lnTo>
                <a:lnTo>
                  <a:pt x="738050" y="104347"/>
                </a:lnTo>
                <a:lnTo>
                  <a:pt x="738590" y="104786"/>
                </a:lnTo>
                <a:lnTo>
                  <a:pt x="739152" y="105196"/>
                </a:lnTo>
                <a:lnTo>
                  <a:pt x="739734" y="105577"/>
                </a:lnTo>
                <a:lnTo>
                  <a:pt x="740338" y="105929"/>
                </a:lnTo>
                <a:lnTo>
                  <a:pt x="740964" y="106252"/>
                </a:lnTo>
                <a:lnTo>
                  <a:pt x="741610" y="106547"/>
                </a:lnTo>
                <a:lnTo>
                  <a:pt x="742275" y="106817"/>
                </a:lnTo>
                <a:lnTo>
                  <a:pt x="742959" y="107061"/>
                </a:lnTo>
                <a:lnTo>
                  <a:pt x="743662" y="107279"/>
                </a:lnTo>
                <a:lnTo>
                  <a:pt x="744385" y="107472"/>
                </a:lnTo>
                <a:lnTo>
                  <a:pt x="745128" y="107639"/>
                </a:lnTo>
                <a:lnTo>
                  <a:pt x="745889" y="107780"/>
                </a:lnTo>
                <a:lnTo>
                  <a:pt x="746670" y="107896"/>
                </a:lnTo>
                <a:lnTo>
                  <a:pt x="747470" y="107985"/>
                </a:lnTo>
                <a:lnTo>
                  <a:pt x="748290" y="108050"/>
                </a:lnTo>
                <a:lnTo>
                  <a:pt x="749129" y="108088"/>
                </a:lnTo>
                <a:lnTo>
                  <a:pt x="749987" y="108101"/>
                </a:lnTo>
                <a:lnTo>
                  <a:pt x="751599" y="108059"/>
                </a:lnTo>
                <a:lnTo>
                  <a:pt x="753225" y="107933"/>
                </a:lnTo>
                <a:lnTo>
                  <a:pt x="754864" y="107723"/>
                </a:lnTo>
                <a:lnTo>
                  <a:pt x="756518" y="107429"/>
                </a:lnTo>
                <a:lnTo>
                  <a:pt x="758185" y="107052"/>
                </a:lnTo>
                <a:lnTo>
                  <a:pt x="759866" y="106590"/>
                </a:lnTo>
                <a:lnTo>
                  <a:pt x="761561" y="106044"/>
                </a:lnTo>
                <a:lnTo>
                  <a:pt x="763270" y="105415"/>
                </a:lnTo>
                <a:lnTo>
                  <a:pt x="764993" y="104701"/>
                </a:lnTo>
                <a:lnTo>
                  <a:pt x="766730" y="103904"/>
                </a:lnTo>
                <a:lnTo>
                  <a:pt x="768480" y="103022"/>
                </a:lnTo>
                <a:lnTo>
                  <a:pt x="770245" y="102057"/>
                </a:lnTo>
                <a:lnTo>
                  <a:pt x="770245" y="113762"/>
                </a:lnTo>
                <a:close/>
                <a:moveTo>
                  <a:pt x="857538" y="111662"/>
                </a:moveTo>
                <a:lnTo>
                  <a:pt x="854899" y="112867"/>
                </a:lnTo>
                <a:lnTo>
                  <a:pt x="852283" y="113968"/>
                </a:lnTo>
                <a:lnTo>
                  <a:pt x="849692" y="114964"/>
                </a:lnTo>
                <a:lnTo>
                  <a:pt x="847124" y="115855"/>
                </a:lnTo>
                <a:lnTo>
                  <a:pt x="844580" y="116642"/>
                </a:lnTo>
                <a:lnTo>
                  <a:pt x="842059" y="117323"/>
                </a:lnTo>
                <a:lnTo>
                  <a:pt x="839563" y="117900"/>
                </a:lnTo>
                <a:lnTo>
                  <a:pt x="837090" y="118371"/>
                </a:lnTo>
                <a:lnTo>
                  <a:pt x="834641" y="118738"/>
                </a:lnTo>
                <a:lnTo>
                  <a:pt x="832216" y="119001"/>
                </a:lnTo>
                <a:lnTo>
                  <a:pt x="829814" y="119158"/>
                </a:lnTo>
                <a:lnTo>
                  <a:pt x="827437" y="119210"/>
                </a:lnTo>
                <a:lnTo>
                  <a:pt x="825657" y="119173"/>
                </a:lnTo>
                <a:lnTo>
                  <a:pt x="823910" y="119062"/>
                </a:lnTo>
                <a:lnTo>
                  <a:pt x="822194" y="118877"/>
                </a:lnTo>
                <a:lnTo>
                  <a:pt x="820510" y="118618"/>
                </a:lnTo>
                <a:lnTo>
                  <a:pt x="818857" y="118284"/>
                </a:lnTo>
                <a:lnTo>
                  <a:pt x="817237" y="117877"/>
                </a:lnTo>
                <a:lnTo>
                  <a:pt x="815648" y="117396"/>
                </a:lnTo>
                <a:lnTo>
                  <a:pt x="814090" y="116840"/>
                </a:lnTo>
                <a:lnTo>
                  <a:pt x="812565" y="116211"/>
                </a:lnTo>
                <a:lnTo>
                  <a:pt x="811071" y="115507"/>
                </a:lnTo>
                <a:lnTo>
                  <a:pt x="809608" y="114730"/>
                </a:lnTo>
                <a:lnTo>
                  <a:pt x="808178" y="113878"/>
                </a:lnTo>
                <a:lnTo>
                  <a:pt x="806787" y="112958"/>
                </a:lnTo>
                <a:lnTo>
                  <a:pt x="805442" y="111973"/>
                </a:lnTo>
                <a:lnTo>
                  <a:pt x="804145" y="110926"/>
                </a:lnTo>
                <a:lnTo>
                  <a:pt x="802895" y="109814"/>
                </a:lnTo>
                <a:lnTo>
                  <a:pt x="801692" y="108639"/>
                </a:lnTo>
                <a:lnTo>
                  <a:pt x="800537" y="107400"/>
                </a:lnTo>
                <a:lnTo>
                  <a:pt x="799428" y="106097"/>
                </a:lnTo>
                <a:lnTo>
                  <a:pt x="798366" y="104731"/>
                </a:lnTo>
                <a:lnTo>
                  <a:pt x="797351" y="103301"/>
                </a:lnTo>
                <a:lnTo>
                  <a:pt x="796384" y="101808"/>
                </a:lnTo>
                <a:lnTo>
                  <a:pt x="795463" y="100251"/>
                </a:lnTo>
                <a:lnTo>
                  <a:pt x="794589" y="98630"/>
                </a:lnTo>
                <a:lnTo>
                  <a:pt x="793775" y="96967"/>
                </a:lnTo>
                <a:lnTo>
                  <a:pt x="793031" y="95285"/>
                </a:lnTo>
                <a:lnTo>
                  <a:pt x="792358" y="93584"/>
                </a:lnTo>
                <a:lnTo>
                  <a:pt x="791756" y="91863"/>
                </a:lnTo>
                <a:lnTo>
                  <a:pt x="791225" y="90124"/>
                </a:lnTo>
                <a:lnTo>
                  <a:pt x="790764" y="88365"/>
                </a:lnTo>
                <a:lnTo>
                  <a:pt x="790375" y="86587"/>
                </a:lnTo>
                <a:lnTo>
                  <a:pt x="790056" y="84790"/>
                </a:lnTo>
                <a:lnTo>
                  <a:pt x="789808" y="82973"/>
                </a:lnTo>
                <a:lnTo>
                  <a:pt x="789631" y="81137"/>
                </a:lnTo>
                <a:lnTo>
                  <a:pt x="789525" y="79282"/>
                </a:lnTo>
                <a:lnTo>
                  <a:pt x="789489" y="77408"/>
                </a:lnTo>
                <a:lnTo>
                  <a:pt x="789523" y="75601"/>
                </a:lnTo>
                <a:lnTo>
                  <a:pt x="789624" y="73806"/>
                </a:lnTo>
                <a:lnTo>
                  <a:pt x="789793" y="72023"/>
                </a:lnTo>
                <a:lnTo>
                  <a:pt x="790028" y="70251"/>
                </a:lnTo>
                <a:lnTo>
                  <a:pt x="790332" y="68492"/>
                </a:lnTo>
                <a:lnTo>
                  <a:pt x="790702" y="66744"/>
                </a:lnTo>
                <a:lnTo>
                  <a:pt x="791140" y="65008"/>
                </a:lnTo>
                <a:lnTo>
                  <a:pt x="791645" y="63284"/>
                </a:lnTo>
                <a:lnTo>
                  <a:pt x="792218" y="61572"/>
                </a:lnTo>
                <a:lnTo>
                  <a:pt x="792858" y="59872"/>
                </a:lnTo>
                <a:lnTo>
                  <a:pt x="793565" y="58184"/>
                </a:lnTo>
                <a:lnTo>
                  <a:pt x="794340" y="56507"/>
                </a:lnTo>
                <a:lnTo>
                  <a:pt x="795175" y="54867"/>
                </a:lnTo>
                <a:lnTo>
                  <a:pt x="796064" y="53289"/>
                </a:lnTo>
                <a:lnTo>
                  <a:pt x="797006" y="51773"/>
                </a:lnTo>
                <a:lnTo>
                  <a:pt x="798001" y="50318"/>
                </a:lnTo>
                <a:lnTo>
                  <a:pt x="799051" y="48925"/>
                </a:lnTo>
                <a:lnTo>
                  <a:pt x="800153" y="47594"/>
                </a:lnTo>
                <a:lnTo>
                  <a:pt x="801309" y="46324"/>
                </a:lnTo>
                <a:lnTo>
                  <a:pt x="802519" y="45116"/>
                </a:lnTo>
                <a:lnTo>
                  <a:pt x="803782" y="43970"/>
                </a:lnTo>
                <a:lnTo>
                  <a:pt x="805099" y="42886"/>
                </a:lnTo>
                <a:lnTo>
                  <a:pt x="806469" y="41864"/>
                </a:lnTo>
                <a:lnTo>
                  <a:pt x="807892" y="40903"/>
                </a:lnTo>
                <a:lnTo>
                  <a:pt x="809357" y="40011"/>
                </a:lnTo>
                <a:lnTo>
                  <a:pt x="810849" y="39197"/>
                </a:lnTo>
                <a:lnTo>
                  <a:pt x="812368" y="38461"/>
                </a:lnTo>
                <a:lnTo>
                  <a:pt x="813916" y="37802"/>
                </a:lnTo>
                <a:lnTo>
                  <a:pt x="815491" y="37221"/>
                </a:lnTo>
                <a:lnTo>
                  <a:pt x="817094" y="36717"/>
                </a:lnTo>
                <a:lnTo>
                  <a:pt x="818725" y="36291"/>
                </a:lnTo>
                <a:lnTo>
                  <a:pt x="820383" y="35942"/>
                </a:lnTo>
                <a:lnTo>
                  <a:pt x="822069" y="35670"/>
                </a:lnTo>
                <a:lnTo>
                  <a:pt x="823783" y="35477"/>
                </a:lnTo>
                <a:lnTo>
                  <a:pt x="825525" y="35360"/>
                </a:lnTo>
                <a:lnTo>
                  <a:pt x="827294" y="35322"/>
                </a:lnTo>
                <a:lnTo>
                  <a:pt x="829621" y="35392"/>
                </a:lnTo>
                <a:lnTo>
                  <a:pt x="831870" y="35602"/>
                </a:lnTo>
                <a:lnTo>
                  <a:pt x="834041" y="35952"/>
                </a:lnTo>
                <a:lnTo>
                  <a:pt x="836135" y="36442"/>
                </a:lnTo>
                <a:lnTo>
                  <a:pt x="838151" y="37072"/>
                </a:lnTo>
                <a:lnTo>
                  <a:pt x="840089" y="37842"/>
                </a:lnTo>
                <a:lnTo>
                  <a:pt x="841949" y="38752"/>
                </a:lnTo>
                <a:lnTo>
                  <a:pt x="843732" y="39802"/>
                </a:lnTo>
                <a:lnTo>
                  <a:pt x="845436" y="40992"/>
                </a:lnTo>
                <a:lnTo>
                  <a:pt x="847063" y="42322"/>
                </a:lnTo>
                <a:lnTo>
                  <a:pt x="848612" y="43792"/>
                </a:lnTo>
                <a:lnTo>
                  <a:pt x="850084" y="45403"/>
                </a:lnTo>
                <a:lnTo>
                  <a:pt x="851457" y="47158"/>
                </a:lnTo>
                <a:lnTo>
                  <a:pt x="852710" y="49066"/>
                </a:lnTo>
                <a:lnTo>
                  <a:pt x="853844" y="51125"/>
                </a:lnTo>
                <a:lnTo>
                  <a:pt x="854859" y="53336"/>
                </a:lnTo>
                <a:lnTo>
                  <a:pt x="855754" y="55699"/>
                </a:lnTo>
                <a:lnTo>
                  <a:pt x="856530" y="58214"/>
                </a:lnTo>
                <a:lnTo>
                  <a:pt x="857187" y="60881"/>
                </a:lnTo>
                <a:lnTo>
                  <a:pt x="857724" y="63699"/>
                </a:lnTo>
                <a:lnTo>
                  <a:pt x="858142" y="66670"/>
                </a:lnTo>
                <a:lnTo>
                  <a:pt x="858440" y="69792"/>
                </a:lnTo>
                <a:lnTo>
                  <a:pt x="858619" y="73066"/>
                </a:lnTo>
                <a:lnTo>
                  <a:pt x="858679" y="76491"/>
                </a:lnTo>
                <a:lnTo>
                  <a:pt x="858679" y="79331"/>
                </a:lnTo>
                <a:lnTo>
                  <a:pt x="803755" y="79331"/>
                </a:lnTo>
                <a:lnTo>
                  <a:pt x="803779" y="80698"/>
                </a:lnTo>
                <a:lnTo>
                  <a:pt x="803851" y="82045"/>
                </a:lnTo>
                <a:lnTo>
                  <a:pt x="803972" y="83372"/>
                </a:lnTo>
                <a:lnTo>
                  <a:pt x="804140" y="84680"/>
                </a:lnTo>
                <a:lnTo>
                  <a:pt x="804356" y="85968"/>
                </a:lnTo>
                <a:lnTo>
                  <a:pt x="804620" y="87236"/>
                </a:lnTo>
                <a:lnTo>
                  <a:pt x="804933" y="88484"/>
                </a:lnTo>
                <a:lnTo>
                  <a:pt x="805293" y="89712"/>
                </a:lnTo>
                <a:lnTo>
                  <a:pt x="805701" y="90921"/>
                </a:lnTo>
                <a:lnTo>
                  <a:pt x="806158" y="92110"/>
                </a:lnTo>
                <a:lnTo>
                  <a:pt x="806662" y="93279"/>
                </a:lnTo>
                <a:lnTo>
                  <a:pt x="807215" y="94428"/>
                </a:lnTo>
                <a:lnTo>
                  <a:pt x="807806" y="95544"/>
                </a:lnTo>
                <a:lnTo>
                  <a:pt x="808428" y="96612"/>
                </a:lnTo>
                <a:lnTo>
                  <a:pt x="809081" y="97633"/>
                </a:lnTo>
                <a:lnTo>
                  <a:pt x="809763" y="98606"/>
                </a:lnTo>
                <a:lnTo>
                  <a:pt x="810475" y="99532"/>
                </a:lnTo>
                <a:lnTo>
                  <a:pt x="811218" y="100410"/>
                </a:lnTo>
                <a:lnTo>
                  <a:pt x="811991" y="101241"/>
                </a:lnTo>
                <a:lnTo>
                  <a:pt x="812794" y="102024"/>
                </a:lnTo>
                <a:lnTo>
                  <a:pt x="813628" y="102760"/>
                </a:lnTo>
                <a:lnTo>
                  <a:pt x="814491" y="103448"/>
                </a:lnTo>
                <a:lnTo>
                  <a:pt x="815385" y="104089"/>
                </a:lnTo>
                <a:lnTo>
                  <a:pt x="816309" y="104683"/>
                </a:lnTo>
                <a:lnTo>
                  <a:pt x="817259" y="105229"/>
                </a:lnTo>
                <a:lnTo>
                  <a:pt x="818231" y="105727"/>
                </a:lnTo>
                <a:lnTo>
                  <a:pt x="819225" y="106178"/>
                </a:lnTo>
                <a:lnTo>
                  <a:pt x="820240" y="106582"/>
                </a:lnTo>
                <a:lnTo>
                  <a:pt x="821278" y="106938"/>
                </a:lnTo>
                <a:lnTo>
                  <a:pt x="822337" y="107246"/>
                </a:lnTo>
                <a:lnTo>
                  <a:pt x="823418" y="107508"/>
                </a:lnTo>
                <a:lnTo>
                  <a:pt x="824520" y="107721"/>
                </a:lnTo>
                <a:lnTo>
                  <a:pt x="825645" y="107887"/>
                </a:lnTo>
                <a:lnTo>
                  <a:pt x="826791" y="108006"/>
                </a:lnTo>
                <a:lnTo>
                  <a:pt x="827959" y="108077"/>
                </a:lnTo>
                <a:lnTo>
                  <a:pt x="829149" y="108101"/>
                </a:lnTo>
                <a:lnTo>
                  <a:pt x="831307" y="108042"/>
                </a:lnTo>
                <a:lnTo>
                  <a:pt x="833504" y="107864"/>
                </a:lnTo>
                <a:lnTo>
                  <a:pt x="835738" y="107567"/>
                </a:lnTo>
                <a:lnTo>
                  <a:pt x="838009" y="107151"/>
                </a:lnTo>
                <a:lnTo>
                  <a:pt x="840319" y="106617"/>
                </a:lnTo>
                <a:lnTo>
                  <a:pt x="842666" y="105965"/>
                </a:lnTo>
                <a:lnTo>
                  <a:pt x="845050" y="105193"/>
                </a:lnTo>
                <a:lnTo>
                  <a:pt x="847472" y="104303"/>
                </a:lnTo>
                <a:lnTo>
                  <a:pt x="849932" y="103294"/>
                </a:lnTo>
                <a:lnTo>
                  <a:pt x="852430" y="102167"/>
                </a:lnTo>
                <a:lnTo>
                  <a:pt x="854965" y="100920"/>
                </a:lnTo>
                <a:lnTo>
                  <a:pt x="857538" y="99555"/>
                </a:lnTo>
                <a:lnTo>
                  <a:pt x="857538" y="111662"/>
                </a:lnTo>
                <a:moveTo>
                  <a:pt x="804540" y="69361"/>
                </a:moveTo>
                <a:lnTo>
                  <a:pt x="844271" y="69361"/>
                </a:lnTo>
                <a:lnTo>
                  <a:pt x="844271" y="67463"/>
                </a:lnTo>
                <a:lnTo>
                  <a:pt x="844237" y="65884"/>
                </a:lnTo>
                <a:lnTo>
                  <a:pt x="844138" y="64360"/>
                </a:lnTo>
                <a:lnTo>
                  <a:pt x="843972" y="62890"/>
                </a:lnTo>
                <a:lnTo>
                  <a:pt x="843740" y="61475"/>
                </a:lnTo>
                <a:lnTo>
                  <a:pt x="843441" y="60115"/>
                </a:lnTo>
                <a:lnTo>
                  <a:pt x="843076" y="58810"/>
                </a:lnTo>
                <a:lnTo>
                  <a:pt x="842644" y="57560"/>
                </a:lnTo>
                <a:lnTo>
                  <a:pt x="842146" y="56364"/>
                </a:lnTo>
                <a:lnTo>
                  <a:pt x="841582" y="55223"/>
                </a:lnTo>
                <a:lnTo>
                  <a:pt x="840952" y="54136"/>
                </a:lnTo>
                <a:lnTo>
                  <a:pt x="840255" y="53105"/>
                </a:lnTo>
                <a:lnTo>
                  <a:pt x="839491" y="52128"/>
                </a:lnTo>
                <a:lnTo>
                  <a:pt x="838673" y="51218"/>
                </a:lnTo>
                <a:lnTo>
                  <a:pt x="837809" y="50387"/>
                </a:lnTo>
                <a:lnTo>
                  <a:pt x="836901" y="49635"/>
                </a:lnTo>
                <a:lnTo>
                  <a:pt x="835949" y="48963"/>
                </a:lnTo>
                <a:lnTo>
                  <a:pt x="834952" y="48369"/>
                </a:lnTo>
                <a:lnTo>
                  <a:pt x="833910" y="47855"/>
                </a:lnTo>
                <a:lnTo>
                  <a:pt x="832824" y="47420"/>
                </a:lnTo>
                <a:lnTo>
                  <a:pt x="831693" y="47064"/>
                </a:lnTo>
                <a:lnTo>
                  <a:pt x="830517" y="46787"/>
                </a:lnTo>
                <a:lnTo>
                  <a:pt x="829297" y="46589"/>
                </a:lnTo>
                <a:lnTo>
                  <a:pt x="828033" y="46470"/>
                </a:lnTo>
                <a:lnTo>
                  <a:pt x="826723" y="46431"/>
                </a:lnTo>
                <a:lnTo>
                  <a:pt x="825395" y="46471"/>
                </a:lnTo>
                <a:lnTo>
                  <a:pt x="824097" y="46592"/>
                </a:lnTo>
                <a:lnTo>
                  <a:pt x="822829" y="46793"/>
                </a:lnTo>
                <a:lnTo>
                  <a:pt x="821592" y="47076"/>
                </a:lnTo>
                <a:lnTo>
                  <a:pt x="820384" y="47438"/>
                </a:lnTo>
                <a:lnTo>
                  <a:pt x="819207" y="47882"/>
                </a:lnTo>
                <a:lnTo>
                  <a:pt x="818060" y="48406"/>
                </a:lnTo>
                <a:lnTo>
                  <a:pt x="816943" y="49010"/>
                </a:lnTo>
                <a:lnTo>
                  <a:pt x="815857" y="49695"/>
                </a:lnTo>
                <a:lnTo>
                  <a:pt x="814801" y="50461"/>
                </a:lnTo>
                <a:lnTo>
                  <a:pt x="813774" y="51308"/>
                </a:lnTo>
                <a:lnTo>
                  <a:pt x="812779" y="52235"/>
                </a:lnTo>
                <a:lnTo>
                  <a:pt x="811822" y="53240"/>
                </a:lnTo>
                <a:lnTo>
                  <a:pt x="810915" y="54322"/>
                </a:lnTo>
                <a:lnTo>
                  <a:pt x="810057" y="55481"/>
                </a:lnTo>
                <a:lnTo>
                  <a:pt x="809248" y="56716"/>
                </a:lnTo>
                <a:lnTo>
                  <a:pt x="808488" y="58028"/>
                </a:lnTo>
                <a:lnTo>
                  <a:pt x="807777" y="59417"/>
                </a:lnTo>
                <a:lnTo>
                  <a:pt x="807115" y="60883"/>
                </a:lnTo>
                <a:lnTo>
                  <a:pt x="806502" y="62425"/>
                </a:lnTo>
                <a:lnTo>
                  <a:pt x="805938" y="64044"/>
                </a:lnTo>
                <a:lnTo>
                  <a:pt x="805423" y="65740"/>
                </a:lnTo>
                <a:lnTo>
                  <a:pt x="804957" y="67512"/>
                </a:lnTo>
                <a:lnTo>
                  <a:pt x="804540" y="69361"/>
                </a:lnTo>
                <a:close/>
                <a:moveTo>
                  <a:pt x="878922" y="117074"/>
                </a:moveTo>
                <a:lnTo>
                  <a:pt x="878922" y="37458"/>
                </a:lnTo>
                <a:lnTo>
                  <a:pt x="892190" y="37458"/>
                </a:lnTo>
                <a:lnTo>
                  <a:pt x="892190" y="54970"/>
                </a:lnTo>
                <a:lnTo>
                  <a:pt x="893157" y="53461"/>
                </a:lnTo>
                <a:lnTo>
                  <a:pt x="894157" y="52008"/>
                </a:lnTo>
                <a:lnTo>
                  <a:pt x="895190" y="50611"/>
                </a:lnTo>
                <a:lnTo>
                  <a:pt x="896256" y="49269"/>
                </a:lnTo>
                <a:lnTo>
                  <a:pt x="897354" y="47983"/>
                </a:lnTo>
                <a:lnTo>
                  <a:pt x="898485" y="46753"/>
                </a:lnTo>
                <a:lnTo>
                  <a:pt x="899648" y="45578"/>
                </a:lnTo>
                <a:lnTo>
                  <a:pt x="900844" y="44459"/>
                </a:lnTo>
                <a:lnTo>
                  <a:pt x="902073" y="43395"/>
                </a:lnTo>
                <a:lnTo>
                  <a:pt x="903335" y="42387"/>
                </a:lnTo>
                <a:lnTo>
                  <a:pt x="904629" y="41435"/>
                </a:lnTo>
                <a:lnTo>
                  <a:pt x="905956" y="40538"/>
                </a:lnTo>
                <a:lnTo>
                  <a:pt x="907300" y="39705"/>
                </a:lnTo>
                <a:lnTo>
                  <a:pt x="908643" y="38944"/>
                </a:lnTo>
                <a:lnTo>
                  <a:pt x="909986" y="38256"/>
                </a:lnTo>
                <a:lnTo>
                  <a:pt x="911330" y="37640"/>
                </a:lnTo>
                <a:lnTo>
                  <a:pt x="912673" y="37097"/>
                </a:lnTo>
                <a:lnTo>
                  <a:pt x="914017" y="36626"/>
                </a:lnTo>
                <a:lnTo>
                  <a:pt x="915360" y="36227"/>
                </a:lnTo>
                <a:lnTo>
                  <a:pt x="916703" y="35901"/>
                </a:lnTo>
                <a:lnTo>
                  <a:pt x="918047" y="35648"/>
                </a:lnTo>
                <a:lnTo>
                  <a:pt x="919390" y="35466"/>
                </a:lnTo>
                <a:lnTo>
                  <a:pt x="920733" y="35358"/>
                </a:lnTo>
                <a:lnTo>
                  <a:pt x="922077" y="35322"/>
                </a:lnTo>
                <a:lnTo>
                  <a:pt x="923245" y="35348"/>
                </a:lnTo>
                <a:lnTo>
                  <a:pt x="924395" y="35425"/>
                </a:lnTo>
                <a:lnTo>
                  <a:pt x="925527" y="35555"/>
                </a:lnTo>
                <a:lnTo>
                  <a:pt x="926642" y="35737"/>
                </a:lnTo>
                <a:lnTo>
                  <a:pt x="927739" y="35971"/>
                </a:lnTo>
                <a:lnTo>
                  <a:pt x="928817" y="36256"/>
                </a:lnTo>
                <a:lnTo>
                  <a:pt x="929879" y="36594"/>
                </a:lnTo>
                <a:lnTo>
                  <a:pt x="930922" y="36983"/>
                </a:lnTo>
                <a:lnTo>
                  <a:pt x="931947" y="37425"/>
                </a:lnTo>
                <a:lnTo>
                  <a:pt x="932955" y="37918"/>
                </a:lnTo>
                <a:lnTo>
                  <a:pt x="933944" y="38463"/>
                </a:lnTo>
                <a:lnTo>
                  <a:pt x="934916" y="39060"/>
                </a:lnTo>
                <a:lnTo>
                  <a:pt x="935855" y="39699"/>
                </a:lnTo>
                <a:lnTo>
                  <a:pt x="936746" y="40371"/>
                </a:lnTo>
                <a:lnTo>
                  <a:pt x="937589" y="41074"/>
                </a:lnTo>
                <a:lnTo>
                  <a:pt x="938384" y="41810"/>
                </a:lnTo>
                <a:lnTo>
                  <a:pt x="939130" y="42578"/>
                </a:lnTo>
                <a:lnTo>
                  <a:pt x="939829" y="43377"/>
                </a:lnTo>
                <a:lnTo>
                  <a:pt x="940480" y="44210"/>
                </a:lnTo>
                <a:lnTo>
                  <a:pt x="941082" y="45074"/>
                </a:lnTo>
                <a:lnTo>
                  <a:pt x="941637" y="45970"/>
                </a:lnTo>
                <a:lnTo>
                  <a:pt x="942143" y="46899"/>
                </a:lnTo>
                <a:lnTo>
                  <a:pt x="942602" y="47859"/>
                </a:lnTo>
                <a:lnTo>
                  <a:pt x="943012" y="48852"/>
                </a:lnTo>
                <a:lnTo>
                  <a:pt x="943382" y="49942"/>
                </a:lnTo>
                <a:lnTo>
                  <a:pt x="943720" y="51194"/>
                </a:lnTo>
                <a:lnTo>
                  <a:pt x="944026" y="52608"/>
                </a:lnTo>
                <a:lnTo>
                  <a:pt x="944300" y="54185"/>
                </a:lnTo>
                <a:lnTo>
                  <a:pt x="944541" y="55924"/>
                </a:lnTo>
                <a:lnTo>
                  <a:pt x="944751" y="57825"/>
                </a:lnTo>
                <a:lnTo>
                  <a:pt x="944928" y="59888"/>
                </a:lnTo>
                <a:lnTo>
                  <a:pt x="945073" y="62113"/>
                </a:lnTo>
                <a:lnTo>
                  <a:pt x="945185" y="64501"/>
                </a:lnTo>
                <a:lnTo>
                  <a:pt x="945266" y="67051"/>
                </a:lnTo>
                <a:lnTo>
                  <a:pt x="945314" y="69763"/>
                </a:lnTo>
                <a:lnTo>
                  <a:pt x="945330" y="72637"/>
                </a:lnTo>
                <a:lnTo>
                  <a:pt x="945330" y="117074"/>
                </a:lnTo>
                <a:lnTo>
                  <a:pt x="932063" y="117074"/>
                </a:lnTo>
                <a:lnTo>
                  <a:pt x="932063" y="71046"/>
                </a:lnTo>
                <a:lnTo>
                  <a:pt x="932055" y="69191"/>
                </a:lnTo>
                <a:lnTo>
                  <a:pt x="932032" y="67444"/>
                </a:lnTo>
                <a:lnTo>
                  <a:pt x="931994" y="65806"/>
                </a:lnTo>
                <a:lnTo>
                  <a:pt x="931940" y="64275"/>
                </a:lnTo>
                <a:lnTo>
                  <a:pt x="931871" y="62853"/>
                </a:lnTo>
                <a:lnTo>
                  <a:pt x="931787" y="61540"/>
                </a:lnTo>
                <a:lnTo>
                  <a:pt x="931687" y="60334"/>
                </a:lnTo>
                <a:lnTo>
                  <a:pt x="931572" y="59236"/>
                </a:lnTo>
                <a:lnTo>
                  <a:pt x="931441" y="58247"/>
                </a:lnTo>
                <a:lnTo>
                  <a:pt x="931295" y="57366"/>
                </a:lnTo>
                <a:lnTo>
                  <a:pt x="931134" y="56593"/>
                </a:lnTo>
                <a:lnTo>
                  <a:pt x="930957" y="55929"/>
                </a:lnTo>
                <a:lnTo>
                  <a:pt x="930760" y="55327"/>
                </a:lnTo>
                <a:lnTo>
                  <a:pt x="930537" y="54744"/>
                </a:lnTo>
                <a:lnTo>
                  <a:pt x="930289" y="54179"/>
                </a:lnTo>
                <a:lnTo>
                  <a:pt x="930014" y="53633"/>
                </a:lnTo>
                <a:lnTo>
                  <a:pt x="929714" y="53105"/>
                </a:lnTo>
                <a:lnTo>
                  <a:pt x="929388" y="52595"/>
                </a:lnTo>
                <a:lnTo>
                  <a:pt x="929036" y="52103"/>
                </a:lnTo>
                <a:lnTo>
                  <a:pt x="928659" y="51629"/>
                </a:lnTo>
                <a:lnTo>
                  <a:pt x="928256" y="51174"/>
                </a:lnTo>
                <a:lnTo>
                  <a:pt x="927827" y="50737"/>
                </a:lnTo>
                <a:lnTo>
                  <a:pt x="927372" y="50318"/>
                </a:lnTo>
                <a:lnTo>
                  <a:pt x="926892" y="49918"/>
                </a:lnTo>
                <a:lnTo>
                  <a:pt x="926395" y="49543"/>
                </a:lnTo>
                <a:lnTo>
                  <a:pt x="925890" y="49201"/>
                </a:lnTo>
                <a:lnTo>
                  <a:pt x="925378" y="48891"/>
                </a:lnTo>
                <a:lnTo>
                  <a:pt x="924859" y="48614"/>
                </a:lnTo>
                <a:lnTo>
                  <a:pt x="924332" y="48369"/>
                </a:lnTo>
                <a:lnTo>
                  <a:pt x="923798" y="48157"/>
                </a:lnTo>
                <a:lnTo>
                  <a:pt x="923256" y="47978"/>
                </a:lnTo>
                <a:lnTo>
                  <a:pt x="922707" y="47831"/>
                </a:lnTo>
                <a:lnTo>
                  <a:pt x="922150" y="47717"/>
                </a:lnTo>
                <a:lnTo>
                  <a:pt x="921586" y="47635"/>
                </a:lnTo>
                <a:lnTo>
                  <a:pt x="921015" y="47586"/>
                </a:lnTo>
                <a:lnTo>
                  <a:pt x="920436" y="47570"/>
                </a:lnTo>
                <a:lnTo>
                  <a:pt x="919264" y="47616"/>
                </a:lnTo>
                <a:lnTo>
                  <a:pt x="918077" y="47754"/>
                </a:lnTo>
                <a:lnTo>
                  <a:pt x="916876" y="47984"/>
                </a:lnTo>
                <a:lnTo>
                  <a:pt x="915661" y="48305"/>
                </a:lnTo>
                <a:lnTo>
                  <a:pt x="914431" y="48719"/>
                </a:lnTo>
                <a:lnTo>
                  <a:pt x="913187" y="49224"/>
                </a:lnTo>
                <a:lnTo>
                  <a:pt x="911929" y="49821"/>
                </a:lnTo>
                <a:lnTo>
                  <a:pt x="910656" y="50511"/>
                </a:lnTo>
                <a:lnTo>
                  <a:pt x="909369" y="51292"/>
                </a:lnTo>
                <a:lnTo>
                  <a:pt x="908068" y="52165"/>
                </a:lnTo>
                <a:lnTo>
                  <a:pt x="906752" y="53130"/>
                </a:lnTo>
                <a:lnTo>
                  <a:pt x="905421" y="54186"/>
                </a:lnTo>
                <a:lnTo>
                  <a:pt x="904104" y="55312"/>
                </a:lnTo>
                <a:lnTo>
                  <a:pt x="902825" y="56484"/>
                </a:lnTo>
                <a:lnTo>
                  <a:pt x="901585" y="57703"/>
                </a:lnTo>
                <a:lnTo>
                  <a:pt x="900385" y="58968"/>
                </a:lnTo>
                <a:lnTo>
                  <a:pt x="899223" y="60280"/>
                </a:lnTo>
                <a:lnTo>
                  <a:pt x="898101" y="61638"/>
                </a:lnTo>
                <a:lnTo>
                  <a:pt x="897018" y="63042"/>
                </a:lnTo>
                <a:lnTo>
                  <a:pt x="895974" y="64493"/>
                </a:lnTo>
                <a:lnTo>
                  <a:pt x="894969" y="65991"/>
                </a:lnTo>
                <a:lnTo>
                  <a:pt x="894004" y="67534"/>
                </a:lnTo>
                <a:lnTo>
                  <a:pt x="893077" y="69124"/>
                </a:lnTo>
                <a:lnTo>
                  <a:pt x="892190" y="70761"/>
                </a:lnTo>
                <a:lnTo>
                  <a:pt x="892190" y="117074"/>
                </a:lnTo>
                <a:lnTo>
                  <a:pt x="878922" y="117074"/>
                </a:lnTo>
                <a:close/>
                <a:moveTo>
                  <a:pt x="967500" y="112759"/>
                </a:moveTo>
                <a:lnTo>
                  <a:pt x="967500" y="98701"/>
                </a:lnTo>
                <a:lnTo>
                  <a:pt x="968837" y="99546"/>
                </a:lnTo>
                <a:lnTo>
                  <a:pt x="970188" y="100348"/>
                </a:lnTo>
                <a:lnTo>
                  <a:pt x="971552" y="101107"/>
                </a:lnTo>
                <a:lnTo>
                  <a:pt x="972929" y="101822"/>
                </a:lnTo>
                <a:lnTo>
                  <a:pt x="974318" y="102495"/>
                </a:lnTo>
                <a:lnTo>
                  <a:pt x="975720" y="103125"/>
                </a:lnTo>
                <a:lnTo>
                  <a:pt x="977135" y="103712"/>
                </a:lnTo>
                <a:lnTo>
                  <a:pt x="978564" y="104256"/>
                </a:lnTo>
                <a:lnTo>
                  <a:pt x="980005" y="104756"/>
                </a:lnTo>
                <a:lnTo>
                  <a:pt x="981458" y="105214"/>
                </a:lnTo>
                <a:lnTo>
                  <a:pt x="982925" y="105629"/>
                </a:lnTo>
                <a:lnTo>
                  <a:pt x="984405" y="106000"/>
                </a:lnTo>
                <a:lnTo>
                  <a:pt x="985872" y="106336"/>
                </a:lnTo>
                <a:lnTo>
                  <a:pt x="987301" y="106642"/>
                </a:lnTo>
                <a:lnTo>
                  <a:pt x="988693" y="106919"/>
                </a:lnTo>
                <a:lnTo>
                  <a:pt x="990048" y="107167"/>
                </a:lnTo>
                <a:lnTo>
                  <a:pt x="991364" y="107386"/>
                </a:lnTo>
                <a:lnTo>
                  <a:pt x="992643" y="107576"/>
                </a:lnTo>
                <a:lnTo>
                  <a:pt x="993885" y="107736"/>
                </a:lnTo>
                <a:lnTo>
                  <a:pt x="995088" y="107868"/>
                </a:lnTo>
                <a:lnTo>
                  <a:pt x="996254" y="107970"/>
                </a:lnTo>
                <a:lnTo>
                  <a:pt x="997383" y="108043"/>
                </a:lnTo>
                <a:lnTo>
                  <a:pt x="998473" y="108086"/>
                </a:lnTo>
                <a:lnTo>
                  <a:pt x="999527" y="108101"/>
                </a:lnTo>
                <a:lnTo>
                  <a:pt x="1001164" y="108079"/>
                </a:lnTo>
                <a:lnTo>
                  <a:pt x="1002722" y="108011"/>
                </a:lnTo>
                <a:lnTo>
                  <a:pt x="1004203" y="107899"/>
                </a:lnTo>
                <a:lnTo>
                  <a:pt x="1005605" y="107742"/>
                </a:lnTo>
                <a:lnTo>
                  <a:pt x="1006929" y="107540"/>
                </a:lnTo>
                <a:lnTo>
                  <a:pt x="1008175" y="107294"/>
                </a:lnTo>
                <a:lnTo>
                  <a:pt x="1009343" y="107002"/>
                </a:lnTo>
                <a:lnTo>
                  <a:pt x="1010432" y="106666"/>
                </a:lnTo>
                <a:lnTo>
                  <a:pt x="1011443" y="106285"/>
                </a:lnTo>
                <a:lnTo>
                  <a:pt x="1012376" y="105859"/>
                </a:lnTo>
                <a:lnTo>
                  <a:pt x="1013230" y="105388"/>
                </a:lnTo>
                <a:lnTo>
                  <a:pt x="1014006" y="104872"/>
                </a:lnTo>
                <a:lnTo>
                  <a:pt x="1014713" y="104323"/>
                </a:lnTo>
                <a:lnTo>
                  <a:pt x="1015358" y="103751"/>
                </a:lnTo>
                <a:lnTo>
                  <a:pt x="1015941" y="103158"/>
                </a:lnTo>
                <a:lnTo>
                  <a:pt x="1016463" y="102542"/>
                </a:lnTo>
                <a:lnTo>
                  <a:pt x="1016924" y="101904"/>
                </a:lnTo>
                <a:lnTo>
                  <a:pt x="1017323" y="101244"/>
                </a:lnTo>
                <a:lnTo>
                  <a:pt x="1017661" y="100562"/>
                </a:lnTo>
                <a:lnTo>
                  <a:pt x="1017937" y="99857"/>
                </a:lnTo>
                <a:lnTo>
                  <a:pt x="1018152" y="99131"/>
                </a:lnTo>
                <a:lnTo>
                  <a:pt x="1018306" y="98382"/>
                </a:lnTo>
                <a:lnTo>
                  <a:pt x="1018398" y="97611"/>
                </a:lnTo>
                <a:lnTo>
                  <a:pt x="1018429" y="96818"/>
                </a:lnTo>
                <a:lnTo>
                  <a:pt x="1018414" y="96292"/>
                </a:lnTo>
                <a:lnTo>
                  <a:pt x="1018371" y="95779"/>
                </a:lnTo>
                <a:lnTo>
                  <a:pt x="1018300" y="95279"/>
                </a:lnTo>
                <a:lnTo>
                  <a:pt x="1018199" y="94792"/>
                </a:lnTo>
                <a:lnTo>
                  <a:pt x="1018070" y="94317"/>
                </a:lnTo>
                <a:lnTo>
                  <a:pt x="1017912" y="93855"/>
                </a:lnTo>
                <a:lnTo>
                  <a:pt x="1017725" y="93406"/>
                </a:lnTo>
                <a:lnTo>
                  <a:pt x="1017510" y="92970"/>
                </a:lnTo>
                <a:lnTo>
                  <a:pt x="1017265" y="92546"/>
                </a:lnTo>
                <a:lnTo>
                  <a:pt x="1016992" y="92136"/>
                </a:lnTo>
                <a:lnTo>
                  <a:pt x="1016691" y="91738"/>
                </a:lnTo>
                <a:lnTo>
                  <a:pt x="1016360" y="91353"/>
                </a:lnTo>
                <a:lnTo>
                  <a:pt x="1015973" y="90967"/>
                </a:lnTo>
                <a:lnTo>
                  <a:pt x="1015500" y="90566"/>
                </a:lnTo>
                <a:lnTo>
                  <a:pt x="1014943" y="90151"/>
                </a:lnTo>
                <a:lnTo>
                  <a:pt x="1014300" y="89721"/>
                </a:lnTo>
                <a:lnTo>
                  <a:pt x="1013572" y="89276"/>
                </a:lnTo>
                <a:lnTo>
                  <a:pt x="1012758" y="88816"/>
                </a:lnTo>
                <a:lnTo>
                  <a:pt x="1011860" y="88342"/>
                </a:lnTo>
                <a:lnTo>
                  <a:pt x="1010876" y="87852"/>
                </a:lnTo>
                <a:lnTo>
                  <a:pt x="1009807" y="87348"/>
                </a:lnTo>
                <a:lnTo>
                  <a:pt x="1008653" y="86829"/>
                </a:lnTo>
                <a:lnTo>
                  <a:pt x="1007413" y="86295"/>
                </a:lnTo>
                <a:lnTo>
                  <a:pt x="1006089" y="85747"/>
                </a:lnTo>
                <a:lnTo>
                  <a:pt x="1001524" y="83902"/>
                </a:lnTo>
                <a:lnTo>
                  <a:pt x="992322" y="80281"/>
                </a:lnTo>
                <a:lnTo>
                  <a:pt x="989926" y="79329"/>
                </a:lnTo>
                <a:lnTo>
                  <a:pt x="987682" y="78389"/>
                </a:lnTo>
                <a:lnTo>
                  <a:pt x="985591" y="77460"/>
                </a:lnTo>
                <a:lnTo>
                  <a:pt x="983652" y="76542"/>
                </a:lnTo>
                <a:lnTo>
                  <a:pt x="981866" y="75637"/>
                </a:lnTo>
                <a:lnTo>
                  <a:pt x="980232" y="74743"/>
                </a:lnTo>
                <a:lnTo>
                  <a:pt x="978751" y="73861"/>
                </a:lnTo>
                <a:lnTo>
                  <a:pt x="977422" y="72990"/>
                </a:lnTo>
                <a:lnTo>
                  <a:pt x="976246" y="72131"/>
                </a:lnTo>
                <a:lnTo>
                  <a:pt x="975223" y="71284"/>
                </a:lnTo>
                <a:lnTo>
                  <a:pt x="974352" y="70448"/>
                </a:lnTo>
                <a:lnTo>
                  <a:pt x="973634" y="69624"/>
                </a:lnTo>
                <a:lnTo>
                  <a:pt x="973007" y="68802"/>
                </a:lnTo>
                <a:lnTo>
                  <a:pt x="972435" y="67951"/>
                </a:lnTo>
                <a:lnTo>
                  <a:pt x="971918" y="67070"/>
                </a:lnTo>
                <a:lnTo>
                  <a:pt x="971454" y="66160"/>
                </a:lnTo>
                <a:lnTo>
                  <a:pt x="971046" y="65220"/>
                </a:lnTo>
                <a:lnTo>
                  <a:pt x="970692" y="64250"/>
                </a:lnTo>
                <a:lnTo>
                  <a:pt x="970392" y="63251"/>
                </a:lnTo>
                <a:lnTo>
                  <a:pt x="970147" y="62222"/>
                </a:lnTo>
                <a:lnTo>
                  <a:pt x="969956" y="61163"/>
                </a:lnTo>
                <a:lnTo>
                  <a:pt x="969820" y="60075"/>
                </a:lnTo>
                <a:lnTo>
                  <a:pt x="969738" y="58957"/>
                </a:lnTo>
                <a:lnTo>
                  <a:pt x="969711" y="57809"/>
                </a:lnTo>
                <a:lnTo>
                  <a:pt x="969764" y="56197"/>
                </a:lnTo>
                <a:lnTo>
                  <a:pt x="969922" y="54633"/>
                </a:lnTo>
                <a:lnTo>
                  <a:pt x="970186" y="53117"/>
                </a:lnTo>
                <a:lnTo>
                  <a:pt x="970555" y="51650"/>
                </a:lnTo>
                <a:lnTo>
                  <a:pt x="971030" y="50231"/>
                </a:lnTo>
                <a:lnTo>
                  <a:pt x="971610" y="48860"/>
                </a:lnTo>
                <a:lnTo>
                  <a:pt x="972296" y="47538"/>
                </a:lnTo>
                <a:lnTo>
                  <a:pt x="973087" y="46265"/>
                </a:lnTo>
                <a:lnTo>
                  <a:pt x="973984" y="45040"/>
                </a:lnTo>
                <a:lnTo>
                  <a:pt x="974986" y="43863"/>
                </a:lnTo>
                <a:lnTo>
                  <a:pt x="976094" y="42735"/>
                </a:lnTo>
                <a:lnTo>
                  <a:pt x="977307" y="41655"/>
                </a:lnTo>
                <a:lnTo>
                  <a:pt x="978639" y="40643"/>
                </a:lnTo>
                <a:lnTo>
                  <a:pt x="980102" y="39720"/>
                </a:lnTo>
                <a:lnTo>
                  <a:pt x="981696" y="38884"/>
                </a:lnTo>
                <a:lnTo>
                  <a:pt x="983422" y="38136"/>
                </a:lnTo>
                <a:lnTo>
                  <a:pt x="985279" y="37477"/>
                </a:lnTo>
                <a:lnTo>
                  <a:pt x="987267" y="36905"/>
                </a:lnTo>
                <a:lnTo>
                  <a:pt x="989386" y="36421"/>
                </a:lnTo>
                <a:lnTo>
                  <a:pt x="991637" y="36025"/>
                </a:lnTo>
                <a:lnTo>
                  <a:pt x="994019" y="35717"/>
                </a:lnTo>
                <a:lnTo>
                  <a:pt x="996532" y="35497"/>
                </a:lnTo>
                <a:lnTo>
                  <a:pt x="999176" y="35366"/>
                </a:lnTo>
                <a:lnTo>
                  <a:pt x="1001952" y="35322"/>
                </a:lnTo>
                <a:lnTo>
                  <a:pt x="1004070" y="35347"/>
                </a:lnTo>
                <a:lnTo>
                  <a:pt x="1006170" y="35424"/>
                </a:lnTo>
                <a:lnTo>
                  <a:pt x="1008251" y="35553"/>
                </a:lnTo>
                <a:lnTo>
                  <a:pt x="1010313" y="35733"/>
                </a:lnTo>
                <a:lnTo>
                  <a:pt x="1012356" y="35964"/>
                </a:lnTo>
                <a:lnTo>
                  <a:pt x="1014381" y="36247"/>
                </a:lnTo>
                <a:lnTo>
                  <a:pt x="1016387" y="36582"/>
                </a:lnTo>
                <a:lnTo>
                  <a:pt x="1018373" y="36967"/>
                </a:lnTo>
                <a:lnTo>
                  <a:pt x="1020341" y="37405"/>
                </a:lnTo>
                <a:lnTo>
                  <a:pt x="1022291" y="37893"/>
                </a:lnTo>
                <a:lnTo>
                  <a:pt x="1024221" y="38433"/>
                </a:lnTo>
                <a:lnTo>
                  <a:pt x="1026132" y="39025"/>
                </a:lnTo>
                <a:lnTo>
                  <a:pt x="1026132" y="51131"/>
                </a:lnTo>
                <a:lnTo>
                  <a:pt x="1023956" y="50380"/>
                </a:lnTo>
                <a:lnTo>
                  <a:pt x="1021801" y="49695"/>
                </a:lnTo>
                <a:lnTo>
                  <a:pt x="1019668" y="49075"/>
                </a:lnTo>
                <a:lnTo>
                  <a:pt x="1017557" y="48520"/>
                </a:lnTo>
                <a:lnTo>
                  <a:pt x="1015468" y="48030"/>
                </a:lnTo>
                <a:lnTo>
                  <a:pt x="1013400" y="47606"/>
                </a:lnTo>
                <a:lnTo>
                  <a:pt x="1011354" y="47247"/>
                </a:lnTo>
                <a:lnTo>
                  <a:pt x="1009330" y="46953"/>
                </a:lnTo>
                <a:lnTo>
                  <a:pt x="1007328" y="46724"/>
                </a:lnTo>
                <a:lnTo>
                  <a:pt x="1005348" y="46561"/>
                </a:lnTo>
                <a:lnTo>
                  <a:pt x="1003389" y="46463"/>
                </a:lnTo>
                <a:lnTo>
                  <a:pt x="1001452" y="46431"/>
                </a:lnTo>
                <a:lnTo>
                  <a:pt x="1000075" y="46451"/>
                </a:lnTo>
                <a:lnTo>
                  <a:pt x="998749" y="46513"/>
                </a:lnTo>
                <a:lnTo>
                  <a:pt x="997474" y="46615"/>
                </a:lnTo>
                <a:lnTo>
                  <a:pt x="996249" y="46758"/>
                </a:lnTo>
                <a:lnTo>
                  <a:pt x="995076" y="46942"/>
                </a:lnTo>
                <a:lnTo>
                  <a:pt x="993954" y="47167"/>
                </a:lnTo>
                <a:lnTo>
                  <a:pt x="992883" y="47433"/>
                </a:lnTo>
                <a:lnTo>
                  <a:pt x="991863" y="47740"/>
                </a:lnTo>
                <a:lnTo>
                  <a:pt x="990893" y="48088"/>
                </a:lnTo>
                <a:lnTo>
                  <a:pt x="989975" y="48477"/>
                </a:lnTo>
                <a:lnTo>
                  <a:pt x="989108" y="48907"/>
                </a:lnTo>
                <a:lnTo>
                  <a:pt x="988292" y="49377"/>
                </a:lnTo>
                <a:lnTo>
                  <a:pt x="987534" y="49878"/>
                </a:lnTo>
                <a:lnTo>
                  <a:pt x="986843" y="50399"/>
                </a:lnTo>
                <a:lnTo>
                  <a:pt x="986217" y="50940"/>
                </a:lnTo>
                <a:lnTo>
                  <a:pt x="985657" y="51502"/>
                </a:lnTo>
                <a:lnTo>
                  <a:pt x="985163" y="52083"/>
                </a:lnTo>
                <a:lnTo>
                  <a:pt x="984735" y="52685"/>
                </a:lnTo>
                <a:lnTo>
                  <a:pt x="984372" y="53307"/>
                </a:lnTo>
                <a:lnTo>
                  <a:pt x="984076" y="53950"/>
                </a:lnTo>
                <a:lnTo>
                  <a:pt x="983845" y="54612"/>
                </a:lnTo>
                <a:lnTo>
                  <a:pt x="983680" y="55295"/>
                </a:lnTo>
                <a:lnTo>
                  <a:pt x="983582" y="55998"/>
                </a:lnTo>
                <a:lnTo>
                  <a:pt x="983549" y="56721"/>
                </a:lnTo>
                <a:lnTo>
                  <a:pt x="983577" y="57419"/>
                </a:lnTo>
                <a:lnTo>
                  <a:pt x="983664" y="58093"/>
                </a:lnTo>
                <a:lnTo>
                  <a:pt x="983807" y="58743"/>
                </a:lnTo>
                <a:lnTo>
                  <a:pt x="984008" y="59370"/>
                </a:lnTo>
                <a:lnTo>
                  <a:pt x="984267" y="59973"/>
                </a:lnTo>
                <a:lnTo>
                  <a:pt x="984583" y="60553"/>
                </a:lnTo>
                <a:lnTo>
                  <a:pt x="984956" y="61108"/>
                </a:lnTo>
                <a:lnTo>
                  <a:pt x="985387" y="61641"/>
                </a:lnTo>
                <a:lnTo>
                  <a:pt x="985876" y="62149"/>
                </a:lnTo>
                <a:lnTo>
                  <a:pt x="986422" y="62634"/>
                </a:lnTo>
                <a:lnTo>
                  <a:pt x="987025" y="63095"/>
                </a:lnTo>
                <a:lnTo>
                  <a:pt x="987686" y="63533"/>
                </a:lnTo>
                <a:lnTo>
                  <a:pt x="988399" y="63964"/>
                </a:lnTo>
                <a:lnTo>
                  <a:pt x="989184" y="64406"/>
                </a:lnTo>
                <a:lnTo>
                  <a:pt x="990040" y="64859"/>
                </a:lnTo>
                <a:lnTo>
                  <a:pt x="990967" y="65323"/>
                </a:lnTo>
                <a:lnTo>
                  <a:pt x="991966" y="65798"/>
                </a:lnTo>
                <a:lnTo>
                  <a:pt x="993036" y="66283"/>
                </a:lnTo>
                <a:lnTo>
                  <a:pt x="994177" y="66779"/>
                </a:lnTo>
                <a:lnTo>
                  <a:pt x="995389" y="67286"/>
                </a:lnTo>
                <a:lnTo>
                  <a:pt x="996673" y="67804"/>
                </a:lnTo>
                <a:lnTo>
                  <a:pt x="998029" y="68333"/>
                </a:lnTo>
                <a:lnTo>
                  <a:pt x="999455" y="68873"/>
                </a:lnTo>
                <a:lnTo>
                  <a:pt x="1000953" y="69424"/>
                </a:lnTo>
                <a:lnTo>
                  <a:pt x="1009941" y="72688"/>
                </a:lnTo>
                <a:lnTo>
                  <a:pt x="1011946" y="73439"/>
                </a:lnTo>
                <a:lnTo>
                  <a:pt x="1013850" y="74201"/>
                </a:lnTo>
                <a:lnTo>
                  <a:pt x="1015651" y="74973"/>
                </a:lnTo>
                <a:lnTo>
                  <a:pt x="1017351" y="75757"/>
                </a:lnTo>
                <a:lnTo>
                  <a:pt x="1018948" y="76552"/>
                </a:lnTo>
                <a:lnTo>
                  <a:pt x="1020444" y="77358"/>
                </a:lnTo>
                <a:lnTo>
                  <a:pt x="1021837" y="78175"/>
                </a:lnTo>
                <a:lnTo>
                  <a:pt x="1023129" y="79002"/>
                </a:lnTo>
                <a:lnTo>
                  <a:pt x="1024318" y="79841"/>
                </a:lnTo>
                <a:lnTo>
                  <a:pt x="1025405" y="80691"/>
                </a:lnTo>
                <a:lnTo>
                  <a:pt x="1026391" y="81552"/>
                </a:lnTo>
                <a:lnTo>
                  <a:pt x="1027274" y="82424"/>
                </a:lnTo>
                <a:lnTo>
                  <a:pt x="1028071" y="83320"/>
                </a:lnTo>
                <a:lnTo>
                  <a:pt x="1028799" y="84253"/>
                </a:lnTo>
                <a:lnTo>
                  <a:pt x="1029458" y="85222"/>
                </a:lnTo>
                <a:lnTo>
                  <a:pt x="1030048" y="86227"/>
                </a:lnTo>
                <a:lnTo>
                  <a:pt x="1030568" y="87269"/>
                </a:lnTo>
                <a:lnTo>
                  <a:pt x="1031019" y="88348"/>
                </a:lnTo>
                <a:lnTo>
                  <a:pt x="1031400" y="89463"/>
                </a:lnTo>
                <a:lnTo>
                  <a:pt x="1031712" y="90615"/>
                </a:lnTo>
                <a:lnTo>
                  <a:pt x="1031955" y="91803"/>
                </a:lnTo>
                <a:lnTo>
                  <a:pt x="1032128" y="93028"/>
                </a:lnTo>
                <a:lnTo>
                  <a:pt x="1032232" y="94290"/>
                </a:lnTo>
                <a:lnTo>
                  <a:pt x="1032267" y="95588"/>
                </a:lnTo>
                <a:lnTo>
                  <a:pt x="1032212" y="97282"/>
                </a:lnTo>
                <a:lnTo>
                  <a:pt x="1032046" y="98925"/>
                </a:lnTo>
                <a:lnTo>
                  <a:pt x="1031770" y="100517"/>
                </a:lnTo>
                <a:lnTo>
                  <a:pt x="1031383" y="102059"/>
                </a:lnTo>
                <a:lnTo>
                  <a:pt x="1030886" y="103549"/>
                </a:lnTo>
                <a:lnTo>
                  <a:pt x="1030278" y="104989"/>
                </a:lnTo>
                <a:lnTo>
                  <a:pt x="1029560" y="106378"/>
                </a:lnTo>
                <a:lnTo>
                  <a:pt x="1028732" y="107716"/>
                </a:lnTo>
                <a:lnTo>
                  <a:pt x="1027793" y="109003"/>
                </a:lnTo>
                <a:lnTo>
                  <a:pt x="1026744" y="110239"/>
                </a:lnTo>
                <a:lnTo>
                  <a:pt x="1025584" y="111424"/>
                </a:lnTo>
                <a:lnTo>
                  <a:pt x="1024314" y="112558"/>
                </a:lnTo>
                <a:lnTo>
                  <a:pt x="1022922" y="113621"/>
                </a:lnTo>
                <a:lnTo>
                  <a:pt x="1021398" y="114591"/>
                </a:lnTo>
                <a:lnTo>
                  <a:pt x="1019742" y="115469"/>
                </a:lnTo>
                <a:lnTo>
                  <a:pt x="1017953" y="116254"/>
                </a:lnTo>
                <a:lnTo>
                  <a:pt x="1016033" y="116947"/>
                </a:lnTo>
                <a:lnTo>
                  <a:pt x="1013980" y="117547"/>
                </a:lnTo>
                <a:lnTo>
                  <a:pt x="1011794" y="118055"/>
                </a:lnTo>
                <a:lnTo>
                  <a:pt x="1009477" y="118471"/>
                </a:lnTo>
                <a:lnTo>
                  <a:pt x="1007027" y="118794"/>
                </a:lnTo>
                <a:lnTo>
                  <a:pt x="1004445" y="119025"/>
                </a:lnTo>
                <a:lnTo>
                  <a:pt x="1001731" y="119164"/>
                </a:lnTo>
                <a:lnTo>
                  <a:pt x="998885" y="119210"/>
                </a:lnTo>
                <a:lnTo>
                  <a:pt x="996335" y="119165"/>
                </a:lnTo>
                <a:lnTo>
                  <a:pt x="993773" y="119031"/>
                </a:lnTo>
                <a:lnTo>
                  <a:pt x="991199" y="118807"/>
                </a:lnTo>
                <a:lnTo>
                  <a:pt x="988613" y="118493"/>
                </a:lnTo>
                <a:lnTo>
                  <a:pt x="986016" y="118090"/>
                </a:lnTo>
                <a:lnTo>
                  <a:pt x="983406" y="117597"/>
                </a:lnTo>
                <a:lnTo>
                  <a:pt x="980785" y="117015"/>
                </a:lnTo>
                <a:lnTo>
                  <a:pt x="978151" y="116343"/>
                </a:lnTo>
                <a:lnTo>
                  <a:pt x="975506" y="115581"/>
                </a:lnTo>
                <a:lnTo>
                  <a:pt x="972849" y="114730"/>
                </a:lnTo>
                <a:lnTo>
                  <a:pt x="970180" y="113789"/>
                </a:lnTo>
                <a:lnTo>
                  <a:pt x="967500" y="112759"/>
                </a:lnTo>
                <a:close/>
                <a:moveTo>
                  <a:pt x="1087034" y="119210"/>
                </a:moveTo>
                <a:lnTo>
                  <a:pt x="1084228" y="119127"/>
                </a:lnTo>
                <a:lnTo>
                  <a:pt x="1081518" y="118879"/>
                </a:lnTo>
                <a:lnTo>
                  <a:pt x="1078902" y="118465"/>
                </a:lnTo>
                <a:lnTo>
                  <a:pt x="1076382" y="117886"/>
                </a:lnTo>
                <a:lnTo>
                  <a:pt x="1073957" y="117141"/>
                </a:lnTo>
                <a:lnTo>
                  <a:pt x="1071627" y="116231"/>
                </a:lnTo>
                <a:lnTo>
                  <a:pt x="1069392" y="115155"/>
                </a:lnTo>
                <a:lnTo>
                  <a:pt x="1067252" y="113914"/>
                </a:lnTo>
                <a:lnTo>
                  <a:pt x="1065207" y="112507"/>
                </a:lnTo>
                <a:lnTo>
                  <a:pt x="1063257" y="110934"/>
                </a:lnTo>
                <a:lnTo>
                  <a:pt x="1061403" y="109197"/>
                </a:lnTo>
                <a:lnTo>
                  <a:pt x="1059643" y="107293"/>
                </a:lnTo>
                <a:lnTo>
                  <a:pt x="1058003" y="105263"/>
                </a:lnTo>
                <a:lnTo>
                  <a:pt x="1056505" y="103147"/>
                </a:lnTo>
                <a:lnTo>
                  <a:pt x="1055149" y="100945"/>
                </a:lnTo>
                <a:lnTo>
                  <a:pt x="1053937" y="98655"/>
                </a:lnTo>
                <a:lnTo>
                  <a:pt x="1052867" y="96280"/>
                </a:lnTo>
                <a:lnTo>
                  <a:pt x="1051940" y="93818"/>
                </a:lnTo>
                <a:lnTo>
                  <a:pt x="1051155" y="91269"/>
                </a:lnTo>
                <a:lnTo>
                  <a:pt x="1050513" y="88634"/>
                </a:lnTo>
                <a:lnTo>
                  <a:pt x="1050014" y="85913"/>
                </a:lnTo>
                <a:lnTo>
                  <a:pt x="1049657" y="83105"/>
                </a:lnTo>
                <a:lnTo>
                  <a:pt x="1049443" y="80211"/>
                </a:lnTo>
                <a:lnTo>
                  <a:pt x="1049372" y="77230"/>
                </a:lnTo>
                <a:lnTo>
                  <a:pt x="1049443" y="74250"/>
                </a:lnTo>
                <a:lnTo>
                  <a:pt x="1049657" y="71356"/>
                </a:lnTo>
                <a:lnTo>
                  <a:pt x="1050014" y="68550"/>
                </a:lnTo>
                <a:lnTo>
                  <a:pt x="1050513" y="65830"/>
                </a:lnTo>
                <a:lnTo>
                  <a:pt x="1051155" y="63198"/>
                </a:lnTo>
                <a:lnTo>
                  <a:pt x="1051940" y="60652"/>
                </a:lnTo>
                <a:lnTo>
                  <a:pt x="1052867" y="58194"/>
                </a:lnTo>
                <a:lnTo>
                  <a:pt x="1053937" y="55822"/>
                </a:lnTo>
                <a:lnTo>
                  <a:pt x="1055149" y="53537"/>
                </a:lnTo>
                <a:lnTo>
                  <a:pt x="1056505" y="51340"/>
                </a:lnTo>
                <a:lnTo>
                  <a:pt x="1058003" y="49229"/>
                </a:lnTo>
                <a:lnTo>
                  <a:pt x="1059643" y="47205"/>
                </a:lnTo>
                <a:lnTo>
                  <a:pt x="1061403" y="45307"/>
                </a:lnTo>
                <a:lnTo>
                  <a:pt x="1063257" y="43574"/>
                </a:lnTo>
                <a:lnTo>
                  <a:pt x="1065207" y="42006"/>
                </a:lnTo>
                <a:lnTo>
                  <a:pt x="1067252" y="40603"/>
                </a:lnTo>
                <a:lnTo>
                  <a:pt x="1069392" y="39365"/>
                </a:lnTo>
                <a:lnTo>
                  <a:pt x="1071627" y="38292"/>
                </a:lnTo>
                <a:lnTo>
                  <a:pt x="1073957" y="37385"/>
                </a:lnTo>
                <a:lnTo>
                  <a:pt x="1076382" y="36642"/>
                </a:lnTo>
                <a:lnTo>
                  <a:pt x="1078902" y="36064"/>
                </a:lnTo>
                <a:lnTo>
                  <a:pt x="1081518" y="35652"/>
                </a:lnTo>
                <a:lnTo>
                  <a:pt x="1084228" y="35404"/>
                </a:lnTo>
                <a:lnTo>
                  <a:pt x="1087034" y="35322"/>
                </a:lnTo>
                <a:lnTo>
                  <a:pt x="1089828" y="35404"/>
                </a:lnTo>
                <a:lnTo>
                  <a:pt x="1092528" y="35652"/>
                </a:lnTo>
                <a:lnTo>
                  <a:pt x="1095134" y="36064"/>
                </a:lnTo>
                <a:lnTo>
                  <a:pt x="1097646" y="36642"/>
                </a:lnTo>
                <a:lnTo>
                  <a:pt x="1100064" y="37385"/>
                </a:lnTo>
                <a:lnTo>
                  <a:pt x="1102387" y="38292"/>
                </a:lnTo>
                <a:lnTo>
                  <a:pt x="1104617" y="39365"/>
                </a:lnTo>
                <a:lnTo>
                  <a:pt x="1106752" y="40603"/>
                </a:lnTo>
                <a:lnTo>
                  <a:pt x="1108794" y="42006"/>
                </a:lnTo>
                <a:lnTo>
                  <a:pt x="1110741" y="43574"/>
                </a:lnTo>
                <a:lnTo>
                  <a:pt x="1112594" y="45307"/>
                </a:lnTo>
                <a:lnTo>
                  <a:pt x="1114353" y="47205"/>
                </a:lnTo>
                <a:lnTo>
                  <a:pt x="1115993" y="49229"/>
                </a:lnTo>
                <a:lnTo>
                  <a:pt x="1117491" y="51340"/>
                </a:lnTo>
                <a:lnTo>
                  <a:pt x="1118847" y="53537"/>
                </a:lnTo>
                <a:lnTo>
                  <a:pt x="1120059" y="55822"/>
                </a:lnTo>
                <a:lnTo>
                  <a:pt x="1121129" y="58194"/>
                </a:lnTo>
                <a:lnTo>
                  <a:pt x="1122056" y="60652"/>
                </a:lnTo>
                <a:lnTo>
                  <a:pt x="1122841" y="63198"/>
                </a:lnTo>
                <a:lnTo>
                  <a:pt x="1123483" y="65830"/>
                </a:lnTo>
                <a:lnTo>
                  <a:pt x="1123982" y="68550"/>
                </a:lnTo>
                <a:lnTo>
                  <a:pt x="1124339" y="71356"/>
                </a:lnTo>
                <a:lnTo>
                  <a:pt x="1124553" y="74250"/>
                </a:lnTo>
                <a:lnTo>
                  <a:pt x="1124624" y="77230"/>
                </a:lnTo>
                <a:lnTo>
                  <a:pt x="1124553" y="80211"/>
                </a:lnTo>
                <a:lnTo>
                  <a:pt x="1124339" y="83105"/>
                </a:lnTo>
                <a:lnTo>
                  <a:pt x="1123982" y="85913"/>
                </a:lnTo>
                <a:lnTo>
                  <a:pt x="1123483" y="88634"/>
                </a:lnTo>
                <a:lnTo>
                  <a:pt x="1122841" y="91269"/>
                </a:lnTo>
                <a:lnTo>
                  <a:pt x="1122056" y="93818"/>
                </a:lnTo>
                <a:lnTo>
                  <a:pt x="1121129" y="96280"/>
                </a:lnTo>
                <a:lnTo>
                  <a:pt x="1120059" y="98655"/>
                </a:lnTo>
                <a:lnTo>
                  <a:pt x="1118847" y="100945"/>
                </a:lnTo>
                <a:lnTo>
                  <a:pt x="1117491" y="103147"/>
                </a:lnTo>
                <a:lnTo>
                  <a:pt x="1115993" y="105263"/>
                </a:lnTo>
                <a:lnTo>
                  <a:pt x="1114353" y="107293"/>
                </a:lnTo>
                <a:lnTo>
                  <a:pt x="1112594" y="109197"/>
                </a:lnTo>
                <a:lnTo>
                  <a:pt x="1110741" y="110934"/>
                </a:lnTo>
                <a:lnTo>
                  <a:pt x="1108794" y="112507"/>
                </a:lnTo>
                <a:lnTo>
                  <a:pt x="1106752" y="113914"/>
                </a:lnTo>
                <a:lnTo>
                  <a:pt x="1104617" y="115155"/>
                </a:lnTo>
                <a:lnTo>
                  <a:pt x="1102387" y="116231"/>
                </a:lnTo>
                <a:lnTo>
                  <a:pt x="1100064" y="117141"/>
                </a:lnTo>
                <a:lnTo>
                  <a:pt x="1097646" y="117886"/>
                </a:lnTo>
                <a:lnTo>
                  <a:pt x="1095134" y="118465"/>
                </a:lnTo>
                <a:lnTo>
                  <a:pt x="1092528" y="118879"/>
                </a:lnTo>
                <a:lnTo>
                  <a:pt x="1089828" y="119127"/>
                </a:lnTo>
                <a:lnTo>
                  <a:pt x="1087034" y="119210"/>
                </a:lnTo>
                <a:moveTo>
                  <a:pt x="1087034" y="108101"/>
                </a:moveTo>
                <a:lnTo>
                  <a:pt x="1088775" y="108044"/>
                </a:lnTo>
                <a:lnTo>
                  <a:pt x="1090456" y="107872"/>
                </a:lnTo>
                <a:lnTo>
                  <a:pt x="1092076" y="107587"/>
                </a:lnTo>
                <a:lnTo>
                  <a:pt x="1093636" y="107186"/>
                </a:lnTo>
                <a:lnTo>
                  <a:pt x="1095135" y="106672"/>
                </a:lnTo>
                <a:lnTo>
                  <a:pt x="1096574" y="106043"/>
                </a:lnTo>
                <a:lnTo>
                  <a:pt x="1097953" y="105300"/>
                </a:lnTo>
                <a:lnTo>
                  <a:pt x="1099271" y="104442"/>
                </a:lnTo>
                <a:lnTo>
                  <a:pt x="1100528" y="103471"/>
                </a:lnTo>
                <a:lnTo>
                  <a:pt x="1101726" y="102385"/>
                </a:lnTo>
                <a:lnTo>
                  <a:pt x="1102862" y="101184"/>
                </a:lnTo>
                <a:lnTo>
                  <a:pt x="1103939" y="99869"/>
                </a:lnTo>
                <a:lnTo>
                  <a:pt x="1104941" y="98454"/>
                </a:lnTo>
                <a:lnTo>
                  <a:pt x="1105857" y="96954"/>
                </a:lnTo>
                <a:lnTo>
                  <a:pt x="1106685" y="95367"/>
                </a:lnTo>
                <a:lnTo>
                  <a:pt x="1107426" y="93695"/>
                </a:lnTo>
                <a:lnTo>
                  <a:pt x="1108080" y="91937"/>
                </a:lnTo>
                <a:lnTo>
                  <a:pt x="1108647" y="90094"/>
                </a:lnTo>
                <a:lnTo>
                  <a:pt x="1109126" y="88164"/>
                </a:lnTo>
                <a:lnTo>
                  <a:pt x="1109518" y="86149"/>
                </a:lnTo>
                <a:lnTo>
                  <a:pt x="1109823" y="84048"/>
                </a:lnTo>
                <a:lnTo>
                  <a:pt x="1110041" y="81861"/>
                </a:lnTo>
                <a:lnTo>
                  <a:pt x="1110172" y="79589"/>
                </a:lnTo>
                <a:lnTo>
                  <a:pt x="1110216" y="77230"/>
                </a:lnTo>
                <a:lnTo>
                  <a:pt x="1110172" y="74883"/>
                </a:lnTo>
                <a:lnTo>
                  <a:pt x="1110041" y="72621"/>
                </a:lnTo>
                <a:lnTo>
                  <a:pt x="1109823" y="70444"/>
                </a:lnTo>
                <a:lnTo>
                  <a:pt x="1109518" y="68351"/>
                </a:lnTo>
                <a:lnTo>
                  <a:pt x="1109126" y="66343"/>
                </a:lnTo>
                <a:lnTo>
                  <a:pt x="1108647" y="64420"/>
                </a:lnTo>
                <a:lnTo>
                  <a:pt x="1108080" y="62582"/>
                </a:lnTo>
                <a:lnTo>
                  <a:pt x="1107426" y="60829"/>
                </a:lnTo>
                <a:lnTo>
                  <a:pt x="1106685" y="59160"/>
                </a:lnTo>
                <a:lnTo>
                  <a:pt x="1105857" y="57576"/>
                </a:lnTo>
                <a:lnTo>
                  <a:pt x="1104941" y="56077"/>
                </a:lnTo>
                <a:lnTo>
                  <a:pt x="1103939" y="54662"/>
                </a:lnTo>
                <a:lnTo>
                  <a:pt x="1102862" y="53348"/>
                </a:lnTo>
                <a:lnTo>
                  <a:pt x="1101726" y="52147"/>
                </a:lnTo>
                <a:lnTo>
                  <a:pt x="1100528" y="51061"/>
                </a:lnTo>
                <a:lnTo>
                  <a:pt x="1099271" y="50089"/>
                </a:lnTo>
                <a:lnTo>
                  <a:pt x="1097953" y="49232"/>
                </a:lnTo>
                <a:lnTo>
                  <a:pt x="1096574" y="48489"/>
                </a:lnTo>
                <a:lnTo>
                  <a:pt x="1095135" y="47860"/>
                </a:lnTo>
                <a:lnTo>
                  <a:pt x="1093636" y="47345"/>
                </a:lnTo>
                <a:lnTo>
                  <a:pt x="1092076" y="46945"/>
                </a:lnTo>
                <a:lnTo>
                  <a:pt x="1090456" y="46659"/>
                </a:lnTo>
                <a:lnTo>
                  <a:pt x="1088775" y="46488"/>
                </a:lnTo>
                <a:lnTo>
                  <a:pt x="1087034" y="46431"/>
                </a:lnTo>
                <a:lnTo>
                  <a:pt x="1085281" y="46488"/>
                </a:lnTo>
                <a:lnTo>
                  <a:pt x="1083590" y="46659"/>
                </a:lnTo>
                <a:lnTo>
                  <a:pt x="1081960" y="46945"/>
                </a:lnTo>
                <a:lnTo>
                  <a:pt x="1080392" y="47345"/>
                </a:lnTo>
                <a:lnTo>
                  <a:pt x="1078885" y="47860"/>
                </a:lnTo>
                <a:lnTo>
                  <a:pt x="1077440" y="48489"/>
                </a:lnTo>
                <a:lnTo>
                  <a:pt x="1076056" y="49232"/>
                </a:lnTo>
                <a:lnTo>
                  <a:pt x="1074733" y="50089"/>
                </a:lnTo>
                <a:lnTo>
                  <a:pt x="1073472" y="51061"/>
                </a:lnTo>
                <a:lnTo>
                  <a:pt x="1072272" y="52147"/>
                </a:lnTo>
                <a:lnTo>
                  <a:pt x="1071134" y="53348"/>
                </a:lnTo>
                <a:lnTo>
                  <a:pt x="1070057" y="54662"/>
                </a:lnTo>
                <a:lnTo>
                  <a:pt x="1069055" y="56077"/>
                </a:lnTo>
                <a:lnTo>
                  <a:pt x="1068139" y="57576"/>
                </a:lnTo>
                <a:lnTo>
                  <a:pt x="1067311" y="59160"/>
                </a:lnTo>
                <a:lnTo>
                  <a:pt x="1066570" y="60829"/>
                </a:lnTo>
                <a:lnTo>
                  <a:pt x="1065916" y="62582"/>
                </a:lnTo>
                <a:lnTo>
                  <a:pt x="1065350" y="64420"/>
                </a:lnTo>
                <a:lnTo>
                  <a:pt x="1064870" y="66343"/>
                </a:lnTo>
                <a:lnTo>
                  <a:pt x="1064478" y="68351"/>
                </a:lnTo>
                <a:lnTo>
                  <a:pt x="1064173" y="70444"/>
                </a:lnTo>
                <a:lnTo>
                  <a:pt x="1063955" y="72621"/>
                </a:lnTo>
                <a:lnTo>
                  <a:pt x="1063824" y="74883"/>
                </a:lnTo>
                <a:lnTo>
                  <a:pt x="1063780" y="77230"/>
                </a:lnTo>
                <a:lnTo>
                  <a:pt x="1063824" y="79589"/>
                </a:lnTo>
                <a:lnTo>
                  <a:pt x="1063955" y="81861"/>
                </a:lnTo>
                <a:lnTo>
                  <a:pt x="1064173" y="84048"/>
                </a:lnTo>
                <a:lnTo>
                  <a:pt x="1064478" y="86149"/>
                </a:lnTo>
                <a:lnTo>
                  <a:pt x="1064870" y="88164"/>
                </a:lnTo>
                <a:lnTo>
                  <a:pt x="1065350" y="90094"/>
                </a:lnTo>
                <a:lnTo>
                  <a:pt x="1065916" y="91937"/>
                </a:lnTo>
                <a:lnTo>
                  <a:pt x="1066570" y="93695"/>
                </a:lnTo>
                <a:lnTo>
                  <a:pt x="1067311" y="95367"/>
                </a:lnTo>
                <a:lnTo>
                  <a:pt x="1068139" y="96954"/>
                </a:lnTo>
                <a:lnTo>
                  <a:pt x="1069055" y="98454"/>
                </a:lnTo>
                <a:lnTo>
                  <a:pt x="1070057" y="99869"/>
                </a:lnTo>
                <a:lnTo>
                  <a:pt x="1071134" y="101184"/>
                </a:lnTo>
                <a:lnTo>
                  <a:pt x="1072272" y="102385"/>
                </a:lnTo>
                <a:lnTo>
                  <a:pt x="1073472" y="103471"/>
                </a:lnTo>
                <a:lnTo>
                  <a:pt x="1074733" y="104442"/>
                </a:lnTo>
                <a:lnTo>
                  <a:pt x="1076056" y="105300"/>
                </a:lnTo>
                <a:lnTo>
                  <a:pt x="1077440" y="106043"/>
                </a:lnTo>
                <a:lnTo>
                  <a:pt x="1078885" y="106672"/>
                </a:lnTo>
                <a:lnTo>
                  <a:pt x="1080392" y="107186"/>
                </a:lnTo>
                <a:lnTo>
                  <a:pt x="1081960" y="107587"/>
                </a:lnTo>
                <a:lnTo>
                  <a:pt x="1083590" y="107872"/>
                </a:lnTo>
                <a:lnTo>
                  <a:pt x="1085281" y="108044"/>
                </a:lnTo>
                <a:lnTo>
                  <a:pt x="1087034" y="108101"/>
                </a:lnTo>
                <a:close/>
                <a:moveTo>
                  <a:pt x="1148648" y="117074"/>
                </a:moveTo>
                <a:lnTo>
                  <a:pt x="1148648" y="37458"/>
                </a:lnTo>
                <a:lnTo>
                  <a:pt x="1161915" y="37458"/>
                </a:lnTo>
                <a:lnTo>
                  <a:pt x="1161915" y="54947"/>
                </a:lnTo>
                <a:lnTo>
                  <a:pt x="1162962" y="53340"/>
                </a:lnTo>
                <a:lnTo>
                  <a:pt x="1164034" y="51802"/>
                </a:lnTo>
                <a:lnTo>
                  <a:pt x="1165132" y="50333"/>
                </a:lnTo>
                <a:lnTo>
                  <a:pt x="1166254" y="48932"/>
                </a:lnTo>
                <a:lnTo>
                  <a:pt x="1167402" y="47601"/>
                </a:lnTo>
                <a:lnTo>
                  <a:pt x="1168576" y="46338"/>
                </a:lnTo>
                <a:lnTo>
                  <a:pt x="1169774" y="45145"/>
                </a:lnTo>
                <a:lnTo>
                  <a:pt x="1170998" y="44020"/>
                </a:lnTo>
                <a:lnTo>
                  <a:pt x="1172247" y="42964"/>
                </a:lnTo>
                <a:lnTo>
                  <a:pt x="1173521" y="41978"/>
                </a:lnTo>
                <a:lnTo>
                  <a:pt x="1174821" y="41060"/>
                </a:lnTo>
                <a:lnTo>
                  <a:pt x="1176145" y="40211"/>
                </a:lnTo>
                <a:lnTo>
                  <a:pt x="1177496" y="39430"/>
                </a:lnTo>
                <a:lnTo>
                  <a:pt x="1178871" y="38717"/>
                </a:lnTo>
                <a:lnTo>
                  <a:pt x="1180271" y="38072"/>
                </a:lnTo>
                <a:lnTo>
                  <a:pt x="1181697" y="37495"/>
                </a:lnTo>
                <a:lnTo>
                  <a:pt x="1183148" y="36985"/>
                </a:lnTo>
                <a:lnTo>
                  <a:pt x="1184625" y="36544"/>
                </a:lnTo>
                <a:lnTo>
                  <a:pt x="1186126" y="36170"/>
                </a:lnTo>
                <a:lnTo>
                  <a:pt x="1187653" y="35865"/>
                </a:lnTo>
                <a:lnTo>
                  <a:pt x="1189205" y="35627"/>
                </a:lnTo>
                <a:lnTo>
                  <a:pt x="1190783" y="35457"/>
                </a:lnTo>
                <a:lnTo>
                  <a:pt x="1192386" y="35355"/>
                </a:lnTo>
                <a:lnTo>
                  <a:pt x="1194014" y="35322"/>
                </a:lnTo>
                <a:lnTo>
                  <a:pt x="1195214" y="35336"/>
                </a:lnTo>
                <a:lnTo>
                  <a:pt x="1196415" y="35381"/>
                </a:lnTo>
                <a:lnTo>
                  <a:pt x="1197616" y="35455"/>
                </a:lnTo>
                <a:lnTo>
                  <a:pt x="1198816" y="35559"/>
                </a:lnTo>
                <a:lnTo>
                  <a:pt x="1200017" y="35692"/>
                </a:lnTo>
                <a:lnTo>
                  <a:pt x="1201218" y="35856"/>
                </a:lnTo>
                <a:lnTo>
                  <a:pt x="1202419" y="36049"/>
                </a:lnTo>
                <a:lnTo>
                  <a:pt x="1203619" y="36271"/>
                </a:lnTo>
                <a:lnTo>
                  <a:pt x="1204820" y="36523"/>
                </a:lnTo>
                <a:lnTo>
                  <a:pt x="1206021" y="36805"/>
                </a:lnTo>
                <a:lnTo>
                  <a:pt x="1207221" y="37117"/>
                </a:lnTo>
                <a:lnTo>
                  <a:pt x="1208422" y="37458"/>
                </a:lnTo>
                <a:lnTo>
                  <a:pt x="1208422" y="66228"/>
                </a:lnTo>
                <a:lnTo>
                  <a:pt x="1195654" y="66228"/>
                </a:lnTo>
                <a:lnTo>
                  <a:pt x="1195654" y="48138"/>
                </a:lnTo>
                <a:lnTo>
                  <a:pt x="1195105" y="48047"/>
                </a:lnTo>
                <a:lnTo>
                  <a:pt x="1194576" y="47964"/>
                </a:lnTo>
                <a:lnTo>
                  <a:pt x="1194067" y="47889"/>
                </a:lnTo>
                <a:lnTo>
                  <a:pt x="1193578" y="47822"/>
                </a:lnTo>
                <a:lnTo>
                  <a:pt x="1193108" y="47763"/>
                </a:lnTo>
                <a:lnTo>
                  <a:pt x="1192658" y="47712"/>
                </a:lnTo>
                <a:lnTo>
                  <a:pt x="1192228" y="47669"/>
                </a:lnTo>
                <a:lnTo>
                  <a:pt x="1191818" y="47633"/>
                </a:lnTo>
                <a:lnTo>
                  <a:pt x="1191428" y="47606"/>
                </a:lnTo>
                <a:lnTo>
                  <a:pt x="1191057" y="47586"/>
                </a:lnTo>
                <a:lnTo>
                  <a:pt x="1190707" y="47574"/>
                </a:lnTo>
                <a:lnTo>
                  <a:pt x="1190376" y="47570"/>
                </a:lnTo>
                <a:lnTo>
                  <a:pt x="1189141" y="47611"/>
                </a:lnTo>
                <a:lnTo>
                  <a:pt x="1187911" y="47732"/>
                </a:lnTo>
                <a:lnTo>
                  <a:pt x="1186684" y="47934"/>
                </a:lnTo>
                <a:lnTo>
                  <a:pt x="1185462" y="48217"/>
                </a:lnTo>
                <a:lnTo>
                  <a:pt x="1184243" y="48581"/>
                </a:lnTo>
                <a:lnTo>
                  <a:pt x="1183029" y="49026"/>
                </a:lnTo>
                <a:lnTo>
                  <a:pt x="1181818" y="49551"/>
                </a:lnTo>
                <a:lnTo>
                  <a:pt x="1180611" y="50158"/>
                </a:lnTo>
                <a:lnTo>
                  <a:pt x="1179409" y="50845"/>
                </a:lnTo>
                <a:lnTo>
                  <a:pt x="1178210" y="51613"/>
                </a:lnTo>
                <a:lnTo>
                  <a:pt x="1177015" y="52462"/>
                </a:lnTo>
                <a:lnTo>
                  <a:pt x="1175824" y="53392"/>
                </a:lnTo>
                <a:lnTo>
                  <a:pt x="1174638" y="54402"/>
                </a:lnTo>
                <a:lnTo>
                  <a:pt x="1173457" y="55494"/>
                </a:lnTo>
                <a:lnTo>
                  <a:pt x="1172280" y="56666"/>
                </a:lnTo>
                <a:lnTo>
                  <a:pt x="1171109" y="57920"/>
                </a:lnTo>
                <a:lnTo>
                  <a:pt x="1169942" y="59254"/>
                </a:lnTo>
                <a:lnTo>
                  <a:pt x="1168781" y="60669"/>
                </a:lnTo>
                <a:lnTo>
                  <a:pt x="1167624" y="62165"/>
                </a:lnTo>
                <a:lnTo>
                  <a:pt x="1166472" y="63741"/>
                </a:lnTo>
                <a:lnTo>
                  <a:pt x="1165326" y="65399"/>
                </a:lnTo>
                <a:lnTo>
                  <a:pt x="1164184" y="67137"/>
                </a:lnTo>
                <a:lnTo>
                  <a:pt x="1163047" y="68957"/>
                </a:lnTo>
                <a:lnTo>
                  <a:pt x="1161915" y="70857"/>
                </a:lnTo>
                <a:lnTo>
                  <a:pt x="1161915" y="117074"/>
                </a:lnTo>
                <a:lnTo>
                  <a:pt x="1148648" y="117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6" name="Original vector context 56">
            <a:extLst xmlns:a="http://schemas.openxmlformats.org/drawingml/2006/main">
              <a:ext uri="{FF2B5EF4-FFF2-40B4-BE49-F238E27FC236}">
                <a16:creationId xmlns:a16="http://schemas.microsoft.com/office/drawing/2014/main" id="{E06234BD-68A4-4772-BEEE-DEAEF6D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569" y="8773503"/>
            <a:ext cx="815888" cy="132741"/>
          </a:xfrm>
          <a:custGeom xmlns:a="http://schemas.openxmlformats.org/drawingml/2006/main">
            <a:pathLst>
              <a:path w="815888" h="132741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66008" y="14527"/>
                </a:moveTo>
                <a:lnTo>
                  <a:pt x="66008" y="36034"/>
                </a:lnTo>
                <a:lnTo>
                  <a:pt x="81272" y="36034"/>
                </a:lnTo>
                <a:lnTo>
                  <a:pt x="81272" y="41019"/>
                </a:lnTo>
                <a:lnTo>
                  <a:pt x="66008" y="41019"/>
                </a:lnTo>
                <a:lnTo>
                  <a:pt x="66008" y="83261"/>
                </a:lnTo>
                <a:lnTo>
                  <a:pt x="66021" y="84288"/>
                </a:lnTo>
                <a:lnTo>
                  <a:pt x="66058" y="85257"/>
                </a:lnTo>
                <a:lnTo>
                  <a:pt x="66122" y="86169"/>
                </a:lnTo>
                <a:lnTo>
                  <a:pt x="66210" y="87024"/>
                </a:lnTo>
                <a:lnTo>
                  <a:pt x="66324" y="87821"/>
                </a:lnTo>
                <a:lnTo>
                  <a:pt x="66463" y="88561"/>
                </a:lnTo>
                <a:lnTo>
                  <a:pt x="66627" y="89244"/>
                </a:lnTo>
                <a:lnTo>
                  <a:pt x="66816" y="89869"/>
                </a:lnTo>
                <a:lnTo>
                  <a:pt x="67031" y="90437"/>
                </a:lnTo>
                <a:lnTo>
                  <a:pt x="67271" y="90948"/>
                </a:lnTo>
                <a:lnTo>
                  <a:pt x="67536" y="91402"/>
                </a:lnTo>
                <a:lnTo>
                  <a:pt x="67827" y="91798"/>
                </a:lnTo>
                <a:lnTo>
                  <a:pt x="68137" y="92150"/>
                </a:lnTo>
                <a:lnTo>
                  <a:pt x="68462" y="92471"/>
                </a:lnTo>
                <a:lnTo>
                  <a:pt x="68801" y="92762"/>
                </a:lnTo>
                <a:lnTo>
                  <a:pt x="69154" y="93022"/>
                </a:lnTo>
                <a:lnTo>
                  <a:pt x="69522" y="93251"/>
                </a:lnTo>
                <a:lnTo>
                  <a:pt x="69904" y="93450"/>
                </a:lnTo>
                <a:lnTo>
                  <a:pt x="70301" y="93618"/>
                </a:lnTo>
                <a:lnTo>
                  <a:pt x="70712" y="93756"/>
                </a:lnTo>
                <a:lnTo>
                  <a:pt x="71137" y="93863"/>
                </a:lnTo>
                <a:lnTo>
                  <a:pt x="71577" y="93940"/>
                </a:lnTo>
                <a:lnTo>
                  <a:pt x="72031" y="93986"/>
                </a:lnTo>
                <a:lnTo>
                  <a:pt x="72499" y="94001"/>
                </a:lnTo>
                <a:lnTo>
                  <a:pt x="72890" y="93991"/>
                </a:lnTo>
                <a:lnTo>
                  <a:pt x="73280" y="93960"/>
                </a:lnTo>
                <a:lnTo>
                  <a:pt x="73667" y="93910"/>
                </a:lnTo>
                <a:lnTo>
                  <a:pt x="74052" y="93839"/>
                </a:lnTo>
                <a:lnTo>
                  <a:pt x="74436" y="93747"/>
                </a:lnTo>
                <a:lnTo>
                  <a:pt x="74817" y="93636"/>
                </a:lnTo>
                <a:lnTo>
                  <a:pt x="75197" y="93504"/>
                </a:lnTo>
                <a:lnTo>
                  <a:pt x="75574" y="93352"/>
                </a:lnTo>
                <a:lnTo>
                  <a:pt x="75949" y="93180"/>
                </a:lnTo>
                <a:lnTo>
                  <a:pt x="76323" y="92987"/>
                </a:lnTo>
                <a:lnTo>
                  <a:pt x="76694" y="92774"/>
                </a:lnTo>
                <a:lnTo>
                  <a:pt x="77064" y="92541"/>
                </a:lnTo>
                <a:lnTo>
                  <a:pt x="77426" y="92288"/>
                </a:lnTo>
                <a:lnTo>
                  <a:pt x="77773" y="92016"/>
                </a:lnTo>
                <a:lnTo>
                  <a:pt x="78107" y="91724"/>
                </a:lnTo>
                <a:lnTo>
                  <a:pt x="78427" y="91413"/>
                </a:lnTo>
                <a:lnTo>
                  <a:pt x="78733" y="91083"/>
                </a:lnTo>
                <a:lnTo>
                  <a:pt x="79026" y="90734"/>
                </a:lnTo>
                <a:lnTo>
                  <a:pt x="79304" y="90365"/>
                </a:lnTo>
                <a:lnTo>
                  <a:pt x="79568" y="89977"/>
                </a:lnTo>
                <a:lnTo>
                  <a:pt x="79819" y="89570"/>
                </a:lnTo>
                <a:lnTo>
                  <a:pt x="80056" y="89144"/>
                </a:lnTo>
                <a:lnTo>
                  <a:pt x="80279" y="88698"/>
                </a:lnTo>
                <a:lnTo>
                  <a:pt x="80488" y="88233"/>
                </a:lnTo>
                <a:lnTo>
                  <a:pt x="83270" y="88233"/>
                </a:lnTo>
                <a:lnTo>
                  <a:pt x="82839" y="89375"/>
                </a:lnTo>
                <a:lnTo>
                  <a:pt x="82380" y="90471"/>
                </a:lnTo>
                <a:lnTo>
                  <a:pt x="81892" y="91519"/>
                </a:lnTo>
                <a:lnTo>
                  <a:pt x="81375" y="92519"/>
                </a:lnTo>
                <a:lnTo>
                  <a:pt x="80830" y="93473"/>
                </a:lnTo>
                <a:lnTo>
                  <a:pt x="80256" y="94379"/>
                </a:lnTo>
                <a:lnTo>
                  <a:pt x="79653" y="95237"/>
                </a:lnTo>
                <a:lnTo>
                  <a:pt x="79022" y="96048"/>
                </a:lnTo>
                <a:lnTo>
                  <a:pt x="78361" y="96812"/>
                </a:lnTo>
                <a:lnTo>
                  <a:pt x="77672" y="97528"/>
                </a:lnTo>
                <a:lnTo>
                  <a:pt x="76955" y="98197"/>
                </a:lnTo>
                <a:lnTo>
                  <a:pt x="76208" y="98819"/>
                </a:lnTo>
                <a:lnTo>
                  <a:pt x="75445" y="99391"/>
                </a:lnTo>
                <a:lnTo>
                  <a:pt x="74678" y="99914"/>
                </a:lnTo>
                <a:lnTo>
                  <a:pt x="73908" y="100387"/>
                </a:lnTo>
                <a:lnTo>
                  <a:pt x="73133" y="100811"/>
                </a:lnTo>
                <a:lnTo>
                  <a:pt x="72354" y="101184"/>
                </a:lnTo>
                <a:lnTo>
                  <a:pt x="71572" y="101508"/>
                </a:lnTo>
                <a:lnTo>
                  <a:pt x="70785" y="101782"/>
                </a:lnTo>
                <a:lnTo>
                  <a:pt x="69994" y="102006"/>
                </a:lnTo>
                <a:lnTo>
                  <a:pt x="69200" y="102180"/>
                </a:lnTo>
                <a:lnTo>
                  <a:pt x="68401" y="102304"/>
                </a:lnTo>
                <a:lnTo>
                  <a:pt x="67599" y="102379"/>
                </a:lnTo>
                <a:lnTo>
                  <a:pt x="66793" y="102404"/>
                </a:lnTo>
                <a:lnTo>
                  <a:pt x="66247" y="102391"/>
                </a:lnTo>
                <a:lnTo>
                  <a:pt x="65703" y="102353"/>
                </a:lnTo>
                <a:lnTo>
                  <a:pt x="65161" y="102290"/>
                </a:lnTo>
                <a:lnTo>
                  <a:pt x="64621" y="102202"/>
                </a:lnTo>
                <a:lnTo>
                  <a:pt x="64083" y="102088"/>
                </a:lnTo>
                <a:lnTo>
                  <a:pt x="63547" y="101949"/>
                </a:lnTo>
                <a:lnTo>
                  <a:pt x="63013" y="101785"/>
                </a:lnTo>
                <a:lnTo>
                  <a:pt x="62481" y="101596"/>
                </a:lnTo>
                <a:lnTo>
                  <a:pt x="61951" y="101381"/>
                </a:lnTo>
                <a:lnTo>
                  <a:pt x="61423" y="101141"/>
                </a:lnTo>
                <a:lnTo>
                  <a:pt x="60897" y="100876"/>
                </a:lnTo>
                <a:lnTo>
                  <a:pt x="60373" y="100586"/>
                </a:lnTo>
                <a:lnTo>
                  <a:pt x="59861" y="100272"/>
                </a:lnTo>
                <a:lnTo>
                  <a:pt x="59372" y="99936"/>
                </a:lnTo>
                <a:lnTo>
                  <a:pt x="58906" y="99579"/>
                </a:lnTo>
                <a:lnTo>
                  <a:pt x="58463" y="99200"/>
                </a:lnTo>
                <a:lnTo>
                  <a:pt x="58042" y="98799"/>
                </a:lnTo>
                <a:lnTo>
                  <a:pt x="57645" y="98376"/>
                </a:lnTo>
                <a:lnTo>
                  <a:pt x="57270" y="97932"/>
                </a:lnTo>
                <a:lnTo>
                  <a:pt x="56917" y="97465"/>
                </a:lnTo>
                <a:lnTo>
                  <a:pt x="56588" y="96977"/>
                </a:lnTo>
                <a:lnTo>
                  <a:pt x="56281" y="96468"/>
                </a:lnTo>
                <a:lnTo>
                  <a:pt x="55998" y="95936"/>
                </a:lnTo>
                <a:lnTo>
                  <a:pt x="55736" y="95383"/>
                </a:lnTo>
                <a:lnTo>
                  <a:pt x="55497" y="94793"/>
                </a:lnTo>
                <a:lnTo>
                  <a:pt x="55279" y="94152"/>
                </a:lnTo>
                <a:lnTo>
                  <a:pt x="55081" y="93460"/>
                </a:lnTo>
                <a:lnTo>
                  <a:pt x="54904" y="92717"/>
                </a:lnTo>
                <a:lnTo>
                  <a:pt x="54748" y="91923"/>
                </a:lnTo>
                <a:lnTo>
                  <a:pt x="54613" y="91078"/>
                </a:lnTo>
                <a:lnTo>
                  <a:pt x="54499" y="90182"/>
                </a:lnTo>
                <a:lnTo>
                  <a:pt x="54405" y="89235"/>
                </a:lnTo>
                <a:lnTo>
                  <a:pt x="54332" y="88237"/>
                </a:lnTo>
                <a:lnTo>
                  <a:pt x="54280" y="87188"/>
                </a:lnTo>
                <a:lnTo>
                  <a:pt x="54249" y="86088"/>
                </a:lnTo>
                <a:lnTo>
                  <a:pt x="54239" y="84937"/>
                </a:lnTo>
                <a:lnTo>
                  <a:pt x="54239" y="41019"/>
                </a:lnTo>
                <a:lnTo>
                  <a:pt x="43896" y="41019"/>
                </a:lnTo>
                <a:lnTo>
                  <a:pt x="43896" y="38669"/>
                </a:lnTo>
                <a:lnTo>
                  <a:pt x="44551" y="38392"/>
                </a:lnTo>
                <a:lnTo>
                  <a:pt x="45208" y="38084"/>
                </a:lnTo>
                <a:lnTo>
                  <a:pt x="45868" y="37747"/>
                </a:lnTo>
                <a:lnTo>
                  <a:pt x="46531" y="37379"/>
                </a:lnTo>
                <a:lnTo>
                  <a:pt x="47196" y="36981"/>
                </a:lnTo>
                <a:lnTo>
                  <a:pt x="47863" y="36553"/>
                </a:lnTo>
                <a:lnTo>
                  <a:pt x="48533" y="36094"/>
                </a:lnTo>
                <a:lnTo>
                  <a:pt x="49206" y="35605"/>
                </a:lnTo>
                <a:lnTo>
                  <a:pt x="49881" y="35086"/>
                </a:lnTo>
                <a:lnTo>
                  <a:pt x="50558" y="34537"/>
                </a:lnTo>
                <a:lnTo>
                  <a:pt x="51238" y="33957"/>
                </a:lnTo>
                <a:lnTo>
                  <a:pt x="51920" y="33348"/>
                </a:lnTo>
                <a:lnTo>
                  <a:pt x="52598" y="32713"/>
                </a:lnTo>
                <a:lnTo>
                  <a:pt x="53263" y="32059"/>
                </a:lnTo>
                <a:lnTo>
                  <a:pt x="53915" y="31386"/>
                </a:lnTo>
                <a:lnTo>
                  <a:pt x="54556" y="30693"/>
                </a:lnTo>
                <a:lnTo>
                  <a:pt x="55183" y="29981"/>
                </a:lnTo>
                <a:lnTo>
                  <a:pt x="55799" y="29250"/>
                </a:lnTo>
                <a:lnTo>
                  <a:pt x="56402" y="28499"/>
                </a:lnTo>
                <a:lnTo>
                  <a:pt x="56993" y="27729"/>
                </a:lnTo>
                <a:lnTo>
                  <a:pt x="57571" y="26939"/>
                </a:lnTo>
                <a:lnTo>
                  <a:pt x="58137" y="26131"/>
                </a:lnTo>
                <a:lnTo>
                  <a:pt x="58690" y="25302"/>
                </a:lnTo>
                <a:lnTo>
                  <a:pt x="59232" y="24455"/>
                </a:lnTo>
                <a:lnTo>
                  <a:pt x="59514" y="23972"/>
                </a:lnTo>
                <a:lnTo>
                  <a:pt x="59814" y="23426"/>
                </a:lnTo>
                <a:lnTo>
                  <a:pt x="60132" y="22817"/>
                </a:lnTo>
                <a:lnTo>
                  <a:pt x="60468" y="22146"/>
                </a:lnTo>
                <a:lnTo>
                  <a:pt x="60822" y="21413"/>
                </a:lnTo>
                <a:lnTo>
                  <a:pt x="61193" y="20617"/>
                </a:lnTo>
                <a:lnTo>
                  <a:pt x="61583" y="19758"/>
                </a:lnTo>
                <a:lnTo>
                  <a:pt x="61990" y="18837"/>
                </a:lnTo>
                <a:lnTo>
                  <a:pt x="62415" y="17853"/>
                </a:lnTo>
                <a:lnTo>
                  <a:pt x="62858" y="16807"/>
                </a:lnTo>
                <a:lnTo>
                  <a:pt x="63318" y="15699"/>
                </a:lnTo>
                <a:lnTo>
                  <a:pt x="63797" y="14527"/>
                </a:lnTo>
                <a:lnTo>
                  <a:pt x="66008" y="14527"/>
                </a:lnTo>
                <a:close/>
                <a:moveTo>
                  <a:pt x="119163" y="34182"/>
                </a:moveTo>
                <a:lnTo>
                  <a:pt x="121595" y="34260"/>
                </a:lnTo>
                <a:lnTo>
                  <a:pt x="123946" y="34494"/>
                </a:lnTo>
                <a:lnTo>
                  <a:pt x="126216" y="34885"/>
                </a:lnTo>
                <a:lnTo>
                  <a:pt x="128404" y="35431"/>
                </a:lnTo>
                <a:lnTo>
                  <a:pt x="130511" y="36134"/>
                </a:lnTo>
                <a:lnTo>
                  <a:pt x="132537" y="36992"/>
                </a:lnTo>
                <a:lnTo>
                  <a:pt x="134482" y="38007"/>
                </a:lnTo>
                <a:lnTo>
                  <a:pt x="136345" y="39178"/>
                </a:lnTo>
                <a:lnTo>
                  <a:pt x="138128" y="40505"/>
                </a:lnTo>
                <a:lnTo>
                  <a:pt x="139829" y="41988"/>
                </a:lnTo>
                <a:lnTo>
                  <a:pt x="141448" y="43627"/>
                </a:lnTo>
                <a:lnTo>
                  <a:pt x="142987" y="45423"/>
                </a:lnTo>
                <a:lnTo>
                  <a:pt x="144206" y="47043"/>
                </a:lnTo>
                <a:lnTo>
                  <a:pt x="145319" y="48703"/>
                </a:lnTo>
                <a:lnTo>
                  <a:pt x="146326" y="50402"/>
                </a:lnTo>
                <a:lnTo>
                  <a:pt x="147227" y="52141"/>
                </a:lnTo>
                <a:lnTo>
                  <a:pt x="148022" y="53919"/>
                </a:lnTo>
                <a:lnTo>
                  <a:pt x="148711" y="55737"/>
                </a:lnTo>
                <a:lnTo>
                  <a:pt x="149294" y="57595"/>
                </a:lnTo>
                <a:lnTo>
                  <a:pt x="149771" y="59492"/>
                </a:lnTo>
                <a:lnTo>
                  <a:pt x="150142" y="61429"/>
                </a:lnTo>
                <a:lnTo>
                  <a:pt x="150407" y="63405"/>
                </a:lnTo>
                <a:lnTo>
                  <a:pt x="150566" y="65421"/>
                </a:lnTo>
                <a:lnTo>
                  <a:pt x="150619" y="67476"/>
                </a:lnTo>
                <a:lnTo>
                  <a:pt x="150590" y="68936"/>
                </a:lnTo>
                <a:lnTo>
                  <a:pt x="150502" y="70399"/>
                </a:lnTo>
                <a:lnTo>
                  <a:pt x="150356" y="71865"/>
                </a:lnTo>
                <a:lnTo>
                  <a:pt x="150152" y="73334"/>
                </a:lnTo>
                <a:lnTo>
                  <a:pt x="149889" y="74805"/>
                </a:lnTo>
                <a:lnTo>
                  <a:pt x="149567" y="76280"/>
                </a:lnTo>
                <a:lnTo>
                  <a:pt x="149187" y="77758"/>
                </a:lnTo>
                <a:lnTo>
                  <a:pt x="148749" y="79238"/>
                </a:lnTo>
                <a:lnTo>
                  <a:pt x="148252" y="80722"/>
                </a:lnTo>
                <a:lnTo>
                  <a:pt x="147697" y="82208"/>
                </a:lnTo>
                <a:lnTo>
                  <a:pt x="147083" y="83698"/>
                </a:lnTo>
                <a:lnTo>
                  <a:pt x="146411" y="85191"/>
                </a:lnTo>
                <a:lnTo>
                  <a:pt x="145687" y="86654"/>
                </a:lnTo>
                <a:lnTo>
                  <a:pt x="144920" y="88055"/>
                </a:lnTo>
                <a:lnTo>
                  <a:pt x="144108" y="89396"/>
                </a:lnTo>
                <a:lnTo>
                  <a:pt x="143253" y="90675"/>
                </a:lnTo>
                <a:lnTo>
                  <a:pt x="142353" y="91893"/>
                </a:lnTo>
                <a:lnTo>
                  <a:pt x="141409" y="93050"/>
                </a:lnTo>
                <a:lnTo>
                  <a:pt x="140421" y="94146"/>
                </a:lnTo>
                <a:lnTo>
                  <a:pt x="139389" y="95180"/>
                </a:lnTo>
                <a:lnTo>
                  <a:pt x="138313" y="96153"/>
                </a:lnTo>
                <a:lnTo>
                  <a:pt x="137192" y="97065"/>
                </a:lnTo>
                <a:lnTo>
                  <a:pt x="136028" y="97916"/>
                </a:lnTo>
                <a:lnTo>
                  <a:pt x="134820" y="98705"/>
                </a:lnTo>
                <a:lnTo>
                  <a:pt x="133578" y="99433"/>
                </a:lnTo>
                <a:lnTo>
                  <a:pt x="132312" y="100097"/>
                </a:lnTo>
                <a:lnTo>
                  <a:pt x="131024" y="100697"/>
                </a:lnTo>
                <a:lnTo>
                  <a:pt x="129712" y="101235"/>
                </a:lnTo>
                <a:lnTo>
                  <a:pt x="128377" y="101709"/>
                </a:lnTo>
                <a:lnTo>
                  <a:pt x="127018" y="102120"/>
                </a:lnTo>
                <a:lnTo>
                  <a:pt x="125636" y="102468"/>
                </a:lnTo>
                <a:lnTo>
                  <a:pt x="124231" y="102753"/>
                </a:lnTo>
                <a:lnTo>
                  <a:pt x="122803" y="102974"/>
                </a:lnTo>
                <a:lnTo>
                  <a:pt x="121351" y="103132"/>
                </a:lnTo>
                <a:lnTo>
                  <a:pt x="119876" y="103227"/>
                </a:lnTo>
                <a:lnTo>
                  <a:pt x="118378" y="103259"/>
                </a:lnTo>
                <a:lnTo>
                  <a:pt x="115960" y="103177"/>
                </a:lnTo>
                <a:lnTo>
                  <a:pt x="113625" y="102932"/>
                </a:lnTo>
                <a:lnTo>
                  <a:pt x="111375" y="102525"/>
                </a:lnTo>
                <a:lnTo>
                  <a:pt x="109208" y="101954"/>
                </a:lnTo>
                <a:lnTo>
                  <a:pt x="107127" y="101221"/>
                </a:lnTo>
                <a:lnTo>
                  <a:pt x="105129" y="100324"/>
                </a:lnTo>
                <a:lnTo>
                  <a:pt x="103215" y="99264"/>
                </a:lnTo>
                <a:lnTo>
                  <a:pt x="101386" y="98041"/>
                </a:lnTo>
                <a:lnTo>
                  <a:pt x="99641" y="96655"/>
                </a:lnTo>
                <a:lnTo>
                  <a:pt x="97980" y="95106"/>
                </a:lnTo>
                <a:lnTo>
                  <a:pt x="96403" y="93395"/>
                </a:lnTo>
                <a:lnTo>
                  <a:pt x="94911" y="91520"/>
                </a:lnTo>
                <a:lnTo>
                  <a:pt x="93737" y="89855"/>
                </a:lnTo>
                <a:lnTo>
                  <a:pt x="92666" y="88157"/>
                </a:lnTo>
                <a:lnTo>
                  <a:pt x="91697" y="86425"/>
                </a:lnTo>
                <a:lnTo>
                  <a:pt x="90829" y="84659"/>
                </a:lnTo>
                <a:lnTo>
                  <a:pt x="90064" y="82860"/>
                </a:lnTo>
                <a:lnTo>
                  <a:pt x="89401" y="81027"/>
                </a:lnTo>
                <a:lnTo>
                  <a:pt x="88839" y="79161"/>
                </a:lnTo>
                <a:lnTo>
                  <a:pt x="88380" y="77261"/>
                </a:lnTo>
                <a:lnTo>
                  <a:pt x="88023" y="75328"/>
                </a:lnTo>
                <a:lnTo>
                  <a:pt x="87768" y="73361"/>
                </a:lnTo>
                <a:lnTo>
                  <a:pt x="87615" y="71360"/>
                </a:lnTo>
                <a:lnTo>
                  <a:pt x="87564" y="69326"/>
                </a:lnTo>
                <a:lnTo>
                  <a:pt x="87595" y="67832"/>
                </a:lnTo>
                <a:lnTo>
                  <a:pt x="87688" y="66341"/>
                </a:lnTo>
                <a:lnTo>
                  <a:pt x="87843" y="64850"/>
                </a:lnTo>
                <a:lnTo>
                  <a:pt x="88059" y="63362"/>
                </a:lnTo>
                <a:lnTo>
                  <a:pt x="88338" y="61874"/>
                </a:lnTo>
                <a:lnTo>
                  <a:pt x="88678" y="60388"/>
                </a:lnTo>
                <a:lnTo>
                  <a:pt x="89081" y="58904"/>
                </a:lnTo>
                <a:lnTo>
                  <a:pt x="89545" y="57421"/>
                </a:lnTo>
                <a:lnTo>
                  <a:pt x="90072" y="55940"/>
                </a:lnTo>
                <a:lnTo>
                  <a:pt x="90660" y="54460"/>
                </a:lnTo>
                <a:lnTo>
                  <a:pt x="91310" y="52982"/>
                </a:lnTo>
                <a:lnTo>
                  <a:pt x="92022" y="51505"/>
                </a:lnTo>
                <a:lnTo>
                  <a:pt x="92785" y="50061"/>
                </a:lnTo>
                <a:lnTo>
                  <a:pt x="93586" y="48681"/>
                </a:lnTo>
                <a:lnTo>
                  <a:pt x="94427" y="47365"/>
                </a:lnTo>
                <a:lnTo>
                  <a:pt x="95307" y="46114"/>
                </a:lnTo>
                <a:lnTo>
                  <a:pt x="96226" y="44927"/>
                </a:lnTo>
                <a:lnTo>
                  <a:pt x="97185" y="43804"/>
                </a:lnTo>
                <a:lnTo>
                  <a:pt x="98182" y="42745"/>
                </a:lnTo>
                <a:lnTo>
                  <a:pt x="99218" y="41750"/>
                </a:lnTo>
                <a:lnTo>
                  <a:pt x="100294" y="40820"/>
                </a:lnTo>
                <a:lnTo>
                  <a:pt x="101409" y="39954"/>
                </a:lnTo>
                <a:lnTo>
                  <a:pt x="102563" y="39152"/>
                </a:lnTo>
                <a:lnTo>
                  <a:pt x="103756" y="38415"/>
                </a:lnTo>
                <a:lnTo>
                  <a:pt x="104974" y="37739"/>
                </a:lnTo>
                <a:lnTo>
                  <a:pt x="106205" y="37122"/>
                </a:lnTo>
                <a:lnTo>
                  <a:pt x="107447" y="36563"/>
                </a:lnTo>
                <a:lnTo>
                  <a:pt x="108701" y="36063"/>
                </a:lnTo>
                <a:lnTo>
                  <a:pt x="109967" y="35622"/>
                </a:lnTo>
                <a:lnTo>
                  <a:pt x="111245" y="35240"/>
                </a:lnTo>
                <a:lnTo>
                  <a:pt x="112535" y="34917"/>
                </a:lnTo>
                <a:lnTo>
                  <a:pt x="113837" y="34652"/>
                </a:lnTo>
                <a:lnTo>
                  <a:pt x="115151" y="34447"/>
                </a:lnTo>
                <a:lnTo>
                  <a:pt x="116476" y="34300"/>
                </a:lnTo>
                <a:lnTo>
                  <a:pt x="117814" y="34212"/>
                </a:lnTo>
                <a:lnTo>
                  <a:pt x="119163" y="34182"/>
                </a:lnTo>
                <a:moveTo>
                  <a:pt x="116952" y="38882"/>
                </a:moveTo>
                <a:lnTo>
                  <a:pt x="116321" y="38898"/>
                </a:lnTo>
                <a:lnTo>
                  <a:pt x="115691" y="38944"/>
                </a:lnTo>
                <a:lnTo>
                  <a:pt x="115059" y="39022"/>
                </a:lnTo>
                <a:lnTo>
                  <a:pt x="114427" y="39131"/>
                </a:lnTo>
                <a:lnTo>
                  <a:pt x="113795" y="39271"/>
                </a:lnTo>
                <a:lnTo>
                  <a:pt x="113162" y="39442"/>
                </a:lnTo>
                <a:lnTo>
                  <a:pt x="112529" y="39645"/>
                </a:lnTo>
                <a:lnTo>
                  <a:pt x="111895" y="39878"/>
                </a:lnTo>
                <a:lnTo>
                  <a:pt x="111261" y="40143"/>
                </a:lnTo>
                <a:lnTo>
                  <a:pt x="110626" y="40438"/>
                </a:lnTo>
                <a:lnTo>
                  <a:pt x="109991" y="40765"/>
                </a:lnTo>
                <a:lnTo>
                  <a:pt x="109355" y="41123"/>
                </a:lnTo>
                <a:lnTo>
                  <a:pt x="108729" y="41520"/>
                </a:lnTo>
                <a:lnTo>
                  <a:pt x="108124" y="41964"/>
                </a:lnTo>
                <a:lnTo>
                  <a:pt x="107538" y="42455"/>
                </a:lnTo>
                <a:lnTo>
                  <a:pt x="106974" y="42992"/>
                </a:lnTo>
                <a:lnTo>
                  <a:pt x="106429" y="43577"/>
                </a:lnTo>
                <a:lnTo>
                  <a:pt x="105905" y="44209"/>
                </a:lnTo>
                <a:lnTo>
                  <a:pt x="105401" y="44887"/>
                </a:lnTo>
                <a:lnTo>
                  <a:pt x="104917" y="45613"/>
                </a:lnTo>
                <a:lnTo>
                  <a:pt x="104453" y="46385"/>
                </a:lnTo>
                <a:lnTo>
                  <a:pt x="104010" y="47204"/>
                </a:lnTo>
                <a:lnTo>
                  <a:pt x="103588" y="48070"/>
                </a:lnTo>
                <a:lnTo>
                  <a:pt x="103185" y="48983"/>
                </a:lnTo>
                <a:lnTo>
                  <a:pt x="102809" y="49942"/>
                </a:lnTo>
                <a:lnTo>
                  <a:pt x="102466" y="50945"/>
                </a:lnTo>
                <a:lnTo>
                  <a:pt x="102155" y="51993"/>
                </a:lnTo>
                <a:lnTo>
                  <a:pt x="101877" y="53085"/>
                </a:lnTo>
                <a:lnTo>
                  <a:pt x="101632" y="54221"/>
                </a:lnTo>
                <a:lnTo>
                  <a:pt x="101420" y="55402"/>
                </a:lnTo>
                <a:lnTo>
                  <a:pt x="101240" y="56628"/>
                </a:lnTo>
                <a:lnTo>
                  <a:pt x="101093" y="57898"/>
                </a:lnTo>
                <a:lnTo>
                  <a:pt x="100978" y="59212"/>
                </a:lnTo>
                <a:lnTo>
                  <a:pt x="100897" y="60571"/>
                </a:lnTo>
                <a:lnTo>
                  <a:pt x="100848" y="61974"/>
                </a:lnTo>
                <a:lnTo>
                  <a:pt x="100831" y="63422"/>
                </a:lnTo>
                <a:lnTo>
                  <a:pt x="100871" y="65765"/>
                </a:lnTo>
                <a:lnTo>
                  <a:pt x="100989" y="68055"/>
                </a:lnTo>
                <a:lnTo>
                  <a:pt x="101186" y="70290"/>
                </a:lnTo>
                <a:lnTo>
                  <a:pt x="101461" y="72470"/>
                </a:lnTo>
                <a:lnTo>
                  <a:pt x="101816" y="74597"/>
                </a:lnTo>
                <a:lnTo>
                  <a:pt x="102249" y="76669"/>
                </a:lnTo>
                <a:lnTo>
                  <a:pt x="102761" y="78687"/>
                </a:lnTo>
                <a:lnTo>
                  <a:pt x="103352" y="80650"/>
                </a:lnTo>
                <a:lnTo>
                  <a:pt x="104021" y="82559"/>
                </a:lnTo>
                <a:lnTo>
                  <a:pt x="104769" y="84414"/>
                </a:lnTo>
                <a:lnTo>
                  <a:pt x="105596" y="86215"/>
                </a:lnTo>
                <a:lnTo>
                  <a:pt x="106502" y="87961"/>
                </a:lnTo>
                <a:lnTo>
                  <a:pt x="107472" y="89608"/>
                </a:lnTo>
                <a:lnTo>
                  <a:pt x="108492" y="91112"/>
                </a:lnTo>
                <a:lnTo>
                  <a:pt x="109562" y="92473"/>
                </a:lnTo>
                <a:lnTo>
                  <a:pt x="110683" y="93690"/>
                </a:lnTo>
                <a:lnTo>
                  <a:pt x="111853" y="94765"/>
                </a:lnTo>
                <a:lnTo>
                  <a:pt x="113073" y="95696"/>
                </a:lnTo>
                <a:lnTo>
                  <a:pt x="114343" y="96483"/>
                </a:lnTo>
                <a:lnTo>
                  <a:pt x="115664" y="97128"/>
                </a:lnTo>
                <a:lnTo>
                  <a:pt x="117034" y="97629"/>
                </a:lnTo>
                <a:lnTo>
                  <a:pt x="118455" y="97987"/>
                </a:lnTo>
                <a:lnTo>
                  <a:pt x="119925" y="98202"/>
                </a:lnTo>
                <a:lnTo>
                  <a:pt x="121445" y="98274"/>
                </a:lnTo>
                <a:lnTo>
                  <a:pt x="122582" y="98234"/>
                </a:lnTo>
                <a:lnTo>
                  <a:pt x="123684" y="98116"/>
                </a:lnTo>
                <a:lnTo>
                  <a:pt x="124753" y="97918"/>
                </a:lnTo>
                <a:lnTo>
                  <a:pt x="125789" y="97641"/>
                </a:lnTo>
                <a:lnTo>
                  <a:pt x="126790" y="97286"/>
                </a:lnTo>
                <a:lnTo>
                  <a:pt x="127758" y="96851"/>
                </a:lnTo>
                <a:lnTo>
                  <a:pt x="128692" y="96337"/>
                </a:lnTo>
                <a:lnTo>
                  <a:pt x="129593" y="95745"/>
                </a:lnTo>
                <a:lnTo>
                  <a:pt x="130460" y="95073"/>
                </a:lnTo>
                <a:lnTo>
                  <a:pt x="131293" y="94322"/>
                </a:lnTo>
                <a:lnTo>
                  <a:pt x="132092" y="93492"/>
                </a:lnTo>
                <a:lnTo>
                  <a:pt x="132858" y="92583"/>
                </a:lnTo>
                <a:lnTo>
                  <a:pt x="133576" y="91578"/>
                </a:lnTo>
                <a:lnTo>
                  <a:pt x="134231" y="90459"/>
                </a:lnTo>
                <a:lnTo>
                  <a:pt x="134824" y="89227"/>
                </a:lnTo>
                <a:lnTo>
                  <a:pt x="135355" y="87881"/>
                </a:lnTo>
                <a:lnTo>
                  <a:pt x="135823" y="86421"/>
                </a:lnTo>
                <a:lnTo>
                  <a:pt x="136229" y="84848"/>
                </a:lnTo>
                <a:lnTo>
                  <a:pt x="136572" y="83162"/>
                </a:lnTo>
                <a:lnTo>
                  <a:pt x="136853" y="81361"/>
                </a:lnTo>
                <a:lnTo>
                  <a:pt x="137071" y="79447"/>
                </a:lnTo>
                <a:lnTo>
                  <a:pt x="137227" y="77420"/>
                </a:lnTo>
                <a:lnTo>
                  <a:pt x="137321" y="75279"/>
                </a:lnTo>
                <a:lnTo>
                  <a:pt x="137352" y="73024"/>
                </a:lnTo>
                <a:lnTo>
                  <a:pt x="137300" y="70183"/>
                </a:lnTo>
                <a:lnTo>
                  <a:pt x="137144" y="67444"/>
                </a:lnTo>
                <a:lnTo>
                  <a:pt x="136884" y="64809"/>
                </a:lnTo>
                <a:lnTo>
                  <a:pt x="136520" y="62276"/>
                </a:lnTo>
                <a:lnTo>
                  <a:pt x="136052" y="59845"/>
                </a:lnTo>
                <a:lnTo>
                  <a:pt x="135480" y="57518"/>
                </a:lnTo>
                <a:lnTo>
                  <a:pt x="134803" y="55293"/>
                </a:lnTo>
                <a:lnTo>
                  <a:pt x="134023" y="53171"/>
                </a:lnTo>
                <a:lnTo>
                  <a:pt x="133139" y="51151"/>
                </a:lnTo>
                <a:lnTo>
                  <a:pt x="132151" y="49235"/>
                </a:lnTo>
                <a:lnTo>
                  <a:pt x="131059" y="47421"/>
                </a:lnTo>
                <a:lnTo>
                  <a:pt x="129862" y="45710"/>
                </a:lnTo>
                <a:lnTo>
                  <a:pt x="128999" y="44619"/>
                </a:lnTo>
                <a:lnTo>
                  <a:pt x="128097" y="43624"/>
                </a:lnTo>
                <a:lnTo>
                  <a:pt x="127156" y="42723"/>
                </a:lnTo>
                <a:lnTo>
                  <a:pt x="126177" y="41917"/>
                </a:lnTo>
                <a:lnTo>
                  <a:pt x="125159" y="41205"/>
                </a:lnTo>
                <a:lnTo>
                  <a:pt x="124103" y="40589"/>
                </a:lnTo>
                <a:lnTo>
                  <a:pt x="123007" y="40068"/>
                </a:lnTo>
                <a:lnTo>
                  <a:pt x="121873" y="39641"/>
                </a:lnTo>
                <a:lnTo>
                  <a:pt x="120701" y="39309"/>
                </a:lnTo>
                <a:lnTo>
                  <a:pt x="119490" y="39072"/>
                </a:lnTo>
                <a:lnTo>
                  <a:pt x="118240" y="38930"/>
                </a:lnTo>
                <a:lnTo>
                  <a:pt x="116952" y="38882"/>
                </a:lnTo>
                <a:close/>
                <a:moveTo>
                  <a:pt x="202476" y="34182"/>
                </a:moveTo>
                <a:lnTo>
                  <a:pt x="202476" y="56258"/>
                </a:lnTo>
                <a:lnTo>
                  <a:pt x="200122" y="56258"/>
                </a:lnTo>
                <a:lnTo>
                  <a:pt x="199660" y="54573"/>
                </a:lnTo>
                <a:lnTo>
                  <a:pt x="199176" y="52981"/>
                </a:lnTo>
                <a:lnTo>
                  <a:pt x="198671" y="51480"/>
                </a:lnTo>
                <a:lnTo>
                  <a:pt x="198145" y="50072"/>
                </a:lnTo>
                <a:lnTo>
                  <a:pt x="197597" y="48756"/>
                </a:lnTo>
                <a:lnTo>
                  <a:pt x="197028" y="47533"/>
                </a:lnTo>
                <a:lnTo>
                  <a:pt x="196438" y="46402"/>
                </a:lnTo>
                <a:lnTo>
                  <a:pt x="195826" y="45363"/>
                </a:lnTo>
                <a:lnTo>
                  <a:pt x="195194" y="44416"/>
                </a:lnTo>
                <a:lnTo>
                  <a:pt x="194539" y="43561"/>
                </a:lnTo>
                <a:lnTo>
                  <a:pt x="193864" y="42799"/>
                </a:lnTo>
                <a:lnTo>
                  <a:pt x="193167" y="42129"/>
                </a:lnTo>
                <a:lnTo>
                  <a:pt x="192444" y="41531"/>
                </a:lnTo>
                <a:lnTo>
                  <a:pt x="191688" y="40985"/>
                </a:lnTo>
                <a:lnTo>
                  <a:pt x="190900" y="40490"/>
                </a:lnTo>
                <a:lnTo>
                  <a:pt x="190080" y="40048"/>
                </a:lnTo>
                <a:lnTo>
                  <a:pt x="189228" y="39658"/>
                </a:lnTo>
                <a:lnTo>
                  <a:pt x="188344" y="39320"/>
                </a:lnTo>
                <a:lnTo>
                  <a:pt x="187427" y="39034"/>
                </a:lnTo>
                <a:lnTo>
                  <a:pt x="186478" y="38800"/>
                </a:lnTo>
                <a:lnTo>
                  <a:pt x="185497" y="38618"/>
                </a:lnTo>
                <a:lnTo>
                  <a:pt x="184484" y="38488"/>
                </a:lnTo>
                <a:lnTo>
                  <a:pt x="183438" y="38410"/>
                </a:lnTo>
                <a:lnTo>
                  <a:pt x="182361" y="38384"/>
                </a:lnTo>
                <a:lnTo>
                  <a:pt x="181542" y="38402"/>
                </a:lnTo>
                <a:lnTo>
                  <a:pt x="180750" y="38457"/>
                </a:lnTo>
                <a:lnTo>
                  <a:pt x="179985" y="38548"/>
                </a:lnTo>
                <a:lnTo>
                  <a:pt x="179246" y="38676"/>
                </a:lnTo>
                <a:lnTo>
                  <a:pt x="178534" y="38841"/>
                </a:lnTo>
                <a:lnTo>
                  <a:pt x="177849" y="39042"/>
                </a:lnTo>
                <a:lnTo>
                  <a:pt x="177191" y="39280"/>
                </a:lnTo>
                <a:lnTo>
                  <a:pt x="176559" y="39554"/>
                </a:lnTo>
                <a:lnTo>
                  <a:pt x="175955" y="39865"/>
                </a:lnTo>
                <a:lnTo>
                  <a:pt x="175377" y="40212"/>
                </a:lnTo>
                <a:lnTo>
                  <a:pt x="174825" y="40596"/>
                </a:lnTo>
                <a:lnTo>
                  <a:pt x="174301" y="41016"/>
                </a:lnTo>
                <a:lnTo>
                  <a:pt x="173811" y="41459"/>
                </a:lnTo>
                <a:lnTo>
                  <a:pt x="173363" y="41909"/>
                </a:lnTo>
                <a:lnTo>
                  <a:pt x="172959" y="42367"/>
                </a:lnTo>
                <a:lnTo>
                  <a:pt x="172597" y="42833"/>
                </a:lnTo>
                <a:lnTo>
                  <a:pt x="172277" y="43308"/>
                </a:lnTo>
                <a:lnTo>
                  <a:pt x="172000" y="43790"/>
                </a:lnTo>
                <a:lnTo>
                  <a:pt x="171766" y="44280"/>
                </a:lnTo>
                <a:lnTo>
                  <a:pt x="171574" y="44778"/>
                </a:lnTo>
                <a:lnTo>
                  <a:pt x="171425" y="45284"/>
                </a:lnTo>
                <a:lnTo>
                  <a:pt x="171319" y="45798"/>
                </a:lnTo>
                <a:lnTo>
                  <a:pt x="171255" y="46319"/>
                </a:lnTo>
                <a:lnTo>
                  <a:pt x="171233" y="46849"/>
                </a:lnTo>
                <a:lnTo>
                  <a:pt x="171249" y="47505"/>
                </a:lnTo>
                <a:lnTo>
                  <a:pt x="171297" y="48145"/>
                </a:lnTo>
                <a:lnTo>
                  <a:pt x="171376" y="48770"/>
                </a:lnTo>
                <a:lnTo>
                  <a:pt x="171487" y="49378"/>
                </a:lnTo>
                <a:lnTo>
                  <a:pt x="171630" y="49971"/>
                </a:lnTo>
                <a:lnTo>
                  <a:pt x="171804" y="50548"/>
                </a:lnTo>
                <a:lnTo>
                  <a:pt x="172010" y="51109"/>
                </a:lnTo>
                <a:lnTo>
                  <a:pt x="172248" y="51654"/>
                </a:lnTo>
                <a:lnTo>
                  <a:pt x="172517" y="52183"/>
                </a:lnTo>
                <a:lnTo>
                  <a:pt x="172819" y="52697"/>
                </a:lnTo>
                <a:lnTo>
                  <a:pt x="173151" y="53195"/>
                </a:lnTo>
                <a:lnTo>
                  <a:pt x="173516" y="53677"/>
                </a:lnTo>
                <a:lnTo>
                  <a:pt x="173916" y="54165"/>
                </a:lnTo>
                <a:lnTo>
                  <a:pt x="174380" y="54659"/>
                </a:lnTo>
                <a:lnTo>
                  <a:pt x="174907" y="55157"/>
                </a:lnTo>
                <a:lnTo>
                  <a:pt x="175497" y="55661"/>
                </a:lnTo>
                <a:lnTo>
                  <a:pt x="176151" y="56169"/>
                </a:lnTo>
                <a:lnTo>
                  <a:pt x="176868" y="56683"/>
                </a:lnTo>
                <a:lnTo>
                  <a:pt x="177649" y="57201"/>
                </a:lnTo>
                <a:lnTo>
                  <a:pt x="178493" y="57724"/>
                </a:lnTo>
                <a:lnTo>
                  <a:pt x="179401" y="58252"/>
                </a:lnTo>
                <a:lnTo>
                  <a:pt x="180372" y="58785"/>
                </a:lnTo>
                <a:lnTo>
                  <a:pt x="181406" y="59323"/>
                </a:lnTo>
                <a:lnTo>
                  <a:pt x="182504" y="59865"/>
                </a:lnTo>
                <a:lnTo>
                  <a:pt x="192918" y="64917"/>
                </a:lnTo>
                <a:lnTo>
                  <a:pt x="195230" y="66122"/>
                </a:lnTo>
                <a:lnTo>
                  <a:pt x="197342" y="67389"/>
                </a:lnTo>
                <a:lnTo>
                  <a:pt x="199253" y="68718"/>
                </a:lnTo>
                <a:lnTo>
                  <a:pt x="200962" y="70109"/>
                </a:lnTo>
                <a:lnTo>
                  <a:pt x="202470" y="71563"/>
                </a:lnTo>
                <a:lnTo>
                  <a:pt x="203778" y="73079"/>
                </a:lnTo>
                <a:lnTo>
                  <a:pt x="204884" y="74658"/>
                </a:lnTo>
                <a:lnTo>
                  <a:pt x="205789" y="76298"/>
                </a:lnTo>
                <a:lnTo>
                  <a:pt x="206493" y="78001"/>
                </a:lnTo>
                <a:lnTo>
                  <a:pt x="206995" y="79766"/>
                </a:lnTo>
                <a:lnTo>
                  <a:pt x="207297" y="81594"/>
                </a:lnTo>
                <a:lnTo>
                  <a:pt x="207398" y="83484"/>
                </a:lnTo>
                <a:lnTo>
                  <a:pt x="207351" y="84941"/>
                </a:lnTo>
                <a:lnTo>
                  <a:pt x="207210" y="86351"/>
                </a:lnTo>
                <a:lnTo>
                  <a:pt x="206976" y="87713"/>
                </a:lnTo>
                <a:lnTo>
                  <a:pt x="206649" y="89028"/>
                </a:lnTo>
                <a:lnTo>
                  <a:pt x="206227" y="90294"/>
                </a:lnTo>
                <a:lnTo>
                  <a:pt x="205712" y="91512"/>
                </a:lnTo>
                <a:lnTo>
                  <a:pt x="205104" y="92683"/>
                </a:lnTo>
                <a:lnTo>
                  <a:pt x="204402" y="93806"/>
                </a:lnTo>
                <a:lnTo>
                  <a:pt x="203606" y="94880"/>
                </a:lnTo>
                <a:lnTo>
                  <a:pt x="202717" y="95907"/>
                </a:lnTo>
                <a:lnTo>
                  <a:pt x="201734" y="96886"/>
                </a:lnTo>
                <a:lnTo>
                  <a:pt x="200657" y="97817"/>
                </a:lnTo>
                <a:lnTo>
                  <a:pt x="199522" y="98686"/>
                </a:lnTo>
                <a:lnTo>
                  <a:pt x="198365" y="99480"/>
                </a:lnTo>
                <a:lnTo>
                  <a:pt x="197186" y="100198"/>
                </a:lnTo>
                <a:lnTo>
                  <a:pt x="195985" y="100840"/>
                </a:lnTo>
                <a:lnTo>
                  <a:pt x="194761" y="101407"/>
                </a:lnTo>
                <a:lnTo>
                  <a:pt x="193515" y="101898"/>
                </a:lnTo>
                <a:lnTo>
                  <a:pt x="192247" y="102314"/>
                </a:lnTo>
                <a:lnTo>
                  <a:pt x="190956" y="102654"/>
                </a:lnTo>
                <a:lnTo>
                  <a:pt x="189643" y="102918"/>
                </a:lnTo>
                <a:lnTo>
                  <a:pt x="188308" y="103107"/>
                </a:lnTo>
                <a:lnTo>
                  <a:pt x="186950" y="103221"/>
                </a:lnTo>
                <a:lnTo>
                  <a:pt x="185571" y="103259"/>
                </a:lnTo>
                <a:lnTo>
                  <a:pt x="184560" y="103244"/>
                </a:lnTo>
                <a:lnTo>
                  <a:pt x="183526" y="103199"/>
                </a:lnTo>
                <a:lnTo>
                  <a:pt x="182468" y="103125"/>
                </a:lnTo>
                <a:lnTo>
                  <a:pt x="181386" y="103021"/>
                </a:lnTo>
                <a:lnTo>
                  <a:pt x="180280" y="102888"/>
                </a:lnTo>
                <a:lnTo>
                  <a:pt x="179151" y="102724"/>
                </a:lnTo>
                <a:lnTo>
                  <a:pt x="177998" y="102532"/>
                </a:lnTo>
                <a:lnTo>
                  <a:pt x="176821" y="102309"/>
                </a:lnTo>
                <a:lnTo>
                  <a:pt x="175620" y="102057"/>
                </a:lnTo>
                <a:lnTo>
                  <a:pt x="174396" y="101775"/>
                </a:lnTo>
                <a:lnTo>
                  <a:pt x="173147" y="101463"/>
                </a:lnTo>
                <a:lnTo>
                  <a:pt x="171875" y="101122"/>
                </a:lnTo>
                <a:lnTo>
                  <a:pt x="171489" y="101008"/>
                </a:lnTo>
                <a:lnTo>
                  <a:pt x="171115" y="100905"/>
                </a:lnTo>
                <a:lnTo>
                  <a:pt x="170752" y="100811"/>
                </a:lnTo>
                <a:lnTo>
                  <a:pt x="170401" y="100727"/>
                </a:lnTo>
                <a:lnTo>
                  <a:pt x="170062" y="100652"/>
                </a:lnTo>
                <a:lnTo>
                  <a:pt x="169736" y="100588"/>
                </a:lnTo>
                <a:lnTo>
                  <a:pt x="169420" y="100534"/>
                </a:lnTo>
                <a:lnTo>
                  <a:pt x="169117" y="100489"/>
                </a:lnTo>
                <a:lnTo>
                  <a:pt x="168826" y="100455"/>
                </a:lnTo>
                <a:lnTo>
                  <a:pt x="168547" y="100430"/>
                </a:lnTo>
                <a:lnTo>
                  <a:pt x="168279" y="100415"/>
                </a:lnTo>
                <a:lnTo>
                  <a:pt x="168024" y="100410"/>
                </a:lnTo>
                <a:lnTo>
                  <a:pt x="167755" y="100423"/>
                </a:lnTo>
                <a:lnTo>
                  <a:pt x="167497" y="100461"/>
                </a:lnTo>
                <a:lnTo>
                  <a:pt x="167248" y="100526"/>
                </a:lnTo>
                <a:lnTo>
                  <a:pt x="167009" y="100616"/>
                </a:lnTo>
                <a:lnTo>
                  <a:pt x="166780" y="100731"/>
                </a:lnTo>
                <a:lnTo>
                  <a:pt x="166561" y="100873"/>
                </a:lnTo>
                <a:lnTo>
                  <a:pt x="166352" y="101040"/>
                </a:lnTo>
                <a:lnTo>
                  <a:pt x="166153" y="101233"/>
                </a:lnTo>
                <a:lnTo>
                  <a:pt x="165964" y="101452"/>
                </a:lnTo>
                <a:lnTo>
                  <a:pt x="165785" y="101696"/>
                </a:lnTo>
                <a:lnTo>
                  <a:pt x="165615" y="101966"/>
                </a:lnTo>
                <a:lnTo>
                  <a:pt x="165456" y="102262"/>
                </a:lnTo>
                <a:lnTo>
                  <a:pt x="163102" y="102262"/>
                </a:lnTo>
                <a:lnTo>
                  <a:pt x="163102" y="78904"/>
                </a:lnTo>
                <a:lnTo>
                  <a:pt x="165456" y="78904"/>
                </a:lnTo>
                <a:lnTo>
                  <a:pt x="165814" y="80537"/>
                </a:lnTo>
                <a:lnTo>
                  <a:pt x="166223" y="82102"/>
                </a:lnTo>
                <a:lnTo>
                  <a:pt x="166682" y="83598"/>
                </a:lnTo>
                <a:lnTo>
                  <a:pt x="167191" y="85026"/>
                </a:lnTo>
                <a:lnTo>
                  <a:pt x="167752" y="86385"/>
                </a:lnTo>
                <a:lnTo>
                  <a:pt x="168362" y="87676"/>
                </a:lnTo>
                <a:lnTo>
                  <a:pt x="169024" y="88899"/>
                </a:lnTo>
                <a:lnTo>
                  <a:pt x="169736" y="90053"/>
                </a:lnTo>
                <a:lnTo>
                  <a:pt x="170498" y="91138"/>
                </a:lnTo>
                <a:lnTo>
                  <a:pt x="171311" y="92155"/>
                </a:lnTo>
                <a:lnTo>
                  <a:pt x="172174" y="93103"/>
                </a:lnTo>
                <a:lnTo>
                  <a:pt x="173088" y="93983"/>
                </a:lnTo>
                <a:lnTo>
                  <a:pt x="174037" y="94793"/>
                </a:lnTo>
                <a:lnTo>
                  <a:pt x="175004" y="95533"/>
                </a:lnTo>
                <a:lnTo>
                  <a:pt x="175990" y="96203"/>
                </a:lnTo>
                <a:lnTo>
                  <a:pt x="176995" y="96802"/>
                </a:lnTo>
                <a:lnTo>
                  <a:pt x="178019" y="97330"/>
                </a:lnTo>
                <a:lnTo>
                  <a:pt x="179062" y="97788"/>
                </a:lnTo>
                <a:lnTo>
                  <a:pt x="180123" y="98176"/>
                </a:lnTo>
                <a:lnTo>
                  <a:pt x="181204" y="98493"/>
                </a:lnTo>
                <a:lnTo>
                  <a:pt x="182303" y="98740"/>
                </a:lnTo>
                <a:lnTo>
                  <a:pt x="183421" y="98916"/>
                </a:lnTo>
                <a:lnTo>
                  <a:pt x="184558" y="99022"/>
                </a:lnTo>
                <a:lnTo>
                  <a:pt x="185713" y="99057"/>
                </a:lnTo>
                <a:lnTo>
                  <a:pt x="186521" y="99037"/>
                </a:lnTo>
                <a:lnTo>
                  <a:pt x="187303" y="98977"/>
                </a:lnTo>
                <a:lnTo>
                  <a:pt x="188061" y="98877"/>
                </a:lnTo>
                <a:lnTo>
                  <a:pt x="188792" y="98737"/>
                </a:lnTo>
                <a:lnTo>
                  <a:pt x="189499" y="98557"/>
                </a:lnTo>
                <a:lnTo>
                  <a:pt x="190180" y="98337"/>
                </a:lnTo>
                <a:lnTo>
                  <a:pt x="190836" y="98077"/>
                </a:lnTo>
                <a:lnTo>
                  <a:pt x="191467" y="97777"/>
                </a:lnTo>
                <a:lnTo>
                  <a:pt x="192073" y="97437"/>
                </a:lnTo>
                <a:lnTo>
                  <a:pt x="192653" y="97057"/>
                </a:lnTo>
                <a:lnTo>
                  <a:pt x="193208" y="96637"/>
                </a:lnTo>
                <a:lnTo>
                  <a:pt x="193738" y="96177"/>
                </a:lnTo>
                <a:lnTo>
                  <a:pt x="194234" y="95689"/>
                </a:lnTo>
                <a:lnTo>
                  <a:pt x="194686" y="95184"/>
                </a:lnTo>
                <a:lnTo>
                  <a:pt x="195095" y="94663"/>
                </a:lnTo>
                <a:lnTo>
                  <a:pt x="195462" y="94126"/>
                </a:lnTo>
                <a:lnTo>
                  <a:pt x="195785" y="93572"/>
                </a:lnTo>
                <a:lnTo>
                  <a:pt x="196065" y="93002"/>
                </a:lnTo>
                <a:lnTo>
                  <a:pt x="196302" y="92416"/>
                </a:lnTo>
                <a:lnTo>
                  <a:pt x="196496" y="91814"/>
                </a:lnTo>
                <a:lnTo>
                  <a:pt x="196647" y="91195"/>
                </a:lnTo>
                <a:lnTo>
                  <a:pt x="196755" y="90560"/>
                </a:lnTo>
                <a:lnTo>
                  <a:pt x="196819" y="89908"/>
                </a:lnTo>
                <a:lnTo>
                  <a:pt x="196841" y="89241"/>
                </a:lnTo>
                <a:lnTo>
                  <a:pt x="196817" y="88433"/>
                </a:lnTo>
                <a:lnTo>
                  <a:pt x="196745" y="87648"/>
                </a:lnTo>
                <a:lnTo>
                  <a:pt x="196625" y="86884"/>
                </a:lnTo>
                <a:lnTo>
                  <a:pt x="196456" y="86142"/>
                </a:lnTo>
                <a:lnTo>
                  <a:pt x="196240" y="85422"/>
                </a:lnTo>
                <a:lnTo>
                  <a:pt x="195976" y="84723"/>
                </a:lnTo>
                <a:lnTo>
                  <a:pt x="195664" y="84046"/>
                </a:lnTo>
                <a:lnTo>
                  <a:pt x="195303" y="83391"/>
                </a:lnTo>
                <a:lnTo>
                  <a:pt x="194895" y="82758"/>
                </a:lnTo>
                <a:lnTo>
                  <a:pt x="194438" y="82147"/>
                </a:lnTo>
                <a:lnTo>
                  <a:pt x="193934" y="81557"/>
                </a:lnTo>
                <a:lnTo>
                  <a:pt x="193381" y="80989"/>
                </a:lnTo>
                <a:lnTo>
                  <a:pt x="192757" y="80420"/>
                </a:lnTo>
                <a:lnTo>
                  <a:pt x="192037" y="79825"/>
                </a:lnTo>
                <a:lnTo>
                  <a:pt x="191221" y="79207"/>
                </a:lnTo>
                <a:lnTo>
                  <a:pt x="190310" y="78563"/>
                </a:lnTo>
                <a:lnTo>
                  <a:pt x="189303" y="77895"/>
                </a:lnTo>
                <a:lnTo>
                  <a:pt x="188201" y="77202"/>
                </a:lnTo>
                <a:lnTo>
                  <a:pt x="187003" y="76484"/>
                </a:lnTo>
                <a:lnTo>
                  <a:pt x="185709" y="75742"/>
                </a:lnTo>
                <a:lnTo>
                  <a:pt x="184320" y="74975"/>
                </a:lnTo>
                <a:lnTo>
                  <a:pt x="182835" y="74183"/>
                </a:lnTo>
                <a:lnTo>
                  <a:pt x="181255" y="73367"/>
                </a:lnTo>
                <a:lnTo>
                  <a:pt x="179579" y="72526"/>
                </a:lnTo>
                <a:lnTo>
                  <a:pt x="177905" y="71679"/>
                </a:lnTo>
                <a:lnTo>
                  <a:pt x="176330" y="70846"/>
                </a:lnTo>
                <a:lnTo>
                  <a:pt x="174853" y="70027"/>
                </a:lnTo>
                <a:lnTo>
                  <a:pt x="173476" y="69221"/>
                </a:lnTo>
                <a:lnTo>
                  <a:pt x="172198" y="68430"/>
                </a:lnTo>
                <a:lnTo>
                  <a:pt x="171019" y="67652"/>
                </a:lnTo>
                <a:lnTo>
                  <a:pt x="169940" y="66888"/>
                </a:lnTo>
                <a:lnTo>
                  <a:pt x="168959" y="66138"/>
                </a:lnTo>
                <a:lnTo>
                  <a:pt x="168077" y="65402"/>
                </a:lnTo>
                <a:lnTo>
                  <a:pt x="167294" y="64680"/>
                </a:lnTo>
                <a:lnTo>
                  <a:pt x="166611" y="63972"/>
                </a:lnTo>
                <a:lnTo>
                  <a:pt x="166026" y="63277"/>
                </a:lnTo>
                <a:lnTo>
                  <a:pt x="165514" y="62586"/>
                </a:lnTo>
                <a:lnTo>
                  <a:pt x="165046" y="61866"/>
                </a:lnTo>
                <a:lnTo>
                  <a:pt x="164622" y="61116"/>
                </a:lnTo>
                <a:lnTo>
                  <a:pt x="164243" y="60337"/>
                </a:lnTo>
                <a:lnTo>
                  <a:pt x="163909" y="59528"/>
                </a:lnTo>
                <a:lnTo>
                  <a:pt x="163619" y="58689"/>
                </a:lnTo>
                <a:lnTo>
                  <a:pt x="163374" y="57820"/>
                </a:lnTo>
                <a:lnTo>
                  <a:pt x="163173" y="56922"/>
                </a:lnTo>
                <a:lnTo>
                  <a:pt x="163017" y="55995"/>
                </a:lnTo>
                <a:lnTo>
                  <a:pt x="162906" y="55037"/>
                </a:lnTo>
                <a:lnTo>
                  <a:pt x="162839" y="54050"/>
                </a:lnTo>
                <a:lnTo>
                  <a:pt x="162817" y="53033"/>
                </a:lnTo>
                <a:lnTo>
                  <a:pt x="162855" y="51712"/>
                </a:lnTo>
                <a:lnTo>
                  <a:pt x="162970" y="50427"/>
                </a:lnTo>
                <a:lnTo>
                  <a:pt x="163162" y="49179"/>
                </a:lnTo>
                <a:lnTo>
                  <a:pt x="163431" y="47967"/>
                </a:lnTo>
                <a:lnTo>
                  <a:pt x="163776" y="46792"/>
                </a:lnTo>
                <a:lnTo>
                  <a:pt x="164199" y="45654"/>
                </a:lnTo>
                <a:lnTo>
                  <a:pt x="164698" y="44551"/>
                </a:lnTo>
                <a:lnTo>
                  <a:pt x="165273" y="43486"/>
                </a:lnTo>
                <a:lnTo>
                  <a:pt x="165926" y="42457"/>
                </a:lnTo>
                <a:lnTo>
                  <a:pt x="166655" y="41465"/>
                </a:lnTo>
                <a:lnTo>
                  <a:pt x="167462" y="40509"/>
                </a:lnTo>
                <a:lnTo>
                  <a:pt x="168345" y="39590"/>
                </a:lnTo>
                <a:lnTo>
                  <a:pt x="169288" y="38726"/>
                </a:lnTo>
                <a:lnTo>
                  <a:pt x="170277" y="37937"/>
                </a:lnTo>
                <a:lnTo>
                  <a:pt x="171311" y="37224"/>
                </a:lnTo>
                <a:lnTo>
                  <a:pt x="172391" y="36586"/>
                </a:lnTo>
                <a:lnTo>
                  <a:pt x="173515" y="36022"/>
                </a:lnTo>
                <a:lnTo>
                  <a:pt x="174684" y="35534"/>
                </a:lnTo>
                <a:lnTo>
                  <a:pt x="175898" y="35121"/>
                </a:lnTo>
                <a:lnTo>
                  <a:pt x="177158" y="34783"/>
                </a:lnTo>
                <a:lnTo>
                  <a:pt x="178462" y="34520"/>
                </a:lnTo>
                <a:lnTo>
                  <a:pt x="179812" y="34332"/>
                </a:lnTo>
                <a:lnTo>
                  <a:pt x="181206" y="34220"/>
                </a:lnTo>
                <a:lnTo>
                  <a:pt x="182646" y="34182"/>
                </a:lnTo>
                <a:lnTo>
                  <a:pt x="183300" y="34194"/>
                </a:lnTo>
                <a:lnTo>
                  <a:pt x="183976" y="34228"/>
                </a:lnTo>
                <a:lnTo>
                  <a:pt x="184675" y="34285"/>
                </a:lnTo>
                <a:lnTo>
                  <a:pt x="185396" y="34364"/>
                </a:lnTo>
                <a:lnTo>
                  <a:pt x="186141" y="34466"/>
                </a:lnTo>
                <a:lnTo>
                  <a:pt x="186908" y="34592"/>
                </a:lnTo>
                <a:lnTo>
                  <a:pt x="187698" y="34739"/>
                </a:lnTo>
                <a:lnTo>
                  <a:pt x="188511" y="34910"/>
                </a:lnTo>
                <a:lnTo>
                  <a:pt x="189347" y="35103"/>
                </a:lnTo>
                <a:lnTo>
                  <a:pt x="190205" y="35320"/>
                </a:lnTo>
                <a:lnTo>
                  <a:pt x="191086" y="35558"/>
                </a:lnTo>
                <a:lnTo>
                  <a:pt x="191990" y="35820"/>
                </a:lnTo>
                <a:lnTo>
                  <a:pt x="192580" y="35991"/>
                </a:lnTo>
                <a:lnTo>
                  <a:pt x="193136" y="36146"/>
                </a:lnTo>
                <a:lnTo>
                  <a:pt x="193658" y="36287"/>
                </a:lnTo>
                <a:lnTo>
                  <a:pt x="194146" y="36413"/>
                </a:lnTo>
                <a:lnTo>
                  <a:pt x="194601" y="36525"/>
                </a:lnTo>
                <a:lnTo>
                  <a:pt x="195022" y="36621"/>
                </a:lnTo>
                <a:lnTo>
                  <a:pt x="195409" y="36703"/>
                </a:lnTo>
                <a:lnTo>
                  <a:pt x="195763" y="36770"/>
                </a:lnTo>
                <a:lnTo>
                  <a:pt x="196083" y="36821"/>
                </a:lnTo>
                <a:lnTo>
                  <a:pt x="196369" y="36859"/>
                </a:lnTo>
                <a:lnTo>
                  <a:pt x="196622" y="36881"/>
                </a:lnTo>
                <a:lnTo>
                  <a:pt x="196841" y="36888"/>
                </a:lnTo>
                <a:lnTo>
                  <a:pt x="197028" y="36885"/>
                </a:lnTo>
                <a:lnTo>
                  <a:pt x="197207" y="36874"/>
                </a:lnTo>
                <a:lnTo>
                  <a:pt x="197380" y="36857"/>
                </a:lnTo>
                <a:lnTo>
                  <a:pt x="197546" y="36833"/>
                </a:lnTo>
                <a:lnTo>
                  <a:pt x="197705" y="36802"/>
                </a:lnTo>
                <a:lnTo>
                  <a:pt x="197857" y="36764"/>
                </a:lnTo>
                <a:lnTo>
                  <a:pt x="198002" y="36719"/>
                </a:lnTo>
                <a:lnTo>
                  <a:pt x="198141" y="36667"/>
                </a:lnTo>
                <a:lnTo>
                  <a:pt x="198272" y="36608"/>
                </a:lnTo>
                <a:lnTo>
                  <a:pt x="198396" y="36542"/>
                </a:lnTo>
                <a:lnTo>
                  <a:pt x="198514" y="36469"/>
                </a:lnTo>
                <a:lnTo>
                  <a:pt x="198624" y="36390"/>
                </a:lnTo>
                <a:lnTo>
                  <a:pt x="198732" y="36298"/>
                </a:lnTo>
                <a:lnTo>
                  <a:pt x="198844" y="36190"/>
                </a:lnTo>
                <a:lnTo>
                  <a:pt x="198958" y="36065"/>
                </a:lnTo>
                <a:lnTo>
                  <a:pt x="199076" y="35923"/>
                </a:lnTo>
                <a:lnTo>
                  <a:pt x="199196" y="35764"/>
                </a:lnTo>
                <a:lnTo>
                  <a:pt x="199319" y="35589"/>
                </a:lnTo>
                <a:lnTo>
                  <a:pt x="199446" y="35396"/>
                </a:lnTo>
                <a:lnTo>
                  <a:pt x="199575" y="35187"/>
                </a:lnTo>
                <a:lnTo>
                  <a:pt x="199707" y="34961"/>
                </a:lnTo>
                <a:lnTo>
                  <a:pt x="199843" y="34718"/>
                </a:lnTo>
                <a:lnTo>
                  <a:pt x="199981" y="34459"/>
                </a:lnTo>
                <a:lnTo>
                  <a:pt x="200122" y="34182"/>
                </a:lnTo>
                <a:lnTo>
                  <a:pt x="202476" y="34182"/>
                </a:lnTo>
                <a:close/>
                <a:moveTo>
                  <a:pt x="253876" y="91864"/>
                </a:moveTo>
                <a:lnTo>
                  <a:pt x="252252" y="93113"/>
                </a:lnTo>
                <a:lnTo>
                  <a:pt x="250731" y="94270"/>
                </a:lnTo>
                <a:lnTo>
                  <a:pt x="249315" y="95336"/>
                </a:lnTo>
                <a:lnTo>
                  <a:pt x="248003" y="96311"/>
                </a:lnTo>
                <a:lnTo>
                  <a:pt x="246795" y="97196"/>
                </a:lnTo>
                <a:lnTo>
                  <a:pt x="245691" y="97989"/>
                </a:lnTo>
                <a:lnTo>
                  <a:pt x="244691" y="98691"/>
                </a:lnTo>
                <a:lnTo>
                  <a:pt x="243795" y="99302"/>
                </a:lnTo>
                <a:lnTo>
                  <a:pt x="243003" y="99823"/>
                </a:lnTo>
                <a:lnTo>
                  <a:pt x="242314" y="100252"/>
                </a:lnTo>
                <a:lnTo>
                  <a:pt x="241730" y="100590"/>
                </a:lnTo>
                <a:lnTo>
                  <a:pt x="241250" y="100837"/>
                </a:lnTo>
                <a:lnTo>
                  <a:pt x="240605" y="101133"/>
                </a:lnTo>
                <a:lnTo>
                  <a:pt x="239953" y="101403"/>
                </a:lnTo>
                <a:lnTo>
                  <a:pt x="239293" y="101647"/>
                </a:lnTo>
                <a:lnTo>
                  <a:pt x="238627" y="101866"/>
                </a:lnTo>
                <a:lnTo>
                  <a:pt x="237954" y="102059"/>
                </a:lnTo>
                <a:lnTo>
                  <a:pt x="237274" y="102226"/>
                </a:lnTo>
                <a:lnTo>
                  <a:pt x="236587" y="102367"/>
                </a:lnTo>
                <a:lnTo>
                  <a:pt x="235893" y="102483"/>
                </a:lnTo>
                <a:lnTo>
                  <a:pt x="235192" y="102573"/>
                </a:lnTo>
                <a:lnTo>
                  <a:pt x="234484" y="102637"/>
                </a:lnTo>
                <a:lnTo>
                  <a:pt x="233769" y="102676"/>
                </a:lnTo>
                <a:lnTo>
                  <a:pt x="233048" y="102689"/>
                </a:lnTo>
                <a:lnTo>
                  <a:pt x="231935" y="102657"/>
                </a:lnTo>
                <a:lnTo>
                  <a:pt x="230855" y="102560"/>
                </a:lnTo>
                <a:lnTo>
                  <a:pt x="229809" y="102400"/>
                </a:lnTo>
                <a:lnTo>
                  <a:pt x="228796" y="102175"/>
                </a:lnTo>
                <a:lnTo>
                  <a:pt x="227816" y="101885"/>
                </a:lnTo>
                <a:lnTo>
                  <a:pt x="226869" y="101532"/>
                </a:lnTo>
                <a:lnTo>
                  <a:pt x="225955" y="101114"/>
                </a:lnTo>
                <a:lnTo>
                  <a:pt x="225075" y="100632"/>
                </a:lnTo>
                <a:lnTo>
                  <a:pt x="224227" y="100085"/>
                </a:lnTo>
                <a:lnTo>
                  <a:pt x="223413" y="99474"/>
                </a:lnTo>
                <a:lnTo>
                  <a:pt x="222632" y="98799"/>
                </a:lnTo>
                <a:lnTo>
                  <a:pt x="221885" y="98060"/>
                </a:lnTo>
                <a:lnTo>
                  <a:pt x="221184" y="97268"/>
                </a:lnTo>
                <a:lnTo>
                  <a:pt x="220544" y="96436"/>
                </a:lnTo>
                <a:lnTo>
                  <a:pt x="219965" y="95563"/>
                </a:lnTo>
                <a:lnTo>
                  <a:pt x="219447" y="94650"/>
                </a:lnTo>
                <a:lnTo>
                  <a:pt x="218990" y="93696"/>
                </a:lnTo>
                <a:lnTo>
                  <a:pt x="218594" y="92701"/>
                </a:lnTo>
                <a:lnTo>
                  <a:pt x="218259" y="91666"/>
                </a:lnTo>
                <a:lnTo>
                  <a:pt x="217985" y="90591"/>
                </a:lnTo>
                <a:lnTo>
                  <a:pt x="217772" y="89474"/>
                </a:lnTo>
                <a:lnTo>
                  <a:pt x="217620" y="88318"/>
                </a:lnTo>
                <a:lnTo>
                  <a:pt x="217528" y="87120"/>
                </a:lnTo>
                <a:lnTo>
                  <a:pt x="217498" y="85883"/>
                </a:lnTo>
                <a:lnTo>
                  <a:pt x="217513" y="85096"/>
                </a:lnTo>
                <a:lnTo>
                  <a:pt x="217557" y="84328"/>
                </a:lnTo>
                <a:lnTo>
                  <a:pt x="217631" y="83577"/>
                </a:lnTo>
                <a:lnTo>
                  <a:pt x="217736" y="82844"/>
                </a:lnTo>
                <a:lnTo>
                  <a:pt x="217869" y="82129"/>
                </a:lnTo>
                <a:lnTo>
                  <a:pt x="218033" y="81432"/>
                </a:lnTo>
                <a:lnTo>
                  <a:pt x="218226" y="80752"/>
                </a:lnTo>
                <a:lnTo>
                  <a:pt x="218449" y="80091"/>
                </a:lnTo>
                <a:lnTo>
                  <a:pt x="218701" y="79447"/>
                </a:lnTo>
                <a:lnTo>
                  <a:pt x="218984" y="78821"/>
                </a:lnTo>
                <a:lnTo>
                  <a:pt x="219296" y="78212"/>
                </a:lnTo>
                <a:lnTo>
                  <a:pt x="219638" y="77622"/>
                </a:lnTo>
                <a:lnTo>
                  <a:pt x="220155" y="76819"/>
                </a:lnTo>
                <a:lnTo>
                  <a:pt x="220732" y="76024"/>
                </a:lnTo>
                <a:lnTo>
                  <a:pt x="221370" y="75236"/>
                </a:lnTo>
                <a:lnTo>
                  <a:pt x="222067" y="74457"/>
                </a:lnTo>
                <a:lnTo>
                  <a:pt x="222824" y="73685"/>
                </a:lnTo>
                <a:lnTo>
                  <a:pt x="223641" y="72922"/>
                </a:lnTo>
                <a:lnTo>
                  <a:pt x="224518" y="72166"/>
                </a:lnTo>
                <a:lnTo>
                  <a:pt x="225455" y="71419"/>
                </a:lnTo>
                <a:lnTo>
                  <a:pt x="226452" y="70679"/>
                </a:lnTo>
                <a:lnTo>
                  <a:pt x="227509" y="69947"/>
                </a:lnTo>
                <a:lnTo>
                  <a:pt x="228625" y="69223"/>
                </a:lnTo>
                <a:lnTo>
                  <a:pt x="229802" y="68507"/>
                </a:lnTo>
                <a:lnTo>
                  <a:pt x="231075" y="67782"/>
                </a:lnTo>
                <a:lnTo>
                  <a:pt x="232482" y="67031"/>
                </a:lnTo>
                <a:lnTo>
                  <a:pt x="234022" y="66255"/>
                </a:lnTo>
                <a:lnTo>
                  <a:pt x="235695" y="65452"/>
                </a:lnTo>
                <a:lnTo>
                  <a:pt x="237501" y="64625"/>
                </a:lnTo>
                <a:lnTo>
                  <a:pt x="239441" y="63771"/>
                </a:lnTo>
                <a:lnTo>
                  <a:pt x="241513" y="62892"/>
                </a:lnTo>
                <a:lnTo>
                  <a:pt x="243719" y="61987"/>
                </a:lnTo>
                <a:lnTo>
                  <a:pt x="246059" y="61056"/>
                </a:lnTo>
                <a:lnTo>
                  <a:pt x="248531" y="60100"/>
                </a:lnTo>
                <a:lnTo>
                  <a:pt x="251137" y="59117"/>
                </a:lnTo>
                <a:lnTo>
                  <a:pt x="253876" y="58110"/>
                </a:lnTo>
                <a:lnTo>
                  <a:pt x="253876" y="55546"/>
                </a:lnTo>
                <a:lnTo>
                  <a:pt x="253854" y="53962"/>
                </a:lnTo>
                <a:lnTo>
                  <a:pt x="253790" y="52464"/>
                </a:lnTo>
                <a:lnTo>
                  <a:pt x="253682" y="51051"/>
                </a:lnTo>
                <a:lnTo>
                  <a:pt x="253531" y="49722"/>
                </a:lnTo>
                <a:lnTo>
                  <a:pt x="253337" y="48479"/>
                </a:lnTo>
                <a:lnTo>
                  <a:pt x="253100" y="47321"/>
                </a:lnTo>
                <a:lnTo>
                  <a:pt x="252820" y="46248"/>
                </a:lnTo>
                <a:lnTo>
                  <a:pt x="252497" y="45260"/>
                </a:lnTo>
                <a:lnTo>
                  <a:pt x="252130" y="44357"/>
                </a:lnTo>
                <a:lnTo>
                  <a:pt x="251721" y="43539"/>
                </a:lnTo>
                <a:lnTo>
                  <a:pt x="251269" y="42806"/>
                </a:lnTo>
                <a:lnTo>
                  <a:pt x="250773" y="42158"/>
                </a:lnTo>
                <a:lnTo>
                  <a:pt x="250236" y="41578"/>
                </a:lnTo>
                <a:lnTo>
                  <a:pt x="249660" y="41048"/>
                </a:lnTo>
                <a:lnTo>
                  <a:pt x="249045" y="40569"/>
                </a:lnTo>
                <a:lnTo>
                  <a:pt x="248391" y="40140"/>
                </a:lnTo>
                <a:lnTo>
                  <a:pt x="247698" y="39762"/>
                </a:lnTo>
                <a:lnTo>
                  <a:pt x="246966" y="39434"/>
                </a:lnTo>
                <a:lnTo>
                  <a:pt x="246194" y="39157"/>
                </a:lnTo>
                <a:lnTo>
                  <a:pt x="245384" y="38930"/>
                </a:lnTo>
                <a:lnTo>
                  <a:pt x="244534" y="38753"/>
                </a:lnTo>
                <a:lnTo>
                  <a:pt x="243645" y="38627"/>
                </a:lnTo>
                <a:lnTo>
                  <a:pt x="242717" y="38551"/>
                </a:lnTo>
                <a:lnTo>
                  <a:pt x="241750" y="38526"/>
                </a:lnTo>
                <a:lnTo>
                  <a:pt x="241014" y="38543"/>
                </a:lnTo>
                <a:lnTo>
                  <a:pt x="240303" y="38593"/>
                </a:lnTo>
                <a:lnTo>
                  <a:pt x="239619" y="38677"/>
                </a:lnTo>
                <a:lnTo>
                  <a:pt x="238960" y="38794"/>
                </a:lnTo>
                <a:lnTo>
                  <a:pt x="238327" y="38945"/>
                </a:lnTo>
                <a:lnTo>
                  <a:pt x="237720" y="39129"/>
                </a:lnTo>
                <a:lnTo>
                  <a:pt x="237138" y="39347"/>
                </a:lnTo>
                <a:lnTo>
                  <a:pt x="236582" y="39598"/>
                </a:lnTo>
                <a:lnTo>
                  <a:pt x="236052" y="39883"/>
                </a:lnTo>
                <a:lnTo>
                  <a:pt x="235548" y="40201"/>
                </a:lnTo>
                <a:lnTo>
                  <a:pt x="235070" y="40553"/>
                </a:lnTo>
                <a:lnTo>
                  <a:pt x="234617" y="40938"/>
                </a:lnTo>
                <a:lnTo>
                  <a:pt x="234184" y="41345"/>
                </a:lnTo>
                <a:lnTo>
                  <a:pt x="233789" y="41762"/>
                </a:lnTo>
                <a:lnTo>
                  <a:pt x="233431" y="42189"/>
                </a:lnTo>
                <a:lnTo>
                  <a:pt x="233111" y="42626"/>
                </a:lnTo>
                <a:lnTo>
                  <a:pt x="232829" y="43072"/>
                </a:lnTo>
                <a:lnTo>
                  <a:pt x="232584" y="43528"/>
                </a:lnTo>
                <a:lnTo>
                  <a:pt x="232377" y="43994"/>
                </a:lnTo>
                <a:lnTo>
                  <a:pt x="232207" y="44470"/>
                </a:lnTo>
                <a:lnTo>
                  <a:pt x="232076" y="44956"/>
                </a:lnTo>
                <a:lnTo>
                  <a:pt x="231982" y="45452"/>
                </a:lnTo>
                <a:lnTo>
                  <a:pt x="231925" y="45958"/>
                </a:lnTo>
                <a:lnTo>
                  <a:pt x="231906" y="46473"/>
                </a:lnTo>
                <a:lnTo>
                  <a:pt x="232049" y="50588"/>
                </a:lnTo>
                <a:lnTo>
                  <a:pt x="232037" y="51121"/>
                </a:lnTo>
                <a:lnTo>
                  <a:pt x="232002" y="51634"/>
                </a:lnTo>
                <a:lnTo>
                  <a:pt x="231944" y="52126"/>
                </a:lnTo>
                <a:lnTo>
                  <a:pt x="231863" y="52597"/>
                </a:lnTo>
                <a:lnTo>
                  <a:pt x="231758" y="53048"/>
                </a:lnTo>
                <a:lnTo>
                  <a:pt x="231630" y="53478"/>
                </a:lnTo>
                <a:lnTo>
                  <a:pt x="231479" y="53887"/>
                </a:lnTo>
                <a:lnTo>
                  <a:pt x="231304" y="54276"/>
                </a:lnTo>
                <a:lnTo>
                  <a:pt x="231106" y="54644"/>
                </a:lnTo>
                <a:lnTo>
                  <a:pt x="230885" y="54991"/>
                </a:lnTo>
                <a:lnTo>
                  <a:pt x="230640" y="55318"/>
                </a:lnTo>
                <a:lnTo>
                  <a:pt x="230373" y="55624"/>
                </a:lnTo>
                <a:lnTo>
                  <a:pt x="230086" y="55907"/>
                </a:lnTo>
                <a:lnTo>
                  <a:pt x="229785" y="56166"/>
                </a:lnTo>
                <a:lnTo>
                  <a:pt x="229470" y="56400"/>
                </a:lnTo>
                <a:lnTo>
                  <a:pt x="229140" y="56609"/>
                </a:lnTo>
                <a:lnTo>
                  <a:pt x="228796" y="56794"/>
                </a:lnTo>
                <a:lnTo>
                  <a:pt x="228438" y="56954"/>
                </a:lnTo>
                <a:lnTo>
                  <a:pt x="228065" y="57090"/>
                </a:lnTo>
                <a:lnTo>
                  <a:pt x="227678" y="57200"/>
                </a:lnTo>
                <a:lnTo>
                  <a:pt x="227277" y="57287"/>
                </a:lnTo>
                <a:lnTo>
                  <a:pt x="226861" y="57348"/>
                </a:lnTo>
                <a:lnTo>
                  <a:pt x="226431" y="57385"/>
                </a:lnTo>
                <a:lnTo>
                  <a:pt x="225986" y="57398"/>
                </a:lnTo>
                <a:lnTo>
                  <a:pt x="225553" y="57385"/>
                </a:lnTo>
                <a:lnTo>
                  <a:pt x="225133" y="57346"/>
                </a:lnTo>
                <a:lnTo>
                  <a:pt x="224727" y="57282"/>
                </a:lnTo>
                <a:lnTo>
                  <a:pt x="224333" y="57193"/>
                </a:lnTo>
                <a:lnTo>
                  <a:pt x="223954" y="57077"/>
                </a:lnTo>
                <a:lnTo>
                  <a:pt x="223588" y="56936"/>
                </a:lnTo>
                <a:lnTo>
                  <a:pt x="223235" y="56770"/>
                </a:lnTo>
                <a:lnTo>
                  <a:pt x="222895" y="56578"/>
                </a:lnTo>
                <a:lnTo>
                  <a:pt x="222569" y="56360"/>
                </a:lnTo>
                <a:lnTo>
                  <a:pt x="222256" y="56116"/>
                </a:lnTo>
                <a:lnTo>
                  <a:pt x="221957" y="55847"/>
                </a:lnTo>
                <a:lnTo>
                  <a:pt x="221671" y="55553"/>
                </a:lnTo>
                <a:lnTo>
                  <a:pt x="221403" y="55235"/>
                </a:lnTo>
                <a:lnTo>
                  <a:pt x="221158" y="54899"/>
                </a:lnTo>
                <a:lnTo>
                  <a:pt x="220937" y="54545"/>
                </a:lnTo>
                <a:lnTo>
                  <a:pt x="220739" y="54171"/>
                </a:lnTo>
                <a:lnTo>
                  <a:pt x="220565" y="53779"/>
                </a:lnTo>
                <a:lnTo>
                  <a:pt x="220413" y="53368"/>
                </a:lnTo>
                <a:lnTo>
                  <a:pt x="220285" y="52939"/>
                </a:lnTo>
                <a:lnTo>
                  <a:pt x="220181" y="52490"/>
                </a:lnTo>
                <a:lnTo>
                  <a:pt x="220099" y="52023"/>
                </a:lnTo>
                <a:lnTo>
                  <a:pt x="220041" y="51538"/>
                </a:lnTo>
                <a:lnTo>
                  <a:pt x="220006" y="51033"/>
                </a:lnTo>
                <a:lnTo>
                  <a:pt x="219994" y="50510"/>
                </a:lnTo>
                <a:lnTo>
                  <a:pt x="220038" y="49499"/>
                </a:lnTo>
                <a:lnTo>
                  <a:pt x="220169" y="48503"/>
                </a:lnTo>
                <a:lnTo>
                  <a:pt x="220387" y="47520"/>
                </a:lnTo>
                <a:lnTo>
                  <a:pt x="220692" y="46551"/>
                </a:lnTo>
                <a:lnTo>
                  <a:pt x="221084" y="45595"/>
                </a:lnTo>
                <a:lnTo>
                  <a:pt x="221564" y="44654"/>
                </a:lnTo>
                <a:lnTo>
                  <a:pt x="222130" y="43726"/>
                </a:lnTo>
                <a:lnTo>
                  <a:pt x="222784" y="42812"/>
                </a:lnTo>
                <a:lnTo>
                  <a:pt x="223525" y="41912"/>
                </a:lnTo>
                <a:lnTo>
                  <a:pt x="224353" y="41025"/>
                </a:lnTo>
                <a:lnTo>
                  <a:pt x="225269" y="40153"/>
                </a:lnTo>
                <a:lnTo>
                  <a:pt x="226271" y="39294"/>
                </a:lnTo>
                <a:lnTo>
                  <a:pt x="227353" y="38477"/>
                </a:lnTo>
                <a:lnTo>
                  <a:pt x="228504" y="37732"/>
                </a:lnTo>
                <a:lnTo>
                  <a:pt x="229726" y="37057"/>
                </a:lnTo>
                <a:lnTo>
                  <a:pt x="231019" y="36454"/>
                </a:lnTo>
                <a:lnTo>
                  <a:pt x="232381" y="35922"/>
                </a:lnTo>
                <a:lnTo>
                  <a:pt x="233814" y="35460"/>
                </a:lnTo>
                <a:lnTo>
                  <a:pt x="235318" y="35070"/>
                </a:lnTo>
                <a:lnTo>
                  <a:pt x="236891" y="34750"/>
                </a:lnTo>
                <a:lnTo>
                  <a:pt x="238536" y="34502"/>
                </a:lnTo>
                <a:lnTo>
                  <a:pt x="240250" y="34324"/>
                </a:lnTo>
                <a:lnTo>
                  <a:pt x="242035" y="34218"/>
                </a:lnTo>
                <a:lnTo>
                  <a:pt x="243890" y="34182"/>
                </a:lnTo>
                <a:lnTo>
                  <a:pt x="245318" y="34202"/>
                </a:lnTo>
                <a:lnTo>
                  <a:pt x="246703" y="34263"/>
                </a:lnTo>
                <a:lnTo>
                  <a:pt x="248045" y="34364"/>
                </a:lnTo>
                <a:lnTo>
                  <a:pt x="249342" y="34506"/>
                </a:lnTo>
                <a:lnTo>
                  <a:pt x="250597" y="34688"/>
                </a:lnTo>
                <a:lnTo>
                  <a:pt x="251807" y="34911"/>
                </a:lnTo>
                <a:lnTo>
                  <a:pt x="252974" y="35174"/>
                </a:lnTo>
                <a:lnTo>
                  <a:pt x="254098" y="35478"/>
                </a:lnTo>
                <a:lnTo>
                  <a:pt x="255178" y="35822"/>
                </a:lnTo>
                <a:lnTo>
                  <a:pt x="256214" y="36207"/>
                </a:lnTo>
                <a:lnTo>
                  <a:pt x="257207" y="36632"/>
                </a:lnTo>
                <a:lnTo>
                  <a:pt x="258156" y="37097"/>
                </a:lnTo>
                <a:lnTo>
                  <a:pt x="258842" y="37482"/>
                </a:lnTo>
                <a:lnTo>
                  <a:pt x="259497" y="37902"/>
                </a:lnTo>
                <a:lnTo>
                  <a:pt x="260122" y="38356"/>
                </a:lnTo>
                <a:lnTo>
                  <a:pt x="260716" y="38844"/>
                </a:lnTo>
                <a:lnTo>
                  <a:pt x="261279" y="39368"/>
                </a:lnTo>
                <a:lnTo>
                  <a:pt x="261811" y="39925"/>
                </a:lnTo>
                <a:lnTo>
                  <a:pt x="262313" y="40518"/>
                </a:lnTo>
                <a:lnTo>
                  <a:pt x="262784" y="41145"/>
                </a:lnTo>
                <a:lnTo>
                  <a:pt x="263224" y="41806"/>
                </a:lnTo>
                <a:lnTo>
                  <a:pt x="263634" y="42502"/>
                </a:lnTo>
                <a:lnTo>
                  <a:pt x="264013" y="43233"/>
                </a:lnTo>
                <a:lnTo>
                  <a:pt x="264361" y="43998"/>
                </a:lnTo>
                <a:lnTo>
                  <a:pt x="264566" y="44552"/>
                </a:lnTo>
                <a:lnTo>
                  <a:pt x="264754" y="45195"/>
                </a:lnTo>
                <a:lnTo>
                  <a:pt x="264923" y="45927"/>
                </a:lnTo>
                <a:lnTo>
                  <a:pt x="265075" y="46748"/>
                </a:lnTo>
                <a:lnTo>
                  <a:pt x="265208" y="47658"/>
                </a:lnTo>
                <a:lnTo>
                  <a:pt x="265324" y="48657"/>
                </a:lnTo>
                <a:lnTo>
                  <a:pt x="265422" y="49744"/>
                </a:lnTo>
                <a:lnTo>
                  <a:pt x="265503" y="50921"/>
                </a:lnTo>
                <a:lnTo>
                  <a:pt x="265565" y="52186"/>
                </a:lnTo>
                <a:lnTo>
                  <a:pt x="265610" y="53541"/>
                </a:lnTo>
                <a:lnTo>
                  <a:pt x="265636" y="54984"/>
                </a:lnTo>
                <a:lnTo>
                  <a:pt x="265645" y="56516"/>
                </a:lnTo>
                <a:lnTo>
                  <a:pt x="265645" y="78637"/>
                </a:lnTo>
                <a:lnTo>
                  <a:pt x="265648" y="80140"/>
                </a:lnTo>
                <a:lnTo>
                  <a:pt x="265655" y="81542"/>
                </a:lnTo>
                <a:lnTo>
                  <a:pt x="265667" y="82844"/>
                </a:lnTo>
                <a:lnTo>
                  <a:pt x="265685" y="84046"/>
                </a:lnTo>
                <a:lnTo>
                  <a:pt x="265707" y="85148"/>
                </a:lnTo>
                <a:lnTo>
                  <a:pt x="265734" y="86150"/>
                </a:lnTo>
                <a:lnTo>
                  <a:pt x="265767" y="87051"/>
                </a:lnTo>
                <a:lnTo>
                  <a:pt x="265804" y="87852"/>
                </a:lnTo>
                <a:lnTo>
                  <a:pt x="265846" y="88553"/>
                </a:lnTo>
                <a:lnTo>
                  <a:pt x="265893" y="89153"/>
                </a:lnTo>
                <a:lnTo>
                  <a:pt x="265945" y="89653"/>
                </a:lnTo>
                <a:lnTo>
                  <a:pt x="266002" y="90053"/>
                </a:lnTo>
                <a:lnTo>
                  <a:pt x="266065" y="90393"/>
                </a:lnTo>
                <a:lnTo>
                  <a:pt x="266134" y="90714"/>
                </a:lnTo>
                <a:lnTo>
                  <a:pt x="266209" y="91016"/>
                </a:lnTo>
                <a:lnTo>
                  <a:pt x="266291" y="91298"/>
                </a:lnTo>
                <a:lnTo>
                  <a:pt x="266380" y="91561"/>
                </a:lnTo>
                <a:lnTo>
                  <a:pt x="266474" y="91805"/>
                </a:lnTo>
                <a:lnTo>
                  <a:pt x="266576" y="92030"/>
                </a:lnTo>
                <a:lnTo>
                  <a:pt x="266683" y="92235"/>
                </a:lnTo>
                <a:lnTo>
                  <a:pt x="266798" y="92421"/>
                </a:lnTo>
                <a:lnTo>
                  <a:pt x="266918" y="92588"/>
                </a:lnTo>
                <a:lnTo>
                  <a:pt x="267045" y="92735"/>
                </a:lnTo>
                <a:lnTo>
                  <a:pt x="267179" y="92864"/>
                </a:lnTo>
                <a:lnTo>
                  <a:pt x="267317" y="92977"/>
                </a:lnTo>
                <a:lnTo>
                  <a:pt x="267459" y="93081"/>
                </a:lnTo>
                <a:lnTo>
                  <a:pt x="267605" y="93174"/>
                </a:lnTo>
                <a:lnTo>
                  <a:pt x="267753" y="93258"/>
                </a:lnTo>
                <a:lnTo>
                  <a:pt x="267906" y="93332"/>
                </a:lnTo>
                <a:lnTo>
                  <a:pt x="268061" y="93396"/>
                </a:lnTo>
                <a:lnTo>
                  <a:pt x="268221" y="93450"/>
                </a:lnTo>
                <a:lnTo>
                  <a:pt x="268383" y="93495"/>
                </a:lnTo>
                <a:lnTo>
                  <a:pt x="268550" y="93529"/>
                </a:lnTo>
                <a:lnTo>
                  <a:pt x="268719" y="93554"/>
                </a:lnTo>
                <a:lnTo>
                  <a:pt x="268892" y="93569"/>
                </a:lnTo>
                <a:lnTo>
                  <a:pt x="269069" y="93574"/>
                </a:lnTo>
                <a:lnTo>
                  <a:pt x="269257" y="93570"/>
                </a:lnTo>
                <a:lnTo>
                  <a:pt x="269442" y="93560"/>
                </a:lnTo>
                <a:lnTo>
                  <a:pt x="269622" y="93542"/>
                </a:lnTo>
                <a:lnTo>
                  <a:pt x="269798" y="93518"/>
                </a:lnTo>
                <a:lnTo>
                  <a:pt x="269971" y="93487"/>
                </a:lnTo>
                <a:lnTo>
                  <a:pt x="270139" y="93449"/>
                </a:lnTo>
                <a:lnTo>
                  <a:pt x="270303" y="93404"/>
                </a:lnTo>
                <a:lnTo>
                  <a:pt x="270464" y="93352"/>
                </a:lnTo>
                <a:lnTo>
                  <a:pt x="270620" y="93293"/>
                </a:lnTo>
                <a:lnTo>
                  <a:pt x="270773" y="93227"/>
                </a:lnTo>
                <a:lnTo>
                  <a:pt x="270922" y="93155"/>
                </a:lnTo>
                <a:lnTo>
                  <a:pt x="271066" y="93075"/>
                </a:lnTo>
                <a:lnTo>
                  <a:pt x="271335" y="92898"/>
                </a:lnTo>
                <a:lnTo>
                  <a:pt x="271643" y="92674"/>
                </a:lnTo>
                <a:lnTo>
                  <a:pt x="271989" y="92403"/>
                </a:lnTo>
                <a:lnTo>
                  <a:pt x="272374" y="92086"/>
                </a:lnTo>
                <a:lnTo>
                  <a:pt x="272797" y="91723"/>
                </a:lnTo>
                <a:lnTo>
                  <a:pt x="273260" y="91313"/>
                </a:lnTo>
                <a:lnTo>
                  <a:pt x="273760" y="90856"/>
                </a:lnTo>
                <a:lnTo>
                  <a:pt x="274300" y="90353"/>
                </a:lnTo>
                <a:lnTo>
                  <a:pt x="274878" y="89804"/>
                </a:lnTo>
                <a:lnTo>
                  <a:pt x="275495" y="89208"/>
                </a:lnTo>
                <a:lnTo>
                  <a:pt x="276150" y="88565"/>
                </a:lnTo>
                <a:lnTo>
                  <a:pt x="276844" y="87877"/>
                </a:lnTo>
                <a:lnTo>
                  <a:pt x="276844" y="91864"/>
                </a:lnTo>
                <a:lnTo>
                  <a:pt x="275517" y="93571"/>
                </a:lnTo>
                <a:lnTo>
                  <a:pt x="274201" y="95128"/>
                </a:lnTo>
                <a:lnTo>
                  <a:pt x="272894" y="96538"/>
                </a:lnTo>
                <a:lnTo>
                  <a:pt x="271597" y="97799"/>
                </a:lnTo>
                <a:lnTo>
                  <a:pt x="270310" y="98912"/>
                </a:lnTo>
                <a:lnTo>
                  <a:pt x="269033" y="99876"/>
                </a:lnTo>
                <a:lnTo>
                  <a:pt x="267766" y="100692"/>
                </a:lnTo>
                <a:lnTo>
                  <a:pt x="266509" y="101360"/>
                </a:lnTo>
                <a:lnTo>
                  <a:pt x="265262" y="101879"/>
                </a:lnTo>
                <a:lnTo>
                  <a:pt x="264024" y="102250"/>
                </a:lnTo>
                <a:lnTo>
                  <a:pt x="262797" y="102472"/>
                </a:lnTo>
                <a:lnTo>
                  <a:pt x="261579" y="102546"/>
                </a:lnTo>
                <a:lnTo>
                  <a:pt x="261007" y="102530"/>
                </a:lnTo>
                <a:lnTo>
                  <a:pt x="260454" y="102479"/>
                </a:lnTo>
                <a:lnTo>
                  <a:pt x="259921" y="102395"/>
                </a:lnTo>
                <a:lnTo>
                  <a:pt x="259408" y="102277"/>
                </a:lnTo>
                <a:lnTo>
                  <a:pt x="258914" y="102126"/>
                </a:lnTo>
                <a:lnTo>
                  <a:pt x="258441" y="101941"/>
                </a:lnTo>
                <a:lnTo>
                  <a:pt x="257987" y="101723"/>
                </a:lnTo>
                <a:lnTo>
                  <a:pt x="257553" y="101470"/>
                </a:lnTo>
                <a:lnTo>
                  <a:pt x="257139" y="101184"/>
                </a:lnTo>
                <a:lnTo>
                  <a:pt x="256745" y="100865"/>
                </a:lnTo>
                <a:lnTo>
                  <a:pt x="256370" y="100512"/>
                </a:lnTo>
                <a:lnTo>
                  <a:pt x="256016" y="100125"/>
                </a:lnTo>
                <a:lnTo>
                  <a:pt x="255685" y="99698"/>
                </a:lnTo>
                <a:lnTo>
                  <a:pt x="255382" y="99223"/>
                </a:lnTo>
                <a:lnTo>
                  <a:pt x="255106" y="98701"/>
                </a:lnTo>
                <a:lnTo>
                  <a:pt x="254859" y="98131"/>
                </a:lnTo>
                <a:lnTo>
                  <a:pt x="254639" y="97514"/>
                </a:lnTo>
                <a:lnTo>
                  <a:pt x="254446" y="96849"/>
                </a:lnTo>
                <a:lnTo>
                  <a:pt x="254282" y="96137"/>
                </a:lnTo>
                <a:lnTo>
                  <a:pt x="254145" y="95378"/>
                </a:lnTo>
                <a:lnTo>
                  <a:pt x="254036" y="94571"/>
                </a:lnTo>
                <a:lnTo>
                  <a:pt x="253955" y="93716"/>
                </a:lnTo>
                <a:lnTo>
                  <a:pt x="253902" y="92814"/>
                </a:lnTo>
                <a:lnTo>
                  <a:pt x="253876" y="91864"/>
                </a:lnTo>
                <a:moveTo>
                  <a:pt x="253876" y="87196"/>
                </a:moveTo>
                <a:lnTo>
                  <a:pt x="253876" y="62454"/>
                </a:lnTo>
                <a:lnTo>
                  <a:pt x="252134" y="63145"/>
                </a:lnTo>
                <a:lnTo>
                  <a:pt x="250498" y="63802"/>
                </a:lnTo>
                <a:lnTo>
                  <a:pt x="248967" y="64425"/>
                </a:lnTo>
                <a:lnTo>
                  <a:pt x="247543" y="65013"/>
                </a:lnTo>
                <a:lnTo>
                  <a:pt x="246225" y="65567"/>
                </a:lnTo>
                <a:lnTo>
                  <a:pt x="245013" y="66087"/>
                </a:lnTo>
                <a:lnTo>
                  <a:pt x="243907" y="66572"/>
                </a:lnTo>
                <a:lnTo>
                  <a:pt x="242907" y="67022"/>
                </a:lnTo>
                <a:lnTo>
                  <a:pt x="242013" y="67438"/>
                </a:lnTo>
                <a:lnTo>
                  <a:pt x="241225" y="67820"/>
                </a:lnTo>
                <a:lnTo>
                  <a:pt x="240543" y="68167"/>
                </a:lnTo>
                <a:lnTo>
                  <a:pt x="239967" y="68480"/>
                </a:lnTo>
                <a:lnTo>
                  <a:pt x="239050" y="69002"/>
                </a:lnTo>
                <a:lnTo>
                  <a:pt x="238177" y="69528"/>
                </a:lnTo>
                <a:lnTo>
                  <a:pt x="237350" y="70058"/>
                </a:lnTo>
                <a:lnTo>
                  <a:pt x="236567" y="70591"/>
                </a:lnTo>
                <a:lnTo>
                  <a:pt x="235828" y="71129"/>
                </a:lnTo>
                <a:lnTo>
                  <a:pt x="235134" y="71671"/>
                </a:lnTo>
                <a:lnTo>
                  <a:pt x="234485" y="72216"/>
                </a:lnTo>
                <a:lnTo>
                  <a:pt x="233880" y="72766"/>
                </a:lnTo>
                <a:lnTo>
                  <a:pt x="233320" y="73319"/>
                </a:lnTo>
                <a:lnTo>
                  <a:pt x="232804" y="73876"/>
                </a:lnTo>
                <a:lnTo>
                  <a:pt x="232333" y="74437"/>
                </a:lnTo>
                <a:lnTo>
                  <a:pt x="231906" y="75003"/>
                </a:lnTo>
                <a:lnTo>
                  <a:pt x="231519" y="75574"/>
                </a:lnTo>
                <a:lnTo>
                  <a:pt x="231165" y="76155"/>
                </a:lnTo>
                <a:lnTo>
                  <a:pt x="230845" y="76744"/>
                </a:lnTo>
                <a:lnTo>
                  <a:pt x="230559" y="77342"/>
                </a:lnTo>
                <a:lnTo>
                  <a:pt x="230306" y="77949"/>
                </a:lnTo>
                <a:lnTo>
                  <a:pt x="230087" y="78565"/>
                </a:lnTo>
                <a:lnTo>
                  <a:pt x="229902" y="79190"/>
                </a:lnTo>
                <a:lnTo>
                  <a:pt x="229751" y="79823"/>
                </a:lnTo>
                <a:lnTo>
                  <a:pt x="229633" y="80466"/>
                </a:lnTo>
                <a:lnTo>
                  <a:pt x="229548" y="81117"/>
                </a:lnTo>
                <a:lnTo>
                  <a:pt x="229498" y="81777"/>
                </a:lnTo>
                <a:lnTo>
                  <a:pt x="229481" y="82447"/>
                </a:lnTo>
                <a:lnTo>
                  <a:pt x="229502" y="83285"/>
                </a:lnTo>
                <a:lnTo>
                  <a:pt x="229566" y="84100"/>
                </a:lnTo>
                <a:lnTo>
                  <a:pt x="229673" y="84891"/>
                </a:lnTo>
                <a:lnTo>
                  <a:pt x="229822" y="85657"/>
                </a:lnTo>
                <a:lnTo>
                  <a:pt x="230014" y="86399"/>
                </a:lnTo>
                <a:lnTo>
                  <a:pt x="230248" y="87117"/>
                </a:lnTo>
                <a:lnTo>
                  <a:pt x="230525" y="87811"/>
                </a:lnTo>
                <a:lnTo>
                  <a:pt x="230844" y="88481"/>
                </a:lnTo>
                <a:lnTo>
                  <a:pt x="231206" y="89127"/>
                </a:lnTo>
                <a:lnTo>
                  <a:pt x="231611" y="89748"/>
                </a:lnTo>
                <a:lnTo>
                  <a:pt x="232058" y="90345"/>
                </a:lnTo>
                <a:lnTo>
                  <a:pt x="232548" y="90919"/>
                </a:lnTo>
                <a:lnTo>
                  <a:pt x="233066" y="91456"/>
                </a:lnTo>
                <a:lnTo>
                  <a:pt x="233596" y="91948"/>
                </a:lnTo>
                <a:lnTo>
                  <a:pt x="234140" y="92392"/>
                </a:lnTo>
                <a:lnTo>
                  <a:pt x="234696" y="92789"/>
                </a:lnTo>
                <a:lnTo>
                  <a:pt x="235265" y="93140"/>
                </a:lnTo>
                <a:lnTo>
                  <a:pt x="235847" y="93444"/>
                </a:lnTo>
                <a:lnTo>
                  <a:pt x="236442" y="93701"/>
                </a:lnTo>
                <a:lnTo>
                  <a:pt x="237050" y="93912"/>
                </a:lnTo>
                <a:lnTo>
                  <a:pt x="237671" y="94075"/>
                </a:lnTo>
                <a:lnTo>
                  <a:pt x="238304" y="94192"/>
                </a:lnTo>
                <a:lnTo>
                  <a:pt x="238951" y="94262"/>
                </a:lnTo>
                <a:lnTo>
                  <a:pt x="239610" y="94286"/>
                </a:lnTo>
                <a:lnTo>
                  <a:pt x="240537" y="94236"/>
                </a:lnTo>
                <a:lnTo>
                  <a:pt x="241512" y="94089"/>
                </a:lnTo>
                <a:lnTo>
                  <a:pt x="242534" y="93843"/>
                </a:lnTo>
                <a:lnTo>
                  <a:pt x="243604" y="93498"/>
                </a:lnTo>
                <a:lnTo>
                  <a:pt x="244722" y="93055"/>
                </a:lnTo>
                <a:lnTo>
                  <a:pt x="245887" y="92513"/>
                </a:lnTo>
                <a:lnTo>
                  <a:pt x="247100" y="91873"/>
                </a:lnTo>
                <a:lnTo>
                  <a:pt x="248360" y="91135"/>
                </a:lnTo>
                <a:lnTo>
                  <a:pt x="249667" y="90298"/>
                </a:lnTo>
                <a:lnTo>
                  <a:pt x="251023" y="89362"/>
                </a:lnTo>
                <a:lnTo>
                  <a:pt x="252425" y="88328"/>
                </a:lnTo>
                <a:lnTo>
                  <a:pt x="253876" y="87196"/>
                </a:lnTo>
                <a:close/>
                <a:moveTo>
                  <a:pt x="283035" y="63095"/>
                </a:moveTo>
                <a:lnTo>
                  <a:pt x="319913" y="63095"/>
                </a:lnTo>
                <a:lnTo>
                  <a:pt x="319913" y="73848"/>
                </a:lnTo>
                <a:lnTo>
                  <a:pt x="283035" y="73848"/>
                </a:lnTo>
                <a:lnTo>
                  <a:pt x="283035" y="63095"/>
                </a:lnTo>
                <a:close/>
                <a:moveTo>
                  <a:pt x="349044" y="14527"/>
                </a:moveTo>
                <a:lnTo>
                  <a:pt x="349044" y="36034"/>
                </a:lnTo>
                <a:lnTo>
                  <a:pt x="364308" y="36034"/>
                </a:lnTo>
                <a:lnTo>
                  <a:pt x="364308" y="41019"/>
                </a:lnTo>
                <a:lnTo>
                  <a:pt x="349044" y="41019"/>
                </a:lnTo>
                <a:lnTo>
                  <a:pt x="349044" y="83261"/>
                </a:lnTo>
                <a:lnTo>
                  <a:pt x="349056" y="84288"/>
                </a:lnTo>
                <a:lnTo>
                  <a:pt x="349094" y="85257"/>
                </a:lnTo>
                <a:lnTo>
                  <a:pt x="349157" y="86169"/>
                </a:lnTo>
                <a:lnTo>
                  <a:pt x="349246" y="87024"/>
                </a:lnTo>
                <a:lnTo>
                  <a:pt x="349359" y="87821"/>
                </a:lnTo>
                <a:lnTo>
                  <a:pt x="349498" y="88561"/>
                </a:lnTo>
                <a:lnTo>
                  <a:pt x="349663" y="89244"/>
                </a:lnTo>
                <a:lnTo>
                  <a:pt x="349852" y="89869"/>
                </a:lnTo>
                <a:lnTo>
                  <a:pt x="350067" y="90437"/>
                </a:lnTo>
                <a:lnTo>
                  <a:pt x="350307" y="90948"/>
                </a:lnTo>
                <a:lnTo>
                  <a:pt x="350572" y="91402"/>
                </a:lnTo>
                <a:lnTo>
                  <a:pt x="350862" y="91798"/>
                </a:lnTo>
                <a:lnTo>
                  <a:pt x="351173" y="92150"/>
                </a:lnTo>
                <a:lnTo>
                  <a:pt x="351498" y="92471"/>
                </a:lnTo>
                <a:lnTo>
                  <a:pt x="351837" y="92762"/>
                </a:lnTo>
                <a:lnTo>
                  <a:pt x="352190" y="93022"/>
                </a:lnTo>
                <a:lnTo>
                  <a:pt x="352558" y="93251"/>
                </a:lnTo>
                <a:lnTo>
                  <a:pt x="352940" y="93450"/>
                </a:lnTo>
                <a:lnTo>
                  <a:pt x="353336" y="93618"/>
                </a:lnTo>
                <a:lnTo>
                  <a:pt x="353747" y="93756"/>
                </a:lnTo>
                <a:lnTo>
                  <a:pt x="354173" y="93863"/>
                </a:lnTo>
                <a:lnTo>
                  <a:pt x="354612" y="93940"/>
                </a:lnTo>
                <a:lnTo>
                  <a:pt x="355066" y="93986"/>
                </a:lnTo>
                <a:lnTo>
                  <a:pt x="355535" y="94001"/>
                </a:lnTo>
                <a:lnTo>
                  <a:pt x="355926" y="93991"/>
                </a:lnTo>
                <a:lnTo>
                  <a:pt x="356315" y="93960"/>
                </a:lnTo>
                <a:lnTo>
                  <a:pt x="356703" y="93910"/>
                </a:lnTo>
                <a:lnTo>
                  <a:pt x="357088" y="93839"/>
                </a:lnTo>
                <a:lnTo>
                  <a:pt x="357471" y="93747"/>
                </a:lnTo>
                <a:lnTo>
                  <a:pt x="357853" y="93636"/>
                </a:lnTo>
                <a:lnTo>
                  <a:pt x="358232" y="93504"/>
                </a:lnTo>
                <a:lnTo>
                  <a:pt x="358610" y="93352"/>
                </a:lnTo>
                <a:lnTo>
                  <a:pt x="358985" y="93180"/>
                </a:lnTo>
                <a:lnTo>
                  <a:pt x="359359" y="92987"/>
                </a:lnTo>
                <a:lnTo>
                  <a:pt x="359730" y="92774"/>
                </a:lnTo>
                <a:lnTo>
                  <a:pt x="360100" y="92541"/>
                </a:lnTo>
                <a:lnTo>
                  <a:pt x="360461" y="92288"/>
                </a:lnTo>
                <a:lnTo>
                  <a:pt x="360809" y="92016"/>
                </a:lnTo>
                <a:lnTo>
                  <a:pt x="361143" y="91724"/>
                </a:lnTo>
                <a:lnTo>
                  <a:pt x="361463" y="91413"/>
                </a:lnTo>
                <a:lnTo>
                  <a:pt x="361769" y="91083"/>
                </a:lnTo>
                <a:lnTo>
                  <a:pt x="362061" y="90734"/>
                </a:lnTo>
                <a:lnTo>
                  <a:pt x="362340" y="90365"/>
                </a:lnTo>
                <a:lnTo>
                  <a:pt x="362604" y="89977"/>
                </a:lnTo>
                <a:lnTo>
                  <a:pt x="362855" y="89570"/>
                </a:lnTo>
                <a:lnTo>
                  <a:pt x="363092" y="89144"/>
                </a:lnTo>
                <a:lnTo>
                  <a:pt x="363314" y="88698"/>
                </a:lnTo>
                <a:lnTo>
                  <a:pt x="363523" y="88233"/>
                </a:lnTo>
                <a:lnTo>
                  <a:pt x="366305" y="88233"/>
                </a:lnTo>
                <a:lnTo>
                  <a:pt x="365875" y="89375"/>
                </a:lnTo>
                <a:lnTo>
                  <a:pt x="365416" y="90471"/>
                </a:lnTo>
                <a:lnTo>
                  <a:pt x="364928" y="91519"/>
                </a:lnTo>
                <a:lnTo>
                  <a:pt x="364411" y="92519"/>
                </a:lnTo>
                <a:lnTo>
                  <a:pt x="363866" y="93473"/>
                </a:lnTo>
                <a:lnTo>
                  <a:pt x="363292" y="94379"/>
                </a:lnTo>
                <a:lnTo>
                  <a:pt x="362689" y="95237"/>
                </a:lnTo>
                <a:lnTo>
                  <a:pt x="362057" y="96048"/>
                </a:lnTo>
                <a:lnTo>
                  <a:pt x="361397" y="96812"/>
                </a:lnTo>
                <a:lnTo>
                  <a:pt x="360708" y="97528"/>
                </a:lnTo>
                <a:lnTo>
                  <a:pt x="359990" y="98197"/>
                </a:lnTo>
                <a:lnTo>
                  <a:pt x="359244" y="98819"/>
                </a:lnTo>
                <a:lnTo>
                  <a:pt x="358481" y="99391"/>
                </a:lnTo>
                <a:lnTo>
                  <a:pt x="357714" y="99914"/>
                </a:lnTo>
                <a:lnTo>
                  <a:pt x="356943" y="100387"/>
                </a:lnTo>
                <a:lnTo>
                  <a:pt x="356169" y="100811"/>
                </a:lnTo>
                <a:lnTo>
                  <a:pt x="355390" y="101184"/>
                </a:lnTo>
                <a:lnTo>
                  <a:pt x="354607" y="101508"/>
                </a:lnTo>
                <a:lnTo>
                  <a:pt x="353821" y="101782"/>
                </a:lnTo>
                <a:lnTo>
                  <a:pt x="353030" y="102006"/>
                </a:lnTo>
                <a:lnTo>
                  <a:pt x="352236" y="102180"/>
                </a:lnTo>
                <a:lnTo>
                  <a:pt x="351437" y="102304"/>
                </a:lnTo>
                <a:lnTo>
                  <a:pt x="350635" y="102379"/>
                </a:lnTo>
                <a:lnTo>
                  <a:pt x="349828" y="102404"/>
                </a:lnTo>
                <a:lnTo>
                  <a:pt x="349282" y="102391"/>
                </a:lnTo>
                <a:lnTo>
                  <a:pt x="348738" y="102353"/>
                </a:lnTo>
                <a:lnTo>
                  <a:pt x="348197" y="102290"/>
                </a:lnTo>
                <a:lnTo>
                  <a:pt x="347657" y="102202"/>
                </a:lnTo>
                <a:lnTo>
                  <a:pt x="347119" y="102088"/>
                </a:lnTo>
                <a:lnTo>
                  <a:pt x="346583" y="101949"/>
                </a:lnTo>
                <a:lnTo>
                  <a:pt x="346049" y="101785"/>
                </a:lnTo>
                <a:lnTo>
                  <a:pt x="345517" y="101596"/>
                </a:lnTo>
                <a:lnTo>
                  <a:pt x="344987" y="101381"/>
                </a:lnTo>
                <a:lnTo>
                  <a:pt x="344459" y="101141"/>
                </a:lnTo>
                <a:lnTo>
                  <a:pt x="343933" y="100876"/>
                </a:lnTo>
                <a:lnTo>
                  <a:pt x="343409" y="100586"/>
                </a:lnTo>
                <a:lnTo>
                  <a:pt x="342897" y="100272"/>
                </a:lnTo>
                <a:lnTo>
                  <a:pt x="342408" y="99936"/>
                </a:lnTo>
                <a:lnTo>
                  <a:pt x="341942" y="99579"/>
                </a:lnTo>
                <a:lnTo>
                  <a:pt x="341499" y="99200"/>
                </a:lnTo>
                <a:lnTo>
                  <a:pt x="341078" y="98799"/>
                </a:lnTo>
                <a:lnTo>
                  <a:pt x="340680" y="98376"/>
                </a:lnTo>
                <a:lnTo>
                  <a:pt x="340305" y="97932"/>
                </a:lnTo>
                <a:lnTo>
                  <a:pt x="339953" y="97465"/>
                </a:lnTo>
                <a:lnTo>
                  <a:pt x="339624" y="96977"/>
                </a:lnTo>
                <a:lnTo>
                  <a:pt x="339317" y="96468"/>
                </a:lnTo>
                <a:lnTo>
                  <a:pt x="339033" y="95936"/>
                </a:lnTo>
                <a:lnTo>
                  <a:pt x="338772" y="95383"/>
                </a:lnTo>
                <a:lnTo>
                  <a:pt x="338533" y="94793"/>
                </a:lnTo>
                <a:lnTo>
                  <a:pt x="338314" y="94152"/>
                </a:lnTo>
                <a:lnTo>
                  <a:pt x="338117" y="93460"/>
                </a:lnTo>
                <a:lnTo>
                  <a:pt x="337940" y="92717"/>
                </a:lnTo>
                <a:lnTo>
                  <a:pt x="337784" y="91923"/>
                </a:lnTo>
                <a:lnTo>
                  <a:pt x="337649" y="91078"/>
                </a:lnTo>
                <a:lnTo>
                  <a:pt x="337534" y="90182"/>
                </a:lnTo>
                <a:lnTo>
                  <a:pt x="337441" y="89235"/>
                </a:lnTo>
                <a:lnTo>
                  <a:pt x="337368" y="88237"/>
                </a:lnTo>
                <a:lnTo>
                  <a:pt x="337316" y="87188"/>
                </a:lnTo>
                <a:lnTo>
                  <a:pt x="337285" y="86088"/>
                </a:lnTo>
                <a:lnTo>
                  <a:pt x="337274" y="84937"/>
                </a:lnTo>
                <a:lnTo>
                  <a:pt x="337274" y="41019"/>
                </a:lnTo>
                <a:lnTo>
                  <a:pt x="326931" y="41019"/>
                </a:lnTo>
                <a:lnTo>
                  <a:pt x="326931" y="38669"/>
                </a:lnTo>
                <a:lnTo>
                  <a:pt x="327587" y="38392"/>
                </a:lnTo>
                <a:lnTo>
                  <a:pt x="328244" y="38084"/>
                </a:lnTo>
                <a:lnTo>
                  <a:pt x="328904" y="37747"/>
                </a:lnTo>
                <a:lnTo>
                  <a:pt x="329567" y="37379"/>
                </a:lnTo>
                <a:lnTo>
                  <a:pt x="330232" y="36981"/>
                </a:lnTo>
                <a:lnTo>
                  <a:pt x="330899" y="36553"/>
                </a:lnTo>
                <a:lnTo>
                  <a:pt x="331569" y="36094"/>
                </a:lnTo>
                <a:lnTo>
                  <a:pt x="332242" y="35605"/>
                </a:lnTo>
                <a:lnTo>
                  <a:pt x="332916" y="35086"/>
                </a:lnTo>
                <a:lnTo>
                  <a:pt x="333594" y="34537"/>
                </a:lnTo>
                <a:lnTo>
                  <a:pt x="334274" y="33957"/>
                </a:lnTo>
                <a:lnTo>
                  <a:pt x="334956" y="33348"/>
                </a:lnTo>
                <a:lnTo>
                  <a:pt x="335633" y="32713"/>
                </a:lnTo>
                <a:lnTo>
                  <a:pt x="336298" y="32059"/>
                </a:lnTo>
                <a:lnTo>
                  <a:pt x="336951" y="31386"/>
                </a:lnTo>
                <a:lnTo>
                  <a:pt x="337591" y="30693"/>
                </a:lnTo>
                <a:lnTo>
                  <a:pt x="338219" y="29981"/>
                </a:lnTo>
                <a:lnTo>
                  <a:pt x="338835" y="29250"/>
                </a:lnTo>
                <a:lnTo>
                  <a:pt x="339438" y="28499"/>
                </a:lnTo>
                <a:lnTo>
                  <a:pt x="340028" y="27729"/>
                </a:lnTo>
                <a:lnTo>
                  <a:pt x="340607" y="26939"/>
                </a:lnTo>
                <a:lnTo>
                  <a:pt x="341173" y="26131"/>
                </a:lnTo>
                <a:lnTo>
                  <a:pt x="341726" y="25302"/>
                </a:lnTo>
                <a:lnTo>
                  <a:pt x="342267" y="24455"/>
                </a:lnTo>
                <a:lnTo>
                  <a:pt x="342550" y="23972"/>
                </a:lnTo>
                <a:lnTo>
                  <a:pt x="342850" y="23426"/>
                </a:lnTo>
                <a:lnTo>
                  <a:pt x="343168" y="22817"/>
                </a:lnTo>
                <a:lnTo>
                  <a:pt x="343504" y="22146"/>
                </a:lnTo>
                <a:lnTo>
                  <a:pt x="343857" y="21413"/>
                </a:lnTo>
                <a:lnTo>
                  <a:pt x="344229" y="20617"/>
                </a:lnTo>
                <a:lnTo>
                  <a:pt x="344618" y="19758"/>
                </a:lnTo>
                <a:lnTo>
                  <a:pt x="345025" y="18837"/>
                </a:lnTo>
                <a:lnTo>
                  <a:pt x="345450" y="17853"/>
                </a:lnTo>
                <a:lnTo>
                  <a:pt x="345893" y="16807"/>
                </a:lnTo>
                <a:lnTo>
                  <a:pt x="346354" y="15699"/>
                </a:lnTo>
                <a:lnTo>
                  <a:pt x="346832" y="14527"/>
                </a:lnTo>
                <a:lnTo>
                  <a:pt x="349044" y="14527"/>
                </a:lnTo>
                <a:close/>
                <a:moveTo>
                  <a:pt x="402199" y="34182"/>
                </a:moveTo>
                <a:lnTo>
                  <a:pt x="404631" y="34260"/>
                </a:lnTo>
                <a:lnTo>
                  <a:pt x="406982" y="34494"/>
                </a:lnTo>
                <a:lnTo>
                  <a:pt x="409251" y="34885"/>
                </a:lnTo>
                <a:lnTo>
                  <a:pt x="411440" y="35431"/>
                </a:lnTo>
                <a:lnTo>
                  <a:pt x="413547" y="36134"/>
                </a:lnTo>
                <a:lnTo>
                  <a:pt x="415573" y="36992"/>
                </a:lnTo>
                <a:lnTo>
                  <a:pt x="417518" y="38007"/>
                </a:lnTo>
                <a:lnTo>
                  <a:pt x="419381" y="39178"/>
                </a:lnTo>
                <a:lnTo>
                  <a:pt x="421163" y="40505"/>
                </a:lnTo>
                <a:lnTo>
                  <a:pt x="422864" y="41988"/>
                </a:lnTo>
                <a:lnTo>
                  <a:pt x="424484" y="43627"/>
                </a:lnTo>
                <a:lnTo>
                  <a:pt x="426023" y="45423"/>
                </a:lnTo>
                <a:lnTo>
                  <a:pt x="427242" y="47043"/>
                </a:lnTo>
                <a:lnTo>
                  <a:pt x="428355" y="48703"/>
                </a:lnTo>
                <a:lnTo>
                  <a:pt x="429362" y="50402"/>
                </a:lnTo>
                <a:lnTo>
                  <a:pt x="430263" y="52141"/>
                </a:lnTo>
                <a:lnTo>
                  <a:pt x="431058" y="53919"/>
                </a:lnTo>
                <a:lnTo>
                  <a:pt x="431747" y="55737"/>
                </a:lnTo>
                <a:lnTo>
                  <a:pt x="432330" y="57595"/>
                </a:lnTo>
                <a:lnTo>
                  <a:pt x="432807" y="59492"/>
                </a:lnTo>
                <a:lnTo>
                  <a:pt x="433178" y="61429"/>
                </a:lnTo>
                <a:lnTo>
                  <a:pt x="433443" y="63405"/>
                </a:lnTo>
                <a:lnTo>
                  <a:pt x="433602" y="65421"/>
                </a:lnTo>
                <a:lnTo>
                  <a:pt x="433655" y="67476"/>
                </a:lnTo>
                <a:lnTo>
                  <a:pt x="433626" y="68936"/>
                </a:lnTo>
                <a:lnTo>
                  <a:pt x="433538" y="70399"/>
                </a:lnTo>
                <a:lnTo>
                  <a:pt x="433392" y="71865"/>
                </a:lnTo>
                <a:lnTo>
                  <a:pt x="433187" y="73334"/>
                </a:lnTo>
                <a:lnTo>
                  <a:pt x="432924" y="74805"/>
                </a:lnTo>
                <a:lnTo>
                  <a:pt x="432603" y="76280"/>
                </a:lnTo>
                <a:lnTo>
                  <a:pt x="432223" y="77758"/>
                </a:lnTo>
                <a:lnTo>
                  <a:pt x="431784" y="79238"/>
                </a:lnTo>
                <a:lnTo>
                  <a:pt x="431288" y="80722"/>
                </a:lnTo>
                <a:lnTo>
                  <a:pt x="430732" y="82208"/>
                </a:lnTo>
                <a:lnTo>
                  <a:pt x="430119" y="83698"/>
                </a:lnTo>
                <a:lnTo>
                  <a:pt x="429446" y="85191"/>
                </a:lnTo>
                <a:lnTo>
                  <a:pt x="428723" y="86654"/>
                </a:lnTo>
                <a:lnTo>
                  <a:pt x="427955" y="88055"/>
                </a:lnTo>
                <a:lnTo>
                  <a:pt x="427144" y="89396"/>
                </a:lnTo>
                <a:lnTo>
                  <a:pt x="426288" y="90675"/>
                </a:lnTo>
                <a:lnTo>
                  <a:pt x="425388" y="91893"/>
                </a:lnTo>
                <a:lnTo>
                  <a:pt x="424444" y="93050"/>
                </a:lnTo>
                <a:lnTo>
                  <a:pt x="423457" y="94146"/>
                </a:lnTo>
                <a:lnTo>
                  <a:pt x="422424" y="95180"/>
                </a:lnTo>
                <a:lnTo>
                  <a:pt x="421348" y="96153"/>
                </a:lnTo>
                <a:lnTo>
                  <a:pt x="420228" y="97065"/>
                </a:lnTo>
                <a:lnTo>
                  <a:pt x="419064" y="97916"/>
                </a:lnTo>
                <a:lnTo>
                  <a:pt x="417855" y="98705"/>
                </a:lnTo>
                <a:lnTo>
                  <a:pt x="416613" y="99433"/>
                </a:lnTo>
                <a:lnTo>
                  <a:pt x="415348" y="100097"/>
                </a:lnTo>
                <a:lnTo>
                  <a:pt x="414059" y="100697"/>
                </a:lnTo>
                <a:lnTo>
                  <a:pt x="412747" y="101235"/>
                </a:lnTo>
                <a:lnTo>
                  <a:pt x="411412" y="101709"/>
                </a:lnTo>
                <a:lnTo>
                  <a:pt x="410054" y="102120"/>
                </a:lnTo>
                <a:lnTo>
                  <a:pt x="408672" y="102468"/>
                </a:lnTo>
                <a:lnTo>
                  <a:pt x="407267" y="102753"/>
                </a:lnTo>
                <a:lnTo>
                  <a:pt x="405839" y="102974"/>
                </a:lnTo>
                <a:lnTo>
                  <a:pt x="404387" y="103132"/>
                </a:lnTo>
                <a:lnTo>
                  <a:pt x="402912" y="103227"/>
                </a:lnTo>
                <a:lnTo>
                  <a:pt x="401414" y="103259"/>
                </a:lnTo>
                <a:lnTo>
                  <a:pt x="398995" y="103177"/>
                </a:lnTo>
                <a:lnTo>
                  <a:pt x="396661" y="102932"/>
                </a:lnTo>
                <a:lnTo>
                  <a:pt x="394410" y="102525"/>
                </a:lnTo>
                <a:lnTo>
                  <a:pt x="392244" y="101954"/>
                </a:lnTo>
                <a:lnTo>
                  <a:pt x="390162" y="101221"/>
                </a:lnTo>
                <a:lnTo>
                  <a:pt x="388164" y="100324"/>
                </a:lnTo>
                <a:lnTo>
                  <a:pt x="386251" y="99264"/>
                </a:lnTo>
                <a:lnTo>
                  <a:pt x="384422" y="98041"/>
                </a:lnTo>
                <a:lnTo>
                  <a:pt x="382677" y="96655"/>
                </a:lnTo>
                <a:lnTo>
                  <a:pt x="381016" y="95106"/>
                </a:lnTo>
                <a:lnTo>
                  <a:pt x="379439" y="93395"/>
                </a:lnTo>
                <a:lnTo>
                  <a:pt x="377947" y="91520"/>
                </a:lnTo>
                <a:lnTo>
                  <a:pt x="376773" y="89855"/>
                </a:lnTo>
                <a:lnTo>
                  <a:pt x="375702" y="88157"/>
                </a:lnTo>
                <a:lnTo>
                  <a:pt x="374732" y="86425"/>
                </a:lnTo>
                <a:lnTo>
                  <a:pt x="373865" y="84659"/>
                </a:lnTo>
                <a:lnTo>
                  <a:pt x="373100" y="82860"/>
                </a:lnTo>
                <a:lnTo>
                  <a:pt x="372436" y="81027"/>
                </a:lnTo>
                <a:lnTo>
                  <a:pt x="371875" y="79161"/>
                </a:lnTo>
                <a:lnTo>
                  <a:pt x="371416" y="77261"/>
                </a:lnTo>
                <a:lnTo>
                  <a:pt x="371059" y="75328"/>
                </a:lnTo>
                <a:lnTo>
                  <a:pt x="370804" y="73361"/>
                </a:lnTo>
                <a:lnTo>
                  <a:pt x="370651" y="71360"/>
                </a:lnTo>
                <a:lnTo>
                  <a:pt x="370600" y="69326"/>
                </a:lnTo>
                <a:lnTo>
                  <a:pt x="370631" y="67832"/>
                </a:lnTo>
                <a:lnTo>
                  <a:pt x="370723" y="66341"/>
                </a:lnTo>
                <a:lnTo>
                  <a:pt x="370878" y="64850"/>
                </a:lnTo>
                <a:lnTo>
                  <a:pt x="371095" y="63362"/>
                </a:lnTo>
                <a:lnTo>
                  <a:pt x="371374" y="61874"/>
                </a:lnTo>
                <a:lnTo>
                  <a:pt x="371714" y="60388"/>
                </a:lnTo>
                <a:lnTo>
                  <a:pt x="372117" y="58904"/>
                </a:lnTo>
                <a:lnTo>
                  <a:pt x="372581" y="57421"/>
                </a:lnTo>
                <a:lnTo>
                  <a:pt x="373107" y="55940"/>
                </a:lnTo>
                <a:lnTo>
                  <a:pt x="373695" y="54460"/>
                </a:lnTo>
                <a:lnTo>
                  <a:pt x="374346" y="52982"/>
                </a:lnTo>
                <a:lnTo>
                  <a:pt x="375058" y="51505"/>
                </a:lnTo>
                <a:lnTo>
                  <a:pt x="375820" y="50061"/>
                </a:lnTo>
                <a:lnTo>
                  <a:pt x="376622" y="48681"/>
                </a:lnTo>
                <a:lnTo>
                  <a:pt x="377463" y="47365"/>
                </a:lnTo>
                <a:lnTo>
                  <a:pt x="378343" y="46114"/>
                </a:lnTo>
                <a:lnTo>
                  <a:pt x="379262" y="44927"/>
                </a:lnTo>
                <a:lnTo>
                  <a:pt x="380220" y="43804"/>
                </a:lnTo>
                <a:lnTo>
                  <a:pt x="381218" y="42745"/>
                </a:lnTo>
                <a:lnTo>
                  <a:pt x="382254" y="41750"/>
                </a:lnTo>
                <a:lnTo>
                  <a:pt x="383330" y="40820"/>
                </a:lnTo>
                <a:lnTo>
                  <a:pt x="384444" y="39954"/>
                </a:lnTo>
                <a:lnTo>
                  <a:pt x="385598" y="39152"/>
                </a:lnTo>
                <a:lnTo>
                  <a:pt x="386791" y="38415"/>
                </a:lnTo>
                <a:lnTo>
                  <a:pt x="388010" y="37739"/>
                </a:lnTo>
                <a:lnTo>
                  <a:pt x="389240" y="37122"/>
                </a:lnTo>
                <a:lnTo>
                  <a:pt x="390483" y="36563"/>
                </a:lnTo>
                <a:lnTo>
                  <a:pt x="391737" y="36063"/>
                </a:lnTo>
                <a:lnTo>
                  <a:pt x="393003" y="35622"/>
                </a:lnTo>
                <a:lnTo>
                  <a:pt x="394281" y="35240"/>
                </a:lnTo>
                <a:lnTo>
                  <a:pt x="395571" y="34917"/>
                </a:lnTo>
                <a:lnTo>
                  <a:pt x="396873" y="34652"/>
                </a:lnTo>
                <a:lnTo>
                  <a:pt x="398186" y="34447"/>
                </a:lnTo>
                <a:lnTo>
                  <a:pt x="399512" y="34300"/>
                </a:lnTo>
                <a:lnTo>
                  <a:pt x="400849" y="34212"/>
                </a:lnTo>
                <a:lnTo>
                  <a:pt x="402199" y="34182"/>
                </a:lnTo>
                <a:moveTo>
                  <a:pt x="399987" y="38882"/>
                </a:moveTo>
                <a:lnTo>
                  <a:pt x="399357" y="38898"/>
                </a:lnTo>
                <a:lnTo>
                  <a:pt x="398726" y="38944"/>
                </a:lnTo>
                <a:lnTo>
                  <a:pt x="398095" y="39022"/>
                </a:lnTo>
                <a:lnTo>
                  <a:pt x="397463" y="39131"/>
                </a:lnTo>
                <a:lnTo>
                  <a:pt x="396831" y="39271"/>
                </a:lnTo>
                <a:lnTo>
                  <a:pt x="396198" y="39442"/>
                </a:lnTo>
                <a:lnTo>
                  <a:pt x="395565" y="39645"/>
                </a:lnTo>
                <a:lnTo>
                  <a:pt x="394931" y="39878"/>
                </a:lnTo>
                <a:lnTo>
                  <a:pt x="394297" y="40143"/>
                </a:lnTo>
                <a:lnTo>
                  <a:pt x="393662" y="40438"/>
                </a:lnTo>
                <a:lnTo>
                  <a:pt x="393027" y="40765"/>
                </a:lnTo>
                <a:lnTo>
                  <a:pt x="392391" y="41123"/>
                </a:lnTo>
                <a:lnTo>
                  <a:pt x="391765" y="41520"/>
                </a:lnTo>
                <a:lnTo>
                  <a:pt x="391159" y="41964"/>
                </a:lnTo>
                <a:lnTo>
                  <a:pt x="390574" y="42455"/>
                </a:lnTo>
                <a:lnTo>
                  <a:pt x="390009" y="42992"/>
                </a:lnTo>
                <a:lnTo>
                  <a:pt x="389465" y="43577"/>
                </a:lnTo>
                <a:lnTo>
                  <a:pt x="388940" y="44209"/>
                </a:lnTo>
                <a:lnTo>
                  <a:pt x="388436" y="44887"/>
                </a:lnTo>
                <a:lnTo>
                  <a:pt x="387952" y="45613"/>
                </a:lnTo>
                <a:lnTo>
                  <a:pt x="387489" y="46385"/>
                </a:lnTo>
                <a:lnTo>
                  <a:pt x="387046" y="47204"/>
                </a:lnTo>
                <a:lnTo>
                  <a:pt x="386623" y="48070"/>
                </a:lnTo>
                <a:lnTo>
                  <a:pt x="386221" y="48983"/>
                </a:lnTo>
                <a:lnTo>
                  <a:pt x="385845" y="49942"/>
                </a:lnTo>
                <a:lnTo>
                  <a:pt x="385502" y="50945"/>
                </a:lnTo>
                <a:lnTo>
                  <a:pt x="385191" y="51993"/>
                </a:lnTo>
                <a:lnTo>
                  <a:pt x="384913" y="53085"/>
                </a:lnTo>
                <a:lnTo>
                  <a:pt x="384668" y="54221"/>
                </a:lnTo>
                <a:lnTo>
                  <a:pt x="384455" y="55402"/>
                </a:lnTo>
                <a:lnTo>
                  <a:pt x="384276" y="56628"/>
                </a:lnTo>
                <a:lnTo>
                  <a:pt x="384128" y="57898"/>
                </a:lnTo>
                <a:lnTo>
                  <a:pt x="384014" y="59212"/>
                </a:lnTo>
                <a:lnTo>
                  <a:pt x="383932" y="60571"/>
                </a:lnTo>
                <a:lnTo>
                  <a:pt x="383883" y="61974"/>
                </a:lnTo>
                <a:lnTo>
                  <a:pt x="383867" y="63422"/>
                </a:lnTo>
                <a:lnTo>
                  <a:pt x="383906" y="65765"/>
                </a:lnTo>
                <a:lnTo>
                  <a:pt x="384024" y="68055"/>
                </a:lnTo>
                <a:lnTo>
                  <a:pt x="384221" y="70290"/>
                </a:lnTo>
                <a:lnTo>
                  <a:pt x="384497" y="72470"/>
                </a:lnTo>
                <a:lnTo>
                  <a:pt x="384851" y="74597"/>
                </a:lnTo>
                <a:lnTo>
                  <a:pt x="385285" y="76669"/>
                </a:lnTo>
                <a:lnTo>
                  <a:pt x="385796" y="78687"/>
                </a:lnTo>
                <a:lnTo>
                  <a:pt x="386387" y="80650"/>
                </a:lnTo>
                <a:lnTo>
                  <a:pt x="387057" y="82559"/>
                </a:lnTo>
                <a:lnTo>
                  <a:pt x="387805" y="84414"/>
                </a:lnTo>
                <a:lnTo>
                  <a:pt x="388632" y="86215"/>
                </a:lnTo>
                <a:lnTo>
                  <a:pt x="389538" y="87961"/>
                </a:lnTo>
                <a:lnTo>
                  <a:pt x="390508" y="89608"/>
                </a:lnTo>
                <a:lnTo>
                  <a:pt x="391528" y="91112"/>
                </a:lnTo>
                <a:lnTo>
                  <a:pt x="392598" y="92473"/>
                </a:lnTo>
                <a:lnTo>
                  <a:pt x="393718" y="93690"/>
                </a:lnTo>
                <a:lnTo>
                  <a:pt x="394889" y="94765"/>
                </a:lnTo>
                <a:lnTo>
                  <a:pt x="396109" y="95696"/>
                </a:lnTo>
                <a:lnTo>
                  <a:pt x="397379" y="96483"/>
                </a:lnTo>
                <a:lnTo>
                  <a:pt x="398699" y="97128"/>
                </a:lnTo>
                <a:lnTo>
                  <a:pt x="400070" y="97629"/>
                </a:lnTo>
                <a:lnTo>
                  <a:pt x="401490" y="97987"/>
                </a:lnTo>
                <a:lnTo>
                  <a:pt x="402961" y="98202"/>
                </a:lnTo>
                <a:lnTo>
                  <a:pt x="404481" y="98274"/>
                </a:lnTo>
                <a:lnTo>
                  <a:pt x="405617" y="98234"/>
                </a:lnTo>
                <a:lnTo>
                  <a:pt x="406720" y="98116"/>
                </a:lnTo>
                <a:lnTo>
                  <a:pt x="407789" y="97918"/>
                </a:lnTo>
                <a:lnTo>
                  <a:pt x="408824" y="97641"/>
                </a:lnTo>
                <a:lnTo>
                  <a:pt x="409826" y="97286"/>
                </a:lnTo>
                <a:lnTo>
                  <a:pt x="410794" y="96851"/>
                </a:lnTo>
                <a:lnTo>
                  <a:pt x="411728" y="96337"/>
                </a:lnTo>
                <a:lnTo>
                  <a:pt x="412629" y="95745"/>
                </a:lnTo>
                <a:lnTo>
                  <a:pt x="413495" y="95073"/>
                </a:lnTo>
                <a:lnTo>
                  <a:pt x="414329" y="94322"/>
                </a:lnTo>
                <a:lnTo>
                  <a:pt x="415128" y="93492"/>
                </a:lnTo>
                <a:lnTo>
                  <a:pt x="415894" y="92583"/>
                </a:lnTo>
                <a:lnTo>
                  <a:pt x="416612" y="91578"/>
                </a:lnTo>
                <a:lnTo>
                  <a:pt x="417267" y="90459"/>
                </a:lnTo>
                <a:lnTo>
                  <a:pt x="417860" y="89227"/>
                </a:lnTo>
                <a:lnTo>
                  <a:pt x="418390" y="87881"/>
                </a:lnTo>
                <a:lnTo>
                  <a:pt x="418858" y="86421"/>
                </a:lnTo>
                <a:lnTo>
                  <a:pt x="419264" y="84848"/>
                </a:lnTo>
                <a:lnTo>
                  <a:pt x="419607" y="83162"/>
                </a:lnTo>
                <a:lnTo>
                  <a:pt x="419888" y="81361"/>
                </a:lnTo>
                <a:lnTo>
                  <a:pt x="420107" y="79447"/>
                </a:lnTo>
                <a:lnTo>
                  <a:pt x="420263" y="77420"/>
                </a:lnTo>
                <a:lnTo>
                  <a:pt x="420356" y="75279"/>
                </a:lnTo>
                <a:lnTo>
                  <a:pt x="420388" y="73024"/>
                </a:lnTo>
                <a:lnTo>
                  <a:pt x="420336" y="70183"/>
                </a:lnTo>
                <a:lnTo>
                  <a:pt x="420180" y="67444"/>
                </a:lnTo>
                <a:lnTo>
                  <a:pt x="419919" y="64809"/>
                </a:lnTo>
                <a:lnTo>
                  <a:pt x="419555" y="62276"/>
                </a:lnTo>
                <a:lnTo>
                  <a:pt x="419087" y="59845"/>
                </a:lnTo>
                <a:lnTo>
                  <a:pt x="418515" y="57518"/>
                </a:lnTo>
                <a:lnTo>
                  <a:pt x="417839" y="55293"/>
                </a:lnTo>
                <a:lnTo>
                  <a:pt x="417059" y="53171"/>
                </a:lnTo>
                <a:lnTo>
                  <a:pt x="416175" y="51151"/>
                </a:lnTo>
                <a:lnTo>
                  <a:pt x="415186" y="49235"/>
                </a:lnTo>
                <a:lnTo>
                  <a:pt x="414094" y="47421"/>
                </a:lnTo>
                <a:lnTo>
                  <a:pt x="412898" y="45710"/>
                </a:lnTo>
                <a:lnTo>
                  <a:pt x="412035" y="44619"/>
                </a:lnTo>
                <a:lnTo>
                  <a:pt x="411133" y="43624"/>
                </a:lnTo>
                <a:lnTo>
                  <a:pt x="410192" y="42723"/>
                </a:lnTo>
                <a:lnTo>
                  <a:pt x="409213" y="41917"/>
                </a:lnTo>
                <a:lnTo>
                  <a:pt x="408195" y="41205"/>
                </a:lnTo>
                <a:lnTo>
                  <a:pt x="407138" y="40589"/>
                </a:lnTo>
                <a:lnTo>
                  <a:pt x="406043" y="40068"/>
                </a:lnTo>
                <a:lnTo>
                  <a:pt x="404909" y="39641"/>
                </a:lnTo>
                <a:lnTo>
                  <a:pt x="403737" y="39309"/>
                </a:lnTo>
                <a:lnTo>
                  <a:pt x="402525" y="39072"/>
                </a:lnTo>
                <a:lnTo>
                  <a:pt x="401276" y="38930"/>
                </a:lnTo>
                <a:lnTo>
                  <a:pt x="399987" y="38882"/>
                </a:lnTo>
                <a:close/>
                <a:moveTo>
                  <a:pt x="444640" y="63095"/>
                </a:moveTo>
                <a:lnTo>
                  <a:pt x="481517" y="63095"/>
                </a:lnTo>
                <a:lnTo>
                  <a:pt x="481517" y="73848"/>
                </a:lnTo>
                <a:lnTo>
                  <a:pt x="444640" y="73848"/>
                </a:lnTo>
                <a:lnTo>
                  <a:pt x="444640" y="63095"/>
                </a:lnTo>
                <a:close/>
                <a:moveTo>
                  <a:pt x="514143" y="0"/>
                </a:moveTo>
                <a:lnTo>
                  <a:pt x="514143" y="86461"/>
                </a:lnTo>
                <a:lnTo>
                  <a:pt x="514149" y="87453"/>
                </a:lnTo>
                <a:lnTo>
                  <a:pt x="514168" y="88387"/>
                </a:lnTo>
                <a:lnTo>
                  <a:pt x="514199" y="89263"/>
                </a:lnTo>
                <a:lnTo>
                  <a:pt x="514242" y="90083"/>
                </a:lnTo>
                <a:lnTo>
                  <a:pt x="514298" y="90845"/>
                </a:lnTo>
                <a:lnTo>
                  <a:pt x="514366" y="91550"/>
                </a:lnTo>
                <a:lnTo>
                  <a:pt x="514447" y="92197"/>
                </a:lnTo>
                <a:lnTo>
                  <a:pt x="514539" y="92787"/>
                </a:lnTo>
                <a:lnTo>
                  <a:pt x="514645" y="93320"/>
                </a:lnTo>
                <a:lnTo>
                  <a:pt x="514762" y="93796"/>
                </a:lnTo>
                <a:lnTo>
                  <a:pt x="514892" y="94214"/>
                </a:lnTo>
                <a:lnTo>
                  <a:pt x="515035" y="94575"/>
                </a:lnTo>
                <a:lnTo>
                  <a:pt x="515190" y="94900"/>
                </a:lnTo>
                <a:lnTo>
                  <a:pt x="515359" y="95212"/>
                </a:lnTo>
                <a:lnTo>
                  <a:pt x="515541" y="95511"/>
                </a:lnTo>
                <a:lnTo>
                  <a:pt x="515736" y="95796"/>
                </a:lnTo>
                <a:lnTo>
                  <a:pt x="515945" y="96068"/>
                </a:lnTo>
                <a:lnTo>
                  <a:pt x="516167" y="96327"/>
                </a:lnTo>
                <a:lnTo>
                  <a:pt x="516403" y="96572"/>
                </a:lnTo>
                <a:lnTo>
                  <a:pt x="516652" y="96804"/>
                </a:lnTo>
                <a:lnTo>
                  <a:pt x="516914" y="97023"/>
                </a:lnTo>
                <a:lnTo>
                  <a:pt x="517190" y="97229"/>
                </a:lnTo>
                <a:lnTo>
                  <a:pt x="517479" y="97421"/>
                </a:lnTo>
                <a:lnTo>
                  <a:pt x="517781" y="97599"/>
                </a:lnTo>
                <a:lnTo>
                  <a:pt x="518112" y="97764"/>
                </a:lnTo>
                <a:lnTo>
                  <a:pt x="518488" y="97914"/>
                </a:lnTo>
                <a:lnTo>
                  <a:pt x="518909" y="98050"/>
                </a:lnTo>
                <a:lnTo>
                  <a:pt x="519374" y="98172"/>
                </a:lnTo>
                <a:lnTo>
                  <a:pt x="519884" y="98279"/>
                </a:lnTo>
                <a:lnTo>
                  <a:pt x="520438" y="98372"/>
                </a:lnTo>
                <a:lnTo>
                  <a:pt x="521037" y="98451"/>
                </a:lnTo>
                <a:lnTo>
                  <a:pt x="521680" y="98515"/>
                </a:lnTo>
                <a:lnTo>
                  <a:pt x="522368" y="98565"/>
                </a:lnTo>
                <a:lnTo>
                  <a:pt x="523101" y="98601"/>
                </a:lnTo>
                <a:lnTo>
                  <a:pt x="523878" y="98623"/>
                </a:lnTo>
                <a:lnTo>
                  <a:pt x="524700" y="98630"/>
                </a:lnTo>
                <a:lnTo>
                  <a:pt x="524700" y="101265"/>
                </a:lnTo>
                <a:lnTo>
                  <a:pt x="492673" y="101265"/>
                </a:lnTo>
                <a:lnTo>
                  <a:pt x="492673" y="98630"/>
                </a:lnTo>
                <a:lnTo>
                  <a:pt x="493402" y="98623"/>
                </a:lnTo>
                <a:lnTo>
                  <a:pt x="494092" y="98604"/>
                </a:lnTo>
                <a:lnTo>
                  <a:pt x="494742" y="98572"/>
                </a:lnTo>
                <a:lnTo>
                  <a:pt x="495352" y="98527"/>
                </a:lnTo>
                <a:lnTo>
                  <a:pt x="495922" y="98469"/>
                </a:lnTo>
                <a:lnTo>
                  <a:pt x="496453" y="98399"/>
                </a:lnTo>
                <a:lnTo>
                  <a:pt x="496945" y="98315"/>
                </a:lnTo>
                <a:lnTo>
                  <a:pt x="497397" y="98219"/>
                </a:lnTo>
                <a:lnTo>
                  <a:pt x="497809" y="98110"/>
                </a:lnTo>
                <a:lnTo>
                  <a:pt x="498181" y="97988"/>
                </a:lnTo>
                <a:lnTo>
                  <a:pt x="498514" y="97854"/>
                </a:lnTo>
                <a:lnTo>
                  <a:pt x="498807" y="97706"/>
                </a:lnTo>
                <a:lnTo>
                  <a:pt x="499076" y="97543"/>
                </a:lnTo>
                <a:lnTo>
                  <a:pt x="499334" y="97364"/>
                </a:lnTo>
                <a:lnTo>
                  <a:pt x="499583" y="97168"/>
                </a:lnTo>
                <a:lnTo>
                  <a:pt x="499822" y="96955"/>
                </a:lnTo>
                <a:lnTo>
                  <a:pt x="500051" y="96725"/>
                </a:lnTo>
                <a:lnTo>
                  <a:pt x="500270" y="96478"/>
                </a:lnTo>
                <a:lnTo>
                  <a:pt x="500479" y="96215"/>
                </a:lnTo>
                <a:lnTo>
                  <a:pt x="500678" y="95935"/>
                </a:lnTo>
                <a:lnTo>
                  <a:pt x="500867" y="95638"/>
                </a:lnTo>
                <a:lnTo>
                  <a:pt x="501046" y="95324"/>
                </a:lnTo>
                <a:lnTo>
                  <a:pt x="501216" y="94994"/>
                </a:lnTo>
                <a:lnTo>
                  <a:pt x="501375" y="94646"/>
                </a:lnTo>
                <a:lnTo>
                  <a:pt x="501523" y="94263"/>
                </a:lnTo>
                <a:lnTo>
                  <a:pt x="501659" y="93825"/>
                </a:lnTo>
                <a:lnTo>
                  <a:pt x="501781" y="93334"/>
                </a:lnTo>
                <a:lnTo>
                  <a:pt x="501890" y="92787"/>
                </a:lnTo>
                <a:lnTo>
                  <a:pt x="501987" y="92187"/>
                </a:lnTo>
                <a:lnTo>
                  <a:pt x="502071" y="91532"/>
                </a:lnTo>
                <a:lnTo>
                  <a:pt x="502142" y="90823"/>
                </a:lnTo>
                <a:lnTo>
                  <a:pt x="502199" y="90059"/>
                </a:lnTo>
                <a:lnTo>
                  <a:pt x="502245" y="89241"/>
                </a:lnTo>
                <a:lnTo>
                  <a:pt x="502277" y="88369"/>
                </a:lnTo>
                <a:lnTo>
                  <a:pt x="502296" y="87442"/>
                </a:lnTo>
                <a:lnTo>
                  <a:pt x="502303" y="86461"/>
                </a:lnTo>
                <a:lnTo>
                  <a:pt x="502303" y="27254"/>
                </a:lnTo>
                <a:lnTo>
                  <a:pt x="502299" y="25475"/>
                </a:lnTo>
                <a:lnTo>
                  <a:pt x="502289" y="23814"/>
                </a:lnTo>
                <a:lnTo>
                  <a:pt x="502271" y="22271"/>
                </a:lnTo>
                <a:lnTo>
                  <a:pt x="502247" y="20847"/>
                </a:lnTo>
                <a:lnTo>
                  <a:pt x="502216" y="19540"/>
                </a:lnTo>
                <a:lnTo>
                  <a:pt x="502178" y="18351"/>
                </a:lnTo>
                <a:lnTo>
                  <a:pt x="502133" y="17281"/>
                </a:lnTo>
                <a:lnTo>
                  <a:pt x="502081" y="16328"/>
                </a:lnTo>
                <a:lnTo>
                  <a:pt x="502022" y="15494"/>
                </a:lnTo>
                <a:lnTo>
                  <a:pt x="501956" y="14778"/>
                </a:lnTo>
                <a:lnTo>
                  <a:pt x="501883" y="14180"/>
                </a:lnTo>
                <a:lnTo>
                  <a:pt x="501803" y="13700"/>
                </a:lnTo>
                <a:lnTo>
                  <a:pt x="501716" y="13289"/>
                </a:lnTo>
                <a:lnTo>
                  <a:pt x="501620" y="12901"/>
                </a:lnTo>
                <a:lnTo>
                  <a:pt x="501516" y="12536"/>
                </a:lnTo>
                <a:lnTo>
                  <a:pt x="501403" y="12192"/>
                </a:lnTo>
                <a:lnTo>
                  <a:pt x="501282" y="11871"/>
                </a:lnTo>
                <a:lnTo>
                  <a:pt x="501152" y="11573"/>
                </a:lnTo>
                <a:lnTo>
                  <a:pt x="501014" y="11296"/>
                </a:lnTo>
                <a:lnTo>
                  <a:pt x="500868" y="11042"/>
                </a:lnTo>
                <a:lnTo>
                  <a:pt x="500713" y="10810"/>
                </a:lnTo>
                <a:lnTo>
                  <a:pt x="500550" y="10600"/>
                </a:lnTo>
                <a:lnTo>
                  <a:pt x="500378" y="10413"/>
                </a:lnTo>
                <a:lnTo>
                  <a:pt x="500198" y="10248"/>
                </a:lnTo>
                <a:lnTo>
                  <a:pt x="500010" y="10100"/>
                </a:lnTo>
                <a:lnTo>
                  <a:pt x="499813" y="9965"/>
                </a:lnTo>
                <a:lnTo>
                  <a:pt x="499608" y="9843"/>
                </a:lnTo>
                <a:lnTo>
                  <a:pt x="499394" y="9734"/>
                </a:lnTo>
                <a:lnTo>
                  <a:pt x="499172" y="9637"/>
                </a:lnTo>
                <a:lnTo>
                  <a:pt x="498941" y="9554"/>
                </a:lnTo>
                <a:lnTo>
                  <a:pt x="498702" y="9483"/>
                </a:lnTo>
                <a:lnTo>
                  <a:pt x="498455" y="9425"/>
                </a:lnTo>
                <a:lnTo>
                  <a:pt x="498199" y="9380"/>
                </a:lnTo>
                <a:lnTo>
                  <a:pt x="497935" y="9348"/>
                </a:lnTo>
                <a:lnTo>
                  <a:pt x="497662" y="9329"/>
                </a:lnTo>
                <a:lnTo>
                  <a:pt x="497381" y="9322"/>
                </a:lnTo>
                <a:lnTo>
                  <a:pt x="497065" y="9330"/>
                </a:lnTo>
                <a:lnTo>
                  <a:pt x="496735" y="9354"/>
                </a:lnTo>
                <a:lnTo>
                  <a:pt x="496391" y="9393"/>
                </a:lnTo>
                <a:lnTo>
                  <a:pt x="496033" y="9449"/>
                </a:lnTo>
                <a:lnTo>
                  <a:pt x="495662" y="9520"/>
                </a:lnTo>
                <a:lnTo>
                  <a:pt x="495277" y="9607"/>
                </a:lnTo>
                <a:lnTo>
                  <a:pt x="494877" y="9710"/>
                </a:lnTo>
                <a:lnTo>
                  <a:pt x="494464" y="9829"/>
                </a:lnTo>
                <a:lnTo>
                  <a:pt x="494037" y="9963"/>
                </a:lnTo>
                <a:lnTo>
                  <a:pt x="493596" y="10113"/>
                </a:lnTo>
                <a:lnTo>
                  <a:pt x="493142" y="10280"/>
                </a:lnTo>
                <a:lnTo>
                  <a:pt x="492673" y="10462"/>
                </a:lnTo>
                <a:lnTo>
                  <a:pt x="491460" y="7969"/>
                </a:lnTo>
                <a:lnTo>
                  <a:pt x="510933" y="0"/>
                </a:lnTo>
                <a:lnTo>
                  <a:pt x="514143" y="0"/>
                </a:lnTo>
                <a:close/>
                <a:moveTo>
                  <a:pt x="548467" y="0"/>
                </a:moveTo>
                <a:lnTo>
                  <a:pt x="548960" y="15"/>
                </a:lnTo>
                <a:lnTo>
                  <a:pt x="549441" y="59"/>
                </a:lnTo>
                <a:lnTo>
                  <a:pt x="549909" y="132"/>
                </a:lnTo>
                <a:lnTo>
                  <a:pt x="550365" y="235"/>
                </a:lnTo>
                <a:lnTo>
                  <a:pt x="550809" y="367"/>
                </a:lnTo>
                <a:lnTo>
                  <a:pt x="551240" y="528"/>
                </a:lnTo>
                <a:lnTo>
                  <a:pt x="551659" y="719"/>
                </a:lnTo>
                <a:lnTo>
                  <a:pt x="552065" y="939"/>
                </a:lnTo>
                <a:lnTo>
                  <a:pt x="552459" y="1188"/>
                </a:lnTo>
                <a:lnTo>
                  <a:pt x="552841" y="1467"/>
                </a:lnTo>
                <a:lnTo>
                  <a:pt x="553210" y="1775"/>
                </a:lnTo>
                <a:lnTo>
                  <a:pt x="553567" y="2112"/>
                </a:lnTo>
                <a:lnTo>
                  <a:pt x="553903" y="2470"/>
                </a:lnTo>
                <a:lnTo>
                  <a:pt x="554210" y="2840"/>
                </a:lnTo>
                <a:lnTo>
                  <a:pt x="554488" y="3223"/>
                </a:lnTo>
                <a:lnTo>
                  <a:pt x="554736" y="3618"/>
                </a:lnTo>
                <a:lnTo>
                  <a:pt x="554955" y="4026"/>
                </a:lnTo>
                <a:lnTo>
                  <a:pt x="555145" y="4446"/>
                </a:lnTo>
                <a:lnTo>
                  <a:pt x="555306" y="4878"/>
                </a:lnTo>
                <a:lnTo>
                  <a:pt x="555438" y="5323"/>
                </a:lnTo>
                <a:lnTo>
                  <a:pt x="555540" y="5781"/>
                </a:lnTo>
                <a:lnTo>
                  <a:pt x="555613" y="6251"/>
                </a:lnTo>
                <a:lnTo>
                  <a:pt x="555657" y="6733"/>
                </a:lnTo>
                <a:lnTo>
                  <a:pt x="555671" y="7228"/>
                </a:lnTo>
                <a:lnTo>
                  <a:pt x="555657" y="7723"/>
                </a:lnTo>
                <a:lnTo>
                  <a:pt x="555613" y="8206"/>
                </a:lnTo>
                <a:lnTo>
                  <a:pt x="555540" y="8678"/>
                </a:lnTo>
                <a:lnTo>
                  <a:pt x="555438" y="9137"/>
                </a:lnTo>
                <a:lnTo>
                  <a:pt x="555306" y="9584"/>
                </a:lnTo>
                <a:lnTo>
                  <a:pt x="555145" y="10020"/>
                </a:lnTo>
                <a:lnTo>
                  <a:pt x="554955" y="10443"/>
                </a:lnTo>
                <a:lnTo>
                  <a:pt x="554736" y="10855"/>
                </a:lnTo>
                <a:lnTo>
                  <a:pt x="554488" y="11255"/>
                </a:lnTo>
                <a:lnTo>
                  <a:pt x="554210" y="11642"/>
                </a:lnTo>
                <a:lnTo>
                  <a:pt x="553903" y="12018"/>
                </a:lnTo>
                <a:lnTo>
                  <a:pt x="553567" y="12382"/>
                </a:lnTo>
                <a:lnTo>
                  <a:pt x="553210" y="12725"/>
                </a:lnTo>
                <a:lnTo>
                  <a:pt x="552841" y="13038"/>
                </a:lnTo>
                <a:lnTo>
                  <a:pt x="552459" y="13321"/>
                </a:lnTo>
                <a:lnTo>
                  <a:pt x="552065" y="13574"/>
                </a:lnTo>
                <a:lnTo>
                  <a:pt x="551659" y="13797"/>
                </a:lnTo>
                <a:lnTo>
                  <a:pt x="551240" y="13991"/>
                </a:lnTo>
                <a:lnTo>
                  <a:pt x="550809" y="14155"/>
                </a:lnTo>
                <a:lnTo>
                  <a:pt x="550365" y="14289"/>
                </a:lnTo>
                <a:lnTo>
                  <a:pt x="549909" y="14393"/>
                </a:lnTo>
                <a:lnTo>
                  <a:pt x="549441" y="14468"/>
                </a:lnTo>
                <a:lnTo>
                  <a:pt x="548960" y="14513"/>
                </a:lnTo>
                <a:lnTo>
                  <a:pt x="548467" y="14527"/>
                </a:lnTo>
                <a:lnTo>
                  <a:pt x="547974" y="14513"/>
                </a:lnTo>
                <a:lnTo>
                  <a:pt x="547492" y="14468"/>
                </a:lnTo>
                <a:lnTo>
                  <a:pt x="547023" y="14393"/>
                </a:lnTo>
                <a:lnTo>
                  <a:pt x="546565" y="14289"/>
                </a:lnTo>
                <a:lnTo>
                  <a:pt x="546119" y="14155"/>
                </a:lnTo>
                <a:lnTo>
                  <a:pt x="545685" y="13991"/>
                </a:lnTo>
                <a:lnTo>
                  <a:pt x="545263" y="13797"/>
                </a:lnTo>
                <a:lnTo>
                  <a:pt x="544853" y="13574"/>
                </a:lnTo>
                <a:lnTo>
                  <a:pt x="544455" y="13321"/>
                </a:lnTo>
                <a:lnTo>
                  <a:pt x="544069" y="13038"/>
                </a:lnTo>
                <a:lnTo>
                  <a:pt x="543694" y="12725"/>
                </a:lnTo>
                <a:lnTo>
                  <a:pt x="543331" y="12382"/>
                </a:lnTo>
                <a:lnTo>
                  <a:pt x="542990" y="12018"/>
                </a:lnTo>
                <a:lnTo>
                  <a:pt x="542678" y="11642"/>
                </a:lnTo>
                <a:lnTo>
                  <a:pt x="542395" y="11255"/>
                </a:lnTo>
                <a:lnTo>
                  <a:pt x="542143" y="10855"/>
                </a:lnTo>
                <a:lnTo>
                  <a:pt x="541920" y="10443"/>
                </a:lnTo>
                <a:lnTo>
                  <a:pt x="541727" y="10020"/>
                </a:lnTo>
                <a:lnTo>
                  <a:pt x="541563" y="9584"/>
                </a:lnTo>
                <a:lnTo>
                  <a:pt x="541429" y="9137"/>
                </a:lnTo>
                <a:lnTo>
                  <a:pt x="541325" y="8678"/>
                </a:lnTo>
                <a:lnTo>
                  <a:pt x="541251" y="8206"/>
                </a:lnTo>
                <a:lnTo>
                  <a:pt x="541206" y="7723"/>
                </a:lnTo>
                <a:lnTo>
                  <a:pt x="541192" y="7228"/>
                </a:lnTo>
                <a:lnTo>
                  <a:pt x="541206" y="6733"/>
                </a:lnTo>
                <a:lnTo>
                  <a:pt x="541250" y="6251"/>
                </a:lnTo>
                <a:lnTo>
                  <a:pt x="541323" y="5781"/>
                </a:lnTo>
                <a:lnTo>
                  <a:pt x="541425" y="5323"/>
                </a:lnTo>
                <a:lnTo>
                  <a:pt x="541557" y="4878"/>
                </a:lnTo>
                <a:lnTo>
                  <a:pt x="541718" y="4446"/>
                </a:lnTo>
                <a:lnTo>
                  <a:pt x="541908" y="4026"/>
                </a:lnTo>
                <a:lnTo>
                  <a:pt x="542127" y="3618"/>
                </a:lnTo>
                <a:lnTo>
                  <a:pt x="542375" y="3223"/>
                </a:lnTo>
                <a:lnTo>
                  <a:pt x="542653" y="2840"/>
                </a:lnTo>
                <a:lnTo>
                  <a:pt x="542960" y="2470"/>
                </a:lnTo>
                <a:lnTo>
                  <a:pt x="543296" y="2112"/>
                </a:lnTo>
                <a:lnTo>
                  <a:pt x="543653" y="1775"/>
                </a:lnTo>
                <a:lnTo>
                  <a:pt x="544024" y="1467"/>
                </a:lnTo>
                <a:lnTo>
                  <a:pt x="544408" y="1188"/>
                </a:lnTo>
                <a:lnTo>
                  <a:pt x="544806" y="939"/>
                </a:lnTo>
                <a:lnTo>
                  <a:pt x="545216" y="719"/>
                </a:lnTo>
                <a:lnTo>
                  <a:pt x="545641" y="528"/>
                </a:lnTo>
                <a:lnTo>
                  <a:pt x="546078" y="367"/>
                </a:lnTo>
                <a:lnTo>
                  <a:pt x="546529" y="235"/>
                </a:lnTo>
                <a:lnTo>
                  <a:pt x="546994" y="132"/>
                </a:lnTo>
                <a:lnTo>
                  <a:pt x="547472" y="59"/>
                </a:lnTo>
                <a:lnTo>
                  <a:pt x="547963" y="15"/>
                </a:lnTo>
                <a:lnTo>
                  <a:pt x="548467" y="0"/>
                </a:lnTo>
                <a:moveTo>
                  <a:pt x="554388" y="34182"/>
                </a:moveTo>
                <a:lnTo>
                  <a:pt x="554388" y="86479"/>
                </a:lnTo>
                <a:lnTo>
                  <a:pt x="554394" y="87469"/>
                </a:lnTo>
                <a:lnTo>
                  <a:pt x="554412" y="88403"/>
                </a:lnTo>
                <a:lnTo>
                  <a:pt x="554443" y="89279"/>
                </a:lnTo>
                <a:lnTo>
                  <a:pt x="554487" y="90099"/>
                </a:lnTo>
                <a:lnTo>
                  <a:pt x="554542" y="90862"/>
                </a:lnTo>
                <a:lnTo>
                  <a:pt x="554610" y="91569"/>
                </a:lnTo>
                <a:lnTo>
                  <a:pt x="554691" y="92218"/>
                </a:lnTo>
                <a:lnTo>
                  <a:pt x="554784" y="92811"/>
                </a:lnTo>
                <a:lnTo>
                  <a:pt x="554889" y="93347"/>
                </a:lnTo>
                <a:lnTo>
                  <a:pt x="555007" y="93827"/>
                </a:lnTo>
                <a:lnTo>
                  <a:pt x="555137" y="94249"/>
                </a:lnTo>
                <a:lnTo>
                  <a:pt x="555279" y="94615"/>
                </a:lnTo>
                <a:lnTo>
                  <a:pt x="555434" y="94945"/>
                </a:lnTo>
                <a:lnTo>
                  <a:pt x="555600" y="95261"/>
                </a:lnTo>
                <a:lnTo>
                  <a:pt x="555778" y="95563"/>
                </a:lnTo>
                <a:lnTo>
                  <a:pt x="555969" y="95851"/>
                </a:lnTo>
                <a:lnTo>
                  <a:pt x="556171" y="96124"/>
                </a:lnTo>
                <a:lnTo>
                  <a:pt x="556385" y="96383"/>
                </a:lnTo>
                <a:lnTo>
                  <a:pt x="556611" y="96627"/>
                </a:lnTo>
                <a:lnTo>
                  <a:pt x="556848" y="96857"/>
                </a:lnTo>
                <a:lnTo>
                  <a:pt x="557098" y="97073"/>
                </a:lnTo>
                <a:lnTo>
                  <a:pt x="557360" y="97275"/>
                </a:lnTo>
                <a:lnTo>
                  <a:pt x="557633" y="97462"/>
                </a:lnTo>
                <a:lnTo>
                  <a:pt x="557918" y="97635"/>
                </a:lnTo>
                <a:lnTo>
                  <a:pt x="558230" y="97794"/>
                </a:lnTo>
                <a:lnTo>
                  <a:pt x="558581" y="97939"/>
                </a:lnTo>
                <a:lnTo>
                  <a:pt x="558973" y="98070"/>
                </a:lnTo>
                <a:lnTo>
                  <a:pt x="559404" y="98188"/>
                </a:lnTo>
                <a:lnTo>
                  <a:pt x="559876" y="98291"/>
                </a:lnTo>
                <a:lnTo>
                  <a:pt x="560388" y="98381"/>
                </a:lnTo>
                <a:lnTo>
                  <a:pt x="560940" y="98457"/>
                </a:lnTo>
                <a:lnTo>
                  <a:pt x="561532" y="98519"/>
                </a:lnTo>
                <a:lnTo>
                  <a:pt x="562165" y="98568"/>
                </a:lnTo>
                <a:lnTo>
                  <a:pt x="562837" y="98602"/>
                </a:lnTo>
                <a:lnTo>
                  <a:pt x="563550" y="98623"/>
                </a:lnTo>
                <a:lnTo>
                  <a:pt x="564302" y="98630"/>
                </a:lnTo>
                <a:lnTo>
                  <a:pt x="564302" y="101265"/>
                </a:lnTo>
                <a:lnTo>
                  <a:pt x="532561" y="101265"/>
                </a:lnTo>
                <a:lnTo>
                  <a:pt x="532561" y="98630"/>
                </a:lnTo>
                <a:lnTo>
                  <a:pt x="533335" y="98623"/>
                </a:lnTo>
                <a:lnTo>
                  <a:pt x="534067" y="98604"/>
                </a:lnTo>
                <a:lnTo>
                  <a:pt x="534754" y="98572"/>
                </a:lnTo>
                <a:lnTo>
                  <a:pt x="535398" y="98527"/>
                </a:lnTo>
                <a:lnTo>
                  <a:pt x="535998" y="98469"/>
                </a:lnTo>
                <a:lnTo>
                  <a:pt x="536555" y="98399"/>
                </a:lnTo>
                <a:lnTo>
                  <a:pt x="537068" y="98315"/>
                </a:lnTo>
                <a:lnTo>
                  <a:pt x="537538" y="98219"/>
                </a:lnTo>
                <a:lnTo>
                  <a:pt x="537964" y="98110"/>
                </a:lnTo>
                <a:lnTo>
                  <a:pt x="538346" y="97988"/>
                </a:lnTo>
                <a:lnTo>
                  <a:pt x="538685" y="97854"/>
                </a:lnTo>
                <a:lnTo>
                  <a:pt x="538980" y="97706"/>
                </a:lnTo>
                <a:lnTo>
                  <a:pt x="539249" y="97544"/>
                </a:lnTo>
                <a:lnTo>
                  <a:pt x="539508" y="97365"/>
                </a:lnTo>
                <a:lnTo>
                  <a:pt x="539758" y="97169"/>
                </a:lnTo>
                <a:lnTo>
                  <a:pt x="539999" y="96956"/>
                </a:lnTo>
                <a:lnTo>
                  <a:pt x="540230" y="96727"/>
                </a:lnTo>
                <a:lnTo>
                  <a:pt x="540452" y="96481"/>
                </a:lnTo>
                <a:lnTo>
                  <a:pt x="540664" y="96218"/>
                </a:lnTo>
                <a:lnTo>
                  <a:pt x="540867" y="95938"/>
                </a:lnTo>
                <a:lnTo>
                  <a:pt x="541060" y="95641"/>
                </a:lnTo>
                <a:lnTo>
                  <a:pt x="541244" y="95328"/>
                </a:lnTo>
                <a:lnTo>
                  <a:pt x="541419" y="94998"/>
                </a:lnTo>
                <a:lnTo>
                  <a:pt x="541584" y="94651"/>
                </a:lnTo>
                <a:lnTo>
                  <a:pt x="541738" y="94268"/>
                </a:lnTo>
                <a:lnTo>
                  <a:pt x="541878" y="93831"/>
                </a:lnTo>
                <a:lnTo>
                  <a:pt x="542005" y="93340"/>
                </a:lnTo>
                <a:lnTo>
                  <a:pt x="542119" y="92795"/>
                </a:lnTo>
                <a:lnTo>
                  <a:pt x="542219" y="92196"/>
                </a:lnTo>
                <a:lnTo>
                  <a:pt x="542306" y="91542"/>
                </a:lnTo>
                <a:lnTo>
                  <a:pt x="542380" y="90834"/>
                </a:lnTo>
                <a:lnTo>
                  <a:pt x="542440" y="90071"/>
                </a:lnTo>
                <a:lnTo>
                  <a:pt x="542487" y="89255"/>
                </a:lnTo>
                <a:lnTo>
                  <a:pt x="542520" y="88384"/>
                </a:lnTo>
                <a:lnTo>
                  <a:pt x="542540" y="87459"/>
                </a:lnTo>
                <a:lnTo>
                  <a:pt x="542547" y="86479"/>
                </a:lnTo>
                <a:lnTo>
                  <a:pt x="542547" y="61397"/>
                </a:lnTo>
                <a:lnTo>
                  <a:pt x="542542" y="59684"/>
                </a:lnTo>
                <a:lnTo>
                  <a:pt x="542529" y="58074"/>
                </a:lnTo>
                <a:lnTo>
                  <a:pt x="542507" y="56569"/>
                </a:lnTo>
                <a:lnTo>
                  <a:pt x="542475" y="55167"/>
                </a:lnTo>
                <a:lnTo>
                  <a:pt x="542435" y="53869"/>
                </a:lnTo>
                <a:lnTo>
                  <a:pt x="542386" y="52674"/>
                </a:lnTo>
                <a:lnTo>
                  <a:pt x="542328" y="51583"/>
                </a:lnTo>
                <a:lnTo>
                  <a:pt x="542261" y="50596"/>
                </a:lnTo>
                <a:lnTo>
                  <a:pt x="542186" y="49712"/>
                </a:lnTo>
                <a:lnTo>
                  <a:pt x="542101" y="48932"/>
                </a:lnTo>
                <a:lnTo>
                  <a:pt x="542007" y="48256"/>
                </a:lnTo>
                <a:lnTo>
                  <a:pt x="541905" y="47684"/>
                </a:lnTo>
                <a:lnTo>
                  <a:pt x="541818" y="47314"/>
                </a:lnTo>
                <a:lnTo>
                  <a:pt x="541723" y="46964"/>
                </a:lnTo>
                <a:lnTo>
                  <a:pt x="541620" y="46633"/>
                </a:lnTo>
                <a:lnTo>
                  <a:pt x="541509" y="46321"/>
                </a:lnTo>
                <a:lnTo>
                  <a:pt x="541390" y="46029"/>
                </a:lnTo>
                <a:lnTo>
                  <a:pt x="541263" y="45756"/>
                </a:lnTo>
                <a:lnTo>
                  <a:pt x="541128" y="45502"/>
                </a:lnTo>
                <a:lnTo>
                  <a:pt x="540985" y="45267"/>
                </a:lnTo>
                <a:lnTo>
                  <a:pt x="540835" y="45052"/>
                </a:lnTo>
                <a:lnTo>
                  <a:pt x="540676" y="44856"/>
                </a:lnTo>
                <a:lnTo>
                  <a:pt x="540510" y="44679"/>
                </a:lnTo>
                <a:lnTo>
                  <a:pt x="540336" y="44521"/>
                </a:lnTo>
                <a:lnTo>
                  <a:pt x="540152" y="44380"/>
                </a:lnTo>
                <a:lnTo>
                  <a:pt x="539957" y="44250"/>
                </a:lnTo>
                <a:lnTo>
                  <a:pt x="539752" y="44133"/>
                </a:lnTo>
                <a:lnTo>
                  <a:pt x="539535" y="44028"/>
                </a:lnTo>
                <a:lnTo>
                  <a:pt x="539308" y="43936"/>
                </a:lnTo>
                <a:lnTo>
                  <a:pt x="539069" y="43855"/>
                </a:lnTo>
                <a:lnTo>
                  <a:pt x="538820" y="43788"/>
                </a:lnTo>
                <a:lnTo>
                  <a:pt x="538560" y="43732"/>
                </a:lnTo>
                <a:lnTo>
                  <a:pt x="538289" y="43689"/>
                </a:lnTo>
                <a:lnTo>
                  <a:pt x="538007" y="43658"/>
                </a:lnTo>
                <a:lnTo>
                  <a:pt x="537715" y="43640"/>
                </a:lnTo>
                <a:lnTo>
                  <a:pt x="537411" y="43633"/>
                </a:lnTo>
                <a:lnTo>
                  <a:pt x="537072" y="43641"/>
                </a:lnTo>
                <a:lnTo>
                  <a:pt x="536722" y="43663"/>
                </a:lnTo>
                <a:lnTo>
                  <a:pt x="536359" y="43700"/>
                </a:lnTo>
                <a:lnTo>
                  <a:pt x="535984" y="43752"/>
                </a:lnTo>
                <a:lnTo>
                  <a:pt x="535598" y="43818"/>
                </a:lnTo>
                <a:lnTo>
                  <a:pt x="535200" y="43900"/>
                </a:lnTo>
                <a:lnTo>
                  <a:pt x="534790" y="43996"/>
                </a:lnTo>
                <a:lnTo>
                  <a:pt x="534368" y="44107"/>
                </a:lnTo>
                <a:lnTo>
                  <a:pt x="533934" y="44233"/>
                </a:lnTo>
                <a:lnTo>
                  <a:pt x="533488" y="44374"/>
                </a:lnTo>
                <a:lnTo>
                  <a:pt x="533030" y="44529"/>
                </a:lnTo>
                <a:lnTo>
                  <a:pt x="532561" y="44699"/>
                </a:lnTo>
                <a:lnTo>
                  <a:pt x="531562" y="42140"/>
                </a:lnTo>
                <a:lnTo>
                  <a:pt x="551249" y="34182"/>
                </a:lnTo>
                <a:lnTo>
                  <a:pt x="554388" y="34182"/>
                </a:lnTo>
                <a:close/>
                <a:moveTo>
                  <a:pt x="591065" y="47997"/>
                </a:moveTo>
                <a:lnTo>
                  <a:pt x="592971" y="45791"/>
                </a:lnTo>
                <a:lnTo>
                  <a:pt x="594863" y="43776"/>
                </a:lnTo>
                <a:lnTo>
                  <a:pt x="596740" y="41953"/>
                </a:lnTo>
                <a:lnTo>
                  <a:pt x="598602" y="40322"/>
                </a:lnTo>
                <a:lnTo>
                  <a:pt x="600449" y="38883"/>
                </a:lnTo>
                <a:lnTo>
                  <a:pt x="602281" y="37636"/>
                </a:lnTo>
                <a:lnTo>
                  <a:pt x="604099" y="36581"/>
                </a:lnTo>
                <a:lnTo>
                  <a:pt x="605901" y="35717"/>
                </a:lnTo>
                <a:lnTo>
                  <a:pt x="607689" y="35046"/>
                </a:lnTo>
                <a:lnTo>
                  <a:pt x="609462" y="34566"/>
                </a:lnTo>
                <a:lnTo>
                  <a:pt x="611220" y="34278"/>
                </a:lnTo>
                <a:lnTo>
                  <a:pt x="612963" y="34182"/>
                </a:lnTo>
                <a:lnTo>
                  <a:pt x="613844" y="34201"/>
                </a:lnTo>
                <a:lnTo>
                  <a:pt x="614705" y="34256"/>
                </a:lnTo>
                <a:lnTo>
                  <a:pt x="615544" y="34349"/>
                </a:lnTo>
                <a:lnTo>
                  <a:pt x="616363" y="34478"/>
                </a:lnTo>
                <a:lnTo>
                  <a:pt x="617161" y="34645"/>
                </a:lnTo>
                <a:lnTo>
                  <a:pt x="617938" y="34849"/>
                </a:lnTo>
                <a:lnTo>
                  <a:pt x="618695" y="35089"/>
                </a:lnTo>
                <a:lnTo>
                  <a:pt x="619430" y="35367"/>
                </a:lnTo>
                <a:lnTo>
                  <a:pt x="620145" y="35682"/>
                </a:lnTo>
                <a:lnTo>
                  <a:pt x="620839" y="36034"/>
                </a:lnTo>
                <a:lnTo>
                  <a:pt x="621512" y="36422"/>
                </a:lnTo>
                <a:lnTo>
                  <a:pt x="622165" y="36848"/>
                </a:lnTo>
                <a:lnTo>
                  <a:pt x="622796" y="37316"/>
                </a:lnTo>
                <a:lnTo>
                  <a:pt x="623405" y="37832"/>
                </a:lnTo>
                <a:lnTo>
                  <a:pt x="623992" y="38396"/>
                </a:lnTo>
                <a:lnTo>
                  <a:pt x="624558" y="39007"/>
                </a:lnTo>
                <a:lnTo>
                  <a:pt x="625102" y="39666"/>
                </a:lnTo>
                <a:lnTo>
                  <a:pt x="625624" y="40374"/>
                </a:lnTo>
                <a:lnTo>
                  <a:pt x="626124" y="41129"/>
                </a:lnTo>
                <a:lnTo>
                  <a:pt x="626603" y="41932"/>
                </a:lnTo>
                <a:lnTo>
                  <a:pt x="627060" y="42783"/>
                </a:lnTo>
                <a:lnTo>
                  <a:pt x="627494" y="43682"/>
                </a:lnTo>
                <a:lnTo>
                  <a:pt x="627908" y="44628"/>
                </a:lnTo>
                <a:lnTo>
                  <a:pt x="628299" y="45623"/>
                </a:lnTo>
                <a:lnTo>
                  <a:pt x="628550" y="46365"/>
                </a:lnTo>
                <a:lnTo>
                  <a:pt x="628778" y="47170"/>
                </a:lnTo>
                <a:lnTo>
                  <a:pt x="628985" y="48038"/>
                </a:lnTo>
                <a:lnTo>
                  <a:pt x="629171" y="48970"/>
                </a:lnTo>
                <a:lnTo>
                  <a:pt x="629334" y="49964"/>
                </a:lnTo>
                <a:lnTo>
                  <a:pt x="629476" y="51022"/>
                </a:lnTo>
                <a:lnTo>
                  <a:pt x="629596" y="52143"/>
                </a:lnTo>
                <a:lnTo>
                  <a:pt x="629694" y="53328"/>
                </a:lnTo>
                <a:lnTo>
                  <a:pt x="629770" y="54575"/>
                </a:lnTo>
                <a:lnTo>
                  <a:pt x="629825" y="55886"/>
                </a:lnTo>
                <a:lnTo>
                  <a:pt x="629857" y="57260"/>
                </a:lnTo>
                <a:lnTo>
                  <a:pt x="629868" y="58697"/>
                </a:lnTo>
                <a:lnTo>
                  <a:pt x="629868" y="86479"/>
                </a:lnTo>
                <a:lnTo>
                  <a:pt x="629875" y="87482"/>
                </a:lnTo>
                <a:lnTo>
                  <a:pt x="629896" y="88429"/>
                </a:lnTo>
                <a:lnTo>
                  <a:pt x="629931" y="89321"/>
                </a:lnTo>
                <a:lnTo>
                  <a:pt x="629979" y="90158"/>
                </a:lnTo>
                <a:lnTo>
                  <a:pt x="630042" y="90940"/>
                </a:lnTo>
                <a:lnTo>
                  <a:pt x="630118" y="91666"/>
                </a:lnTo>
                <a:lnTo>
                  <a:pt x="630208" y="92338"/>
                </a:lnTo>
                <a:lnTo>
                  <a:pt x="630312" y="92953"/>
                </a:lnTo>
                <a:lnTo>
                  <a:pt x="630430" y="93514"/>
                </a:lnTo>
                <a:lnTo>
                  <a:pt x="630562" y="94019"/>
                </a:lnTo>
                <a:lnTo>
                  <a:pt x="630707" y="94470"/>
                </a:lnTo>
                <a:lnTo>
                  <a:pt x="630867" y="94864"/>
                </a:lnTo>
                <a:lnTo>
                  <a:pt x="631004" y="95155"/>
                </a:lnTo>
                <a:lnTo>
                  <a:pt x="631155" y="95435"/>
                </a:lnTo>
                <a:lnTo>
                  <a:pt x="631319" y="95703"/>
                </a:lnTo>
                <a:lnTo>
                  <a:pt x="631497" y="95961"/>
                </a:lnTo>
                <a:lnTo>
                  <a:pt x="631688" y="96209"/>
                </a:lnTo>
                <a:lnTo>
                  <a:pt x="631892" y="96445"/>
                </a:lnTo>
                <a:lnTo>
                  <a:pt x="632110" y="96670"/>
                </a:lnTo>
                <a:lnTo>
                  <a:pt x="632341" y="96885"/>
                </a:lnTo>
                <a:lnTo>
                  <a:pt x="632585" y="97089"/>
                </a:lnTo>
                <a:lnTo>
                  <a:pt x="632843" y="97282"/>
                </a:lnTo>
                <a:lnTo>
                  <a:pt x="633114" y="97464"/>
                </a:lnTo>
                <a:lnTo>
                  <a:pt x="633399" y="97635"/>
                </a:lnTo>
                <a:lnTo>
                  <a:pt x="633711" y="97794"/>
                </a:lnTo>
                <a:lnTo>
                  <a:pt x="634064" y="97939"/>
                </a:lnTo>
                <a:lnTo>
                  <a:pt x="634458" y="98070"/>
                </a:lnTo>
                <a:lnTo>
                  <a:pt x="634893" y="98188"/>
                </a:lnTo>
                <a:lnTo>
                  <a:pt x="635369" y="98291"/>
                </a:lnTo>
                <a:lnTo>
                  <a:pt x="635887" y="98381"/>
                </a:lnTo>
                <a:lnTo>
                  <a:pt x="636445" y="98457"/>
                </a:lnTo>
                <a:lnTo>
                  <a:pt x="637045" y="98519"/>
                </a:lnTo>
                <a:lnTo>
                  <a:pt x="637685" y="98568"/>
                </a:lnTo>
                <a:lnTo>
                  <a:pt x="638367" y="98602"/>
                </a:lnTo>
                <a:lnTo>
                  <a:pt x="639090" y="98623"/>
                </a:lnTo>
                <a:lnTo>
                  <a:pt x="639854" y="98630"/>
                </a:lnTo>
                <a:lnTo>
                  <a:pt x="639854" y="101265"/>
                </a:lnTo>
                <a:lnTo>
                  <a:pt x="607542" y="101265"/>
                </a:lnTo>
                <a:lnTo>
                  <a:pt x="607542" y="98630"/>
                </a:lnTo>
                <a:lnTo>
                  <a:pt x="608897" y="98630"/>
                </a:lnTo>
                <a:lnTo>
                  <a:pt x="609639" y="98620"/>
                </a:lnTo>
                <a:lnTo>
                  <a:pt x="610343" y="98591"/>
                </a:lnTo>
                <a:lnTo>
                  <a:pt x="611008" y="98543"/>
                </a:lnTo>
                <a:lnTo>
                  <a:pt x="611636" y="98476"/>
                </a:lnTo>
                <a:lnTo>
                  <a:pt x="612225" y="98390"/>
                </a:lnTo>
                <a:lnTo>
                  <a:pt x="612776" y="98284"/>
                </a:lnTo>
                <a:lnTo>
                  <a:pt x="613289" y="98159"/>
                </a:lnTo>
                <a:lnTo>
                  <a:pt x="613764" y="98015"/>
                </a:lnTo>
                <a:lnTo>
                  <a:pt x="614200" y="97852"/>
                </a:lnTo>
                <a:lnTo>
                  <a:pt x="614599" y="97670"/>
                </a:lnTo>
                <a:lnTo>
                  <a:pt x="614959" y="97468"/>
                </a:lnTo>
                <a:lnTo>
                  <a:pt x="615281" y="97248"/>
                </a:lnTo>
                <a:lnTo>
                  <a:pt x="615577" y="97008"/>
                </a:lnTo>
                <a:lnTo>
                  <a:pt x="615857" y="96751"/>
                </a:lnTo>
                <a:lnTo>
                  <a:pt x="616122" y="96475"/>
                </a:lnTo>
                <a:lnTo>
                  <a:pt x="616371" y="96181"/>
                </a:lnTo>
                <a:lnTo>
                  <a:pt x="616605" y="95869"/>
                </a:lnTo>
                <a:lnTo>
                  <a:pt x="616824" y="95539"/>
                </a:lnTo>
                <a:lnTo>
                  <a:pt x="617027" y="95190"/>
                </a:lnTo>
                <a:lnTo>
                  <a:pt x="617215" y="94824"/>
                </a:lnTo>
                <a:lnTo>
                  <a:pt x="617388" y="94439"/>
                </a:lnTo>
                <a:lnTo>
                  <a:pt x="617545" y="94036"/>
                </a:lnTo>
                <a:lnTo>
                  <a:pt x="617687" y="93615"/>
                </a:lnTo>
                <a:lnTo>
                  <a:pt x="617813" y="93175"/>
                </a:lnTo>
                <a:lnTo>
                  <a:pt x="617859" y="92966"/>
                </a:lnTo>
                <a:lnTo>
                  <a:pt x="617901" y="92695"/>
                </a:lnTo>
                <a:lnTo>
                  <a:pt x="617938" y="92360"/>
                </a:lnTo>
                <a:lnTo>
                  <a:pt x="617972" y="91962"/>
                </a:lnTo>
                <a:lnTo>
                  <a:pt x="618002" y="91502"/>
                </a:lnTo>
                <a:lnTo>
                  <a:pt x="618027" y="90978"/>
                </a:lnTo>
                <a:lnTo>
                  <a:pt x="618049" y="90392"/>
                </a:lnTo>
                <a:lnTo>
                  <a:pt x="618067" y="89742"/>
                </a:lnTo>
                <a:lnTo>
                  <a:pt x="618081" y="89030"/>
                </a:lnTo>
                <a:lnTo>
                  <a:pt x="618091" y="88254"/>
                </a:lnTo>
                <a:lnTo>
                  <a:pt x="618097" y="87416"/>
                </a:lnTo>
                <a:lnTo>
                  <a:pt x="618099" y="86515"/>
                </a:lnTo>
                <a:lnTo>
                  <a:pt x="618099" y="59946"/>
                </a:lnTo>
                <a:lnTo>
                  <a:pt x="618083" y="58503"/>
                </a:lnTo>
                <a:lnTo>
                  <a:pt x="618034" y="57129"/>
                </a:lnTo>
                <a:lnTo>
                  <a:pt x="617954" y="55821"/>
                </a:lnTo>
                <a:lnTo>
                  <a:pt x="617841" y="54581"/>
                </a:lnTo>
                <a:lnTo>
                  <a:pt x="617696" y="53409"/>
                </a:lnTo>
                <a:lnTo>
                  <a:pt x="617519" y="52304"/>
                </a:lnTo>
                <a:lnTo>
                  <a:pt x="617310" y="51266"/>
                </a:lnTo>
                <a:lnTo>
                  <a:pt x="617068" y="50295"/>
                </a:lnTo>
                <a:lnTo>
                  <a:pt x="616795" y="49392"/>
                </a:lnTo>
                <a:lnTo>
                  <a:pt x="616489" y="48556"/>
                </a:lnTo>
                <a:lnTo>
                  <a:pt x="616151" y="47788"/>
                </a:lnTo>
                <a:lnTo>
                  <a:pt x="615781" y="47087"/>
                </a:lnTo>
                <a:lnTo>
                  <a:pt x="615372" y="46448"/>
                </a:lnTo>
                <a:lnTo>
                  <a:pt x="614920" y="45864"/>
                </a:lnTo>
                <a:lnTo>
                  <a:pt x="614423" y="45336"/>
                </a:lnTo>
                <a:lnTo>
                  <a:pt x="613882" y="44863"/>
                </a:lnTo>
                <a:lnTo>
                  <a:pt x="613298" y="44446"/>
                </a:lnTo>
                <a:lnTo>
                  <a:pt x="612669" y="44085"/>
                </a:lnTo>
                <a:lnTo>
                  <a:pt x="611996" y="43779"/>
                </a:lnTo>
                <a:lnTo>
                  <a:pt x="611279" y="43529"/>
                </a:lnTo>
                <a:lnTo>
                  <a:pt x="610518" y="43334"/>
                </a:lnTo>
                <a:lnTo>
                  <a:pt x="609713" y="43195"/>
                </a:lnTo>
                <a:lnTo>
                  <a:pt x="608863" y="43112"/>
                </a:lnTo>
                <a:lnTo>
                  <a:pt x="607970" y="43084"/>
                </a:lnTo>
                <a:lnTo>
                  <a:pt x="606556" y="43148"/>
                </a:lnTo>
                <a:lnTo>
                  <a:pt x="605143" y="43340"/>
                </a:lnTo>
                <a:lnTo>
                  <a:pt x="603730" y="43659"/>
                </a:lnTo>
                <a:lnTo>
                  <a:pt x="602319" y="44107"/>
                </a:lnTo>
                <a:lnTo>
                  <a:pt x="600909" y="44683"/>
                </a:lnTo>
                <a:lnTo>
                  <a:pt x="599500" y="45386"/>
                </a:lnTo>
                <a:lnTo>
                  <a:pt x="598091" y="46218"/>
                </a:lnTo>
                <a:lnTo>
                  <a:pt x="596684" y="47177"/>
                </a:lnTo>
                <a:lnTo>
                  <a:pt x="595278" y="48265"/>
                </a:lnTo>
                <a:lnTo>
                  <a:pt x="593872" y="49480"/>
                </a:lnTo>
                <a:lnTo>
                  <a:pt x="592468" y="50823"/>
                </a:lnTo>
                <a:lnTo>
                  <a:pt x="591065" y="52295"/>
                </a:lnTo>
                <a:lnTo>
                  <a:pt x="591065" y="86515"/>
                </a:lnTo>
                <a:lnTo>
                  <a:pt x="591070" y="87578"/>
                </a:lnTo>
                <a:lnTo>
                  <a:pt x="591087" y="88571"/>
                </a:lnTo>
                <a:lnTo>
                  <a:pt x="591114" y="89495"/>
                </a:lnTo>
                <a:lnTo>
                  <a:pt x="591152" y="90348"/>
                </a:lnTo>
                <a:lnTo>
                  <a:pt x="591201" y="91132"/>
                </a:lnTo>
                <a:lnTo>
                  <a:pt x="591261" y="91846"/>
                </a:lnTo>
                <a:lnTo>
                  <a:pt x="591332" y="92490"/>
                </a:lnTo>
                <a:lnTo>
                  <a:pt x="591414" y="93064"/>
                </a:lnTo>
                <a:lnTo>
                  <a:pt x="591506" y="93568"/>
                </a:lnTo>
                <a:lnTo>
                  <a:pt x="591610" y="94003"/>
                </a:lnTo>
                <a:lnTo>
                  <a:pt x="591724" y="94367"/>
                </a:lnTo>
                <a:lnTo>
                  <a:pt x="591850" y="94662"/>
                </a:lnTo>
                <a:lnTo>
                  <a:pt x="592021" y="94997"/>
                </a:lnTo>
                <a:lnTo>
                  <a:pt x="592203" y="95316"/>
                </a:lnTo>
                <a:lnTo>
                  <a:pt x="592396" y="95620"/>
                </a:lnTo>
                <a:lnTo>
                  <a:pt x="592598" y="95909"/>
                </a:lnTo>
                <a:lnTo>
                  <a:pt x="592812" y="96183"/>
                </a:lnTo>
                <a:lnTo>
                  <a:pt x="593035" y="96442"/>
                </a:lnTo>
                <a:lnTo>
                  <a:pt x="593269" y="96685"/>
                </a:lnTo>
                <a:lnTo>
                  <a:pt x="593514" y="96913"/>
                </a:lnTo>
                <a:lnTo>
                  <a:pt x="593769" y="97126"/>
                </a:lnTo>
                <a:lnTo>
                  <a:pt x="594034" y="97323"/>
                </a:lnTo>
                <a:lnTo>
                  <a:pt x="594310" y="97506"/>
                </a:lnTo>
                <a:lnTo>
                  <a:pt x="594596" y="97673"/>
                </a:lnTo>
                <a:lnTo>
                  <a:pt x="594912" y="97826"/>
                </a:lnTo>
                <a:lnTo>
                  <a:pt x="595278" y="97965"/>
                </a:lnTo>
                <a:lnTo>
                  <a:pt x="595695" y="98091"/>
                </a:lnTo>
                <a:lnTo>
                  <a:pt x="596161" y="98204"/>
                </a:lnTo>
                <a:lnTo>
                  <a:pt x="596677" y="98304"/>
                </a:lnTo>
                <a:lnTo>
                  <a:pt x="597244" y="98390"/>
                </a:lnTo>
                <a:lnTo>
                  <a:pt x="597860" y="98464"/>
                </a:lnTo>
                <a:lnTo>
                  <a:pt x="598527" y="98523"/>
                </a:lnTo>
                <a:lnTo>
                  <a:pt x="599243" y="98570"/>
                </a:lnTo>
                <a:lnTo>
                  <a:pt x="600010" y="98603"/>
                </a:lnTo>
                <a:lnTo>
                  <a:pt x="600826" y="98623"/>
                </a:lnTo>
                <a:lnTo>
                  <a:pt x="601693" y="98630"/>
                </a:lnTo>
                <a:lnTo>
                  <a:pt x="601693" y="101265"/>
                </a:lnTo>
                <a:lnTo>
                  <a:pt x="569381" y="101265"/>
                </a:lnTo>
                <a:lnTo>
                  <a:pt x="569381" y="98630"/>
                </a:lnTo>
                <a:lnTo>
                  <a:pt x="570807" y="98630"/>
                </a:lnTo>
                <a:lnTo>
                  <a:pt x="571617" y="98612"/>
                </a:lnTo>
                <a:lnTo>
                  <a:pt x="572381" y="98560"/>
                </a:lnTo>
                <a:lnTo>
                  <a:pt x="573101" y="98472"/>
                </a:lnTo>
                <a:lnTo>
                  <a:pt x="573775" y="98350"/>
                </a:lnTo>
                <a:lnTo>
                  <a:pt x="574405" y="98192"/>
                </a:lnTo>
                <a:lnTo>
                  <a:pt x="574989" y="97999"/>
                </a:lnTo>
                <a:lnTo>
                  <a:pt x="575528" y="97772"/>
                </a:lnTo>
                <a:lnTo>
                  <a:pt x="576022" y="97509"/>
                </a:lnTo>
                <a:lnTo>
                  <a:pt x="576471" y="97211"/>
                </a:lnTo>
                <a:lnTo>
                  <a:pt x="576875" y="96879"/>
                </a:lnTo>
                <a:lnTo>
                  <a:pt x="577234" y="96511"/>
                </a:lnTo>
                <a:lnTo>
                  <a:pt x="577548" y="96108"/>
                </a:lnTo>
                <a:lnTo>
                  <a:pt x="577827" y="95656"/>
                </a:lnTo>
                <a:lnTo>
                  <a:pt x="578082" y="95140"/>
                </a:lnTo>
                <a:lnTo>
                  <a:pt x="578312" y="94560"/>
                </a:lnTo>
                <a:lnTo>
                  <a:pt x="578519" y="93917"/>
                </a:lnTo>
                <a:lnTo>
                  <a:pt x="578701" y="93210"/>
                </a:lnTo>
                <a:lnTo>
                  <a:pt x="578859" y="92439"/>
                </a:lnTo>
                <a:lnTo>
                  <a:pt x="578992" y="91605"/>
                </a:lnTo>
                <a:lnTo>
                  <a:pt x="579101" y="90707"/>
                </a:lnTo>
                <a:lnTo>
                  <a:pt x="579186" y="89745"/>
                </a:lnTo>
                <a:lnTo>
                  <a:pt x="579247" y="88720"/>
                </a:lnTo>
                <a:lnTo>
                  <a:pt x="579283" y="87631"/>
                </a:lnTo>
                <a:lnTo>
                  <a:pt x="579296" y="86479"/>
                </a:lnTo>
                <a:lnTo>
                  <a:pt x="579296" y="62320"/>
                </a:lnTo>
                <a:lnTo>
                  <a:pt x="579292" y="60430"/>
                </a:lnTo>
                <a:lnTo>
                  <a:pt x="579281" y="58667"/>
                </a:lnTo>
                <a:lnTo>
                  <a:pt x="579262" y="57031"/>
                </a:lnTo>
                <a:lnTo>
                  <a:pt x="579236" y="55523"/>
                </a:lnTo>
                <a:lnTo>
                  <a:pt x="579203" y="54142"/>
                </a:lnTo>
                <a:lnTo>
                  <a:pt x="579162" y="52888"/>
                </a:lnTo>
                <a:lnTo>
                  <a:pt x="579113" y="51762"/>
                </a:lnTo>
                <a:lnTo>
                  <a:pt x="579058" y="50763"/>
                </a:lnTo>
                <a:lnTo>
                  <a:pt x="578995" y="49891"/>
                </a:lnTo>
                <a:lnTo>
                  <a:pt x="578924" y="49147"/>
                </a:lnTo>
                <a:lnTo>
                  <a:pt x="578846" y="48530"/>
                </a:lnTo>
                <a:lnTo>
                  <a:pt x="578761" y="48040"/>
                </a:lnTo>
                <a:lnTo>
                  <a:pt x="578667" y="47625"/>
                </a:lnTo>
                <a:lnTo>
                  <a:pt x="578566" y="47232"/>
                </a:lnTo>
                <a:lnTo>
                  <a:pt x="578457" y="46862"/>
                </a:lnTo>
                <a:lnTo>
                  <a:pt x="578340" y="46515"/>
                </a:lnTo>
                <a:lnTo>
                  <a:pt x="578216" y="46191"/>
                </a:lnTo>
                <a:lnTo>
                  <a:pt x="578083" y="45889"/>
                </a:lnTo>
                <a:lnTo>
                  <a:pt x="577942" y="45611"/>
                </a:lnTo>
                <a:lnTo>
                  <a:pt x="577794" y="45354"/>
                </a:lnTo>
                <a:lnTo>
                  <a:pt x="577637" y="45121"/>
                </a:lnTo>
                <a:lnTo>
                  <a:pt x="577473" y="44910"/>
                </a:lnTo>
                <a:lnTo>
                  <a:pt x="577300" y="44722"/>
                </a:lnTo>
                <a:lnTo>
                  <a:pt x="577120" y="44557"/>
                </a:lnTo>
                <a:lnTo>
                  <a:pt x="576930" y="44409"/>
                </a:lnTo>
                <a:lnTo>
                  <a:pt x="576731" y="44275"/>
                </a:lnTo>
                <a:lnTo>
                  <a:pt x="576520" y="44153"/>
                </a:lnTo>
                <a:lnTo>
                  <a:pt x="576300" y="44044"/>
                </a:lnTo>
                <a:lnTo>
                  <a:pt x="576069" y="43948"/>
                </a:lnTo>
                <a:lnTo>
                  <a:pt x="575827" y="43864"/>
                </a:lnTo>
                <a:lnTo>
                  <a:pt x="575575" y="43794"/>
                </a:lnTo>
                <a:lnTo>
                  <a:pt x="575313" y="43736"/>
                </a:lnTo>
                <a:lnTo>
                  <a:pt x="575040" y="43691"/>
                </a:lnTo>
                <a:lnTo>
                  <a:pt x="574757" y="43659"/>
                </a:lnTo>
                <a:lnTo>
                  <a:pt x="574464" y="43640"/>
                </a:lnTo>
                <a:lnTo>
                  <a:pt x="574160" y="43633"/>
                </a:lnTo>
                <a:lnTo>
                  <a:pt x="573821" y="43641"/>
                </a:lnTo>
                <a:lnTo>
                  <a:pt x="573472" y="43663"/>
                </a:lnTo>
                <a:lnTo>
                  <a:pt x="573112" y="43700"/>
                </a:lnTo>
                <a:lnTo>
                  <a:pt x="572741" y="43752"/>
                </a:lnTo>
                <a:lnTo>
                  <a:pt x="572359" y="43818"/>
                </a:lnTo>
                <a:lnTo>
                  <a:pt x="571966" y="43900"/>
                </a:lnTo>
                <a:lnTo>
                  <a:pt x="571563" y="43996"/>
                </a:lnTo>
                <a:lnTo>
                  <a:pt x="571148" y="44107"/>
                </a:lnTo>
                <a:lnTo>
                  <a:pt x="570723" y="44233"/>
                </a:lnTo>
                <a:lnTo>
                  <a:pt x="570286" y="44374"/>
                </a:lnTo>
                <a:lnTo>
                  <a:pt x="569839" y="44529"/>
                </a:lnTo>
                <a:lnTo>
                  <a:pt x="569381" y="44699"/>
                </a:lnTo>
                <a:lnTo>
                  <a:pt x="568311" y="42140"/>
                </a:lnTo>
                <a:lnTo>
                  <a:pt x="587998" y="34182"/>
                </a:lnTo>
                <a:lnTo>
                  <a:pt x="591065" y="34182"/>
                </a:lnTo>
                <a:lnTo>
                  <a:pt x="591065" y="47997"/>
                </a:lnTo>
                <a:close/>
                <a:moveTo>
                  <a:pt x="682081" y="91864"/>
                </a:moveTo>
                <a:lnTo>
                  <a:pt x="680457" y="93113"/>
                </a:lnTo>
                <a:lnTo>
                  <a:pt x="678937" y="94270"/>
                </a:lnTo>
                <a:lnTo>
                  <a:pt x="677521" y="95336"/>
                </a:lnTo>
                <a:lnTo>
                  <a:pt x="676209" y="96311"/>
                </a:lnTo>
                <a:lnTo>
                  <a:pt x="675000" y="97196"/>
                </a:lnTo>
                <a:lnTo>
                  <a:pt x="673896" y="97989"/>
                </a:lnTo>
                <a:lnTo>
                  <a:pt x="672896" y="98691"/>
                </a:lnTo>
                <a:lnTo>
                  <a:pt x="672000" y="99302"/>
                </a:lnTo>
                <a:lnTo>
                  <a:pt x="671208" y="99823"/>
                </a:lnTo>
                <a:lnTo>
                  <a:pt x="670520" y="100252"/>
                </a:lnTo>
                <a:lnTo>
                  <a:pt x="669936" y="100590"/>
                </a:lnTo>
                <a:lnTo>
                  <a:pt x="669456" y="100837"/>
                </a:lnTo>
                <a:lnTo>
                  <a:pt x="668811" y="101133"/>
                </a:lnTo>
                <a:lnTo>
                  <a:pt x="668158" y="101403"/>
                </a:lnTo>
                <a:lnTo>
                  <a:pt x="667499" y="101647"/>
                </a:lnTo>
                <a:lnTo>
                  <a:pt x="666833" y="101866"/>
                </a:lnTo>
                <a:lnTo>
                  <a:pt x="666159" y="102059"/>
                </a:lnTo>
                <a:lnTo>
                  <a:pt x="665479" y="102226"/>
                </a:lnTo>
                <a:lnTo>
                  <a:pt x="664792" y="102367"/>
                </a:lnTo>
                <a:lnTo>
                  <a:pt x="664098" y="102483"/>
                </a:lnTo>
                <a:lnTo>
                  <a:pt x="663397" y="102573"/>
                </a:lnTo>
                <a:lnTo>
                  <a:pt x="662690" y="102637"/>
                </a:lnTo>
                <a:lnTo>
                  <a:pt x="661975" y="102676"/>
                </a:lnTo>
                <a:lnTo>
                  <a:pt x="661253" y="102689"/>
                </a:lnTo>
                <a:lnTo>
                  <a:pt x="660140" y="102657"/>
                </a:lnTo>
                <a:lnTo>
                  <a:pt x="659061" y="102560"/>
                </a:lnTo>
                <a:lnTo>
                  <a:pt x="658014" y="102400"/>
                </a:lnTo>
                <a:lnTo>
                  <a:pt x="657001" y="102175"/>
                </a:lnTo>
                <a:lnTo>
                  <a:pt x="656021" y="101885"/>
                </a:lnTo>
                <a:lnTo>
                  <a:pt x="655074" y="101532"/>
                </a:lnTo>
                <a:lnTo>
                  <a:pt x="654161" y="101114"/>
                </a:lnTo>
                <a:lnTo>
                  <a:pt x="653280" y="100632"/>
                </a:lnTo>
                <a:lnTo>
                  <a:pt x="652433" y="100085"/>
                </a:lnTo>
                <a:lnTo>
                  <a:pt x="651619" y="99474"/>
                </a:lnTo>
                <a:lnTo>
                  <a:pt x="650838" y="98799"/>
                </a:lnTo>
                <a:lnTo>
                  <a:pt x="650090" y="98060"/>
                </a:lnTo>
                <a:lnTo>
                  <a:pt x="649389" y="97268"/>
                </a:lnTo>
                <a:lnTo>
                  <a:pt x="648750" y="96436"/>
                </a:lnTo>
                <a:lnTo>
                  <a:pt x="648171" y="95563"/>
                </a:lnTo>
                <a:lnTo>
                  <a:pt x="647653" y="94650"/>
                </a:lnTo>
                <a:lnTo>
                  <a:pt x="647196" y="93696"/>
                </a:lnTo>
                <a:lnTo>
                  <a:pt x="646800" y="92701"/>
                </a:lnTo>
                <a:lnTo>
                  <a:pt x="646465" y="91666"/>
                </a:lnTo>
                <a:lnTo>
                  <a:pt x="646191" y="90591"/>
                </a:lnTo>
                <a:lnTo>
                  <a:pt x="645977" y="89474"/>
                </a:lnTo>
                <a:lnTo>
                  <a:pt x="645825" y="88318"/>
                </a:lnTo>
                <a:lnTo>
                  <a:pt x="645734" y="87120"/>
                </a:lnTo>
                <a:lnTo>
                  <a:pt x="645703" y="85883"/>
                </a:lnTo>
                <a:lnTo>
                  <a:pt x="645718" y="85096"/>
                </a:lnTo>
                <a:lnTo>
                  <a:pt x="645763" y="84328"/>
                </a:lnTo>
                <a:lnTo>
                  <a:pt x="645837" y="83577"/>
                </a:lnTo>
                <a:lnTo>
                  <a:pt x="645941" y="82844"/>
                </a:lnTo>
                <a:lnTo>
                  <a:pt x="646075" y="82129"/>
                </a:lnTo>
                <a:lnTo>
                  <a:pt x="646238" y="81432"/>
                </a:lnTo>
                <a:lnTo>
                  <a:pt x="646431" y="80752"/>
                </a:lnTo>
                <a:lnTo>
                  <a:pt x="646654" y="80091"/>
                </a:lnTo>
                <a:lnTo>
                  <a:pt x="646907" y="79447"/>
                </a:lnTo>
                <a:lnTo>
                  <a:pt x="647189" y="78821"/>
                </a:lnTo>
                <a:lnTo>
                  <a:pt x="647501" y="78212"/>
                </a:lnTo>
                <a:lnTo>
                  <a:pt x="647843" y="77622"/>
                </a:lnTo>
                <a:lnTo>
                  <a:pt x="648361" y="76819"/>
                </a:lnTo>
                <a:lnTo>
                  <a:pt x="648938" y="76024"/>
                </a:lnTo>
                <a:lnTo>
                  <a:pt x="649575" y="75236"/>
                </a:lnTo>
                <a:lnTo>
                  <a:pt x="650272" y="74457"/>
                </a:lnTo>
                <a:lnTo>
                  <a:pt x="651029" y="73685"/>
                </a:lnTo>
                <a:lnTo>
                  <a:pt x="651847" y="72922"/>
                </a:lnTo>
                <a:lnTo>
                  <a:pt x="652724" y="72166"/>
                </a:lnTo>
                <a:lnTo>
                  <a:pt x="653660" y="71419"/>
                </a:lnTo>
                <a:lnTo>
                  <a:pt x="654657" y="70679"/>
                </a:lnTo>
                <a:lnTo>
                  <a:pt x="655714" y="69947"/>
                </a:lnTo>
                <a:lnTo>
                  <a:pt x="656831" y="69223"/>
                </a:lnTo>
                <a:lnTo>
                  <a:pt x="658008" y="68507"/>
                </a:lnTo>
                <a:lnTo>
                  <a:pt x="659281" y="67782"/>
                </a:lnTo>
                <a:lnTo>
                  <a:pt x="660687" y="67031"/>
                </a:lnTo>
                <a:lnTo>
                  <a:pt x="662227" y="66255"/>
                </a:lnTo>
                <a:lnTo>
                  <a:pt x="663900" y="65452"/>
                </a:lnTo>
                <a:lnTo>
                  <a:pt x="665706" y="64625"/>
                </a:lnTo>
                <a:lnTo>
                  <a:pt x="667646" y="63771"/>
                </a:lnTo>
                <a:lnTo>
                  <a:pt x="669719" y="62892"/>
                </a:lnTo>
                <a:lnTo>
                  <a:pt x="671925" y="61987"/>
                </a:lnTo>
                <a:lnTo>
                  <a:pt x="674264" y="61056"/>
                </a:lnTo>
                <a:lnTo>
                  <a:pt x="676737" y="60100"/>
                </a:lnTo>
                <a:lnTo>
                  <a:pt x="679342" y="59117"/>
                </a:lnTo>
                <a:lnTo>
                  <a:pt x="682081" y="58110"/>
                </a:lnTo>
                <a:lnTo>
                  <a:pt x="682081" y="55546"/>
                </a:lnTo>
                <a:lnTo>
                  <a:pt x="682060" y="53962"/>
                </a:lnTo>
                <a:lnTo>
                  <a:pt x="681995" y="52464"/>
                </a:lnTo>
                <a:lnTo>
                  <a:pt x="681887" y="51051"/>
                </a:lnTo>
                <a:lnTo>
                  <a:pt x="681737" y="49722"/>
                </a:lnTo>
                <a:lnTo>
                  <a:pt x="681543" y="48479"/>
                </a:lnTo>
                <a:lnTo>
                  <a:pt x="681306" y="47321"/>
                </a:lnTo>
                <a:lnTo>
                  <a:pt x="681026" y="46248"/>
                </a:lnTo>
                <a:lnTo>
                  <a:pt x="680702" y="45260"/>
                </a:lnTo>
                <a:lnTo>
                  <a:pt x="680336" y="44357"/>
                </a:lnTo>
                <a:lnTo>
                  <a:pt x="679927" y="43539"/>
                </a:lnTo>
                <a:lnTo>
                  <a:pt x="679474" y="42806"/>
                </a:lnTo>
                <a:lnTo>
                  <a:pt x="678979" y="42158"/>
                </a:lnTo>
                <a:lnTo>
                  <a:pt x="678442" y="41578"/>
                </a:lnTo>
                <a:lnTo>
                  <a:pt x="677866" y="41048"/>
                </a:lnTo>
                <a:lnTo>
                  <a:pt x="677251" y="40569"/>
                </a:lnTo>
                <a:lnTo>
                  <a:pt x="676597" y="40140"/>
                </a:lnTo>
                <a:lnTo>
                  <a:pt x="675904" y="39762"/>
                </a:lnTo>
                <a:lnTo>
                  <a:pt x="675171" y="39434"/>
                </a:lnTo>
                <a:lnTo>
                  <a:pt x="674400" y="39157"/>
                </a:lnTo>
                <a:lnTo>
                  <a:pt x="673589" y="38930"/>
                </a:lnTo>
                <a:lnTo>
                  <a:pt x="672739" y="38753"/>
                </a:lnTo>
                <a:lnTo>
                  <a:pt x="671851" y="38627"/>
                </a:lnTo>
                <a:lnTo>
                  <a:pt x="670922" y="38551"/>
                </a:lnTo>
                <a:lnTo>
                  <a:pt x="669955" y="38526"/>
                </a:lnTo>
                <a:lnTo>
                  <a:pt x="669219" y="38543"/>
                </a:lnTo>
                <a:lnTo>
                  <a:pt x="668509" y="38593"/>
                </a:lnTo>
                <a:lnTo>
                  <a:pt x="667824" y="38677"/>
                </a:lnTo>
                <a:lnTo>
                  <a:pt x="667166" y="38794"/>
                </a:lnTo>
                <a:lnTo>
                  <a:pt x="666532" y="38945"/>
                </a:lnTo>
                <a:lnTo>
                  <a:pt x="665925" y="39129"/>
                </a:lnTo>
                <a:lnTo>
                  <a:pt x="665344" y="39347"/>
                </a:lnTo>
                <a:lnTo>
                  <a:pt x="664788" y="39598"/>
                </a:lnTo>
                <a:lnTo>
                  <a:pt x="664258" y="39883"/>
                </a:lnTo>
                <a:lnTo>
                  <a:pt x="663754" y="40201"/>
                </a:lnTo>
                <a:lnTo>
                  <a:pt x="663275" y="40553"/>
                </a:lnTo>
                <a:lnTo>
                  <a:pt x="662822" y="40938"/>
                </a:lnTo>
                <a:lnTo>
                  <a:pt x="662389" y="41345"/>
                </a:lnTo>
                <a:lnTo>
                  <a:pt x="661994" y="41762"/>
                </a:lnTo>
                <a:lnTo>
                  <a:pt x="661637" y="42189"/>
                </a:lnTo>
                <a:lnTo>
                  <a:pt x="661317" y="42626"/>
                </a:lnTo>
                <a:lnTo>
                  <a:pt x="661034" y="43072"/>
                </a:lnTo>
                <a:lnTo>
                  <a:pt x="660789" y="43528"/>
                </a:lnTo>
                <a:lnTo>
                  <a:pt x="660582" y="43994"/>
                </a:lnTo>
                <a:lnTo>
                  <a:pt x="660413" y="44470"/>
                </a:lnTo>
                <a:lnTo>
                  <a:pt x="660281" y="44956"/>
                </a:lnTo>
                <a:lnTo>
                  <a:pt x="660187" y="45452"/>
                </a:lnTo>
                <a:lnTo>
                  <a:pt x="660131" y="45958"/>
                </a:lnTo>
                <a:lnTo>
                  <a:pt x="660112" y="46473"/>
                </a:lnTo>
                <a:lnTo>
                  <a:pt x="660254" y="50588"/>
                </a:lnTo>
                <a:lnTo>
                  <a:pt x="660243" y="51121"/>
                </a:lnTo>
                <a:lnTo>
                  <a:pt x="660208" y="51634"/>
                </a:lnTo>
                <a:lnTo>
                  <a:pt x="660150" y="52126"/>
                </a:lnTo>
                <a:lnTo>
                  <a:pt x="660068" y="52597"/>
                </a:lnTo>
                <a:lnTo>
                  <a:pt x="659963" y="53048"/>
                </a:lnTo>
                <a:lnTo>
                  <a:pt x="659835" y="53478"/>
                </a:lnTo>
                <a:lnTo>
                  <a:pt x="659684" y="53887"/>
                </a:lnTo>
                <a:lnTo>
                  <a:pt x="659509" y="54276"/>
                </a:lnTo>
                <a:lnTo>
                  <a:pt x="659312" y="54644"/>
                </a:lnTo>
                <a:lnTo>
                  <a:pt x="659090" y="54991"/>
                </a:lnTo>
                <a:lnTo>
                  <a:pt x="658846" y="55318"/>
                </a:lnTo>
                <a:lnTo>
                  <a:pt x="658578" y="55624"/>
                </a:lnTo>
                <a:lnTo>
                  <a:pt x="658292" y="55907"/>
                </a:lnTo>
                <a:lnTo>
                  <a:pt x="657991" y="56166"/>
                </a:lnTo>
                <a:lnTo>
                  <a:pt x="657675" y="56400"/>
                </a:lnTo>
                <a:lnTo>
                  <a:pt x="657346" y="56609"/>
                </a:lnTo>
                <a:lnTo>
                  <a:pt x="657002" y="56794"/>
                </a:lnTo>
                <a:lnTo>
                  <a:pt x="656643" y="56954"/>
                </a:lnTo>
                <a:lnTo>
                  <a:pt x="656271" y="57090"/>
                </a:lnTo>
                <a:lnTo>
                  <a:pt x="655884" y="57200"/>
                </a:lnTo>
                <a:lnTo>
                  <a:pt x="655482" y="57287"/>
                </a:lnTo>
                <a:lnTo>
                  <a:pt x="655066" y="57348"/>
                </a:lnTo>
                <a:lnTo>
                  <a:pt x="654636" y="57385"/>
                </a:lnTo>
                <a:lnTo>
                  <a:pt x="654191" y="57398"/>
                </a:lnTo>
                <a:lnTo>
                  <a:pt x="653758" y="57385"/>
                </a:lnTo>
                <a:lnTo>
                  <a:pt x="653339" y="57346"/>
                </a:lnTo>
                <a:lnTo>
                  <a:pt x="652932" y="57282"/>
                </a:lnTo>
                <a:lnTo>
                  <a:pt x="652539" y="57193"/>
                </a:lnTo>
                <a:lnTo>
                  <a:pt x="652159" y="57077"/>
                </a:lnTo>
                <a:lnTo>
                  <a:pt x="651793" y="56936"/>
                </a:lnTo>
                <a:lnTo>
                  <a:pt x="651440" y="56770"/>
                </a:lnTo>
                <a:lnTo>
                  <a:pt x="651101" y="56578"/>
                </a:lnTo>
                <a:lnTo>
                  <a:pt x="650774" y="56360"/>
                </a:lnTo>
                <a:lnTo>
                  <a:pt x="650462" y="56116"/>
                </a:lnTo>
                <a:lnTo>
                  <a:pt x="650162" y="55847"/>
                </a:lnTo>
                <a:lnTo>
                  <a:pt x="649876" y="55553"/>
                </a:lnTo>
                <a:lnTo>
                  <a:pt x="649608" y="55235"/>
                </a:lnTo>
                <a:lnTo>
                  <a:pt x="649364" y="54899"/>
                </a:lnTo>
                <a:lnTo>
                  <a:pt x="649143" y="54545"/>
                </a:lnTo>
                <a:lnTo>
                  <a:pt x="648945" y="54171"/>
                </a:lnTo>
                <a:lnTo>
                  <a:pt x="648770" y="53779"/>
                </a:lnTo>
                <a:lnTo>
                  <a:pt x="648619" y="53368"/>
                </a:lnTo>
                <a:lnTo>
                  <a:pt x="648491" y="52939"/>
                </a:lnTo>
                <a:lnTo>
                  <a:pt x="648386" y="52490"/>
                </a:lnTo>
                <a:lnTo>
                  <a:pt x="648305" y="52023"/>
                </a:lnTo>
                <a:lnTo>
                  <a:pt x="648246" y="51538"/>
                </a:lnTo>
                <a:lnTo>
                  <a:pt x="648211" y="51033"/>
                </a:lnTo>
                <a:lnTo>
                  <a:pt x="648200" y="50510"/>
                </a:lnTo>
                <a:lnTo>
                  <a:pt x="648243" y="49499"/>
                </a:lnTo>
                <a:lnTo>
                  <a:pt x="648374" y="48503"/>
                </a:lnTo>
                <a:lnTo>
                  <a:pt x="648592" y="47520"/>
                </a:lnTo>
                <a:lnTo>
                  <a:pt x="648897" y="46551"/>
                </a:lnTo>
                <a:lnTo>
                  <a:pt x="649290" y="45595"/>
                </a:lnTo>
                <a:lnTo>
                  <a:pt x="649769" y="44654"/>
                </a:lnTo>
                <a:lnTo>
                  <a:pt x="650336" y="43726"/>
                </a:lnTo>
                <a:lnTo>
                  <a:pt x="650990" y="42812"/>
                </a:lnTo>
                <a:lnTo>
                  <a:pt x="651731" y="41912"/>
                </a:lnTo>
                <a:lnTo>
                  <a:pt x="652559" y="41025"/>
                </a:lnTo>
                <a:lnTo>
                  <a:pt x="653474" y="40153"/>
                </a:lnTo>
                <a:lnTo>
                  <a:pt x="654477" y="39294"/>
                </a:lnTo>
                <a:lnTo>
                  <a:pt x="655558" y="38477"/>
                </a:lnTo>
                <a:lnTo>
                  <a:pt x="656710" y="37732"/>
                </a:lnTo>
                <a:lnTo>
                  <a:pt x="657932" y="37057"/>
                </a:lnTo>
                <a:lnTo>
                  <a:pt x="659224" y="36454"/>
                </a:lnTo>
                <a:lnTo>
                  <a:pt x="660587" y="35922"/>
                </a:lnTo>
                <a:lnTo>
                  <a:pt x="662020" y="35460"/>
                </a:lnTo>
                <a:lnTo>
                  <a:pt x="663523" y="35070"/>
                </a:lnTo>
                <a:lnTo>
                  <a:pt x="665097" y="34750"/>
                </a:lnTo>
                <a:lnTo>
                  <a:pt x="666741" y="34502"/>
                </a:lnTo>
                <a:lnTo>
                  <a:pt x="668455" y="34324"/>
                </a:lnTo>
                <a:lnTo>
                  <a:pt x="670240" y="34218"/>
                </a:lnTo>
                <a:lnTo>
                  <a:pt x="672095" y="34182"/>
                </a:lnTo>
                <a:lnTo>
                  <a:pt x="673524" y="34202"/>
                </a:lnTo>
                <a:lnTo>
                  <a:pt x="674909" y="34263"/>
                </a:lnTo>
                <a:lnTo>
                  <a:pt x="676250" y="34364"/>
                </a:lnTo>
                <a:lnTo>
                  <a:pt x="677548" y="34506"/>
                </a:lnTo>
                <a:lnTo>
                  <a:pt x="678802" y="34688"/>
                </a:lnTo>
                <a:lnTo>
                  <a:pt x="680013" y="34911"/>
                </a:lnTo>
                <a:lnTo>
                  <a:pt x="681180" y="35174"/>
                </a:lnTo>
                <a:lnTo>
                  <a:pt x="682303" y="35478"/>
                </a:lnTo>
                <a:lnTo>
                  <a:pt x="683383" y="35822"/>
                </a:lnTo>
                <a:lnTo>
                  <a:pt x="684419" y="36207"/>
                </a:lnTo>
                <a:lnTo>
                  <a:pt x="685412" y="36632"/>
                </a:lnTo>
                <a:lnTo>
                  <a:pt x="686361" y="37097"/>
                </a:lnTo>
                <a:lnTo>
                  <a:pt x="687047" y="37482"/>
                </a:lnTo>
                <a:lnTo>
                  <a:pt x="687703" y="37902"/>
                </a:lnTo>
                <a:lnTo>
                  <a:pt x="688327" y="38356"/>
                </a:lnTo>
                <a:lnTo>
                  <a:pt x="688921" y="38844"/>
                </a:lnTo>
                <a:lnTo>
                  <a:pt x="689484" y="39368"/>
                </a:lnTo>
                <a:lnTo>
                  <a:pt x="690017" y="39925"/>
                </a:lnTo>
                <a:lnTo>
                  <a:pt x="690519" y="40518"/>
                </a:lnTo>
                <a:lnTo>
                  <a:pt x="690990" y="41145"/>
                </a:lnTo>
                <a:lnTo>
                  <a:pt x="691430" y="41806"/>
                </a:lnTo>
                <a:lnTo>
                  <a:pt x="691840" y="42502"/>
                </a:lnTo>
                <a:lnTo>
                  <a:pt x="692219" y="43233"/>
                </a:lnTo>
                <a:lnTo>
                  <a:pt x="692567" y="43998"/>
                </a:lnTo>
                <a:lnTo>
                  <a:pt x="692772" y="44552"/>
                </a:lnTo>
                <a:lnTo>
                  <a:pt x="692959" y="45195"/>
                </a:lnTo>
                <a:lnTo>
                  <a:pt x="693129" y="45927"/>
                </a:lnTo>
                <a:lnTo>
                  <a:pt x="693280" y="46748"/>
                </a:lnTo>
                <a:lnTo>
                  <a:pt x="693414" y="47658"/>
                </a:lnTo>
                <a:lnTo>
                  <a:pt x="693530" y="48657"/>
                </a:lnTo>
                <a:lnTo>
                  <a:pt x="693628" y="49744"/>
                </a:lnTo>
                <a:lnTo>
                  <a:pt x="693708" y="50921"/>
                </a:lnTo>
                <a:lnTo>
                  <a:pt x="693770" y="52186"/>
                </a:lnTo>
                <a:lnTo>
                  <a:pt x="693815" y="53541"/>
                </a:lnTo>
                <a:lnTo>
                  <a:pt x="693842" y="54984"/>
                </a:lnTo>
                <a:lnTo>
                  <a:pt x="693851" y="56516"/>
                </a:lnTo>
                <a:lnTo>
                  <a:pt x="693851" y="78637"/>
                </a:lnTo>
                <a:lnTo>
                  <a:pt x="693853" y="80140"/>
                </a:lnTo>
                <a:lnTo>
                  <a:pt x="693861" y="81542"/>
                </a:lnTo>
                <a:lnTo>
                  <a:pt x="693873" y="82844"/>
                </a:lnTo>
                <a:lnTo>
                  <a:pt x="693890" y="84046"/>
                </a:lnTo>
                <a:lnTo>
                  <a:pt x="693913" y="85148"/>
                </a:lnTo>
                <a:lnTo>
                  <a:pt x="693940" y="86150"/>
                </a:lnTo>
                <a:lnTo>
                  <a:pt x="693972" y="87051"/>
                </a:lnTo>
                <a:lnTo>
                  <a:pt x="694009" y="87852"/>
                </a:lnTo>
                <a:lnTo>
                  <a:pt x="694051" y="88553"/>
                </a:lnTo>
                <a:lnTo>
                  <a:pt x="694098" y="89153"/>
                </a:lnTo>
                <a:lnTo>
                  <a:pt x="694150" y="89653"/>
                </a:lnTo>
                <a:lnTo>
                  <a:pt x="694207" y="90053"/>
                </a:lnTo>
                <a:lnTo>
                  <a:pt x="694270" y="90393"/>
                </a:lnTo>
                <a:lnTo>
                  <a:pt x="694339" y="90714"/>
                </a:lnTo>
                <a:lnTo>
                  <a:pt x="694415" y="91016"/>
                </a:lnTo>
                <a:lnTo>
                  <a:pt x="694497" y="91298"/>
                </a:lnTo>
                <a:lnTo>
                  <a:pt x="694585" y="91561"/>
                </a:lnTo>
                <a:lnTo>
                  <a:pt x="694680" y="91805"/>
                </a:lnTo>
                <a:lnTo>
                  <a:pt x="694781" y="92030"/>
                </a:lnTo>
                <a:lnTo>
                  <a:pt x="694889" y="92235"/>
                </a:lnTo>
                <a:lnTo>
                  <a:pt x="695003" y="92421"/>
                </a:lnTo>
                <a:lnTo>
                  <a:pt x="695124" y="92588"/>
                </a:lnTo>
                <a:lnTo>
                  <a:pt x="695251" y="92735"/>
                </a:lnTo>
                <a:lnTo>
                  <a:pt x="695384" y="92864"/>
                </a:lnTo>
                <a:lnTo>
                  <a:pt x="695523" y="92977"/>
                </a:lnTo>
                <a:lnTo>
                  <a:pt x="695665" y="93081"/>
                </a:lnTo>
                <a:lnTo>
                  <a:pt x="695810" y="93174"/>
                </a:lnTo>
                <a:lnTo>
                  <a:pt x="695959" y="93258"/>
                </a:lnTo>
                <a:lnTo>
                  <a:pt x="696111" y="93332"/>
                </a:lnTo>
                <a:lnTo>
                  <a:pt x="696267" y="93396"/>
                </a:lnTo>
                <a:lnTo>
                  <a:pt x="696426" y="93450"/>
                </a:lnTo>
                <a:lnTo>
                  <a:pt x="696589" y="93495"/>
                </a:lnTo>
                <a:lnTo>
                  <a:pt x="696755" y="93529"/>
                </a:lnTo>
                <a:lnTo>
                  <a:pt x="696925" y="93554"/>
                </a:lnTo>
                <a:lnTo>
                  <a:pt x="697098" y="93569"/>
                </a:lnTo>
                <a:lnTo>
                  <a:pt x="697275" y="93574"/>
                </a:lnTo>
                <a:lnTo>
                  <a:pt x="697463" y="93570"/>
                </a:lnTo>
                <a:lnTo>
                  <a:pt x="697647" y="93560"/>
                </a:lnTo>
                <a:lnTo>
                  <a:pt x="697827" y="93542"/>
                </a:lnTo>
                <a:lnTo>
                  <a:pt x="698004" y="93518"/>
                </a:lnTo>
                <a:lnTo>
                  <a:pt x="698176" y="93487"/>
                </a:lnTo>
                <a:lnTo>
                  <a:pt x="698344" y="93449"/>
                </a:lnTo>
                <a:lnTo>
                  <a:pt x="698509" y="93404"/>
                </a:lnTo>
                <a:lnTo>
                  <a:pt x="698669" y="93352"/>
                </a:lnTo>
                <a:lnTo>
                  <a:pt x="698826" y="93293"/>
                </a:lnTo>
                <a:lnTo>
                  <a:pt x="698979" y="93227"/>
                </a:lnTo>
                <a:lnTo>
                  <a:pt x="699127" y="93155"/>
                </a:lnTo>
                <a:lnTo>
                  <a:pt x="699272" y="93075"/>
                </a:lnTo>
                <a:lnTo>
                  <a:pt x="699541" y="92898"/>
                </a:lnTo>
                <a:lnTo>
                  <a:pt x="699848" y="92674"/>
                </a:lnTo>
                <a:lnTo>
                  <a:pt x="700195" y="92403"/>
                </a:lnTo>
                <a:lnTo>
                  <a:pt x="700579" y="92086"/>
                </a:lnTo>
                <a:lnTo>
                  <a:pt x="701003" y="91723"/>
                </a:lnTo>
                <a:lnTo>
                  <a:pt x="701465" y="91313"/>
                </a:lnTo>
                <a:lnTo>
                  <a:pt x="701966" y="90856"/>
                </a:lnTo>
                <a:lnTo>
                  <a:pt x="702505" y="90353"/>
                </a:lnTo>
                <a:lnTo>
                  <a:pt x="703083" y="89804"/>
                </a:lnTo>
                <a:lnTo>
                  <a:pt x="703700" y="89208"/>
                </a:lnTo>
                <a:lnTo>
                  <a:pt x="704355" y="88565"/>
                </a:lnTo>
                <a:lnTo>
                  <a:pt x="705049" y="87877"/>
                </a:lnTo>
                <a:lnTo>
                  <a:pt x="705049" y="91864"/>
                </a:lnTo>
                <a:lnTo>
                  <a:pt x="703723" y="93571"/>
                </a:lnTo>
                <a:lnTo>
                  <a:pt x="702406" y="95128"/>
                </a:lnTo>
                <a:lnTo>
                  <a:pt x="701100" y="96538"/>
                </a:lnTo>
                <a:lnTo>
                  <a:pt x="699803" y="97799"/>
                </a:lnTo>
                <a:lnTo>
                  <a:pt x="698516" y="98912"/>
                </a:lnTo>
                <a:lnTo>
                  <a:pt x="697239" y="99876"/>
                </a:lnTo>
                <a:lnTo>
                  <a:pt x="695972" y="100692"/>
                </a:lnTo>
                <a:lnTo>
                  <a:pt x="694715" y="101360"/>
                </a:lnTo>
                <a:lnTo>
                  <a:pt x="693467" y="101879"/>
                </a:lnTo>
                <a:lnTo>
                  <a:pt x="692230" y="102250"/>
                </a:lnTo>
                <a:lnTo>
                  <a:pt x="691002" y="102472"/>
                </a:lnTo>
                <a:lnTo>
                  <a:pt x="689785" y="102546"/>
                </a:lnTo>
                <a:lnTo>
                  <a:pt x="689212" y="102530"/>
                </a:lnTo>
                <a:lnTo>
                  <a:pt x="688660" y="102479"/>
                </a:lnTo>
                <a:lnTo>
                  <a:pt x="688127" y="102395"/>
                </a:lnTo>
                <a:lnTo>
                  <a:pt x="687613" y="102277"/>
                </a:lnTo>
                <a:lnTo>
                  <a:pt x="687120" y="102126"/>
                </a:lnTo>
                <a:lnTo>
                  <a:pt x="686646" y="101941"/>
                </a:lnTo>
                <a:lnTo>
                  <a:pt x="686193" y="101723"/>
                </a:lnTo>
                <a:lnTo>
                  <a:pt x="685759" y="101470"/>
                </a:lnTo>
                <a:lnTo>
                  <a:pt x="685345" y="101184"/>
                </a:lnTo>
                <a:lnTo>
                  <a:pt x="684950" y="100865"/>
                </a:lnTo>
                <a:lnTo>
                  <a:pt x="684576" y="100512"/>
                </a:lnTo>
                <a:lnTo>
                  <a:pt x="684221" y="100125"/>
                </a:lnTo>
                <a:lnTo>
                  <a:pt x="683890" y="99698"/>
                </a:lnTo>
                <a:lnTo>
                  <a:pt x="683587" y="99223"/>
                </a:lnTo>
                <a:lnTo>
                  <a:pt x="683312" y="98701"/>
                </a:lnTo>
                <a:lnTo>
                  <a:pt x="683064" y="98131"/>
                </a:lnTo>
                <a:lnTo>
                  <a:pt x="682844" y="97514"/>
                </a:lnTo>
                <a:lnTo>
                  <a:pt x="682652" y="96849"/>
                </a:lnTo>
                <a:lnTo>
                  <a:pt x="682488" y="96137"/>
                </a:lnTo>
                <a:lnTo>
                  <a:pt x="682351" y="95378"/>
                </a:lnTo>
                <a:lnTo>
                  <a:pt x="682242" y="94571"/>
                </a:lnTo>
                <a:lnTo>
                  <a:pt x="682161" y="93716"/>
                </a:lnTo>
                <a:lnTo>
                  <a:pt x="682107" y="92814"/>
                </a:lnTo>
                <a:lnTo>
                  <a:pt x="682081" y="91864"/>
                </a:lnTo>
                <a:moveTo>
                  <a:pt x="682081" y="87196"/>
                </a:moveTo>
                <a:lnTo>
                  <a:pt x="682081" y="62454"/>
                </a:lnTo>
                <a:lnTo>
                  <a:pt x="680339" y="63145"/>
                </a:lnTo>
                <a:lnTo>
                  <a:pt x="678703" y="63802"/>
                </a:lnTo>
                <a:lnTo>
                  <a:pt x="677173" y="64425"/>
                </a:lnTo>
                <a:lnTo>
                  <a:pt x="675749" y="65013"/>
                </a:lnTo>
                <a:lnTo>
                  <a:pt x="674431" y="65567"/>
                </a:lnTo>
                <a:lnTo>
                  <a:pt x="673219" y="66087"/>
                </a:lnTo>
                <a:lnTo>
                  <a:pt x="672113" y="66572"/>
                </a:lnTo>
                <a:lnTo>
                  <a:pt x="671112" y="67022"/>
                </a:lnTo>
                <a:lnTo>
                  <a:pt x="670218" y="67438"/>
                </a:lnTo>
                <a:lnTo>
                  <a:pt x="669430" y="67820"/>
                </a:lnTo>
                <a:lnTo>
                  <a:pt x="668748" y="68167"/>
                </a:lnTo>
                <a:lnTo>
                  <a:pt x="668172" y="68480"/>
                </a:lnTo>
                <a:lnTo>
                  <a:pt x="667255" y="69002"/>
                </a:lnTo>
                <a:lnTo>
                  <a:pt x="666383" y="69528"/>
                </a:lnTo>
                <a:lnTo>
                  <a:pt x="665555" y="70058"/>
                </a:lnTo>
                <a:lnTo>
                  <a:pt x="664772" y="70591"/>
                </a:lnTo>
                <a:lnTo>
                  <a:pt x="664033" y="71129"/>
                </a:lnTo>
                <a:lnTo>
                  <a:pt x="663339" y="71671"/>
                </a:lnTo>
                <a:lnTo>
                  <a:pt x="662690" y="72216"/>
                </a:lnTo>
                <a:lnTo>
                  <a:pt x="662085" y="72766"/>
                </a:lnTo>
                <a:lnTo>
                  <a:pt x="661525" y="73319"/>
                </a:lnTo>
                <a:lnTo>
                  <a:pt x="661009" y="73876"/>
                </a:lnTo>
                <a:lnTo>
                  <a:pt x="660538" y="74437"/>
                </a:lnTo>
                <a:lnTo>
                  <a:pt x="660112" y="75003"/>
                </a:lnTo>
                <a:lnTo>
                  <a:pt x="659724" y="75574"/>
                </a:lnTo>
                <a:lnTo>
                  <a:pt x="659371" y="76155"/>
                </a:lnTo>
                <a:lnTo>
                  <a:pt x="659051" y="76744"/>
                </a:lnTo>
                <a:lnTo>
                  <a:pt x="658765" y="77342"/>
                </a:lnTo>
                <a:lnTo>
                  <a:pt x="658512" y="77949"/>
                </a:lnTo>
                <a:lnTo>
                  <a:pt x="658293" y="78565"/>
                </a:lnTo>
                <a:lnTo>
                  <a:pt x="658108" y="79190"/>
                </a:lnTo>
                <a:lnTo>
                  <a:pt x="657956" y="79823"/>
                </a:lnTo>
                <a:lnTo>
                  <a:pt x="657838" y="80466"/>
                </a:lnTo>
                <a:lnTo>
                  <a:pt x="657754" y="81117"/>
                </a:lnTo>
                <a:lnTo>
                  <a:pt x="657703" y="81777"/>
                </a:lnTo>
                <a:lnTo>
                  <a:pt x="657687" y="82447"/>
                </a:lnTo>
                <a:lnTo>
                  <a:pt x="657708" y="83285"/>
                </a:lnTo>
                <a:lnTo>
                  <a:pt x="657772" y="84100"/>
                </a:lnTo>
                <a:lnTo>
                  <a:pt x="657878" y="84891"/>
                </a:lnTo>
                <a:lnTo>
                  <a:pt x="658027" y="85657"/>
                </a:lnTo>
                <a:lnTo>
                  <a:pt x="658219" y="86399"/>
                </a:lnTo>
                <a:lnTo>
                  <a:pt x="658453" y="87117"/>
                </a:lnTo>
                <a:lnTo>
                  <a:pt x="658730" y="87811"/>
                </a:lnTo>
                <a:lnTo>
                  <a:pt x="659050" y="88481"/>
                </a:lnTo>
                <a:lnTo>
                  <a:pt x="659412" y="89127"/>
                </a:lnTo>
                <a:lnTo>
                  <a:pt x="659817" y="89748"/>
                </a:lnTo>
                <a:lnTo>
                  <a:pt x="660264" y="90345"/>
                </a:lnTo>
                <a:lnTo>
                  <a:pt x="660754" y="90919"/>
                </a:lnTo>
                <a:lnTo>
                  <a:pt x="661271" y="91456"/>
                </a:lnTo>
                <a:lnTo>
                  <a:pt x="661802" y="91948"/>
                </a:lnTo>
                <a:lnTo>
                  <a:pt x="662345" y="92392"/>
                </a:lnTo>
                <a:lnTo>
                  <a:pt x="662902" y="92789"/>
                </a:lnTo>
                <a:lnTo>
                  <a:pt x="663471" y="93140"/>
                </a:lnTo>
                <a:lnTo>
                  <a:pt x="664053" y="93444"/>
                </a:lnTo>
                <a:lnTo>
                  <a:pt x="664648" y="93701"/>
                </a:lnTo>
                <a:lnTo>
                  <a:pt x="665255" y="93912"/>
                </a:lnTo>
                <a:lnTo>
                  <a:pt x="665876" y="94075"/>
                </a:lnTo>
                <a:lnTo>
                  <a:pt x="666510" y="94192"/>
                </a:lnTo>
                <a:lnTo>
                  <a:pt x="667156" y="94262"/>
                </a:lnTo>
                <a:lnTo>
                  <a:pt x="667815" y="94286"/>
                </a:lnTo>
                <a:lnTo>
                  <a:pt x="668743" y="94236"/>
                </a:lnTo>
                <a:lnTo>
                  <a:pt x="669718" y="94089"/>
                </a:lnTo>
                <a:lnTo>
                  <a:pt x="670740" y="93843"/>
                </a:lnTo>
                <a:lnTo>
                  <a:pt x="671810" y="93498"/>
                </a:lnTo>
                <a:lnTo>
                  <a:pt x="672927" y="93055"/>
                </a:lnTo>
                <a:lnTo>
                  <a:pt x="674092" y="92513"/>
                </a:lnTo>
                <a:lnTo>
                  <a:pt x="675305" y="91873"/>
                </a:lnTo>
                <a:lnTo>
                  <a:pt x="676565" y="91135"/>
                </a:lnTo>
                <a:lnTo>
                  <a:pt x="677873" y="90298"/>
                </a:lnTo>
                <a:lnTo>
                  <a:pt x="679228" y="89362"/>
                </a:lnTo>
                <a:lnTo>
                  <a:pt x="680631" y="88328"/>
                </a:lnTo>
                <a:lnTo>
                  <a:pt x="682081" y="87196"/>
                </a:lnTo>
                <a:close/>
                <a:moveTo>
                  <a:pt x="732347" y="0"/>
                </a:moveTo>
                <a:lnTo>
                  <a:pt x="732347" y="86461"/>
                </a:lnTo>
                <a:lnTo>
                  <a:pt x="732353" y="87453"/>
                </a:lnTo>
                <a:lnTo>
                  <a:pt x="732372" y="88387"/>
                </a:lnTo>
                <a:lnTo>
                  <a:pt x="732403" y="89263"/>
                </a:lnTo>
                <a:lnTo>
                  <a:pt x="732446" y="90083"/>
                </a:lnTo>
                <a:lnTo>
                  <a:pt x="732502" y="90845"/>
                </a:lnTo>
                <a:lnTo>
                  <a:pt x="732570" y="91550"/>
                </a:lnTo>
                <a:lnTo>
                  <a:pt x="732650" y="92197"/>
                </a:lnTo>
                <a:lnTo>
                  <a:pt x="732743" y="92787"/>
                </a:lnTo>
                <a:lnTo>
                  <a:pt x="732849" y="93320"/>
                </a:lnTo>
                <a:lnTo>
                  <a:pt x="732966" y="93796"/>
                </a:lnTo>
                <a:lnTo>
                  <a:pt x="733096" y="94214"/>
                </a:lnTo>
                <a:lnTo>
                  <a:pt x="733239" y="94575"/>
                </a:lnTo>
                <a:lnTo>
                  <a:pt x="733394" y="94900"/>
                </a:lnTo>
                <a:lnTo>
                  <a:pt x="733563" y="95212"/>
                </a:lnTo>
                <a:lnTo>
                  <a:pt x="733745" y="95511"/>
                </a:lnTo>
                <a:lnTo>
                  <a:pt x="733940" y="95796"/>
                </a:lnTo>
                <a:lnTo>
                  <a:pt x="734149" y="96068"/>
                </a:lnTo>
                <a:lnTo>
                  <a:pt x="734371" y="96327"/>
                </a:lnTo>
                <a:lnTo>
                  <a:pt x="734607" y="96572"/>
                </a:lnTo>
                <a:lnTo>
                  <a:pt x="734855" y="96804"/>
                </a:lnTo>
                <a:lnTo>
                  <a:pt x="735118" y="97023"/>
                </a:lnTo>
                <a:lnTo>
                  <a:pt x="735393" y="97229"/>
                </a:lnTo>
                <a:lnTo>
                  <a:pt x="735682" y="97421"/>
                </a:lnTo>
                <a:lnTo>
                  <a:pt x="735985" y="97599"/>
                </a:lnTo>
                <a:lnTo>
                  <a:pt x="736316" y="97764"/>
                </a:lnTo>
                <a:lnTo>
                  <a:pt x="736692" y="97914"/>
                </a:lnTo>
                <a:lnTo>
                  <a:pt x="737113" y="98050"/>
                </a:lnTo>
                <a:lnTo>
                  <a:pt x="737578" y="98172"/>
                </a:lnTo>
                <a:lnTo>
                  <a:pt x="738088" y="98279"/>
                </a:lnTo>
                <a:lnTo>
                  <a:pt x="738642" y="98372"/>
                </a:lnTo>
                <a:lnTo>
                  <a:pt x="739241" y="98451"/>
                </a:lnTo>
                <a:lnTo>
                  <a:pt x="739884" y="98515"/>
                </a:lnTo>
                <a:lnTo>
                  <a:pt x="740572" y="98565"/>
                </a:lnTo>
                <a:lnTo>
                  <a:pt x="741305" y="98601"/>
                </a:lnTo>
                <a:lnTo>
                  <a:pt x="742082" y="98623"/>
                </a:lnTo>
                <a:lnTo>
                  <a:pt x="742904" y="98630"/>
                </a:lnTo>
                <a:lnTo>
                  <a:pt x="742904" y="101265"/>
                </a:lnTo>
                <a:lnTo>
                  <a:pt x="710877" y="101265"/>
                </a:lnTo>
                <a:lnTo>
                  <a:pt x="710877" y="98630"/>
                </a:lnTo>
                <a:lnTo>
                  <a:pt x="711606" y="98623"/>
                </a:lnTo>
                <a:lnTo>
                  <a:pt x="712296" y="98604"/>
                </a:lnTo>
                <a:lnTo>
                  <a:pt x="712945" y="98572"/>
                </a:lnTo>
                <a:lnTo>
                  <a:pt x="713556" y="98527"/>
                </a:lnTo>
                <a:lnTo>
                  <a:pt x="714126" y="98469"/>
                </a:lnTo>
                <a:lnTo>
                  <a:pt x="714657" y="98399"/>
                </a:lnTo>
                <a:lnTo>
                  <a:pt x="715149" y="98315"/>
                </a:lnTo>
                <a:lnTo>
                  <a:pt x="715600" y="98219"/>
                </a:lnTo>
                <a:lnTo>
                  <a:pt x="716013" y="98110"/>
                </a:lnTo>
                <a:lnTo>
                  <a:pt x="716385" y="97988"/>
                </a:lnTo>
                <a:lnTo>
                  <a:pt x="716718" y="97854"/>
                </a:lnTo>
                <a:lnTo>
                  <a:pt x="717011" y="97706"/>
                </a:lnTo>
                <a:lnTo>
                  <a:pt x="717280" y="97543"/>
                </a:lnTo>
                <a:lnTo>
                  <a:pt x="717538" y="97364"/>
                </a:lnTo>
                <a:lnTo>
                  <a:pt x="717787" y="97168"/>
                </a:lnTo>
                <a:lnTo>
                  <a:pt x="718026" y="96955"/>
                </a:lnTo>
                <a:lnTo>
                  <a:pt x="718255" y="96725"/>
                </a:lnTo>
                <a:lnTo>
                  <a:pt x="718473" y="96478"/>
                </a:lnTo>
                <a:lnTo>
                  <a:pt x="718683" y="96215"/>
                </a:lnTo>
                <a:lnTo>
                  <a:pt x="718882" y="95935"/>
                </a:lnTo>
                <a:lnTo>
                  <a:pt x="719071" y="95638"/>
                </a:lnTo>
                <a:lnTo>
                  <a:pt x="719250" y="95324"/>
                </a:lnTo>
                <a:lnTo>
                  <a:pt x="719420" y="94994"/>
                </a:lnTo>
                <a:lnTo>
                  <a:pt x="719579" y="94646"/>
                </a:lnTo>
                <a:lnTo>
                  <a:pt x="719727" y="94263"/>
                </a:lnTo>
                <a:lnTo>
                  <a:pt x="719862" y="93825"/>
                </a:lnTo>
                <a:lnTo>
                  <a:pt x="719985" y="93334"/>
                </a:lnTo>
                <a:lnTo>
                  <a:pt x="720094" y="92787"/>
                </a:lnTo>
                <a:lnTo>
                  <a:pt x="720191" y="92187"/>
                </a:lnTo>
                <a:lnTo>
                  <a:pt x="720275" y="91532"/>
                </a:lnTo>
                <a:lnTo>
                  <a:pt x="720345" y="90823"/>
                </a:lnTo>
                <a:lnTo>
                  <a:pt x="720403" y="90059"/>
                </a:lnTo>
                <a:lnTo>
                  <a:pt x="720448" y="89241"/>
                </a:lnTo>
                <a:lnTo>
                  <a:pt x="720481" y="88369"/>
                </a:lnTo>
                <a:lnTo>
                  <a:pt x="720500" y="87442"/>
                </a:lnTo>
                <a:lnTo>
                  <a:pt x="720506" y="86461"/>
                </a:lnTo>
                <a:lnTo>
                  <a:pt x="720506" y="27254"/>
                </a:lnTo>
                <a:lnTo>
                  <a:pt x="720503" y="25475"/>
                </a:lnTo>
                <a:lnTo>
                  <a:pt x="720492" y="23814"/>
                </a:lnTo>
                <a:lnTo>
                  <a:pt x="720475" y="22271"/>
                </a:lnTo>
                <a:lnTo>
                  <a:pt x="720451" y="20847"/>
                </a:lnTo>
                <a:lnTo>
                  <a:pt x="720420" y="19540"/>
                </a:lnTo>
                <a:lnTo>
                  <a:pt x="720382" y="18351"/>
                </a:lnTo>
                <a:lnTo>
                  <a:pt x="720336" y="17281"/>
                </a:lnTo>
                <a:lnTo>
                  <a:pt x="720284" y="16328"/>
                </a:lnTo>
                <a:lnTo>
                  <a:pt x="720226" y="15494"/>
                </a:lnTo>
                <a:lnTo>
                  <a:pt x="720160" y="14778"/>
                </a:lnTo>
                <a:lnTo>
                  <a:pt x="720087" y="14180"/>
                </a:lnTo>
                <a:lnTo>
                  <a:pt x="720007" y="13700"/>
                </a:lnTo>
                <a:lnTo>
                  <a:pt x="719920" y="13289"/>
                </a:lnTo>
                <a:lnTo>
                  <a:pt x="719824" y="12901"/>
                </a:lnTo>
                <a:lnTo>
                  <a:pt x="719720" y="12536"/>
                </a:lnTo>
                <a:lnTo>
                  <a:pt x="719607" y="12192"/>
                </a:lnTo>
                <a:lnTo>
                  <a:pt x="719486" y="11871"/>
                </a:lnTo>
                <a:lnTo>
                  <a:pt x="719356" y="11573"/>
                </a:lnTo>
                <a:lnTo>
                  <a:pt x="719218" y="11296"/>
                </a:lnTo>
                <a:lnTo>
                  <a:pt x="719072" y="11042"/>
                </a:lnTo>
                <a:lnTo>
                  <a:pt x="718917" y="10810"/>
                </a:lnTo>
                <a:lnTo>
                  <a:pt x="718754" y="10600"/>
                </a:lnTo>
                <a:lnTo>
                  <a:pt x="718582" y="10413"/>
                </a:lnTo>
                <a:lnTo>
                  <a:pt x="718402" y="10248"/>
                </a:lnTo>
                <a:lnTo>
                  <a:pt x="718214" y="10100"/>
                </a:lnTo>
                <a:lnTo>
                  <a:pt x="718017" y="9965"/>
                </a:lnTo>
                <a:lnTo>
                  <a:pt x="717811" y="9843"/>
                </a:lnTo>
                <a:lnTo>
                  <a:pt x="717598" y="9734"/>
                </a:lnTo>
                <a:lnTo>
                  <a:pt x="717376" y="9637"/>
                </a:lnTo>
                <a:lnTo>
                  <a:pt x="717145" y="9554"/>
                </a:lnTo>
                <a:lnTo>
                  <a:pt x="716906" y="9483"/>
                </a:lnTo>
                <a:lnTo>
                  <a:pt x="716659" y="9425"/>
                </a:lnTo>
                <a:lnTo>
                  <a:pt x="716403" y="9380"/>
                </a:lnTo>
                <a:lnTo>
                  <a:pt x="716138" y="9348"/>
                </a:lnTo>
                <a:lnTo>
                  <a:pt x="715866" y="9329"/>
                </a:lnTo>
                <a:lnTo>
                  <a:pt x="715585" y="9322"/>
                </a:lnTo>
                <a:lnTo>
                  <a:pt x="715269" y="9330"/>
                </a:lnTo>
                <a:lnTo>
                  <a:pt x="714939" y="9354"/>
                </a:lnTo>
                <a:lnTo>
                  <a:pt x="714595" y="9393"/>
                </a:lnTo>
                <a:lnTo>
                  <a:pt x="714237" y="9449"/>
                </a:lnTo>
                <a:lnTo>
                  <a:pt x="713866" y="9520"/>
                </a:lnTo>
                <a:lnTo>
                  <a:pt x="713480" y="9607"/>
                </a:lnTo>
                <a:lnTo>
                  <a:pt x="713081" y="9710"/>
                </a:lnTo>
                <a:lnTo>
                  <a:pt x="712668" y="9829"/>
                </a:lnTo>
                <a:lnTo>
                  <a:pt x="712241" y="9963"/>
                </a:lnTo>
                <a:lnTo>
                  <a:pt x="711800" y="10113"/>
                </a:lnTo>
                <a:lnTo>
                  <a:pt x="711345" y="10280"/>
                </a:lnTo>
                <a:lnTo>
                  <a:pt x="710877" y="10462"/>
                </a:lnTo>
                <a:lnTo>
                  <a:pt x="709664" y="7969"/>
                </a:lnTo>
                <a:lnTo>
                  <a:pt x="729137" y="0"/>
                </a:lnTo>
                <a:lnTo>
                  <a:pt x="732347" y="0"/>
                </a:lnTo>
                <a:close/>
                <a:moveTo>
                  <a:pt x="767527" y="77495"/>
                </a:moveTo>
                <a:lnTo>
                  <a:pt x="766548" y="76993"/>
                </a:lnTo>
                <a:lnTo>
                  <a:pt x="765607" y="76459"/>
                </a:lnTo>
                <a:lnTo>
                  <a:pt x="764705" y="75893"/>
                </a:lnTo>
                <a:lnTo>
                  <a:pt x="763842" y="75295"/>
                </a:lnTo>
                <a:lnTo>
                  <a:pt x="763017" y="74664"/>
                </a:lnTo>
                <a:lnTo>
                  <a:pt x="762231" y="74002"/>
                </a:lnTo>
                <a:lnTo>
                  <a:pt x="761483" y="73307"/>
                </a:lnTo>
                <a:lnTo>
                  <a:pt x="760774" y="72580"/>
                </a:lnTo>
                <a:lnTo>
                  <a:pt x="760104" y="71822"/>
                </a:lnTo>
                <a:lnTo>
                  <a:pt x="759473" y="71031"/>
                </a:lnTo>
                <a:lnTo>
                  <a:pt x="758880" y="70208"/>
                </a:lnTo>
                <a:lnTo>
                  <a:pt x="758326" y="69352"/>
                </a:lnTo>
                <a:lnTo>
                  <a:pt x="757813" y="68473"/>
                </a:lnTo>
                <a:lnTo>
                  <a:pt x="757345" y="67579"/>
                </a:lnTo>
                <a:lnTo>
                  <a:pt x="756921" y="66670"/>
                </a:lnTo>
                <a:lnTo>
                  <a:pt x="756542" y="65745"/>
                </a:lnTo>
                <a:lnTo>
                  <a:pt x="756208" y="64804"/>
                </a:lnTo>
                <a:lnTo>
                  <a:pt x="755918" y="63849"/>
                </a:lnTo>
                <a:lnTo>
                  <a:pt x="755673" y="62878"/>
                </a:lnTo>
                <a:lnTo>
                  <a:pt x="755472" y="61892"/>
                </a:lnTo>
                <a:lnTo>
                  <a:pt x="755316" y="60890"/>
                </a:lnTo>
                <a:lnTo>
                  <a:pt x="755205" y="59873"/>
                </a:lnTo>
                <a:lnTo>
                  <a:pt x="755138" y="58841"/>
                </a:lnTo>
                <a:lnTo>
                  <a:pt x="755116" y="57794"/>
                </a:lnTo>
                <a:lnTo>
                  <a:pt x="755166" y="56200"/>
                </a:lnTo>
                <a:lnTo>
                  <a:pt x="755319" y="54645"/>
                </a:lnTo>
                <a:lnTo>
                  <a:pt x="755573" y="53127"/>
                </a:lnTo>
                <a:lnTo>
                  <a:pt x="755928" y="51646"/>
                </a:lnTo>
                <a:lnTo>
                  <a:pt x="756385" y="50203"/>
                </a:lnTo>
                <a:lnTo>
                  <a:pt x="756943" y="48797"/>
                </a:lnTo>
                <a:lnTo>
                  <a:pt x="757604" y="47429"/>
                </a:lnTo>
                <a:lnTo>
                  <a:pt x="758365" y="46099"/>
                </a:lnTo>
                <a:lnTo>
                  <a:pt x="759228" y="44806"/>
                </a:lnTo>
                <a:lnTo>
                  <a:pt x="760193" y="43550"/>
                </a:lnTo>
                <a:lnTo>
                  <a:pt x="761259" y="42333"/>
                </a:lnTo>
                <a:lnTo>
                  <a:pt x="762427" y="41152"/>
                </a:lnTo>
                <a:lnTo>
                  <a:pt x="763674" y="40039"/>
                </a:lnTo>
                <a:lnTo>
                  <a:pt x="764978" y="39022"/>
                </a:lnTo>
                <a:lnTo>
                  <a:pt x="766339" y="38103"/>
                </a:lnTo>
                <a:lnTo>
                  <a:pt x="767757" y="37280"/>
                </a:lnTo>
                <a:lnTo>
                  <a:pt x="769232" y="36554"/>
                </a:lnTo>
                <a:lnTo>
                  <a:pt x="770764" y="35925"/>
                </a:lnTo>
                <a:lnTo>
                  <a:pt x="772352" y="35392"/>
                </a:lnTo>
                <a:lnTo>
                  <a:pt x="773998" y="34957"/>
                </a:lnTo>
                <a:lnTo>
                  <a:pt x="775701" y="34618"/>
                </a:lnTo>
                <a:lnTo>
                  <a:pt x="777461" y="34376"/>
                </a:lnTo>
                <a:lnTo>
                  <a:pt x="779277" y="34231"/>
                </a:lnTo>
                <a:lnTo>
                  <a:pt x="781151" y="34182"/>
                </a:lnTo>
                <a:lnTo>
                  <a:pt x="782691" y="34214"/>
                </a:lnTo>
                <a:lnTo>
                  <a:pt x="784196" y="34309"/>
                </a:lnTo>
                <a:lnTo>
                  <a:pt x="785667" y="34467"/>
                </a:lnTo>
                <a:lnTo>
                  <a:pt x="787103" y="34689"/>
                </a:lnTo>
                <a:lnTo>
                  <a:pt x="788504" y="34973"/>
                </a:lnTo>
                <a:lnTo>
                  <a:pt x="789871" y="35322"/>
                </a:lnTo>
                <a:lnTo>
                  <a:pt x="791203" y="35733"/>
                </a:lnTo>
                <a:lnTo>
                  <a:pt x="792500" y="36208"/>
                </a:lnTo>
                <a:lnTo>
                  <a:pt x="793763" y="36746"/>
                </a:lnTo>
                <a:lnTo>
                  <a:pt x="794991" y="37347"/>
                </a:lnTo>
                <a:lnTo>
                  <a:pt x="796184" y="38012"/>
                </a:lnTo>
                <a:lnTo>
                  <a:pt x="797343" y="38740"/>
                </a:lnTo>
                <a:lnTo>
                  <a:pt x="811181" y="38740"/>
                </a:lnTo>
                <a:lnTo>
                  <a:pt x="811674" y="38741"/>
                </a:lnTo>
                <a:lnTo>
                  <a:pt x="812132" y="38745"/>
                </a:lnTo>
                <a:lnTo>
                  <a:pt x="812554" y="38751"/>
                </a:lnTo>
                <a:lnTo>
                  <a:pt x="812940" y="38759"/>
                </a:lnTo>
                <a:lnTo>
                  <a:pt x="813291" y="38770"/>
                </a:lnTo>
                <a:lnTo>
                  <a:pt x="813606" y="38784"/>
                </a:lnTo>
                <a:lnTo>
                  <a:pt x="813885" y="38800"/>
                </a:lnTo>
                <a:lnTo>
                  <a:pt x="814129" y="38818"/>
                </a:lnTo>
                <a:lnTo>
                  <a:pt x="814337" y="38839"/>
                </a:lnTo>
                <a:lnTo>
                  <a:pt x="814509" y="38862"/>
                </a:lnTo>
                <a:lnTo>
                  <a:pt x="814646" y="38887"/>
                </a:lnTo>
                <a:lnTo>
                  <a:pt x="814747" y="38916"/>
                </a:lnTo>
                <a:lnTo>
                  <a:pt x="814828" y="38947"/>
                </a:lnTo>
                <a:lnTo>
                  <a:pt x="814906" y="38981"/>
                </a:lnTo>
                <a:lnTo>
                  <a:pt x="814979" y="39019"/>
                </a:lnTo>
                <a:lnTo>
                  <a:pt x="815048" y="39060"/>
                </a:lnTo>
                <a:lnTo>
                  <a:pt x="815114" y="39105"/>
                </a:lnTo>
                <a:lnTo>
                  <a:pt x="815175" y="39153"/>
                </a:lnTo>
                <a:lnTo>
                  <a:pt x="815233" y="39205"/>
                </a:lnTo>
                <a:lnTo>
                  <a:pt x="815286" y="39260"/>
                </a:lnTo>
                <a:lnTo>
                  <a:pt x="815336" y="39318"/>
                </a:lnTo>
                <a:lnTo>
                  <a:pt x="815381" y="39380"/>
                </a:lnTo>
                <a:lnTo>
                  <a:pt x="815423" y="39445"/>
                </a:lnTo>
                <a:lnTo>
                  <a:pt x="815460" y="39514"/>
                </a:lnTo>
                <a:lnTo>
                  <a:pt x="815529" y="39627"/>
                </a:lnTo>
                <a:lnTo>
                  <a:pt x="815591" y="39753"/>
                </a:lnTo>
                <a:lnTo>
                  <a:pt x="815648" y="39893"/>
                </a:lnTo>
                <a:lnTo>
                  <a:pt x="815698" y="40047"/>
                </a:lnTo>
                <a:lnTo>
                  <a:pt x="815743" y="40214"/>
                </a:lnTo>
                <a:lnTo>
                  <a:pt x="815781" y="40395"/>
                </a:lnTo>
                <a:lnTo>
                  <a:pt x="815814" y="40590"/>
                </a:lnTo>
                <a:lnTo>
                  <a:pt x="815841" y="40798"/>
                </a:lnTo>
                <a:lnTo>
                  <a:pt x="815862" y="41020"/>
                </a:lnTo>
                <a:lnTo>
                  <a:pt x="815877" y="41256"/>
                </a:lnTo>
                <a:lnTo>
                  <a:pt x="815885" y="41505"/>
                </a:lnTo>
                <a:lnTo>
                  <a:pt x="815888" y="41769"/>
                </a:lnTo>
                <a:lnTo>
                  <a:pt x="815886" y="42066"/>
                </a:lnTo>
                <a:lnTo>
                  <a:pt x="815879" y="42347"/>
                </a:lnTo>
                <a:lnTo>
                  <a:pt x="815866" y="42613"/>
                </a:lnTo>
                <a:lnTo>
                  <a:pt x="815849" y="42863"/>
                </a:lnTo>
                <a:lnTo>
                  <a:pt x="815827" y="43098"/>
                </a:lnTo>
                <a:lnTo>
                  <a:pt x="815799" y="43317"/>
                </a:lnTo>
                <a:lnTo>
                  <a:pt x="815767" y="43520"/>
                </a:lnTo>
                <a:lnTo>
                  <a:pt x="815730" y="43708"/>
                </a:lnTo>
                <a:lnTo>
                  <a:pt x="815688" y="43880"/>
                </a:lnTo>
                <a:lnTo>
                  <a:pt x="815641" y="44037"/>
                </a:lnTo>
                <a:lnTo>
                  <a:pt x="815589" y="44178"/>
                </a:lnTo>
                <a:lnTo>
                  <a:pt x="815532" y="44303"/>
                </a:lnTo>
                <a:lnTo>
                  <a:pt x="815494" y="44361"/>
                </a:lnTo>
                <a:lnTo>
                  <a:pt x="815452" y="44417"/>
                </a:lnTo>
                <a:lnTo>
                  <a:pt x="815405" y="44470"/>
                </a:lnTo>
                <a:lnTo>
                  <a:pt x="815353" y="44522"/>
                </a:lnTo>
                <a:lnTo>
                  <a:pt x="815298" y="44572"/>
                </a:lnTo>
                <a:lnTo>
                  <a:pt x="815238" y="44620"/>
                </a:lnTo>
                <a:lnTo>
                  <a:pt x="815173" y="44666"/>
                </a:lnTo>
                <a:lnTo>
                  <a:pt x="815104" y="44710"/>
                </a:lnTo>
                <a:lnTo>
                  <a:pt x="815030" y="44752"/>
                </a:lnTo>
                <a:lnTo>
                  <a:pt x="814952" y="44792"/>
                </a:lnTo>
                <a:lnTo>
                  <a:pt x="814870" y="44830"/>
                </a:lnTo>
                <a:lnTo>
                  <a:pt x="814783" y="44866"/>
                </a:lnTo>
                <a:lnTo>
                  <a:pt x="814676" y="44900"/>
                </a:lnTo>
                <a:lnTo>
                  <a:pt x="814534" y="44931"/>
                </a:lnTo>
                <a:lnTo>
                  <a:pt x="814357" y="44959"/>
                </a:lnTo>
                <a:lnTo>
                  <a:pt x="814145" y="44984"/>
                </a:lnTo>
                <a:lnTo>
                  <a:pt x="813897" y="45006"/>
                </a:lnTo>
                <a:lnTo>
                  <a:pt x="813615" y="45025"/>
                </a:lnTo>
                <a:lnTo>
                  <a:pt x="813297" y="45041"/>
                </a:lnTo>
                <a:lnTo>
                  <a:pt x="812944" y="45054"/>
                </a:lnTo>
                <a:lnTo>
                  <a:pt x="812556" y="45064"/>
                </a:lnTo>
                <a:lnTo>
                  <a:pt x="812133" y="45072"/>
                </a:lnTo>
                <a:lnTo>
                  <a:pt x="811674" y="45076"/>
                </a:lnTo>
                <a:lnTo>
                  <a:pt x="811181" y="45078"/>
                </a:lnTo>
                <a:lnTo>
                  <a:pt x="802692" y="45078"/>
                </a:lnTo>
                <a:lnTo>
                  <a:pt x="803330" y="45954"/>
                </a:lnTo>
                <a:lnTo>
                  <a:pt x="803913" y="46870"/>
                </a:lnTo>
                <a:lnTo>
                  <a:pt x="804440" y="47825"/>
                </a:lnTo>
                <a:lnTo>
                  <a:pt x="804912" y="48820"/>
                </a:lnTo>
                <a:lnTo>
                  <a:pt x="805328" y="49855"/>
                </a:lnTo>
                <a:lnTo>
                  <a:pt x="805688" y="50929"/>
                </a:lnTo>
                <a:lnTo>
                  <a:pt x="805993" y="52043"/>
                </a:lnTo>
                <a:lnTo>
                  <a:pt x="806243" y="53197"/>
                </a:lnTo>
                <a:lnTo>
                  <a:pt x="806437" y="54390"/>
                </a:lnTo>
                <a:lnTo>
                  <a:pt x="806576" y="55623"/>
                </a:lnTo>
                <a:lnTo>
                  <a:pt x="806659" y="56895"/>
                </a:lnTo>
                <a:lnTo>
                  <a:pt x="806687" y="58208"/>
                </a:lnTo>
                <a:lnTo>
                  <a:pt x="806638" y="59711"/>
                </a:lnTo>
                <a:lnTo>
                  <a:pt x="806493" y="61179"/>
                </a:lnTo>
                <a:lnTo>
                  <a:pt x="806250" y="62609"/>
                </a:lnTo>
                <a:lnTo>
                  <a:pt x="805910" y="64003"/>
                </a:lnTo>
                <a:lnTo>
                  <a:pt x="805473" y="65360"/>
                </a:lnTo>
                <a:lnTo>
                  <a:pt x="804939" y="66681"/>
                </a:lnTo>
                <a:lnTo>
                  <a:pt x="804308" y="67965"/>
                </a:lnTo>
                <a:lnTo>
                  <a:pt x="803580" y="69212"/>
                </a:lnTo>
                <a:lnTo>
                  <a:pt x="802755" y="70422"/>
                </a:lnTo>
                <a:lnTo>
                  <a:pt x="801833" y="71596"/>
                </a:lnTo>
                <a:lnTo>
                  <a:pt x="800813" y="72734"/>
                </a:lnTo>
                <a:lnTo>
                  <a:pt x="799697" y="73834"/>
                </a:lnTo>
                <a:lnTo>
                  <a:pt x="798498" y="74871"/>
                </a:lnTo>
                <a:lnTo>
                  <a:pt x="797234" y="75818"/>
                </a:lnTo>
                <a:lnTo>
                  <a:pt x="795903" y="76675"/>
                </a:lnTo>
                <a:lnTo>
                  <a:pt x="794505" y="77442"/>
                </a:lnTo>
                <a:lnTo>
                  <a:pt x="793042" y="78118"/>
                </a:lnTo>
                <a:lnTo>
                  <a:pt x="791512" y="78705"/>
                </a:lnTo>
                <a:lnTo>
                  <a:pt x="789915" y="79201"/>
                </a:lnTo>
                <a:lnTo>
                  <a:pt x="788252" y="79606"/>
                </a:lnTo>
                <a:lnTo>
                  <a:pt x="786523" y="79922"/>
                </a:lnTo>
                <a:lnTo>
                  <a:pt x="784727" y="80148"/>
                </a:lnTo>
                <a:lnTo>
                  <a:pt x="782865" y="80283"/>
                </a:lnTo>
                <a:lnTo>
                  <a:pt x="780937" y="80328"/>
                </a:lnTo>
                <a:lnTo>
                  <a:pt x="780127" y="80318"/>
                </a:lnTo>
                <a:lnTo>
                  <a:pt x="779314" y="80288"/>
                </a:lnTo>
                <a:lnTo>
                  <a:pt x="778498" y="80237"/>
                </a:lnTo>
                <a:lnTo>
                  <a:pt x="777680" y="80167"/>
                </a:lnTo>
                <a:lnTo>
                  <a:pt x="776858" y="80076"/>
                </a:lnTo>
                <a:lnTo>
                  <a:pt x="776033" y="79965"/>
                </a:lnTo>
                <a:lnTo>
                  <a:pt x="775205" y="79834"/>
                </a:lnTo>
                <a:lnTo>
                  <a:pt x="774375" y="79682"/>
                </a:lnTo>
                <a:lnTo>
                  <a:pt x="773541" y="79511"/>
                </a:lnTo>
                <a:lnTo>
                  <a:pt x="772704" y="79319"/>
                </a:lnTo>
                <a:lnTo>
                  <a:pt x="771865" y="79107"/>
                </a:lnTo>
                <a:lnTo>
                  <a:pt x="771022" y="78875"/>
                </a:lnTo>
                <a:lnTo>
                  <a:pt x="770513" y="79321"/>
                </a:lnTo>
                <a:lnTo>
                  <a:pt x="770032" y="79757"/>
                </a:lnTo>
                <a:lnTo>
                  <a:pt x="769580" y="80185"/>
                </a:lnTo>
                <a:lnTo>
                  <a:pt x="769156" y="80602"/>
                </a:lnTo>
                <a:lnTo>
                  <a:pt x="768760" y="81011"/>
                </a:lnTo>
                <a:lnTo>
                  <a:pt x="768392" y="81410"/>
                </a:lnTo>
                <a:lnTo>
                  <a:pt x="768052" y="81800"/>
                </a:lnTo>
                <a:lnTo>
                  <a:pt x="767741" y="82180"/>
                </a:lnTo>
                <a:lnTo>
                  <a:pt x="767458" y="82551"/>
                </a:lnTo>
                <a:lnTo>
                  <a:pt x="767203" y="82913"/>
                </a:lnTo>
                <a:lnTo>
                  <a:pt x="766976" y="83265"/>
                </a:lnTo>
                <a:lnTo>
                  <a:pt x="766778" y="83608"/>
                </a:lnTo>
                <a:lnTo>
                  <a:pt x="766601" y="83942"/>
                </a:lnTo>
                <a:lnTo>
                  <a:pt x="766440" y="84267"/>
                </a:lnTo>
                <a:lnTo>
                  <a:pt x="766294" y="84584"/>
                </a:lnTo>
                <a:lnTo>
                  <a:pt x="766164" y="84893"/>
                </a:lnTo>
                <a:lnTo>
                  <a:pt x="766049" y="85193"/>
                </a:lnTo>
                <a:lnTo>
                  <a:pt x="765949" y="85484"/>
                </a:lnTo>
                <a:lnTo>
                  <a:pt x="765864" y="85768"/>
                </a:lnTo>
                <a:lnTo>
                  <a:pt x="765795" y="86042"/>
                </a:lnTo>
                <a:lnTo>
                  <a:pt x="765742" y="86309"/>
                </a:lnTo>
                <a:lnTo>
                  <a:pt x="765703" y="86567"/>
                </a:lnTo>
                <a:lnTo>
                  <a:pt x="765680" y="86816"/>
                </a:lnTo>
                <a:lnTo>
                  <a:pt x="765672" y="87058"/>
                </a:lnTo>
                <a:lnTo>
                  <a:pt x="765681" y="87259"/>
                </a:lnTo>
                <a:lnTo>
                  <a:pt x="765705" y="87459"/>
                </a:lnTo>
                <a:lnTo>
                  <a:pt x="765746" y="87658"/>
                </a:lnTo>
                <a:lnTo>
                  <a:pt x="765803" y="87857"/>
                </a:lnTo>
                <a:lnTo>
                  <a:pt x="765877" y="88054"/>
                </a:lnTo>
                <a:lnTo>
                  <a:pt x="765967" y="88250"/>
                </a:lnTo>
                <a:lnTo>
                  <a:pt x="766073" y="88446"/>
                </a:lnTo>
                <a:lnTo>
                  <a:pt x="766196" y="88640"/>
                </a:lnTo>
                <a:lnTo>
                  <a:pt x="766334" y="88833"/>
                </a:lnTo>
                <a:lnTo>
                  <a:pt x="766490" y="89026"/>
                </a:lnTo>
                <a:lnTo>
                  <a:pt x="766661" y="89217"/>
                </a:lnTo>
                <a:lnTo>
                  <a:pt x="766849" y="89408"/>
                </a:lnTo>
                <a:lnTo>
                  <a:pt x="767061" y="89593"/>
                </a:lnTo>
                <a:lnTo>
                  <a:pt x="767304" y="89769"/>
                </a:lnTo>
                <a:lnTo>
                  <a:pt x="767578" y="89936"/>
                </a:lnTo>
                <a:lnTo>
                  <a:pt x="767884" y="90095"/>
                </a:lnTo>
                <a:lnTo>
                  <a:pt x="768220" y="90244"/>
                </a:lnTo>
                <a:lnTo>
                  <a:pt x="768588" y="90385"/>
                </a:lnTo>
                <a:lnTo>
                  <a:pt x="768987" y="90517"/>
                </a:lnTo>
                <a:lnTo>
                  <a:pt x="769417" y="90640"/>
                </a:lnTo>
                <a:lnTo>
                  <a:pt x="769879" y="90754"/>
                </a:lnTo>
                <a:lnTo>
                  <a:pt x="770371" y="90859"/>
                </a:lnTo>
                <a:lnTo>
                  <a:pt x="770895" y="90956"/>
                </a:lnTo>
                <a:lnTo>
                  <a:pt x="771450" y="91043"/>
                </a:lnTo>
                <a:lnTo>
                  <a:pt x="771825" y="91090"/>
                </a:lnTo>
                <a:lnTo>
                  <a:pt x="772282" y="91136"/>
                </a:lnTo>
                <a:lnTo>
                  <a:pt x="772823" y="91181"/>
                </a:lnTo>
                <a:lnTo>
                  <a:pt x="773447" y="91225"/>
                </a:lnTo>
                <a:lnTo>
                  <a:pt x="774155" y="91268"/>
                </a:lnTo>
                <a:lnTo>
                  <a:pt x="774945" y="91310"/>
                </a:lnTo>
                <a:lnTo>
                  <a:pt x="775819" y="91351"/>
                </a:lnTo>
                <a:lnTo>
                  <a:pt x="776776" y="91391"/>
                </a:lnTo>
                <a:lnTo>
                  <a:pt x="777816" y="91431"/>
                </a:lnTo>
                <a:lnTo>
                  <a:pt x="778940" y="91469"/>
                </a:lnTo>
                <a:lnTo>
                  <a:pt x="780146" y="91506"/>
                </a:lnTo>
                <a:lnTo>
                  <a:pt x="781436" y="91542"/>
                </a:lnTo>
                <a:lnTo>
                  <a:pt x="783813" y="91603"/>
                </a:lnTo>
                <a:lnTo>
                  <a:pt x="786047" y="91668"/>
                </a:lnTo>
                <a:lnTo>
                  <a:pt x="788137" y="91737"/>
                </a:lnTo>
                <a:lnTo>
                  <a:pt x="790083" y="91810"/>
                </a:lnTo>
                <a:lnTo>
                  <a:pt x="791886" y="91887"/>
                </a:lnTo>
                <a:lnTo>
                  <a:pt x="793544" y="91967"/>
                </a:lnTo>
                <a:lnTo>
                  <a:pt x="795060" y="92052"/>
                </a:lnTo>
                <a:lnTo>
                  <a:pt x="796431" y="92141"/>
                </a:lnTo>
                <a:lnTo>
                  <a:pt x="797659" y="92234"/>
                </a:lnTo>
                <a:lnTo>
                  <a:pt x="798744" y="92331"/>
                </a:lnTo>
                <a:lnTo>
                  <a:pt x="799684" y="92432"/>
                </a:lnTo>
                <a:lnTo>
                  <a:pt x="800481" y="92537"/>
                </a:lnTo>
                <a:lnTo>
                  <a:pt x="801568" y="92712"/>
                </a:lnTo>
                <a:lnTo>
                  <a:pt x="802618" y="92930"/>
                </a:lnTo>
                <a:lnTo>
                  <a:pt x="803631" y="93191"/>
                </a:lnTo>
                <a:lnTo>
                  <a:pt x="804606" y="93494"/>
                </a:lnTo>
                <a:lnTo>
                  <a:pt x="805545" y="93839"/>
                </a:lnTo>
                <a:lnTo>
                  <a:pt x="806446" y="94227"/>
                </a:lnTo>
                <a:lnTo>
                  <a:pt x="807310" y="94658"/>
                </a:lnTo>
                <a:lnTo>
                  <a:pt x="808137" y="95131"/>
                </a:lnTo>
                <a:lnTo>
                  <a:pt x="808927" y="95646"/>
                </a:lnTo>
                <a:lnTo>
                  <a:pt x="809680" y="96204"/>
                </a:lnTo>
                <a:lnTo>
                  <a:pt x="810395" y="96805"/>
                </a:lnTo>
                <a:lnTo>
                  <a:pt x="811074" y="97448"/>
                </a:lnTo>
                <a:lnTo>
                  <a:pt x="811706" y="98125"/>
                </a:lnTo>
                <a:lnTo>
                  <a:pt x="812283" y="98827"/>
                </a:lnTo>
                <a:lnTo>
                  <a:pt x="812806" y="99555"/>
                </a:lnTo>
                <a:lnTo>
                  <a:pt x="813273" y="100309"/>
                </a:lnTo>
                <a:lnTo>
                  <a:pt x="813685" y="101089"/>
                </a:lnTo>
                <a:lnTo>
                  <a:pt x="814043" y="101894"/>
                </a:lnTo>
                <a:lnTo>
                  <a:pt x="814345" y="102725"/>
                </a:lnTo>
                <a:lnTo>
                  <a:pt x="814593" y="103582"/>
                </a:lnTo>
                <a:lnTo>
                  <a:pt x="814785" y="104465"/>
                </a:lnTo>
                <a:lnTo>
                  <a:pt x="814923" y="105373"/>
                </a:lnTo>
                <a:lnTo>
                  <a:pt x="815005" y="106307"/>
                </a:lnTo>
                <a:lnTo>
                  <a:pt x="815033" y="107266"/>
                </a:lnTo>
                <a:lnTo>
                  <a:pt x="814980" y="108600"/>
                </a:lnTo>
                <a:lnTo>
                  <a:pt x="814822" y="109919"/>
                </a:lnTo>
                <a:lnTo>
                  <a:pt x="814560" y="111224"/>
                </a:lnTo>
                <a:lnTo>
                  <a:pt x="814192" y="112516"/>
                </a:lnTo>
                <a:lnTo>
                  <a:pt x="813720" y="113794"/>
                </a:lnTo>
                <a:lnTo>
                  <a:pt x="813142" y="115058"/>
                </a:lnTo>
                <a:lnTo>
                  <a:pt x="812460" y="116308"/>
                </a:lnTo>
                <a:lnTo>
                  <a:pt x="811672" y="117545"/>
                </a:lnTo>
                <a:lnTo>
                  <a:pt x="810779" y="118767"/>
                </a:lnTo>
                <a:lnTo>
                  <a:pt x="809782" y="119976"/>
                </a:lnTo>
                <a:lnTo>
                  <a:pt x="808679" y="121171"/>
                </a:lnTo>
                <a:lnTo>
                  <a:pt x="807472" y="122352"/>
                </a:lnTo>
                <a:lnTo>
                  <a:pt x="805570" y="124012"/>
                </a:lnTo>
                <a:lnTo>
                  <a:pt x="803574" y="125527"/>
                </a:lnTo>
                <a:lnTo>
                  <a:pt x="801484" y="126897"/>
                </a:lnTo>
                <a:lnTo>
                  <a:pt x="799300" y="128124"/>
                </a:lnTo>
                <a:lnTo>
                  <a:pt x="797022" y="129206"/>
                </a:lnTo>
                <a:lnTo>
                  <a:pt x="794650" y="130144"/>
                </a:lnTo>
                <a:lnTo>
                  <a:pt x="792184" y="130937"/>
                </a:lnTo>
                <a:lnTo>
                  <a:pt x="789623" y="131586"/>
                </a:lnTo>
                <a:lnTo>
                  <a:pt x="786969" y="132091"/>
                </a:lnTo>
                <a:lnTo>
                  <a:pt x="784220" y="132452"/>
                </a:lnTo>
                <a:lnTo>
                  <a:pt x="781377" y="132668"/>
                </a:lnTo>
                <a:lnTo>
                  <a:pt x="778440" y="132741"/>
                </a:lnTo>
                <a:lnTo>
                  <a:pt x="776176" y="132698"/>
                </a:lnTo>
                <a:lnTo>
                  <a:pt x="773970" y="132569"/>
                </a:lnTo>
                <a:lnTo>
                  <a:pt x="771825" y="132354"/>
                </a:lnTo>
                <a:lnTo>
                  <a:pt x="769738" y="132053"/>
                </a:lnTo>
                <a:lnTo>
                  <a:pt x="767711" y="131667"/>
                </a:lnTo>
                <a:lnTo>
                  <a:pt x="765744" y="131194"/>
                </a:lnTo>
                <a:lnTo>
                  <a:pt x="763836" y="130635"/>
                </a:lnTo>
                <a:lnTo>
                  <a:pt x="761987" y="129991"/>
                </a:lnTo>
                <a:lnTo>
                  <a:pt x="760198" y="129261"/>
                </a:lnTo>
                <a:lnTo>
                  <a:pt x="758468" y="128444"/>
                </a:lnTo>
                <a:lnTo>
                  <a:pt x="756798" y="127542"/>
                </a:lnTo>
                <a:lnTo>
                  <a:pt x="755187" y="126554"/>
                </a:lnTo>
                <a:lnTo>
                  <a:pt x="754333" y="125959"/>
                </a:lnTo>
                <a:lnTo>
                  <a:pt x="753552" y="125361"/>
                </a:lnTo>
                <a:lnTo>
                  <a:pt x="752847" y="124758"/>
                </a:lnTo>
                <a:lnTo>
                  <a:pt x="752215" y="124152"/>
                </a:lnTo>
                <a:lnTo>
                  <a:pt x="751658" y="123541"/>
                </a:lnTo>
                <a:lnTo>
                  <a:pt x="751175" y="122927"/>
                </a:lnTo>
                <a:lnTo>
                  <a:pt x="750766" y="122308"/>
                </a:lnTo>
                <a:lnTo>
                  <a:pt x="750432" y="121686"/>
                </a:lnTo>
                <a:lnTo>
                  <a:pt x="750172" y="121060"/>
                </a:lnTo>
                <a:lnTo>
                  <a:pt x="749986" y="120429"/>
                </a:lnTo>
                <a:lnTo>
                  <a:pt x="749874" y="119795"/>
                </a:lnTo>
                <a:lnTo>
                  <a:pt x="749837" y="119157"/>
                </a:lnTo>
                <a:lnTo>
                  <a:pt x="749843" y="118873"/>
                </a:lnTo>
                <a:lnTo>
                  <a:pt x="749859" y="118589"/>
                </a:lnTo>
                <a:lnTo>
                  <a:pt x="749886" y="118304"/>
                </a:lnTo>
                <a:lnTo>
                  <a:pt x="749924" y="118020"/>
                </a:lnTo>
                <a:lnTo>
                  <a:pt x="749974" y="117736"/>
                </a:lnTo>
                <a:lnTo>
                  <a:pt x="750033" y="117452"/>
                </a:lnTo>
                <a:lnTo>
                  <a:pt x="750104" y="117167"/>
                </a:lnTo>
                <a:lnTo>
                  <a:pt x="750186" y="116883"/>
                </a:lnTo>
                <a:lnTo>
                  <a:pt x="750279" y="116599"/>
                </a:lnTo>
                <a:lnTo>
                  <a:pt x="750382" y="116314"/>
                </a:lnTo>
                <a:lnTo>
                  <a:pt x="750497" y="116030"/>
                </a:lnTo>
                <a:lnTo>
                  <a:pt x="750622" y="115745"/>
                </a:lnTo>
                <a:lnTo>
                  <a:pt x="750842" y="115292"/>
                </a:lnTo>
                <a:lnTo>
                  <a:pt x="751097" y="114810"/>
                </a:lnTo>
                <a:lnTo>
                  <a:pt x="751389" y="114300"/>
                </a:lnTo>
                <a:lnTo>
                  <a:pt x="751716" y="113761"/>
                </a:lnTo>
                <a:lnTo>
                  <a:pt x="752078" y="113194"/>
                </a:lnTo>
                <a:lnTo>
                  <a:pt x="752476" y="112597"/>
                </a:lnTo>
                <a:lnTo>
                  <a:pt x="752910" y="111973"/>
                </a:lnTo>
                <a:lnTo>
                  <a:pt x="753380" y="111319"/>
                </a:lnTo>
                <a:lnTo>
                  <a:pt x="753885" y="110637"/>
                </a:lnTo>
                <a:lnTo>
                  <a:pt x="754426" y="109926"/>
                </a:lnTo>
                <a:lnTo>
                  <a:pt x="755003" y="109187"/>
                </a:lnTo>
                <a:lnTo>
                  <a:pt x="755615" y="108419"/>
                </a:lnTo>
                <a:lnTo>
                  <a:pt x="755742" y="108268"/>
                </a:lnTo>
                <a:lnTo>
                  <a:pt x="755956" y="108028"/>
                </a:lnTo>
                <a:lnTo>
                  <a:pt x="756257" y="107700"/>
                </a:lnTo>
                <a:lnTo>
                  <a:pt x="756645" y="107282"/>
                </a:lnTo>
                <a:lnTo>
                  <a:pt x="757121" y="106775"/>
                </a:lnTo>
                <a:lnTo>
                  <a:pt x="757684" y="106180"/>
                </a:lnTo>
                <a:lnTo>
                  <a:pt x="758333" y="105495"/>
                </a:lnTo>
                <a:lnTo>
                  <a:pt x="759071" y="104722"/>
                </a:lnTo>
                <a:lnTo>
                  <a:pt x="759895" y="103860"/>
                </a:lnTo>
                <a:lnTo>
                  <a:pt x="760806" y="102909"/>
                </a:lnTo>
                <a:lnTo>
                  <a:pt x="761805" y="101868"/>
                </a:lnTo>
                <a:lnTo>
                  <a:pt x="762891" y="100739"/>
                </a:lnTo>
                <a:lnTo>
                  <a:pt x="762288" y="100374"/>
                </a:lnTo>
                <a:lnTo>
                  <a:pt x="761715" y="100016"/>
                </a:lnTo>
                <a:lnTo>
                  <a:pt x="761172" y="99663"/>
                </a:lnTo>
                <a:lnTo>
                  <a:pt x="760660" y="99318"/>
                </a:lnTo>
                <a:lnTo>
                  <a:pt x="760177" y="98978"/>
                </a:lnTo>
                <a:lnTo>
                  <a:pt x="759725" y="98645"/>
                </a:lnTo>
                <a:lnTo>
                  <a:pt x="759304" y="98319"/>
                </a:lnTo>
                <a:lnTo>
                  <a:pt x="758912" y="97999"/>
                </a:lnTo>
                <a:lnTo>
                  <a:pt x="758551" y="97685"/>
                </a:lnTo>
                <a:lnTo>
                  <a:pt x="758220" y="97378"/>
                </a:lnTo>
                <a:lnTo>
                  <a:pt x="757919" y="97077"/>
                </a:lnTo>
                <a:lnTo>
                  <a:pt x="757648" y="96783"/>
                </a:lnTo>
                <a:lnTo>
                  <a:pt x="757403" y="96488"/>
                </a:lnTo>
                <a:lnTo>
                  <a:pt x="757179" y="96187"/>
                </a:lnTo>
                <a:lnTo>
                  <a:pt x="756977" y="95880"/>
                </a:lnTo>
                <a:lnTo>
                  <a:pt x="756796" y="95567"/>
                </a:lnTo>
                <a:lnTo>
                  <a:pt x="756636" y="95246"/>
                </a:lnTo>
                <a:lnTo>
                  <a:pt x="756498" y="94920"/>
                </a:lnTo>
                <a:lnTo>
                  <a:pt x="756381" y="94587"/>
                </a:lnTo>
                <a:lnTo>
                  <a:pt x="756285" y="94248"/>
                </a:lnTo>
                <a:lnTo>
                  <a:pt x="756210" y="93902"/>
                </a:lnTo>
                <a:lnTo>
                  <a:pt x="756157" y="93550"/>
                </a:lnTo>
                <a:lnTo>
                  <a:pt x="756125" y="93191"/>
                </a:lnTo>
                <a:lnTo>
                  <a:pt x="756114" y="92826"/>
                </a:lnTo>
                <a:lnTo>
                  <a:pt x="756128" y="92404"/>
                </a:lnTo>
                <a:lnTo>
                  <a:pt x="756171" y="91970"/>
                </a:lnTo>
                <a:lnTo>
                  <a:pt x="756241" y="91524"/>
                </a:lnTo>
                <a:lnTo>
                  <a:pt x="756340" y="91066"/>
                </a:lnTo>
                <a:lnTo>
                  <a:pt x="756467" y="90597"/>
                </a:lnTo>
                <a:lnTo>
                  <a:pt x="756623" y="90115"/>
                </a:lnTo>
                <a:lnTo>
                  <a:pt x="756806" y="89622"/>
                </a:lnTo>
                <a:lnTo>
                  <a:pt x="757018" y="89117"/>
                </a:lnTo>
                <a:lnTo>
                  <a:pt x="757258" y="88600"/>
                </a:lnTo>
                <a:lnTo>
                  <a:pt x="757526" y="88071"/>
                </a:lnTo>
                <a:lnTo>
                  <a:pt x="757822" y="87530"/>
                </a:lnTo>
                <a:lnTo>
                  <a:pt x="758147" y="86978"/>
                </a:lnTo>
                <a:lnTo>
                  <a:pt x="758523" y="86400"/>
                </a:lnTo>
                <a:lnTo>
                  <a:pt x="758972" y="85783"/>
                </a:lnTo>
                <a:lnTo>
                  <a:pt x="759496" y="85128"/>
                </a:lnTo>
                <a:lnTo>
                  <a:pt x="760093" y="84434"/>
                </a:lnTo>
                <a:lnTo>
                  <a:pt x="760764" y="83702"/>
                </a:lnTo>
                <a:lnTo>
                  <a:pt x="761509" y="82931"/>
                </a:lnTo>
                <a:lnTo>
                  <a:pt x="762327" y="82122"/>
                </a:lnTo>
                <a:lnTo>
                  <a:pt x="763220" y="81274"/>
                </a:lnTo>
                <a:lnTo>
                  <a:pt x="764186" y="80387"/>
                </a:lnTo>
                <a:lnTo>
                  <a:pt x="765226" y="79462"/>
                </a:lnTo>
                <a:lnTo>
                  <a:pt x="766339" y="78498"/>
                </a:lnTo>
                <a:lnTo>
                  <a:pt x="767527" y="77495"/>
                </a:lnTo>
                <a:moveTo>
                  <a:pt x="779938" y="37743"/>
                </a:moveTo>
                <a:lnTo>
                  <a:pt x="779071" y="37772"/>
                </a:lnTo>
                <a:lnTo>
                  <a:pt x="778226" y="37859"/>
                </a:lnTo>
                <a:lnTo>
                  <a:pt x="777406" y="38004"/>
                </a:lnTo>
                <a:lnTo>
                  <a:pt x="776610" y="38207"/>
                </a:lnTo>
                <a:lnTo>
                  <a:pt x="775837" y="38468"/>
                </a:lnTo>
                <a:lnTo>
                  <a:pt x="775088" y="38788"/>
                </a:lnTo>
                <a:lnTo>
                  <a:pt x="774363" y="39165"/>
                </a:lnTo>
                <a:lnTo>
                  <a:pt x="773661" y="39600"/>
                </a:lnTo>
                <a:lnTo>
                  <a:pt x="772984" y="40094"/>
                </a:lnTo>
                <a:lnTo>
                  <a:pt x="772330" y="40645"/>
                </a:lnTo>
                <a:lnTo>
                  <a:pt x="771700" y="41255"/>
                </a:lnTo>
                <a:lnTo>
                  <a:pt x="771093" y="41922"/>
                </a:lnTo>
                <a:lnTo>
                  <a:pt x="770524" y="42649"/>
                </a:lnTo>
                <a:lnTo>
                  <a:pt x="770004" y="43438"/>
                </a:lnTo>
                <a:lnTo>
                  <a:pt x="769533" y="44290"/>
                </a:lnTo>
                <a:lnTo>
                  <a:pt x="769112" y="45203"/>
                </a:lnTo>
                <a:lnTo>
                  <a:pt x="768741" y="46178"/>
                </a:lnTo>
                <a:lnTo>
                  <a:pt x="768419" y="47215"/>
                </a:lnTo>
                <a:lnTo>
                  <a:pt x="768146" y="48314"/>
                </a:lnTo>
                <a:lnTo>
                  <a:pt x="767923" y="49476"/>
                </a:lnTo>
                <a:lnTo>
                  <a:pt x="767750" y="50699"/>
                </a:lnTo>
                <a:lnTo>
                  <a:pt x="767626" y="51984"/>
                </a:lnTo>
                <a:lnTo>
                  <a:pt x="767552" y="53331"/>
                </a:lnTo>
                <a:lnTo>
                  <a:pt x="767527" y="54740"/>
                </a:lnTo>
                <a:lnTo>
                  <a:pt x="767561" y="56571"/>
                </a:lnTo>
                <a:lnTo>
                  <a:pt x="767662" y="58331"/>
                </a:lnTo>
                <a:lnTo>
                  <a:pt x="767830" y="60022"/>
                </a:lnTo>
                <a:lnTo>
                  <a:pt x="768066" y="61642"/>
                </a:lnTo>
                <a:lnTo>
                  <a:pt x="768369" y="63193"/>
                </a:lnTo>
                <a:lnTo>
                  <a:pt x="768740" y="64674"/>
                </a:lnTo>
                <a:lnTo>
                  <a:pt x="769178" y="66085"/>
                </a:lnTo>
                <a:lnTo>
                  <a:pt x="769683" y="67426"/>
                </a:lnTo>
                <a:lnTo>
                  <a:pt x="770255" y="68697"/>
                </a:lnTo>
                <a:lnTo>
                  <a:pt x="770895" y="69899"/>
                </a:lnTo>
                <a:lnTo>
                  <a:pt x="771603" y="71030"/>
                </a:lnTo>
                <a:lnTo>
                  <a:pt x="772377" y="72092"/>
                </a:lnTo>
                <a:lnTo>
                  <a:pt x="773009" y="72839"/>
                </a:lnTo>
                <a:lnTo>
                  <a:pt x="773669" y="73520"/>
                </a:lnTo>
                <a:lnTo>
                  <a:pt x="774357" y="74137"/>
                </a:lnTo>
                <a:lnTo>
                  <a:pt x="775072" y="74689"/>
                </a:lnTo>
                <a:lnTo>
                  <a:pt x="775815" y="75176"/>
                </a:lnTo>
                <a:lnTo>
                  <a:pt x="776586" y="75598"/>
                </a:lnTo>
                <a:lnTo>
                  <a:pt x="777384" y="75956"/>
                </a:lnTo>
                <a:lnTo>
                  <a:pt x="778211" y="76248"/>
                </a:lnTo>
                <a:lnTo>
                  <a:pt x="779065" y="76475"/>
                </a:lnTo>
                <a:lnTo>
                  <a:pt x="779946" y="76638"/>
                </a:lnTo>
                <a:lnTo>
                  <a:pt x="780856" y="76735"/>
                </a:lnTo>
                <a:lnTo>
                  <a:pt x="781793" y="76767"/>
                </a:lnTo>
                <a:lnTo>
                  <a:pt x="782683" y="76739"/>
                </a:lnTo>
                <a:lnTo>
                  <a:pt x="783546" y="76655"/>
                </a:lnTo>
                <a:lnTo>
                  <a:pt x="784383" y="76515"/>
                </a:lnTo>
                <a:lnTo>
                  <a:pt x="785193" y="76319"/>
                </a:lnTo>
                <a:lnTo>
                  <a:pt x="785976" y="76067"/>
                </a:lnTo>
                <a:lnTo>
                  <a:pt x="786733" y="75758"/>
                </a:lnTo>
                <a:lnTo>
                  <a:pt x="787462" y="75394"/>
                </a:lnTo>
                <a:lnTo>
                  <a:pt x="788165" y="74973"/>
                </a:lnTo>
                <a:lnTo>
                  <a:pt x="788841" y="74497"/>
                </a:lnTo>
                <a:lnTo>
                  <a:pt x="789491" y="73964"/>
                </a:lnTo>
                <a:lnTo>
                  <a:pt x="790113" y="73375"/>
                </a:lnTo>
                <a:lnTo>
                  <a:pt x="790709" y="72731"/>
                </a:lnTo>
                <a:lnTo>
                  <a:pt x="791267" y="72026"/>
                </a:lnTo>
                <a:lnTo>
                  <a:pt x="791777" y="71257"/>
                </a:lnTo>
                <a:lnTo>
                  <a:pt x="792238" y="70424"/>
                </a:lnTo>
                <a:lnTo>
                  <a:pt x="792651" y="69528"/>
                </a:lnTo>
                <a:lnTo>
                  <a:pt x="793015" y="68567"/>
                </a:lnTo>
                <a:lnTo>
                  <a:pt x="793330" y="67543"/>
                </a:lnTo>
                <a:lnTo>
                  <a:pt x="793597" y="66454"/>
                </a:lnTo>
                <a:lnTo>
                  <a:pt x="793816" y="65302"/>
                </a:lnTo>
                <a:lnTo>
                  <a:pt x="793986" y="64085"/>
                </a:lnTo>
                <a:lnTo>
                  <a:pt x="794107" y="62805"/>
                </a:lnTo>
                <a:lnTo>
                  <a:pt x="794180" y="61461"/>
                </a:lnTo>
                <a:lnTo>
                  <a:pt x="794204" y="60052"/>
                </a:lnTo>
                <a:lnTo>
                  <a:pt x="794170" y="58210"/>
                </a:lnTo>
                <a:lnTo>
                  <a:pt x="794068" y="56435"/>
                </a:lnTo>
                <a:lnTo>
                  <a:pt x="793897" y="54727"/>
                </a:lnTo>
                <a:lnTo>
                  <a:pt x="793657" y="53088"/>
                </a:lnTo>
                <a:lnTo>
                  <a:pt x="793350" y="51517"/>
                </a:lnTo>
                <a:lnTo>
                  <a:pt x="792974" y="50013"/>
                </a:lnTo>
                <a:lnTo>
                  <a:pt x="792530" y="48577"/>
                </a:lnTo>
                <a:lnTo>
                  <a:pt x="792017" y="47209"/>
                </a:lnTo>
                <a:lnTo>
                  <a:pt x="791436" y="45909"/>
                </a:lnTo>
                <a:lnTo>
                  <a:pt x="790786" y="44677"/>
                </a:lnTo>
                <a:lnTo>
                  <a:pt x="790069" y="43513"/>
                </a:lnTo>
                <a:lnTo>
                  <a:pt x="789283" y="42416"/>
                </a:lnTo>
                <a:lnTo>
                  <a:pt x="788662" y="41670"/>
                </a:lnTo>
                <a:lnTo>
                  <a:pt x="788012" y="40988"/>
                </a:lnTo>
                <a:lnTo>
                  <a:pt x="787334" y="40372"/>
                </a:lnTo>
                <a:lnTo>
                  <a:pt x="786627" y="39820"/>
                </a:lnTo>
                <a:lnTo>
                  <a:pt x="785892" y="39333"/>
                </a:lnTo>
                <a:lnTo>
                  <a:pt x="785128" y="38911"/>
                </a:lnTo>
                <a:lnTo>
                  <a:pt x="784335" y="38554"/>
                </a:lnTo>
                <a:lnTo>
                  <a:pt x="783513" y="38262"/>
                </a:lnTo>
                <a:lnTo>
                  <a:pt x="782662" y="38035"/>
                </a:lnTo>
                <a:lnTo>
                  <a:pt x="781783" y="37873"/>
                </a:lnTo>
                <a:lnTo>
                  <a:pt x="780875" y="37775"/>
                </a:lnTo>
                <a:lnTo>
                  <a:pt x="779938" y="37743"/>
                </a:lnTo>
                <a:moveTo>
                  <a:pt x="766814" y="101307"/>
                </a:moveTo>
                <a:lnTo>
                  <a:pt x="766266" y="101908"/>
                </a:lnTo>
                <a:lnTo>
                  <a:pt x="765742" y="102501"/>
                </a:lnTo>
                <a:lnTo>
                  <a:pt x="765240" y="103088"/>
                </a:lnTo>
                <a:lnTo>
                  <a:pt x="764761" y="103668"/>
                </a:lnTo>
                <a:lnTo>
                  <a:pt x="764305" y="104241"/>
                </a:lnTo>
                <a:lnTo>
                  <a:pt x="763871" y="104807"/>
                </a:lnTo>
                <a:lnTo>
                  <a:pt x="763461" y="105367"/>
                </a:lnTo>
                <a:lnTo>
                  <a:pt x="763073" y="105919"/>
                </a:lnTo>
                <a:lnTo>
                  <a:pt x="762708" y="106464"/>
                </a:lnTo>
                <a:lnTo>
                  <a:pt x="762366" y="107003"/>
                </a:lnTo>
                <a:lnTo>
                  <a:pt x="762046" y="107534"/>
                </a:lnTo>
                <a:lnTo>
                  <a:pt x="761749" y="108059"/>
                </a:lnTo>
                <a:lnTo>
                  <a:pt x="761476" y="108577"/>
                </a:lnTo>
                <a:lnTo>
                  <a:pt x="761226" y="109088"/>
                </a:lnTo>
                <a:lnTo>
                  <a:pt x="761000" y="109592"/>
                </a:lnTo>
                <a:lnTo>
                  <a:pt x="760798" y="110089"/>
                </a:lnTo>
                <a:lnTo>
                  <a:pt x="760620" y="110580"/>
                </a:lnTo>
                <a:lnTo>
                  <a:pt x="760465" y="111063"/>
                </a:lnTo>
                <a:lnTo>
                  <a:pt x="760335" y="111539"/>
                </a:lnTo>
                <a:lnTo>
                  <a:pt x="760228" y="112009"/>
                </a:lnTo>
                <a:lnTo>
                  <a:pt x="760144" y="112472"/>
                </a:lnTo>
                <a:lnTo>
                  <a:pt x="760085" y="112927"/>
                </a:lnTo>
                <a:lnTo>
                  <a:pt x="760049" y="113376"/>
                </a:lnTo>
                <a:lnTo>
                  <a:pt x="760037" y="113818"/>
                </a:lnTo>
                <a:lnTo>
                  <a:pt x="760066" y="114381"/>
                </a:lnTo>
                <a:lnTo>
                  <a:pt x="760152" y="114932"/>
                </a:lnTo>
                <a:lnTo>
                  <a:pt x="760296" y="115471"/>
                </a:lnTo>
                <a:lnTo>
                  <a:pt x="760497" y="115998"/>
                </a:lnTo>
                <a:lnTo>
                  <a:pt x="760756" y="116513"/>
                </a:lnTo>
                <a:lnTo>
                  <a:pt x="761072" y="117017"/>
                </a:lnTo>
                <a:lnTo>
                  <a:pt x="761445" y="117508"/>
                </a:lnTo>
                <a:lnTo>
                  <a:pt x="761876" y="117988"/>
                </a:lnTo>
                <a:lnTo>
                  <a:pt x="762365" y="118456"/>
                </a:lnTo>
                <a:lnTo>
                  <a:pt x="762910" y="118912"/>
                </a:lnTo>
                <a:lnTo>
                  <a:pt x="763514" y="119356"/>
                </a:lnTo>
                <a:lnTo>
                  <a:pt x="764175" y="119789"/>
                </a:lnTo>
                <a:lnTo>
                  <a:pt x="765407" y="120493"/>
                </a:lnTo>
                <a:lnTo>
                  <a:pt x="766729" y="121135"/>
                </a:lnTo>
                <a:lnTo>
                  <a:pt x="768138" y="121717"/>
                </a:lnTo>
                <a:lnTo>
                  <a:pt x="769635" y="122237"/>
                </a:lnTo>
                <a:lnTo>
                  <a:pt x="771221" y="122696"/>
                </a:lnTo>
                <a:lnTo>
                  <a:pt x="772895" y="123094"/>
                </a:lnTo>
                <a:lnTo>
                  <a:pt x="774657" y="123430"/>
                </a:lnTo>
                <a:lnTo>
                  <a:pt x="776507" y="123705"/>
                </a:lnTo>
                <a:lnTo>
                  <a:pt x="778445" y="123920"/>
                </a:lnTo>
                <a:lnTo>
                  <a:pt x="780471" y="124073"/>
                </a:lnTo>
                <a:lnTo>
                  <a:pt x="782586" y="124164"/>
                </a:lnTo>
                <a:lnTo>
                  <a:pt x="784789" y="124195"/>
                </a:lnTo>
                <a:lnTo>
                  <a:pt x="786882" y="124164"/>
                </a:lnTo>
                <a:lnTo>
                  <a:pt x="788881" y="124070"/>
                </a:lnTo>
                <a:lnTo>
                  <a:pt x="790787" y="123913"/>
                </a:lnTo>
                <a:lnTo>
                  <a:pt x="792599" y="123693"/>
                </a:lnTo>
                <a:lnTo>
                  <a:pt x="794318" y="123411"/>
                </a:lnTo>
                <a:lnTo>
                  <a:pt x="795943" y="123066"/>
                </a:lnTo>
                <a:lnTo>
                  <a:pt x="797474" y="122659"/>
                </a:lnTo>
                <a:lnTo>
                  <a:pt x="798912" y="122188"/>
                </a:lnTo>
                <a:lnTo>
                  <a:pt x="800256" y="121655"/>
                </a:lnTo>
                <a:lnTo>
                  <a:pt x="801507" y="121059"/>
                </a:lnTo>
                <a:lnTo>
                  <a:pt x="802664" y="120401"/>
                </a:lnTo>
                <a:lnTo>
                  <a:pt x="803727" y="119680"/>
                </a:lnTo>
                <a:lnTo>
                  <a:pt x="804701" y="118923"/>
                </a:lnTo>
                <a:lnTo>
                  <a:pt x="805590" y="118159"/>
                </a:lnTo>
                <a:lnTo>
                  <a:pt x="806395" y="117386"/>
                </a:lnTo>
                <a:lnTo>
                  <a:pt x="807115" y="116604"/>
                </a:lnTo>
                <a:lnTo>
                  <a:pt x="807750" y="115814"/>
                </a:lnTo>
                <a:lnTo>
                  <a:pt x="808301" y="115016"/>
                </a:lnTo>
                <a:lnTo>
                  <a:pt x="808767" y="114209"/>
                </a:lnTo>
                <a:lnTo>
                  <a:pt x="809148" y="113394"/>
                </a:lnTo>
                <a:lnTo>
                  <a:pt x="809444" y="112571"/>
                </a:lnTo>
                <a:lnTo>
                  <a:pt x="809656" y="111739"/>
                </a:lnTo>
                <a:lnTo>
                  <a:pt x="809783" y="110899"/>
                </a:lnTo>
                <a:lnTo>
                  <a:pt x="809825" y="110050"/>
                </a:lnTo>
                <a:lnTo>
                  <a:pt x="809800" y="109449"/>
                </a:lnTo>
                <a:lnTo>
                  <a:pt x="809724" y="108878"/>
                </a:lnTo>
                <a:lnTo>
                  <a:pt x="809598" y="108336"/>
                </a:lnTo>
                <a:lnTo>
                  <a:pt x="809421" y="107823"/>
                </a:lnTo>
                <a:lnTo>
                  <a:pt x="809194" y="107340"/>
                </a:lnTo>
                <a:lnTo>
                  <a:pt x="808916" y="106887"/>
                </a:lnTo>
                <a:lnTo>
                  <a:pt x="808588" y="106463"/>
                </a:lnTo>
                <a:lnTo>
                  <a:pt x="808209" y="106069"/>
                </a:lnTo>
                <a:lnTo>
                  <a:pt x="807779" y="105705"/>
                </a:lnTo>
                <a:lnTo>
                  <a:pt x="807299" y="105370"/>
                </a:lnTo>
                <a:lnTo>
                  <a:pt x="806769" y="105065"/>
                </a:lnTo>
                <a:lnTo>
                  <a:pt x="806188" y="104790"/>
                </a:lnTo>
                <a:lnTo>
                  <a:pt x="805519" y="104538"/>
                </a:lnTo>
                <a:lnTo>
                  <a:pt x="804749" y="104304"/>
                </a:lnTo>
                <a:lnTo>
                  <a:pt x="803878" y="104087"/>
                </a:lnTo>
                <a:lnTo>
                  <a:pt x="802906" y="103889"/>
                </a:lnTo>
                <a:lnTo>
                  <a:pt x="801834" y="103708"/>
                </a:lnTo>
                <a:lnTo>
                  <a:pt x="800660" y="103546"/>
                </a:lnTo>
                <a:lnTo>
                  <a:pt x="799385" y="103401"/>
                </a:lnTo>
                <a:lnTo>
                  <a:pt x="798009" y="103273"/>
                </a:lnTo>
                <a:lnTo>
                  <a:pt x="796531" y="103164"/>
                </a:lnTo>
                <a:lnTo>
                  <a:pt x="794953" y="103072"/>
                </a:lnTo>
                <a:lnTo>
                  <a:pt x="793274" y="102999"/>
                </a:lnTo>
                <a:lnTo>
                  <a:pt x="791494" y="102943"/>
                </a:lnTo>
                <a:lnTo>
                  <a:pt x="788870" y="102866"/>
                </a:lnTo>
                <a:lnTo>
                  <a:pt x="786350" y="102778"/>
                </a:lnTo>
                <a:lnTo>
                  <a:pt x="783933" y="102680"/>
                </a:lnTo>
                <a:lnTo>
                  <a:pt x="781619" y="102571"/>
                </a:lnTo>
                <a:lnTo>
                  <a:pt x="779407" y="102451"/>
                </a:lnTo>
                <a:lnTo>
                  <a:pt x="777299" y="102320"/>
                </a:lnTo>
                <a:lnTo>
                  <a:pt x="775294" y="102178"/>
                </a:lnTo>
                <a:lnTo>
                  <a:pt x="773392" y="102026"/>
                </a:lnTo>
                <a:lnTo>
                  <a:pt x="771593" y="101862"/>
                </a:lnTo>
                <a:lnTo>
                  <a:pt x="769897" y="101688"/>
                </a:lnTo>
                <a:lnTo>
                  <a:pt x="768304" y="101503"/>
                </a:lnTo>
                <a:lnTo>
                  <a:pt x="766814" y="1013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7" name="Original vector context 57">
            <a:extLst xmlns:a="http://schemas.openxmlformats.org/drawingml/2006/main">
              <a:ext uri="{FF2B5EF4-FFF2-40B4-BE49-F238E27FC236}">
                <a16:creationId xmlns:a16="http://schemas.microsoft.com/office/drawing/2014/main" id="{21E7269A-6F50-4EFB-B65D-0AC383FC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1" y="8641416"/>
            <a:ext cx="43825" cy="310428"/>
          </a:xfrm>
          <a:custGeom xmlns:a="http://schemas.openxmlformats.org/drawingml/2006/main">
            <a:pathLst>
              <a:path w="43825" h="310428">
                <a:moveTo>
                  <a:pt x="27390" y="0"/>
                </a:moveTo>
                <a:lnTo>
                  <a:pt x="27391" y="273967"/>
                </a:lnTo>
                <a:lnTo>
                  <a:pt x="16435" y="273967"/>
                </a:lnTo>
                <a:lnTo>
                  <a:pt x="16434" y="0"/>
                </a:lnTo>
                <a:lnTo>
                  <a:pt x="27390" y="0"/>
                </a:lnTo>
                <a:close/>
                <a:moveTo>
                  <a:pt x="43825" y="266675"/>
                </a:moveTo>
                <a:lnTo>
                  <a:pt x="21913" y="310428"/>
                </a:lnTo>
                <a:lnTo>
                  <a:pt x="0" y="266675"/>
                </a:lnTo>
                <a:lnTo>
                  <a:pt x="43825" y="266675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58" name="Original vector context 58">
            <a:extLst xmlns:a="http://schemas.openxmlformats.org/drawingml/2006/main">
              <a:ext uri="{FF2B5EF4-FFF2-40B4-BE49-F238E27FC236}">
                <a16:creationId xmlns:a16="http://schemas.microsoft.com/office/drawing/2014/main" id="{2573C008-2CB3-4B00-8ED5-98FF5B03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648" y="9568352"/>
            <a:ext cx="1271164" cy="103259"/>
          </a:xfrm>
          <a:custGeom xmlns:a="http://schemas.openxmlformats.org/drawingml/2006/main">
            <a:pathLst>
              <a:path w="1271164" h="103259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102529" y="76483"/>
                </a:moveTo>
                <a:lnTo>
                  <a:pt x="102054" y="78589"/>
                </a:lnTo>
                <a:lnTo>
                  <a:pt x="101509" y="80614"/>
                </a:lnTo>
                <a:lnTo>
                  <a:pt x="100893" y="82556"/>
                </a:lnTo>
                <a:lnTo>
                  <a:pt x="100207" y="84415"/>
                </a:lnTo>
                <a:lnTo>
                  <a:pt x="99450" y="86191"/>
                </a:lnTo>
                <a:lnTo>
                  <a:pt x="98624" y="87885"/>
                </a:lnTo>
                <a:lnTo>
                  <a:pt x="97727" y="89497"/>
                </a:lnTo>
                <a:lnTo>
                  <a:pt x="96759" y="91026"/>
                </a:lnTo>
                <a:lnTo>
                  <a:pt x="95721" y="92472"/>
                </a:lnTo>
                <a:lnTo>
                  <a:pt x="94613" y="93836"/>
                </a:lnTo>
                <a:lnTo>
                  <a:pt x="93435" y="95117"/>
                </a:lnTo>
                <a:lnTo>
                  <a:pt x="92186" y="96315"/>
                </a:lnTo>
                <a:lnTo>
                  <a:pt x="90891" y="97424"/>
                </a:lnTo>
                <a:lnTo>
                  <a:pt x="89573" y="98437"/>
                </a:lnTo>
                <a:lnTo>
                  <a:pt x="88232" y="99353"/>
                </a:lnTo>
                <a:lnTo>
                  <a:pt x="86868" y="100173"/>
                </a:lnTo>
                <a:lnTo>
                  <a:pt x="85482" y="100896"/>
                </a:lnTo>
                <a:lnTo>
                  <a:pt x="84072" y="101523"/>
                </a:lnTo>
                <a:lnTo>
                  <a:pt x="82640" y="102053"/>
                </a:lnTo>
                <a:lnTo>
                  <a:pt x="81186" y="102487"/>
                </a:lnTo>
                <a:lnTo>
                  <a:pt x="79708" y="102825"/>
                </a:lnTo>
                <a:lnTo>
                  <a:pt x="78208" y="103066"/>
                </a:lnTo>
                <a:lnTo>
                  <a:pt x="76684" y="103210"/>
                </a:lnTo>
                <a:lnTo>
                  <a:pt x="75138" y="103259"/>
                </a:lnTo>
                <a:lnTo>
                  <a:pt x="73304" y="103194"/>
                </a:lnTo>
                <a:lnTo>
                  <a:pt x="71509" y="103000"/>
                </a:lnTo>
                <a:lnTo>
                  <a:pt x="69753" y="102676"/>
                </a:lnTo>
                <a:lnTo>
                  <a:pt x="68037" y="102223"/>
                </a:lnTo>
                <a:lnTo>
                  <a:pt x="66361" y="101641"/>
                </a:lnTo>
                <a:lnTo>
                  <a:pt x="64724" y="100929"/>
                </a:lnTo>
                <a:lnTo>
                  <a:pt x="63127" y="100088"/>
                </a:lnTo>
                <a:lnTo>
                  <a:pt x="61570" y="99117"/>
                </a:lnTo>
                <a:lnTo>
                  <a:pt x="60052" y="98017"/>
                </a:lnTo>
                <a:lnTo>
                  <a:pt x="58574" y="96788"/>
                </a:lnTo>
                <a:lnTo>
                  <a:pt x="57136" y="95429"/>
                </a:lnTo>
                <a:lnTo>
                  <a:pt x="55737" y="93941"/>
                </a:lnTo>
                <a:lnTo>
                  <a:pt x="54415" y="92342"/>
                </a:lnTo>
                <a:lnTo>
                  <a:pt x="53209" y="90652"/>
                </a:lnTo>
                <a:lnTo>
                  <a:pt x="52117" y="88872"/>
                </a:lnTo>
                <a:lnTo>
                  <a:pt x="51140" y="87000"/>
                </a:lnTo>
                <a:lnTo>
                  <a:pt x="50278" y="85038"/>
                </a:lnTo>
                <a:lnTo>
                  <a:pt x="49531" y="82985"/>
                </a:lnTo>
                <a:lnTo>
                  <a:pt x="48899" y="80840"/>
                </a:lnTo>
                <a:lnTo>
                  <a:pt x="48382" y="78605"/>
                </a:lnTo>
                <a:lnTo>
                  <a:pt x="47980" y="76279"/>
                </a:lnTo>
                <a:lnTo>
                  <a:pt x="47692" y="73862"/>
                </a:lnTo>
                <a:lnTo>
                  <a:pt x="47520" y="71355"/>
                </a:lnTo>
                <a:lnTo>
                  <a:pt x="47463" y="68756"/>
                </a:lnTo>
                <a:lnTo>
                  <a:pt x="47526" y="66235"/>
                </a:lnTo>
                <a:lnTo>
                  <a:pt x="47717" y="63794"/>
                </a:lnTo>
                <a:lnTo>
                  <a:pt x="48035" y="61433"/>
                </a:lnTo>
                <a:lnTo>
                  <a:pt x="48481" y="59152"/>
                </a:lnTo>
                <a:lnTo>
                  <a:pt x="49054" y="56951"/>
                </a:lnTo>
                <a:lnTo>
                  <a:pt x="49754" y="54831"/>
                </a:lnTo>
                <a:lnTo>
                  <a:pt x="50581" y="52790"/>
                </a:lnTo>
                <a:lnTo>
                  <a:pt x="51536" y="50829"/>
                </a:lnTo>
                <a:lnTo>
                  <a:pt x="52618" y="48948"/>
                </a:lnTo>
                <a:lnTo>
                  <a:pt x="53828" y="47148"/>
                </a:lnTo>
                <a:lnTo>
                  <a:pt x="55164" y="45427"/>
                </a:lnTo>
                <a:lnTo>
                  <a:pt x="56628" y="43787"/>
                </a:lnTo>
                <a:lnTo>
                  <a:pt x="58182" y="42253"/>
                </a:lnTo>
                <a:lnTo>
                  <a:pt x="59786" y="40852"/>
                </a:lnTo>
                <a:lnTo>
                  <a:pt x="61441" y="39585"/>
                </a:lnTo>
                <a:lnTo>
                  <a:pt x="63147" y="38451"/>
                </a:lnTo>
                <a:lnTo>
                  <a:pt x="64904" y="37450"/>
                </a:lnTo>
                <a:lnTo>
                  <a:pt x="66713" y="36583"/>
                </a:lnTo>
                <a:lnTo>
                  <a:pt x="68572" y="35850"/>
                </a:lnTo>
                <a:lnTo>
                  <a:pt x="70482" y="35249"/>
                </a:lnTo>
                <a:lnTo>
                  <a:pt x="72443" y="34782"/>
                </a:lnTo>
                <a:lnTo>
                  <a:pt x="74456" y="34449"/>
                </a:lnTo>
                <a:lnTo>
                  <a:pt x="76519" y="34249"/>
                </a:lnTo>
                <a:lnTo>
                  <a:pt x="78634" y="34182"/>
                </a:lnTo>
                <a:lnTo>
                  <a:pt x="80215" y="34217"/>
                </a:lnTo>
                <a:lnTo>
                  <a:pt x="81748" y="34323"/>
                </a:lnTo>
                <a:lnTo>
                  <a:pt x="83234" y="34499"/>
                </a:lnTo>
                <a:lnTo>
                  <a:pt x="84673" y="34746"/>
                </a:lnTo>
                <a:lnTo>
                  <a:pt x="86064" y="35063"/>
                </a:lnTo>
                <a:lnTo>
                  <a:pt x="87407" y="35451"/>
                </a:lnTo>
                <a:lnTo>
                  <a:pt x="88703" y="35909"/>
                </a:lnTo>
                <a:lnTo>
                  <a:pt x="89951" y="36438"/>
                </a:lnTo>
                <a:lnTo>
                  <a:pt x="91152" y="37037"/>
                </a:lnTo>
                <a:lnTo>
                  <a:pt x="92305" y="37707"/>
                </a:lnTo>
                <a:lnTo>
                  <a:pt x="93411" y="38447"/>
                </a:lnTo>
                <a:lnTo>
                  <a:pt x="94469" y="39258"/>
                </a:lnTo>
                <a:lnTo>
                  <a:pt x="95460" y="40107"/>
                </a:lnTo>
                <a:lnTo>
                  <a:pt x="96365" y="40960"/>
                </a:lnTo>
                <a:lnTo>
                  <a:pt x="97184" y="41820"/>
                </a:lnTo>
                <a:lnTo>
                  <a:pt x="97916" y="42684"/>
                </a:lnTo>
                <a:lnTo>
                  <a:pt x="98563" y="43555"/>
                </a:lnTo>
                <a:lnTo>
                  <a:pt x="99123" y="44430"/>
                </a:lnTo>
                <a:lnTo>
                  <a:pt x="99597" y="45311"/>
                </a:lnTo>
                <a:lnTo>
                  <a:pt x="99985" y="46198"/>
                </a:lnTo>
                <a:lnTo>
                  <a:pt x="100287" y="47089"/>
                </a:lnTo>
                <a:lnTo>
                  <a:pt x="100502" y="47987"/>
                </a:lnTo>
                <a:lnTo>
                  <a:pt x="100631" y="48890"/>
                </a:lnTo>
                <a:lnTo>
                  <a:pt x="100674" y="49798"/>
                </a:lnTo>
                <a:lnTo>
                  <a:pt x="100662" y="50240"/>
                </a:lnTo>
                <a:lnTo>
                  <a:pt x="100626" y="50668"/>
                </a:lnTo>
                <a:lnTo>
                  <a:pt x="100565" y="51082"/>
                </a:lnTo>
                <a:lnTo>
                  <a:pt x="100480" y="51482"/>
                </a:lnTo>
                <a:lnTo>
                  <a:pt x="100371" y="51867"/>
                </a:lnTo>
                <a:lnTo>
                  <a:pt x="100237" y="52238"/>
                </a:lnTo>
                <a:lnTo>
                  <a:pt x="100080" y="52595"/>
                </a:lnTo>
                <a:lnTo>
                  <a:pt x="99898" y="52937"/>
                </a:lnTo>
                <a:lnTo>
                  <a:pt x="99691" y="53265"/>
                </a:lnTo>
                <a:lnTo>
                  <a:pt x="99461" y="53579"/>
                </a:lnTo>
                <a:lnTo>
                  <a:pt x="99206" y="53879"/>
                </a:lnTo>
                <a:lnTo>
                  <a:pt x="98927" y="54164"/>
                </a:lnTo>
                <a:lnTo>
                  <a:pt x="98626" y="54430"/>
                </a:lnTo>
                <a:lnTo>
                  <a:pt x="98306" y="54673"/>
                </a:lnTo>
                <a:lnTo>
                  <a:pt x="97966" y="54893"/>
                </a:lnTo>
                <a:lnTo>
                  <a:pt x="97607" y="55090"/>
                </a:lnTo>
                <a:lnTo>
                  <a:pt x="97229" y="55264"/>
                </a:lnTo>
                <a:lnTo>
                  <a:pt x="96831" y="55414"/>
                </a:lnTo>
                <a:lnTo>
                  <a:pt x="96415" y="55541"/>
                </a:lnTo>
                <a:lnTo>
                  <a:pt x="95979" y="55646"/>
                </a:lnTo>
                <a:lnTo>
                  <a:pt x="95523" y="55727"/>
                </a:lnTo>
                <a:lnTo>
                  <a:pt x="95048" y="55785"/>
                </a:lnTo>
                <a:lnTo>
                  <a:pt x="94554" y="55819"/>
                </a:lnTo>
                <a:lnTo>
                  <a:pt x="94041" y="55831"/>
                </a:lnTo>
                <a:lnTo>
                  <a:pt x="93354" y="55812"/>
                </a:lnTo>
                <a:lnTo>
                  <a:pt x="92695" y="55756"/>
                </a:lnTo>
                <a:lnTo>
                  <a:pt x="92066" y="55662"/>
                </a:lnTo>
                <a:lnTo>
                  <a:pt x="91465" y="55530"/>
                </a:lnTo>
                <a:lnTo>
                  <a:pt x="90893" y="55361"/>
                </a:lnTo>
                <a:lnTo>
                  <a:pt x="90349" y="55154"/>
                </a:lnTo>
                <a:lnTo>
                  <a:pt x="89835" y="54910"/>
                </a:lnTo>
                <a:lnTo>
                  <a:pt x="89349" y="54628"/>
                </a:lnTo>
                <a:lnTo>
                  <a:pt x="88892" y="54309"/>
                </a:lnTo>
                <a:lnTo>
                  <a:pt x="88463" y="53952"/>
                </a:lnTo>
                <a:lnTo>
                  <a:pt x="88063" y="53557"/>
                </a:lnTo>
                <a:lnTo>
                  <a:pt x="87692" y="53125"/>
                </a:lnTo>
                <a:lnTo>
                  <a:pt x="87496" y="52857"/>
                </a:lnTo>
                <a:lnTo>
                  <a:pt x="87311" y="52551"/>
                </a:lnTo>
                <a:lnTo>
                  <a:pt x="87137" y="52208"/>
                </a:lnTo>
                <a:lnTo>
                  <a:pt x="86975" y="51827"/>
                </a:lnTo>
                <a:lnTo>
                  <a:pt x="86824" y="51409"/>
                </a:lnTo>
                <a:lnTo>
                  <a:pt x="86685" y="50953"/>
                </a:lnTo>
                <a:lnTo>
                  <a:pt x="86557" y="50459"/>
                </a:lnTo>
                <a:lnTo>
                  <a:pt x="86440" y="49928"/>
                </a:lnTo>
                <a:lnTo>
                  <a:pt x="86335" y="49359"/>
                </a:lnTo>
                <a:lnTo>
                  <a:pt x="86241" y="48753"/>
                </a:lnTo>
                <a:lnTo>
                  <a:pt x="86159" y="48109"/>
                </a:lnTo>
                <a:lnTo>
                  <a:pt x="86087" y="47428"/>
                </a:lnTo>
                <a:lnTo>
                  <a:pt x="86007" y="46741"/>
                </a:lnTo>
                <a:lnTo>
                  <a:pt x="85898" y="46083"/>
                </a:lnTo>
                <a:lnTo>
                  <a:pt x="85760" y="45452"/>
                </a:lnTo>
                <a:lnTo>
                  <a:pt x="85592" y="44848"/>
                </a:lnTo>
                <a:lnTo>
                  <a:pt x="85395" y="44273"/>
                </a:lnTo>
                <a:lnTo>
                  <a:pt x="85169" y="43725"/>
                </a:lnTo>
                <a:lnTo>
                  <a:pt x="84914" y="43204"/>
                </a:lnTo>
                <a:lnTo>
                  <a:pt x="84629" y="42712"/>
                </a:lnTo>
                <a:lnTo>
                  <a:pt x="84315" y="42247"/>
                </a:lnTo>
                <a:lnTo>
                  <a:pt x="83972" y="41810"/>
                </a:lnTo>
                <a:lnTo>
                  <a:pt x="83600" y="41400"/>
                </a:lnTo>
                <a:lnTo>
                  <a:pt x="83199" y="41019"/>
                </a:lnTo>
                <a:lnTo>
                  <a:pt x="82769" y="40677"/>
                </a:lnTo>
                <a:lnTo>
                  <a:pt x="82313" y="40366"/>
                </a:lnTo>
                <a:lnTo>
                  <a:pt x="81830" y="40084"/>
                </a:lnTo>
                <a:lnTo>
                  <a:pt x="81320" y="39832"/>
                </a:lnTo>
                <a:lnTo>
                  <a:pt x="80784" y="39609"/>
                </a:lnTo>
                <a:lnTo>
                  <a:pt x="80221" y="39416"/>
                </a:lnTo>
                <a:lnTo>
                  <a:pt x="79631" y="39253"/>
                </a:lnTo>
                <a:lnTo>
                  <a:pt x="79014" y="39120"/>
                </a:lnTo>
                <a:lnTo>
                  <a:pt x="78371" y="39016"/>
                </a:lnTo>
                <a:lnTo>
                  <a:pt x="77700" y="38942"/>
                </a:lnTo>
                <a:lnTo>
                  <a:pt x="77003" y="38897"/>
                </a:lnTo>
                <a:lnTo>
                  <a:pt x="76280" y="38882"/>
                </a:lnTo>
                <a:lnTo>
                  <a:pt x="75110" y="38919"/>
                </a:lnTo>
                <a:lnTo>
                  <a:pt x="73979" y="39029"/>
                </a:lnTo>
                <a:lnTo>
                  <a:pt x="72887" y="39212"/>
                </a:lnTo>
                <a:lnTo>
                  <a:pt x="71833" y="39468"/>
                </a:lnTo>
                <a:lnTo>
                  <a:pt x="70819" y="39797"/>
                </a:lnTo>
                <a:lnTo>
                  <a:pt x="69842" y="40200"/>
                </a:lnTo>
                <a:lnTo>
                  <a:pt x="68904" y="40675"/>
                </a:lnTo>
                <a:lnTo>
                  <a:pt x="68005" y="41224"/>
                </a:lnTo>
                <a:lnTo>
                  <a:pt x="67145" y="41846"/>
                </a:lnTo>
                <a:lnTo>
                  <a:pt x="66323" y="42542"/>
                </a:lnTo>
                <a:lnTo>
                  <a:pt x="65540" y="43310"/>
                </a:lnTo>
                <a:lnTo>
                  <a:pt x="64796" y="44152"/>
                </a:lnTo>
                <a:lnTo>
                  <a:pt x="63873" y="45346"/>
                </a:lnTo>
                <a:lnTo>
                  <a:pt x="63030" y="46603"/>
                </a:lnTo>
                <a:lnTo>
                  <a:pt x="62268" y="47922"/>
                </a:lnTo>
                <a:lnTo>
                  <a:pt x="61586" y="49303"/>
                </a:lnTo>
                <a:lnTo>
                  <a:pt x="60984" y="50747"/>
                </a:lnTo>
                <a:lnTo>
                  <a:pt x="60462" y="52252"/>
                </a:lnTo>
                <a:lnTo>
                  <a:pt x="60021" y="53821"/>
                </a:lnTo>
                <a:lnTo>
                  <a:pt x="59660" y="55451"/>
                </a:lnTo>
                <a:lnTo>
                  <a:pt x="59379" y="57144"/>
                </a:lnTo>
                <a:lnTo>
                  <a:pt x="59178" y="58899"/>
                </a:lnTo>
                <a:lnTo>
                  <a:pt x="59058" y="60716"/>
                </a:lnTo>
                <a:lnTo>
                  <a:pt x="59018" y="62596"/>
                </a:lnTo>
                <a:lnTo>
                  <a:pt x="59058" y="64523"/>
                </a:lnTo>
                <a:lnTo>
                  <a:pt x="59177" y="66413"/>
                </a:lnTo>
                <a:lnTo>
                  <a:pt x="59377" y="68264"/>
                </a:lnTo>
                <a:lnTo>
                  <a:pt x="59656" y="70077"/>
                </a:lnTo>
                <a:lnTo>
                  <a:pt x="60015" y="71852"/>
                </a:lnTo>
                <a:lnTo>
                  <a:pt x="60453" y="73590"/>
                </a:lnTo>
                <a:lnTo>
                  <a:pt x="60972" y="75288"/>
                </a:lnTo>
                <a:lnTo>
                  <a:pt x="61570" y="76949"/>
                </a:lnTo>
                <a:lnTo>
                  <a:pt x="62248" y="78572"/>
                </a:lnTo>
                <a:lnTo>
                  <a:pt x="63005" y="80157"/>
                </a:lnTo>
                <a:lnTo>
                  <a:pt x="63843" y="81704"/>
                </a:lnTo>
                <a:lnTo>
                  <a:pt x="64760" y="83212"/>
                </a:lnTo>
                <a:lnTo>
                  <a:pt x="65745" y="84640"/>
                </a:lnTo>
                <a:lnTo>
                  <a:pt x="66786" y="85943"/>
                </a:lnTo>
                <a:lnTo>
                  <a:pt x="67883" y="87122"/>
                </a:lnTo>
                <a:lnTo>
                  <a:pt x="69036" y="88177"/>
                </a:lnTo>
                <a:lnTo>
                  <a:pt x="70245" y="89108"/>
                </a:lnTo>
                <a:lnTo>
                  <a:pt x="71510" y="89915"/>
                </a:lnTo>
                <a:lnTo>
                  <a:pt x="72830" y="90598"/>
                </a:lnTo>
                <a:lnTo>
                  <a:pt x="74207" y="91156"/>
                </a:lnTo>
                <a:lnTo>
                  <a:pt x="75640" y="91591"/>
                </a:lnTo>
                <a:lnTo>
                  <a:pt x="77129" y="91901"/>
                </a:lnTo>
                <a:lnTo>
                  <a:pt x="78673" y="92087"/>
                </a:lnTo>
                <a:lnTo>
                  <a:pt x="80274" y="92149"/>
                </a:lnTo>
                <a:lnTo>
                  <a:pt x="81429" y="92116"/>
                </a:lnTo>
                <a:lnTo>
                  <a:pt x="82565" y="92017"/>
                </a:lnTo>
                <a:lnTo>
                  <a:pt x="83680" y="91851"/>
                </a:lnTo>
                <a:lnTo>
                  <a:pt x="84776" y="91619"/>
                </a:lnTo>
                <a:lnTo>
                  <a:pt x="85852" y="91321"/>
                </a:lnTo>
                <a:lnTo>
                  <a:pt x="86908" y="90957"/>
                </a:lnTo>
                <a:lnTo>
                  <a:pt x="87944" y="90526"/>
                </a:lnTo>
                <a:lnTo>
                  <a:pt x="88960" y="90029"/>
                </a:lnTo>
                <a:lnTo>
                  <a:pt x="89957" y="89466"/>
                </a:lnTo>
                <a:lnTo>
                  <a:pt x="90934" y="88836"/>
                </a:lnTo>
                <a:lnTo>
                  <a:pt x="91891" y="88140"/>
                </a:lnTo>
                <a:lnTo>
                  <a:pt x="92828" y="87378"/>
                </a:lnTo>
                <a:lnTo>
                  <a:pt x="93480" y="86795"/>
                </a:lnTo>
                <a:lnTo>
                  <a:pt x="94130" y="86138"/>
                </a:lnTo>
                <a:lnTo>
                  <a:pt x="94776" y="85406"/>
                </a:lnTo>
                <a:lnTo>
                  <a:pt x="95420" y="84601"/>
                </a:lnTo>
                <a:lnTo>
                  <a:pt x="96060" y="83721"/>
                </a:lnTo>
                <a:lnTo>
                  <a:pt x="96698" y="82767"/>
                </a:lnTo>
                <a:lnTo>
                  <a:pt x="97332" y="81739"/>
                </a:lnTo>
                <a:lnTo>
                  <a:pt x="97964" y="80637"/>
                </a:lnTo>
                <a:lnTo>
                  <a:pt x="98592" y="79460"/>
                </a:lnTo>
                <a:lnTo>
                  <a:pt x="99218" y="78209"/>
                </a:lnTo>
                <a:lnTo>
                  <a:pt x="99841" y="76885"/>
                </a:lnTo>
                <a:lnTo>
                  <a:pt x="100460" y="75486"/>
                </a:lnTo>
                <a:lnTo>
                  <a:pt x="102529" y="76483"/>
                </a:lnTo>
                <a:close/>
                <a:moveTo>
                  <a:pt x="143807" y="34182"/>
                </a:moveTo>
                <a:lnTo>
                  <a:pt x="146239" y="34260"/>
                </a:lnTo>
                <a:lnTo>
                  <a:pt x="148590" y="34494"/>
                </a:lnTo>
                <a:lnTo>
                  <a:pt x="150860" y="34885"/>
                </a:lnTo>
                <a:lnTo>
                  <a:pt x="153048" y="35431"/>
                </a:lnTo>
                <a:lnTo>
                  <a:pt x="155155" y="36134"/>
                </a:lnTo>
                <a:lnTo>
                  <a:pt x="157181" y="36992"/>
                </a:lnTo>
                <a:lnTo>
                  <a:pt x="159126" y="38007"/>
                </a:lnTo>
                <a:lnTo>
                  <a:pt x="160990" y="39178"/>
                </a:lnTo>
                <a:lnTo>
                  <a:pt x="162772" y="40505"/>
                </a:lnTo>
                <a:lnTo>
                  <a:pt x="164473" y="41988"/>
                </a:lnTo>
                <a:lnTo>
                  <a:pt x="166093" y="43627"/>
                </a:lnTo>
                <a:lnTo>
                  <a:pt x="167631" y="45423"/>
                </a:lnTo>
                <a:lnTo>
                  <a:pt x="168850" y="47043"/>
                </a:lnTo>
                <a:lnTo>
                  <a:pt x="169963" y="48703"/>
                </a:lnTo>
                <a:lnTo>
                  <a:pt x="170970" y="50402"/>
                </a:lnTo>
                <a:lnTo>
                  <a:pt x="171871" y="52141"/>
                </a:lnTo>
                <a:lnTo>
                  <a:pt x="172666" y="53919"/>
                </a:lnTo>
                <a:lnTo>
                  <a:pt x="173355" y="55737"/>
                </a:lnTo>
                <a:lnTo>
                  <a:pt x="173938" y="57595"/>
                </a:lnTo>
                <a:lnTo>
                  <a:pt x="174415" y="59492"/>
                </a:lnTo>
                <a:lnTo>
                  <a:pt x="174786" y="61429"/>
                </a:lnTo>
                <a:lnTo>
                  <a:pt x="175051" y="63405"/>
                </a:lnTo>
                <a:lnTo>
                  <a:pt x="175210" y="65421"/>
                </a:lnTo>
                <a:lnTo>
                  <a:pt x="175263" y="67476"/>
                </a:lnTo>
                <a:lnTo>
                  <a:pt x="175234" y="68936"/>
                </a:lnTo>
                <a:lnTo>
                  <a:pt x="175147" y="70399"/>
                </a:lnTo>
                <a:lnTo>
                  <a:pt x="175000" y="71865"/>
                </a:lnTo>
                <a:lnTo>
                  <a:pt x="174796" y="73334"/>
                </a:lnTo>
                <a:lnTo>
                  <a:pt x="174533" y="74805"/>
                </a:lnTo>
                <a:lnTo>
                  <a:pt x="174211" y="76280"/>
                </a:lnTo>
                <a:lnTo>
                  <a:pt x="173831" y="77758"/>
                </a:lnTo>
                <a:lnTo>
                  <a:pt x="173393" y="79238"/>
                </a:lnTo>
                <a:lnTo>
                  <a:pt x="172896" y="80722"/>
                </a:lnTo>
                <a:lnTo>
                  <a:pt x="172341" y="82208"/>
                </a:lnTo>
                <a:lnTo>
                  <a:pt x="171727" y="83698"/>
                </a:lnTo>
                <a:lnTo>
                  <a:pt x="171055" y="85191"/>
                </a:lnTo>
                <a:lnTo>
                  <a:pt x="170332" y="86654"/>
                </a:lnTo>
                <a:lnTo>
                  <a:pt x="169564" y="88055"/>
                </a:lnTo>
                <a:lnTo>
                  <a:pt x="168752" y="89396"/>
                </a:lnTo>
                <a:lnTo>
                  <a:pt x="167897" y="90675"/>
                </a:lnTo>
                <a:lnTo>
                  <a:pt x="166997" y="91893"/>
                </a:lnTo>
                <a:lnTo>
                  <a:pt x="166053" y="93050"/>
                </a:lnTo>
                <a:lnTo>
                  <a:pt x="165065" y="94146"/>
                </a:lnTo>
                <a:lnTo>
                  <a:pt x="164033" y="95180"/>
                </a:lnTo>
                <a:lnTo>
                  <a:pt x="162957" y="96153"/>
                </a:lnTo>
                <a:lnTo>
                  <a:pt x="161837" y="97065"/>
                </a:lnTo>
                <a:lnTo>
                  <a:pt x="160672" y="97916"/>
                </a:lnTo>
                <a:lnTo>
                  <a:pt x="159464" y="98705"/>
                </a:lnTo>
                <a:lnTo>
                  <a:pt x="158222" y="99433"/>
                </a:lnTo>
                <a:lnTo>
                  <a:pt x="156957" y="100097"/>
                </a:lnTo>
                <a:lnTo>
                  <a:pt x="155668" y="100697"/>
                </a:lnTo>
                <a:lnTo>
                  <a:pt x="154356" y="101235"/>
                </a:lnTo>
                <a:lnTo>
                  <a:pt x="153021" y="101709"/>
                </a:lnTo>
                <a:lnTo>
                  <a:pt x="151662" y="102120"/>
                </a:lnTo>
                <a:lnTo>
                  <a:pt x="150281" y="102468"/>
                </a:lnTo>
                <a:lnTo>
                  <a:pt x="148876" y="102753"/>
                </a:lnTo>
                <a:lnTo>
                  <a:pt x="147447" y="102974"/>
                </a:lnTo>
                <a:lnTo>
                  <a:pt x="145996" y="103132"/>
                </a:lnTo>
                <a:lnTo>
                  <a:pt x="144521" y="103227"/>
                </a:lnTo>
                <a:lnTo>
                  <a:pt x="143023" y="103259"/>
                </a:lnTo>
                <a:lnTo>
                  <a:pt x="140604" y="103177"/>
                </a:lnTo>
                <a:lnTo>
                  <a:pt x="138269" y="102932"/>
                </a:lnTo>
                <a:lnTo>
                  <a:pt x="136019" y="102525"/>
                </a:lnTo>
                <a:lnTo>
                  <a:pt x="133853" y="101954"/>
                </a:lnTo>
                <a:lnTo>
                  <a:pt x="131771" y="101221"/>
                </a:lnTo>
                <a:lnTo>
                  <a:pt x="129773" y="100324"/>
                </a:lnTo>
                <a:lnTo>
                  <a:pt x="127860" y="99264"/>
                </a:lnTo>
                <a:lnTo>
                  <a:pt x="126030" y="98041"/>
                </a:lnTo>
                <a:lnTo>
                  <a:pt x="124285" y="96655"/>
                </a:lnTo>
                <a:lnTo>
                  <a:pt x="122624" y="95106"/>
                </a:lnTo>
                <a:lnTo>
                  <a:pt x="121048" y="93395"/>
                </a:lnTo>
                <a:lnTo>
                  <a:pt x="119555" y="91520"/>
                </a:lnTo>
                <a:lnTo>
                  <a:pt x="118382" y="89855"/>
                </a:lnTo>
                <a:lnTo>
                  <a:pt x="117310" y="88157"/>
                </a:lnTo>
                <a:lnTo>
                  <a:pt x="116341" y="86425"/>
                </a:lnTo>
                <a:lnTo>
                  <a:pt x="115473" y="84659"/>
                </a:lnTo>
                <a:lnTo>
                  <a:pt x="114708" y="82860"/>
                </a:lnTo>
                <a:lnTo>
                  <a:pt x="114045" y="81027"/>
                </a:lnTo>
                <a:lnTo>
                  <a:pt x="113484" y="79161"/>
                </a:lnTo>
                <a:lnTo>
                  <a:pt x="113024" y="77261"/>
                </a:lnTo>
                <a:lnTo>
                  <a:pt x="112667" y="75328"/>
                </a:lnTo>
                <a:lnTo>
                  <a:pt x="112412" y="73361"/>
                </a:lnTo>
                <a:lnTo>
                  <a:pt x="112259" y="71360"/>
                </a:lnTo>
                <a:lnTo>
                  <a:pt x="112208" y="69326"/>
                </a:lnTo>
                <a:lnTo>
                  <a:pt x="112239" y="67832"/>
                </a:lnTo>
                <a:lnTo>
                  <a:pt x="112332" y="66341"/>
                </a:lnTo>
                <a:lnTo>
                  <a:pt x="112487" y="64850"/>
                </a:lnTo>
                <a:lnTo>
                  <a:pt x="112704" y="63362"/>
                </a:lnTo>
                <a:lnTo>
                  <a:pt x="112982" y="61874"/>
                </a:lnTo>
                <a:lnTo>
                  <a:pt x="113323" y="60388"/>
                </a:lnTo>
                <a:lnTo>
                  <a:pt x="113725" y="58904"/>
                </a:lnTo>
                <a:lnTo>
                  <a:pt x="114190" y="57421"/>
                </a:lnTo>
                <a:lnTo>
                  <a:pt x="114716" y="55940"/>
                </a:lnTo>
                <a:lnTo>
                  <a:pt x="115304" y="54460"/>
                </a:lnTo>
                <a:lnTo>
                  <a:pt x="115954" y="52982"/>
                </a:lnTo>
                <a:lnTo>
                  <a:pt x="116666" y="51505"/>
                </a:lnTo>
                <a:lnTo>
                  <a:pt x="117429" y="50061"/>
                </a:lnTo>
                <a:lnTo>
                  <a:pt x="118231" y="48681"/>
                </a:lnTo>
                <a:lnTo>
                  <a:pt x="119071" y="47365"/>
                </a:lnTo>
                <a:lnTo>
                  <a:pt x="119951" y="46114"/>
                </a:lnTo>
                <a:lnTo>
                  <a:pt x="120870" y="44927"/>
                </a:lnTo>
                <a:lnTo>
                  <a:pt x="121829" y="43804"/>
                </a:lnTo>
                <a:lnTo>
                  <a:pt x="122826" y="42745"/>
                </a:lnTo>
                <a:lnTo>
                  <a:pt x="123863" y="41750"/>
                </a:lnTo>
                <a:lnTo>
                  <a:pt x="124938" y="40820"/>
                </a:lnTo>
                <a:lnTo>
                  <a:pt x="126053" y="39954"/>
                </a:lnTo>
                <a:lnTo>
                  <a:pt x="127207" y="39152"/>
                </a:lnTo>
                <a:lnTo>
                  <a:pt x="128400" y="38415"/>
                </a:lnTo>
                <a:lnTo>
                  <a:pt x="129619" y="37739"/>
                </a:lnTo>
                <a:lnTo>
                  <a:pt x="130849" y="37122"/>
                </a:lnTo>
                <a:lnTo>
                  <a:pt x="132091" y="36563"/>
                </a:lnTo>
                <a:lnTo>
                  <a:pt x="133345" y="36063"/>
                </a:lnTo>
                <a:lnTo>
                  <a:pt x="134612" y="35622"/>
                </a:lnTo>
                <a:lnTo>
                  <a:pt x="135890" y="35240"/>
                </a:lnTo>
                <a:lnTo>
                  <a:pt x="137179" y="34917"/>
                </a:lnTo>
                <a:lnTo>
                  <a:pt x="138481" y="34652"/>
                </a:lnTo>
                <a:lnTo>
                  <a:pt x="139795" y="34447"/>
                </a:lnTo>
                <a:lnTo>
                  <a:pt x="141120" y="34300"/>
                </a:lnTo>
                <a:lnTo>
                  <a:pt x="142458" y="34212"/>
                </a:lnTo>
                <a:lnTo>
                  <a:pt x="143807" y="34182"/>
                </a:lnTo>
                <a:moveTo>
                  <a:pt x="141596" y="38882"/>
                </a:moveTo>
                <a:lnTo>
                  <a:pt x="140966" y="38898"/>
                </a:lnTo>
                <a:lnTo>
                  <a:pt x="140335" y="38944"/>
                </a:lnTo>
                <a:lnTo>
                  <a:pt x="139703" y="39022"/>
                </a:lnTo>
                <a:lnTo>
                  <a:pt x="139072" y="39131"/>
                </a:lnTo>
                <a:lnTo>
                  <a:pt x="138439" y="39271"/>
                </a:lnTo>
                <a:lnTo>
                  <a:pt x="137807" y="39442"/>
                </a:lnTo>
                <a:lnTo>
                  <a:pt x="137173" y="39645"/>
                </a:lnTo>
                <a:lnTo>
                  <a:pt x="136539" y="39878"/>
                </a:lnTo>
                <a:lnTo>
                  <a:pt x="135905" y="40143"/>
                </a:lnTo>
                <a:lnTo>
                  <a:pt x="135270" y="40438"/>
                </a:lnTo>
                <a:lnTo>
                  <a:pt x="134635" y="40765"/>
                </a:lnTo>
                <a:lnTo>
                  <a:pt x="133999" y="41123"/>
                </a:lnTo>
                <a:lnTo>
                  <a:pt x="133373" y="41520"/>
                </a:lnTo>
                <a:lnTo>
                  <a:pt x="132768" y="41964"/>
                </a:lnTo>
                <a:lnTo>
                  <a:pt x="132183" y="42455"/>
                </a:lnTo>
                <a:lnTo>
                  <a:pt x="131618" y="42992"/>
                </a:lnTo>
                <a:lnTo>
                  <a:pt x="131073" y="43577"/>
                </a:lnTo>
                <a:lnTo>
                  <a:pt x="130549" y="44209"/>
                </a:lnTo>
                <a:lnTo>
                  <a:pt x="130045" y="44887"/>
                </a:lnTo>
                <a:lnTo>
                  <a:pt x="129561" y="45613"/>
                </a:lnTo>
                <a:lnTo>
                  <a:pt x="129098" y="46385"/>
                </a:lnTo>
                <a:lnTo>
                  <a:pt x="128655" y="47204"/>
                </a:lnTo>
                <a:lnTo>
                  <a:pt x="128232" y="48070"/>
                </a:lnTo>
                <a:lnTo>
                  <a:pt x="127829" y="48983"/>
                </a:lnTo>
                <a:lnTo>
                  <a:pt x="127453" y="49942"/>
                </a:lnTo>
                <a:lnTo>
                  <a:pt x="127110" y="50945"/>
                </a:lnTo>
                <a:lnTo>
                  <a:pt x="126800" y="51993"/>
                </a:lnTo>
                <a:lnTo>
                  <a:pt x="126522" y="53085"/>
                </a:lnTo>
                <a:lnTo>
                  <a:pt x="126276" y="54221"/>
                </a:lnTo>
                <a:lnTo>
                  <a:pt x="126064" y="55402"/>
                </a:lnTo>
                <a:lnTo>
                  <a:pt x="125884" y="56628"/>
                </a:lnTo>
                <a:lnTo>
                  <a:pt x="125737" y="57898"/>
                </a:lnTo>
                <a:lnTo>
                  <a:pt x="125623" y="59212"/>
                </a:lnTo>
                <a:lnTo>
                  <a:pt x="125541" y="60571"/>
                </a:lnTo>
                <a:lnTo>
                  <a:pt x="125492" y="61974"/>
                </a:lnTo>
                <a:lnTo>
                  <a:pt x="125475" y="63422"/>
                </a:lnTo>
                <a:lnTo>
                  <a:pt x="125515" y="65765"/>
                </a:lnTo>
                <a:lnTo>
                  <a:pt x="125633" y="68055"/>
                </a:lnTo>
                <a:lnTo>
                  <a:pt x="125830" y="70290"/>
                </a:lnTo>
                <a:lnTo>
                  <a:pt x="126106" y="72470"/>
                </a:lnTo>
                <a:lnTo>
                  <a:pt x="126460" y="74597"/>
                </a:lnTo>
                <a:lnTo>
                  <a:pt x="126893" y="76669"/>
                </a:lnTo>
                <a:lnTo>
                  <a:pt x="127405" y="78687"/>
                </a:lnTo>
                <a:lnTo>
                  <a:pt x="127996" y="80650"/>
                </a:lnTo>
                <a:lnTo>
                  <a:pt x="128665" y="82559"/>
                </a:lnTo>
                <a:lnTo>
                  <a:pt x="129413" y="84414"/>
                </a:lnTo>
                <a:lnTo>
                  <a:pt x="130240" y="86215"/>
                </a:lnTo>
                <a:lnTo>
                  <a:pt x="131146" y="87961"/>
                </a:lnTo>
                <a:lnTo>
                  <a:pt x="132116" y="89608"/>
                </a:lnTo>
                <a:lnTo>
                  <a:pt x="133136" y="91112"/>
                </a:lnTo>
                <a:lnTo>
                  <a:pt x="134207" y="92473"/>
                </a:lnTo>
                <a:lnTo>
                  <a:pt x="135327" y="93690"/>
                </a:lnTo>
                <a:lnTo>
                  <a:pt x="136497" y="94765"/>
                </a:lnTo>
                <a:lnTo>
                  <a:pt x="137717" y="95696"/>
                </a:lnTo>
                <a:lnTo>
                  <a:pt x="138988" y="96483"/>
                </a:lnTo>
                <a:lnTo>
                  <a:pt x="140308" y="97128"/>
                </a:lnTo>
                <a:lnTo>
                  <a:pt x="141678" y="97629"/>
                </a:lnTo>
                <a:lnTo>
                  <a:pt x="143099" y="97987"/>
                </a:lnTo>
                <a:lnTo>
                  <a:pt x="144569" y="98202"/>
                </a:lnTo>
                <a:lnTo>
                  <a:pt x="146090" y="98274"/>
                </a:lnTo>
                <a:lnTo>
                  <a:pt x="147226" y="98234"/>
                </a:lnTo>
                <a:lnTo>
                  <a:pt x="148329" y="98116"/>
                </a:lnTo>
                <a:lnTo>
                  <a:pt x="149398" y="97918"/>
                </a:lnTo>
                <a:lnTo>
                  <a:pt x="150433" y="97641"/>
                </a:lnTo>
                <a:lnTo>
                  <a:pt x="151434" y="97286"/>
                </a:lnTo>
                <a:lnTo>
                  <a:pt x="152402" y="96851"/>
                </a:lnTo>
                <a:lnTo>
                  <a:pt x="153337" y="96337"/>
                </a:lnTo>
                <a:lnTo>
                  <a:pt x="154237" y="95745"/>
                </a:lnTo>
                <a:lnTo>
                  <a:pt x="155104" y="95073"/>
                </a:lnTo>
                <a:lnTo>
                  <a:pt x="155937" y="94322"/>
                </a:lnTo>
                <a:lnTo>
                  <a:pt x="156737" y="93492"/>
                </a:lnTo>
                <a:lnTo>
                  <a:pt x="157502" y="92583"/>
                </a:lnTo>
                <a:lnTo>
                  <a:pt x="158220" y="91578"/>
                </a:lnTo>
                <a:lnTo>
                  <a:pt x="158876" y="90459"/>
                </a:lnTo>
                <a:lnTo>
                  <a:pt x="159468" y="89227"/>
                </a:lnTo>
                <a:lnTo>
                  <a:pt x="159999" y="87881"/>
                </a:lnTo>
                <a:lnTo>
                  <a:pt x="160467" y="86421"/>
                </a:lnTo>
                <a:lnTo>
                  <a:pt x="160873" y="84848"/>
                </a:lnTo>
                <a:lnTo>
                  <a:pt x="161216" y="83162"/>
                </a:lnTo>
                <a:lnTo>
                  <a:pt x="161497" y="81361"/>
                </a:lnTo>
                <a:lnTo>
                  <a:pt x="161715" y="79447"/>
                </a:lnTo>
                <a:lnTo>
                  <a:pt x="161871" y="77420"/>
                </a:lnTo>
                <a:lnTo>
                  <a:pt x="161965" y="75279"/>
                </a:lnTo>
                <a:lnTo>
                  <a:pt x="161996" y="73024"/>
                </a:lnTo>
                <a:lnTo>
                  <a:pt x="161944" y="70183"/>
                </a:lnTo>
                <a:lnTo>
                  <a:pt x="161788" y="67444"/>
                </a:lnTo>
                <a:lnTo>
                  <a:pt x="161528" y="64809"/>
                </a:lnTo>
                <a:lnTo>
                  <a:pt x="161164" y="62276"/>
                </a:lnTo>
                <a:lnTo>
                  <a:pt x="160696" y="59845"/>
                </a:lnTo>
                <a:lnTo>
                  <a:pt x="160124" y="57518"/>
                </a:lnTo>
                <a:lnTo>
                  <a:pt x="159448" y="55293"/>
                </a:lnTo>
                <a:lnTo>
                  <a:pt x="158667" y="53171"/>
                </a:lnTo>
                <a:lnTo>
                  <a:pt x="157783" y="51151"/>
                </a:lnTo>
                <a:lnTo>
                  <a:pt x="156795" y="49235"/>
                </a:lnTo>
                <a:lnTo>
                  <a:pt x="155703" y="47421"/>
                </a:lnTo>
                <a:lnTo>
                  <a:pt x="154507" y="45710"/>
                </a:lnTo>
                <a:lnTo>
                  <a:pt x="153643" y="44619"/>
                </a:lnTo>
                <a:lnTo>
                  <a:pt x="152741" y="43624"/>
                </a:lnTo>
                <a:lnTo>
                  <a:pt x="151801" y="42723"/>
                </a:lnTo>
                <a:lnTo>
                  <a:pt x="150821" y="41917"/>
                </a:lnTo>
                <a:lnTo>
                  <a:pt x="149803" y="41205"/>
                </a:lnTo>
                <a:lnTo>
                  <a:pt x="148747" y="40589"/>
                </a:lnTo>
                <a:lnTo>
                  <a:pt x="147652" y="40068"/>
                </a:lnTo>
                <a:lnTo>
                  <a:pt x="146518" y="39641"/>
                </a:lnTo>
                <a:lnTo>
                  <a:pt x="145345" y="39309"/>
                </a:lnTo>
                <a:lnTo>
                  <a:pt x="144134" y="39072"/>
                </a:lnTo>
                <a:lnTo>
                  <a:pt x="142884" y="38930"/>
                </a:lnTo>
                <a:lnTo>
                  <a:pt x="141596" y="38882"/>
                </a:lnTo>
                <a:close/>
                <a:moveTo>
                  <a:pt x="203938" y="47997"/>
                </a:moveTo>
                <a:lnTo>
                  <a:pt x="205845" y="45791"/>
                </a:lnTo>
                <a:lnTo>
                  <a:pt x="207736" y="43776"/>
                </a:lnTo>
                <a:lnTo>
                  <a:pt x="209613" y="41953"/>
                </a:lnTo>
                <a:lnTo>
                  <a:pt x="211475" y="40322"/>
                </a:lnTo>
                <a:lnTo>
                  <a:pt x="213322" y="38883"/>
                </a:lnTo>
                <a:lnTo>
                  <a:pt x="215154" y="37636"/>
                </a:lnTo>
                <a:lnTo>
                  <a:pt x="216972" y="36581"/>
                </a:lnTo>
                <a:lnTo>
                  <a:pt x="218774" y="35717"/>
                </a:lnTo>
                <a:lnTo>
                  <a:pt x="220562" y="35046"/>
                </a:lnTo>
                <a:lnTo>
                  <a:pt x="222335" y="34566"/>
                </a:lnTo>
                <a:lnTo>
                  <a:pt x="224093" y="34278"/>
                </a:lnTo>
                <a:lnTo>
                  <a:pt x="225836" y="34182"/>
                </a:lnTo>
                <a:lnTo>
                  <a:pt x="226717" y="34201"/>
                </a:lnTo>
                <a:lnTo>
                  <a:pt x="227578" y="34256"/>
                </a:lnTo>
                <a:lnTo>
                  <a:pt x="228417" y="34349"/>
                </a:lnTo>
                <a:lnTo>
                  <a:pt x="229236" y="34478"/>
                </a:lnTo>
                <a:lnTo>
                  <a:pt x="230034" y="34645"/>
                </a:lnTo>
                <a:lnTo>
                  <a:pt x="230811" y="34849"/>
                </a:lnTo>
                <a:lnTo>
                  <a:pt x="231568" y="35089"/>
                </a:lnTo>
                <a:lnTo>
                  <a:pt x="232303" y="35367"/>
                </a:lnTo>
                <a:lnTo>
                  <a:pt x="233018" y="35682"/>
                </a:lnTo>
                <a:lnTo>
                  <a:pt x="233712" y="36034"/>
                </a:lnTo>
                <a:lnTo>
                  <a:pt x="234385" y="36422"/>
                </a:lnTo>
                <a:lnTo>
                  <a:pt x="235038" y="36848"/>
                </a:lnTo>
                <a:lnTo>
                  <a:pt x="235669" y="37316"/>
                </a:lnTo>
                <a:lnTo>
                  <a:pt x="236278" y="37832"/>
                </a:lnTo>
                <a:lnTo>
                  <a:pt x="236865" y="38396"/>
                </a:lnTo>
                <a:lnTo>
                  <a:pt x="237431" y="39007"/>
                </a:lnTo>
                <a:lnTo>
                  <a:pt x="237975" y="39666"/>
                </a:lnTo>
                <a:lnTo>
                  <a:pt x="238497" y="40374"/>
                </a:lnTo>
                <a:lnTo>
                  <a:pt x="238997" y="41129"/>
                </a:lnTo>
                <a:lnTo>
                  <a:pt x="239476" y="41932"/>
                </a:lnTo>
                <a:lnTo>
                  <a:pt x="239933" y="42783"/>
                </a:lnTo>
                <a:lnTo>
                  <a:pt x="240368" y="43682"/>
                </a:lnTo>
                <a:lnTo>
                  <a:pt x="240781" y="44628"/>
                </a:lnTo>
                <a:lnTo>
                  <a:pt x="241172" y="45623"/>
                </a:lnTo>
                <a:lnTo>
                  <a:pt x="241423" y="46365"/>
                </a:lnTo>
                <a:lnTo>
                  <a:pt x="241651" y="47170"/>
                </a:lnTo>
                <a:lnTo>
                  <a:pt x="241858" y="48038"/>
                </a:lnTo>
                <a:lnTo>
                  <a:pt x="242044" y="48970"/>
                </a:lnTo>
                <a:lnTo>
                  <a:pt x="242207" y="49964"/>
                </a:lnTo>
                <a:lnTo>
                  <a:pt x="242349" y="51022"/>
                </a:lnTo>
                <a:lnTo>
                  <a:pt x="242469" y="52143"/>
                </a:lnTo>
                <a:lnTo>
                  <a:pt x="242567" y="53328"/>
                </a:lnTo>
                <a:lnTo>
                  <a:pt x="242643" y="54575"/>
                </a:lnTo>
                <a:lnTo>
                  <a:pt x="242698" y="55886"/>
                </a:lnTo>
                <a:lnTo>
                  <a:pt x="242730" y="57260"/>
                </a:lnTo>
                <a:lnTo>
                  <a:pt x="242741" y="58697"/>
                </a:lnTo>
                <a:lnTo>
                  <a:pt x="242741" y="86479"/>
                </a:lnTo>
                <a:lnTo>
                  <a:pt x="242748" y="87482"/>
                </a:lnTo>
                <a:lnTo>
                  <a:pt x="242769" y="88429"/>
                </a:lnTo>
                <a:lnTo>
                  <a:pt x="242804" y="89321"/>
                </a:lnTo>
                <a:lnTo>
                  <a:pt x="242852" y="90158"/>
                </a:lnTo>
                <a:lnTo>
                  <a:pt x="242915" y="90940"/>
                </a:lnTo>
                <a:lnTo>
                  <a:pt x="242991" y="91666"/>
                </a:lnTo>
                <a:lnTo>
                  <a:pt x="243081" y="92338"/>
                </a:lnTo>
                <a:lnTo>
                  <a:pt x="243185" y="92953"/>
                </a:lnTo>
                <a:lnTo>
                  <a:pt x="243303" y="93514"/>
                </a:lnTo>
                <a:lnTo>
                  <a:pt x="243435" y="94019"/>
                </a:lnTo>
                <a:lnTo>
                  <a:pt x="243580" y="94470"/>
                </a:lnTo>
                <a:lnTo>
                  <a:pt x="243740" y="94864"/>
                </a:lnTo>
                <a:lnTo>
                  <a:pt x="243877" y="95155"/>
                </a:lnTo>
                <a:lnTo>
                  <a:pt x="244028" y="95435"/>
                </a:lnTo>
                <a:lnTo>
                  <a:pt x="244192" y="95703"/>
                </a:lnTo>
                <a:lnTo>
                  <a:pt x="244370" y="95961"/>
                </a:lnTo>
                <a:lnTo>
                  <a:pt x="244561" y="96209"/>
                </a:lnTo>
                <a:lnTo>
                  <a:pt x="244765" y="96445"/>
                </a:lnTo>
                <a:lnTo>
                  <a:pt x="244983" y="96670"/>
                </a:lnTo>
                <a:lnTo>
                  <a:pt x="245214" y="96885"/>
                </a:lnTo>
                <a:lnTo>
                  <a:pt x="245458" y="97089"/>
                </a:lnTo>
                <a:lnTo>
                  <a:pt x="245716" y="97282"/>
                </a:lnTo>
                <a:lnTo>
                  <a:pt x="245987" y="97464"/>
                </a:lnTo>
                <a:lnTo>
                  <a:pt x="246272" y="97635"/>
                </a:lnTo>
                <a:lnTo>
                  <a:pt x="246584" y="97794"/>
                </a:lnTo>
                <a:lnTo>
                  <a:pt x="246937" y="97939"/>
                </a:lnTo>
                <a:lnTo>
                  <a:pt x="247331" y="98070"/>
                </a:lnTo>
                <a:lnTo>
                  <a:pt x="247766" y="98188"/>
                </a:lnTo>
                <a:lnTo>
                  <a:pt x="248242" y="98291"/>
                </a:lnTo>
                <a:lnTo>
                  <a:pt x="248760" y="98381"/>
                </a:lnTo>
                <a:lnTo>
                  <a:pt x="249318" y="98457"/>
                </a:lnTo>
                <a:lnTo>
                  <a:pt x="249918" y="98519"/>
                </a:lnTo>
                <a:lnTo>
                  <a:pt x="250558" y="98568"/>
                </a:lnTo>
                <a:lnTo>
                  <a:pt x="251240" y="98602"/>
                </a:lnTo>
                <a:lnTo>
                  <a:pt x="251963" y="98623"/>
                </a:lnTo>
                <a:lnTo>
                  <a:pt x="252727" y="98630"/>
                </a:lnTo>
                <a:lnTo>
                  <a:pt x="252727" y="101265"/>
                </a:lnTo>
                <a:lnTo>
                  <a:pt x="220415" y="101265"/>
                </a:lnTo>
                <a:lnTo>
                  <a:pt x="220415" y="98630"/>
                </a:lnTo>
                <a:lnTo>
                  <a:pt x="221770" y="98630"/>
                </a:lnTo>
                <a:lnTo>
                  <a:pt x="222512" y="98620"/>
                </a:lnTo>
                <a:lnTo>
                  <a:pt x="223216" y="98591"/>
                </a:lnTo>
                <a:lnTo>
                  <a:pt x="223881" y="98543"/>
                </a:lnTo>
                <a:lnTo>
                  <a:pt x="224509" y="98476"/>
                </a:lnTo>
                <a:lnTo>
                  <a:pt x="225098" y="98390"/>
                </a:lnTo>
                <a:lnTo>
                  <a:pt x="225649" y="98284"/>
                </a:lnTo>
                <a:lnTo>
                  <a:pt x="226162" y="98159"/>
                </a:lnTo>
                <a:lnTo>
                  <a:pt x="226637" y="98015"/>
                </a:lnTo>
                <a:lnTo>
                  <a:pt x="227073" y="97852"/>
                </a:lnTo>
                <a:lnTo>
                  <a:pt x="227472" y="97670"/>
                </a:lnTo>
                <a:lnTo>
                  <a:pt x="227832" y="97468"/>
                </a:lnTo>
                <a:lnTo>
                  <a:pt x="228154" y="97248"/>
                </a:lnTo>
                <a:lnTo>
                  <a:pt x="228450" y="97008"/>
                </a:lnTo>
                <a:lnTo>
                  <a:pt x="228730" y="96751"/>
                </a:lnTo>
                <a:lnTo>
                  <a:pt x="228995" y="96475"/>
                </a:lnTo>
                <a:lnTo>
                  <a:pt x="229244" y="96181"/>
                </a:lnTo>
                <a:lnTo>
                  <a:pt x="229478" y="95869"/>
                </a:lnTo>
                <a:lnTo>
                  <a:pt x="229697" y="95539"/>
                </a:lnTo>
                <a:lnTo>
                  <a:pt x="229900" y="95190"/>
                </a:lnTo>
                <a:lnTo>
                  <a:pt x="230088" y="94824"/>
                </a:lnTo>
                <a:lnTo>
                  <a:pt x="230261" y="94439"/>
                </a:lnTo>
                <a:lnTo>
                  <a:pt x="230418" y="94036"/>
                </a:lnTo>
                <a:lnTo>
                  <a:pt x="230560" y="93615"/>
                </a:lnTo>
                <a:lnTo>
                  <a:pt x="230687" y="93175"/>
                </a:lnTo>
                <a:lnTo>
                  <a:pt x="230732" y="92966"/>
                </a:lnTo>
                <a:lnTo>
                  <a:pt x="230774" y="92695"/>
                </a:lnTo>
                <a:lnTo>
                  <a:pt x="230811" y="92360"/>
                </a:lnTo>
                <a:lnTo>
                  <a:pt x="230845" y="91962"/>
                </a:lnTo>
                <a:lnTo>
                  <a:pt x="230875" y="91502"/>
                </a:lnTo>
                <a:lnTo>
                  <a:pt x="230900" y="90978"/>
                </a:lnTo>
                <a:lnTo>
                  <a:pt x="230922" y="90392"/>
                </a:lnTo>
                <a:lnTo>
                  <a:pt x="230940" y="89742"/>
                </a:lnTo>
                <a:lnTo>
                  <a:pt x="230954" y="89030"/>
                </a:lnTo>
                <a:lnTo>
                  <a:pt x="230964" y="88254"/>
                </a:lnTo>
                <a:lnTo>
                  <a:pt x="230970" y="87416"/>
                </a:lnTo>
                <a:lnTo>
                  <a:pt x="230972" y="86515"/>
                </a:lnTo>
                <a:lnTo>
                  <a:pt x="230972" y="59946"/>
                </a:lnTo>
                <a:lnTo>
                  <a:pt x="230956" y="58503"/>
                </a:lnTo>
                <a:lnTo>
                  <a:pt x="230907" y="57129"/>
                </a:lnTo>
                <a:lnTo>
                  <a:pt x="230827" y="55821"/>
                </a:lnTo>
                <a:lnTo>
                  <a:pt x="230714" y="54581"/>
                </a:lnTo>
                <a:lnTo>
                  <a:pt x="230569" y="53409"/>
                </a:lnTo>
                <a:lnTo>
                  <a:pt x="230392" y="52304"/>
                </a:lnTo>
                <a:lnTo>
                  <a:pt x="230183" y="51266"/>
                </a:lnTo>
                <a:lnTo>
                  <a:pt x="229942" y="50295"/>
                </a:lnTo>
                <a:lnTo>
                  <a:pt x="229668" y="49392"/>
                </a:lnTo>
                <a:lnTo>
                  <a:pt x="229362" y="48556"/>
                </a:lnTo>
                <a:lnTo>
                  <a:pt x="229024" y="47788"/>
                </a:lnTo>
                <a:lnTo>
                  <a:pt x="228654" y="47087"/>
                </a:lnTo>
                <a:lnTo>
                  <a:pt x="228245" y="46448"/>
                </a:lnTo>
                <a:lnTo>
                  <a:pt x="227793" y="45864"/>
                </a:lnTo>
                <a:lnTo>
                  <a:pt x="227296" y="45336"/>
                </a:lnTo>
                <a:lnTo>
                  <a:pt x="226755" y="44863"/>
                </a:lnTo>
                <a:lnTo>
                  <a:pt x="226171" y="44446"/>
                </a:lnTo>
                <a:lnTo>
                  <a:pt x="225542" y="44085"/>
                </a:lnTo>
                <a:lnTo>
                  <a:pt x="224869" y="43779"/>
                </a:lnTo>
                <a:lnTo>
                  <a:pt x="224152" y="43529"/>
                </a:lnTo>
                <a:lnTo>
                  <a:pt x="223391" y="43334"/>
                </a:lnTo>
                <a:lnTo>
                  <a:pt x="222586" y="43195"/>
                </a:lnTo>
                <a:lnTo>
                  <a:pt x="221736" y="43112"/>
                </a:lnTo>
                <a:lnTo>
                  <a:pt x="220843" y="43084"/>
                </a:lnTo>
                <a:lnTo>
                  <a:pt x="219429" y="43148"/>
                </a:lnTo>
                <a:lnTo>
                  <a:pt x="218016" y="43340"/>
                </a:lnTo>
                <a:lnTo>
                  <a:pt x="216603" y="43659"/>
                </a:lnTo>
                <a:lnTo>
                  <a:pt x="215192" y="44107"/>
                </a:lnTo>
                <a:lnTo>
                  <a:pt x="213782" y="44683"/>
                </a:lnTo>
                <a:lnTo>
                  <a:pt x="212373" y="45386"/>
                </a:lnTo>
                <a:lnTo>
                  <a:pt x="210964" y="46218"/>
                </a:lnTo>
                <a:lnTo>
                  <a:pt x="209557" y="47177"/>
                </a:lnTo>
                <a:lnTo>
                  <a:pt x="208151" y="48265"/>
                </a:lnTo>
                <a:lnTo>
                  <a:pt x="206746" y="49480"/>
                </a:lnTo>
                <a:lnTo>
                  <a:pt x="205341" y="50823"/>
                </a:lnTo>
                <a:lnTo>
                  <a:pt x="203938" y="52295"/>
                </a:lnTo>
                <a:lnTo>
                  <a:pt x="203938" y="86515"/>
                </a:lnTo>
                <a:lnTo>
                  <a:pt x="203943" y="87578"/>
                </a:lnTo>
                <a:lnTo>
                  <a:pt x="203960" y="88571"/>
                </a:lnTo>
                <a:lnTo>
                  <a:pt x="203987" y="89495"/>
                </a:lnTo>
                <a:lnTo>
                  <a:pt x="204025" y="90348"/>
                </a:lnTo>
                <a:lnTo>
                  <a:pt x="204074" y="91132"/>
                </a:lnTo>
                <a:lnTo>
                  <a:pt x="204134" y="91846"/>
                </a:lnTo>
                <a:lnTo>
                  <a:pt x="204205" y="92490"/>
                </a:lnTo>
                <a:lnTo>
                  <a:pt x="204287" y="93064"/>
                </a:lnTo>
                <a:lnTo>
                  <a:pt x="204379" y="93568"/>
                </a:lnTo>
                <a:lnTo>
                  <a:pt x="204483" y="94003"/>
                </a:lnTo>
                <a:lnTo>
                  <a:pt x="204597" y="94367"/>
                </a:lnTo>
                <a:lnTo>
                  <a:pt x="204723" y="94662"/>
                </a:lnTo>
                <a:lnTo>
                  <a:pt x="204894" y="94997"/>
                </a:lnTo>
                <a:lnTo>
                  <a:pt x="205076" y="95316"/>
                </a:lnTo>
                <a:lnTo>
                  <a:pt x="205269" y="95620"/>
                </a:lnTo>
                <a:lnTo>
                  <a:pt x="205472" y="95909"/>
                </a:lnTo>
                <a:lnTo>
                  <a:pt x="205685" y="96183"/>
                </a:lnTo>
                <a:lnTo>
                  <a:pt x="205908" y="96442"/>
                </a:lnTo>
                <a:lnTo>
                  <a:pt x="206142" y="96685"/>
                </a:lnTo>
                <a:lnTo>
                  <a:pt x="206387" y="96913"/>
                </a:lnTo>
                <a:lnTo>
                  <a:pt x="206642" y="97126"/>
                </a:lnTo>
                <a:lnTo>
                  <a:pt x="206907" y="97323"/>
                </a:lnTo>
                <a:lnTo>
                  <a:pt x="207183" y="97506"/>
                </a:lnTo>
                <a:lnTo>
                  <a:pt x="207469" y="97673"/>
                </a:lnTo>
                <a:lnTo>
                  <a:pt x="207785" y="97826"/>
                </a:lnTo>
                <a:lnTo>
                  <a:pt x="208151" y="97965"/>
                </a:lnTo>
                <a:lnTo>
                  <a:pt x="208568" y="98091"/>
                </a:lnTo>
                <a:lnTo>
                  <a:pt x="209034" y="98204"/>
                </a:lnTo>
                <a:lnTo>
                  <a:pt x="209550" y="98304"/>
                </a:lnTo>
                <a:lnTo>
                  <a:pt x="210117" y="98390"/>
                </a:lnTo>
                <a:lnTo>
                  <a:pt x="210733" y="98464"/>
                </a:lnTo>
                <a:lnTo>
                  <a:pt x="211400" y="98523"/>
                </a:lnTo>
                <a:lnTo>
                  <a:pt x="212116" y="98570"/>
                </a:lnTo>
                <a:lnTo>
                  <a:pt x="212883" y="98603"/>
                </a:lnTo>
                <a:lnTo>
                  <a:pt x="213699" y="98623"/>
                </a:lnTo>
                <a:lnTo>
                  <a:pt x="214566" y="98630"/>
                </a:lnTo>
                <a:lnTo>
                  <a:pt x="214566" y="101265"/>
                </a:lnTo>
                <a:lnTo>
                  <a:pt x="182254" y="101265"/>
                </a:lnTo>
                <a:lnTo>
                  <a:pt x="182254" y="98630"/>
                </a:lnTo>
                <a:lnTo>
                  <a:pt x="183680" y="98630"/>
                </a:lnTo>
                <a:lnTo>
                  <a:pt x="184490" y="98612"/>
                </a:lnTo>
                <a:lnTo>
                  <a:pt x="185255" y="98560"/>
                </a:lnTo>
                <a:lnTo>
                  <a:pt x="185974" y="98472"/>
                </a:lnTo>
                <a:lnTo>
                  <a:pt x="186648" y="98350"/>
                </a:lnTo>
                <a:lnTo>
                  <a:pt x="187278" y="98192"/>
                </a:lnTo>
                <a:lnTo>
                  <a:pt x="187862" y="97999"/>
                </a:lnTo>
                <a:lnTo>
                  <a:pt x="188401" y="97772"/>
                </a:lnTo>
                <a:lnTo>
                  <a:pt x="188895" y="97509"/>
                </a:lnTo>
                <a:lnTo>
                  <a:pt x="189344" y="97211"/>
                </a:lnTo>
                <a:lnTo>
                  <a:pt x="189748" y="96879"/>
                </a:lnTo>
                <a:lnTo>
                  <a:pt x="190107" y="96511"/>
                </a:lnTo>
                <a:lnTo>
                  <a:pt x="190421" y="96108"/>
                </a:lnTo>
                <a:lnTo>
                  <a:pt x="190700" y="95656"/>
                </a:lnTo>
                <a:lnTo>
                  <a:pt x="190955" y="95140"/>
                </a:lnTo>
                <a:lnTo>
                  <a:pt x="191186" y="94560"/>
                </a:lnTo>
                <a:lnTo>
                  <a:pt x="191392" y="93917"/>
                </a:lnTo>
                <a:lnTo>
                  <a:pt x="191574" y="93210"/>
                </a:lnTo>
                <a:lnTo>
                  <a:pt x="191732" y="92439"/>
                </a:lnTo>
                <a:lnTo>
                  <a:pt x="191865" y="91605"/>
                </a:lnTo>
                <a:lnTo>
                  <a:pt x="191974" y="90707"/>
                </a:lnTo>
                <a:lnTo>
                  <a:pt x="192059" y="89745"/>
                </a:lnTo>
                <a:lnTo>
                  <a:pt x="192120" y="88720"/>
                </a:lnTo>
                <a:lnTo>
                  <a:pt x="192156" y="87631"/>
                </a:lnTo>
                <a:lnTo>
                  <a:pt x="192169" y="86479"/>
                </a:lnTo>
                <a:lnTo>
                  <a:pt x="192169" y="62320"/>
                </a:lnTo>
                <a:lnTo>
                  <a:pt x="192165" y="60430"/>
                </a:lnTo>
                <a:lnTo>
                  <a:pt x="192154" y="58667"/>
                </a:lnTo>
                <a:lnTo>
                  <a:pt x="192135" y="57031"/>
                </a:lnTo>
                <a:lnTo>
                  <a:pt x="192109" y="55523"/>
                </a:lnTo>
                <a:lnTo>
                  <a:pt x="192076" y="54142"/>
                </a:lnTo>
                <a:lnTo>
                  <a:pt x="192035" y="52888"/>
                </a:lnTo>
                <a:lnTo>
                  <a:pt x="191987" y="51762"/>
                </a:lnTo>
                <a:lnTo>
                  <a:pt x="191931" y="50763"/>
                </a:lnTo>
                <a:lnTo>
                  <a:pt x="191868" y="49891"/>
                </a:lnTo>
                <a:lnTo>
                  <a:pt x="191797" y="49147"/>
                </a:lnTo>
                <a:lnTo>
                  <a:pt x="191719" y="48530"/>
                </a:lnTo>
                <a:lnTo>
                  <a:pt x="191634" y="48040"/>
                </a:lnTo>
                <a:lnTo>
                  <a:pt x="191540" y="47625"/>
                </a:lnTo>
                <a:lnTo>
                  <a:pt x="191439" y="47232"/>
                </a:lnTo>
                <a:lnTo>
                  <a:pt x="191330" y="46862"/>
                </a:lnTo>
                <a:lnTo>
                  <a:pt x="191214" y="46515"/>
                </a:lnTo>
                <a:lnTo>
                  <a:pt x="191089" y="46191"/>
                </a:lnTo>
                <a:lnTo>
                  <a:pt x="190956" y="45889"/>
                </a:lnTo>
                <a:lnTo>
                  <a:pt x="190815" y="45611"/>
                </a:lnTo>
                <a:lnTo>
                  <a:pt x="190667" y="45354"/>
                </a:lnTo>
                <a:lnTo>
                  <a:pt x="190510" y="45121"/>
                </a:lnTo>
                <a:lnTo>
                  <a:pt x="190346" y="44910"/>
                </a:lnTo>
                <a:lnTo>
                  <a:pt x="190173" y="44722"/>
                </a:lnTo>
                <a:lnTo>
                  <a:pt x="189993" y="44557"/>
                </a:lnTo>
                <a:lnTo>
                  <a:pt x="189804" y="44409"/>
                </a:lnTo>
                <a:lnTo>
                  <a:pt x="189604" y="44275"/>
                </a:lnTo>
                <a:lnTo>
                  <a:pt x="189393" y="44153"/>
                </a:lnTo>
                <a:lnTo>
                  <a:pt x="189173" y="44044"/>
                </a:lnTo>
                <a:lnTo>
                  <a:pt x="188942" y="43948"/>
                </a:lnTo>
                <a:lnTo>
                  <a:pt x="188700" y="43864"/>
                </a:lnTo>
                <a:lnTo>
                  <a:pt x="188448" y="43794"/>
                </a:lnTo>
                <a:lnTo>
                  <a:pt x="188186" y="43736"/>
                </a:lnTo>
                <a:lnTo>
                  <a:pt x="187913" y="43691"/>
                </a:lnTo>
                <a:lnTo>
                  <a:pt x="187630" y="43659"/>
                </a:lnTo>
                <a:lnTo>
                  <a:pt x="187337" y="43640"/>
                </a:lnTo>
                <a:lnTo>
                  <a:pt x="187033" y="43633"/>
                </a:lnTo>
                <a:lnTo>
                  <a:pt x="186694" y="43641"/>
                </a:lnTo>
                <a:lnTo>
                  <a:pt x="186345" y="43663"/>
                </a:lnTo>
                <a:lnTo>
                  <a:pt x="185985" y="43700"/>
                </a:lnTo>
                <a:lnTo>
                  <a:pt x="185614" y="43752"/>
                </a:lnTo>
                <a:lnTo>
                  <a:pt x="185232" y="43818"/>
                </a:lnTo>
                <a:lnTo>
                  <a:pt x="184839" y="43900"/>
                </a:lnTo>
                <a:lnTo>
                  <a:pt x="184436" y="43996"/>
                </a:lnTo>
                <a:lnTo>
                  <a:pt x="184021" y="44107"/>
                </a:lnTo>
                <a:lnTo>
                  <a:pt x="183596" y="44233"/>
                </a:lnTo>
                <a:lnTo>
                  <a:pt x="183159" y="44374"/>
                </a:lnTo>
                <a:lnTo>
                  <a:pt x="182712" y="44529"/>
                </a:lnTo>
                <a:lnTo>
                  <a:pt x="182254" y="44699"/>
                </a:lnTo>
                <a:lnTo>
                  <a:pt x="181184" y="42140"/>
                </a:lnTo>
                <a:lnTo>
                  <a:pt x="200871" y="34182"/>
                </a:lnTo>
                <a:lnTo>
                  <a:pt x="203938" y="34182"/>
                </a:lnTo>
                <a:lnTo>
                  <a:pt x="203938" y="47997"/>
                </a:lnTo>
                <a:close/>
                <a:moveTo>
                  <a:pt x="254582" y="36034"/>
                </a:moveTo>
                <a:lnTo>
                  <a:pt x="285325" y="36034"/>
                </a:lnTo>
                <a:lnTo>
                  <a:pt x="285325" y="38669"/>
                </a:lnTo>
                <a:lnTo>
                  <a:pt x="283328" y="38669"/>
                </a:lnTo>
                <a:lnTo>
                  <a:pt x="282873" y="38678"/>
                </a:lnTo>
                <a:lnTo>
                  <a:pt x="282437" y="38706"/>
                </a:lnTo>
                <a:lnTo>
                  <a:pt x="282019" y="38753"/>
                </a:lnTo>
                <a:lnTo>
                  <a:pt x="281620" y="38819"/>
                </a:lnTo>
                <a:lnTo>
                  <a:pt x="281239" y="38903"/>
                </a:lnTo>
                <a:lnTo>
                  <a:pt x="280876" y="39007"/>
                </a:lnTo>
                <a:lnTo>
                  <a:pt x="280531" y="39129"/>
                </a:lnTo>
                <a:lnTo>
                  <a:pt x="280205" y="39270"/>
                </a:lnTo>
                <a:lnTo>
                  <a:pt x="279897" y="39430"/>
                </a:lnTo>
                <a:lnTo>
                  <a:pt x="279608" y="39608"/>
                </a:lnTo>
                <a:lnTo>
                  <a:pt x="279337" y="39805"/>
                </a:lnTo>
                <a:lnTo>
                  <a:pt x="279084" y="40022"/>
                </a:lnTo>
                <a:lnTo>
                  <a:pt x="278850" y="40254"/>
                </a:lnTo>
                <a:lnTo>
                  <a:pt x="278637" y="40498"/>
                </a:lnTo>
                <a:lnTo>
                  <a:pt x="278444" y="40756"/>
                </a:lnTo>
                <a:lnTo>
                  <a:pt x="278271" y="41026"/>
                </a:lnTo>
                <a:lnTo>
                  <a:pt x="278119" y="41310"/>
                </a:lnTo>
                <a:lnTo>
                  <a:pt x="277987" y="41606"/>
                </a:lnTo>
                <a:lnTo>
                  <a:pt x="277875" y="41915"/>
                </a:lnTo>
                <a:lnTo>
                  <a:pt x="277784" y="42237"/>
                </a:lnTo>
                <a:lnTo>
                  <a:pt x="277713" y="42572"/>
                </a:lnTo>
                <a:lnTo>
                  <a:pt x="277662" y="42920"/>
                </a:lnTo>
                <a:lnTo>
                  <a:pt x="277632" y="43280"/>
                </a:lnTo>
                <a:lnTo>
                  <a:pt x="277622" y="43653"/>
                </a:lnTo>
                <a:lnTo>
                  <a:pt x="277632" y="44075"/>
                </a:lnTo>
                <a:lnTo>
                  <a:pt x="277663" y="44510"/>
                </a:lnTo>
                <a:lnTo>
                  <a:pt x="277715" y="44958"/>
                </a:lnTo>
                <a:lnTo>
                  <a:pt x="277788" y="45418"/>
                </a:lnTo>
                <a:lnTo>
                  <a:pt x="277882" y="45891"/>
                </a:lnTo>
                <a:lnTo>
                  <a:pt x="277996" y="46377"/>
                </a:lnTo>
                <a:lnTo>
                  <a:pt x="278131" y="46876"/>
                </a:lnTo>
                <a:lnTo>
                  <a:pt x="278287" y="47388"/>
                </a:lnTo>
                <a:lnTo>
                  <a:pt x="278464" y="47913"/>
                </a:lnTo>
                <a:lnTo>
                  <a:pt x="278662" y="48450"/>
                </a:lnTo>
                <a:lnTo>
                  <a:pt x="278880" y="49001"/>
                </a:lnTo>
                <a:lnTo>
                  <a:pt x="279120" y="49564"/>
                </a:lnTo>
                <a:lnTo>
                  <a:pt x="294313" y="85598"/>
                </a:lnTo>
                <a:lnTo>
                  <a:pt x="309577" y="48211"/>
                </a:lnTo>
                <a:lnTo>
                  <a:pt x="309839" y="47560"/>
                </a:lnTo>
                <a:lnTo>
                  <a:pt x="310079" y="46935"/>
                </a:lnTo>
                <a:lnTo>
                  <a:pt x="310295" y="46337"/>
                </a:lnTo>
                <a:lnTo>
                  <a:pt x="310489" y="45766"/>
                </a:lnTo>
                <a:lnTo>
                  <a:pt x="310660" y="45222"/>
                </a:lnTo>
                <a:lnTo>
                  <a:pt x="310808" y="44704"/>
                </a:lnTo>
                <a:lnTo>
                  <a:pt x="310933" y="44213"/>
                </a:lnTo>
                <a:lnTo>
                  <a:pt x="311036" y="43748"/>
                </a:lnTo>
                <a:lnTo>
                  <a:pt x="311115" y="43311"/>
                </a:lnTo>
                <a:lnTo>
                  <a:pt x="311172" y="42900"/>
                </a:lnTo>
                <a:lnTo>
                  <a:pt x="311206" y="42516"/>
                </a:lnTo>
                <a:lnTo>
                  <a:pt x="311218" y="42158"/>
                </a:lnTo>
                <a:lnTo>
                  <a:pt x="311214" y="41994"/>
                </a:lnTo>
                <a:lnTo>
                  <a:pt x="311202" y="41836"/>
                </a:lnTo>
                <a:lnTo>
                  <a:pt x="311182" y="41682"/>
                </a:lnTo>
                <a:lnTo>
                  <a:pt x="311154" y="41533"/>
                </a:lnTo>
                <a:lnTo>
                  <a:pt x="311119" y="41389"/>
                </a:lnTo>
                <a:lnTo>
                  <a:pt x="311075" y="41250"/>
                </a:lnTo>
                <a:lnTo>
                  <a:pt x="311024" y="41116"/>
                </a:lnTo>
                <a:lnTo>
                  <a:pt x="310964" y="40987"/>
                </a:lnTo>
                <a:lnTo>
                  <a:pt x="310897" y="40863"/>
                </a:lnTo>
                <a:lnTo>
                  <a:pt x="310822" y="40744"/>
                </a:lnTo>
                <a:lnTo>
                  <a:pt x="310738" y="40629"/>
                </a:lnTo>
                <a:lnTo>
                  <a:pt x="310647" y="40520"/>
                </a:lnTo>
                <a:lnTo>
                  <a:pt x="310513" y="40347"/>
                </a:lnTo>
                <a:lnTo>
                  <a:pt x="310374" y="40183"/>
                </a:lnTo>
                <a:lnTo>
                  <a:pt x="310228" y="40028"/>
                </a:lnTo>
                <a:lnTo>
                  <a:pt x="310077" y="39883"/>
                </a:lnTo>
                <a:lnTo>
                  <a:pt x="309919" y="39747"/>
                </a:lnTo>
                <a:lnTo>
                  <a:pt x="309756" y="39621"/>
                </a:lnTo>
                <a:lnTo>
                  <a:pt x="309586" y="39504"/>
                </a:lnTo>
                <a:lnTo>
                  <a:pt x="309411" y="39396"/>
                </a:lnTo>
                <a:lnTo>
                  <a:pt x="309229" y="39298"/>
                </a:lnTo>
                <a:lnTo>
                  <a:pt x="309042" y="39210"/>
                </a:lnTo>
                <a:lnTo>
                  <a:pt x="308849" y="39130"/>
                </a:lnTo>
                <a:lnTo>
                  <a:pt x="308650" y="39060"/>
                </a:lnTo>
                <a:lnTo>
                  <a:pt x="308431" y="38998"/>
                </a:lnTo>
                <a:lnTo>
                  <a:pt x="308176" y="38941"/>
                </a:lnTo>
                <a:lnTo>
                  <a:pt x="307888" y="38889"/>
                </a:lnTo>
                <a:lnTo>
                  <a:pt x="307564" y="38843"/>
                </a:lnTo>
                <a:lnTo>
                  <a:pt x="307206" y="38802"/>
                </a:lnTo>
                <a:lnTo>
                  <a:pt x="306813" y="38766"/>
                </a:lnTo>
                <a:lnTo>
                  <a:pt x="306386" y="38737"/>
                </a:lnTo>
                <a:lnTo>
                  <a:pt x="305924" y="38712"/>
                </a:lnTo>
                <a:lnTo>
                  <a:pt x="305427" y="38693"/>
                </a:lnTo>
                <a:lnTo>
                  <a:pt x="304895" y="38679"/>
                </a:lnTo>
                <a:lnTo>
                  <a:pt x="304329" y="38671"/>
                </a:lnTo>
                <a:lnTo>
                  <a:pt x="303728" y="38669"/>
                </a:lnTo>
                <a:lnTo>
                  <a:pt x="303728" y="36034"/>
                </a:lnTo>
                <a:lnTo>
                  <a:pt x="325056" y="36034"/>
                </a:lnTo>
                <a:lnTo>
                  <a:pt x="325056" y="38669"/>
                </a:lnTo>
                <a:lnTo>
                  <a:pt x="324453" y="38722"/>
                </a:lnTo>
                <a:lnTo>
                  <a:pt x="323883" y="38789"/>
                </a:lnTo>
                <a:lnTo>
                  <a:pt x="323344" y="38869"/>
                </a:lnTo>
                <a:lnTo>
                  <a:pt x="322837" y="38961"/>
                </a:lnTo>
                <a:lnTo>
                  <a:pt x="322361" y="39067"/>
                </a:lnTo>
                <a:lnTo>
                  <a:pt x="321917" y="39185"/>
                </a:lnTo>
                <a:lnTo>
                  <a:pt x="321505" y="39316"/>
                </a:lnTo>
                <a:lnTo>
                  <a:pt x="321125" y="39460"/>
                </a:lnTo>
                <a:lnTo>
                  <a:pt x="320776" y="39617"/>
                </a:lnTo>
                <a:lnTo>
                  <a:pt x="320459" y="39786"/>
                </a:lnTo>
                <a:lnTo>
                  <a:pt x="320174" y="39969"/>
                </a:lnTo>
                <a:lnTo>
                  <a:pt x="319920" y="40164"/>
                </a:lnTo>
                <a:lnTo>
                  <a:pt x="319507" y="40540"/>
                </a:lnTo>
                <a:lnTo>
                  <a:pt x="319102" y="40955"/>
                </a:lnTo>
                <a:lnTo>
                  <a:pt x="318703" y="41410"/>
                </a:lnTo>
                <a:lnTo>
                  <a:pt x="318311" y="41905"/>
                </a:lnTo>
                <a:lnTo>
                  <a:pt x="317926" y="42439"/>
                </a:lnTo>
                <a:lnTo>
                  <a:pt x="317548" y="43013"/>
                </a:lnTo>
                <a:lnTo>
                  <a:pt x="317177" y="43626"/>
                </a:lnTo>
                <a:lnTo>
                  <a:pt x="316813" y="44279"/>
                </a:lnTo>
                <a:lnTo>
                  <a:pt x="316456" y="44971"/>
                </a:lnTo>
                <a:lnTo>
                  <a:pt x="316106" y="45703"/>
                </a:lnTo>
                <a:lnTo>
                  <a:pt x="315763" y="46474"/>
                </a:lnTo>
                <a:lnTo>
                  <a:pt x="315426" y="47285"/>
                </a:lnTo>
                <a:lnTo>
                  <a:pt x="292244" y="103259"/>
                </a:lnTo>
                <a:lnTo>
                  <a:pt x="289320" y="103259"/>
                </a:lnTo>
                <a:lnTo>
                  <a:pt x="265995" y="48211"/>
                </a:lnTo>
                <a:lnTo>
                  <a:pt x="265734" y="47585"/>
                </a:lnTo>
                <a:lnTo>
                  <a:pt x="265476" y="46990"/>
                </a:lnTo>
                <a:lnTo>
                  <a:pt x="265219" y="46424"/>
                </a:lnTo>
                <a:lnTo>
                  <a:pt x="264965" y="45889"/>
                </a:lnTo>
                <a:lnTo>
                  <a:pt x="264712" y="45384"/>
                </a:lnTo>
                <a:lnTo>
                  <a:pt x="264461" y="44909"/>
                </a:lnTo>
                <a:lnTo>
                  <a:pt x="264213" y="44464"/>
                </a:lnTo>
                <a:lnTo>
                  <a:pt x="263966" y="44049"/>
                </a:lnTo>
                <a:lnTo>
                  <a:pt x="263721" y="43665"/>
                </a:lnTo>
                <a:lnTo>
                  <a:pt x="263479" y="43310"/>
                </a:lnTo>
                <a:lnTo>
                  <a:pt x="263238" y="42986"/>
                </a:lnTo>
                <a:lnTo>
                  <a:pt x="262999" y="42692"/>
                </a:lnTo>
                <a:lnTo>
                  <a:pt x="262756" y="42417"/>
                </a:lnTo>
                <a:lnTo>
                  <a:pt x="262502" y="42149"/>
                </a:lnTo>
                <a:lnTo>
                  <a:pt x="262237" y="41889"/>
                </a:lnTo>
                <a:lnTo>
                  <a:pt x="261961" y="41636"/>
                </a:lnTo>
                <a:lnTo>
                  <a:pt x="261674" y="41390"/>
                </a:lnTo>
                <a:lnTo>
                  <a:pt x="261376" y="41152"/>
                </a:lnTo>
                <a:lnTo>
                  <a:pt x="261068" y="40921"/>
                </a:lnTo>
                <a:lnTo>
                  <a:pt x="260748" y="40698"/>
                </a:lnTo>
                <a:lnTo>
                  <a:pt x="260418" y="40482"/>
                </a:lnTo>
                <a:lnTo>
                  <a:pt x="260076" y="40274"/>
                </a:lnTo>
                <a:lnTo>
                  <a:pt x="259724" y="40073"/>
                </a:lnTo>
                <a:lnTo>
                  <a:pt x="259361" y="39879"/>
                </a:lnTo>
                <a:lnTo>
                  <a:pt x="259143" y="39773"/>
                </a:lnTo>
                <a:lnTo>
                  <a:pt x="258892" y="39667"/>
                </a:lnTo>
                <a:lnTo>
                  <a:pt x="258608" y="39563"/>
                </a:lnTo>
                <a:lnTo>
                  <a:pt x="258291" y="39460"/>
                </a:lnTo>
                <a:lnTo>
                  <a:pt x="257942" y="39357"/>
                </a:lnTo>
                <a:lnTo>
                  <a:pt x="257560" y="39256"/>
                </a:lnTo>
                <a:lnTo>
                  <a:pt x="257146" y="39156"/>
                </a:lnTo>
                <a:lnTo>
                  <a:pt x="256698" y="39056"/>
                </a:lnTo>
                <a:lnTo>
                  <a:pt x="256218" y="38958"/>
                </a:lnTo>
                <a:lnTo>
                  <a:pt x="255706" y="38860"/>
                </a:lnTo>
                <a:lnTo>
                  <a:pt x="255160" y="38764"/>
                </a:lnTo>
                <a:lnTo>
                  <a:pt x="254582" y="38669"/>
                </a:lnTo>
                <a:lnTo>
                  <a:pt x="254582" y="36034"/>
                </a:lnTo>
                <a:close/>
                <a:moveTo>
                  <a:pt x="341961" y="60673"/>
                </a:moveTo>
                <a:lnTo>
                  <a:pt x="341999" y="63046"/>
                </a:lnTo>
                <a:lnTo>
                  <a:pt x="342137" y="65331"/>
                </a:lnTo>
                <a:lnTo>
                  <a:pt x="342375" y="67530"/>
                </a:lnTo>
                <a:lnTo>
                  <a:pt x="342714" y="69641"/>
                </a:lnTo>
                <a:lnTo>
                  <a:pt x="343152" y="71666"/>
                </a:lnTo>
                <a:lnTo>
                  <a:pt x="343691" y="73605"/>
                </a:lnTo>
                <a:lnTo>
                  <a:pt x="344329" y="75456"/>
                </a:lnTo>
                <a:lnTo>
                  <a:pt x="345068" y="77220"/>
                </a:lnTo>
                <a:lnTo>
                  <a:pt x="345906" y="78898"/>
                </a:lnTo>
                <a:lnTo>
                  <a:pt x="346845" y="80489"/>
                </a:lnTo>
                <a:lnTo>
                  <a:pt x="347884" y="81993"/>
                </a:lnTo>
                <a:lnTo>
                  <a:pt x="349022" y="83410"/>
                </a:lnTo>
                <a:lnTo>
                  <a:pt x="350229" y="84726"/>
                </a:lnTo>
                <a:lnTo>
                  <a:pt x="351469" y="85928"/>
                </a:lnTo>
                <a:lnTo>
                  <a:pt x="352745" y="87015"/>
                </a:lnTo>
                <a:lnTo>
                  <a:pt x="354055" y="87988"/>
                </a:lnTo>
                <a:lnTo>
                  <a:pt x="355400" y="88847"/>
                </a:lnTo>
                <a:lnTo>
                  <a:pt x="356780" y="89591"/>
                </a:lnTo>
                <a:lnTo>
                  <a:pt x="358194" y="90220"/>
                </a:lnTo>
                <a:lnTo>
                  <a:pt x="359643" y="90735"/>
                </a:lnTo>
                <a:lnTo>
                  <a:pt x="361126" y="91136"/>
                </a:lnTo>
                <a:lnTo>
                  <a:pt x="362644" y="91422"/>
                </a:lnTo>
                <a:lnTo>
                  <a:pt x="364197" y="91594"/>
                </a:lnTo>
                <a:lnTo>
                  <a:pt x="365785" y="91651"/>
                </a:lnTo>
                <a:lnTo>
                  <a:pt x="366843" y="91626"/>
                </a:lnTo>
                <a:lnTo>
                  <a:pt x="367878" y="91553"/>
                </a:lnTo>
                <a:lnTo>
                  <a:pt x="368890" y="91431"/>
                </a:lnTo>
                <a:lnTo>
                  <a:pt x="369878" y="91259"/>
                </a:lnTo>
                <a:lnTo>
                  <a:pt x="370844" y="91039"/>
                </a:lnTo>
                <a:lnTo>
                  <a:pt x="371785" y="90770"/>
                </a:lnTo>
                <a:lnTo>
                  <a:pt x="372704" y="90451"/>
                </a:lnTo>
                <a:lnTo>
                  <a:pt x="373599" y="90084"/>
                </a:lnTo>
                <a:lnTo>
                  <a:pt x="374471" y="89668"/>
                </a:lnTo>
                <a:lnTo>
                  <a:pt x="375320" y="89203"/>
                </a:lnTo>
                <a:lnTo>
                  <a:pt x="376146" y="88689"/>
                </a:lnTo>
                <a:lnTo>
                  <a:pt x="376948" y="88126"/>
                </a:lnTo>
                <a:lnTo>
                  <a:pt x="377728" y="87503"/>
                </a:lnTo>
                <a:lnTo>
                  <a:pt x="378486" y="86811"/>
                </a:lnTo>
                <a:lnTo>
                  <a:pt x="379224" y="86050"/>
                </a:lnTo>
                <a:lnTo>
                  <a:pt x="379940" y="85218"/>
                </a:lnTo>
                <a:lnTo>
                  <a:pt x="380635" y="84317"/>
                </a:lnTo>
                <a:lnTo>
                  <a:pt x="381308" y="83346"/>
                </a:lnTo>
                <a:lnTo>
                  <a:pt x="381960" y="82305"/>
                </a:lnTo>
                <a:lnTo>
                  <a:pt x="382591" y="81194"/>
                </a:lnTo>
                <a:lnTo>
                  <a:pt x="383200" y="80014"/>
                </a:lnTo>
                <a:lnTo>
                  <a:pt x="383789" y="78764"/>
                </a:lnTo>
                <a:lnTo>
                  <a:pt x="384356" y="77445"/>
                </a:lnTo>
                <a:lnTo>
                  <a:pt x="384901" y="76055"/>
                </a:lnTo>
                <a:lnTo>
                  <a:pt x="387112" y="77480"/>
                </a:lnTo>
                <a:lnTo>
                  <a:pt x="386823" y="79093"/>
                </a:lnTo>
                <a:lnTo>
                  <a:pt x="386455" y="80683"/>
                </a:lnTo>
                <a:lnTo>
                  <a:pt x="386007" y="82249"/>
                </a:lnTo>
                <a:lnTo>
                  <a:pt x="385480" y="83790"/>
                </a:lnTo>
                <a:lnTo>
                  <a:pt x="384873" y="85307"/>
                </a:lnTo>
                <a:lnTo>
                  <a:pt x="384188" y="86799"/>
                </a:lnTo>
                <a:lnTo>
                  <a:pt x="383423" y="88268"/>
                </a:lnTo>
                <a:lnTo>
                  <a:pt x="382579" y="89712"/>
                </a:lnTo>
                <a:lnTo>
                  <a:pt x="381656" y="91132"/>
                </a:lnTo>
                <a:lnTo>
                  <a:pt x="380653" y="92528"/>
                </a:lnTo>
                <a:lnTo>
                  <a:pt x="379571" y="93900"/>
                </a:lnTo>
                <a:lnTo>
                  <a:pt x="378410" y="95247"/>
                </a:lnTo>
                <a:lnTo>
                  <a:pt x="377184" y="96527"/>
                </a:lnTo>
                <a:lnTo>
                  <a:pt x="375908" y="97695"/>
                </a:lnTo>
                <a:lnTo>
                  <a:pt x="374581" y="98752"/>
                </a:lnTo>
                <a:lnTo>
                  <a:pt x="373203" y="99698"/>
                </a:lnTo>
                <a:lnTo>
                  <a:pt x="371775" y="100532"/>
                </a:lnTo>
                <a:lnTo>
                  <a:pt x="370296" y="101256"/>
                </a:lnTo>
                <a:lnTo>
                  <a:pt x="368767" y="101868"/>
                </a:lnTo>
                <a:lnTo>
                  <a:pt x="367188" y="102368"/>
                </a:lnTo>
                <a:lnTo>
                  <a:pt x="365558" y="102758"/>
                </a:lnTo>
                <a:lnTo>
                  <a:pt x="363877" y="103036"/>
                </a:lnTo>
                <a:lnTo>
                  <a:pt x="362146" y="103203"/>
                </a:lnTo>
                <a:lnTo>
                  <a:pt x="360364" y="103259"/>
                </a:lnTo>
                <a:lnTo>
                  <a:pt x="358426" y="103195"/>
                </a:lnTo>
                <a:lnTo>
                  <a:pt x="356535" y="103005"/>
                </a:lnTo>
                <a:lnTo>
                  <a:pt x="354691" y="102688"/>
                </a:lnTo>
                <a:lnTo>
                  <a:pt x="352894" y="102244"/>
                </a:lnTo>
                <a:lnTo>
                  <a:pt x="351144" y="101673"/>
                </a:lnTo>
                <a:lnTo>
                  <a:pt x="349441" y="100976"/>
                </a:lnTo>
                <a:lnTo>
                  <a:pt x="347786" y="100152"/>
                </a:lnTo>
                <a:lnTo>
                  <a:pt x="346177" y="99200"/>
                </a:lnTo>
                <a:lnTo>
                  <a:pt x="344616" y="98122"/>
                </a:lnTo>
                <a:lnTo>
                  <a:pt x="343101" y="96918"/>
                </a:lnTo>
                <a:lnTo>
                  <a:pt x="341634" y="95586"/>
                </a:lnTo>
                <a:lnTo>
                  <a:pt x="340213" y="94128"/>
                </a:lnTo>
                <a:lnTo>
                  <a:pt x="338875" y="92562"/>
                </a:lnTo>
                <a:lnTo>
                  <a:pt x="337652" y="90909"/>
                </a:lnTo>
                <a:lnTo>
                  <a:pt x="336546" y="89168"/>
                </a:lnTo>
                <a:lnTo>
                  <a:pt x="335557" y="87340"/>
                </a:lnTo>
                <a:lnTo>
                  <a:pt x="334684" y="85425"/>
                </a:lnTo>
                <a:lnTo>
                  <a:pt x="333927" y="83422"/>
                </a:lnTo>
                <a:lnTo>
                  <a:pt x="333287" y="81333"/>
                </a:lnTo>
                <a:lnTo>
                  <a:pt x="332763" y="79155"/>
                </a:lnTo>
                <a:lnTo>
                  <a:pt x="332356" y="76891"/>
                </a:lnTo>
                <a:lnTo>
                  <a:pt x="332065" y="74539"/>
                </a:lnTo>
                <a:lnTo>
                  <a:pt x="331890" y="72099"/>
                </a:lnTo>
                <a:lnTo>
                  <a:pt x="331832" y="69573"/>
                </a:lnTo>
                <a:lnTo>
                  <a:pt x="331892" y="66841"/>
                </a:lnTo>
                <a:lnTo>
                  <a:pt x="332071" y="64210"/>
                </a:lnTo>
                <a:lnTo>
                  <a:pt x="332369" y="61683"/>
                </a:lnTo>
                <a:lnTo>
                  <a:pt x="332787" y="59257"/>
                </a:lnTo>
                <a:lnTo>
                  <a:pt x="333324" y="56933"/>
                </a:lnTo>
                <a:lnTo>
                  <a:pt x="333981" y="54712"/>
                </a:lnTo>
                <a:lnTo>
                  <a:pt x="334757" y="52593"/>
                </a:lnTo>
                <a:lnTo>
                  <a:pt x="335652" y="50576"/>
                </a:lnTo>
                <a:lnTo>
                  <a:pt x="336667" y="48661"/>
                </a:lnTo>
                <a:lnTo>
                  <a:pt x="337801" y="46848"/>
                </a:lnTo>
                <a:lnTo>
                  <a:pt x="339054" y="45137"/>
                </a:lnTo>
                <a:lnTo>
                  <a:pt x="340427" y="43529"/>
                </a:lnTo>
                <a:lnTo>
                  <a:pt x="341890" y="42036"/>
                </a:lnTo>
                <a:lnTo>
                  <a:pt x="343414" y="40673"/>
                </a:lnTo>
                <a:lnTo>
                  <a:pt x="344999" y="39440"/>
                </a:lnTo>
                <a:lnTo>
                  <a:pt x="346645" y="38336"/>
                </a:lnTo>
                <a:lnTo>
                  <a:pt x="348351" y="37363"/>
                </a:lnTo>
                <a:lnTo>
                  <a:pt x="350119" y="36519"/>
                </a:lnTo>
                <a:lnTo>
                  <a:pt x="351948" y="35805"/>
                </a:lnTo>
                <a:lnTo>
                  <a:pt x="353837" y="35221"/>
                </a:lnTo>
                <a:lnTo>
                  <a:pt x="355788" y="34766"/>
                </a:lnTo>
                <a:lnTo>
                  <a:pt x="357799" y="34442"/>
                </a:lnTo>
                <a:lnTo>
                  <a:pt x="359871" y="34247"/>
                </a:lnTo>
                <a:lnTo>
                  <a:pt x="362004" y="34182"/>
                </a:lnTo>
                <a:lnTo>
                  <a:pt x="363808" y="34232"/>
                </a:lnTo>
                <a:lnTo>
                  <a:pt x="365557" y="34382"/>
                </a:lnTo>
                <a:lnTo>
                  <a:pt x="367252" y="34633"/>
                </a:lnTo>
                <a:lnTo>
                  <a:pt x="368892" y="34983"/>
                </a:lnTo>
                <a:lnTo>
                  <a:pt x="370477" y="35434"/>
                </a:lnTo>
                <a:lnTo>
                  <a:pt x="372008" y="35985"/>
                </a:lnTo>
                <a:lnTo>
                  <a:pt x="373485" y="36636"/>
                </a:lnTo>
                <a:lnTo>
                  <a:pt x="374907" y="37387"/>
                </a:lnTo>
                <a:lnTo>
                  <a:pt x="376275" y="38238"/>
                </a:lnTo>
                <a:lnTo>
                  <a:pt x="377588" y="39189"/>
                </a:lnTo>
                <a:lnTo>
                  <a:pt x="378847" y="40241"/>
                </a:lnTo>
                <a:lnTo>
                  <a:pt x="380051" y="41392"/>
                </a:lnTo>
                <a:lnTo>
                  <a:pt x="381179" y="42628"/>
                </a:lnTo>
                <a:lnTo>
                  <a:pt x="382208" y="43930"/>
                </a:lnTo>
                <a:lnTo>
                  <a:pt x="383140" y="45301"/>
                </a:lnTo>
                <a:lnTo>
                  <a:pt x="383974" y="46738"/>
                </a:lnTo>
                <a:lnTo>
                  <a:pt x="384709" y="48244"/>
                </a:lnTo>
                <a:lnTo>
                  <a:pt x="385347" y="49817"/>
                </a:lnTo>
                <a:lnTo>
                  <a:pt x="385886" y="51457"/>
                </a:lnTo>
                <a:lnTo>
                  <a:pt x="386328" y="53165"/>
                </a:lnTo>
                <a:lnTo>
                  <a:pt x="386671" y="54941"/>
                </a:lnTo>
                <a:lnTo>
                  <a:pt x="386916" y="56784"/>
                </a:lnTo>
                <a:lnTo>
                  <a:pt x="387063" y="58695"/>
                </a:lnTo>
                <a:lnTo>
                  <a:pt x="387112" y="60673"/>
                </a:lnTo>
                <a:lnTo>
                  <a:pt x="341961" y="60673"/>
                </a:lnTo>
                <a:moveTo>
                  <a:pt x="341961" y="56543"/>
                </a:moveTo>
                <a:lnTo>
                  <a:pt x="372205" y="56543"/>
                </a:lnTo>
                <a:lnTo>
                  <a:pt x="372140" y="55524"/>
                </a:lnTo>
                <a:lnTo>
                  <a:pt x="372064" y="54557"/>
                </a:lnTo>
                <a:lnTo>
                  <a:pt x="371977" y="53641"/>
                </a:lnTo>
                <a:lnTo>
                  <a:pt x="371880" y="52777"/>
                </a:lnTo>
                <a:lnTo>
                  <a:pt x="371771" y="51964"/>
                </a:lnTo>
                <a:lnTo>
                  <a:pt x="371652" y="51202"/>
                </a:lnTo>
                <a:lnTo>
                  <a:pt x="371521" y="50492"/>
                </a:lnTo>
                <a:lnTo>
                  <a:pt x="371380" y="49833"/>
                </a:lnTo>
                <a:lnTo>
                  <a:pt x="371228" y="49226"/>
                </a:lnTo>
                <a:lnTo>
                  <a:pt x="371065" y="48670"/>
                </a:lnTo>
                <a:lnTo>
                  <a:pt x="370891" y="48166"/>
                </a:lnTo>
                <a:lnTo>
                  <a:pt x="370707" y="47713"/>
                </a:lnTo>
                <a:lnTo>
                  <a:pt x="370397" y="47060"/>
                </a:lnTo>
                <a:lnTo>
                  <a:pt x="370064" y="46431"/>
                </a:lnTo>
                <a:lnTo>
                  <a:pt x="369706" y="45825"/>
                </a:lnTo>
                <a:lnTo>
                  <a:pt x="369324" y="45244"/>
                </a:lnTo>
                <a:lnTo>
                  <a:pt x="368917" y="44686"/>
                </a:lnTo>
                <a:lnTo>
                  <a:pt x="368486" y="44152"/>
                </a:lnTo>
                <a:lnTo>
                  <a:pt x="368031" y="43642"/>
                </a:lnTo>
                <a:lnTo>
                  <a:pt x="367552" y="43155"/>
                </a:lnTo>
                <a:lnTo>
                  <a:pt x="367049" y="42692"/>
                </a:lnTo>
                <a:lnTo>
                  <a:pt x="366521" y="42253"/>
                </a:lnTo>
                <a:lnTo>
                  <a:pt x="365969" y="41838"/>
                </a:lnTo>
                <a:lnTo>
                  <a:pt x="365393" y="41446"/>
                </a:lnTo>
                <a:lnTo>
                  <a:pt x="364802" y="41082"/>
                </a:lnTo>
                <a:lnTo>
                  <a:pt x="364207" y="40750"/>
                </a:lnTo>
                <a:lnTo>
                  <a:pt x="363607" y="40449"/>
                </a:lnTo>
                <a:lnTo>
                  <a:pt x="363003" y="40180"/>
                </a:lnTo>
                <a:lnTo>
                  <a:pt x="362394" y="39942"/>
                </a:lnTo>
                <a:lnTo>
                  <a:pt x="361781" y="39737"/>
                </a:lnTo>
                <a:lnTo>
                  <a:pt x="361164" y="39563"/>
                </a:lnTo>
                <a:lnTo>
                  <a:pt x="360542" y="39420"/>
                </a:lnTo>
                <a:lnTo>
                  <a:pt x="359916" y="39309"/>
                </a:lnTo>
                <a:lnTo>
                  <a:pt x="359285" y="39230"/>
                </a:lnTo>
                <a:lnTo>
                  <a:pt x="358650" y="39183"/>
                </a:lnTo>
                <a:lnTo>
                  <a:pt x="358010" y="39167"/>
                </a:lnTo>
                <a:lnTo>
                  <a:pt x="357032" y="39199"/>
                </a:lnTo>
                <a:lnTo>
                  <a:pt x="356071" y="39295"/>
                </a:lnTo>
                <a:lnTo>
                  <a:pt x="355128" y="39454"/>
                </a:lnTo>
                <a:lnTo>
                  <a:pt x="354202" y="39677"/>
                </a:lnTo>
                <a:lnTo>
                  <a:pt x="353293" y="39964"/>
                </a:lnTo>
                <a:lnTo>
                  <a:pt x="352402" y="40315"/>
                </a:lnTo>
                <a:lnTo>
                  <a:pt x="351528" y="40730"/>
                </a:lnTo>
                <a:lnTo>
                  <a:pt x="350671" y="41208"/>
                </a:lnTo>
                <a:lnTo>
                  <a:pt x="349832" y="41751"/>
                </a:lnTo>
                <a:lnTo>
                  <a:pt x="349010" y="42357"/>
                </a:lnTo>
                <a:lnTo>
                  <a:pt x="348205" y="43027"/>
                </a:lnTo>
                <a:lnTo>
                  <a:pt x="347418" y="43760"/>
                </a:lnTo>
                <a:lnTo>
                  <a:pt x="346666" y="44551"/>
                </a:lnTo>
                <a:lnTo>
                  <a:pt x="345968" y="45391"/>
                </a:lnTo>
                <a:lnTo>
                  <a:pt x="345324" y="46282"/>
                </a:lnTo>
                <a:lnTo>
                  <a:pt x="344735" y="47222"/>
                </a:lnTo>
                <a:lnTo>
                  <a:pt x="344199" y="48212"/>
                </a:lnTo>
                <a:lnTo>
                  <a:pt x="343717" y="49253"/>
                </a:lnTo>
                <a:lnTo>
                  <a:pt x="343290" y="50343"/>
                </a:lnTo>
                <a:lnTo>
                  <a:pt x="342916" y="51483"/>
                </a:lnTo>
                <a:lnTo>
                  <a:pt x="342596" y="52673"/>
                </a:lnTo>
                <a:lnTo>
                  <a:pt x="342330" y="53913"/>
                </a:lnTo>
                <a:lnTo>
                  <a:pt x="342119" y="55203"/>
                </a:lnTo>
                <a:lnTo>
                  <a:pt x="341961" y="56543"/>
                </a:lnTo>
                <a:close/>
                <a:moveTo>
                  <a:pt x="414909" y="34182"/>
                </a:moveTo>
                <a:lnTo>
                  <a:pt x="414909" y="48852"/>
                </a:lnTo>
                <a:lnTo>
                  <a:pt x="416279" y="46509"/>
                </a:lnTo>
                <a:lnTo>
                  <a:pt x="417656" y="44370"/>
                </a:lnTo>
                <a:lnTo>
                  <a:pt x="419038" y="42434"/>
                </a:lnTo>
                <a:lnTo>
                  <a:pt x="420425" y="40702"/>
                </a:lnTo>
                <a:lnTo>
                  <a:pt x="421819" y="39174"/>
                </a:lnTo>
                <a:lnTo>
                  <a:pt x="423219" y="37850"/>
                </a:lnTo>
                <a:lnTo>
                  <a:pt x="424625" y="36729"/>
                </a:lnTo>
                <a:lnTo>
                  <a:pt x="426037" y="35812"/>
                </a:lnTo>
                <a:lnTo>
                  <a:pt x="427454" y="35099"/>
                </a:lnTo>
                <a:lnTo>
                  <a:pt x="428878" y="34590"/>
                </a:lnTo>
                <a:lnTo>
                  <a:pt x="430308" y="34284"/>
                </a:lnTo>
                <a:lnTo>
                  <a:pt x="431743" y="34182"/>
                </a:lnTo>
                <a:lnTo>
                  <a:pt x="432388" y="34199"/>
                </a:lnTo>
                <a:lnTo>
                  <a:pt x="433013" y="34248"/>
                </a:lnTo>
                <a:lnTo>
                  <a:pt x="433620" y="34331"/>
                </a:lnTo>
                <a:lnTo>
                  <a:pt x="434208" y="34447"/>
                </a:lnTo>
                <a:lnTo>
                  <a:pt x="434777" y="34596"/>
                </a:lnTo>
                <a:lnTo>
                  <a:pt x="435327" y="34779"/>
                </a:lnTo>
                <a:lnTo>
                  <a:pt x="435859" y="34994"/>
                </a:lnTo>
                <a:lnTo>
                  <a:pt x="436372" y="35242"/>
                </a:lnTo>
                <a:lnTo>
                  <a:pt x="436865" y="35524"/>
                </a:lnTo>
                <a:lnTo>
                  <a:pt x="437340" y="35839"/>
                </a:lnTo>
                <a:lnTo>
                  <a:pt x="437797" y="36187"/>
                </a:lnTo>
                <a:lnTo>
                  <a:pt x="438234" y="36568"/>
                </a:lnTo>
                <a:lnTo>
                  <a:pt x="438644" y="36971"/>
                </a:lnTo>
                <a:lnTo>
                  <a:pt x="439019" y="37384"/>
                </a:lnTo>
                <a:lnTo>
                  <a:pt x="439358" y="37807"/>
                </a:lnTo>
                <a:lnTo>
                  <a:pt x="439661" y="38241"/>
                </a:lnTo>
                <a:lnTo>
                  <a:pt x="439928" y="38686"/>
                </a:lnTo>
                <a:lnTo>
                  <a:pt x="440160" y="39140"/>
                </a:lnTo>
                <a:lnTo>
                  <a:pt x="440356" y="39605"/>
                </a:lnTo>
                <a:lnTo>
                  <a:pt x="440517" y="40081"/>
                </a:lnTo>
                <a:lnTo>
                  <a:pt x="440641" y="40567"/>
                </a:lnTo>
                <a:lnTo>
                  <a:pt x="440731" y="41063"/>
                </a:lnTo>
                <a:lnTo>
                  <a:pt x="440784" y="41570"/>
                </a:lnTo>
                <a:lnTo>
                  <a:pt x="440802" y="42087"/>
                </a:lnTo>
                <a:lnTo>
                  <a:pt x="440789" y="42544"/>
                </a:lnTo>
                <a:lnTo>
                  <a:pt x="440750" y="42989"/>
                </a:lnTo>
                <a:lnTo>
                  <a:pt x="440686" y="43422"/>
                </a:lnTo>
                <a:lnTo>
                  <a:pt x="440596" y="43843"/>
                </a:lnTo>
                <a:lnTo>
                  <a:pt x="440480" y="44253"/>
                </a:lnTo>
                <a:lnTo>
                  <a:pt x="440338" y="44650"/>
                </a:lnTo>
                <a:lnTo>
                  <a:pt x="440171" y="45036"/>
                </a:lnTo>
                <a:lnTo>
                  <a:pt x="439978" y="45410"/>
                </a:lnTo>
                <a:lnTo>
                  <a:pt x="439759" y="45772"/>
                </a:lnTo>
                <a:lnTo>
                  <a:pt x="439514" y="46122"/>
                </a:lnTo>
                <a:lnTo>
                  <a:pt x="439244" y="46460"/>
                </a:lnTo>
                <a:lnTo>
                  <a:pt x="438947" y="46787"/>
                </a:lnTo>
                <a:lnTo>
                  <a:pt x="438633" y="47094"/>
                </a:lnTo>
                <a:lnTo>
                  <a:pt x="438309" y="47374"/>
                </a:lnTo>
                <a:lnTo>
                  <a:pt x="437976" y="47628"/>
                </a:lnTo>
                <a:lnTo>
                  <a:pt x="437632" y="47855"/>
                </a:lnTo>
                <a:lnTo>
                  <a:pt x="437278" y="48055"/>
                </a:lnTo>
                <a:lnTo>
                  <a:pt x="436914" y="48229"/>
                </a:lnTo>
                <a:lnTo>
                  <a:pt x="436541" y="48376"/>
                </a:lnTo>
                <a:lnTo>
                  <a:pt x="436158" y="48496"/>
                </a:lnTo>
                <a:lnTo>
                  <a:pt x="435764" y="48589"/>
                </a:lnTo>
                <a:lnTo>
                  <a:pt x="435361" y="48656"/>
                </a:lnTo>
                <a:lnTo>
                  <a:pt x="434948" y="48696"/>
                </a:lnTo>
                <a:lnTo>
                  <a:pt x="434525" y="48710"/>
                </a:lnTo>
                <a:lnTo>
                  <a:pt x="434105" y="48692"/>
                </a:lnTo>
                <a:lnTo>
                  <a:pt x="433676" y="48641"/>
                </a:lnTo>
                <a:lnTo>
                  <a:pt x="433239" y="48556"/>
                </a:lnTo>
                <a:lnTo>
                  <a:pt x="432793" y="48437"/>
                </a:lnTo>
                <a:lnTo>
                  <a:pt x="432339" y="48283"/>
                </a:lnTo>
                <a:lnTo>
                  <a:pt x="431877" y="48095"/>
                </a:lnTo>
                <a:lnTo>
                  <a:pt x="431406" y="47874"/>
                </a:lnTo>
                <a:lnTo>
                  <a:pt x="430927" y="47618"/>
                </a:lnTo>
                <a:lnTo>
                  <a:pt x="430439" y="47328"/>
                </a:lnTo>
                <a:lnTo>
                  <a:pt x="429943" y="47003"/>
                </a:lnTo>
                <a:lnTo>
                  <a:pt x="429439" y="46645"/>
                </a:lnTo>
                <a:lnTo>
                  <a:pt x="428926" y="46253"/>
                </a:lnTo>
                <a:lnTo>
                  <a:pt x="428420" y="45860"/>
                </a:lnTo>
                <a:lnTo>
                  <a:pt x="427936" y="45502"/>
                </a:lnTo>
                <a:lnTo>
                  <a:pt x="427474" y="45178"/>
                </a:lnTo>
                <a:lnTo>
                  <a:pt x="427035" y="44888"/>
                </a:lnTo>
                <a:lnTo>
                  <a:pt x="426619" y="44632"/>
                </a:lnTo>
                <a:lnTo>
                  <a:pt x="426224" y="44410"/>
                </a:lnTo>
                <a:lnTo>
                  <a:pt x="425852" y="44222"/>
                </a:lnTo>
                <a:lnTo>
                  <a:pt x="425502" y="44069"/>
                </a:lnTo>
                <a:lnTo>
                  <a:pt x="425174" y="43949"/>
                </a:lnTo>
                <a:lnTo>
                  <a:pt x="424869" y="43864"/>
                </a:lnTo>
                <a:lnTo>
                  <a:pt x="424586" y="43813"/>
                </a:lnTo>
                <a:lnTo>
                  <a:pt x="424325" y="43796"/>
                </a:lnTo>
                <a:lnTo>
                  <a:pt x="424109" y="43806"/>
                </a:lnTo>
                <a:lnTo>
                  <a:pt x="423891" y="43835"/>
                </a:lnTo>
                <a:lnTo>
                  <a:pt x="423669" y="43885"/>
                </a:lnTo>
                <a:lnTo>
                  <a:pt x="423445" y="43954"/>
                </a:lnTo>
                <a:lnTo>
                  <a:pt x="423218" y="44042"/>
                </a:lnTo>
                <a:lnTo>
                  <a:pt x="422987" y="44151"/>
                </a:lnTo>
                <a:lnTo>
                  <a:pt x="422754" y="44279"/>
                </a:lnTo>
                <a:lnTo>
                  <a:pt x="422518" y="44427"/>
                </a:lnTo>
                <a:lnTo>
                  <a:pt x="422279" y="44594"/>
                </a:lnTo>
                <a:lnTo>
                  <a:pt x="422036" y="44782"/>
                </a:lnTo>
                <a:lnTo>
                  <a:pt x="421791" y="44989"/>
                </a:lnTo>
                <a:lnTo>
                  <a:pt x="421543" y="45216"/>
                </a:lnTo>
                <a:lnTo>
                  <a:pt x="421007" y="45727"/>
                </a:lnTo>
                <a:lnTo>
                  <a:pt x="420467" y="46291"/>
                </a:lnTo>
                <a:lnTo>
                  <a:pt x="419925" y="46907"/>
                </a:lnTo>
                <a:lnTo>
                  <a:pt x="419379" y="47576"/>
                </a:lnTo>
                <a:lnTo>
                  <a:pt x="418831" y="48297"/>
                </a:lnTo>
                <a:lnTo>
                  <a:pt x="418280" y="49069"/>
                </a:lnTo>
                <a:lnTo>
                  <a:pt x="417725" y="49895"/>
                </a:lnTo>
                <a:lnTo>
                  <a:pt x="417168" y="50772"/>
                </a:lnTo>
                <a:lnTo>
                  <a:pt x="416608" y="51702"/>
                </a:lnTo>
                <a:lnTo>
                  <a:pt x="416045" y="52684"/>
                </a:lnTo>
                <a:lnTo>
                  <a:pt x="415478" y="53718"/>
                </a:lnTo>
                <a:lnTo>
                  <a:pt x="414909" y="54805"/>
                </a:lnTo>
                <a:lnTo>
                  <a:pt x="414909" y="85987"/>
                </a:lnTo>
                <a:lnTo>
                  <a:pt x="414919" y="86868"/>
                </a:lnTo>
                <a:lnTo>
                  <a:pt x="414947" y="87713"/>
                </a:lnTo>
                <a:lnTo>
                  <a:pt x="414994" y="88521"/>
                </a:lnTo>
                <a:lnTo>
                  <a:pt x="415060" y="89293"/>
                </a:lnTo>
                <a:lnTo>
                  <a:pt x="415145" y="90028"/>
                </a:lnTo>
                <a:lnTo>
                  <a:pt x="415248" y="90727"/>
                </a:lnTo>
                <a:lnTo>
                  <a:pt x="415370" y="91390"/>
                </a:lnTo>
                <a:lnTo>
                  <a:pt x="415512" y="92016"/>
                </a:lnTo>
                <a:lnTo>
                  <a:pt x="415672" y="92605"/>
                </a:lnTo>
                <a:lnTo>
                  <a:pt x="415850" y="93158"/>
                </a:lnTo>
                <a:lnTo>
                  <a:pt x="416048" y="93674"/>
                </a:lnTo>
                <a:lnTo>
                  <a:pt x="416265" y="94154"/>
                </a:lnTo>
                <a:lnTo>
                  <a:pt x="416429" y="94470"/>
                </a:lnTo>
                <a:lnTo>
                  <a:pt x="416613" y="94776"/>
                </a:lnTo>
                <a:lnTo>
                  <a:pt x="416817" y="95074"/>
                </a:lnTo>
                <a:lnTo>
                  <a:pt x="417041" y="95362"/>
                </a:lnTo>
                <a:lnTo>
                  <a:pt x="417285" y="95642"/>
                </a:lnTo>
                <a:lnTo>
                  <a:pt x="417549" y="95913"/>
                </a:lnTo>
                <a:lnTo>
                  <a:pt x="417832" y="96175"/>
                </a:lnTo>
                <a:lnTo>
                  <a:pt x="418135" y="96428"/>
                </a:lnTo>
                <a:lnTo>
                  <a:pt x="418458" y="96673"/>
                </a:lnTo>
                <a:lnTo>
                  <a:pt x="418801" y="96908"/>
                </a:lnTo>
                <a:lnTo>
                  <a:pt x="419163" y="97135"/>
                </a:lnTo>
                <a:lnTo>
                  <a:pt x="419546" y="97352"/>
                </a:lnTo>
                <a:lnTo>
                  <a:pt x="419952" y="97556"/>
                </a:lnTo>
                <a:lnTo>
                  <a:pt x="420388" y="97743"/>
                </a:lnTo>
                <a:lnTo>
                  <a:pt x="420852" y="97911"/>
                </a:lnTo>
                <a:lnTo>
                  <a:pt x="421345" y="98062"/>
                </a:lnTo>
                <a:lnTo>
                  <a:pt x="421866" y="98195"/>
                </a:lnTo>
                <a:lnTo>
                  <a:pt x="422417" y="98310"/>
                </a:lnTo>
                <a:lnTo>
                  <a:pt x="422996" y="98408"/>
                </a:lnTo>
                <a:lnTo>
                  <a:pt x="423604" y="98488"/>
                </a:lnTo>
                <a:lnTo>
                  <a:pt x="424240" y="98550"/>
                </a:lnTo>
                <a:lnTo>
                  <a:pt x="424905" y="98594"/>
                </a:lnTo>
                <a:lnTo>
                  <a:pt x="425599" y="98621"/>
                </a:lnTo>
                <a:lnTo>
                  <a:pt x="426322" y="98630"/>
                </a:lnTo>
                <a:lnTo>
                  <a:pt x="426322" y="101265"/>
                </a:lnTo>
                <a:lnTo>
                  <a:pt x="392868" y="101265"/>
                </a:lnTo>
                <a:lnTo>
                  <a:pt x="392868" y="98630"/>
                </a:lnTo>
                <a:lnTo>
                  <a:pt x="393683" y="98619"/>
                </a:lnTo>
                <a:lnTo>
                  <a:pt x="394462" y="98586"/>
                </a:lnTo>
                <a:lnTo>
                  <a:pt x="395205" y="98532"/>
                </a:lnTo>
                <a:lnTo>
                  <a:pt x="395912" y="98456"/>
                </a:lnTo>
                <a:lnTo>
                  <a:pt x="396584" y="98358"/>
                </a:lnTo>
                <a:lnTo>
                  <a:pt x="397220" y="98239"/>
                </a:lnTo>
                <a:lnTo>
                  <a:pt x="397820" y="98098"/>
                </a:lnTo>
                <a:lnTo>
                  <a:pt x="398385" y="97935"/>
                </a:lnTo>
                <a:lnTo>
                  <a:pt x="398914" y="97751"/>
                </a:lnTo>
                <a:lnTo>
                  <a:pt x="399407" y="97545"/>
                </a:lnTo>
                <a:lnTo>
                  <a:pt x="399865" y="97317"/>
                </a:lnTo>
                <a:lnTo>
                  <a:pt x="400287" y="97067"/>
                </a:lnTo>
                <a:lnTo>
                  <a:pt x="400577" y="96869"/>
                </a:lnTo>
                <a:lnTo>
                  <a:pt x="400851" y="96651"/>
                </a:lnTo>
                <a:lnTo>
                  <a:pt x="401112" y="96414"/>
                </a:lnTo>
                <a:lnTo>
                  <a:pt x="401357" y="96159"/>
                </a:lnTo>
                <a:lnTo>
                  <a:pt x="401587" y="95885"/>
                </a:lnTo>
                <a:lnTo>
                  <a:pt x="401803" y="95593"/>
                </a:lnTo>
                <a:lnTo>
                  <a:pt x="402003" y="95281"/>
                </a:lnTo>
                <a:lnTo>
                  <a:pt x="402189" y="94951"/>
                </a:lnTo>
                <a:lnTo>
                  <a:pt x="402360" y="94602"/>
                </a:lnTo>
                <a:lnTo>
                  <a:pt x="402516" y="94234"/>
                </a:lnTo>
                <a:lnTo>
                  <a:pt x="402657" y="93848"/>
                </a:lnTo>
                <a:lnTo>
                  <a:pt x="402783" y="93442"/>
                </a:lnTo>
                <a:lnTo>
                  <a:pt x="402840" y="93210"/>
                </a:lnTo>
                <a:lnTo>
                  <a:pt x="402892" y="92915"/>
                </a:lnTo>
                <a:lnTo>
                  <a:pt x="402939" y="92558"/>
                </a:lnTo>
                <a:lnTo>
                  <a:pt x="402981" y="92139"/>
                </a:lnTo>
                <a:lnTo>
                  <a:pt x="403019" y="91658"/>
                </a:lnTo>
                <a:lnTo>
                  <a:pt x="403051" y="91115"/>
                </a:lnTo>
                <a:lnTo>
                  <a:pt x="403078" y="90510"/>
                </a:lnTo>
                <a:lnTo>
                  <a:pt x="403100" y="89842"/>
                </a:lnTo>
                <a:lnTo>
                  <a:pt x="403118" y="89112"/>
                </a:lnTo>
                <a:lnTo>
                  <a:pt x="403130" y="88320"/>
                </a:lnTo>
                <a:lnTo>
                  <a:pt x="403137" y="87466"/>
                </a:lnTo>
                <a:lnTo>
                  <a:pt x="403140" y="86550"/>
                </a:lnTo>
                <a:lnTo>
                  <a:pt x="403140" y="61325"/>
                </a:lnTo>
                <a:lnTo>
                  <a:pt x="403137" y="59494"/>
                </a:lnTo>
                <a:lnTo>
                  <a:pt x="403127" y="57791"/>
                </a:lnTo>
                <a:lnTo>
                  <a:pt x="403111" y="56216"/>
                </a:lnTo>
                <a:lnTo>
                  <a:pt x="403088" y="54768"/>
                </a:lnTo>
                <a:lnTo>
                  <a:pt x="403059" y="53449"/>
                </a:lnTo>
                <a:lnTo>
                  <a:pt x="403024" y="52257"/>
                </a:lnTo>
                <a:lnTo>
                  <a:pt x="402982" y="51193"/>
                </a:lnTo>
                <a:lnTo>
                  <a:pt x="402934" y="50257"/>
                </a:lnTo>
                <a:lnTo>
                  <a:pt x="402879" y="49448"/>
                </a:lnTo>
                <a:lnTo>
                  <a:pt x="402818" y="48768"/>
                </a:lnTo>
                <a:lnTo>
                  <a:pt x="402750" y="48215"/>
                </a:lnTo>
                <a:lnTo>
                  <a:pt x="402676" y="47790"/>
                </a:lnTo>
                <a:lnTo>
                  <a:pt x="402594" y="47437"/>
                </a:lnTo>
                <a:lnTo>
                  <a:pt x="402500" y="47101"/>
                </a:lnTo>
                <a:lnTo>
                  <a:pt x="402395" y="46780"/>
                </a:lnTo>
                <a:lnTo>
                  <a:pt x="402280" y="46476"/>
                </a:lnTo>
                <a:lnTo>
                  <a:pt x="402154" y="46188"/>
                </a:lnTo>
                <a:lnTo>
                  <a:pt x="402017" y="45916"/>
                </a:lnTo>
                <a:lnTo>
                  <a:pt x="401868" y="45661"/>
                </a:lnTo>
                <a:lnTo>
                  <a:pt x="401709" y="45422"/>
                </a:lnTo>
                <a:lnTo>
                  <a:pt x="401539" y="45199"/>
                </a:lnTo>
                <a:lnTo>
                  <a:pt x="401359" y="44992"/>
                </a:lnTo>
                <a:lnTo>
                  <a:pt x="401167" y="44802"/>
                </a:lnTo>
                <a:lnTo>
                  <a:pt x="400964" y="44628"/>
                </a:lnTo>
                <a:lnTo>
                  <a:pt x="400752" y="44469"/>
                </a:lnTo>
                <a:lnTo>
                  <a:pt x="400531" y="44324"/>
                </a:lnTo>
                <a:lnTo>
                  <a:pt x="400302" y="44193"/>
                </a:lnTo>
                <a:lnTo>
                  <a:pt x="400065" y="44076"/>
                </a:lnTo>
                <a:lnTo>
                  <a:pt x="399819" y="43972"/>
                </a:lnTo>
                <a:lnTo>
                  <a:pt x="399565" y="43882"/>
                </a:lnTo>
                <a:lnTo>
                  <a:pt x="399302" y="43806"/>
                </a:lnTo>
                <a:lnTo>
                  <a:pt x="399031" y="43744"/>
                </a:lnTo>
                <a:lnTo>
                  <a:pt x="398751" y="43696"/>
                </a:lnTo>
                <a:lnTo>
                  <a:pt x="398463" y="43661"/>
                </a:lnTo>
                <a:lnTo>
                  <a:pt x="398166" y="43640"/>
                </a:lnTo>
                <a:lnTo>
                  <a:pt x="397862" y="43633"/>
                </a:lnTo>
                <a:lnTo>
                  <a:pt x="397489" y="43641"/>
                </a:lnTo>
                <a:lnTo>
                  <a:pt x="397109" y="43663"/>
                </a:lnTo>
                <a:lnTo>
                  <a:pt x="396720" y="43700"/>
                </a:lnTo>
                <a:lnTo>
                  <a:pt x="396324" y="43752"/>
                </a:lnTo>
                <a:lnTo>
                  <a:pt x="395920" y="43818"/>
                </a:lnTo>
                <a:lnTo>
                  <a:pt x="395508" y="43900"/>
                </a:lnTo>
                <a:lnTo>
                  <a:pt x="395088" y="43996"/>
                </a:lnTo>
                <a:lnTo>
                  <a:pt x="394660" y="44107"/>
                </a:lnTo>
                <a:lnTo>
                  <a:pt x="394224" y="44233"/>
                </a:lnTo>
                <a:lnTo>
                  <a:pt x="393780" y="44374"/>
                </a:lnTo>
                <a:lnTo>
                  <a:pt x="393328" y="44529"/>
                </a:lnTo>
                <a:lnTo>
                  <a:pt x="392868" y="44699"/>
                </a:lnTo>
                <a:lnTo>
                  <a:pt x="392155" y="42140"/>
                </a:lnTo>
                <a:lnTo>
                  <a:pt x="411913" y="34182"/>
                </a:lnTo>
                <a:lnTo>
                  <a:pt x="414909" y="34182"/>
                </a:lnTo>
                <a:close/>
                <a:moveTo>
                  <a:pt x="463149" y="14527"/>
                </a:moveTo>
                <a:lnTo>
                  <a:pt x="463149" y="36034"/>
                </a:lnTo>
                <a:lnTo>
                  <a:pt x="478414" y="36034"/>
                </a:lnTo>
                <a:lnTo>
                  <a:pt x="478414" y="41019"/>
                </a:lnTo>
                <a:lnTo>
                  <a:pt x="463149" y="41019"/>
                </a:lnTo>
                <a:lnTo>
                  <a:pt x="463149" y="83261"/>
                </a:lnTo>
                <a:lnTo>
                  <a:pt x="463162" y="84288"/>
                </a:lnTo>
                <a:lnTo>
                  <a:pt x="463200" y="85257"/>
                </a:lnTo>
                <a:lnTo>
                  <a:pt x="463263" y="86169"/>
                </a:lnTo>
                <a:lnTo>
                  <a:pt x="463351" y="87024"/>
                </a:lnTo>
                <a:lnTo>
                  <a:pt x="463465" y="87821"/>
                </a:lnTo>
                <a:lnTo>
                  <a:pt x="463604" y="88561"/>
                </a:lnTo>
                <a:lnTo>
                  <a:pt x="463768" y="89244"/>
                </a:lnTo>
                <a:lnTo>
                  <a:pt x="463958" y="89869"/>
                </a:lnTo>
                <a:lnTo>
                  <a:pt x="464172" y="90437"/>
                </a:lnTo>
                <a:lnTo>
                  <a:pt x="464412" y="90948"/>
                </a:lnTo>
                <a:lnTo>
                  <a:pt x="464678" y="91402"/>
                </a:lnTo>
                <a:lnTo>
                  <a:pt x="464968" y="91798"/>
                </a:lnTo>
                <a:lnTo>
                  <a:pt x="465279" y="92150"/>
                </a:lnTo>
                <a:lnTo>
                  <a:pt x="465603" y="92471"/>
                </a:lnTo>
                <a:lnTo>
                  <a:pt x="465942" y="92762"/>
                </a:lnTo>
                <a:lnTo>
                  <a:pt x="466296" y="93022"/>
                </a:lnTo>
                <a:lnTo>
                  <a:pt x="466664" y="93251"/>
                </a:lnTo>
                <a:lnTo>
                  <a:pt x="467046" y="93450"/>
                </a:lnTo>
                <a:lnTo>
                  <a:pt x="467442" y="93618"/>
                </a:lnTo>
                <a:lnTo>
                  <a:pt x="467853" y="93756"/>
                </a:lnTo>
                <a:lnTo>
                  <a:pt x="468278" y="93863"/>
                </a:lnTo>
                <a:lnTo>
                  <a:pt x="468718" y="93940"/>
                </a:lnTo>
                <a:lnTo>
                  <a:pt x="469172" y="93986"/>
                </a:lnTo>
                <a:lnTo>
                  <a:pt x="469640" y="94001"/>
                </a:lnTo>
                <a:lnTo>
                  <a:pt x="470032" y="93991"/>
                </a:lnTo>
                <a:lnTo>
                  <a:pt x="470421" y="93960"/>
                </a:lnTo>
                <a:lnTo>
                  <a:pt x="470808" y="93910"/>
                </a:lnTo>
                <a:lnTo>
                  <a:pt x="471194" y="93839"/>
                </a:lnTo>
                <a:lnTo>
                  <a:pt x="471577" y="93747"/>
                </a:lnTo>
                <a:lnTo>
                  <a:pt x="471958" y="93636"/>
                </a:lnTo>
                <a:lnTo>
                  <a:pt x="472338" y="93504"/>
                </a:lnTo>
                <a:lnTo>
                  <a:pt x="472715" y="93352"/>
                </a:lnTo>
                <a:lnTo>
                  <a:pt x="473091" y="93180"/>
                </a:lnTo>
                <a:lnTo>
                  <a:pt x="473464" y="92987"/>
                </a:lnTo>
                <a:lnTo>
                  <a:pt x="473836" y="92774"/>
                </a:lnTo>
                <a:lnTo>
                  <a:pt x="474205" y="92541"/>
                </a:lnTo>
                <a:lnTo>
                  <a:pt x="474567" y="92288"/>
                </a:lnTo>
                <a:lnTo>
                  <a:pt x="474915" y="92016"/>
                </a:lnTo>
                <a:lnTo>
                  <a:pt x="475249" y="91724"/>
                </a:lnTo>
                <a:lnTo>
                  <a:pt x="475569" y="91413"/>
                </a:lnTo>
                <a:lnTo>
                  <a:pt x="475875" y="91083"/>
                </a:lnTo>
                <a:lnTo>
                  <a:pt x="476167" y="90734"/>
                </a:lnTo>
                <a:lnTo>
                  <a:pt x="476445" y="90365"/>
                </a:lnTo>
                <a:lnTo>
                  <a:pt x="476710" y="89977"/>
                </a:lnTo>
                <a:lnTo>
                  <a:pt x="476960" y="89570"/>
                </a:lnTo>
                <a:lnTo>
                  <a:pt x="477197" y="89144"/>
                </a:lnTo>
                <a:lnTo>
                  <a:pt x="477420" y="88698"/>
                </a:lnTo>
                <a:lnTo>
                  <a:pt x="477629" y="88233"/>
                </a:lnTo>
                <a:lnTo>
                  <a:pt x="480411" y="88233"/>
                </a:lnTo>
                <a:lnTo>
                  <a:pt x="479981" y="89375"/>
                </a:lnTo>
                <a:lnTo>
                  <a:pt x="479521" y="90471"/>
                </a:lnTo>
                <a:lnTo>
                  <a:pt x="479033" y="91519"/>
                </a:lnTo>
                <a:lnTo>
                  <a:pt x="478517" y="92519"/>
                </a:lnTo>
                <a:lnTo>
                  <a:pt x="477971" y="93473"/>
                </a:lnTo>
                <a:lnTo>
                  <a:pt x="477397" y="94379"/>
                </a:lnTo>
                <a:lnTo>
                  <a:pt x="476795" y="95237"/>
                </a:lnTo>
                <a:lnTo>
                  <a:pt x="476163" y="96048"/>
                </a:lnTo>
                <a:lnTo>
                  <a:pt x="475503" y="96812"/>
                </a:lnTo>
                <a:lnTo>
                  <a:pt x="474814" y="97528"/>
                </a:lnTo>
                <a:lnTo>
                  <a:pt x="474096" y="98197"/>
                </a:lnTo>
                <a:lnTo>
                  <a:pt x="473349" y="98819"/>
                </a:lnTo>
                <a:lnTo>
                  <a:pt x="472587" y="99391"/>
                </a:lnTo>
                <a:lnTo>
                  <a:pt x="471820" y="99914"/>
                </a:lnTo>
                <a:lnTo>
                  <a:pt x="471049" y="100387"/>
                </a:lnTo>
                <a:lnTo>
                  <a:pt x="470274" y="100811"/>
                </a:lnTo>
                <a:lnTo>
                  <a:pt x="469496" y="101184"/>
                </a:lnTo>
                <a:lnTo>
                  <a:pt x="468713" y="101508"/>
                </a:lnTo>
                <a:lnTo>
                  <a:pt x="467926" y="101782"/>
                </a:lnTo>
                <a:lnTo>
                  <a:pt x="467136" y="102006"/>
                </a:lnTo>
                <a:lnTo>
                  <a:pt x="466341" y="102180"/>
                </a:lnTo>
                <a:lnTo>
                  <a:pt x="465543" y="102304"/>
                </a:lnTo>
                <a:lnTo>
                  <a:pt x="464740" y="102379"/>
                </a:lnTo>
                <a:lnTo>
                  <a:pt x="463934" y="102404"/>
                </a:lnTo>
                <a:lnTo>
                  <a:pt x="463388" y="102391"/>
                </a:lnTo>
                <a:lnTo>
                  <a:pt x="462844" y="102353"/>
                </a:lnTo>
                <a:lnTo>
                  <a:pt x="462302" y="102290"/>
                </a:lnTo>
                <a:lnTo>
                  <a:pt x="461762" y="102202"/>
                </a:lnTo>
                <a:lnTo>
                  <a:pt x="461224" y="102088"/>
                </a:lnTo>
                <a:lnTo>
                  <a:pt x="460688" y="101949"/>
                </a:lnTo>
                <a:lnTo>
                  <a:pt x="460154" y="101785"/>
                </a:lnTo>
                <a:lnTo>
                  <a:pt x="459622" y="101596"/>
                </a:lnTo>
                <a:lnTo>
                  <a:pt x="459092" y="101381"/>
                </a:lnTo>
                <a:lnTo>
                  <a:pt x="458564" y="101141"/>
                </a:lnTo>
                <a:lnTo>
                  <a:pt x="458038" y="100876"/>
                </a:lnTo>
                <a:lnTo>
                  <a:pt x="457514" y="100586"/>
                </a:lnTo>
                <a:lnTo>
                  <a:pt x="457003" y="100272"/>
                </a:lnTo>
                <a:lnTo>
                  <a:pt x="456514" y="99936"/>
                </a:lnTo>
                <a:lnTo>
                  <a:pt x="456048" y="99579"/>
                </a:lnTo>
                <a:lnTo>
                  <a:pt x="455604" y="99200"/>
                </a:lnTo>
                <a:lnTo>
                  <a:pt x="455184" y="98799"/>
                </a:lnTo>
                <a:lnTo>
                  <a:pt x="454786" y="98376"/>
                </a:lnTo>
                <a:lnTo>
                  <a:pt x="454411" y="97932"/>
                </a:lnTo>
                <a:lnTo>
                  <a:pt x="454059" y="97465"/>
                </a:lnTo>
                <a:lnTo>
                  <a:pt x="453729" y="96977"/>
                </a:lnTo>
                <a:lnTo>
                  <a:pt x="453423" y="96468"/>
                </a:lnTo>
                <a:lnTo>
                  <a:pt x="453139" y="95936"/>
                </a:lnTo>
                <a:lnTo>
                  <a:pt x="452878" y="95383"/>
                </a:lnTo>
                <a:lnTo>
                  <a:pt x="452639" y="94793"/>
                </a:lnTo>
                <a:lnTo>
                  <a:pt x="452420" y="94152"/>
                </a:lnTo>
                <a:lnTo>
                  <a:pt x="452222" y="93460"/>
                </a:lnTo>
                <a:lnTo>
                  <a:pt x="452046" y="92717"/>
                </a:lnTo>
                <a:lnTo>
                  <a:pt x="451890" y="91923"/>
                </a:lnTo>
                <a:lnTo>
                  <a:pt x="451754" y="91078"/>
                </a:lnTo>
                <a:lnTo>
                  <a:pt x="451640" y="90182"/>
                </a:lnTo>
                <a:lnTo>
                  <a:pt x="451546" y="89235"/>
                </a:lnTo>
                <a:lnTo>
                  <a:pt x="451474" y="88237"/>
                </a:lnTo>
                <a:lnTo>
                  <a:pt x="451422" y="87188"/>
                </a:lnTo>
                <a:lnTo>
                  <a:pt x="451390" y="86088"/>
                </a:lnTo>
                <a:lnTo>
                  <a:pt x="451380" y="84937"/>
                </a:lnTo>
                <a:lnTo>
                  <a:pt x="451380" y="41019"/>
                </a:lnTo>
                <a:lnTo>
                  <a:pt x="441037" y="41019"/>
                </a:lnTo>
                <a:lnTo>
                  <a:pt x="441037" y="38669"/>
                </a:lnTo>
                <a:lnTo>
                  <a:pt x="441692" y="38392"/>
                </a:lnTo>
                <a:lnTo>
                  <a:pt x="442350" y="38084"/>
                </a:lnTo>
                <a:lnTo>
                  <a:pt x="443010" y="37747"/>
                </a:lnTo>
                <a:lnTo>
                  <a:pt x="443672" y="37379"/>
                </a:lnTo>
                <a:lnTo>
                  <a:pt x="444337" y="36981"/>
                </a:lnTo>
                <a:lnTo>
                  <a:pt x="445005" y="36553"/>
                </a:lnTo>
                <a:lnTo>
                  <a:pt x="445675" y="36094"/>
                </a:lnTo>
                <a:lnTo>
                  <a:pt x="446347" y="35605"/>
                </a:lnTo>
                <a:lnTo>
                  <a:pt x="447022" y="35086"/>
                </a:lnTo>
                <a:lnTo>
                  <a:pt x="447700" y="34537"/>
                </a:lnTo>
                <a:lnTo>
                  <a:pt x="448379" y="33957"/>
                </a:lnTo>
                <a:lnTo>
                  <a:pt x="449062" y="33348"/>
                </a:lnTo>
                <a:lnTo>
                  <a:pt x="449739" y="32713"/>
                </a:lnTo>
                <a:lnTo>
                  <a:pt x="450404" y="32059"/>
                </a:lnTo>
                <a:lnTo>
                  <a:pt x="451057" y="31386"/>
                </a:lnTo>
                <a:lnTo>
                  <a:pt x="451697" y="30693"/>
                </a:lnTo>
                <a:lnTo>
                  <a:pt x="452325" y="29981"/>
                </a:lnTo>
                <a:lnTo>
                  <a:pt x="452940" y="29250"/>
                </a:lnTo>
                <a:lnTo>
                  <a:pt x="453543" y="28499"/>
                </a:lnTo>
                <a:lnTo>
                  <a:pt x="454134" y="27729"/>
                </a:lnTo>
                <a:lnTo>
                  <a:pt x="454712" y="26939"/>
                </a:lnTo>
                <a:lnTo>
                  <a:pt x="455278" y="26131"/>
                </a:lnTo>
                <a:lnTo>
                  <a:pt x="455832" y="25302"/>
                </a:lnTo>
                <a:lnTo>
                  <a:pt x="456373" y="24455"/>
                </a:lnTo>
                <a:lnTo>
                  <a:pt x="456655" y="23972"/>
                </a:lnTo>
                <a:lnTo>
                  <a:pt x="456956" y="23426"/>
                </a:lnTo>
                <a:lnTo>
                  <a:pt x="457274" y="22817"/>
                </a:lnTo>
                <a:lnTo>
                  <a:pt x="457609" y="22146"/>
                </a:lnTo>
                <a:lnTo>
                  <a:pt x="457963" y="21413"/>
                </a:lnTo>
                <a:lnTo>
                  <a:pt x="458335" y="20617"/>
                </a:lnTo>
                <a:lnTo>
                  <a:pt x="458724" y="19758"/>
                </a:lnTo>
                <a:lnTo>
                  <a:pt x="459131" y="18837"/>
                </a:lnTo>
                <a:lnTo>
                  <a:pt x="459556" y="17853"/>
                </a:lnTo>
                <a:lnTo>
                  <a:pt x="459999" y="16807"/>
                </a:lnTo>
                <a:lnTo>
                  <a:pt x="460460" y="15699"/>
                </a:lnTo>
                <a:lnTo>
                  <a:pt x="460938" y="14527"/>
                </a:lnTo>
                <a:lnTo>
                  <a:pt x="463149" y="14527"/>
                </a:lnTo>
                <a:close/>
                <a:moveTo>
                  <a:pt x="485726" y="63095"/>
                </a:moveTo>
                <a:lnTo>
                  <a:pt x="522604" y="63095"/>
                </a:lnTo>
                <a:lnTo>
                  <a:pt x="522604" y="73848"/>
                </a:lnTo>
                <a:lnTo>
                  <a:pt x="485726" y="73848"/>
                </a:lnTo>
                <a:lnTo>
                  <a:pt x="485726" y="63095"/>
                </a:lnTo>
                <a:close/>
                <a:moveTo>
                  <a:pt x="569781" y="91864"/>
                </a:moveTo>
                <a:lnTo>
                  <a:pt x="568156" y="93113"/>
                </a:lnTo>
                <a:lnTo>
                  <a:pt x="566636" y="94270"/>
                </a:lnTo>
                <a:lnTo>
                  <a:pt x="565220" y="95336"/>
                </a:lnTo>
                <a:lnTo>
                  <a:pt x="563908" y="96311"/>
                </a:lnTo>
                <a:lnTo>
                  <a:pt x="562700" y="97196"/>
                </a:lnTo>
                <a:lnTo>
                  <a:pt x="561596" y="97989"/>
                </a:lnTo>
                <a:lnTo>
                  <a:pt x="560596" y="98691"/>
                </a:lnTo>
                <a:lnTo>
                  <a:pt x="559699" y="99302"/>
                </a:lnTo>
                <a:lnTo>
                  <a:pt x="558907" y="99823"/>
                </a:lnTo>
                <a:lnTo>
                  <a:pt x="558219" y="100252"/>
                </a:lnTo>
                <a:lnTo>
                  <a:pt x="557635" y="100590"/>
                </a:lnTo>
                <a:lnTo>
                  <a:pt x="557155" y="100837"/>
                </a:lnTo>
                <a:lnTo>
                  <a:pt x="556510" y="101133"/>
                </a:lnTo>
                <a:lnTo>
                  <a:pt x="555858" y="101403"/>
                </a:lnTo>
                <a:lnTo>
                  <a:pt x="555198" y="101647"/>
                </a:lnTo>
                <a:lnTo>
                  <a:pt x="554532" y="101866"/>
                </a:lnTo>
                <a:lnTo>
                  <a:pt x="553859" y="102059"/>
                </a:lnTo>
                <a:lnTo>
                  <a:pt x="553179" y="102226"/>
                </a:lnTo>
                <a:lnTo>
                  <a:pt x="552492" y="102367"/>
                </a:lnTo>
                <a:lnTo>
                  <a:pt x="551798" y="102483"/>
                </a:lnTo>
                <a:lnTo>
                  <a:pt x="551097" y="102573"/>
                </a:lnTo>
                <a:lnTo>
                  <a:pt x="550389" y="102637"/>
                </a:lnTo>
                <a:lnTo>
                  <a:pt x="549674" y="102676"/>
                </a:lnTo>
                <a:lnTo>
                  <a:pt x="548953" y="102689"/>
                </a:lnTo>
                <a:lnTo>
                  <a:pt x="547840" y="102657"/>
                </a:lnTo>
                <a:lnTo>
                  <a:pt x="546760" y="102560"/>
                </a:lnTo>
                <a:lnTo>
                  <a:pt x="545714" y="102400"/>
                </a:lnTo>
                <a:lnTo>
                  <a:pt x="544700" y="102175"/>
                </a:lnTo>
                <a:lnTo>
                  <a:pt x="543720" y="101885"/>
                </a:lnTo>
                <a:lnTo>
                  <a:pt x="542774" y="101532"/>
                </a:lnTo>
                <a:lnTo>
                  <a:pt x="541860" y="101114"/>
                </a:lnTo>
                <a:lnTo>
                  <a:pt x="540979" y="100632"/>
                </a:lnTo>
                <a:lnTo>
                  <a:pt x="540132" y="100085"/>
                </a:lnTo>
                <a:lnTo>
                  <a:pt x="539318" y="99474"/>
                </a:lnTo>
                <a:lnTo>
                  <a:pt x="538537" y="98799"/>
                </a:lnTo>
                <a:lnTo>
                  <a:pt x="537789" y="98060"/>
                </a:lnTo>
                <a:lnTo>
                  <a:pt x="537089" y="97268"/>
                </a:lnTo>
                <a:lnTo>
                  <a:pt x="536449" y="96436"/>
                </a:lnTo>
                <a:lnTo>
                  <a:pt x="535870" y="95563"/>
                </a:lnTo>
                <a:lnTo>
                  <a:pt x="535352" y="94650"/>
                </a:lnTo>
                <a:lnTo>
                  <a:pt x="534895" y="93696"/>
                </a:lnTo>
                <a:lnTo>
                  <a:pt x="534499" y="92701"/>
                </a:lnTo>
                <a:lnTo>
                  <a:pt x="534164" y="91666"/>
                </a:lnTo>
                <a:lnTo>
                  <a:pt x="533890" y="90591"/>
                </a:lnTo>
                <a:lnTo>
                  <a:pt x="533677" y="89474"/>
                </a:lnTo>
                <a:lnTo>
                  <a:pt x="533525" y="88318"/>
                </a:lnTo>
                <a:lnTo>
                  <a:pt x="533433" y="87120"/>
                </a:lnTo>
                <a:lnTo>
                  <a:pt x="533403" y="85883"/>
                </a:lnTo>
                <a:lnTo>
                  <a:pt x="533418" y="85096"/>
                </a:lnTo>
                <a:lnTo>
                  <a:pt x="533462" y="84328"/>
                </a:lnTo>
                <a:lnTo>
                  <a:pt x="533536" y="83577"/>
                </a:lnTo>
                <a:lnTo>
                  <a:pt x="533640" y="82844"/>
                </a:lnTo>
                <a:lnTo>
                  <a:pt x="533774" y="82129"/>
                </a:lnTo>
                <a:lnTo>
                  <a:pt x="533938" y="81432"/>
                </a:lnTo>
                <a:lnTo>
                  <a:pt x="534131" y="80752"/>
                </a:lnTo>
                <a:lnTo>
                  <a:pt x="534354" y="80091"/>
                </a:lnTo>
                <a:lnTo>
                  <a:pt x="534606" y="79447"/>
                </a:lnTo>
                <a:lnTo>
                  <a:pt x="534889" y="78821"/>
                </a:lnTo>
                <a:lnTo>
                  <a:pt x="535201" y="78212"/>
                </a:lnTo>
                <a:lnTo>
                  <a:pt x="535543" y="77622"/>
                </a:lnTo>
                <a:lnTo>
                  <a:pt x="536060" y="76819"/>
                </a:lnTo>
                <a:lnTo>
                  <a:pt x="536637" y="76024"/>
                </a:lnTo>
                <a:lnTo>
                  <a:pt x="537275" y="75236"/>
                </a:lnTo>
                <a:lnTo>
                  <a:pt x="537972" y="74457"/>
                </a:lnTo>
                <a:lnTo>
                  <a:pt x="538729" y="73685"/>
                </a:lnTo>
                <a:lnTo>
                  <a:pt x="539546" y="72922"/>
                </a:lnTo>
                <a:lnTo>
                  <a:pt x="540423" y="72166"/>
                </a:lnTo>
                <a:lnTo>
                  <a:pt x="541360" y="71419"/>
                </a:lnTo>
                <a:lnTo>
                  <a:pt x="542357" y="70679"/>
                </a:lnTo>
                <a:lnTo>
                  <a:pt x="543414" y="69947"/>
                </a:lnTo>
                <a:lnTo>
                  <a:pt x="544530" y="69223"/>
                </a:lnTo>
                <a:lnTo>
                  <a:pt x="545707" y="68507"/>
                </a:lnTo>
                <a:lnTo>
                  <a:pt x="546980" y="67782"/>
                </a:lnTo>
                <a:lnTo>
                  <a:pt x="548387" y="67031"/>
                </a:lnTo>
                <a:lnTo>
                  <a:pt x="549927" y="66255"/>
                </a:lnTo>
                <a:lnTo>
                  <a:pt x="551600" y="65452"/>
                </a:lnTo>
                <a:lnTo>
                  <a:pt x="553406" y="64625"/>
                </a:lnTo>
                <a:lnTo>
                  <a:pt x="555345" y="63771"/>
                </a:lnTo>
                <a:lnTo>
                  <a:pt x="557418" y="62892"/>
                </a:lnTo>
                <a:lnTo>
                  <a:pt x="559624" y="61987"/>
                </a:lnTo>
                <a:lnTo>
                  <a:pt x="561963" y="61056"/>
                </a:lnTo>
                <a:lnTo>
                  <a:pt x="564436" y="60100"/>
                </a:lnTo>
                <a:lnTo>
                  <a:pt x="567042" y="59117"/>
                </a:lnTo>
                <a:lnTo>
                  <a:pt x="569781" y="58110"/>
                </a:lnTo>
                <a:lnTo>
                  <a:pt x="569781" y="55546"/>
                </a:lnTo>
                <a:lnTo>
                  <a:pt x="569759" y="53962"/>
                </a:lnTo>
                <a:lnTo>
                  <a:pt x="569695" y="52464"/>
                </a:lnTo>
                <a:lnTo>
                  <a:pt x="569587" y="51051"/>
                </a:lnTo>
                <a:lnTo>
                  <a:pt x="569436" y="49722"/>
                </a:lnTo>
                <a:lnTo>
                  <a:pt x="569242" y="48479"/>
                </a:lnTo>
                <a:lnTo>
                  <a:pt x="569005" y="47321"/>
                </a:lnTo>
                <a:lnTo>
                  <a:pt x="568725" y="46248"/>
                </a:lnTo>
                <a:lnTo>
                  <a:pt x="568402" y="45260"/>
                </a:lnTo>
                <a:lnTo>
                  <a:pt x="568035" y="44357"/>
                </a:lnTo>
                <a:lnTo>
                  <a:pt x="567626" y="43539"/>
                </a:lnTo>
                <a:lnTo>
                  <a:pt x="567173" y="42806"/>
                </a:lnTo>
                <a:lnTo>
                  <a:pt x="566678" y="42158"/>
                </a:lnTo>
                <a:lnTo>
                  <a:pt x="566141" y="41578"/>
                </a:lnTo>
                <a:lnTo>
                  <a:pt x="565565" y="41048"/>
                </a:lnTo>
                <a:lnTo>
                  <a:pt x="564950" y="40569"/>
                </a:lnTo>
                <a:lnTo>
                  <a:pt x="564296" y="40140"/>
                </a:lnTo>
                <a:lnTo>
                  <a:pt x="563603" y="39762"/>
                </a:lnTo>
                <a:lnTo>
                  <a:pt x="562871" y="39434"/>
                </a:lnTo>
                <a:lnTo>
                  <a:pt x="562099" y="39157"/>
                </a:lnTo>
                <a:lnTo>
                  <a:pt x="561289" y="38930"/>
                </a:lnTo>
                <a:lnTo>
                  <a:pt x="560439" y="38753"/>
                </a:lnTo>
                <a:lnTo>
                  <a:pt x="559550" y="38627"/>
                </a:lnTo>
                <a:lnTo>
                  <a:pt x="558622" y="38551"/>
                </a:lnTo>
                <a:lnTo>
                  <a:pt x="557655" y="38526"/>
                </a:lnTo>
                <a:lnTo>
                  <a:pt x="556919" y="38543"/>
                </a:lnTo>
                <a:lnTo>
                  <a:pt x="556208" y="38593"/>
                </a:lnTo>
                <a:lnTo>
                  <a:pt x="555524" y="38677"/>
                </a:lnTo>
                <a:lnTo>
                  <a:pt x="554865" y="38794"/>
                </a:lnTo>
                <a:lnTo>
                  <a:pt x="554232" y="38945"/>
                </a:lnTo>
                <a:lnTo>
                  <a:pt x="553625" y="39129"/>
                </a:lnTo>
                <a:lnTo>
                  <a:pt x="553043" y="39347"/>
                </a:lnTo>
                <a:lnTo>
                  <a:pt x="552487" y="39598"/>
                </a:lnTo>
                <a:lnTo>
                  <a:pt x="551957" y="39883"/>
                </a:lnTo>
                <a:lnTo>
                  <a:pt x="551453" y="40201"/>
                </a:lnTo>
                <a:lnTo>
                  <a:pt x="550974" y="40553"/>
                </a:lnTo>
                <a:lnTo>
                  <a:pt x="550522" y="40938"/>
                </a:lnTo>
                <a:lnTo>
                  <a:pt x="550089" y="41345"/>
                </a:lnTo>
                <a:lnTo>
                  <a:pt x="549694" y="41762"/>
                </a:lnTo>
                <a:lnTo>
                  <a:pt x="549336" y="42189"/>
                </a:lnTo>
                <a:lnTo>
                  <a:pt x="549016" y="42626"/>
                </a:lnTo>
                <a:lnTo>
                  <a:pt x="548734" y="43072"/>
                </a:lnTo>
                <a:lnTo>
                  <a:pt x="548489" y="43528"/>
                </a:lnTo>
                <a:lnTo>
                  <a:pt x="548282" y="43994"/>
                </a:lnTo>
                <a:lnTo>
                  <a:pt x="548112" y="44470"/>
                </a:lnTo>
                <a:lnTo>
                  <a:pt x="547981" y="44956"/>
                </a:lnTo>
                <a:lnTo>
                  <a:pt x="547887" y="45452"/>
                </a:lnTo>
                <a:lnTo>
                  <a:pt x="547830" y="45958"/>
                </a:lnTo>
                <a:lnTo>
                  <a:pt x="547811" y="46473"/>
                </a:lnTo>
                <a:lnTo>
                  <a:pt x="547954" y="50588"/>
                </a:lnTo>
                <a:lnTo>
                  <a:pt x="547942" y="51121"/>
                </a:lnTo>
                <a:lnTo>
                  <a:pt x="547907" y="51634"/>
                </a:lnTo>
                <a:lnTo>
                  <a:pt x="547849" y="52126"/>
                </a:lnTo>
                <a:lnTo>
                  <a:pt x="547768" y="52597"/>
                </a:lnTo>
                <a:lnTo>
                  <a:pt x="547663" y="53048"/>
                </a:lnTo>
                <a:lnTo>
                  <a:pt x="547535" y="53478"/>
                </a:lnTo>
                <a:lnTo>
                  <a:pt x="547383" y="53887"/>
                </a:lnTo>
                <a:lnTo>
                  <a:pt x="547209" y="54276"/>
                </a:lnTo>
                <a:lnTo>
                  <a:pt x="547011" y="54644"/>
                </a:lnTo>
                <a:lnTo>
                  <a:pt x="546790" y="54991"/>
                </a:lnTo>
                <a:lnTo>
                  <a:pt x="546545" y="55318"/>
                </a:lnTo>
                <a:lnTo>
                  <a:pt x="546278" y="55624"/>
                </a:lnTo>
                <a:lnTo>
                  <a:pt x="545991" y="55907"/>
                </a:lnTo>
                <a:lnTo>
                  <a:pt x="545690" y="56166"/>
                </a:lnTo>
                <a:lnTo>
                  <a:pt x="545375" y="56400"/>
                </a:lnTo>
                <a:lnTo>
                  <a:pt x="545045" y="56609"/>
                </a:lnTo>
                <a:lnTo>
                  <a:pt x="544701" y="56794"/>
                </a:lnTo>
                <a:lnTo>
                  <a:pt x="544343" y="56954"/>
                </a:lnTo>
                <a:lnTo>
                  <a:pt x="543970" y="57090"/>
                </a:lnTo>
                <a:lnTo>
                  <a:pt x="543583" y="57200"/>
                </a:lnTo>
                <a:lnTo>
                  <a:pt x="543181" y="57287"/>
                </a:lnTo>
                <a:lnTo>
                  <a:pt x="542766" y="57348"/>
                </a:lnTo>
                <a:lnTo>
                  <a:pt x="542335" y="57385"/>
                </a:lnTo>
                <a:lnTo>
                  <a:pt x="541891" y="57398"/>
                </a:lnTo>
                <a:lnTo>
                  <a:pt x="541458" y="57385"/>
                </a:lnTo>
                <a:lnTo>
                  <a:pt x="541038" y="57346"/>
                </a:lnTo>
                <a:lnTo>
                  <a:pt x="540631" y="57282"/>
                </a:lnTo>
                <a:lnTo>
                  <a:pt x="540238" y="57193"/>
                </a:lnTo>
                <a:lnTo>
                  <a:pt x="539859" y="57077"/>
                </a:lnTo>
                <a:lnTo>
                  <a:pt x="539492" y="56936"/>
                </a:lnTo>
                <a:lnTo>
                  <a:pt x="539139" y="56770"/>
                </a:lnTo>
                <a:lnTo>
                  <a:pt x="538800" y="56578"/>
                </a:lnTo>
                <a:lnTo>
                  <a:pt x="538474" y="56360"/>
                </a:lnTo>
                <a:lnTo>
                  <a:pt x="538161" y="56116"/>
                </a:lnTo>
                <a:lnTo>
                  <a:pt x="537862" y="55847"/>
                </a:lnTo>
                <a:lnTo>
                  <a:pt x="537575" y="55553"/>
                </a:lnTo>
                <a:lnTo>
                  <a:pt x="537308" y="55235"/>
                </a:lnTo>
                <a:lnTo>
                  <a:pt x="537063" y="54899"/>
                </a:lnTo>
                <a:lnTo>
                  <a:pt x="536842" y="54545"/>
                </a:lnTo>
                <a:lnTo>
                  <a:pt x="536644" y="54171"/>
                </a:lnTo>
                <a:lnTo>
                  <a:pt x="536470" y="53779"/>
                </a:lnTo>
                <a:lnTo>
                  <a:pt x="536318" y="53368"/>
                </a:lnTo>
                <a:lnTo>
                  <a:pt x="536190" y="52939"/>
                </a:lnTo>
                <a:lnTo>
                  <a:pt x="536085" y="52490"/>
                </a:lnTo>
                <a:lnTo>
                  <a:pt x="536004" y="52023"/>
                </a:lnTo>
                <a:lnTo>
                  <a:pt x="535946" y="51538"/>
                </a:lnTo>
                <a:lnTo>
                  <a:pt x="535911" y="51033"/>
                </a:lnTo>
                <a:lnTo>
                  <a:pt x="535899" y="50510"/>
                </a:lnTo>
                <a:lnTo>
                  <a:pt x="535943" y="49499"/>
                </a:lnTo>
                <a:lnTo>
                  <a:pt x="536074" y="48503"/>
                </a:lnTo>
                <a:lnTo>
                  <a:pt x="536292" y="47520"/>
                </a:lnTo>
                <a:lnTo>
                  <a:pt x="536597" y="46551"/>
                </a:lnTo>
                <a:lnTo>
                  <a:pt x="536989" y="45595"/>
                </a:lnTo>
                <a:lnTo>
                  <a:pt x="537468" y="44654"/>
                </a:lnTo>
                <a:lnTo>
                  <a:pt x="538035" y="43726"/>
                </a:lnTo>
                <a:lnTo>
                  <a:pt x="538689" y="42812"/>
                </a:lnTo>
                <a:lnTo>
                  <a:pt x="539430" y="41912"/>
                </a:lnTo>
                <a:lnTo>
                  <a:pt x="540258" y="41025"/>
                </a:lnTo>
                <a:lnTo>
                  <a:pt x="541174" y="40153"/>
                </a:lnTo>
                <a:lnTo>
                  <a:pt x="542176" y="39294"/>
                </a:lnTo>
                <a:lnTo>
                  <a:pt x="543258" y="38477"/>
                </a:lnTo>
                <a:lnTo>
                  <a:pt x="544409" y="37732"/>
                </a:lnTo>
                <a:lnTo>
                  <a:pt x="545631" y="37057"/>
                </a:lnTo>
                <a:lnTo>
                  <a:pt x="546924" y="36454"/>
                </a:lnTo>
                <a:lnTo>
                  <a:pt x="548286" y="35922"/>
                </a:lnTo>
                <a:lnTo>
                  <a:pt x="549719" y="35460"/>
                </a:lnTo>
                <a:lnTo>
                  <a:pt x="551223" y="35070"/>
                </a:lnTo>
                <a:lnTo>
                  <a:pt x="552796" y="34750"/>
                </a:lnTo>
                <a:lnTo>
                  <a:pt x="554440" y="34502"/>
                </a:lnTo>
                <a:lnTo>
                  <a:pt x="556155" y="34324"/>
                </a:lnTo>
                <a:lnTo>
                  <a:pt x="557940" y="34218"/>
                </a:lnTo>
                <a:lnTo>
                  <a:pt x="559795" y="34182"/>
                </a:lnTo>
                <a:lnTo>
                  <a:pt x="561223" y="34202"/>
                </a:lnTo>
                <a:lnTo>
                  <a:pt x="562608" y="34263"/>
                </a:lnTo>
                <a:lnTo>
                  <a:pt x="563950" y="34364"/>
                </a:lnTo>
                <a:lnTo>
                  <a:pt x="565247" y="34506"/>
                </a:lnTo>
                <a:lnTo>
                  <a:pt x="566502" y="34688"/>
                </a:lnTo>
                <a:lnTo>
                  <a:pt x="567712" y="34911"/>
                </a:lnTo>
                <a:lnTo>
                  <a:pt x="568879" y="35174"/>
                </a:lnTo>
                <a:lnTo>
                  <a:pt x="570003" y="35478"/>
                </a:lnTo>
                <a:lnTo>
                  <a:pt x="571082" y="35822"/>
                </a:lnTo>
                <a:lnTo>
                  <a:pt x="572119" y="36207"/>
                </a:lnTo>
                <a:lnTo>
                  <a:pt x="573111" y="36632"/>
                </a:lnTo>
                <a:lnTo>
                  <a:pt x="574061" y="37097"/>
                </a:lnTo>
                <a:lnTo>
                  <a:pt x="574747" y="37482"/>
                </a:lnTo>
                <a:lnTo>
                  <a:pt x="575402" y="37902"/>
                </a:lnTo>
                <a:lnTo>
                  <a:pt x="576027" y="38356"/>
                </a:lnTo>
                <a:lnTo>
                  <a:pt x="576620" y="38844"/>
                </a:lnTo>
                <a:lnTo>
                  <a:pt x="577184" y="39368"/>
                </a:lnTo>
                <a:lnTo>
                  <a:pt x="577716" y="39925"/>
                </a:lnTo>
                <a:lnTo>
                  <a:pt x="578218" y="40518"/>
                </a:lnTo>
                <a:lnTo>
                  <a:pt x="578689" y="41145"/>
                </a:lnTo>
                <a:lnTo>
                  <a:pt x="579129" y="41806"/>
                </a:lnTo>
                <a:lnTo>
                  <a:pt x="579539" y="42502"/>
                </a:lnTo>
                <a:lnTo>
                  <a:pt x="579918" y="43233"/>
                </a:lnTo>
                <a:lnTo>
                  <a:pt x="580266" y="43998"/>
                </a:lnTo>
                <a:lnTo>
                  <a:pt x="580471" y="44552"/>
                </a:lnTo>
                <a:lnTo>
                  <a:pt x="580658" y="45195"/>
                </a:lnTo>
                <a:lnTo>
                  <a:pt x="580828" y="45927"/>
                </a:lnTo>
                <a:lnTo>
                  <a:pt x="580979" y="46748"/>
                </a:lnTo>
                <a:lnTo>
                  <a:pt x="581113" y="47658"/>
                </a:lnTo>
                <a:lnTo>
                  <a:pt x="581229" y="48657"/>
                </a:lnTo>
                <a:lnTo>
                  <a:pt x="581327" y="49744"/>
                </a:lnTo>
                <a:lnTo>
                  <a:pt x="581407" y="50921"/>
                </a:lnTo>
                <a:lnTo>
                  <a:pt x="581470" y="52186"/>
                </a:lnTo>
                <a:lnTo>
                  <a:pt x="581514" y="53541"/>
                </a:lnTo>
                <a:lnTo>
                  <a:pt x="581541" y="54984"/>
                </a:lnTo>
                <a:lnTo>
                  <a:pt x="581550" y="56516"/>
                </a:lnTo>
                <a:lnTo>
                  <a:pt x="581550" y="78637"/>
                </a:lnTo>
                <a:lnTo>
                  <a:pt x="581553" y="80140"/>
                </a:lnTo>
                <a:lnTo>
                  <a:pt x="581560" y="81542"/>
                </a:lnTo>
                <a:lnTo>
                  <a:pt x="581572" y="82844"/>
                </a:lnTo>
                <a:lnTo>
                  <a:pt x="581590" y="84046"/>
                </a:lnTo>
                <a:lnTo>
                  <a:pt x="581612" y="85148"/>
                </a:lnTo>
                <a:lnTo>
                  <a:pt x="581639" y="86150"/>
                </a:lnTo>
                <a:lnTo>
                  <a:pt x="581671" y="87051"/>
                </a:lnTo>
                <a:lnTo>
                  <a:pt x="581709" y="87852"/>
                </a:lnTo>
                <a:lnTo>
                  <a:pt x="581751" y="88553"/>
                </a:lnTo>
                <a:lnTo>
                  <a:pt x="581798" y="89153"/>
                </a:lnTo>
                <a:lnTo>
                  <a:pt x="581850" y="89653"/>
                </a:lnTo>
                <a:lnTo>
                  <a:pt x="581907" y="90053"/>
                </a:lnTo>
                <a:lnTo>
                  <a:pt x="581969" y="90393"/>
                </a:lnTo>
                <a:lnTo>
                  <a:pt x="582039" y="90714"/>
                </a:lnTo>
                <a:lnTo>
                  <a:pt x="582114" y="91016"/>
                </a:lnTo>
                <a:lnTo>
                  <a:pt x="582196" y="91298"/>
                </a:lnTo>
                <a:lnTo>
                  <a:pt x="582284" y="91561"/>
                </a:lnTo>
                <a:lnTo>
                  <a:pt x="582379" y="91805"/>
                </a:lnTo>
                <a:lnTo>
                  <a:pt x="582481" y="92030"/>
                </a:lnTo>
                <a:lnTo>
                  <a:pt x="582588" y="92235"/>
                </a:lnTo>
                <a:lnTo>
                  <a:pt x="582703" y="92421"/>
                </a:lnTo>
                <a:lnTo>
                  <a:pt x="582823" y="92588"/>
                </a:lnTo>
                <a:lnTo>
                  <a:pt x="582950" y="92735"/>
                </a:lnTo>
                <a:lnTo>
                  <a:pt x="583084" y="92864"/>
                </a:lnTo>
                <a:lnTo>
                  <a:pt x="583222" y="92977"/>
                </a:lnTo>
                <a:lnTo>
                  <a:pt x="583364" y="93081"/>
                </a:lnTo>
                <a:lnTo>
                  <a:pt x="583509" y="93174"/>
                </a:lnTo>
                <a:lnTo>
                  <a:pt x="583658" y="93258"/>
                </a:lnTo>
                <a:lnTo>
                  <a:pt x="583811" y="93332"/>
                </a:lnTo>
                <a:lnTo>
                  <a:pt x="583966" y="93396"/>
                </a:lnTo>
                <a:lnTo>
                  <a:pt x="584126" y="93450"/>
                </a:lnTo>
                <a:lnTo>
                  <a:pt x="584288" y="93495"/>
                </a:lnTo>
                <a:lnTo>
                  <a:pt x="584455" y="93529"/>
                </a:lnTo>
                <a:lnTo>
                  <a:pt x="584624" y="93554"/>
                </a:lnTo>
                <a:lnTo>
                  <a:pt x="584797" y="93569"/>
                </a:lnTo>
                <a:lnTo>
                  <a:pt x="584974" y="93574"/>
                </a:lnTo>
                <a:lnTo>
                  <a:pt x="585162" y="93570"/>
                </a:lnTo>
                <a:lnTo>
                  <a:pt x="585346" y="93560"/>
                </a:lnTo>
                <a:lnTo>
                  <a:pt x="585527" y="93542"/>
                </a:lnTo>
                <a:lnTo>
                  <a:pt x="585703" y="93518"/>
                </a:lnTo>
                <a:lnTo>
                  <a:pt x="585875" y="93487"/>
                </a:lnTo>
                <a:lnTo>
                  <a:pt x="586044" y="93449"/>
                </a:lnTo>
                <a:lnTo>
                  <a:pt x="586208" y="93404"/>
                </a:lnTo>
                <a:lnTo>
                  <a:pt x="586369" y="93352"/>
                </a:lnTo>
                <a:lnTo>
                  <a:pt x="586525" y="93293"/>
                </a:lnTo>
                <a:lnTo>
                  <a:pt x="586678" y="93227"/>
                </a:lnTo>
                <a:lnTo>
                  <a:pt x="586827" y="93155"/>
                </a:lnTo>
                <a:lnTo>
                  <a:pt x="586971" y="93075"/>
                </a:lnTo>
                <a:lnTo>
                  <a:pt x="587240" y="92898"/>
                </a:lnTo>
                <a:lnTo>
                  <a:pt x="587548" y="92674"/>
                </a:lnTo>
                <a:lnTo>
                  <a:pt x="587894" y="92403"/>
                </a:lnTo>
                <a:lnTo>
                  <a:pt x="588279" y="92086"/>
                </a:lnTo>
                <a:lnTo>
                  <a:pt x="588702" y="91723"/>
                </a:lnTo>
                <a:lnTo>
                  <a:pt x="589165" y="91313"/>
                </a:lnTo>
                <a:lnTo>
                  <a:pt x="589665" y="90856"/>
                </a:lnTo>
                <a:lnTo>
                  <a:pt x="590205" y="90353"/>
                </a:lnTo>
                <a:lnTo>
                  <a:pt x="590783" y="89804"/>
                </a:lnTo>
                <a:lnTo>
                  <a:pt x="591400" y="89208"/>
                </a:lnTo>
                <a:lnTo>
                  <a:pt x="592055" y="88565"/>
                </a:lnTo>
                <a:lnTo>
                  <a:pt x="592749" y="87877"/>
                </a:lnTo>
                <a:lnTo>
                  <a:pt x="592749" y="91864"/>
                </a:lnTo>
                <a:lnTo>
                  <a:pt x="591422" y="93571"/>
                </a:lnTo>
                <a:lnTo>
                  <a:pt x="590106" y="95128"/>
                </a:lnTo>
                <a:lnTo>
                  <a:pt x="588799" y="96538"/>
                </a:lnTo>
                <a:lnTo>
                  <a:pt x="587502" y="97799"/>
                </a:lnTo>
                <a:lnTo>
                  <a:pt x="586215" y="98912"/>
                </a:lnTo>
                <a:lnTo>
                  <a:pt x="584938" y="99876"/>
                </a:lnTo>
                <a:lnTo>
                  <a:pt x="583671" y="100692"/>
                </a:lnTo>
                <a:lnTo>
                  <a:pt x="582414" y="101360"/>
                </a:lnTo>
                <a:lnTo>
                  <a:pt x="581167" y="101879"/>
                </a:lnTo>
                <a:lnTo>
                  <a:pt x="579929" y="102250"/>
                </a:lnTo>
                <a:lnTo>
                  <a:pt x="578702" y="102472"/>
                </a:lnTo>
                <a:lnTo>
                  <a:pt x="577484" y="102546"/>
                </a:lnTo>
                <a:lnTo>
                  <a:pt x="576912" y="102530"/>
                </a:lnTo>
                <a:lnTo>
                  <a:pt x="576359" y="102479"/>
                </a:lnTo>
                <a:lnTo>
                  <a:pt x="575826" y="102395"/>
                </a:lnTo>
                <a:lnTo>
                  <a:pt x="575313" y="102277"/>
                </a:lnTo>
                <a:lnTo>
                  <a:pt x="574819" y="102126"/>
                </a:lnTo>
                <a:lnTo>
                  <a:pt x="574346" y="101941"/>
                </a:lnTo>
                <a:lnTo>
                  <a:pt x="573892" y="101723"/>
                </a:lnTo>
                <a:lnTo>
                  <a:pt x="573458" y="101470"/>
                </a:lnTo>
                <a:lnTo>
                  <a:pt x="573044" y="101184"/>
                </a:lnTo>
                <a:lnTo>
                  <a:pt x="572650" y="100865"/>
                </a:lnTo>
                <a:lnTo>
                  <a:pt x="572275" y="100512"/>
                </a:lnTo>
                <a:lnTo>
                  <a:pt x="571921" y="100125"/>
                </a:lnTo>
                <a:lnTo>
                  <a:pt x="571590" y="99698"/>
                </a:lnTo>
                <a:lnTo>
                  <a:pt x="571287" y="99223"/>
                </a:lnTo>
                <a:lnTo>
                  <a:pt x="571011" y="98701"/>
                </a:lnTo>
                <a:lnTo>
                  <a:pt x="570763" y="98131"/>
                </a:lnTo>
                <a:lnTo>
                  <a:pt x="570544" y="97514"/>
                </a:lnTo>
                <a:lnTo>
                  <a:pt x="570351" y="96849"/>
                </a:lnTo>
                <a:lnTo>
                  <a:pt x="570187" y="96137"/>
                </a:lnTo>
                <a:lnTo>
                  <a:pt x="570050" y="95378"/>
                </a:lnTo>
                <a:lnTo>
                  <a:pt x="569941" y="94571"/>
                </a:lnTo>
                <a:lnTo>
                  <a:pt x="569860" y="93716"/>
                </a:lnTo>
                <a:lnTo>
                  <a:pt x="569806" y="92814"/>
                </a:lnTo>
                <a:lnTo>
                  <a:pt x="569781" y="91864"/>
                </a:lnTo>
                <a:moveTo>
                  <a:pt x="569781" y="87196"/>
                </a:moveTo>
                <a:lnTo>
                  <a:pt x="569781" y="62454"/>
                </a:lnTo>
                <a:lnTo>
                  <a:pt x="568039" y="63145"/>
                </a:lnTo>
                <a:lnTo>
                  <a:pt x="566402" y="63802"/>
                </a:lnTo>
                <a:lnTo>
                  <a:pt x="564872" y="64425"/>
                </a:lnTo>
                <a:lnTo>
                  <a:pt x="563448" y="65013"/>
                </a:lnTo>
                <a:lnTo>
                  <a:pt x="562130" y="65567"/>
                </a:lnTo>
                <a:lnTo>
                  <a:pt x="560918" y="66087"/>
                </a:lnTo>
                <a:lnTo>
                  <a:pt x="559812" y="66572"/>
                </a:lnTo>
                <a:lnTo>
                  <a:pt x="558812" y="67022"/>
                </a:lnTo>
                <a:lnTo>
                  <a:pt x="557918" y="67438"/>
                </a:lnTo>
                <a:lnTo>
                  <a:pt x="557130" y="67820"/>
                </a:lnTo>
                <a:lnTo>
                  <a:pt x="556448" y="68167"/>
                </a:lnTo>
                <a:lnTo>
                  <a:pt x="555871" y="68480"/>
                </a:lnTo>
                <a:lnTo>
                  <a:pt x="554955" y="69002"/>
                </a:lnTo>
                <a:lnTo>
                  <a:pt x="554082" y="69528"/>
                </a:lnTo>
                <a:lnTo>
                  <a:pt x="553255" y="70058"/>
                </a:lnTo>
                <a:lnTo>
                  <a:pt x="552471" y="70591"/>
                </a:lnTo>
                <a:lnTo>
                  <a:pt x="551733" y="71129"/>
                </a:lnTo>
                <a:lnTo>
                  <a:pt x="551039" y="71671"/>
                </a:lnTo>
                <a:lnTo>
                  <a:pt x="550389" y="72216"/>
                </a:lnTo>
                <a:lnTo>
                  <a:pt x="549785" y="72766"/>
                </a:lnTo>
                <a:lnTo>
                  <a:pt x="549224" y="73319"/>
                </a:lnTo>
                <a:lnTo>
                  <a:pt x="548709" y="73876"/>
                </a:lnTo>
                <a:lnTo>
                  <a:pt x="548238" y="74437"/>
                </a:lnTo>
                <a:lnTo>
                  <a:pt x="547811" y="75003"/>
                </a:lnTo>
                <a:lnTo>
                  <a:pt x="547424" y="75574"/>
                </a:lnTo>
                <a:lnTo>
                  <a:pt x="547070" y="76155"/>
                </a:lnTo>
                <a:lnTo>
                  <a:pt x="546750" y="76744"/>
                </a:lnTo>
                <a:lnTo>
                  <a:pt x="546464" y="77342"/>
                </a:lnTo>
                <a:lnTo>
                  <a:pt x="546211" y="77949"/>
                </a:lnTo>
                <a:lnTo>
                  <a:pt x="545992" y="78565"/>
                </a:lnTo>
                <a:lnTo>
                  <a:pt x="545807" y="79190"/>
                </a:lnTo>
                <a:lnTo>
                  <a:pt x="545655" y="79823"/>
                </a:lnTo>
                <a:lnTo>
                  <a:pt x="545538" y="80466"/>
                </a:lnTo>
                <a:lnTo>
                  <a:pt x="545453" y="81117"/>
                </a:lnTo>
                <a:lnTo>
                  <a:pt x="545403" y="81777"/>
                </a:lnTo>
                <a:lnTo>
                  <a:pt x="545386" y="82447"/>
                </a:lnTo>
                <a:lnTo>
                  <a:pt x="545407" y="83285"/>
                </a:lnTo>
                <a:lnTo>
                  <a:pt x="545471" y="84100"/>
                </a:lnTo>
                <a:lnTo>
                  <a:pt x="545578" y="84891"/>
                </a:lnTo>
                <a:lnTo>
                  <a:pt x="545727" y="85657"/>
                </a:lnTo>
                <a:lnTo>
                  <a:pt x="545919" y="86399"/>
                </a:lnTo>
                <a:lnTo>
                  <a:pt x="546153" y="87117"/>
                </a:lnTo>
                <a:lnTo>
                  <a:pt x="546430" y="87811"/>
                </a:lnTo>
                <a:lnTo>
                  <a:pt x="546749" y="88481"/>
                </a:lnTo>
                <a:lnTo>
                  <a:pt x="547111" y="89127"/>
                </a:lnTo>
                <a:lnTo>
                  <a:pt x="547516" y="89748"/>
                </a:lnTo>
                <a:lnTo>
                  <a:pt x="547963" y="90345"/>
                </a:lnTo>
                <a:lnTo>
                  <a:pt x="548453" y="90919"/>
                </a:lnTo>
                <a:lnTo>
                  <a:pt x="548971" y="91456"/>
                </a:lnTo>
                <a:lnTo>
                  <a:pt x="549501" y="91948"/>
                </a:lnTo>
                <a:lnTo>
                  <a:pt x="550045" y="92392"/>
                </a:lnTo>
                <a:lnTo>
                  <a:pt x="550601" y="92789"/>
                </a:lnTo>
                <a:lnTo>
                  <a:pt x="551170" y="93140"/>
                </a:lnTo>
                <a:lnTo>
                  <a:pt x="551752" y="93444"/>
                </a:lnTo>
                <a:lnTo>
                  <a:pt x="552347" y="93701"/>
                </a:lnTo>
                <a:lnTo>
                  <a:pt x="552955" y="93912"/>
                </a:lnTo>
                <a:lnTo>
                  <a:pt x="553576" y="94075"/>
                </a:lnTo>
                <a:lnTo>
                  <a:pt x="554209" y="94192"/>
                </a:lnTo>
                <a:lnTo>
                  <a:pt x="554856" y="94262"/>
                </a:lnTo>
                <a:lnTo>
                  <a:pt x="555515" y="94286"/>
                </a:lnTo>
                <a:lnTo>
                  <a:pt x="556442" y="94236"/>
                </a:lnTo>
                <a:lnTo>
                  <a:pt x="557417" y="94089"/>
                </a:lnTo>
                <a:lnTo>
                  <a:pt x="558439" y="93843"/>
                </a:lnTo>
                <a:lnTo>
                  <a:pt x="559509" y="93498"/>
                </a:lnTo>
                <a:lnTo>
                  <a:pt x="560627" y="93055"/>
                </a:lnTo>
                <a:lnTo>
                  <a:pt x="561792" y="92513"/>
                </a:lnTo>
                <a:lnTo>
                  <a:pt x="563004" y="91873"/>
                </a:lnTo>
                <a:lnTo>
                  <a:pt x="564265" y="91135"/>
                </a:lnTo>
                <a:lnTo>
                  <a:pt x="565572" y="90298"/>
                </a:lnTo>
                <a:lnTo>
                  <a:pt x="566928" y="89362"/>
                </a:lnTo>
                <a:lnTo>
                  <a:pt x="568330" y="88328"/>
                </a:lnTo>
                <a:lnTo>
                  <a:pt x="569781" y="87196"/>
                </a:lnTo>
                <a:close/>
                <a:moveTo>
                  <a:pt x="616694" y="34182"/>
                </a:moveTo>
                <a:lnTo>
                  <a:pt x="616694" y="48852"/>
                </a:lnTo>
                <a:lnTo>
                  <a:pt x="618064" y="46509"/>
                </a:lnTo>
                <a:lnTo>
                  <a:pt x="619440" y="44370"/>
                </a:lnTo>
                <a:lnTo>
                  <a:pt x="620822" y="42434"/>
                </a:lnTo>
                <a:lnTo>
                  <a:pt x="622210" y="40702"/>
                </a:lnTo>
                <a:lnTo>
                  <a:pt x="623604" y="39174"/>
                </a:lnTo>
                <a:lnTo>
                  <a:pt x="625004" y="37850"/>
                </a:lnTo>
                <a:lnTo>
                  <a:pt x="626410" y="36729"/>
                </a:lnTo>
                <a:lnTo>
                  <a:pt x="627821" y="35812"/>
                </a:lnTo>
                <a:lnTo>
                  <a:pt x="629239" y="35099"/>
                </a:lnTo>
                <a:lnTo>
                  <a:pt x="630663" y="34590"/>
                </a:lnTo>
                <a:lnTo>
                  <a:pt x="632092" y="34284"/>
                </a:lnTo>
                <a:lnTo>
                  <a:pt x="633528" y="34182"/>
                </a:lnTo>
                <a:lnTo>
                  <a:pt x="634172" y="34199"/>
                </a:lnTo>
                <a:lnTo>
                  <a:pt x="634798" y="34248"/>
                </a:lnTo>
                <a:lnTo>
                  <a:pt x="635405" y="34331"/>
                </a:lnTo>
                <a:lnTo>
                  <a:pt x="635993" y="34447"/>
                </a:lnTo>
                <a:lnTo>
                  <a:pt x="636562" y="34596"/>
                </a:lnTo>
                <a:lnTo>
                  <a:pt x="637112" y="34779"/>
                </a:lnTo>
                <a:lnTo>
                  <a:pt x="637644" y="34994"/>
                </a:lnTo>
                <a:lnTo>
                  <a:pt x="638156" y="35242"/>
                </a:lnTo>
                <a:lnTo>
                  <a:pt x="638650" y="35524"/>
                </a:lnTo>
                <a:lnTo>
                  <a:pt x="639125" y="35839"/>
                </a:lnTo>
                <a:lnTo>
                  <a:pt x="639581" y="36187"/>
                </a:lnTo>
                <a:lnTo>
                  <a:pt x="640019" y="36568"/>
                </a:lnTo>
                <a:lnTo>
                  <a:pt x="640429" y="36971"/>
                </a:lnTo>
                <a:lnTo>
                  <a:pt x="640803" y="37384"/>
                </a:lnTo>
                <a:lnTo>
                  <a:pt x="641142" y="37807"/>
                </a:lnTo>
                <a:lnTo>
                  <a:pt x="641445" y="38241"/>
                </a:lnTo>
                <a:lnTo>
                  <a:pt x="641713" y="38686"/>
                </a:lnTo>
                <a:lnTo>
                  <a:pt x="641945" y="39140"/>
                </a:lnTo>
                <a:lnTo>
                  <a:pt x="642141" y="39605"/>
                </a:lnTo>
                <a:lnTo>
                  <a:pt x="642301" y="40081"/>
                </a:lnTo>
                <a:lnTo>
                  <a:pt x="642426" y="40567"/>
                </a:lnTo>
                <a:lnTo>
                  <a:pt x="642515" y="41063"/>
                </a:lnTo>
                <a:lnTo>
                  <a:pt x="642569" y="41570"/>
                </a:lnTo>
                <a:lnTo>
                  <a:pt x="642587" y="42087"/>
                </a:lnTo>
                <a:lnTo>
                  <a:pt x="642574" y="42544"/>
                </a:lnTo>
                <a:lnTo>
                  <a:pt x="642535" y="42989"/>
                </a:lnTo>
                <a:lnTo>
                  <a:pt x="642471" y="43422"/>
                </a:lnTo>
                <a:lnTo>
                  <a:pt x="642381" y="43843"/>
                </a:lnTo>
                <a:lnTo>
                  <a:pt x="642265" y="44253"/>
                </a:lnTo>
                <a:lnTo>
                  <a:pt x="642123" y="44650"/>
                </a:lnTo>
                <a:lnTo>
                  <a:pt x="641956" y="45036"/>
                </a:lnTo>
                <a:lnTo>
                  <a:pt x="641762" y="45410"/>
                </a:lnTo>
                <a:lnTo>
                  <a:pt x="641543" y="45772"/>
                </a:lnTo>
                <a:lnTo>
                  <a:pt x="641299" y="46122"/>
                </a:lnTo>
                <a:lnTo>
                  <a:pt x="641028" y="46460"/>
                </a:lnTo>
                <a:lnTo>
                  <a:pt x="640732" y="46787"/>
                </a:lnTo>
                <a:lnTo>
                  <a:pt x="640418" y="47094"/>
                </a:lnTo>
                <a:lnTo>
                  <a:pt x="640094" y="47374"/>
                </a:lnTo>
                <a:lnTo>
                  <a:pt x="639760" y="47628"/>
                </a:lnTo>
                <a:lnTo>
                  <a:pt x="639416" y="47855"/>
                </a:lnTo>
                <a:lnTo>
                  <a:pt x="639063" y="48055"/>
                </a:lnTo>
                <a:lnTo>
                  <a:pt x="638699" y="48229"/>
                </a:lnTo>
                <a:lnTo>
                  <a:pt x="638326" y="48376"/>
                </a:lnTo>
                <a:lnTo>
                  <a:pt x="637942" y="48496"/>
                </a:lnTo>
                <a:lnTo>
                  <a:pt x="637549" y="48589"/>
                </a:lnTo>
                <a:lnTo>
                  <a:pt x="637146" y="48656"/>
                </a:lnTo>
                <a:lnTo>
                  <a:pt x="636733" y="48696"/>
                </a:lnTo>
                <a:lnTo>
                  <a:pt x="636310" y="48710"/>
                </a:lnTo>
                <a:lnTo>
                  <a:pt x="635889" y="48692"/>
                </a:lnTo>
                <a:lnTo>
                  <a:pt x="635461" y="48641"/>
                </a:lnTo>
                <a:lnTo>
                  <a:pt x="635023" y="48556"/>
                </a:lnTo>
                <a:lnTo>
                  <a:pt x="634578" y="48437"/>
                </a:lnTo>
                <a:lnTo>
                  <a:pt x="634124" y="48283"/>
                </a:lnTo>
                <a:lnTo>
                  <a:pt x="633661" y="48095"/>
                </a:lnTo>
                <a:lnTo>
                  <a:pt x="633191" y="47874"/>
                </a:lnTo>
                <a:lnTo>
                  <a:pt x="632711" y="47618"/>
                </a:lnTo>
                <a:lnTo>
                  <a:pt x="632224" y="47328"/>
                </a:lnTo>
                <a:lnTo>
                  <a:pt x="631728" y="47003"/>
                </a:lnTo>
                <a:lnTo>
                  <a:pt x="631223" y="46645"/>
                </a:lnTo>
                <a:lnTo>
                  <a:pt x="630710" y="46253"/>
                </a:lnTo>
                <a:lnTo>
                  <a:pt x="630204" y="45860"/>
                </a:lnTo>
                <a:lnTo>
                  <a:pt x="629721" y="45502"/>
                </a:lnTo>
                <a:lnTo>
                  <a:pt x="629259" y="45178"/>
                </a:lnTo>
                <a:lnTo>
                  <a:pt x="628820" y="44888"/>
                </a:lnTo>
                <a:lnTo>
                  <a:pt x="628403" y="44632"/>
                </a:lnTo>
                <a:lnTo>
                  <a:pt x="628009" y="44410"/>
                </a:lnTo>
                <a:lnTo>
                  <a:pt x="627636" y="44222"/>
                </a:lnTo>
                <a:lnTo>
                  <a:pt x="627286" y="44069"/>
                </a:lnTo>
                <a:lnTo>
                  <a:pt x="626959" y="43949"/>
                </a:lnTo>
                <a:lnTo>
                  <a:pt x="626653" y="43864"/>
                </a:lnTo>
                <a:lnTo>
                  <a:pt x="626370" y="43813"/>
                </a:lnTo>
                <a:lnTo>
                  <a:pt x="626109" y="43796"/>
                </a:lnTo>
                <a:lnTo>
                  <a:pt x="625894" y="43806"/>
                </a:lnTo>
                <a:lnTo>
                  <a:pt x="625676" y="43835"/>
                </a:lnTo>
                <a:lnTo>
                  <a:pt x="625454" y="43885"/>
                </a:lnTo>
                <a:lnTo>
                  <a:pt x="625230" y="43954"/>
                </a:lnTo>
                <a:lnTo>
                  <a:pt x="625002" y="44042"/>
                </a:lnTo>
                <a:lnTo>
                  <a:pt x="624772" y="44151"/>
                </a:lnTo>
                <a:lnTo>
                  <a:pt x="624539" y="44279"/>
                </a:lnTo>
                <a:lnTo>
                  <a:pt x="624302" y="44427"/>
                </a:lnTo>
                <a:lnTo>
                  <a:pt x="624063" y="44594"/>
                </a:lnTo>
                <a:lnTo>
                  <a:pt x="623821" y="44782"/>
                </a:lnTo>
                <a:lnTo>
                  <a:pt x="623576" y="44989"/>
                </a:lnTo>
                <a:lnTo>
                  <a:pt x="623328" y="45216"/>
                </a:lnTo>
                <a:lnTo>
                  <a:pt x="622791" y="45727"/>
                </a:lnTo>
                <a:lnTo>
                  <a:pt x="622252" y="46291"/>
                </a:lnTo>
                <a:lnTo>
                  <a:pt x="621709" y="46907"/>
                </a:lnTo>
                <a:lnTo>
                  <a:pt x="621164" y="47576"/>
                </a:lnTo>
                <a:lnTo>
                  <a:pt x="620616" y="48297"/>
                </a:lnTo>
                <a:lnTo>
                  <a:pt x="620064" y="49069"/>
                </a:lnTo>
                <a:lnTo>
                  <a:pt x="619510" y="49895"/>
                </a:lnTo>
                <a:lnTo>
                  <a:pt x="618953" y="50772"/>
                </a:lnTo>
                <a:lnTo>
                  <a:pt x="618393" y="51702"/>
                </a:lnTo>
                <a:lnTo>
                  <a:pt x="617829" y="52684"/>
                </a:lnTo>
                <a:lnTo>
                  <a:pt x="617263" y="53718"/>
                </a:lnTo>
                <a:lnTo>
                  <a:pt x="616694" y="54805"/>
                </a:lnTo>
                <a:lnTo>
                  <a:pt x="616694" y="85987"/>
                </a:lnTo>
                <a:lnTo>
                  <a:pt x="616703" y="86868"/>
                </a:lnTo>
                <a:lnTo>
                  <a:pt x="616732" y="87713"/>
                </a:lnTo>
                <a:lnTo>
                  <a:pt x="616779" y="88521"/>
                </a:lnTo>
                <a:lnTo>
                  <a:pt x="616845" y="89293"/>
                </a:lnTo>
                <a:lnTo>
                  <a:pt x="616929" y="90028"/>
                </a:lnTo>
                <a:lnTo>
                  <a:pt x="617033" y="90727"/>
                </a:lnTo>
                <a:lnTo>
                  <a:pt x="617155" y="91390"/>
                </a:lnTo>
                <a:lnTo>
                  <a:pt x="617296" y="92016"/>
                </a:lnTo>
                <a:lnTo>
                  <a:pt x="617456" y="92605"/>
                </a:lnTo>
                <a:lnTo>
                  <a:pt x="617635" y="93158"/>
                </a:lnTo>
                <a:lnTo>
                  <a:pt x="617833" y="93674"/>
                </a:lnTo>
                <a:lnTo>
                  <a:pt x="618049" y="94154"/>
                </a:lnTo>
                <a:lnTo>
                  <a:pt x="618214" y="94470"/>
                </a:lnTo>
                <a:lnTo>
                  <a:pt x="618398" y="94776"/>
                </a:lnTo>
                <a:lnTo>
                  <a:pt x="618602" y="95074"/>
                </a:lnTo>
                <a:lnTo>
                  <a:pt x="618826" y="95362"/>
                </a:lnTo>
                <a:lnTo>
                  <a:pt x="619070" y="95642"/>
                </a:lnTo>
                <a:lnTo>
                  <a:pt x="619333" y="95913"/>
                </a:lnTo>
                <a:lnTo>
                  <a:pt x="619617" y="96175"/>
                </a:lnTo>
                <a:lnTo>
                  <a:pt x="619920" y="96428"/>
                </a:lnTo>
                <a:lnTo>
                  <a:pt x="620243" y="96673"/>
                </a:lnTo>
                <a:lnTo>
                  <a:pt x="620585" y="96908"/>
                </a:lnTo>
                <a:lnTo>
                  <a:pt x="620948" y="97135"/>
                </a:lnTo>
                <a:lnTo>
                  <a:pt x="621330" y="97352"/>
                </a:lnTo>
                <a:lnTo>
                  <a:pt x="621737" y="97556"/>
                </a:lnTo>
                <a:lnTo>
                  <a:pt x="622172" y="97743"/>
                </a:lnTo>
                <a:lnTo>
                  <a:pt x="622637" y="97911"/>
                </a:lnTo>
                <a:lnTo>
                  <a:pt x="623129" y="98062"/>
                </a:lnTo>
                <a:lnTo>
                  <a:pt x="623651" y="98195"/>
                </a:lnTo>
                <a:lnTo>
                  <a:pt x="624201" y="98310"/>
                </a:lnTo>
                <a:lnTo>
                  <a:pt x="624780" y="98408"/>
                </a:lnTo>
                <a:lnTo>
                  <a:pt x="625388" y="98488"/>
                </a:lnTo>
                <a:lnTo>
                  <a:pt x="626025" y="98550"/>
                </a:lnTo>
                <a:lnTo>
                  <a:pt x="626690" y="98594"/>
                </a:lnTo>
                <a:lnTo>
                  <a:pt x="627384" y="98621"/>
                </a:lnTo>
                <a:lnTo>
                  <a:pt x="628107" y="98630"/>
                </a:lnTo>
                <a:lnTo>
                  <a:pt x="628107" y="101265"/>
                </a:lnTo>
                <a:lnTo>
                  <a:pt x="594653" y="101265"/>
                </a:lnTo>
                <a:lnTo>
                  <a:pt x="594653" y="98630"/>
                </a:lnTo>
                <a:lnTo>
                  <a:pt x="595467" y="98619"/>
                </a:lnTo>
                <a:lnTo>
                  <a:pt x="596246" y="98586"/>
                </a:lnTo>
                <a:lnTo>
                  <a:pt x="596989" y="98532"/>
                </a:lnTo>
                <a:lnTo>
                  <a:pt x="597697" y="98456"/>
                </a:lnTo>
                <a:lnTo>
                  <a:pt x="598368" y="98358"/>
                </a:lnTo>
                <a:lnTo>
                  <a:pt x="599004" y="98239"/>
                </a:lnTo>
                <a:lnTo>
                  <a:pt x="599605" y="98098"/>
                </a:lnTo>
                <a:lnTo>
                  <a:pt x="600169" y="97935"/>
                </a:lnTo>
                <a:lnTo>
                  <a:pt x="600698" y="97751"/>
                </a:lnTo>
                <a:lnTo>
                  <a:pt x="601192" y="97545"/>
                </a:lnTo>
                <a:lnTo>
                  <a:pt x="601649" y="97317"/>
                </a:lnTo>
                <a:lnTo>
                  <a:pt x="602071" y="97067"/>
                </a:lnTo>
                <a:lnTo>
                  <a:pt x="602361" y="96869"/>
                </a:lnTo>
                <a:lnTo>
                  <a:pt x="602636" y="96651"/>
                </a:lnTo>
                <a:lnTo>
                  <a:pt x="602896" y="96414"/>
                </a:lnTo>
                <a:lnTo>
                  <a:pt x="603141" y="96159"/>
                </a:lnTo>
                <a:lnTo>
                  <a:pt x="603372" y="95885"/>
                </a:lnTo>
                <a:lnTo>
                  <a:pt x="603587" y="95593"/>
                </a:lnTo>
                <a:lnTo>
                  <a:pt x="603788" y="95281"/>
                </a:lnTo>
                <a:lnTo>
                  <a:pt x="603974" y="94951"/>
                </a:lnTo>
                <a:lnTo>
                  <a:pt x="604144" y="94602"/>
                </a:lnTo>
                <a:lnTo>
                  <a:pt x="604300" y="94234"/>
                </a:lnTo>
                <a:lnTo>
                  <a:pt x="604442" y="93848"/>
                </a:lnTo>
                <a:lnTo>
                  <a:pt x="604568" y="93442"/>
                </a:lnTo>
                <a:lnTo>
                  <a:pt x="604625" y="93210"/>
                </a:lnTo>
                <a:lnTo>
                  <a:pt x="604677" y="92915"/>
                </a:lnTo>
                <a:lnTo>
                  <a:pt x="604724" y="92558"/>
                </a:lnTo>
                <a:lnTo>
                  <a:pt x="604766" y="92139"/>
                </a:lnTo>
                <a:lnTo>
                  <a:pt x="604803" y="91658"/>
                </a:lnTo>
                <a:lnTo>
                  <a:pt x="604835" y="91115"/>
                </a:lnTo>
                <a:lnTo>
                  <a:pt x="604863" y="90510"/>
                </a:lnTo>
                <a:lnTo>
                  <a:pt x="604885" y="89842"/>
                </a:lnTo>
                <a:lnTo>
                  <a:pt x="604902" y="89112"/>
                </a:lnTo>
                <a:lnTo>
                  <a:pt x="604915" y="88320"/>
                </a:lnTo>
                <a:lnTo>
                  <a:pt x="604922" y="87466"/>
                </a:lnTo>
                <a:lnTo>
                  <a:pt x="604925" y="86550"/>
                </a:lnTo>
                <a:lnTo>
                  <a:pt x="604925" y="61325"/>
                </a:lnTo>
                <a:lnTo>
                  <a:pt x="604921" y="59494"/>
                </a:lnTo>
                <a:lnTo>
                  <a:pt x="604912" y="57791"/>
                </a:lnTo>
                <a:lnTo>
                  <a:pt x="604896" y="56216"/>
                </a:lnTo>
                <a:lnTo>
                  <a:pt x="604873" y="54768"/>
                </a:lnTo>
                <a:lnTo>
                  <a:pt x="604844" y="53449"/>
                </a:lnTo>
                <a:lnTo>
                  <a:pt x="604809" y="52257"/>
                </a:lnTo>
                <a:lnTo>
                  <a:pt x="604767" y="51193"/>
                </a:lnTo>
                <a:lnTo>
                  <a:pt x="604719" y="50257"/>
                </a:lnTo>
                <a:lnTo>
                  <a:pt x="604664" y="49448"/>
                </a:lnTo>
                <a:lnTo>
                  <a:pt x="604603" y="48768"/>
                </a:lnTo>
                <a:lnTo>
                  <a:pt x="604535" y="48215"/>
                </a:lnTo>
                <a:lnTo>
                  <a:pt x="604461" y="47790"/>
                </a:lnTo>
                <a:lnTo>
                  <a:pt x="604378" y="47437"/>
                </a:lnTo>
                <a:lnTo>
                  <a:pt x="604285" y="47101"/>
                </a:lnTo>
                <a:lnTo>
                  <a:pt x="604180" y="46780"/>
                </a:lnTo>
                <a:lnTo>
                  <a:pt x="604065" y="46476"/>
                </a:lnTo>
                <a:lnTo>
                  <a:pt x="603938" y="46188"/>
                </a:lnTo>
                <a:lnTo>
                  <a:pt x="603801" y="45916"/>
                </a:lnTo>
                <a:lnTo>
                  <a:pt x="603653" y="45661"/>
                </a:lnTo>
                <a:lnTo>
                  <a:pt x="603494" y="45422"/>
                </a:lnTo>
                <a:lnTo>
                  <a:pt x="603324" y="45199"/>
                </a:lnTo>
                <a:lnTo>
                  <a:pt x="603143" y="44992"/>
                </a:lnTo>
                <a:lnTo>
                  <a:pt x="602952" y="44802"/>
                </a:lnTo>
                <a:lnTo>
                  <a:pt x="602749" y="44628"/>
                </a:lnTo>
                <a:lnTo>
                  <a:pt x="602537" y="44469"/>
                </a:lnTo>
                <a:lnTo>
                  <a:pt x="602316" y="44324"/>
                </a:lnTo>
                <a:lnTo>
                  <a:pt x="602087" y="44193"/>
                </a:lnTo>
                <a:lnTo>
                  <a:pt x="601850" y="44076"/>
                </a:lnTo>
                <a:lnTo>
                  <a:pt x="601604" y="43972"/>
                </a:lnTo>
                <a:lnTo>
                  <a:pt x="601349" y="43882"/>
                </a:lnTo>
                <a:lnTo>
                  <a:pt x="601086" y="43806"/>
                </a:lnTo>
                <a:lnTo>
                  <a:pt x="600815" y="43744"/>
                </a:lnTo>
                <a:lnTo>
                  <a:pt x="600536" y="43696"/>
                </a:lnTo>
                <a:lnTo>
                  <a:pt x="600248" y="43661"/>
                </a:lnTo>
                <a:lnTo>
                  <a:pt x="599951" y="43640"/>
                </a:lnTo>
                <a:lnTo>
                  <a:pt x="599646" y="43633"/>
                </a:lnTo>
                <a:lnTo>
                  <a:pt x="599274" y="43641"/>
                </a:lnTo>
                <a:lnTo>
                  <a:pt x="598893" y="43663"/>
                </a:lnTo>
                <a:lnTo>
                  <a:pt x="598505" y="43700"/>
                </a:lnTo>
                <a:lnTo>
                  <a:pt x="598109" y="43752"/>
                </a:lnTo>
                <a:lnTo>
                  <a:pt x="597704" y="43818"/>
                </a:lnTo>
                <a:lnTo>
                  <a:pt x="597292" y="43900"/>
                </a:lnTo>
                <a:lnTo>
                  <a:pt x="596872" y="43996"/>
                </a:lnTo>
                <a:lnTo>
                  <a:pt x="596444" y="44107"/>
                </a:lnTo>
                <a:lnTo>
                  <a:pt x="596008" y="44233"/>
                </a:lnTo>
                <a:lnTo>
                  <a:pt x="595565" y="44374"/>
                </a:lnTo>
                <a:lnTo>
                  <a:pt x="595113" y="44529"/>
                </a:lnTo>
                <a:lnTo>
                  <a:pt x="594653" y="44699"/>
                </a:lnTo>
                <a:lnTo>
                  <a:pt x="593940" y="42140"/>
                </a:lnTo>
                <a:lnTo>
                  <a:pt x="613698" y="34182"/>
                </a:lnTo>
                <a:lnTo>
                  <a:pt x="616694" y="34182"/>
                </a:lnTo>
                <a:close/>
                <a:moveTo>
                  <a:pt x="662507" y="0"/>
                </a:moveTo>
                <a:lnTo>
                  <a:pt x="663000" y="15"/>
                </a:lnTo>
                <a:lnTo>
                  <a:pt x="663481" y="59"/>
                </a:lnTo>
                <a:lnTo>
                  <a:pt x="663949" y="132"/>
                </a:lnTo>
                <a:lnTo>
                  <a:pt x="664405" y="235"/>
                </a:lnTo>
                <a:lnTo>
                  <a:pt x="664849" y="367"/>
                </a:lnTo>
                <a:lnTo>
                  <a:pt x="665280" y="528"/>
                </a:lnTo>
                <a:lnTo>
                  <a:pt x="665699" y="719"/>
                </a:lnTo>
                <a:lnTo>
                  <a:pt x="666105" y="939"/>
                </a:lnTo>
                <a:lnTo>
                  <a:pt x="666499" y="1188"/>
                </a:lnTo>
                <a:lnTo>
                  <a:pt x="666881" y="1467"/>
                </a:lnTo>
                <a:lnTo>
                  <a:pt x="667250" y="1775"/>
                </a:lnTo>
                <a:lnTo>
                  <a:pt x="667607" y="2112"/>
                </a:lnTo>
                <a:lnTo>
                  <a:pt x="667943" y="2470"/>
                </a:lnTo>
                <a:lnTo>
                  <a:pt x="668250" y="2840"/>
                </a:lnTo>
                <a:lnTo>
                  <a:pt x="668528" y="3223"/>
                </a:lnTo>
                <a:lnTo>
                  <a:pt x="668776" y="3618"/>
                </a:lnTo>
                <a:lnTo>
                  <a:pt x="668995" y="4026"/>
                </a:lnTo>
                <a:lnTo>
                  <a:pt x="669185" y="4446"/>
                </a:lnTo>
                <a:lnTo>
                  <a:pt x="669346" y="4878"/>
                </a:lnTo>
                <a:lnTo>
                  <a:pt x="669478" y="5323"/>
                </a:lnTo>
                <a:lnTo>
                  <a:pt x="669580" y="5781"/>
                </a:lnTo>
                <a:lnTo>
                  <a:pt x="669653" y="6251"/>
                </a:lnTo>
                <a:lnTo>
                  <a:pt x="669697" y="6733"/>
                </a:lnTo>
                <a:lnTo>
                  <a:pt x="669711" y="7228"/>
                </a:lnTo>
                <a:lnTo>
                  <a:pt x="669697" y="7723"/>
                </a:lnTo>
                <a:lnTo>
                  <a:pt x="669653" y="8206"/>
                </a:lnTo>
                <a:lnTo>
                  <a:pt x="669580" y="8678"/>
                </a:lnTo>
                <a:lnTo>
                  <a:pt x="669478" y="9137"/>
                </a:lnTo>
                <a:lnTo>
                  <a:pt x="669346" y="9584"/>
                </a:lnTo>
                <a:lnTo>
                  <a:pt x="669185" y="10020"/>
                </a:lnTo>
                <a:lnTo>
                  <a:pt x="668995" y="10443"/>
                </a:lnTo>
                <a:lnTo>
                  <a:pt x="668776" y="10855"/>
                </a:lnTo>
                <a:lnTo>
                  <a:pt x="668528" y="11255"/>
                </a:lnTo>
                <a:lnTo>
                  <a:pt x="668250" y="11642"/>
                </a:lnTo>
                <a:lnTo>
                  <a:pt x="667943" y="12018"/>
                </a:lnTo>
                <a:lnTo>
                  <a:pt x="667607" y="12382"/>
                </a:lnTo>
                <a:lnTo>
                  <a:pt x="667250" y="12725"/>
                </a:lnTo>
                <a:lnTo>
                  <a:pt x="666881" y="13038"/>
                </a:lnTo>
                <a:lnTo>
                  <a:pt x="666499" y="13321"/>
                </a:lnTo>
                <a:lnTo>
                  <a:pt x="666105" y="13574"/>
                </a:lnTo>
                <a:lnTo>
                  <a:pt x="665699" y="13797"/>
                </a:lnTo>
                <a:lnTo>
                  <a:pt x="665280" y="13991"/>
                </a:lnTo>
                <a:lnTo>
                  <a:pt x="664849" y="14155"/>
                </a:lnTo>
                <a:lnTo>
                  <a:pt x="664405" y="14289"/>
                </a:lnTo>
                <a:lnTo>
                  <a:pt x="663949" y="14393"/>
                </a:lnTo>
                <a:lnTo>
                  <a:pt x="663481" y="14468"/>
                </a:lnTo>
                <a:lnTo>
                  <a:pt x="663000" y="14513"/>
                </a:lnTo>
                <a:lnTo>
                  <a:pt x="662507" y="14527"/>
                </a:lnTo>
                <a:lnTo>
                  <a:pt x="662014" y="14513"/>
                </a:lnTo>
                <a:lnTo>
                  <a:pt x="661532" y="14468"/>
                </a:lnTo>
                <a:lnTo>
                  <a:pt x="661063" y="14393"/>
                </a:lnTo>
                <a:lnTo>
                  <a:pt x="660605" y="14289"/>
                </a:lnTo>
                <a:lnTo>
                  <a:pt x="660159" y="14155"/>
                </a:lnTo>
                <a:lnTo>
                  <a:pt x="659725" y="13991"/>
                </a:lnTo>
                <a:lnTo>
                  <a:pt x="659303" y="13797"/>
                </a:lnTo>
                <a:lnTo>
                  <a:pt x="658893" y="13574"/>
                </a:lnTo>
                <a:lnTo>
                  <a:pt x="658495" y="13321"/>
                </a:lnTo>
                <a:lnTo>
                  <a:pt x="658109" y="13038"/>
                </a:lnTo>
                <a:lnTo>
                  <a:pt x="657734" y="12725"/>
                </a:lnTo>
                <a:lnTo>
                  <a:pt x="657371" y="12382"/>
                </a:lnTo>
                <a:lnTo>
                  <a:pt x="657030" y="12018"/>
                </a:lnTo>
                <a:lnTo>
                  <a:pt x="656718" y="11642"/>
                </a:lnTo>
                <a:lnTo>
                  <a:pt x="656435" y="11255"/>
                </a:lnTo>
                <a:lnTo>
                  <a:pt x="656183" y="10855"/>
                </a:lnTo>
                <a:lnTo>
                  <a:pt x="655960" y="10443"/>
                </a:lnTo>
                <a:lnTo>
                  <a:pt x="655767" y="10020"/>
                </a:lnTo>
                <a:lnTo>
                  <a:pt x="655603" y="9584"/>
                </a:lnTo>
                <a:lnTo>
                  <a:pt x="655469" y="9137"/>
                </a:lnTo>
                <a:lnTo>
                  <a:pt x="655365" y="8678"/>
                </a:lnTo>
                <a:lnTo>
                  <a:pt x="655291" y="8206"/>
                </a:lnTo>
                <a:lnTo>
                  <a:pt x="655246" y="7723"/>
                </a:lnTo>
                <a:lnTo>
                  <a:pt x="655232" y="7228"/>
                </a:lnTo>
                <a:lnTo>
                  <a:pt x="655246" y="6733"/>
                </a:lnTo>
                <a:lnTo>
                  <a:pt x="655290" y="6251"/>
                </a:lnTo>
                <a:lnTo>
                  <a:pt x="655363" y="5781"/>
                </a:lnTo>
                <a:lnTo>
                  <a:pt x="655465" y="5323"/>
                </a:lnTo>
                <a:lnTo>
                  <a:pt x="655597" y="4878"/>
                </a:lnTo>
                <a:lnTo>
                  <a:pt x="655758" y="4446"/>
                </a:lnTo>
                <a:lnTo>
                  <a:pt x="655948" y="4026"/>
                </a:lnTo>
                <a:lnTo>
                  <a:pt x="656167" y="3618"/>
                </a:lnTo>
                <a:lnTo>
                  <a:pt x="656415" y="3223"/>
                </a:lnTo>
                <a:lnTo>
                  <a:pt x="656693" y="2840"/>
                </a:lnTo>
                <a:lnTo>
                  <a:pt x="657000" y="2470"/>
                </a:lnTo>
                <a:lnTo>
                  <a:pt x="657336" y="2112"/>
                </a:lnTo>
                <a:lnTo>
                  <a:pt x="657693" y="1775"/>
                </a:lnTo>
                <a:lnTo>
                  <a:pt x="658064" y="1467"/>
                </a:lnTo>
                <a:lnTo>
                  <a:pt x="658448" y="1188"/>
                </a:lnTo>
                <a:lnTo>
                  <a:pt x="658846" y="939"/>
                </a:lnTo>
                <a:lnTo>
                  <a:pt x="659256" y="719"/>
                </a:lnTo>
                <a:lnTo>
                  <a:pt x="659681" y="528"/>
                </a:lnTo>
                <a:lnTo>
                  <a:pt x="660118" y="367"/>
                </a:lnTo>
                <a:lnTo>
                  <a:pt x="660569" y="235"/>
                </a:lnTo>
                <a:lnTo>
                  <a:pt x="661034" y="132"/>
                </a:lnTo>
                <a:lnTo>
                  <a:pt x="661512" y="59"/>
                </a:lnTo>
                <a:lnTo>
                  <a:pt x="662003" y="15"/>
                </a:lnTo>
                <a:lnTo>
                  <a:pt x="662507" y="0"/>
                </a:lnTo>
                <a:moveTo>
                  <a:pt x="668428" y="34182"/>
                </a:moveTo>
                <a:lnTo>
                  <a:pt x="668428" y="86479"/>
                </a:lnTo>
                <a:lnTo>
                  <a:pt x="668434" y="87469"/>
                </a:lnTo>
                <a:lnTo>
                  <a:pt x="668452" y="88403"/>
                </a:lnTo>
                <a:lnTo>
                  <a:pt x="668483" y="89279"/>
                </a:lnTo>
                <a:lnTo>
                  <a:pt x="668527" y="90099"/>
                </a:lnTo>
                <a:lnTo>
                  <a:pt x="668582" y="90862"/>
                </a:lnTo>
                <a:lnTo>
                  <a:pt x="668650" y="91569"/>
                </a:lnTo>
                <a:lnTo>
                  <a:pt x="668731" y="92218"/>
                </a:lnTo>
                <a:lnTo>
                  <a:pt x="668824" y="92811"/>
                </a:lnTo>
                <a:lnTo>
                  <a:pt x="668929" y="93347"/>
                </a:lnTo>
                <a:lnTo>
                  <a:pt x="669047" y="93827"/>
                </a:lnTo>
                <a:lnTo>
                  <a:pt x="669177" y="94249"/>
                </a:lnTo>
                <a:lnTo>
                  <a:pt x="669319" y="94615"/>
                </a:lnTo>
                <a:lnTo>
                  <a:pt x="669474" y="94945"/>
                </a:lnTo>
                <a:lnTo>
                  <a:pt x="669640" y="95261"/>
                </a:lnTo>
                <a:lnTo>
                  <a:pt x="669818" y="95563"/>
                </a:lnTo>
                <a:lnTo>
                  <a:pt x="670009" y="95851"/>
                </a:lnTo>
                <a:lnTo>
                  <a:pt x="670211" y="96124"/>
                </a:lnTo>
                <a:lnTo>
                  <a:pt x="670425" y="96383"/>
                </a:lnTo>
                <a:lnTo>
                  <a:pt x="670651" y="96627"/>
                </a:lnTo>
                <a:lnTo>
                  <a:pt x="670888" y="96857"/>
                </a:lnTo>
                <a:lnTo>
                  <a:pt x="671138" y="97073"/>
                </a:lnTo>
                <a:lnTo>
                  <a:pt x="671400" y="97275"/>
                </a:lnTo>
                <a:lnTo>
                  <a:pt x="671673" y="97462"/>
                </a:lnTo>
                <a:lnTo>
                  <a:pt x="671958" y="97635"/>
                </a:lnTo>
                <a:lnTo>
                  <a:pt x="672270" y="97794"/>
                </a:lnTo>
                <a:lnTo>
                  <a:pt x="672621" y="97939"/>
                </a:lnTo>
                <a:lnTo>
                  <a:pt x="673013" y="98070"/>
                </a:lnTo>
                <a:lnTo>
                  <a:pt x="673444" y="98188"/>
                </a:lnTo>
                <a:lnTo>
                  <a:pt x="673916" y="98291"/>
                </a:lnTo>
                <a:lnTo>
                  <a:pt x="674428" y="98381"/>
                </a:lnTo>
                <a:lnTo>
                  <a:pt x="674980" y="98457"/>
                </a:lnTo>
                <a:lnTo>
                  <a:pt x="675572" y="98519"/>
                </a:lnTo>
                <a:lnTo>
                  <a:pt x="676205" y="98568"/>
                </a:lnTo>
                <a:lnTo>
                  <a:pt x="676877" y="98602"/>
                </a:lnTo>
                <a:lnTo>
                  <a:pt x="677590" y="98623"/>
                </a:lnTo>
                <a:lnTo>
                  <a:pt x="678342" y="98630"/>
                </a:lnTo>
                <a:lnTo>
                  <a:pt x="678342" y="101265"/>
                </a:lnTo>
                <a:lnTo>
                  <a:pt x="646601" y="101265"/>
                </a:lnTo>
                <a:lnTo>
                  <a:pt x="646601" y="98630"/>
                </a:lnTo>
                <a:lnTo>
                  <a:pt x="647375" y="98623"/>
                </a:lnTo>
                <a:lnTo>
                  <a:pt x="648107" y="98604"/>
                </a:lnTo>
                <a:lnTo>
                  <a:pt x="648794" y="98572"/>
                </a:lnTo>
                <a:lnTo>
                  <a:pt x="649438" y="98527"/>
                </a:lnTo>
                <a:lnTo>
                  <a:pt x="650038" y="98469"/>
                </a:lnTo>
                <a:lnTo>
                  <a:pt x="650595" y="98399"/>
                </a:lnTo>
                <a:lnTo>
                  <a:pt x="651108" y="98315"/>
                </a:lnTo>
                <a:lnTo>
                  <a:pt x="651578" y="98219"/>
                </a:lnTo>
                <a:lnTo>
                  <a:pt x="652004" y="98110"/>
                </a:lnTo>
                <a:lnTo>
                  <a:pt x="652386" y="97988"/>
                </a:lnTo>
                <a:lnTo>
                  <a:pt x="652725" y="97854"/>
                </a:lnTo>
                <a:lnTo>
                  <a:pt x="653020" y="97706"/>
                </a:lnTo>
                <a:lnTo>
                  <a:pt x="653289" y="97544"/>
                </a:lnTo>
                <a:lnTo>
                  <a:pt x="653548" y="97365"/>
                </a:lnTo>
                <a:lnTo>
                  <a:pt x="653798" y="97169"/>
                </a:lnTo>
                <a:lnTo>
                  <a:pt x="654039" y="96956"/>
                </a:lnTo>
                <a:lnTo>
                  <a:pt x="654270" y="96727"/>
                </a:lnTo>
                <a:lnTo>
                  <a:pt x="654492" y="96481"/>
                </a:lnTo>
                <a:lnTo>
                  <a:pt x="654704" y="96218"/>
                </a:lnTo>
                <a:lnTo>
                  <a:pt x="654907" y="95938"/>
                </a:lnTo>
                <a:lnTo>
                  <a:pt x="655100" y="95641"/>
                </a:lnTo>
                <a:lnTo>
                  <a:pt x="655284" y="95328"/>
                </a:lnTo>
                <a:lnTo>
                  <a:pt x="655459" y="94998"/>
                </a:lnTo>
                <a:lnTo>
                  <a:pt x="655624" y="94651"/>
                </a:lnTo>
                <a:lnTo>
                  <a:pt x="655778" y="94268"/>
                </a:lnTo>
                <a:lnTo>
                  <a:pt x="655918" y="93831"/>
                </a:lnTo>
                <a:lnTo>
                  <a:pt x="656045" y="93340"/>
                </a:lnTo>
                <a:lnTo>
                  <a:pt x="656159" y="92795"/>
                </a:lnTo>
                <a:lnTo>
                  <a:pt x="656259" y="92196"/>
                </a:lnTo>
                <a:lnTo>
                  <a:pt x="656346" y="91542"/>
                </a:lnTo>
                <a:lnTo>
                  <a:pt x="656420" y="90834"/>
                </a:lnTo>
                <a:lnTo>
                  <a:pt x="656480" y="90071"/>
                </a:lnTo>
                <a:lnTo>
                  <a:pt x="656527" y="89255"/>
                </a:lnTo>
                <a:lnTo>
                  <a:pt x="656560" y="88384"/>
                </a:lnTo>
                <a:lnTo>
                  <a:pt x="656580" y="87459"/>
                </a:lnTo>
                <a:lnTo>
                  <a:pt x="656587" y="86479"/>
                </a:lnTo>
                <a:lnTo>
                  <a:pt x="656587" y="61397"/>
                </a:lnTo>
                <a:lnTo>
                  <a:pt x="656582" y="59684"/>
                </a:lnTo>
                <a:lnTo>
                  <a:pt x="656569" y="58074"/>
                </a:lnTo>
                <a:lnTo>
                  <a:pt x="656547" y="56569"/>
                </a:lnTo>
                <a:lnTo>
                  <a:pt x="656516" y="55167"/>
                </a:lnTo>
                <a:lnTo>
                  <a:pt x="656475" y="53869"/>
                </a:lnTo>
                <a:lnTo>
                  <a:pt x="656426" y="52674"/>
                </a:lnTo>
                <a:lnTo>
                  <a:pt x="656368" y="51583"/>
                </a:lnTo>
                <a:lnTo>
                  <a:pt x="656302" y="50596"/>
                </a:lnTo>
                <a:lnTo>
                  <a:pt x="656226" y="49712"/>
                </a:lnTo>
                <a:lnTo>
                  <a:pt x="656141" y="48932"/>
                </a:lnTo>
                <a:lnTo>
                  <a:pt x="656047" y="48256"/>
                </a:lnTo>
                <a:lnTo>
                  <a:pt x="655945" y="47684"/>
                </a:lnTo>
                <a:lnTo>
                  <a:pt x="655858" y="47314"/>
                </a:lnTo>
                <a:lnTo>
                  <a:pt x="655763" y="46964"/>
                </a:lnTo>
                <a:lnTo>
                  <a:pt x="655660" y="46633"/>
                </a:lnTo>
                <a:lnTo>
                  <a:pt x="655549" y="46321"/>
                </a:lnTo>
                <a:lnTo>
                  <a:pt x="655430" y="46029"/>
                </a:lnTo>
                <a:lnTo>
                  <a:pt x="655303" y="45756"/>
                </a:lnTo>
                <a:lnTo>
                  <a:pt x="655168" y="45502"/>
                </a:lnTo>
                <a:lnTo>
                  <a:pt x="655026" y="45267"/>
                </a:lnTo>
                <a:lnTo>
                  <a:pt x="654875" y="45052"/>
                </a:lnTo>
                <a:lnTo>
                  <a:pt x="654716" y="44856"/>
                </a:lnTo>
                <a:lnTo>
                  <a:pt x="654550" y="44679"/>
                </a:lnTo>
                <a:lnTo>
                  <a:pt x="654376" y="44521"/>
                </a:lnTo>
                <a:lnTo>
                  <a:pt x="654192" y="44380"/>
                </a:lnTo>
                <a:lnTo>
                  <a:pt x="653997" y="44250"/>
                </a:lnTo>
                <a:lnTo>
                  <a:pt x="653792" y="44133"/>
                </a:lnTo>
                <a:lnTo>
                  <a:pt x="653575" y="44028"/>
                </a:lnTo>
                <a:lnTo>
                  <a:pt x="653348" y="43936"/>
                </a:lnTo>
                <a:lnTo>
                  <a:pt x="653110" y="43855"/>
                </a:lnTo>
                <a:lnTo>
                  <a:pt x="652860" y="43788"/>
                </a:lnTo>
                <a:lnTo>
                  <a:pt x="652600" y="43732"/>
                </a:lnTo>
                <a:lnTo>
                  <a:pt x="652329" y="43689"/>
                </a:lnTo>
                <a:lnTo>
                  <a:pt x="652048" y="43658"/>
                </a:lnTo>
                <a:lnTo>
                  <a:pt x="651755" y="43640"/>
                </a:lnTo>
                <a:lnTo>
                  <a:pt x="651451" y="43633"/>
                </a:lnTo>
                <a:lnTo>
                  <a:pt x="651112" y="43641"/>
                </a:lnTo>
                <a:lnTo>
                  <a:pt x="650762" y="43663"/>
                </a:lnTo>
                <a:lnTo>
                  <a:pt x="650399" y="43700"/>
                </a:lnTo>
                <a:lnTo>
                  <a:pt x="650025" y="43752"/>
                </a:lnTo>
                <a:lnTo>
                  <a:pt x="649638" y="43818"/>
                </a:lnTo>
                <a:lnTo>
                  <a:pt x="649240" y="43900"/>
                </a:lnTo>
                <a:lnTo>
                  <a:pt x="648830" y="43996"/>
                </a:lnTo>
                <a:lnTo>
                  <a:pt x="648408" y="44107"/>
                </a:lnTo>
                <a:lnTo>
                  <a:pt x="647974" y="44233"/>
                </a:lnTo>
                <a:lnTo>
                  <a:pt x="647528" y="44374"/>
                </a:lnTo>
                <a:lnTo>
                  <a:pt x="647070" y="44529"/>
                </a:lnTo>
                <a:lnTo>
                  <a:pt x="646601" y="44699"/>
                </a:lnTo>
                <a:lnTo>
                  <a:pt x="645602" y="42140"/>
                </a:lnTo>
                <a:lnTo>
                  <a:pt x="665289" y="34182"/>
                </a:lnTo>
                <a:lnTo>
                  <a:pt x="668428" y="34182"/>
                </a:lnTo>
                <a:close/>
                <a:moveTo>
                  <a:pt x="704990" y="14527"/>
                </a:moveTo>
                <a:lnTo>
                  <a:pt x="704990" y="36034"/>
                </a:lnTo>
                <a:lnTo>
                  <a:pt x="720255" y="36034"/>
                </a:lnTo>
                <a:lnTo>
                  <a:pt x="720255" y="41019"/>
                </a:lnTo>
                <a:lnTo>
                  <a:pt x="704990" y="41019"/>
                </a:lnTo>
                <a:lnTo>
                  <a:pt x="704990" y="83261"/>
                </a:lnTo>
                <a:lnTo>
                  <a:pt x="705003" y="84288"/>
                </a:lnTo>
                <a:lnTo>
                  <a:pt x="705041" y="85257"/>
                </a:lnTo>
                <a:lnTo>
                  <a:pt x="705104" y="86169"/>
                </a:lnTo>
                <a:lnTo>
                  <a:pt x="705192" y="87024"/>
                </a:lnTo>
                <a:lnTo>
                  <a:pt x="705306" y="87821"/>
                </a:lnTo>
                <a:lnTo>
                  <a:pt x="705445" y="88561"/>
                </a:lnTo>
                <a:lnTo>
                  <a:pt x="705609" y="89244"/>
                </a:lnTo>
                <a:lnTo>
                  <a:pt x="705798" y="89869"/>
                </a:lnTo>
                <a:lnTo>
                  <a:pt x="706013" y="90437"/>
                </a:lnTo>
                <a:lnTo>
                  <a:pt x="706253" y="90948"/>
                </a:lnTo>
                <a:lnTo>
                  <a:pt x="706518" y="91402"/>
                </a:lnTo>
                <a:lnTo>
                  <a:pt x="706809" y="91798"/>
                </a:lnTo>
                <a:lnTo>
                  <a:pt x="707119" y="92150"/>
                </a:lnTo>
                <a:lnTo>
                  <a:pt x="707444" y="92471"/>
                </a:lnTo>
                <a:lnTo>
                  <a:pt x="707783" y="92762"/>
                </a:lnTo>
                <a:lnTo>
                  <a:pt x="708136" y="93022"/>
                </a:lnTo>
                <a:lnTo>
                  <a:pt x="708504" y="93251"/>
                </a:lnTo>
                <a:lnTo>
                  <a:pt x="708886" y="93450"/>
                </a:lnTo>
                <a:lnTo>
                  <a:pt x="709283" y="93618"/>
                </a:lnTo>
                <a:lnTo>
                  <a:pt x="709694" y="93756"/>
                </a:lnTo>
                <a:lnTo>
                  <a:pt x="710119" y="93863"/>
                </a:lnTo>
                <a:lnTo>
                  <a:pt x="710559" y="93940"/>
                </a:lnTo>
                <a:lnTo>
                  <a:pt x="711013" y="93986"/>
                </a:lnTo>
                <a:lnTo>
                  <a:pt x="711481" y="94001"/>
                </a:lnTo>
                <a:lnTo>
                  <a:pt x="711872" y="93991"/>
                </a:lnTo>
                <a:lnTo>
                  <a:pt x="712262" y="93960"/>
                </a:lnTo>
                <a:lnTo>
                  <a:pt x="712649" y="93910"/>
                </a:lnTo>
                <a:lnTo>
                  <a:pt x="713034" y="93839"/>
                </a:lnTo>
                <a:lnTo>
                  <a:pt x="713418" y="93747"/>
                </a:lnTo>
                <a:lnTo>
                  <a:pt x="713799" y="93636"/>
                </a:lnTo>
                <a:lnTo>
                  <a:pt x="714179" y="93504"/>
                </a:lnTo>
                <a:lnTo>
                  <a:pt x="714556" y="93352"/>
                </a:lnTo>
                <a:lnTo>
                  <a:pt x="714932" y="93180"/>
                </a:lnTo>
                <a:lnTo>
                  <a:pt x="715305" y="92987"/>
                </a:lnTo>
                <a:lnTo>
                  <a:pt x="715677" y="92774"/>
                </a:lnTo>
                <a:lnTo>
                  <a:pt x="716046" y="92541"/>
                </a:lnTo>
                <a:lnTo>
                  <a:pt x="716408" y="92288"/>
                </a:lnTo>
                <a:lnTo>
                  <a:pt x="716755" y="92016"/>
                </a:lnTo>
                <a:lnTo>
                  <a:pt x="717089" y="91724"/>
                </a:lnTo>
                <a:lnTo>
                  <a:pt x="717409" y="91413"/>
                </a:lnTo>
                <a:lnTo>
                  <a:pt x="717715" y="91083"/>
                </a:lnTo>
                <a:lnTo>
                  <a:pt x="718008" y="90734"/>
                </a:lnTo>
                <a:lnTo>
                  <a:pt x="718286" y="90365"/>
                </a:lnTo>
                <a:lnTo>
                  <a:pt x="718551" y="89977"/>
                </a:lnTo>
                <a:lnTo>
                  <a:pt x="718801" y="89570"/>
                </a:lnTo>
                <a:lnTo>
                  <a:pt x="719038" y="89144"/>
                </a:lnTo>
                <a:lnTo>
                  <a:pt x="719261" y="88698"/>
                </a:lnTo>
                <a:lnTo>
                  <a:pt x="719470" y="88233"/>
                </a:lnTo>
                <a:lnTo>
                  <a:pt x="722252" y="88233"/>
                </a:lnTo>
                <a:lnTo>
                  <a:pt x="721821" y="89375"/>
                </a:lnTo>
                <a:lnTo>
                  <a:pt x="721362" y="90471"/>
                </a:lnTo>
                <a:lnTo>
                  <a:pt x="720874" y="91519"/>
                </a:lnTo>
                <a:lnTo>
                  <a:pt x="720358" y="92519"/>
                </a:lnTo>
                <a:lnTo>
                  <a:pt x="719812" y="93473"/>
                </a:lnTo>
                <a:lnTo>
                  <a:pt x="719238" y="94379"/>
                </a:lnTo>
                <a:lnTo>
                  <a:pt x="718635" y="95237"/>
                </a:lnTo>
                <a:lnTo>
                  <a:pt x="718004" y="96048"/>
                </a:lnTo>
                <a:lnTo>
                  <a:pt x="717343" y="96812"/>
                </a:lnTo>
                <a:lnTo>
                  <a:pt x="716654" y="97528"/>
                </a:lnTo>
                <a:lnTo>
                  <a:pt x="715937" y="98197"/>
                </a:lnTo>
                <a:lnTo>
                  <a:pt x="715190" y="98819"/>
                </a:lnTo>
                <a:lnTo>
                  <a:pt x="714427" y="99391"/>
                </a:lnTo>
                <a:lnTo>
                  <a:pt x="713661" y="99914"/>
                </a:lnTo>
                <a:lnTo>
                  <a:pt x="712890" y="100387"/>
                </a:lnTo>
                <a:lnTo>
                  <a:pt x="712115" y="100811"/>
                </a:lnTo>
                <a:lnTo>
                  <a:pt x="711336" y="101184"/>
                </a:lnTo>
                <a:lnTo>
                  <a:pt x="710554" y="101508"/>
                </a:lnTo>
                <a:lnTo>
                  <a:pt x="709767" y="101782"/>
                </a:lnTo>
                <a:lnTo>
                  <a:pt x="708977" y="102006"/>
                </a:lnTo>
                <a:lnTo>
                  <a:pt x="708182" y="102180"/>
                </a:lnTo>
                <a:lnTo>
                  <a:pt x="707384" y="102304"/>
                </a:lnTo>
                <a:lnTo>
                  <a:pt x="706581" y="102379"/>
                </a:lnTo>
                <a:lnTo>
                  <a:pt x="705775" y="102404"/>
                </a:lnTo>
                <a:lnTo>
                  <a:pt x="705229" y="102391"/>
                </a:lnTo>
                <a:lnTo>
                  <a:pt x="704685" y="102353"/>
                </a:lnTo>
                <a:lnTo>
                  <a:pt x="704143" y="102290"/>
                </a:lnTo>
                <a:lnTo>
                  <a:pt x="703603" y="102202"/>
                </a:lnTo>
                <a:lnTo>
                  <a:pt x="703065" y="102088"/>
                </a:lnTo>
                <a:lnTo>
                  <a:pt x="702529" y="101949"/>
                </a:lnTo>
                <a:lnTo>
                  <a:pt x="701995" y="101785"/>
                </a:lnTo>
                <a:lnTo>
                  <a:pt x="701463" y="101596"/>
                </a:lnTo>
                <a:lnTo>
                  <a:pt x="700933" y="101381"/>
                </a:lnTo>
                <a:lnTo>
                  <a:pt x="700405" y="101141"/>
                </a:lnTo>
                <a:lnTo>
                  <a:pt x="699879" y="100876"/>
                </a:lnTo>
                <a:lnTo>
                  <a:pt x="699355" y="100586"/>
                </a:lnTo>
                <a:lnTo>
                  <a:pt x="698843" y="100272"/>
                </a:lnTo>
                <a:lnTo>
                  <a:pt x="698354" y="99936"/>
                </a:lnTo>
                <a:lnTo>
                  <a:pt x="697888" y="99579"/>
                </a:lnTo>
                <a:lnTo>
                  <a:pt x="697445" y="99200"/>
                </a:lnTo>
                <a:lnTo>
                  <a:pt x="697024" y="98799"/>
                </a:lnTo>
                <a:lnTo>
                  <a:pt x="696627" y="98376"/>
                </a:lnTo>
                <a:lnTo>
                  <a:pt x="696252" y="97932"/>
                </a:lnTo>
                <a:lnTo>
                  <a:pt x="695899" y="97465"/>
                </a:lnTo>
                <a:lnTo>
                  <a:pt x="695570" y="96977"/>
                </a:lnTo>
                <a:lnTo>
                  <a:pt x="695263" y="96468"/>
                </a:lnTo>
                <a:lnTo>
                  <a:pt x="694980" y="95936"/>
                </a:lnTo>
                <a:lnTo>
                  <a:pt x="694719" y="95383"/>
                </a:lnTo>
                <a:lnTo>
                  <a:pt x="694479" y="94793"/>
                </a:lnTo>
                <a:lnTo>
                  <a:pt x="694261" y="94152"/>
                </a:lnTo>
                <a:lnTo>
                  <a:pt x="694063" y="93460"/>
                </a:lnTo>
                <a:lnTo>
                  <a:pt x="693886" y="92717"/>
                </a:lnTo>
                <a:lnTo>
                  <a:pt x="693730" y="91923"/>
                </a:lnTo>
                <a:lnTo>
                  <a:pt x="693595" y="91078"/>
                </a:lnTo>
                <a:lnTo>
                  <a:pt x="693481" y="90182"/>
                </a:lnTo>
                <a:lnTo>
                  <a:pt x="693387" y="89235"/>
                </a:lnTo>
                <a:lnTo>
                  <a:pt x="693314" y="88237"/>
                </a:lnTo>
                <a:lnTo>
                  <a:pt x="693262" y="87188"/>
                </a:lnTo>
                <a:lnTo>
                  <a:pt x="693231" y="86088"/>
                </a:lnTo>
                <a:lnTo>
                  <a:pt x="693221" y="84937"/>
                </a:lnTo>
                <a:lnTo>
                  <a:pt x="693221" y="41019"/>
                </a:lnTo>
                <a:lnTo>
                  <a:pt x="682878" y="41019"/>
                </a:lnTo>
                <a:lnTo>
                  <a:pt x="682878" y="38669"/>
                </a:lnTo>
                <a:lnTo>
                  <a:pt x="683533" y="38392"/>
                </a:lnTo>
                <a:lnTo>
                  <a:pt x="684191" y="38084"/>
                </a:lnTo>
                <a:lnTo>
                  <a:pt x="684851" y="37747"/>
                </a:lnTo>
                <a:lnTo>
                  <a:pt x="685513" y="37379"/>
                </a:lnTo>
                <a:lnTo>
                  <a:pt x="686178" y="36981"/>
                </a:lnTo>
                <a:lnTo>
                  <a:pt x="686846" y="36553"/>
                </a:lnTo>
                <a:lnTo>
                  <a:pt x="687516" y="36094"/>
                </a:lnTo>
                <a:lnTo>
                  <a:pt x="688188" y="35605"/>
                </a:lnTo>
                <a:lnTo>
                  <a:pt x="688863" y="35086"/>
                </a:lnTo>
                <a:lnTo>
                  <a:pt x="689540" y="34537"/>
                </a:lnTo>
                <a:lnTo>
                  <a:pt x="690220" y="33957"/>
                </a:lnTo>
                <a:lnTo>
                  <a:pt x="690902" y="33348"/>
                </a:lnTo>
                <a:lnTo>
                  <a:pt x="691580" y="32713"/>
                </a:lnTo>
                <a:lnTo>
                  <a:pt x="692245" y="32059"/>
                </a:lnTo>
                <a:lnTo>
                  <a:pt x="692897" y="31386"/>
                </a:lnTo>
                <a:lnTo>
                  <a:pt x="693538" y="30693"/>
                </a:lnTo>
                <a:lnTo>
                  <a:pt x="694166" y="29981"/>
                </a:lnTo>
                <a:lnTo>
                  <a:pt x="694781" y="29250"/>
                </a:lnTo>
                <a:lnTo>
                  <a:pt x="695384" y="28499"/>
                </a:lnTo>
                <a:lnTo>
                  <a:pt x="695975" y="27729"/>
                </a:lnTo>
                <a:lnTo>
                  <a:pt x="696553" y="26939"/>
                </a:lnTo>
                <a:lnTo>
                  <a:pt x="697119" y="26131"/>
                </a:lnTo>
                <a:lnTo>
                  <a:pt x="697673" y="25302"/>
                </a:lnTo>
                <a:lnTo>
                  <a:pt x="698214" y="24455"/>
                </a:lnTo>
                <a:lnTo>
                  <a:pt x="698496" y="23972"/>
                </a:lnTo>
                <a:lnTo>
                  <a:pt x="698796" y="23426"/>
                </a:lnTo>
                <a:lnTo>
                  <a:pt x="699114" y="22817"/>
                </a:lnTo>
                <a:lnTo>
                  <a:pt x="699450" y="22146"/>
                </a:lnTo>
                <a:lnTo>
                  <a:pt x="699804" y="21413"/>
                </a:lnTo>
                <a:lnTo>
                  <a:pt x="700175" y="20617"/>
                </a:lnTo>
                <a:lnTo>
                  <a:pt x="700565" y="19758"/>
                </a:lnTo>
                <a:lnTo>
                  <a:pt x="700972" y="18837"/>
                </a:lnTo>
                <a:lnTo>
                  <a:pt x="701397" y="17853"/>
                </a:lnTo>
                <a:lnTo>
                  <a:pt x="701840" y="16807"/>
                </a:lnTo>
                <a:lnTo>
                  <a:pt x="702300" y="15699"/>
                </a:lnTo>
                <a:lnTo>
                  <a:pt x="702779" y="14527"/>
                </a:lnTo>
                <a:lnTo>
                  <a:pt x="704990" y="14527"/>
                </a:lnTo>
                <a:close/>
                <a:moveTo>
                  <a:pt x="745333" y="0"/>
                </a:moveTo>
                <a:lnTo>
                  <a:pt x="745333" y="47784"/>
                </a:lnTo>
                <a:lnTo>
                  <a:pt x="746630" y="46379"/>
                </a:lnTo>
                <a:lnTo>
                  <a:pt x="747881" y="45061"/>
                </a:lnTo>
                <a:lnTo>
                  <a:pt x="749087" y="43829"/>
                </a:lnTo>
                <a:lnTo>
                  <a:pt x="750247" y="42684"/>
                </a:lnTo>
                <a:lnTo>
                  <a:pt x="751361" y="41626"/>
                </a:lnTo>
                <a:lnTo>
                  <a:pt x="752430" y="40654"/>
                </a:lnTo>
                <a:lnTo>
                  <a:pt x="753454" y="39768"/>
                </a:lnTo>
                <a:lnTo>
                  <a:pt x="754432" y="38969"/>
                </a:lnTo>
                <a:lnTo>
                  <a:pt x="755364" y="38257"/>
                </a:lnTo>
                <a:lnTo>
                  <a:pt x="756250" y="37631"/>
                </a:lnTo>
                <a:lnTo>
                  <a:pt x="757092" y="37092"/>
                </a:lnTo>
                <a:lnTo>
                  <a:pt x="757887" y="36639"/>
                </a:lnTo>
                <a:lnTo>
                  <a:pt x="758660" y="36247"/>
                </a:lnTo>
                <a:lnTo>
                  <a:pt x="759433" y="35888"/>
                </a:lnTo>
                <a:lnTo>
                  <a:pt x="760205" y="35564"/>
                </a:lnTo>
                <a:lnTo>
                  <a:pt x="760978" y="35274"/>
                </a:lnTo>
                <a:lnTo>
                  <a:pt x="761751" y="35018"/>
                </a:lnTo>
                <a:lnTo>
                  <a:pt x="762524" y="34796"/>
                </a:lnTo>
                <a:lnTo>
                  <a:pt x="763296" y="34609"/>
                </a:lnTo>
                <a:lnTo>
                  <a:pt x="764069" y="34455"/>
                </a:lnTo>
                <a:lnTo>
                  <a:pt x="764842" y="34336"/>
                </a:lnTo>
                <a:lnTo>
                  <a:pt x="765614" y="34250"/>
                </a:lnTo>
                <a:lnTo>
                  <a:pt x="766387" y="34199"/>
                </a:lnTo>
                <a:lnTo>
                  <a:pt x="767160" y="34182"/>
                </a:lnTo>
                <a:lnTo>
                  <a:pt x="768076" y="34203"/>
                </a:lnTo>
                <a:lnTo>
                  <a:pt x="768971" y="34267"/>
                </a:lnTo>
                <a:lnTo>
                  <a:pt x="769844" y="34373"/>
                </a:lnTo>
                <a:lnTo>
                  <a:pt x="770695" y="34522"/>
                </a:lnTo>
                <a:lnTo>
                  <a:pt x="771524" y="34713"/>
                </a:lnTo>
                <a:lnTo>
                  <a:pt x="772331" y="34946"/>
                </a:lnTo>
                <a:lnTo>
                  <a:pt x="773117" y="35222"/>
                </a:lnTo>
                <a:lnTo>
                  <a:pt x="773881" y="35540"/>
                </a:lnTo>
                <a:lnTo>
                  <a:pt x="774623" y="35901"/>
                </a:lnTo>
                <a:lnTo>
                  <a:pt x="775343" y="36304"/>
                </a:lnTo>
                <a:lnTo>
                  <a:pt x="776041" y="36750"/>
                </a:lnTo>
                <a:lnTo>
                  <a:pt x="776718" y="37238"/>
                </a:lnTo>
                <a:lnTo>
                  <a:pt x="777369" y="37771"/>
                </a:lnTo>
                <a:lnTo>
                  <a:pt x="777992" y="38353"/>
                </a:lnTo>
                <a:lnTo>
                  <a:pt x="778586" y="38983"/>
                </a:lnTo>
                <a:lnTo>
                  <a:pt x="779151" y="39661"/>
                </a:lnTo>
                <a:lnTo>
                  <a:pt x="779688" y="40388"/>
                </a:lnTo>
                <a:lnTo>
                  <a:pt x="780195" y="41163"/>
                </a:lnTo>
                <a:lnTo>
                  <a:pt x="780674" y="41987"/>
                </a:lnTo>
                <a:lnTo>
                  <a:pt x="781125" y="42858"/>
                </a:lnTo>
                <a:lnTo>
                  <a:pt x="781546" y="43779"/>
                </a:lnTo>
                <a:lnTo>
                  <a:pt x="781939" y="44747"/>
                </a:lnTo>
                <a:lnTo>
                  <a:pt x="782303" y="45764"/>
                </a:lnTo>
                <a:lnTo>
                  <a:pt x="782638" y="46829"/>
                </a:lnTo>
                <a:lnTo>
                  <a:pt x="782855" y="47639"/>
                </a:lnTo>
                <a:lnTo>
                  <a:pt x="783053" y="48555"/>
                </a:lnTo>
                <a:lnTo>
                  <a:pt x="783231" y="49574"/>
                </a:lnTo>
                <a:lnTo>
                  <a:pt x="783391" y="50698"/>
                </a:lnTo>
                <a:lnTo>
                  <a:pt x="783533" y="51927"/>
                </a:lnTo>
                <a:lnTo>
                  <a:pt x="783655" y="53260"/>
                </a:lnTo>
                <a:lnTo>
                  <a:pt x="783758" y="54698"/>
                </a:lnTo>
                <a:lnTo>
                  <a:pt x="783843" y="56241"/>
                </a:lnTo>
                <a:lnTo>
                  <a:pt x="783909" y="57888"/>
                </a:lnTo>
                <a:lnTo>
                  <a:pt x="783956" y="59640"/>
                </a:lnTo>
                <a:lnTo>
                  <a:pt x="783984" y="61496"/>
                </a:lnTo>
                <a:lnTo>
                  <a:pt x="783994" y="63457"/>
                </a:lnTo>
                <a:lnTo>
                  <a:pt x="783994" y="86479"/>
                </a:lnTo>
                <a:lnTo>
                  <a:pt x="784001" y="87482"/>
                </a:lnTo>
                <a:lnTo>
                  <a:pt x="784021" y="88431"/>
                </a:lnTo>
                <a:lnTo>
                  <a:pt x="784056" y="89326"/>
                </a:lnTo>
                <a:lnTo>
                  <a:pt x="784105" y="90166"/>
                </a:lnTo>
                <a:lnTo>
                  <a:pt x="784167" y="90952"/>
                </a:lnTo>
                <a:lnTo>
                  <a:pt x="784243" y="91684"/>
                </a:lnTo>
                <a:lnTo>
                  <a:pt x="784334" y="92362"/>
                </a:lnTo>
                <a:lnTo>
                  <a:pt x="784438" y="92985"/>
                </a:lnTo>
                <a:lnTo>
                  <a:pt x="784555" y="93554"/>
                </a:lnTo>
                <a:lnTo>
                  <a:pt x="784687" y="94069"/>
                </a:lnTo>
                <a:lnTo>
                  <a:pt x="784833" y="94529"/>
                </a:lnTo>
                <a:lnTo>
                  <a:pt x="784992" y="94936"/>
                </a:lnTo>
                <a:lnTo>
                  <a:pt x="785118" y="95215"/>
                </a:lnTo>
                <a:lnTo>
                  <a:pt x="785258" y="95484"/>
                </a:lnTo>
                <a:lnTo>
                  <a:pt x="785411" y="95743"/>
                </a:lnTo>
                <a:lnTo>
                  <a:pt x="785579" y="95993"/>
                </a:lnTo>
                <a:lnTo>
                  <a:pt x="785760" y="96233"/>
                </a:lnTo>
                <a:lnTo>
                  <a:pt x="785955" y="96463"/>
                </a:lnTo>
                <a:lnTo>
                  <a:pt x="786164" y="96683"/>
                </a:lnTo>
                <a:lnTo>
                  <a:pt x="786387" y="96893"/>
                </a:lnTo>
                <a:lnTo>
                  <a:pt x="786624" y="97093"/>
                </a:lnTo>
                <a:lnTo>
                  <a:pt x="786875" y="97284"/>
                </a:lnTo>
                <a:lnTo>
                  <a:pt x="787139" y="97464"/>
                </a:lnTo>
                <a:lnTo>
                  <a:pt x="787418" y="97635"/>
                </a:lnTo>
                <a:lnTo>
                  <a:pt x="787723" y="97794"/>
                </a:lnTo>
                <a:lnTo>
                  <a:pt x="788067" y="97939"/>
                </a:lnTo>
                <a:lnTo>
                  <a:pt x="788452" y="98070"/>
                </a:lnTo>
                <a:lnTo>
                  <a:pt x="788876" y="98188"/>
                </a:lnTo>
                <a:lnTo>
                  <a:pt x="789339" y="98291"/>
                </a:lnTo>
                <a:lnTo>
                  <a:pt x="789843" y="98381"/>
                </a:lnTo>
                <a:lnTo>
                  <a:pt x="790386" y="98457"/>
                </a:lnTo>
                <a:lnTo>
                  <a:pt x="790968" y="98519"/>
                </a:lnTo>
                <a:lnTo>
                  <a:pt x="791590" y="98568"/>
                </a:lnTo>
                <a:lnTo>
                  <a:pt x="792252" y="98602"/>
                </a:lnTo>
                <a:lnTo>
                  <a:pt x="792953" y="98623"/>
                </a:lnTo>
                <a:lnTo>
                  <a:pt x="793695" y="98630"/>
                </a:lnTo>
                <a:lnTo>
                  <a:pt x="793695" y="101265"/>
                </a:lnTo>
                <a:lnTo>
                  <a:pt x="761596" y="101265"/>
                </a:lnTo>
                <a:lnTo>
                  <a:pt x="761596" y="98630"/>
                </a:lnTo>
                <a:lnTo>
                  <a:pt x="763094" y="98630"/>
                </a:lnTo>
                <a:lnTo>
                  <a:pt x="763836" y="98620"/>
                </a:lnTo>
                <a:lnTo>
                  <a:pt x="764539" y="98591"/>
                </a:lnTo>
                <a:lnTo>
                  <a:pt x="765203" y="98543"/>
                </a:lnTo>
                <a:lnTo>
                  <a:pt x="765828" y="98475"/>
                </a:lnTo>
                <a:lnTo>
                  <a:pt x="766415" y="98389"/>
                </a:lnTo>
                <a:lnTo>
                  <a:pt x="766964" y="98283"/>
                </a:lnTo>
                <a:lnTo>
                  <a:pt x="767473" y="98157"/>
                </a:lnTo>
                <a:lnTo>
                  <a:pt x="767945" y="98013"/>
                </a:lnTo>
                <a:lnTo>
                  <a:pt x="768377" y="97849"/>
                </a:lnTo>
                <a:lnTo>
                  <a:pt x="768771" y="97665"/>
                </a:lnTo>
                <a:lnTo>
                  <a:pt x="769126" y="97463"/>
                </a:lnTo>
                <a:lnTo>
                  <a:pt x="769442" y="97241"/>
                </a:lnTo>
                <a:lnTo>
                  <a:pt x="769732" y="97000"/>
                </a:lnTo>
                <a:lnTo>
                  <a:pt x="770007" y="96742"/>
                </a:lnTo>
                <a:lnTo>
                  <a:pt x="770267" y="96464"/>
                </a:lnTo>
                <a:lnTo>
                  <a:pt x="770512" y="96169"/>
                </a:lnTo>
                <a:lnTo>
                  <a:pt x="770743" y="95855"/>
                </a:lnTo>
                <a:lnTo>
                  <a:pt x="770958" y="95523"/>
                </a:lnTo>
                <a:lnTo>
                  <a:pt x="771159" y="95173"/>
                </a:lnTo>
                <a:lnTo>
                  <a:pt x="771345" y="94804"/>
                </a:lnTo>
                <a:lnTo>
                  <a:pt x="771515" y="94417"/>
                </a:lnTo>
                <a:lnTo>
                  <a:pt x="771672" y="94012"/>
                </a:lnTo>
                <a:lnTo>
                  <a:pt x="771813" y="93588"/>
                </a:lnTo>
                <a:lnTo>
                  <a:pt x="771939" y="93146"/>
                </a:lnTo>
                <a:lnTo>
                  <a:pt x="771973" y="92926"/>
                </a:lnTo>
                <a:lnTo>
                  <a:pt x="772004" y="92644"/>
                </a:lnTo>
                <a:lnTo>
                  <a:pt x="772033" y="92301"/>
                </a:lnTo>
                <a:lnTo>
                  <a:pt x="772058" y="91896"/>
                </a:lnTo>
                <a:lnTo>
                  <a:pt x="772080" y="91430"/>
                </a:lnTo>
                <a:lnTo>
                  <a:pt x="772099" y="90903"/>
                </a:lnTo>
                <a:lnTo>
                  <a:pt x="772116" y="90315"/>
                </a:lnTo>
                <a:lnTo>
                  <a:pt x="772129" y="89665"/>
                </a:lnTo>
                <a:lnTo>
                  <a:pt x="772140" y="88954"/>
                </a:lnTo>
                <a:lnTo>
                  <a:pt x="772147" y="88181"/>
                </a:lnTo>
                <a:lnTo>
                  <a:pt x="772152" y="87347"/>
                </a:lnTo>
                <a:lnTo>
                  <a:pt x="772153" y="86452"/>
                </a:lnTo>
                <a:lnTo>
                  <a:pt x="772153" y="63379"/>
                </a:lnTo>
                <a:lnTo>
                  <a:pt x="772145" y="61650"/>
                </a:lnTo>
                <a:lnTo>
                  <a:pt x="772122" y="60022"/>
                </a:lnTo>
                <a:lnTo>
                  <a:pt x="772084" y="58497"/>
                </a:lnTo>
                <a:lnTo>
                  <a:pt x="772030" y="57073"/>
                </a:lnTo>
                <a:lnTo>
                  <a:pt x="771961" y="55751"/>
                </a:lnTo>
                <a:lnTo>
                  <a:pt x="771877" y="54531"/>
                </a:lnTo>
                <a:lnTo>
                  <a:pt x="771777" y="53413"/>
                </a:lnTo>
                <a:lnTo>
                  <a:pt x="771662" y="52397"/>
                </a:lnTo>
                <a:lnTo>
                  <a:pt x="771531" y="51482"/>
                </a:lnTo>
                <a:lnTo>
                  <a:pt x="771385" y="50670"/>
                </a:lnTo>
                <a:lnTo>
                  <a:pt x="771224" y="49959"/>
                </a:lnTo>
                <a:lnTo>
                  <a:pt x="771047" y="49350"/>
                </a:lnTo>
                <a:lnTo>
                  <a:pt x="770854" y="48804"/>
                </a:lnTo>
                <a:lnTo>
                  <a:pt x="770642" y="48281"/>
                </a:lnTo>
                <a:lnTo>
                  <a:pt x="770412" y="47782"/>
                </a:lnTo>
                <a:lnTo>
                  <a:pt x="770164" y="47305"/>
                </a:lnTo>
                <a:lnTo>
                  <a:pt x="769897" y="46852"/>
                </a:lnTo>
                <a:lnTo>
                  <a:pt x="769612" y="46422"/>
                </a:lnTo>
                <a:lnTo>
                  <a:pt x="769308" y="46015"/>
                </a:lnTo>
                <a:lnTo>
                  <a:pt x="768987" y="45632"/>
                </a:lnTo>
                <a:lnTo>
                  <a:pt x="768647" y="45271"/>
                </a:lnTo>
                <a:lnTo>
                  <a:pt x="768288" y="44934"/>
                </a:lnTo>
                <a:lnTo>
                  <a:pt x="767912" y="44620"/>
                </a:lnTo>
                <a:lnTo>
                  <a:pt x="767517" y="44330"/>
                </a:lnTo>
                <a:lnTo>
                  <a:pt x="767105" y="44063"/>
                </a:lnTo>
                <a:lnTo>
                  <a:pt x="766680" y="43819"/>
                </a:lnTo>
                <a:lnTo>
                  <a:pt x="766242" y="43598"/>
                </a:lnTo>
                <a:lnTo>
                  <a:pt x="765789" y="43400"/>
                </a:lnTo>
                <a:lnTo>
                  <a:pt x="765322" y="43226"/>
                </a:lnTo>
                <a:lnTo>
                  <a:pt x="764842" y="43075"/>
                </a:lnTo>
                <a:lnTo>
                  <a:pt x="764347" y="42947"/>
                </a:lnTo>
                <a:lnTo>
                  <a:pt x="763839" y="42842"/>
                </a:lnTo>
                <a:lnTo>
                  <a:pt x="763317" y="42761"/>
                </a:lnTo>
                <a:lnTo>
                  <a:pt x="762781" y="42703"/>
                </a:lnTo>
                <a:lnTo>
                  <a:pt x="762231" y="42668"/>
                </a:lnTo>
                <a:lnTo>
                  <a:pt x="761668" y="42656"/>
                </a:lnTo>
                <a:lnTo>
                  <a:pt x="761083" y="42669"/>
                </a:lnTo>
                <a:lnTo>
                  <a:pt x="760495" y="42708"/>
                </a:lnTo>
                <a:lnTo>
                  <a:pt x="759902" y="42772"/>
                </a:lnTo>
                <a:lnTo>
                  <a:pt x="759306" y="42862"/>
                </a:lnTo>
                <a:lnTo>
                  <a:pt x="758705" y="42978"/>
                </a:lnTo>
                <a:lnTo>
                  <a:pt x="758101" y="43119"/>
                </a:lnTo>
                <a:lnTo>
                  <a:pt x="757493" y="43286"/>
                </a:lnTo>
                <a:lnTo>
                  <a:pt x="756881" y="43479"/>
                </a:lnTo>
                <a:lnTo>
                  <a:pt x="756264" y="43698"/>
                </a:lnTo>
                <a:lnTo>
                  <a:pt x="755644" y="43942"/>
                </a:lnTo>
                <a:lnTo>
                  <a:pt x="755020" y="44212"/>
                </a:lnTo>
                <a:lnTo>
                  <a:pt x="754392" y="44508"/>
                </a:lnTo>
                <a:lnTo>
                  <a:pt x="753751" y="44843"/>
                </a:lnTo>
                <a:lnTo>
                  <a:pt x="753090" y="45230"/>
                </a:lnTo>
                <a:lnTo>
                  <a:pt x="752408" y="45670"/>
                </a:lnTo>
                <a:lnTo>
                  <a:pt x="751705" y="46162"/>
                </a:lnTo>
                <a:lnTo>
                  <a:pt x="750981" y="46706"/>
                </a:lnTo>
                <a:lnTo>
                  <a:pt x="750237" y="47303"/>
                </a:lnTo>
                <a:lnTo>
                  <a:pt x="749472" y="47952"/>
                </a:lnTo>
                <a:lnTo>
                  <a:pt x="748686" y="48654"/>
                </a:lnTo>
                <a:lnTo>
                  <a:pt x="747879" y="49408"/>
                </a:lnTo>
                <a:lnTo>
                  <a:pt x="747051" y="50215"/>
                </a:lnTo>
                <a:lnTo>
                  <a:pt x="746202" y="51074"/>
                </a:lnTo>
                <a:lnTo>
                  <a:pt x="745333" y="51985"/>
                </a:lnTo>
                <a:lnTo>
                  <a:pt x="745333" y="86452"/>
                </a:lnTo>
                <a:lnTo>
                  <a:pt x="745338" y="87533"/>
                </a:lnTo>
                <a:lnTo>
                  <a:pt x="745354" y="88543"/>
                </a:lnTo>
                <a:lnTo>
                  <a:pt x="745380" y="89483"/>
                </a:lnTo>
                <a:lnTo>
                  <a:pt x="745416" y="90353"/>
                </a:lnTo>
                <a:lnTo>
                  <a:pt x="745463" y="91153"/>
                </a:lnTo>
                <a:lnTo>
                  <a:pt x="745520" y="91882"/>
                </a:lnTo>
                <a:lnTo>
                  <a:pt x="745588" y="92542"/>
                </a:lnTo>
                <a:lnTo>
                  <a:pt x="745666" y="93130"/>
                </a:lnTo>
                <a:lnTo>
                  <a:pt x="745754" y="93649"/>
                </a:lnTo>
                <a:lnTo>
                  <a:pt x="745853" y="94098"/>
                </a:lnTo>
                <a:lnTo>
                  <a:pt x="745962" y="94476"/>
                </a:lnTo>
                <a:lnTo>
                  <a:pt x="746082" y="94784"/>
                </a:lnTo>
                <a:lnTo>
                  <a:pt x="746216" y="95053"/>
                </a:lnTo>
                <a:lnTo>
                  <a:pt x="746367" y="95315"/>
                </a:lnTo>
                <a:lnTo>
                  <a:pt x="746537" y="95570"/>
                </a:lnTo>
                <a:lnTo>
                  <a:pt x="746724" y="95817"/>
                </a:lnTo>
                <a:lnTo>
                  <a:pt x="746929" y="96056"/>
                </a:lnTo>
                <a:lnTo>
                  <a:pt x="747152" y="96289"/>
                </a:lnTo>
                <a:lnTo>
                  <a:pt x="747393" y="96513"/>
                </a:lnTo>
                <a:lnTo>
                  <a:pt x="747651" y="96731"/>
                </a:lnTo>
                <a:lnTo>
                  <a:pt x="747928" y="96941"/>
                </a:lnTo>
                <a:lnTo>
                  <a:pt x="748222" y="97143"/>
                </a:lnTo>
                <a:lnTo>
                  <a:pt x="748534" y="97338"/>
                </a:lnTo>
                <a:lnTo>
                  <a:pt x="748864" y="97526"/>
                </a:lnTo>
                <a:lnTo>
                  <a:pt x="749223" y="97702"/>
                </a:lnTo>
                <a:lnTo>
                  <a:pt x="749624" y="97863"/>
                </a:lnTo>
                <a:lnTo>
                  <a:pt x="750065" y="98009"/>
                </a:lnTo>
                <a:lnTo>
                  <a:pt x="750548" y="98139"/>
                </a:lnTo>
                <a:lnTo>
                  <a:pt x="751072" y="98254"/>
                </a:lnTo>
                <a:lnTo>
                  <a:pt x="751637" y="98354"/>
                </a:lnTo>
                <a:lnTo>
                  <a:pt x="752243" y="98438"/>
                </a:lnTo>
                <a:lnTo>
                  <a:pt x="752890" y="98507"/>
                </a:lnTo>
                <a:lnTo>
                  <a:pt x="753578" y="98561"/>
                </a:lnTo>
                <a:lnTo>
                  <a:pt x="754308" y="98599"/>
                </a:lnTo>
                <a:lnTo>
                  <a:pt x="755078" y="98622"/>
                </a:lnTo>
                <a:lnTo>
                  <a:pt x="755890" y="98630"/>
                </a:lnTo>
                <a:lnTo>
                  <a:pt x="755890" y="101265"/>
                </a:lnTo>
                <a:lnTo>
                  <a:pt x="723506" y="101265"/>
                </a:lnTo>
                <a:lnTo>
                  <a:pt x="723506" y="98630"/>
                </a:lnTo>
                <a:lnTo>
                  <a:pt x="724219" y="98620"/>
                </a:lnTo>
                <a:lnTo>
                  <a:pt x="724905" y="98592"/>
                </a:lnTo>
                <a:lnTo>
                  <a:pt x="725566" y="98545"/>
                </a:lnTo>
                <a:lnTo>
                  <a:pt x="726201" y="98479"/>
                </a:lnTo>
                <a:lnTo>
                  <a:pt x="726810" y="98395"/>
                </a:lnTo>
                <a:lnTo>
                  <a:pt x="727394" y="98291"/>
                </a:lnTo>
                <a:lnTo>
                  <a:pt x="727951" y="98169"/>
                </a:lnTo>
                <a:lnTo>
                  <a:pt x="728483" y="98028"/>
                </a:lnTo>
                <a:lnTo>
                  <a:pt x="728990" y="97869"/>
                </a:lnTo>
                <a:lnTo>
                  <a:pt x="729470" y="97690"/>
                </a:lnTo>
                <a:lnTo>
                  <a:pt x="729925" y="97493"/>
                </a:lnTo>
                <a:lnTo>
                  <a:pt x="730354" y="97277"/>
                </a:lnTo>
                <a:lnTo>
                  <a:pt x="730588" y="97149"/>
                </a:lnTo>
                <a:lnTo>
                  <a:pt x="730814" y="97004"/>
                </a:lnTo>
                <a:lnTo>
                  <a:pt x="731032" y="96842"/>
                </a:lnTo>
                <a:lnTo>
                  <a:pt x="731242" y="96661"/>
                </a:lnTo>
                <a:lnTo>
                  <a:pt x="731444" y="96463"/>
                </a:lnTo>
                <a:lnTo>
                  <a:pt x="731638" y="96246"/>
                </a:lnTo>
                <a:lnTo>
                  <a:pt x="731824" y="96012"/>
                </a:lnTo>
                <a:lnTo>
                  <a:pt x="732002" y="95760"/>
                </a:lnTo>
                <a:lnTo>
                  <a:pt x="732173" y="95491"/>
                </a:lnTo>
                <a:lnTo>
                  <a:pt x="732335" y="95203"/>
                </a:lnTo>
                <a:lnTo>
                  <a:pt x="732490" y="94898"/>
                </a:lnTo>
                <a:lnTo>
                  <a:pt x="732636" y="94575"/>
                </a:lnTo>
                <a:lnTo>
                  <a:pt x="732773" y="94214"/>
                </a:lnTo>
                <a:lnTo>
                  <a:pt x="732898" y="93796"/>
                </a:lnTo>
                <a:lnTo>
                  <a:pt x="733011" y="93320"/>
                </a:lnTo>
                <a:lnTo>
                  <a:pt x="733112" y="92787"/>
                </a:lnTo>
                <a:lnTo>
                  <a:pt x="733201" y="92197"/>
                </a:lnTo>
                <a:lnTo>
                  <a:pt x="733278" y="91550"/>
                </a:lnTo>
                <a:lnTo>
                  <a:pt x="733344" y="90845"/>
                </a:lnTo>
                <a:lnTo>
                  <a:pt x="733397" y="90083"/>
                </a:lnTo>
                <a:lnTo>
                  <a:pt x="733439" y="89263"/>
                </a:lnTo>
                <a:lnTo>
                  <a:pt x="733469" y="88387"/>
                </a:lnTo>
                <a:lnTo>
                  <a:pt x="733486" y="87453"/>
                </a:lnTo>
                <a:lnTo>
                  <a:pt x="733492" y="86461"/>
                </a:lnTo>
                <a:lnTo>
                  <a:pt x="733492" y="27468"/>
                </a:lnTo>
                <a:lnTo>
                  <a:pt x="733489" y="25666"/>
                </a:lnTo>
                <a:lnTo>
                  <a:pt x="733478" y="23983"/>
                </a:lnTo>
                <a:lnTo>
                  <a:pt x="733459" y="22420"/>
                </a:lnTo>
                <a:lnTo>
                  <a:pt x="733433" y="20977"/>
                </a:lnTo>
                <a:lnTo>
                  <a:pt x="733400" y="19653"/>
                </a:lnTo>
                <a:lnTo>
                  <a:pt x="733359" y="18449"/>
                </a:lnTo>
                <a:lnTo>
                  <a:pt x="733310" y="17364"/>
                </a:lnTo>
                <a:lnTo>
                  <a:pt x="733255" y="16399"/>
                </a:lnTo>
                <a:lnTo>
                  <a:pt x="733191" y="15554"/>
                </a:lnTo>
                <a:lnTo>
                  <a:pt x="733121" y="14828"/>
                </a:lnTo>
                <a:lnTo>
                  <a:pt x="733043" y="14222"/>
                </a:lnTo>
                <a:lnTo>
                  <a:pt x="732957" y="13735"/>
                </a:lnTo>
                <a:lnTo>
                  <a:pt x="732864" y="13319"/>
                </a:lnTo>
                <a:lnTo>
                  <a:pt x="732763" y="12926"/>
                </a:lnTo>
                <a:lnTo>
                  <a:pt x="732654" y="12556"/>
                </a:lnTo>
                <a:lnTo>
                  <a:pt x="732537" y="12208"/>
                </a:lnTo>
                <a:lnTo>
                  <a:pt x="732413" y="11884"/>
                </a:lnTo>
                <a:lnTo>
                  <a:pt x="732280" y="11582"/>
                </a:lnTo>
                <a:lnTo>
                  <a:pt x="732139" y="11302"/>
                </a:lnTo>
                <a:lnTo>
                  <a:pt x="731990" y="11046"/>
                </a:lnTo>
                <a:lnTo>
                  <a:pt x="731834" y="10812"/>
                </a:lnTo>
                <a:lnTo>
                  <a:pt x="731670" y="10601"/>
                </a:lnTo>
                <a:lnTo>
                  <a:pt x="731497" y="10413"/>
                </a:lnTo>
                <a:lnTo>
                  <a:pt x="731317" y="10248"/>
                </a:lnTo>
                <a:lnTo>
                  <a:pt x="731127" y="10100"/>
                </a:lnTo>
                <a:lnTo>
                  <a:pt x="730927" y="9965"/>
                </a:lnTo>
                <a:lnTo>
                  <a:pt x="730717" y="9843"/>
                </a:lnTo>
                <a:lnTo>
                  <a:pt x="730497" y="9734"/>
                </a:lnTo>
                <a:lnTo>
                  <a:pt x="730265" y="9637"/>
                </a:lnTo>
                <a:lnTo>
                  <a:pt x="730024" y="9554"/>
                </a:lnTo>
                <a:lnTo>
                  <a:pt x="729772" y="9483"/>
                </a:lnTo>
                <a:lnTo>
                  <a:pt x="729510" y="9425"/>
                </a:lnTo>
                <a:lnTo>
                  <a:pt x="729237" y="9380"/>
                </a:lnTo>
                <a:lnTo>
                  <a:pt x="728954" y="9348"/>
                </a:lnTo>
                <a:lnTo>
                  <a:pt x="728661" y="9329"/>
                </a:lnTo>
                <a:lnTo>
                  <a:pt x="728357" y="9322"/>
                </a:lnTo>
                <a:lnTo>
                  <a:pt x="728094" y="9330"/>
                </a:lnTo>
                <a:lnTo>
                  <a:pt x="727806" y="9354"/>
                </a:lnTo>
                <a:lnTo>
                  <a:pt x="727492" y="9393"/>
                </a:lnTo>
                <a:lnTo>
                  <a:pt x="727152" y="9449"/>
                </a:lnTo>
                <a:lnTo>
                  <a:pt x="726786" y="9520"/>
                </a:lnTo>
                <a:lnTo>
                  <a:pt x="726395" y="9607"/>
                </a:lnTo>
                <a:lnTo>
                  <a:pt x="725978" y="9710"/>
                </a:lnTo>
                <a:lnTo>
                  <a:pt x="725535" y="9829"/>
                </a:lnTo>
                <a:lnTo>
                  <a:pt x="725067" y="9963"/>
                </a:lnTo>
                <a:lnTo>
                  <a:pt x="724572" y="10113"/>
                </a:lnTo>
                <a:lnTo>
                  <a:pt x="724052" y="10280"/>
                </a:lnTo>
                <a:lnTo>
                  <a:pt x="723506" y="10462"/>
                </a:lnTo>
                <a:lnTo>
                  <a:pt x="722508" y="7969"/>
                </a:lnTo>
                <a:lnTo>
                  <a:pt x="742052" y="0"/>
                </a:lnTo>
                <a:lnTo>
                  <a:pt x="745333" y="0"/>
                </a:lnTo>
                <a:close/>
                <a:moveTo>
                  <a:pt x="800717" y="63095"/>
                </a:moveTo>
                <a:lnTo>
                  <a:pt x="837595" y="63095"/>
                </a:lnTo>
                <a:lnTo>
                  <a:pt x="837595" y="73848"/>
                </a:lnTo>
                <a:lnTo>
                  <a:pt x="800717" y="73848"/>
                </a:lnTo>
                <a:lnTo>
                  <a:pt x="800717" y="63095"/>
                </a:lnTo>
                <a:close/>
                <a:moveTo>
                  <a:pt x="866726" y="14527"/>
                </a:moveTo>
                <a:lnTo>
                  <a:pt x="866726" y="36034"/>
                </a:lnTo>
                <a:lnTo>
                  <a:pt x="881990" y="36034"/>
                </a:lnTo>
                <a:lnTo>
                  <a:pt x="881990" y="41019"/>
                </a:lnTo>
                <a:lnTo>
                  <a:pt x="866726" y="41019"/>
                </a:lnTo>
                <a:lnTo>
                  <a:pt x="866726" y="83261"/>
                </a:lnTo>
                <a:lnTo>
                  <a:pt x="866738" y="84288"/>
                </a:lnTo>
                <a:lnTo>
                  <a:pt x="866776" y="85257"/>
                </a:lnTo>
                <a:lnTo>
                  <a:pt x="866839" y="86169"/>
                </a:lnTo>
                <a:lnTo>
                  <a:pt x="866928" y="87024"/>
                </a:lnTo>
                <a:lnTo>
                  <a:pt x="867042" y="87821"/>
                </a:lnTo>
                <a:lnTo>
                  <a:pt x="867180" y="88561"/>
                </a:lnTo>
                <a:lnTo>
                  <a:pt x="867345" y="89244"/>
                </a:lnTo>
                <a:lnTo>
                  <a:pt x="867534" y="89869"/>
                </a:lnTo>
                <a:lnTo>
                  <a:pt x="867749" y="90437"/>
                </a:lnTo>
                <a:lnTo>
                  <a:pt x="867989" y="90948"/>
                </a:lnTo>
                <a:lnTo>
                  <a:pt x="868254" y="91402"/>
                </a:lnTo>
                <a:lnTo>
                  <a:pt x="868545" y="91798"/>
                </a:lnTo>
                <a:lnTo>
                  <a:pt x="868855" y="92150"/>
                </a:lnTo>
                <a:lnTo>
                  <a:pt x="869180" y="92471"/>
                </a:lnTo>
                <a:lnTo>
                  <a:pt x="869519" y="92762"/>
                </a:lnTo>
                <a:lnTo>
                  <a:pt x="869872" y="93022"/>
                </a:lnTo>
                <a:lnTo>
                  <a:pt x="870240" y="93251"/>
                </a:lnTo>
                <a:lnTo>
                  <a:pt x="870622" y="93450"/>
                </a:lnTo>
                <a:lnTo>
                  <a:pt x="871019" y="93618"/>
                </a:lnTo>
                <a:lnTo>
                  <a:pt x="871430" y="93756"/>
                </a:lnTo>
                <a:lnTo>
                  <a:pt x="871855" y="93863"/>
                </a:lnTo>
                <a:lnTo>
                  <a:pt x="872294" y="93940"/>
                </a:lnTo>
                <a:lnTo>
                  <a:pt x="872748" y="93986"/>
                </a:lnTo>
                <a:lnTo>
                  <a:pt x="873217" y="94001"/>
                </a:lnTo>
                <a:lnTo>
                  <a:pt x="873608" y="93991"/>
                </a:lnTo>
                <a:lnTo>
                  <a:pt x="873997" y="93960"/>
                </a:lnTo>
                <a:lnTo>
                  <a:pt x="874385" y="93910"/>
                </a:lnTo>
                <a:lnTo>
                  <a:pt x="874770" y="93839"/>
                </a:lnTo>
                <a:lnTo>
                  <a:pt x="875154" y="93747"/>
                </a:lnTo>
                <a:lnTo>
                  <a:pt x="875535" y="93636"/>
                </a:lnTo>
                <a:lnTo>
                  <a:pt x="875914" y="93504"/>
                </a:lnTo>
                <a:lnTo>
                  <a:pt x="876292" y="93352"/>
                </a:lnTo>
                <a:lnTo>
                  <a:pt x="876667" y="93180"/>
                </a:lnTo>
                <a:lnTo>
                  <a:pt x="877041" y="92987"/>
                </a:lnTo>
                <a:lnTo>
                  <a:pt x="877412" y="92774"/>
                </a:lnTo>
                <a:lnTo>
                  <a:pt x="877782" y="92541"/>
                </a:lnTo>
                <a:lnTo>
                  <a:pt x="878143" y="92288"/>
                </a:lnTo>
                <a:lnTo>
                  <a:pt x="878491" y="92016"/>
                </a:lnTo>
                <a:lnTo>
                  <a:pt x="878825" y="91724"/>
                </a:lnTo>
                <a:lnTo>
                  <a:pt x="879145" y="91413"/>
                </a:lnTo>
                <a:lnTo>
                  <a:pt x="879451" y="91083"/>
                </a:lnTo>
                <a:lnTo>
                  <a:pt x="879743" y="90734"/>
                </a:lnTo>
                <a:lnTo>
                  <a:pt x="880022" y="90365"/>
                </a:lnTo>
                <a:lnTo>
                  <a:pt x="880286" y="89977"/>
                </a:lnTo>
                <a:lnTo>
                  <a:pt x="880537" y="89570"/>
                </a:lnTo>
                <a:lnTo>
                  <a:pt x="880774" y="89144"/>
                </a:lnTo>
                <a:lnTo>
                  <a:pt x="880997" y="88698"/>
                </a:lnTo>
                <a:lnTo>
                  <a:pt x="881206" y="88233"/>
                </a:lnTo>
                <a:lnTo>
                  <a:pt x="883987" y="88233"/>
                </a:lnTo>
                <a:lnTo>
                  <a:pt x="883557" y="89375"/>
                </a:lnTo>
                <a:lnTo>
                  <a:pt x="883098" y="90471"/>
                </a:lnTo>
                <a:lnTo>
                  <a:pt x="882610" y="91519"/>
                </a:lnTo>
                <a:lnTo>
                  <a:pt x="882093" y="92519"/>
                </a:lnTo>
                <a:lnTo>
                  <a:pt x="881548" y="93473"/>
                </a:lnTo>
                <a:lnTo>
                  <a:pt x="880974" y="94379"/>
                </a:lnTo>
                <a:lnTo>
                  <a:pt x="880371" y="95237"/>
                </a:lnTo>
                <a:lnTo>
                  <a:pt x="879739" y="96048"/>
                </a:lnTo>
                <a:lnTo>
                  <a:pt x="879079" y="96812"/>
                </a:lnTo>
                <a:lnTo>
                  <a:pt x="878390" y="97528"/>
                </a:lnTo>
                <a:lnTo>
                  <a:pt x="877672" y="98197"/>
                </a:lnTo>
                <a:lnTo>
                  <a:pt x="876926" y="98819"/>
                </a:lnTo>
                <a:lnTo>
                  <a:pt x="876163" y="99391"/>
                </a:lnTo>
                <a:lnTo>
                  <a:pt x="875396" y="99914"/>
                </a:lnTo>
                <a:lnTo>
                  <a:pt x="874625" y="100387"/>
                </a:lnTo>
                <a:lnTo>
                  <a:pt x="873851" y="100811"/>
                </a:lnTo>
                <a:lnTo>
                  <a:pt x="873072" y="101184"/>
                </a:lnTo>
                <a:lnTo>
                  <a:pt x="872289" y="101508"/>
                </a:lnTo>
                <a:lnTo>
                  <a:pt x="871503" y="101782"/>
                </a:lnTo>
                <a:lnTo>
                  <a:pt x="870712" y="102006"/>
                </a:lnTo>
                <a:lnTo>
                  <a:pt x="869918" y="102180"/>
                </a:lnTo>
                <a:lnTo>
                  <a:pt x="869119" y="102304"/>
                </a:lnTo>
                <a:lnTo>
                  <a:pt x="868317" y="102379"/>
                </a:lnTo>
                <a:lnTo>
                  <a:pt x="867510" y="102404"/>
                </a:lnTo>
                <a:lnTo>
                  <a:pt x="866964" y="102391"/>
                </a:lnTo>
                <a:lnTo>
                  <a:pt x="866421" y="102353"/>
                </a:lnTo>
                <a:lnTo>
                  <a:pt x="865879" y="102290"/>
                </a:lnTo>
                <a:lnTo>
                  <a:pt x="865339" y="102202"/>
                </a:lnTo>
                <a:lnTo>
                  <a:pt x="864801" y="102088"/>
                </a:lnTo>
                <a:lnTo>
                  <a:pt x="864265" y="101949"/>
                </a:lnTo>
                <a:lnTo>
                  <a:pt x="863731" y="101785"/>
                </a:lnTo>
                <a:lnTo>
                  <a:pt x="863199" y="101596"/>
                </a:lnTo>
                <a:lnTo>
                  <a:pt x="862669" y="101381"/>
                </a:lnTo>
                <a:lnTo>
                  <a:pt x="862141" y="101141"/>
                </a:lnTo>
                <a:lnTo>
                  <a:pt x="861615" y="100876"/>
                </a:lnTo>
                <a:lnTo>
                  <a:pt x="861091" y="100586"/>
                </a:lnTo>
                <a:lnTo>
                  <a:pt x="860579" y="100272"/>
                </a:lnTo>
                <a:lnTo>
                  <a:pt x="860090" y="99936"/>
                </a:lnTo>
                <a:lnTo>
                  <a:pt x="859624" y="99579"/>
                </a:lnTo>
                <a:lnTo>
                  <a:pt x="859181" y="99200"/>
                </a:lnTo>
                <a:lnTo>
                  <a:pt x="858760" y="98799"/>
                </a:lnTo>
                <a:lnTo>
                  <a:pt x="858362" y="98376"/>
                </a:lnTo>
                <a:lnTo>
                  <a:pt x="857987" y="97932"/>
                </a:lnTo>
                <a:lnTo>
                  <a:pt x="857635" y="97465"/>
                </a:lnTo>
                <a:lnTo>
                  <a:pt x="857306" y="96977"/>
                </a:lnTo>
                <a:lnTo>
                  <a:pt x="856999" y="96468"/>
                </a:lnTo>
                <a:lnTo>
                  <a:pt x="856715" y="95936"/>
                </a:lnTo>
                <a:lnTo>
                  <a:pt x="856454" y="95383"/>
                </a:lnTo>
                <a:lnTo>
                  <a:pt x="856215" y="94793"/>
                </a:lnTo>
                <a:lnTo>
                  <a:pt x="855997" y="94152"/>
                </a:lnTo>
                <a:lnTo>
                  <a:pt x="855799" y="93460"/>
                </a:lnTo>
                <a:lnTo>
                  <a:pt x="855622" y="92717"/>
                </a:lnTo>
                <a:lnTo>
                  <a:pt x="855466" y="91923"/>
                </a:lnTo>
                <a:lnTo>
                  <a:pt x="855331" y="91078"/>
                </a:lnTo>
                <a:lnTo>
                  <a:pt x="855216" y="90182"/>
                </a:lnTo>
                <a:lnTo>
                  <a:pt x="855123" y="89235"/>
                </a:lnTo>
                <a:lnTo>
                  <a:pt x="855050" y="88237"/>
                </a:lnTo>
                <a:lnTo>
                  <a:pt x="854998" y="87188"/>
                </a:lnTo>
                <a:lnTo>
                  <a:pt x="854967" y="86088"/>
                </a:lnTo>
                <a:lnTo>
                  <a:pt x="854956" y="84937"/>
                </a:lnTo>
                <a:lnTo>
                  <a:pt x="854956" y="41019"/>
                </a:lnTo>
                <a:lnTo>
                  <a:pt x="844614" y="41019"/>
                </a:lnTo>
                <a:lnTo>
                  <a:pt x="844614" y="38669"/>
                </a:lnTo>
                <a:lnTo>
                  <a:pt x="845269" y="38392"/>
                </a:lnTo>
                <a:lnTo>
                  <a:pt x="845926" y="38084"/>
                </a:lnTo>
                <a:lnTo>
                  <a:pt x="846586" y="37747"/>
                </a:lnTo>
                <a:lnTo>
                  <a:pt x="847249" y="37379"/>
                </a:lnTo>
                <a:lnTo>
                  <a:pt x="847914" y="36981"/>
                </a:lnTo>
                <a:lnTo>
                  <a:pt x="848581" y="36553"/>
                </a:lnTo>
                <a:lnTo>
                  <a:pt x="849251" y="36094"/>
                </a:lnTo>
                <a:lnTo>
                  <a:pt x="849924" y="35605"/>
                </a:lnTo>
                <a:lnTo>
                  <a:pt x="850599" y="35086"/>
                </a:lnTo>
                <a:lnTo>
                  <a:pt x="851276" y="34537"/>
                </a:lnTo>
                <a:lnTo>
                  <a:pt x="851956" y="33957"/>
                </a:lnTo>
                <a:lnTo>
                  <a:pt x="852638" y="33348"/>
                </a:lnTo>
                <a:lnTo>
                  <a:pt x="853316" y="32713"/>
                </a:lnTo>
                <a:lnTo>
                  <a:pt x="853981" y="32059"/>
                </a:lnTo>
                <a:lnTo>
                  <a:pt x="854633" y="31386"/>
                </a:lnTo>
                <a:lnTo>
                  <a:pt x="855273" y="30693"/>
                </a:lnTo>
                <a:lnTo>
                  <a:pt x="855901" y="29981"/>
                </a:lnTo>
                <a:lnTo>
                  <a:pt x="856517" y="29250"/>
                </a:lnTo>
                <a:lnTo>
                  <a:pt x="857120" y="28499"/>
                </a:lnTo>
                <a:lnTo>
                  <a:pt x="857710" y="27729"/>
                </a:lnTo>
                <a:lnTo>
                  <a:pt x="858289" y="26939"/>
                </a:lnTo>
                <a:lnTo>
                  <a:pt x="858855" y="26131"/>
                </a:lnTo>
                <a:lnTo>
                  <a:pt x="859408" y="25302"/>
                </a:lnTo>
                <a:lnTo>
                  <a:pt x="859949" y="24455"/>
                </a:lnTo>
                <a:lnTo>
                  <a:pt x="860232" y="23972"/>
                </a:lnTo>
                <a:lnTo>
                  <a:pt x="860532" y="23426"/>
                </a:lnTo>
                <a:lnTo>
                  <a:pt x="860850" y="22817"/>
                </a:lnTo>
                <a:lnTo>
                  <a:pt x="861186" y="22146"/>
                </a:lnTo>
                <a:lnTo>
                  <a:pt x="861539" y="21413"/>
                </a:lnTo>
                <a:lnTo>
                  <a:pt x="861911" y="20617"/>
                </a:lnTo>
                <a:lnTo>
                  <a:pt x="862300" y="19758"/>
                </a:lnTo>
                <a:lnTo>
                  <a:pt x="862707" y="18837"/>
                </a:lnTo>
                <a:lnTo>
                  <a:pt x="863132" y="17853"/>
                </a:lnTo>
                <a:lnTo>
                  <a:pt x="863575" y="16807"/>
                </a:lnTo>
                <a:lnTo>
                  <a:pt x="864036" y="15699"/>
                </a:lnTo>
                <a:lnTo>
                  <a:pt x="864515" y="14527"/>
                </a:lnTo>
                <a:lnTo>
                  <a:pt x="866726" y="14527"/>
                </a:lnTo>
                <a:close/>
                <a:moveTo>
                  <a:pt x="919880" y="34182"/>
                </a:moveTo>
                <a:lnTo>
                  <a:pt x="922313" y="34260"/>
                </a:lnTo>
                <a:lnTo>
                  <a:pt x="924663" y="34494"/>
                </a:lnTo>
                <a:lnTo>
                  <a:pt x="926933" y="34885"/>
                </a:lnTo>
                <a:lnTo>
                  <a:pt x="929122" y="35431"/>
                </a:lnTo>
                <a:lnTo>
                  <a:pt x="931229" y="36134"/>
                </a:lnTo>
                <a:lnTo>
                  <a:pt x="933255" y="36992"/>
                </a:lnTo>
                <a:lnTo>
                  <a:pt x="935199" y="38007"/>
                </a:lnTo>
                <a:lnTo>
                  <a:pt x="937063" y="39178"/>
                </a:lnTo>
                <a:lnTo>
                  <a:pt x="938845" y="40505"/>
                </a:lnTo>
                <a:lnTo>
                  <a:pt x="940546" y="41988"/>
                </a:lnTo>
                <a:lnTo>
                  <a:pt x="942166" y="43627"/>
                </a:lnTo>
                <a:lnTo>
                  <a:pt x="943705" y="45423"/>
                </a:lnTo>
                <a:lnTo>
                  <a:pt x="944924" y="47043"/>
                </a:lnTo>
                <a:lnTo>
                  <a:pt x="946037" y="48703"/>
                </a:lnTo>
                <a:lnTo>
                  <a:pt x="947044" y="50402"/>
                </a:lnTo>
                <a:lnTo>
                  <a:pt x="947945" y="52141"/>
                </a:lnTo>
                <a:lnTo>
                  <a:pt x="948740" y="53919"/>
                </a:lnTo>
                <a:lnTo>
                  <a:pt x="949429" y="55737"/>
                </a:lnTo>
                <a:lnTo>
                  <a:pt x="950012" y="57595"/>
                </a:lnTo>
                <a:lnTo>
                  <a:pt x="950489" y="59492"/>
                </a:lnTo>
                <a:lnTo>
                  <a:pt x="950860" y="61429"/>
                </a:lnTo>
                <a:lnTo>
                  <a:pt x="951125" y="63405"/>
                </a:lnTo>
                <a:lnTo>
                  <a:pt x="951284" y="65421"/>
                </a:lnTo>
                <a:lnTo>
                  <a:pt x="951337" y="67476"/>
                </a:lnTo>
                <a:lnTo>
                  <a:pt x="951308" y="68936"/>
                </a:lnTo>
                <a:lnTo>
                  <a:pt x="951220" y="70399"/>
                </a:lnTo>
                <a:lnTo>
                  <a:pt x="951074" y="71865"/>
                </a:lnTo>
                <a:lnTo>
                  <a:pt x="950869" y="73334"/>
                </a:lnTo>
                <a:lnTo>
                  <a:pt x="950606" y="74805"/>
                </a:lnTo>
                <a:lnTo>
                  <a:pt x="950285" y="76280"/>
                </a:lnTo>
                <a:lnTo>
                  <a:pt x="949905" y="77758"/>
                </a:lnTo>
                <a:lnTo>
                  <a:pt x="949466" y="79238"/>
                </a:lnTo>
                <a:lnTo>
                  <a:pt x="948970" y="80722"/>
                </a:lnTo>
                <a:lnTo>
                  <a:pt x="948414" y="82208"/>
                </a:lnTo>
                <a:lnTo>
                  <a:pt x="947801" y="83698"/>
                </a:lnTo>
                <a:lnTo>
                  <a:pt x="947128" y="85191"/>
                </a:lnTo>
                <a:lnTo>
                  <a:pt x="946405" y="86654"/>
                </a:lnTo>
                <a:lnTo>
                  <a:pt x="945637" y="88055"/>
                </a:lnTo>
                <a:lnTo>
                  <a:pt x="944826" y="89396"/>
                </a:lnTo>
                <a:lnTo>
                  <a:pt x="943970" y="90675"/>
                </a:lnTo>
                <a:lnTo>
                  <a:pt x="943070" y="91893"/>
                </a:lnTo>
                <a:lnTo>
                  <a:pt x="942126" y="93050"/>
                </a:lnTo>
                <a:lnTo>
                  <a:pt x="941138" y="94146"/>
                </a:lnTo>
                <a:lnTo>
                  <a:pt x="940106" y="95180"/>
                </a:lnTo>
                <a:lnTo>
                  <a:pt x="939030" y="96153"/>
                </a:lnTo>
                <a:lnTo>
                  <a:pt x="937910" y="97065"/>
                </a:lnTo>
                <a:lnTo>
                  <a:pt x="936746" y="97916"/>
                </a:lnTo>
                <a:lnTo>
                  <a:pt x="935537" y="98705"/>
                </a:lnTo>
                <a:lnTo>
                  <a:pt x="934295" y="99433"/>
                </a:lnTo>
                <a:lnTo>
                  <a:pt x="933030" y="100097"/>
                </a:lnTo>
                <a:lnTo>
                  <a:pt x="931741" y="100697"/>
                </a:lnTo>
                <a:lnTo>
                  <a:pt x="930429" y="101235"/>
                </a:lnTo>
                <a:lnTo>
                  <a:pt x="929094" y="101709"/>
                </a:lnTo>
                <a:lnTo>
                  <a:pt x="927736" y="102120"/>
                </a:lnTo>
                <a:lnTo>
                  <a:pt x="926354" y="102468"/>
                </a:lnTo>
                <a:lnTo>
                  <a:pt x="924949" y="102753"/>
                </a:lnTo>
                <a:lnTo>
                  <a:pt x="923520" y="102974"/>
                </a:lnTo>
                <a:lnTo>
                  <a:pt x="922069" y="103132"/>
                </a:lnTo>
                <a:lnTo>
                  <a:pt x="920594" y="103227"/>
                </a:lnTo>
                <a:lnTo>
                  <a:pt x="919096" y="103259"/>
                </a:lnTo>
                <a:lnTo>
                  <a:pt x="916677" y="103177"/>
                </a:lnTo>
                <a:lnTo>
                  <a:pt x="914342" y="102932"/>
                </a:lnTo>
                <a:lnTo>
                  <a:pt x="912092" y="102525"/>
                </a:lnTo>
                <a:lnTo>
                  <a:pt x="909926" y="101954"/>
                </a:lnTo>
                <a:lnTo>
                  <a:pt x="907844" y="101221"/>
                </a:lnTo>
                <a:lnTo>
                  <a:pt x="905846" y="100324"/>
                </a:lnTo>
                <a:lnTo>
                  <a:pt x="903933" y="99264"/>
                </a:lnTo>
                <a:lnTo>
                  <a:pt x="902104" y="98041"/>
                </a:lnTo>
                <a:lnTo>
                  <a:pt x="900358" y="96655"/>
                </a:lnTo>
                <a:lnTo>
                  <a:pt x="898698" y="95106"/>
                </a:lnTo>
                <a:lnTo>
                  <a:pt x="897121" y="93395"/>
                </a:lnTo>
                <a:lnTo>
                  <a:pt x="895628" y="91520"/>
                </a:lnTo>
                <a:lnTo>
                  <a:pt x="894455" y="89855"/>
                </a:lnTo>
                <a:lnTo>
                  <a:pt x="893383" y="88157"/>
                </a:lnTo>
                <a:lnTo>
                  <a:pt x="892414" y="86425"/>
                </a:lnTo>
                <a:lnTo>
                  <a:pt x="891547" y="84659"/>
                </a:lnTo>
                <a:lnTo>
                  <a:pt x="890781" y="82860"/>
                </a:lnTo>
                <a:lnTo>
                  <a:pt x="890118" y="81027"/>
                </a:lnTo>
                <a:lnTo>
                  <a:pt x="889557" y="79161"/>
                </a:lnTo>
                <a:lnTo>
                  <a:pt x="889098" y="77261"/>
                </a:lnTo>
                <a:lnTo>
                  <a:pt x="888741" y="75328"/>
                </a:lnTo>
                <a:lnTo>
                  <a:pt x="888486" y="73361"/>
                </a:lnTo>
                <a:lnTo>
                  <a:pt x="888332" y="71360"/>
                </a:lnTo>
                <a:lnTo>
                  <a:pt x="888281" y="69326"/>
                </a:lnTo>
                <a:lnTo>
                  <a:pt x="888312" y="67832"/>
                </a:lnTo>
                <a:lnTo>
                  <a:pt x="888405" y="66341"/>
                </a:lnTo>
                <a:lnTo>
                  <a:pt x="888560" y="64850"/>
                </a:lnTo>
                <a:lnTo>
                  <a:pt x="888777" y="63362"/>
                </a:lnTo>
                <a:lnTo>
                  <a:pt x="889055" y="61874"/>
                </a:lnTo>
                <a:lnTo>
                  <a:pt x="889396" y="60388"/>
                </a:lnTo>
                <a:lnTo>
                  <a:pt x="889798" y="58904"/>
                </a:lnTo>
                <a:lnTo>
                  <a:pt x="890263" y="57421"/>
                </a:lnTo>
                <a:lnTo>
                  <a:pt x="890789" y="55940"/>
                </a:lnTo>
                <a:lnTo>
                  <a:pt x="891377" y="54460"/>
                </a:lnTo>
                <a:lnTo>
                  <a:pt x="892027" y="52982"/>
                </a:lnTo>
                <a:lnTo>
                  <a:pt x="892740" y="51505"/>
                </a:lnTo>
                <a:lnTo>
                  <a:pt x="893502" y="50061"/>
                </a:lnTo>
                <a:lnTo>
                  <a:pt x="894304" y="48681"/>
                </a:lnTo>
                <a:lnTo>
                  <a:pt x="895145" y="47365"/>
                </a:lnTo>
                <a:lnTo>
                  <a:pt x="896025" y="46114"/>
                </a:lnTo>
                <a:lnTo>
                  <a:pt x="896944" y="44927"/>
                </a:lnTo>
                <a:lnTo>
                  <a:pt x="897902" y="43804"/>
                </a:lnTo>
                <a:lnTo>
                  <a:pt x="898899" y="42745"/>
                </a:lnTo>
                <a:lnTo>
                  <a:pt x="899936" y="41750"/>
                </a:lnTo>
                <a:lnTo>
                  <a:pt x="901012" y="40820"/>
                </a:lnTo>
                <a:lnTo>
                  <a:pt x="902126" y="39954"/>
                </a:lnTo>
                <a:lnTo>
                  <a:pt x="903280" y="39152"/>
                </a:lnTo>
                <a:lnTo>
                  <a:pt x="904473" y="38415"/>
                </a:lnTo>
                <a:lnTo>
                  <a:pt x="905692" y="37739"/>
                </a:lnTo>
                <a:lnTo>
                  <a:pt x="906922" y="37122"/>
                </a:lnTo>
                <a:lnTo>
                  <a:pt x="908165" y="36563"/>
                </a:lnTo>
                <a:lnTo>
                  <a:pt x="909419" y="36063"/>
                </a:lnTo>
                <a:lnTo>
                  <a:pt x="910685" y="35622"/>
                </a:lnTo>
                <a:lnTo>
                  <a:pt x="911963" y="35240"/>
                </a:lnTo>
                <a:lnTo>
                  <a:pt x="913253" y="34917"/>
                </a:lnTo>
                <a:lnTo>
                  <a:pt x="914554" y="34652"/>
                </a:lnTo>
                <a:lnTo>
                  <a:pt x="915868" y="34447"/>
                </a:lnTo>
                <a:lnTo>
                  <a:pt x="917194" y="34300"/>
                </a:lnTo>
                <a:lnTo>
                  <a:pt x="918531" y="34212"/>
                </a:lnTo>
                <a:lnTo>
                  <a:pt x="919880" y="34182"/>
                </a:lnTo>
                <a:moveTo>
                  <a:pt x="917669" y="38882"/>
                </a:moveTo>
                <a:lnTo>
                  <a:pt x="917039" y="38898"/>
                </a:lnTo>
                <a:lnTo>
                  <a:pt x="916408" y="38944"/>
                </a:lnTo>
                <a:lnTo>
                  <a:pt x="915777" y="39022"/>
                </a:lnTo>
                <a:lnTo>
                  <a:pt x="915145" y="39131"/>
                </a:lnTo>
                <a:lnTo>
                  <a:pt x="914513" y="39271"/>
                </a:lnTo>
                <a:lnTo>
                  <a:pt x="913880" y="39442"/>
                </a:lnTo>
                <a:lnTo>
                  <a:pt x="913247" y="39645"/>
                </a:lnTo>
                <a:lnTo>
                  <a:pt x="912613" y="39878"/>
                </a:lnTo>
                <a:lnTo>
                  <a:pt x="911978" y="40143"/>
                </a:lnTo>
                <a:lnTo>
                  <a:pt x="911344" y="40438"/>
                </a:lnTo>
                <a:lnTo>
                  <a:pt x="910708" y="40765"/>
                </a:lnTo>
                <a:lnTo>
                  <a:pt x="910073" y="41123"/>
                </a:lnTo>
                <a:lnTo>
                  <a:pt x="909447" y="41520"/>
                </a:lnTo>
                <a:lnTo>
                  <a:pt x="908841" y="41964"/>
                </a:lnTo>
                <a:lnTo>
                  <a:pt x="908256" y="42455"/>
                </a:lnTo>
                <a:lnTo>
                  <a:pt x="907691" y="42992"/>
                </a:lnTo>
                <a:lnTo>
                  <a:pt x="907146" y="43577"/>
                </a:lnTo>
                <a:lnTo>
                  <a:pt x="906622" y="44209"/>
                </a:lnTo>
                <a:lnTo>
                  <a:pt x="906118" y="44887"/>
                </a:lnTo>
                <a:lnTo>
                  <a:pt x="905634" y="45613"/>
                </a:lnTo>
                <a:lnTo>
                  <a:pt x="905171" y="46385"/>
                </a:lnTo>
                <a:lnTo>
                  <a:pt x="904728" y="47204"/>
                </a:lnTo>
                <a:lnTo>
                  <a:pt x="904305" y="48070"/>
                </a:lnTo>
                <a:lnTo>
                  <a:pt x="903903" y="48983"/>
                </a:lnTo>
                <a:lnTo>
                  <a:pt x="903527" y="49942"/>
                </a:lnTo>
                <a:lnTo>
                  <a:pt x="903183" y="50945"/>
                </a:lnTo>
                <a:lnTo>
                  <a:pt x="902873" y="51993"/>
                </a:lnTo>
                <a:lnTo>
                  <a:pt x="902595" y="53085"/>
                </a:lnTo>
                <a:lnTo>
                  <a:pt x="902350" y="54221"/>
                </a:lnTo>
                <a:lnTo>
                  <a:pt x="902137" y="55402"/>
                </a:lnTo>
                <a:lnTo>
                  <a:pt x="901957" y="56628"/>
                </a:lnTo>
                <a:lnTo>
                  <a:pt x="901810" y="57898"/>
                </a:lnTo>
                <a:lnTo>
                  <a:pt x="901696" y="59212"/>
                </a:lnTo>
                <a:lnTo>
                  <a:pt x="901614" y="60571"/>
                </a:lnTo>
                <a:lnTo>
                  <a:pt x="901565" y="61974"/>
                </a:lnTo>
                <a:lnTo>
                  <a:pt x="901549" y="63422"/>
                </a:lnTo>
                <a:lnTo>
                  <a:pt x="901588" y="65765"/>
                </a:lnTo>
                <a:lnTo>
                  <a:pt x="901706" y="68055"/>
                </a:lnTo>
                <a:lnTo>
                  <a:pt x="901903" y="70290"/>
                </a:lnTo>
                <a:lnTo>
                  <a:pt x="902179" y="72470"/>
                </a:lnTo>
                <a:lnTo>
                  <a:pt x="902533" y="74597"/>
                </a:lnTo>
                <a:lnTo>
                  <a:pt x="902966" y="76669"/>
                </a:lnTo>
                <a:lnTo>
                  <a:pt x="903478" y="78687"/>
                </a:lnTo>
                <a:lnTo>
                  <a:pt x="904069" y="80650"/>
                </a:lnTo>
                <a:lnTo>
                  <a:pt x="904739" y="82559"/>
                </a:lnTo>
                <a:lnTo>
                  <a:pt x="905487" y="84414"/>
                </a:lnTo>
                <a:lnTo>
                  <a:pt x="906314" y="86215"/>
                </a:lnTo>
                <a:lnTo>
                  <a:pt x="907219" y="87961"/>
                </a:lnTo>
                <a:lnTo>
                  <a:pt x="908190" y="89608"/>
                </a:lnTo>
                <a:lnTo>
                  <a:pt x="909210" y="91112"/>
                </a:lnTo>
                <a:lnTo>
                  <a:pt x="910280" y="92473"/>
                </a:lnTo>
                <a:lnTo>
                  <a:pt x="911400" y="93690"/>
                </a:lnTo>
                <a:lnTo>
                  <a:pt x="912570" y="94765"/>
                </a:lnTo>
                <a:lnTo>
                  <a:pt x="913791" y="95696"/>
                </a:lnTo>
                <a:lnTo>
                  <a:pt x="915061" y="96483"/>
                </a:lnTo>
                <a:lnTo>
                  <a:pt x="916381" y="97128"/>
                </a:lnTo>
                <a:lnTo>
                  <a:pt x="917752" y="97629"/>
                </a:lnTo>
                <a:lnTo>
                  <a:pt x="919172" y="97987"/>
                </a:lnTo>
                <a:lnTo>
                  <a:pt x="920643" y="98202"/>
                </a:lnTo>
                <a:lnTo>
                  <a:pt x="922163" y="98274"/>
                </a:lnTo>
                <a:lnTo>
                  <a:pt x="923299" y="98234"/>
                </a:lnTo>
                <a:lnTo>
                  <a:pt x="924402" y="98116"/>
                </a:lnTo>
                <a:lnTo>
                  <a:pt x="925471" y="97918"/>
                </a:lnTo>
                <a:lnTo>
                  <a:pt x="926506" y="97641"/>
                </a:lnTo>
                <a:lnTo>
                  <a:pt x="927508" y="97286"/>
                </a:lnTo>
                <a:lnTo>
                  <a:pt x="928476" y="96851"/>
                </a:lnTo>
                <a:lnTo>
                  <a:pt x="929410" y="96337"/>
                </a:lnTo>
                <a:lnTo>
                  <a:pt x="930310" y="95745"/>
                </a:lnTo>
                <a:lnTo>
                  <a:pt x="931177" y="95073"/>
                </a:lnTo>
                <a:lnTo>
                  <a:pt x="932010" y="94322"/>
                </a:lnTo>
                <a:lnTo>
                  <a:pt x="932810" y="93492"/>
                </a:lnTo>
                <a:lnTo>
                  <a:pt x="933576" y="92583"/>
                </a:lnTo>
                <a:lnTo>
                  <a:pt x="934293" y="91578"/>
                </a:lnTo>
                <a:lnTo>
                  <a:pt x="934949" y="90459"/>
                </a:lnTo>
                <a:lnTo>
                  <a:pt x="935542" y="89227"/>
                </a:lnTo>
                <a:lnTo>
                  <a:pt x="936072" y="87881"/>
                </a:lnTo>
                <a:lnTo>
                  <a:pt x="936540" y="86421"/>
                </a:lnTo>
                <a:lnTo>
                  <a:pt x="936946" y="84848"/>
                </a:lnTo>
                <a:lnTo>
                  <a:pt x="937289" y="83162"/>
                </a:lnTo>
                <a:lnTo>
                  <a:pt x="937570" y="81361"/>
                </a:lnTo>
                <a:lnTo>
                  <a:pt x="937789" y="79447"/>
                </a:lnTo>
                <a:lnTo>
                  <a:pt x="937945" y="77420"/>
                </a:lnTo>
                <a:lnTo>
                  <a:pt x="938038" y="75279"/>
                </a:lnTo>
                <a:lnTo>
                  <a:pt x="938069" y="73024"/>
                </a:lnTo>
                <a:lnTo>
                  <a:pt x="938017" y="70183"/>
                </a:lnTo>
                <a:lnTo>
                  <a:pt x="937861" y="67444"/>
                </a:lnTo>
                <a:lnTo>
                  <a:pt x="937601" y="64809"/>
                </a:lnTo>
                <a:lnTo>
                  <a:pt x="937237" y="62276"/>
                </a:lnTo>
                <a:lnTo>
                  <a:pt x="936769" y="59845"/>
                </a:lnTo>
                <a:lnTo>
                  <a:pt x="936197" y="57518"/>
                </a:lnTo>
                <a:lnTo>
                  <a:pt x="935521" y="55293"/>
                </a:lnTo>
                <a:lnTo>
                  <a:pt x="934741" y="53171"/>
                </a:lnTo>
                <a:lnTo>
                  <a:pt x="933857" y="51151"/>
                </a:lnTo>
                <a:lnTo>
                  <a:pt x="932868" y="49235"/>
                </a:lnTo>
                <a:lnTo>
                  <a:pt x="931776" y="47421"/>
                </a:lnTo>
                <a:lnTo>
                  <a:pt x="930580" y="45710"/>
                </a:lnTo>
                <a:lnTo>
                  <a:pt x="929716" y="44619"/>
                </a:lnTo>
                <a:lnTo>
                  <a:pt x="928814" y="43624"/>
                </a:lnTo>
                <a:lnTo>
                  <a:pt x="927874" y="42723"/>
                </a:lnTo>
                <a:lnTo>
                  <a:pt x="926895" y="41917"/>
                </a:lnTo>
                <a:lnTo>
                  <a:pt x="925877" y="41205"/>
                </a:lnTo>
                <a:lnTo>
                  <a:pt x="924820" y="40589"/>
                </a:lnTo>
                <a:lnTo>
                  <a:pt x="923725" y="40068"/>
                </a:lnTo>
                <a:lnTo>
                  <a:pt x="922591" y="39641"/>
                </a:lnTo>
                <a:lnTo>
                  <a:pt x="921418" y="39309"/>
                </a:lnTo>
                <a:lnTo>
                  <a:pt x="920207" y="39072"/>
                </a:lnTo>
                <a:lnTo>
                  <a:pt x="918958" y="38930"/>
                </a:lnTo>
                <a:lnTo>
                  <a:pt x="917669" y="38882"/>
                </a:lnTo>
                <a:close/>
                <a:moveTo>
                  <a:pt x="962322" y="63095"/>
                </a:moveTo>
                <a:lnTo>
                  <a:pt x="999199" y="63095"/>
                </a:lnTo>
                <a:lnTo>
                  <a:pt x="999199" y="73848"/>
                </a:lnTo>
                <a:lnTo>
                  <a:pt x="962322" y="73848"/>
                </a:lnTo>
                <a:lnTo>
                  <a:pt x="962322" y="63095"/>
                </a:lnTo>
                <a:close/>
                <a:moveTo>
                  <a:pt x="1031825" y="0"/>
                </a:moveTo>
                <a:lnTo>
                  <a:pt x="1031825" y="86461"/>
                </a:lnTo>
                <a:lnTo>
                  <a:pt x="1031831" y="87453"/>
                </a:lnTo>
                <a:lnTo>
                  <a:pt x="1031850" y="88387"/>
                </a:lnTo>
                <a:lnTo>
                  <a:pt x="1031881" y="89263"/>
                </a:lnTo>
                <a:lnTo>
                  <a:pt x="1031924" y="90083"/>
                </a:lnTo>
                <a:lnTo>
                  <a:pt x="1031980" y="90845"/>
                </a:lnTo>
                <a:lnTo>
                  <a:pt x="1032048" y="91550"/>
                </a:lnTo>
                <a:lnTo>
                  <a:pt x="1032128" y="92197"/>
                </a:lnTo>
                <a:lnTo>
                  <a:pt x="1032221" y="92787"/>
                </a:lnTo>
                <a:lnTo>
                  <a:pt x="1032326" y="93320"/>
                </a:lnTo>
                <a:lnTo>
                  <a:pt x="1032444" y="93796"/>
                </a:lnTo>
                <a:lnTo>
                  <a:pt x="1032574" y="94214"/>
                </a:lnTo>
                <a:lnTo>
                  <a:pt x="1032716" y="94575"/>
                </a:lnTo>
                <a:lnTo>
                  <a:pt x="1032872" y="94900"/>
                </a:lnTo>
                <a:lnTo>
                  <a:pt x="1033040" y="95212"/>
                </a:lnTo>
                <a:lnTo>
                  <a:pt x="1033222" y="95511"/>
                </a:lnTo>
                <a:lnTo>
                  <a:pt x="1033418" y="95796"/>
                </a:lnTo>
                <a:lnTo>
                  <a:pt x="1033627" y="96068"/>
                </a:lnTo>
                <a:lnTo>
                  <a:pt x="1033849" y="96327"/>
                </a:lnTo>
                <a:lnTo>
                  <a:pt x="1034084" y="96572"/>
                </a:lnTo>
                <a:lnTo>
                  <a:pt x="1034333" y="96804"/>
                </a:lnTo>
                <a:lnTo>
                  <a:pt x="1034595" y="97023"/>
                </a:lnTo>
                <a:lnTo>
                  <a:pt x="1034871" y="97229"/>
                </a:lnTo>
                <a:lnTo>
                  <a:pt x="1035160" y="97421"/>
                </a:lnTo>
                <a:lnTo>
                  <a:pt x="1035463" y="97599"/>
                </a:lnTo>
                <a:lnTo>
                  <a:pt x="1035794" y="97764"/>
                </a:lnTo>
                <a:lnTo>
                  <a:pt x="1036170" y="97914"/>
                </a:lnTo>
                <a:lnTo>
                  <a:pt x="1036590" y="98050"/>
                </a:lnTo>
                <a:lnTo>
                  <a:pt x="1037056" y="98172"/>
                </a:lnTo>
                <a:lnTo>
                  <a:pt x="1037565" y="98279"/>
                </a:lnTo>
                <a:lnTo>
                  <a:pt x="1038120" y="98372"/>
                </a:lnTo>
                <a:lnTo>
                  <a:pt x="1038718" y="98451"/>
                </a:lnTo>
                <a:lnTo>
                  <a:pt x="1039362" y="98515"/>
                </a:lnTo>
                <a:lnTo>
                  <a:pt x="1040050" y="98565"/>
                </a:lnTo>
                <a:lnTo>
                  <a:pt x="1040783" y="98601"/>
                </a:lnTo>
                <a:lnTo>
                  <a:pt x="1041560" y="98623"/>
                </a:lnTo>
                <a:lnTo>
                  <a:pt x="1042382" y="98630"/>
                </a:lnTo>
                <a:lnTo>
                  <a:pt x="1042382" y="101265"/>
                </a:lnTo>
                <a:lnTo>
                  <a:pt x="1010355" y="101265"/>
                </a:lnTo>
                <a:lnTo>
                  <a:pt x="1010355" y="98630"/>
                </a:lnTo>
                <a:lnTo>
                  <a:pt x="1011084" y="98623"/>
                </a:lnTo>
                <a:lnTo>
                  <a:pt x="1011773" y="98604"/>
                </a:lnTo>
                <a:lnTo>
                  <a:pt x="1012423" y="98572"/>
                </a:lnTo>
                <a:lnTo>
                  <a:pt x="1013033" y="98527"/>
                </a:lnTo>
                <a:lnTo>
                  <a:pt x="1013604" y="98469"/>
                </a:lnTo>
                <a:lnTo>
                  <a:pt x="1014135" y="98399"/>
                </a:lnTo>
                <a:lnTo>
                  <a:pt x="1014626" y="98315"/>
                </a:lnTo>
                <a:lnTo>
                  <a:pt x="1015078" y="98219"/>
                </a:lnTo>
                <a:lnTo>
                  <a:pt x="1015490" y="98110"/>
                </a:lnTo>
                <a:lnTo>
                  <a:pt x="1015863" y="97988"/>
                </a:lnTo>
                <a:lnTo>
                  <a:pt x="1016196" y="97854"/>
                </a:lnTo>
                <a:lnTo>
                  <a:pt x="1016489" y="97706"/>
                </a:lnTo>
                <a:lnTo>
                  <a:pt x="1016757" y="97543"/>
                </a:lnTo>
                <a:lnTo>
                  <a:pt x="1017016" y="97364"/>
                </a:lnTo>
                <a:lnTo>
                  <a:pt x="1017265" y="97168"/>
                </a:lnTo>
                <a:lnTo>
                  <a:pt x="1017503" y="96955"/>
                </a:lnTo>
                <a:lnTo>
                  <a:pt x="1017732" y="96725"/>
                </a:lnTo>
                <a:lnTo>
                  <a:pt x="1017951" y="96478"/>
                </a:lnTo>
                <a:lnTo>
                  <a:pt x="1018160" y="96215"/>
                </a:lnTo>
                <a:lnTo>
                  <a:pt x="1018359" y="95935"/>
                </a:lnTo>
                <a:lnTo>
                  <a:pt x="1018549" y="95638"/>
                </a:lnTo>
                <a:lnTo>
                  <a:pt x="1018728" y="95324"/>
                </a:lnTo>
                <a:lnTo>
                  <a:pt x="1018897" y="94994"/>
                </a:lnTo>
                <a:lnTo>
                  <a:pt x="1019057" y="94646"/>
                </a:lnTo>
                <a:lnTo>
                  <a:pt x="1019205" y="94263"/>
                </a:lnTo>
                <a:lnTo>
                  <a:pt x="1019340" y="93825"/>
                </a:lnTo>
                <a:lnTo>
                  <a:pt x="1019462" y="93334"/>
                </a:lnTo>
                <a:lnTo>
                  <a:pt x="1019572" y="92787"/>
                </a:lnTo>
                <a:lnTo>
                  <a:pt x="1019669" y="92187"/>
                </a:lnTo>
                <a:lnTo>
                  <a:pt x="1019752" y="91532"/>
                </a:lnTo>
                <a:lnTo>
                  <a:pt x="1019823" y="90823"/>
                </a:lnTo>
                <a:lnTo>
                  <a:pt x="1019881" y="90059"/>
                </a:lnTo>
                <a:lnTo>
                  <a:pt x="1019926" y="89241"/>
                </a:lnTo>
                <a:lnTo>
                  <a:pt x="1019958" y="88369"/>
                </a:lnTo>
                <a:lnTo>
                  <a:pt x="1019978" y="87442"/>
                </a:lnTo>
                <a:lnTo>
                  <a:pt x="1019984" y="86461"/>
                </a:lnTo>
                <a:lnTo>
                  <a:pt x="1019984" y="27254"/>
                </a:lnTo>
                <a:lnTo>
                  <a:pt x="1019981" y="25475"/>
                </a:lnTo>
                <a:lnTo>
                  <a:pt x="1019970" y="23814"/>
                </a:lnTo>
                <a:lnTo>
                  <a:pt x="1019953" y="22271"/>
                </a:lnTo>
                <a:lnTo>
                  <a:pt x="1019929" y="20847"/>
                </a:lnTo>
                <a:lnTo>
                  <a:pt x="1019897" y="19540"/>
                </a:lnTo>
                <a:lnTo>
                  <a:pt x="1019859" y="18351"/>
                </a:lnTo>
                <a:lnTo>
                  <a:pt x="1019814" y="17281"/>
                </a:lnTo>
                <a:lnTo>
                  <a:pt x="1019762" y="16328"/>
                </a:lnTo>
                <a:lnTo>
                  <a:pt x="1019703" y="15494"/>
                </a:lnTo>
                <a:lnTo>
                  <a:pt x="1019637" y="14778"/>
                </a:lnTo>
                <a:lnTo>
                  <a:pt x="1019565" y="14180"/>
                </a:lnTo>
                <a:lnTo>
                  <a:pt x="1019485" y="13700"/>
                </a:lnTo>
                <a:lnTo>
                  <a:pt x="1019397" y="13289"/>
                </a:lnTo>
                <a:lnTo>
                  <a:pt x="1019301" y="12901"/>
                </a:lnTo>
                <a:lnTo>
                  <a:pt x="1019197" y="12536"/>
                </a:lnTo>
                <a:lnTo>
                  <a:pt x="1019085" y="12192"/>
                </a:lnTo>
                <a:lnTo>
                  <a:pt x="1018963" y="11871"/>
                </a:lnTo>
                <a:lnTo>
                  <a:pt x="1018834" y="11573"/>
                </a:lnTo>
                <a:lnTo>
                  <a:pt x="1018696" y="11296"/>
                </a:lnTo>
                <a:lnTo>
                  <a:pt x="1018550" y="11042"/>
                </a:lnTo>
                <a:lnTo>
                  <a:pt x="1018395" y="10810"/>
                </a:lnTo>
                <a:lnTo>
                  <a:pt x="1018232" y="10600"/>
                </a:lnTo>
                <a:lnTo>
                  <a:pt x="1018060" y="10413"/>
                </a:lnTo>
                <a:lnTo>
                  <a:pt x="1017880" y="10248"/>
                </a:lnTo>
                <a:lnTo>
                  <a:pt x="1017691" y="10100"/>
                </a:lnTo>
                <a:lnTo>
                  <a:pt x="1017494" y="9965"/>
                </a:lnTo>
                <a:lnTo>
                  <a:pt x="1017289" y="9843"/>
                </a:lnTo>
                <a:lnTo>
                  <a:pt x="1017075" y="9734"/>
                </a:lnTo>
                <a:lnTo>
                  <a:pt x="1016853" y="9637"/>
                </a:lnTo>
                <a:lnTo>
                  <a:pt x="1016623" y="9554"/>
                </a:lnTo>
                <a:lnTo>
                  <a:pt x="1016384" y="9483"/>
                </a:lnTo>
                <a:lnTo>
                  <a:pt x="1016136" y="9425"/>
                </a:lnTo>
                <a:lnTo>
                  <a:pt x="1015880" y="9380"/>
                </a:lnTo>
                <a:lnTo>
                  <a:pt x="1015616" y="9348"/>
                </a:lnTo>
                <a:lnTo>
                  <a:pt x="1015343" y="9329"/>
                </a:lnTo>
                <a:lnTo>
                  <a:pt x="1015062" y="9322"/>
                </a:lnTo>
                <a:lnTo>
                  <a:pt x="1014746" y="9330"/>
                </a:lnTo>
                <a:lnTo>
                  <a:pt x="1014416" y="9354"/>
                </a:lnTo>
                <a:lnTo>
                  <a:pt x="1014073" y="9393"/>
                </a:lnTo>
                <a:lnTo>
                  <a:pt x="1013715" y="9449"/>
                </a:lnTo>
                <a:lnTo>
                  <a:pt x="1013343" y="9520"/>
                </a:lnTo>
                <a:lnTo>
                  <a:pt x="1012958" y="9607"/>
                </a:lnTo>
                <a:lnTo>
                  <a:pt x="1012559" y="9710"/>
                </a:lnTo>
                <a:lnTo>
                  <a:pt x="1012146" y="9829"/>
                </a:lnTo>
                <a:lnTo>
                  <a:pt x="1011719" y="9963"/>
                </a:lnTo>
                <a:lnTo>
                  <a:pt x="1011278" y="10113"/>
                </a:lnTo>
                <a:lnTo>
                  <a:pt x="1010823" y="10280"/>
                </a:lnTo>
                <a:lnTo>
                  <a:pt x="1010355" y="10462"/>
                </a:lnTo>
                <a:lnTo>
                  <a:pt x="1009142" y="7969"/>
                </a:lnTo>
                <a:lnTo>
                  <a:pt x="1028615" y="0"/>
                </a:lnTo>
                <a:lnTo>
                  <a:pt x="1031825" y="0"/>
                </a:lnTo>
                <a:close/>
                <a:moveTo>
                  <a:pt x="1071998" y="0"/>
                </a:moveTo>
                <a:lnTo>
                  <a:pt x="1071998" y="86461"/>
                </a:lnTo>
                <a:lnTo>
                  <a:pt x="1072004" y="87453"/>
                </a:lnTo>
                <a:lnTo>
                  <a:pt x="1072022" y="88387"/>
                </a:lnTo>
                <a:lnTo>
                  <a:pt x="1072053" y="89263"/>
                </a:lnTo>
                <a:lnTo>
                  <a:pt x="1072097" y="90083"/>
                </a:lnTo>
                <a:lnTo>
                  <a:pt x="1072152" y="90845"/>
                </a:lnTo>
                <a:lnTo>
                  <a:pt x="1072220" y="91550"/>
                </a:lnTo>
                <a:lnTo>
                  <a:pt x="1072301" y="92197"/>
                </a:lnTo>
                <a:lnTo>
                  <a:pt x="1072394" y="92787"/>
                </a:lnTo>
                <a:lnTo>
                  <a:pt x="1072499" y="93320"/>
                </a:lnTo>
                <a:lnTo>
                  <a:pt x="1072617" y="93796"/>
                </a:lnTo>
                <a:lnTo>
                  <a:pt x="1072747" y="94214"/>
                </a:lnTo>
                <a:lnTo>
                  <a:pt x="1072889" y="94575"/>
                </a:lnTo>
                <a:lnTo>
                  <a:pt x="1073044" y="94900"/>
                </a:lnTo>
                <a:lnTo>
                  <a:pt x="1073213" y="95212"/>
                </a:lnTo>
                <a:lnTo>
                  <a:pt x="1073395" y="95511"/>
                </a:lnTo>
                <a:lnTo>
                  <a:pt x="1073591" y="95796"/>
                </a:lnTo>
                <a:lnTo>
                  <a:pt x="1073799" y="96068"/>
                </a:lnTo>
                <a:lnTo>
                  <a:pt x="1074021" y="96327"/>
                </a:lnTo>
                <a:lnTo>
                  <a:pt x="1074257" y="96572"/>
                </a:lnTo>
                <a:lnTo>
                  <a:pt x="1074506" y="96804"/>
                </a:lnTo>
                <a:lnTo>
                  <a:pt x="1074768" y="97023"/>
                </a:lnTo>
                <a:lnTo>
                  <a:pt x="1075044" y="97229"/>
                </a:lnTo>
                <a:lnTo>
                  <a:pt x="1075333" y="97421"/>
                </a:lnTo>
                <a:lnTo>
                  <a:pt x="1075635" y="97599"/>
                </a:lnTo>
                <a:lnTo>
                  <a:pt x="1075967" y="97764"/>
                </a:lnTo>
                <a:lnTo>
                  <a:pt x="1076343" y="97914"/>
                </a:lnTo>
                <a:lnTo>
                  <a:pt x="1076763" y="98050"/>
                </a:lnTo>
                <a:lnTo>
                  <a:pt x="1077228" y="98172"/>
                </a:lnTo>
                <a:lnTo>
                  <a:pt x="1077738" y="98279"/>
                </a:lnTo>
                <a:lnTo>
                  <a:pt x="1078292" y="98372"/>
                </a:lnTo>
                <a:lnTo>
                  <a:pt x="1078891" y="98451"/>
                </a:lnTo>
                <a:lnTo>
                  <a:pt x="1079535" y="98515"/>
                </a:lnTo>
                <a:lnTo>
                  <a:pt x="1080223" y="98565"/>
                </a:lnTo>
                <a:lnTo>
                  <a:pt x="1080955" y="98601"/>
                </a:lnTo>
                <a:lnTo>
                  <a:pt x="1081733" y="98623"/>
                </a:lnTo>
                <a:lnTo>
                  <a:pt x="1082554" y="98630"/>
                </a:lnTo>
                <a:lnTo>
                  <a:pt x="1082554" y="101265"/>
                </a:lnTo>
                <a:lnTo>
                  <a:pt x="1050527" y="101265"/>
                </a:lnTo>
                <a:lnTo>
                  <a:pt x="1050527" y="98630"/>
                </a:lnTo>
                <a:lnTo>
                  <a:pt x="1051256" y="98623"/>
                </a:lnTo>
                <a:lnTo>
                  <a:pt x="1051946" y="98604"/>
                </a:lnTo>
                <a:lnTo>
                  <a:pt x="1052596" y="98572"/>
                </a:lnTo>
                <a:lnTo>
                  <a:pt x="1053206" y="98527"/>
                </a:lnTo>
                <a:lnTo>
                  <a:pt x="1053777" y="98469"/>
                </a:lnTo>
                <a:lnTo>
                  <a:pt x="1054308" y="98399"/>
                </a:lnTo>
                <a:lnTo>
                  <a:pt x="1054799" y="98315"/>
                </a:lnTo>
                <a:lnTo>
                  <a:pt x="1055251" y="98219"/>
                </a:lnTo>
                <a:lnTo>
                  <a:pt x="1055663" y="98110"/>
                </a:lnTo>
                <a:lnTo>
                  <a:pt x="1056036" y="97988"/>
                </a:lnTo>
                <a:lnTo>
                  <a:pt x="1056368" y="97854"/>
                </a:lnTo>
                <a:lnTo>
                  <a:pt x="1056662" y="97706"/>
                </a:lnTo>
                <a:lnTo>
                  <a:pt x="1056930" y="97543"/>
                </a:lnTo>
                <a:lnTo>
                  <a:pt x="1057189" y="97364"/>
                </a:lnTo>
                <a:lnTo>
                  <a:pt x="1057437" y="97168"/>
                </a:lnTo>
                <a:lnTo>
                  <a:pt x="1057676" y="96955"/>
                </a:lnTo>
                <a:lnTo>
                  <a:pt x="1057905" y="96725"/>
                </a:lnTo>
                <a:lnTo>
                  <a:pt x="1058124" y="96478"/>
                </a:lnTo>
                <a:lnTo>
                  <a:pt x="1058333" y="96215"/>
                </a:lnTo>
                <a:lnTo>
                  <a:pt x="1058532" y="95935"/>
                </a:lnTo>
                <a:lnTo>
                  <a:pt x="1058721" y="95638"/>
                </a:lnTo>
                <a:lnTo>
                  <a:pt x="1058901" y="95324"/>
                </a:lnTo>
                <a:lnTo>
                  <a:pt x="1059070" y="94994"/>
                </a:lnTo>
                <a:lnTo>
                  <a:pt x="1059230" y="94646"/>
                </a:lnTo>
                <a:lnTo>
                  <a:pt x="1059378" y="94263"/>
                </a:lnTo>
                <a:lnTo>
                  <a:pt x="1059513" y="93825"/>
                </a:lnTo>
                <a:lnTo>
                  <a:pt x="1059635" y="93334"/>
                </a:lnTo>
                <a:lnTo>
                  <a:pt x="1059745" y="92787"/>
                </a:lnTo>
                <a:lnTo>
                  <a:pt x="1059841" y="92187"/>
                </a:lnTo>
                <a:lnTo>
                  <a:pt x="1059925" y="91532"/>
                </a:lnTo>
                <a:lnTo>
                  <a:pt x="1059996" y="90823"/>
                </a:lnTo>
                <a:lnTo>
                  <a:pt x="1060054" y="90059"/>
                </a:lnTo>
                <a:lnTo>
                  <a:pt x="1060099" y="89241"/>
                </a:lnTo>
                <a:lnTo>
                  <a:pt x="1060131" y="88369"/>
                </a:lnTo>
                <a:lnTo>
                  <a:pt x="1060150" y="87442"/>
                </a:lnTo>
                <a:lnTo>
                  <a:pt x="1060157" y="86461"/>
                </a:lnTo>
                <a:lnTo>
                  <a:pt x="1060157" y="27254"/>
                </a:lnTo>
                <a:lnTo>
                  <a:pt x="1060153" y="25475"/>
                </a:lnTo>
                <a:lnTo>
                  <a:pt x="1060143" y="23814"/>
                </a:lnTo>
                <a:lnTo>
                  <a:pt x="1060126" y="22271"/>
                </a:lnTo>
                <a:lnTo>
                  <a:pt x="1060101" y="20847"/>
                </a:lnTo>
                <a:lnTo>
                  <a:pt x="1060070" y="19540"/>
                </a:lnTo>
                <a:lnTo>
                  <a:pt x="1060032" y="18351"/>
                </a:lnTo>
                <a:lnTo>
                  <a:pt x="1059987" y="17281"/>
                </a:lnTo>
                <a:lnTo>
                  <a:pt x="1059935" y="16328"/>
                </a:lnTo>
                <a:lnTo>
                  <a:pt x="1059876" y="15494"/>
                </a:lnTo>
                <a:lnTo>
                  <a:pt x="1059810" y="14778"/>
                </a:lnTo>
                <a:lnTo>
                  <a:pt x="1059737" y="14180"/>
                </a:lnTo>
                <a:lnTo>
                  <a:pt x="1059658" y="13700"/>
                </a:lnTo>
                <a:lnTo>
                  <a:pt x="1059570" y="13289"/>
                </a:lnTo>
                <a:lnTo>
                  <a:pt x="1059474" y="12901"/>
                </a:lnTo>
                <a:lnTo>
                  <a:pt x="1059370" y="12536"/>
                </a:lnTo>
                <a:lnTo>
                  <a:pt x="1059257" y="12192"/>
                </a:lnTo>
                <a:lnTo>
                  <a:pt x="1059136" y="11871"/>
                </a:lnTo>
                <a:lnTo>
                  <a:pt x="1059007" y="11573"/>
                </a:lnTo>
                <a:lnTo>
                  <a:pt x="1058869" y="11296"/>
                </a:lnTo>
                <a:lnTo>
                  <a:pt x="1058722" y="11042"/>
                </a:lnTo>
                <a:lnTo>
                  <a:pt x="1058568" y="10810"/>
                </a:lnTo>
                <a:lnTo>
                  <a:pt x="1058404" y="10600"/>
                </a:lnTo>
                <a:lnTo>
                  <a:pt x="1058233" y="10413"/>
                </a:lnTo>
                <a:lnTo>
                  <a:pt x="1058053" y="10248"/>
                </a:lnTo>
                <a:lnTo>
                  <a:pt x="1057864" y="10100"/>
                </a:lnTo>
                <a:lnTo>
                  <a:pt x="1057667" y="9965"/>
                </a:lnTo>
                <a:lnTo>
                  <a:pt x="1057462" y="9843"/>
                </a:lnTo>
                <a:lnTo>
                  <a:pt x="1057248" y="9734"/>
                </a:lnTo>
                <a:lnTo>
                  <a:pt x="1057026" y="9637"/>
                </a:lnTo>
                <a:lnTo>
                  <a:pt x="1056795" y="9554"/>
                </a:lnTo>
                <a:lnTo>
                  <a:pt x="1056556" y="9483"/>
                </a:lnTo>
                <a:lnTo>
                  <a:pt x="1056309" y="9425"/>
                </a:lnTo>
                <a:lnTo>
                  <a:pt x="1056053" y="9380"/>
                </a:lnTo>
                <a:lnTo>
                  <a:pt x="1055789" y="9348"/>
                </a:lnTo>
                <a:lnTo>
                  <a:pt x="1055516" y="9329"/>
                </a:lnTo>
                <a:lnTo>
                  <a:pt x="1055235" y="9322"/>
                </a:lnTo>
                <a:lnTo>
                  <a:pt x="1054919" y="9330"/>
                </a:lnTo>
                <a:lnTo>
                  <a:pt x="1054589" y="9354"/>
                </a:lnTo>
                <a:lnTo>
                  <a:pt x="1054245" y="9393"/>
                </a:lnTo>
                <a:lnTo>
                  <a:pt x="1053888" y="9449"/>
                </a:lnTo>
                <a:lnTo>
                  <a:pt x="1053516" y="9520"/>
                </a:lnTo>
                <a:lnTo>
                  <a:pt x="1053131" y="9607"/>
                </a:lnTo>
                <a:lnTo>
                  <a:pt x="1052732" y="9710"/>
                </a:lnTo>
                <a:lnTo>
                  <a:pt x="1052318" y="9829"/>
                </a:lnTo>
                <a:lnTo>
                  <a:pt x="1051892" y="9963"/>
                </a:lnTo>
                <a:lnTo>
                  <a:pt x="1051451" y="10113"/>
                </a:lnTo>
                <a:lnTo>
                  <a:pt x="1050996" y="10280"/>
                </a:lnTo>
                <a:lnTo>
                  <a:pt x="1050527" y="10462"/>
                </a:lnTo>
                <a:lnTo>
                  <a:pt x="1049315" y="7969"/>
                </a:lnTo>
                <a:lnTo>
                  <a:pt x="1068788" y="0"/>
                </a:lnTo>
                <a:lnTo>
                  <a:pt x="1071998" y="0"/>
                </a:lnTo>
                <a:close/>
                <a:moveTo>
                  <a:pt x="1086350" y="36034"/>
                </a:moveTo>
                <a:lnTo>
                  <a:pt x="1117093" y="36034"/>
                </a:lnTo>
                <a:lnTo>
                  <a:pt x="1117093" y="38669"/>
                </a:lnTo>
                <a:lnTo>
                  <a:pt x="1115095" y="38669"/>
                </a:lnTo>
                <a:lnTo>
                  <a:pt x="1114641" y="38678"/>
                </a:lnTo>
                <a:lnTo>
                  <a:pt x="1114205" y="38706"/>
                </a:lnTo>
                <a:lnTo>
                  <a:pt x="1113787" y="38753"/>
                </a:lnTo>
                <a:lnTo>
                  <a:pt x="1113387" y="38819"/>
                </a:lnTo>
                <a:lnTo>
                  <a:pt x="1113006" y="38903"/>
                </a:lnTo>
                <a:lnTo>
                  <a:pt x="1112643" y="39007"/>
                </a:lnTo>
                <a:lnTo>
                  <a:pt x="1112299" y="39129"/>
                </a:lnTo>
                <a:lnTo>
                  <a:pt x="1111973" y="39270"/>
                </a:lnTo>
                <a:lnTo>
                  <a:pt x="1111665" y="39430"/>
                </a:lnTo>
                <a:lnTo>
                  <a:pt x="1111375" y="39608"/>
                </a:lnTo>
                <a:lnTo>
                  <a:pt x="1111104" y="39805"/>
                </a:lnTo>
                <a:lnTo>
                  <a:pt x="1110851" y="40022"/>
                </a:lnTo>
                <a:lnTo>
                  <a:pt x="1110618" y="40254"/>
                </a:lnTo>
                <a:lnTo>
                  <a:pt x="1110404" y="40498"/>
                </a:lnTo>
                <a:lnTo>
                  <a:pt x="1110211" y="40756"/>
                </a:lnTo>
                <a:lnTo>
                  <a:pt x="1110039" y="41026"/>
                </a:lnTo>
                <a:lnTo>
                  <a:pt x="1109887" y="41310"/>
                </a:lnTo>
                <a:lnTo>
                  <a:pt x="1109755" y="41606"/>
                </a:lnTo>
                <a:lnTo>
                  <a:pt x="1109643" y="41915"/>
                </a:lnTo>
                <a:lnTo>
                  <a:pt x="1109551" y="42237"/>
                </a:lnTo>
                <a:lnTo>
                  <a:pt x="1109480" y="42572"/>
                </a:lnTo>
                <a:lnTo>
                  <a:pt x="1109430" y="42920"/>
                </a:lnTo>
                <a:lnTo>
                  <a:pt x="1109399" y="43280"/>
                </a:lnTo>
                <a:lnTo>
                  <a:pt x="1109389" y="43653"/>
                </a:lnTo>
                <a:lnTo>
                  <a:pt x="1109399" y="44075"/>
                </a:lnTo>
                <a:lnTo>
                  <a:pt x="1109431" y="44510"/>
                </a:lnTo>
                <a:lnTo>
                  <a:pt x="1109483" y="44958"/>
                </a:lnTo>
                <a:lnTo>
                  <a:pt x="1109555" y="45418"/>
                </a:lnTo>
                <a:lnTo>
                  <a:pt x="1109649" y="45891"/>
                </a:lnTo>
                <a:lnTo>
                  <a:pt x="1109763" y="46377"/>
                </a:lnTo>
                <a:lnTo>
                  <a:pt x="1109899" y="46876"/>
                </a:lnTo>
                <a:lnTo>
                  <a:pt x="1110055" y="47388"/>
                </a:lnTo>
                <a:lnTo>
                  <a:pt x="1110232" y="47913"/>
                </a:lnTo>
                <a:lnTo>
                  <a:pt x="1110429" y="48450"/>
                </a:lnTo>
                <a:lnTo>
                  <a:pt x="1110648" y="49001"/>
                </a:lnTo>
                <a:lnTo>
                  <a:pt x="1110887" y="49564"/>
                </a:lnTo>
                <a:lnTo>
                  <a:pt x="1126080" y="85598"/>
                </a:lnTo>
                <a:lnTo>
                  <a:pt x="1141345" y="48211"/>
                </a:lnTo>
                <a:lnTo>
                  <a:pt x="1141607" y="47560"/>
                </a:lnTo>
                <a:lnTo>
                  <a:pt x="1141846" y="46935"/>
                </a:lnTo>
                <a:lnTo>
                  <a:pt x="1142062" y="46337"/>
                </a:lnTo>
                <a:lnTo>
                  <a:pt x="1142256" y="45766"/>
                </a:lnTo>
                <a:lnTo>
                  <a:pt x="1142427" y="45222"/>
                </a:lnTo>
                <a:lnTo>
                  <a:pt x="1142575" y="44704"/>
                </a:lnTo>
                <a:lnTo>
                  <a:pt x="1142700" y="44213"/>
                </a:lnTo>
                <a:lnTo>
                  <a:pt x="1142803" y="43748"/>
                </a:lnTo>
                <a:lnTo>
                  <a:pt x="1142883" y="43311"/>
                </a:lnTo>
                <a:lnTo>
                  <a:pt x="1142940" y="42900"/>
                </a:lnTo>
                <a:lnTo>
                  <a:pt x="1142974" y="42516"/>
                </a:lnTo>
                <a:lnTo>
                  <a:pt x="1142985" y="42158"/>
                </a:lnTo>
                <a:lnTo>
                  <a:pt x="1142981" y="41994"/>
                </a:lnTo>
                <a:lnTo>
                  <a:pt x="1142969" y="41836"/>
                </a:lnTo>
                <a:lnTo>
                  <a:pt x="1142950" y="41682"/>
                </a:lnTo>
                <a:lnTo>
                  <a:pt x="1142922" y="41533"/>
                </a:lnTo>
                <a:lnTo>
                  <a:pt x="1142886" y="41389"/>
                </a:lnTo>
                <a:lnTo>
                  <a:pt x="1142843" y="41250"/>
                </a:lnTo>
                <a:lnTo>
                  <a:pt x="1142791" y="41116"/>
                </a:lnTo>
                <a:lnTo>
                  <a:pt x="1142732" y="40987"/>
                </a:lnTo>
                <a:lnTo>
                  <a:pt x="1142664" y="40863"/>
                </a:lnTo>
                <a:lnTo>
                  <a:pt x="1142589" y="40744"/>
                </a:lnTo>
                <a:lnTo>
                  <a:pt x="1142506" y="40629"/>
                </a:lnTo>
                <a:lnTo>
                  <a:pt x="1142415" y="40520"/>
                </a:lnTo>
                <a:lnTo>
                  <a:pt x="1142281" y="40347"/>
                </a:lnTo>
                <a:lnTo>
                  <a:pt x="1142141" y="40183"/>
                </a:lnTo>
                <a:lnTo>
                  <a:pt x="1141995" y="40028"/>
                </a:lnTo>
                <a:lnTo>
                  <a:pt x="1141844" y="39883"/>
                </a:lnTo>
                <a:lnTo>
                  <a:pt x="1141686" y="39747"/>
                </a:lnTo>
                <a:lnTo>
                  <a:pt x="1141523" y="39621"/>
                </a:lnTo>
                <a:lnTo>
                  <a:pt x="1141354" y="39504"/>
                </a:lnTo>
                <a:lnTo>
                  <a:pt x="1141178" y="39396"/>
                </a:lnTo>
                <a:lnTo>
                  <a:pt x="1140997" y="39298"/>
                </a:lnTo>
                <a:lnTo>
                  <a:pt x="1140810" y="39210"/>
                </a:lnTo>
                <a:lnTo>
                  <a:pt x="1140616" y="39130"/>
                </a:lnTo>
                <a:lnTo>
                  <a:pt x="1140417" y="39060"/>
                </a:lnTo>
                <a:lnTo>
                  <a:pt x="1140198" y="38998"/>
                </a:lnTo>
                <a:lnTo>
                  <a:pt x="1139944" y="38941"/>
                </a:lnTo>
                <a:lnTo>
                  <a:pt x="1139655" y="38889"/>
                </a:lnTo>
                <a:lnTo>
                  <a:pt x="1139332" y="38843"/>
                </a:lnTo>
                <a:lnTo>
                  <a:pt x="1138973" y="38802"/>
                </a:lnTo>
                <a:lnTo>
                  <a:pt x="1138581" y="38766"/>
                </a:lnTo>
                <a:lnTo>
                  <a:pt x="1138153" y="38737"/>
                </a:lnTo>
                <a:lnTo>
                  <a:pt x="1137691" y="38712"/>
                </a:lnTo>
                <a:lnTo>
                  <a:pt x="1137194" y="38693"/>
                </a:lnTo>
                <a:lnTo>
                  <a:pt x="1136663" y="38679"/>
                </a:lnTo>
                <a:lnTo>
                  <a:pt x="1136096" y="38671"/>
                </a:lnTo>
                <a:lnTo>
                  <a:pt x="1135496" y="38669"/>
                </a:lnTo>
                <a:lnTo>
                  <a:pt x="1135496" y="36034"/>
                </a:lnTo>
                <a:lnTo>
                  <a:pt x="1156823" y="36034"/>
                </a:lnTo>
                <a:lnTo>
                  <a:pt x="1156823" y="38669"/>
                </a:lnTo>
                <a:lnTo>
                  <a:pt x="1156221" y="38722"/>
                </a:lnTo>
                <a:lnTo>
                  <a:pt x="1155650" y="38789"/>
                </a:lnTo>
                <a:lnTo>
                  <a:pt x="1155111" y="38869"/>
                </a:lnTo>
                <a:lnTo>
                  <a:pt x="1154604" y="38961"/>
                </a:lnTo>
                <a:lnTo>
                  <a:pt x="1154128" y="39067"/>
                </a:lnTo>
                <a:lnTo>
                  <a:pt x="1153685" y="39185"/>
                </a:lnTo>
                <a:lnTo>
                  <a:pt x="1153272" y="39316"/>
                </a:lnTo>
                <a:lnTo>
                  <a:pt x="1152892" y="39460"/>
                </a:lnTo>
                <a:lnTo>
                  <a:pt x="1152543" y="39617"/>
                </a:lnTo>
                <a:lnTo>
                  <a:pt x="1152226" y="39786"/>
                </a:lnTo>
                <a:lnTo>
                  <a:pt x="1151941" y="39969"/>
                </a:lnTo>
                <a:lnTo>
                  <a:pt x="1151687" y="40164"/>
                </a:lnTo>
                <a:lnTo>
                  <a:pt x="1151275" y="40540"/>
                </a:lnTo>
                <a:lnTo>
                  <a:pt x="1150869" y="40955"/>
                </a:lnTo>
                <a:lnTo>
                  <a:pt x="1150470" y="41410"/>
                </a:lnTo>
                <a:lnTo>
                  <a:pt x="1150079" y="41905"/>
                </a:lnTo>
                <a:lnTo>
                  <a:pt x="1149694" y="42439"/>
                </a:lnTo>
                <a:lnTo>
                  <a:pt x="1149316" y="43013"/>
                </a:lnTo>
                <a:lnTo>
                  <a:pt x="1148945" y="43626"/>
                </a:lnTo>
                <a:lnTo>
                  <a:pt x="1148581" y="44279"/>
                </a:lnTo>
                <a:lnTo>
                  <a:pt x="1148223" y="44971"/>
                </a:lnTo>
                <a:lnTo>
                  <a:pt x="1147873" y="45703"/>
                </a:lnTo>
                <a:lnTo>
                  <a:pt x="1147530" y="46474"/>
                </a:lnTo>
                <a:lnTo>
                  <a:pt x="1147194" y="47285"/>
                </a:lnTo>
                <a:lnTo>
                  <a:pt x="1124012" y="103259"/>
                </a:lnTo>
                <a:lnTo>
                  <a:pt x="1121087" y="103259"/>
                </a:lnTo>
                <a:lnTo>
                  <a:pt x="1097762" y="48211"/>
                </a:lnTo>
                <a:lnTo>
                  <a:pt x="1097502" y="47585"/>
                </a:lnTo>
                <a:lnTo>
                  <a:pt x="1097243" y="46990"/>
                </a:lnTo>
                <a:lnTo>
                  <a:pt x="1096987" y="46424"/>
                </a:lnTo>
                <a:lnTo>
                  <a:pt x="1096732" y="45889"/>
                </a:lnTo>
                <a:lnTo>
                  <a:pt x="1096479" y="45384"/>
                </a:lnTo>
                <a:lnTo>
                  <a:pt x="1096229" y="44909"/>
                </a:lnTo>
                <a:lnTo>
                  <a:pt x="1095980" y="44464"/>
                </a:lnTo>
                <a:lnTo>
                  <a:pt x="1095733" y="44049"/>
                </a:lnTo>
                <a:lnTo>
                  <a:pt x="1095489" y="43665"/>
                </a:lnTo>
                <a:lnTo>
                  <a:pt x="1095246" y="43310"/>
                </a:lnTo>
                <a:lnTo>
                  <a:pt x="1095005" y="42986"/>
                </a:lnTo>
                <a:lnTo>
                  <a:pt x="1094766" y="42692"/>
                </a:lnTo>
                <a:lnTo>
                  <a:pt x="1094523" y="42417"/>
                </a:lnTo>
                <a:lnTo>
                  <a:pt x="1094269" y="42149"/>
                </a:lnTo>
                <a:lnTo>
                  <a:pt x="1094004" y="41889"/>
                </a:lnTo>
                <a:lnTo>
                  <a:pt x="1093728" y="41636"/>
                </a:lnTo>
                <a:lnTo>
                  <a:pt x="1093441" y="41390"/>
                </a:lnTo>
                <a:lnTo>
                  <a:pt x="1093144" y="41152"/>
                </a:lnTo>
                <a:lnTo>
                  <a:pt x="1092835" y="40921"/>
                </a:lnTo>
                <a:lnTo>
                  <a:pt x="1092516" y="40698"/>
                </a:lnTo>
                <a:lnTo>
                  <a:pt x="1092185" y="40482"/>
                </a:lnTo>
                <a:lnTo>
                  <a:pt x="1091844" y="40274"/>
                </a:lnTo>
                <a:lnTo>
                  <a:pt x="1091492" y="40073"/>
                </a:lnTo>
                <a:lnTo>
                  <a:pt x="1091129" y="39879"/>
                </a:lnTo>
                <a:lnTo>
                  <a:pt x="1090910" y="39773"/>
                </a:lnTo>
                <a:lnTo>
                  <a:pt x="1090659" y="39667"/>
                </a:lnTo>
                <a:lnTo>
                  <a:pt x="1090375" y="39563"/>
                </a:lnTo>
                <a:lnTo>
                  <a:pt x="1090059" y="39460"/>
                </a:lnTo>
                <a:lnTo>
                  <a:pt x="1089709" y="39357"/>
                </a:lnTo>
                <a:lnTo>
                  <a:pt x="1089328" y="39256"/>
                </a:lnTo>
                <a:lnTo>
                  <a:pt x="1088913" y="39156"/>
                </a:lnTo>
                <a:lnTo>
                  <a:pt x="1088466" y="39056"/>
                </a:lnTo>
                <a:lnTo>
                  <a:pt x="1087986" y="38958"/>
                </a:lnTo>
                <a:lnTo>
                  <a:pt x="1087473" y="38860"/>
                </a:lnTo>
                <a:lnTo>
                  <a:pt x="1086928" y="38764"/>
                </a:lnTo>
                <a:lnTo>
                  <a:pt x="1086350" y="38669"/>
                </a:lnTo>
                <a:lnTo>
                  <a:pt x="1086350" y="36034"/>
                </a:lnTo>
                <a:close/>
                <a:moveTo>
                  <a:pt x="1182145" y="48069"/>
                </a:moveTo>
                <a:lnTo>
                  <a:pt x="1183293" y="46924"/>
                </a:lnTo>
                <a:lnTo>
                  <a:pt x="1184360" y="45863"/>
                </a:lnTo>
                <a:lnTo>
                  <a:pt x="1185346" y="44886"/>
                </a:lnTo>
                <a:lnTo>
                  <a:pt x="1186250" y="43994"/>
                </a:lnTo>
                <a:lnTo>
                  <a:pt x="1187073" y="43185"/>
                </a:lnTo>
                <a:lnTo>
                  <a:pt x="1187815" y="42461"/>
                </a:lnTo>
                <a:lnTo>
                  <a:pt x="1188476" y="41820"/>
                </a:lnTo>
                <a:lnTo>
                  <a:pt x="1189056" y="41264"/>
                </a:lnTo>
                <a:lnTo>
                  <a:pt x="1189554" y="40792"/>
                </a:lnTo>
                <a:lnTo>
                  <a:pt x="1189971" y="40403"/>
                </a:lnTo>
                <a:lnTo>
                  <a:pt x="1190307" y="40099"/>
                </a:lnTo>
                <a:lnTo>
                  <a:pt x="1190562" y="39879"/>
                </a:lnTo>
                <a:lnTo>
                  <a:pt x="1191100" y="39437"/>
                </a:lnTo>
                <a:lnTo>
                  <a:pt x="1191645" y="39011"/>
                </a:lnTo>
                <a:lnTo>
                  <a:pt x="1192198" y="38602"/>
                </a:lnTo>
                <a:lnTo>
                  <a:pt x="1192757" y="38210"/>
                </a:lnTo>
                <a:lnTo>
                  <a:pt x="1193323" y="37834"/>
                </a:lnTo>
                <a:lnTo>
                  <a:pt x="1193896" y="37476"/>
                </a:lnTo>
                <a:lnTo>
                  <a:pt x="1194476" y="37134"/>
                </a:lnTo>
                <a:lnTo>
                  <a:pt x="1195063" y="36809"/>
                </a:lnTo>
                <a:lnTo>
                  <a:pt x="1195657" y="36501"/>
                </a:lnTo>
                <a:lnTo>
                  <a:pt x="1196258" y="36210"/>
                </a:lnTo>
                <a:lnTo>
                  <a:pt x="1196866" y="35935"/>
                </a:lnTo>
                <a:lnTo>
                  <a:pt x="1197481" y="35678"/>
                </a:lnTo>
                <a:lnTo>
                  <a:pt x="1198098" y="35439"/>
                </a:lnTo>
                <a:lnTo>
                  <a:pt x="1198715" y="35221"/>
                </a:lnTo>
                <a:lnTo>
                  <a:pt x="1199331" y="35023"/>
                </a:lnTo>
                <a:lnTo>
                  <a:pt x="1199945" y="34847"/>
                </a:lnTo>
                <a:lnTo>
                  <a:pt x="1200559" y="34691"/>
                </a:lnTo>
                <a:lnTo>
                  <a:pt x="1201172" y="34556"/>
                </a:lnTo>
                <a:lnTo>
                  <a:pt x="1201784" y="34442"/>
                </a:lnTo>
                <a:lnTo>
                  <a:pt x="1202394" y="34348"/>
                </a:lnTo>
                <a:lnTo>
                  <a:pt x="1203004" y="34276"/>
                </a:lnTo>
                <a:lnTo>
                  <a:pt x="1203613" y="34224"/>
                </a:lnTo>
                <a:lnTo>
                  <a:pt x="1204221" y="34193"/>
                </a:lnTo>
                <a:lnTo>
                  <a:pt x="1204828" y="34182"/>
                </a:lnTo>
                <a:lnTo>
                  <a:pt x="1205838" y="34207"/>
                </a:lnTo>
                <a:lnTo>
                  <a:pt x="1206825" y="34281"/>
                </a:lnTo>
                <a:lnTo>
                  <a:pt x="1207788" y="34405"/>
                </a:lnTo>
                <a:lnTo>
                  <a:pt x="1208727" y="34578"/>
                </a:lnTo>
                <a:lnTo>
                  <a:pt x="1209642" y="34800"/>
                </a:lnTo>
                <a:lnTo>
                  <a:pt x="1210534" y="35072"/>
                </a:lnTo>
                <a:lnTo>
                  <a:pt x="1211402" y="35394"/>
                </a:lnTo>
                <a:lnTo>
                  <a:pt x="1212246" y="35765"/>
                </a:lnTo>
                <a:lnTo>
                  <a:pt x="1213066" y="36185"/>
                </a:lnTo>
                <a:lnTo>
                  <a:pt x="1213863" y="36655"/>
                </a:lnTo>
                <a:lnTo>
                  <a:pt x="1214635" y="37174"/>
                </a:lnTo>
                <a:lnTo>
                  <a:pt x="1215384" y="37743"/>
                </a:lnTo>
                <a:lnTo>
                  <a:pt x="1216101" y="38358"/>
                </a:lnTo>
                <a:lnTo>
                  <a:pt x="1216777" y="39019"/>
                </a:lnTo>
                <a:lnTo>
                  <a:pt x="1217413" y="39723"/>
                </a:lnTo>
                <a:lnTo>
                  <a:pt x="1218008" y="40473"/>
                </a:lnTo>
                <a:lnTo>
                  <a:pt x="1218562" y="41266"/>
                </a:lnTo>
                <a:lnTo>
                  <a:pt x="1219076" y="42105"/>
                </a:lnTo>
                <a:lnTo>
                  <a:pt x="1219549" y="42987"/>
                </a:lnTo>
                <a:lnTo>
                  <a:pt x="1219981" y="43915"/>
                </a:lnTo>
                <a:lnTo>
                  <a:pt x="1220373" y="44886"/>
                </a:lnTo>
                <a:lnTo>
                  <a:pt x="1220724" y="45903"/>
                </a:lnTo>
                <a:lnTo>
                  <a:pt x="1221035" y="46963"/>
                </a:lnTo>
                <a:lnTo>
                  <a:pt x="1221305" y="48069"/>
                </a:lnTo>
                <a:lnTo>
                  <a:pt x="1222513" y="46685"/>
                </a:lnTo>
                <a:lnTo>
                  <a:pt x="1223690" y="45383"/>
                </a:lnTo>
                <a:lnTo>
                  <a:pt x="1224836" y="44163"/>
                </a:lnTo>
                <a:lnTo>
                  <a:pt x="1225949" y="43024"/>
                </a:lnTo>
                <a:lnTo>
                  <a:pt x="1227031" y="41967"/>
                </a:lnTo>
                <a:lnTo>
                  <a:pt x="1228081" y="40992"/>
                </a:lnTo>
                <a:lnTo>
                  <a:pt x="1229099" y="40098"/>
                </a:lnTo>
                <a:lnTo>
                  <a:pt x="1230086" y="39286"/>
                </a:lnTo>
                <a:lnTo>
                  <a:pt x="1231041" y="38555"/>
                </a:lnTo>
                <a:lnTo>
                  <a:pt x="1231965" y="37906"/>
                </a:lnTo>
                <a:lnTo>
                  <a:pt x="1232856" y="37338"/>
                </a:lnTo>
                <a:lnTo>
                  <a:pt x="1233716" y="36853"/>
                </a:lnTo>
                <a:lnTo>
                  <a:pt x="1234562" y="36426"/>
                </a:lnTo>
                <a:lnTo>
                  <a:pt x="1235412" y="36037"/>
                </a:lnTo>
                <a:lnTo>
                  <a:pt x="1236266" y="35684"/>
                </a:lnTo>
                <a:lnTo>
                  <a:pt x="1237124" y="35369"/>
                </a:lnTo>
                <a:lnTo>
                  <a:pt x="1237986" y="35091"/>
                </a:lnTo>
                <a:lnTo>
                  <a:pt x="1238852" y="34850"/>
                </a:lnTo>
                <a:lnTo>
                  <a:pt x="1239722" y="34646"/>
                </a:lnTo>
                <a:lnTo>
                  <a:pt x="1240595" y="34479"/>
                </a:lnTo>
                <a:lnTo>
                  <a:pt x="1241473" y="34349"/>
                </a:lnTo>
                <a:lnTo>
                  <a:pt x="1242355" y="34256"/>
                </a:lnTo>
                <a:lnTo>
                  <a:pt x="1243241" y="34201"/>
                </a:lnTo>
                <a:lnTo>
                  <a:pt x="1244130" y="34182"/>
                </a:lnTo>
                <a:lnTo>
                  <a:pt x="1244990" y="34201"/>
                </a:lnTo>
                <a:lnTo>
                  <a:pt x="1245833" y="34256"/>
                </a:lnTo>
                <a:lnTo>
                  <a:pt x="1246660" y="34349"/>
                </a:lnTo>
                <a:lnTo>
                  <a:pt x="1247471" y="34478"/>
                </a:lnTo>
                <a:lnTo>
                  <a:pt x="1248265" y="34645"/>
                </a:lnTo>
                <a:lnTo>
                  <a:pt x="1249043" y="34849"/>
                </a:lnTo>
                <a:lnTo>
                  <a:pt x="1249805" y="35089"/>
                </a:lnTo>
                <a:lnTo>
                  <a:pt x="1250550" y="35367"/>
                </a:lnTo>
                <a:lnTo>
                  <a:pt x="1251279" y="35682"/>
                </a:lnTo>
                <a:lnTo>
                  <a:pt x="1251991" y="36034"/>
                </a:lnTo>
                <a:lnTo>
                  <a:pt x="1252687" y="36422"/>
                </a:lnTo>
                <a:lnTo>
                  <a:pt x="1253367" y="36848"/>
                </a:lnTo>
                <a:lnTo>
                  <a:pt x="1254027" y="37316"/>
                </a:lnTo>
                <a:lnTo>
                  <a:pt x="1254664" y="37830"/>
                </a:lnTo>
                <a:lnTo>
                  <a:pt x="1255278" y="38391"/>
                </a:lnTo>
                <a:lnTo>
                  <a:pt x="1255868" y="38999"/>
                </a:lnTo>
                <a:lnTo>
                  <a:pt x="1256435" y="39654"/>
                </a:lnTo>
                <a:lnTo>
                  <a:pt x="1256978" y="40356"/>
                </a:lnTo>
                <a:lnTo>
                  <a:pt x="1257499" y="41105"/>
                </a:lnTo>
                <a:lnTo>
                  <a:pt x="1257996" y="41900"/>
                </a:lnTo>
                <a:lnTo>
                  <a:pt x="1258470" y="42743"/>
                </a:lnTo>
                <a:lnTo>
                  <a:pt x="1258920" y="43632"/>
                </a:lnTo>
                <a:lnTo>
                  <a:pt x="1259347" y="44569"/>
                </a:lnTo>
                <a:lnTo>
                  <a:pt x="1259751" y="45552"/>
                </a:lnTo>
                <a:lnTo>
                  <a:pt x="1260002" y="46271"/>
                </a:lnTo>
                <a:lnTo>
                  <a:pt x="1260231" y="47056"/>
                </a:lnTo>
                <a:lnTo>
                  <a:pt x="1260438" y="47905"/>
                </a:lnTo>
                <a:lnTo>
                  <a:pt x="1260623" y="48820"/>
                </a:lnTo>
                <a:lnTo>
                  <a:pt x="1260787" y="49800"/>
                </a:lnTo>
                <a:lnTo>
                  <a:pt x="1260928" y="50845"/>
                </a:lnTo>
                <a:lnTo>
                  <a:pt x="1261048" y="51956"/>
                </a:lnTo>
                <a:lnTo>
                  <a:pt x="1261146" y="53131"/>
                </a:lnTo>
                <a:lnTo>
                  <a:pt x="1261223" y="54371"/>
                </a:lnTo>
                <a:lnTo>
                  <a:pt x="1261277" y="55677"/>
                </a:lnTo>
                <a:lnTo>
                  <a:pt x="1261310" y="57048"/>
                </a:lnTo>
                <a:lnTo>
                  <a:pt x="1261321" y="58483"/>
                </a:lnTo>
                <a:lnTo>
                  <a:pt x="1261321" y="86479"/>
                </a:lnTo>
                <a:lnTo>
                  <a:pt x="1261327" y="87471"/>
                </a:lnTo>
                <a:lnTo>
                  <a:pt x="1261346" y="88409"/>
                </a:lnTo>
                <a:lnTo>
                  <a:pt x="1261379" y="89295"/>
                </a:lnTo>
                <a:lnTo>
                  <a:pt x="1261424" y="90127"/>
                </a:lnTo>
                <a:lnTo>
                  <a:pt x="1261482" y="90905"/>
                </a:lnTo>
                <a:lnTo>
                  <a:pt x="1261552" y="91631"/>
                </a:lnTo>
                <a:lnTo>
                  <a:pt x="1261636" y="92303"/>
                </a:lnTo>
                <a:lnTo>
                  <a:pt x="1261733" y="92922"/>
                </a:lnTo>
                <a:lnTo>
                  <a:pt x="1261842" y="93487"/>
                </a:lnTo>
                <a:lnTo>
                  <a:pt x="1261965" y="94000"/>
                </a:lnTo>
                <a:lnTo>
                  <a:pt x="1262100" y="94459"/>
                </a:lnTo>
                <a:lnTo>
                  <a:pt x="1262248" y="94864"/>
                </a:lnTo>
                <a:lnTo>
                  <a:pt x="1262375" y="95121"/>
                </a:lnTo>
                <a:lnTo>
                  <a:pt x="1262519" y="95372"/>
                </a:lnTo>
                <a:lnTo>
                  <a:pt x="1262680" y="95617"/>
                </a:lnTo>
                <a:lnTo>
                  <a:pt x="1262858" y="95855"/>
                </a:lnTo>
                <a:lnTo>
                  <a:pt x="1263053" y="96086"/>
                </a:lnTo>
                <a:lnTo>
                  <a:pt x="1263264" y="96311"/>
                </a:lnTo>
                <a:lnTo>
                  <a:pt x="1263493" y="96530"/>
                </a:lnTo>
                <a:lnTo>
                  <a:pt x="1263738" y="96743"/>
                </a:lnTo>
                <a:lnTo>
                  <a:pt x="1264000" y="96949"/>
                </a:lnTo>
                <a:lnTo>
                  <a:pt x="1264279" y="97148"/>
                </a:lnTo>
                <a:lnTo>
                  <a:pt x="1264574" y="97341"/>
                </a:lnTo>
                <a:lnTo>
                  <a:pt x="1264887" y="97528"/>
                </a:lnTo>
                <a:lnTo>
                  <a:pt x="1265225" y="97704"/>
                </a:lnTo>
                <a:lnTo>
                  <a:pt x="1265596" y="97865"/>
                </a:lnTo>
                <a:lnTo>
                  <a:pt x="1266002" y="98010"/>
                </a:lnTo>
                <a:lnTo>
                  <a:pt x="1266440" y="98140"/>
                </a:lnTo>
                <a:lnTo>
                  <a:pt x="1266913" y="98255"/>
                </a:lnTo>
                <a:lnTo>
                  <a:pt x="1267419" y="98354"/>
                </a:lnTo>
                <a:lnTo>
                  <a:pt x="1267959" y="98438"/>
                </a:lnTo>
                <a:lnTo>
                  <a:pt x="1268533" y="98507"/>
                </a:lnTo>
                <a:lnTo>
                  <a:pt x="1269140" y="98561"/>
                </a:lnTo>
                <a:lnTo>
                  <a:pt x="1269781" y="98599"/>
                </a:lnTo>
                <a:lnTo>
                  <a:pt x="1270456" y="98622"/>
                </a:lnTo>
                <a:lnTo>
                  <a:pt x="1271164" y="98630"/>
                </a:lnTo>
                <a:lnTo>
                  <a:pt x="1271164" y="101265"/>
                </a:lnTo>
                <a:lnTo>
                  <a:pt x="1238923" y="101265"/>
                </a:lnTo>
                <a:lnTo>
                  <a:pt x="1238923" y="98630"/>
                </a:lnTo>
                <a:lnTo>
                  <a:pt x="1240278" y="98630"/>
                </a:lnTo>
                <a:lnTo>
                  <a:pt x="1240967" y="98618"/>
                </a:lnTo>
                <a:lnTo>
                  <a:pt x="1241630" y="98584"/>
                </a:lnTo>
                <a:lnTo>
                  <a:pt x="1242267" y="98528"/>
                </a:lnTo>
                <a:lnTo>
                  <a:pt x="1242878" y="98449"/>
                </a:lnTo>
                <a:lnTo>
                  <a:pt x="1243463" y="98347"/>
                </a:lnTo>
                <a:lnTo>
                  <a:pt x="1244023" y="98222"/>
                </a:lnTo>
                <a:lnTo>
                  <a:pt x="1244557" y="98075"/>
                </a:lnTo>
                <a:lnTo>
                  <a:pt x="1245065" y="97906"/>
                </a:lnTo>
                <a:lnTo>
                  <a:pt x="1245548" y="97713"/>
                </a:lnTo>
                <a:lnTo>
                  <a:pt x="1246005" y="97498"/>
                </a:lnTo>
                <a:lnTo>
                  <a:pt x="1246435" y="97261"/>
                </a:lnTo>
                <a:lnTo>
                  <a:pt x="1246841" y="97001"/>
                </a:lnTo>
                <a:lnTo>
                  <a:pt x="1247108" y="96802"/>
                </a:lnTo>
                <a:lnTo>
                  <a:pt x="1247362" y="96585"/>
                </a:lnTo>
                <a:lnTo>
                  <a:pt x="1247603" y="96349"/>
                </a:lnTo>
                <a:lnTo>
                  <a:pt x="1247831" y="96095"/>
                </a:lnTo>
                <a:lnTo>
                  <a:pt x="1248047" y="95822"/>
                </a:lnTo>
                <a:lnTo>
                  <a:pt x="1248249" y="95530"/>
                </a:lnTo>
                <a:lnTo>
                  <a:pt x="1248439" y="95219"/>
                </a:lnTo>
                <a:lnTo>
                  <a:pt x="1248616" y="94890"/>
                </a:lnTo>
                <a:lnTo>
                  <a:pt x="1248780" y="94542"/>
                </a:lnTo>
                <a:lnTo>
                  <a:pt x="1248931" y="94176"/>
                </a:lnTo>
                <a:lnTo>
                  <a:pt x="1249069" y="93791"/>
                </a:lnTo>
                <a:lnTo>
                  <a:pt x="1249195" y="93387"/>
                </a:lnTo>
                <a:lnTo>
                  <a:pt x="1249240" y="93155"/>
                </a:lnTo>
                <a:lnTo>
                  <a:pt x="1249282" y="92861"/>
                </a:lnTo>
                <a:lnTo>
                  <a:pt x="1249319" y="92506"/>
                </a:lnTo>
                <a:lnTo>
                  <a:pt x="1249353" y="92088"/>
                </a:lnTo>
                <a:lnTo>
                  <a:pt x="1249383" y="91608"/>
                </a:lnTo>
                <a:lnTo>
                  <a:pt x="1249409" y="91067"/>
                </a:lnTo>
                <a:lnTo>
                  <a:pt x="1249430" y="90463"/>
                </a:lnTo>
                <a:lnTo>
                  <a:pt x="1249448" y="89797"/>
                </a:lnTo>
                <a:lnTo>
                  <a:pt x="1249462" y="89070"/>
                </a:lnTo>
                <a:lnTo>
                  <a:pt x="1249472" y="88280"/>
                </a:lnTo>
                <a:lnTo>
                  <a:pt x="1249478" y="87428"/>
                </a:lnTo>
                <a:lnTo>
                  <a:pt x="1249480" y="86515"/>
                </a:lnTo>
                <a:lnTo>
                  <a:pt x="1249480" y="58599"/>
                </a:lnTo>
                <a:lnTo>
                  <a:pt x="1249467" y="57309"/>
                </a:lnTo>
                <a:lnTo>
                  <a:pt x="1249426" y="56084"/>
                </a:lnTo>
                <a:lnTo>
                  <a:pt x="1249360" y="54924"/>
                </a:lnTo>
                <a:lnTo>
                  <a:pt x="1249266" y="53828"/>
                </a:lnTo>
                <a:lnTo>
                  <a:pt x="1249146" y="52798"/>
                </a:lnTo>
                <a:lnTo>
                  <a:pt x="1248998" y="51833"/>
                </a:lnTo>
                <a:lnTo>
                  <a:pt x="1248825" y="50933"/>
                </a:lnTo>
                <a:lnTo>
                  <a:pt x="1248624" y="50097"/>
                </a:lnTo>
                <a:lnTo>
                  <a:pt x="1248397" y="49327"/>
                </a:lnTo>
                <a:lnTo>
                  <a:pt x="1248142" y="48621"/>
                </a:lnTo>
                <a:lnTo>
                  <a:pt x="1247862" y="47981"/>
                </a:lnTo>
                <a:lnTo>
                  <a:pt x="1247554" y="47405"/>
                </a:lnTo>
                <a:lnTo>
                  <a:pt x="1247067" y="46681"/>
                </a:lnTo>
                <a:lnTo>
                  <a:pt x="1246534" y="46020"/>
                </a:lnTo>
                <a:lnTo>
                  <a:pt x="1245954" y="45421"/>
                </a:lnTo>
                <a:lnTo>
                  <a:pt x="1245327" y="44886"/>
                </a:lnTo>
                <a:lnTo>
                  <a:pt x="1244654" y="44413"/>
                </a:lnTo>
                <a:lnTo>
                  <a:pt x="1243934" y="44004"/>
                </a:lnTo>
                <a:lnTo>
                  <a:pt x="1243168" y="43657"/>
                </a:lnTo>
                <a:lnTo>
                  <a:pt x="1242355" y="43374"/>
                </a:lnTo>
                <a:lnTo>
                  <a:pt x="1241495" y="43154"/>
                </a:lnTo>
                <a:lnTo>
                  <a:pt x="1240589" y="42996"/>
                </a:lnTo>
                <a:lnTo>
                  <a:pt x="1239637" y="42902"/>
                </a:lnTo>
                <a:lnTo>
                  <a:pt x="1238638" y="42870"/>
                </a:lnTo>
                <a:lnTo>
                  <a:pt x="1238007" y="42883"/>
                </a:lnTo>
                <a:lnTo>
                  <a:pt x="1237377" y="42922"/>
                </a:lnTo>
                <a:lnTo>
                  <a:pt x="1236745" y="42987"/>
                </a:lnTo>
                <a:lnTo>
                  <a:pt x="1236114" y="43079"/>
                </a:lnTo>
                <a:lnTo>
                  <a:pt x="1235481" y="43196"/>
                </a:lnTo>
                <a:lnTo>
                  <a:pt x="1234848" y="43340"/>
                </a:lnTo>
                <a:lnTo>
                  <a:pt x="1234215" y="43509"/>
                </a:lnTo>
                <a:lnTo>
                  <a:pt x="1233581" y="43705"/>
                </a:lnTo>
                <a:lnTo>
                  <a:pt x="1232947" y="43927"/>
                </a:lnTo>
                <a:lnTo>
                  <a:pt x="1232312" y="44174"/>
                </a:lnTo>
                <a:lnTo>
                  <a:pt x="1231677" y="44448"/>
                </a:lnTo>
                <a:lnTo>
                  <a:pt x="1231041" y="44748"/>
                </a:lnTo>
                <a:lnTo>
                  <a:pt x="1230394" y="45083"/>
                </a:lnTo>
                <a:lnTo>
                  <a:pt x="1229725" y="45463"/>
                </a:lnTo>
                <a:lnTo>
                  <a:pt x="1229033" y="45888"/>
                </a:lnTo>
                <a:lnTo>
                  <a:pt x="1228319" y="46358"/>
                </a:lnTo>
                <a:lnTo>
                  <a:pt x="1227582" y="46872"/>
                </a:lnTo>
                <a:lnTo>
                  <a:pt x="1226824" y="47431"/>
                </a:lnTo>
                <a:lnTo>
                  <a:pt x="1226043" y="48035"/>
                </a:lnTo>
                <a:lnTo>
                  <a:pt x="1225240" y="48684"/>
                </a:lnTo>
                <a:lnTo>
                  <a:pt x="1224414" y="49377"/>
                </a:lnTo>
                <a:lnTo>
                  <a:pt x="1223566" y="50116"/>
                </a:lnTo>
                <a:lnTo>
                  <a:pt x="1222696" y="50899"/>
                </a:lnTo>
                <a:lnTo>
                  <a:pt x="1221804" y="51727"/>
                </a:lnTo>
                <a:lnTo>
                  <a:pt x="1221661" y="52506"/>
                </a:lnTo>
                <a:lnTo>
                  <a:pt x="1221804" y="55553"/>
                </a:lnTo>
                <a:lnTo>
                  <a:pt x="1221804" y="86515"/>
                </a:lnTo>
                <a:lnTo>
                  <a:pt x="1221809" y="87590"/>
                </a:lnTo>
                <a:lnTo>
                  <a:pt x="1221825" y="88595"/>
                </a:lnTo>
                <a:lnTo>
                  <a:pt x="1221851" y="89530"/>
                </a:lnTo>
                <a:lnTo>
                  <a:pt x="1221887" y="90396"/>
                </a:lnTo>
                <a:lnTo>
                  <a:pt x="1221934" y="91192"/>
                </a:lnTo>
                <a:lnTo>
                  <a:pt x="1221991" y="91917"/>
                </a:lnTo>
                <a:lnTo>
                  <a:pt x="1222059" y="92573"/>
                </a:lnTo>
                <a:lnTo>
                  <a:pt x="1222137" y="93159"/>
                </a:lnTo>
                <a:lnTo>
                  <a:pt x="1222225" y="93675"/>
                </a:lnTo>
                <a:lnTo>
                  <a:pt x="1222324" y="94121"/>
                </a:lnTo>
                <a:lnTo>
                  <a:pt x="1222433" y="94498"/>
                </a:lnTo>
                <a:lnTo>
                  <a:pt x="1222553" y="94804"/>
                </a:lnTo>
                <a:lnTo>
                  <a:pt x="1222687" y="95072"/>
                </a:lnTo>
                <a:lnTo>
                  <a:pt x="1222839" y="95333"/>
                </a:lnTo>
                <a:lnTo>
                  <a:pt x="1223010" y="95586"/>
                </a:lnTo>
                <a:lnTo>
                  <a:pt x="1223199" y="95831"/>
                </a:lnTo>
                <a:lnTo>
                  <a:pt x="1223406" y="96070"/>
                </a:lnTo>
                <a:lnTo>
                  <a:pt x="1223632" y="96301"/>
                </a:lnTo>
                <a:lnTo>
                  <a:pt x="1223876" y="96525"/>
                </a:lnTo>
                <a:lnTo>
                  <a:pt x="1224138" y="96741"/>
                </a:lnTo>
                <a:lnTo>
                  <a:pt x="1224419" y="96950"/>
                </a:lnTo>
                <a:lnTo>
                  <a:pt x="1224718" y="97151"/>
                </a:lnTo>
                <a:lnTo>
                  <a:pt x="1225035" y="97346"/>
                </a:lnTo>
                <a:lnTo>
                  <a:pt x="1225370" y="97533"/>
                </a:lnTo>
                <a:lnTo>
                  <a:pt x="1225736" y="97708"/>
                </a:lnTo>
                <a:lnTo>
                  <a:pt x="1226141" y="97868"/>
                </a:lnTo>
                <a:lnTo>
                  <a:pt x="1226588" y="98013"/>
                </a:lnTo>
                <a:lnTo>
                  <a:pt x="1227074" y="98142"/>
                </a:lnTo>
                <a:lnTo>
                  <a:pt x="1227602" y="98256"/>
                </a:lnTo>
                <a:lnTo>
                  <a:pt x="1228170" y="98355"/>
                </a:lnTo>
                <a:lnTo>
                  <a:pt x="1228779" y="98439"/>
                </a:lnTo>
                <a:lnTo>
                  <a:pt x="1229428" y="98508"/>
                </a:lnTo>
                <a:lnTo>
                  <a:pt x="1230118" y="98561"/>
                </a:lnTo>
                <a:lnTo>
                  <a:pt x="1230849" y="98599"/>
                </a:lnTo>
                <a:lnTo>
                  <a:pt x="1231620" y="98622"/>
                </a:lnTo>
                <a:lnTo>
                  <a:pt x="1232432" y="98630"/>
                </a:lnTo>
                <a:lnTo>
                  <a:pt x="1232432" y="101265"/>
                </a:lnTo>
                <a:lnTo>
                  <a:pt x="1199407" y="101265"/>
                </a:lnTo>
                <a:lnTo>
                  <a:pt x="1199407" y="98630"/>
                </a:lnTo>
                <a:lnTo>
                  <a:pt x="1200287" y="98621"/>
                </a:lnTo>
                <a:lnTo>
                  <a:pt x="1201119" y="98594"/>
                </a:lnTo>
                <a:lnTo>
                  <a:pt x="1201905" y="98550"/>
                </a:lnTo>
                <a:lnTo>
                  <a:pt x="1202644" y="98488"/>
                </a:lnTo>
                <a:lnTo>
                  <a:pt x="1203336" y="98408"/>
                </a:lnTo>
                <a:lnTo>
                  <a:pt x="1203981" y="98311"/>
                </a:lnTo>
                <a:lnTo>
                  <a:pt x="1204578" y="98196"/>
                </a:lnTo>
                <a:lnTo>
                  <a:pt x="1205129" y="98063"/>
                </a:lnTo>
                <a:lnTo>
                  <a:pt x="1205632" y="97912"/>
                </a:lnTo>
                <a:lnTo>
                  <a:pt x="1206089" y="97744"/>
                </a:lnTo>
                <a:lnTo>
                  <a:pt x="1206498" y="97558"/>
                </a:lnTo>
                <a:lnTo>
                  <a:pt x="1206860" y="97355"/>
                </a:lnTo>
                <a:lnTo>
                  <a:pt x="1207191" y="97133"/>
                </a:lnTo>
                <a:lnTo>
                  <a:pt x="1207503" y="96894"/>
                </a:lnTo>
                <a:lnTo>
                  <a:pt x="1207799" y="96637"/>
                </a:lnTo>
                <a:lnTo>
                  <a:pt x="1208077" y="96363"/>
                </a:lnTo>
                <a:lnTo>
                  <a:pt x="1208338" y="96071"/>
                </a:lnTo>
                <a:lnTo>
                  <a:pt x="1208581" y="95761"/>
                </a:lnTo>
                <a:lnTo>
                  <a:pt x="1208807" y="95433"/>
                </a:lnTo>
                <a:lnTo>
                  <a:pt x="1209016" y="95088"/>
                </a:lnTo>
                <a:lnTo>
                  <a:pt x="1209208" y="94725"/>
                </a:lnTo>
                <a:lnTo>
                  <a:pt x="1209382" y="94344"/>
                </a:lnTo>
                <a:lnTo>
                  <a:pt x="1209539" y="93945"/>
                </a:lnTo>
                <a:lnTo>
                  <a:pt x="1209678" y="93529"/>
                </a:lnTo>
                <a:lnTo>
                  <a:pt x="1209735" y="93296"/>
                </a:lnTo>
                <a:lnTo>
                  <a:pt x="1209787" y="92999"/>
                </a:lnTo>
                <a:lnTo>
                  <a:pt x="1209834" y="92638"/>
                </a:lnTo>
                <a:lnTo>
                  <a:pt x="1209876" y="92214"/>
                </a:lnTo>
                <a:lnTo>
                  <a:pt x="1209913" y="91725"/>
                </a:lnTo>
                <a:lnTo>
                  <a:pt x="1209945" y="91172"/>
                </a:lnTo>
                <a:lnTo>
                  <a:pt x="1209973" y="90556"/>
                </a:lnTo>
                <a:lnTo>
                  <a:pt x="1209995" y="89875"/>
                </a:lnTo>
                <a:lnTo>
                  <a:pt x="1210012" y="89131"/>
                </a:lnTo>
                <a:lnTo>
                  <a:pt x="1210025" y="88323"/>
                </a:lnTo>
                <a:lnTo>
                  <a:pt x="1210032" y="87451"/>
                </a:lnTo>
                <a:lnTo>
                  <a:pt x="1210035" y="86515"/>
                </a:lnTo>
                <a:lnTo>
                  <a:pt x="1210035" y="58599"/>
                </a:lnTo>
                <a:lnTo>
                  <a:pt x="1210018" y="57308"/>
                </a:lnTo>
                <a:lnTo>
                  <a:pt x="1209969" y="56078"/>
                </a:lnTo>
                <a:lnTo>
                  <a:pt x="1209888" y="54910"/>
                </a:lnTo>
                <a:lnTo>
                  <a:pt x="1209773" y="53805"/>
                </a:lnTo>
                <a:lnTo>
                  <a:pt x="1209626" y="52761"/>
                </a:lnTo>
                <a:lnTo>
                  <a:pt x="1209446" y="51779"/>
                </a:lnTo>
                <a:lnTo>
                  <a:pt x="1209234" y="50860"/>
                </a:lnTo>
                <a:lnTo>
                  <a:pt x="1208988" y="50002"/>
                </a:lnTo>
                <a:lnTo>
                  <a:pt x="1208711" y="49207"/>
                </a:lnTo>
                <a:lnTo>
                  <a:pt x="1208400" y="48473"/>
                </a:lnTo>
                <a:lnTo>
                  <a:pt x="1208057" y="47801"/>
                </a:lnTo>
                <a:lnTo>
                  <a:pt x="1207681" y="47192"/>
                </a:lnTo>
                <a:lnTo>
                  <a:pt x="1207140" y="46467"/>
                </a:lnTo>
                <a:lnTo>
                  <a:pt x="1206565" y="45806"/>
                </a:lnTo>
                <a:lnTo>
                  <a:pt x="1205955" y="45208"/>
                </a:lnTo>
                <a:lnTo>
                  <a:pt x="1205311" y="44672"/>
                </a:lnTo>
                <a:lnTo>
                  <a:pt x="1204632" y="44200"/>
                </a:lnTo>
                <a:lnTo>
                  <a:pt x="1203918" y="43790"/>
                </a:lnTo>
                <a:lnTo>
                  <a:pt x="1203170" y="43444"/>
                </a:lnTo>
                <a:lnTo>
                  <a:pt x="1202387" y="43160"/>
                </a:lnTo>
                <a:lnTo>
                  <a:pt x="1201569" y="42940"/>
                </a:lnTo>
                <a:lnTo>
                  <a:pt x="1200716" y="42782"/>
                </a:lnTo>
                <a:lnTo>
                  <a:pt x="1199829" y="42688"/>
                </a:lnTo>
                <a:lnTo>
                  <a:pt x="1198907" y="42656"/>
                </a:lnTo>
                <a:lnTo>
                  <a:pt x="1198266" y="42671"/>
                </a:lnTo>
                <a:lnTo>
                  <a:pt x="1197625" y="42714"/>
                </a:lnTo>
                <a:lnTo>
                  <a:pt x="1196986" y="42785"/>
                </a:lnTo>
                <a:lnTo>
                  <a:pt x="1196347" y="42885"/>
                </a:lnTo>
                <a:lnTo>
                  <a:pt x="1195710" y="43013"/>
                </a:lnTo>
                <a:lnTo>
                  <a:pt x="1195073" y="43170"/>
                </a:lnTo>
                <a:lnTo>
                  <a:pt x="1194438" y="43355"/>
                </a:lnTo>
                <a:lnTo>
                  <a:pt x="1193803" y="43569"/>
                </a:lnTo>
                <a:lnTo>
                  <a:pt x="1193170" y="43812"/>
                </a:lnTo>
                <a:lnTo>
                  <a:pt x="1192537" y="44083"/>
                </a:lnTo>
                <a:lnTo>
                  <a:pt x="1191906" y="44382"/>
                </a:lnTo>
                <a:lnTo>
                  <a:pt x="1191275" y="44711"/>
                </a:lnTo>
                <a:lnTo>
                  <a:pt x="1190307" y="45236"/>
                </a:lnTo>
                <a:lnTo>
                  <a:pt x="1189377" y="45771"/>
                </a:lnTo>
                <a:lnTo>
                  <a:pt x="1188484" y="46318"/>
                </a:lnTo>
                <a:lnTo>
                  <a:pt x="1187629" y="46876"/>
                </a:lnTo>
                <a:lnTo>
                  <a:pt x="1186812" y="47444"/>
                </a:lnTo>
                <a:lnTo>
                  <a:pt x="1186032" y="48023"/>
                </a:lnTo>
                <a:lnTo>
                  <a:pt x="1185290" y="48613"/>
                </a:lnTo>
                <a:lnTo>
                  <a:pt x="1184586" y="49214"/>
                </a:lnTo>
                <a:lnTo>
                  <a:pt x="1183919" y="49825"/>
                </a:lnTo>
                <a:lnTo>
                  <a:pt x="1183290" y="50448"/>
                </a:lnTo>
                <a:lnTo>
                  <a:pt x="1182699" y="51081"/>
                </a:lnTo>
                <a:lnTo>
                  <a:pt x="1182145" y="51725"/>
                </a:lnTo>
                <a:lnTo>
                  <a:pt x="1182145" y="86515"/>
                </a:lnTo>
                <a:lnTo>
                  <a:pt x="1182151" y="87546"/>
                </a:lnTo>
                <a:lnTo>
                  <a:pt x="1182170" y="88516"/>
                </a:lnTo>
                <a:lnTo>
                  <a:pt x="1182201" y="89424"/>
                </a:lnTo>
                <a:lnTo>
                  <a:pt x="1182244" y="90269"/>
                </a:lnTo>
                <a:lnTo>
                  <a:pt x="1182300" y="91053"/>
                </a:lnTo>
                <a:lnTo>
                  <a:pt x="1182368" y="91775"/>
                </a:lnTo>
                <a:lnTo>
                  <a:pt x="1182448" y="92435"/>
                </a:lnTo>
                <a:lnTo>
                  <a:pt x="1182541" y="93033"/>
                </a:lnTo>
                <a:lnTo>
                  <a:pt x="1182646" y="93568"/>
                </a:lnTo>
                <a:lnTo>
                  <a:pt x="1182764" y="94042"/>
                </a:lnTo>
                <a:lnTo>
                  <a:pt x="1182894" y="94454"/>
                </a:lnTo>
                <a:lnTo>
                  <a:pt x="1183036" y="94804"/>
                </a:lnTo>
                <a:lnTo>
                  <a:pt x="1183191" y="95116"/>
                </a:lnTo>
                <a:lnTo>
                  <a:pt x="1183357" y="95415"/>
                </a:lnTo>
                <a:lnTo>
                  <a:pt x="1183536" y="95700"/>
                </a:lnTo>
                <a:lnTo>
                  <a:pt x="1183726" y="95973"/>
                </a:lnTo>
                <a:lnTo>
                  <a:pt x="1183928" y="96232"/>
                </a:lnTo>
                <a:lnTo>
                  <a:pt x="1184142" y="96477"/>
                </a:lnTo>
                <a:lnTo>
                  <a:pt x="1184368" y="96710"/>
                </a:lnTo>
                <a:lnTo>
                  <a:pt x="1184606" y="96929"/>
                </a:lnTo>
                <a:lnTo>
                  <a:pt x="1184855" y="97135"/>
                </a:lnTo>
                <a:lnTo>
                  <a:pt x="1185117" y="97327"/>
                </a:lnTo>
                <a:lnTo>
                  <a:pt x="1185390" y="97507"/>
                </a:lnTo>
                <a:lnTo>
                  <a:pt x="1185676" y="97673"/>
                </a:lnTo>
                <a:lnTo>
                  <a:pt x="1185992" y="97826"/>
                </a:lnTo>
                <a:lnTo>
                  <a:pt x="1186358" y="97965"/>
                </a:lnTo>
                <a:lnTo>
                  <a:pt x="1186775" y="98091"/>
                </a:lnTo>
                <a:lnTo>
                  <a:pt x="1187241" y="98204"/>
                </a:lnTo>
                <a:lnTo>
                  <a:pt x="1187757" y="98304"/>
                </a:lnTo>
                <a:lnTo>
                  <a:pt x="1188324" y="98390"/>
                </a:lnTo>
                <a:lnTo>
                  <a:pt x="1188940" y="98464"/>
                </a:lnTo>
                <a:lnTo>
                  <a:pt x="1189607" y="98523"/>
                </a:lnTo>
                <a:lnTo>
                  <a:pt x="1190323" y="98570"/>
                </a:lnTo>
                <a:lnTo>
                  <a:pt x="1191090" y="98603"/>
                </a:lnTo>
                <a:lnTo>
                  <a:pt x="1191906" y="98623"/>
                </a:lnTo>
                <a:lnTo>
                  <a:pt x="1192773" y="98630"/>
                </a:lnTo>
                <a:lnTo>
                  <a:pt x="1192773" y="101265"/>
                </a:lnTo>
                <a:lnTo>
                  <a:pt x="1160461" y="101265"/>
                </a:lnTo>
                <a:lnTo>
                  <a:pt x="1160461" y="98630"/>
                </a:lnTo>
                <a:lnTo>
                  <a:pt x="1161191" y="98623"/>
                </a:lnTo>
                <a:lnTo>
                  <a:pt x="1161883" y="98603"/>
                </a:lnTo>
                <a:lnTo>
                  <a:pt x="1162538" y="98570"/>
                </a:lnTo>
                <a:lnTo>
                  <a:pt x="1163155" y="98523"/>
                </a:lnTo>
                <a:lnTo>
                  <a:pt x="1163735" y="98463"/>
                </a:lnTo>
                <a:lnTo>
                  <a:pt x="1164277" y="98390"/>
                </a:lnTo>
                <a:lnTo>
                  <a:pt x="1164781" y="98303"/>
                </a:lnTo>
                <a:lnTo>
                  <a:pt x="1165248" y="98203"/>
                </a:lnTo>
                <a:lnTo>
                  <a:pt x="1165677" y="98090"/>
                </a:lnTo>
                <a:lnTo>
                  <a:pt x="1166068" y="97964"/>
                </a:lnTo>
                <a:lnTo>
                  <a:pt x="1166422" y="97824"/>
                </a:lnTo>
                <a:lnTo>
                  <a:pt x="1166738" y="97671"/>
                </a:lnTo>
                <a:lnTo>
                  <a:pt x="1167029" y="97503"/>
                </a:lnTo>
                <a:lnTo>
                  <a:pt x="1167308" y="97319"/>
                </a:lnTo>
                <a:lnTo>
                  <a:pt x="1167576" y="97120"/>
                </a:lnTo>
                <a:lnTo>
                  <a:pt x="1167831" y="96905"/>
                </a:lnTo>
                <a:lnTo>
                  <a:pt x="1168075" y="96674"/>
                </a:lnTo>
                <a:lnTo>
                  <a:pt x="1168307" y="96427"/>
                </a:lnTo>
                <a:lnTo>
                  <a:pt x="1168527" y="96165"/>
                </a:lnTo>
                <a:lnTo>
                  <a:pt x="1168735" y="95886"/>
                </a:lnTo>
                <a:lnTo>
                  <a:pt x="1168931" y="95592"/>
                </a:lnTo>
                <a:lnTo>
                  <a:pt x="1169115" y="95282"/>
                </a:lnTo>
                <a:lnTo>
                  <a:pt x="1169288" y="94957"/>
                </a:lnTo>
                <a:lnTo>
                  <a:pt x="1169448" y="94615"/>
                </a:lnTo>
                <a:lnTo>
                  <a:pt x="1169596" y="94238"/>
                </a:lnTo>
                <a:lnTo>
                  <a:pt x="1169731" y="93807"/>
                </a:lnTo>
                <a:lnTo>
                  <a:pt x="1169854" y="93320"/>
                </a:lnTo>
                <a:lnTo>
                  <a:pt x="1169963" y="92779"/>
                </a:lnTo>
                <a:lnTo>
                  <a:pt x="1170060" y="92184"/>
                </a:lnTo>
                <a:lnTo>
                  <a:pt x="1170144" y="91533"/>
                </a:lnTo>
                <a:lnTo>
                  <a:pt x="1170214" y="90828"/>
                </a:lnTo>
                <a:lnTo>
                  <a:pt x="1170272" y="90067"/>
                </a:lnTo>
                <a:lnTo>
                  <a:pt x="1170317" y="89252"/>
                </a:lnTo>
                <a:lnTo>
                  <a:pt x="1170350" y="88383"/>
                </a:lnTo>
                <a:lnTo>
                  <a:pt x="1170369" y="87458"/>
                </a:lnTo>
                <a:lnTo>
                  <a:pt x="1170375" y="86479"/>
                </a:lnTo>
                <a:lnTo>
                  <a:pt x="1170375" y="61610"/>
                </a:lnTo>
                <a:lnTo>
                  <a:pt x="1170371" y="59875"/>
                </a:lnTo>
                <a:lnTo>
                  <a:pt x="1170358" y="58245"/>
                </a:lnTo>
                <a:lnTo>
                  <a:pt x="1170335" y="56720"/>
                </a:lnTo>
                <a:lnTo>
                  <a:pt x="1170304" y="55301"/>
                </a:lnTo>
                <a:lnTo>
                  <a:pt x="1170264" y="53988"/>
                </a:lnTo>
                <a:lnTo>
                  <a:pt x="1170215" y="52781"/>
                </a:lnTo>
                <a:lnTo>
                  <a:pt x="1170157" y="51679"/>
                </a:lnTo>
                <a:lnTo>
                  <a:pt x="1170090" y="50683"/>
                </a:lnTo>
                <a:lnTo>
                  <a:pt x="1170014" y="49792"/>
                </a:lnTo>
                <a:lnTo>
                  <a:pt x="1169930" y="49008"/>
                </a:lnTo>
                <a:lnTo>
                  <a:pt x="1169836" y="48328"/>
                </a:lnTo>
                <a:lnTo>
                  <a:pt x="1169733" y="47755"/>
                </a:lnTo>
                <a:lnTo>
                  <a:pt x="1169646" y="47374"/>
                </a:lnTo>
                <a:lnTo>
                  <a:pt x="1169551" y="47013"/>
                </a:lnTo>
                <a:lnTo>
                  <a:pt x="1169448" y="46673"/>
                </a:lnTo>
                <a:lnTo>
                  <a:pt x="1169337" y="46353"/>
                </a:lnTo>
                <a:lnTo>
                  <a:pt x="1169218" y="46053"/>
                </a:lnTo>
                <a:lnTo>
                  <a:pt x="1169091" y="45774"/>
                </a:lnTo>
                <a:lnTo>
                  <a:pt x="1168957" y="45514"/>
                </a:lnTo>
                <a:lnTo>
                  <a:pt x="1168814" y="45275"/>
                </a:lnTo>
                <a:lnTo>
                  <a:pt x="1168663" y="45056"/>
                </a:lnTo>
                <a:lnTo>
                  <a:pt x="1168505" y="44858"/>
                </a:lnTo>
                <a:lnTo>
                  <a:pt x="1168339" y="44679"/>
                </a:lnTo>
                <a:lnTo>
                  <a:pt x="1168164" y="44521"/>
                </a:lnTo>
                <a:lnTo>
                  <a:pt x="1167980" y="44380"/>
                </a:lnTo>
                <a:lnTo>
                  <a:pt x="1167786" y="44250"/>
                </a:lnTo>
                <a:lnTo>
                  <a:pt x="1167580" y="44133"/>
                </a:lnTo>
                <a:lnTo>
                  <a:pt x="1167364" y="44028"/>
                </a:lnTo>
                <a:lnTo>
                  <a:pt x="1167136" y="43936"/>
                </a:lnTo>
                <a:lnTo>
                  <a:pt x="1166898" y="43855"/>
                </a:lnTo>
                <a:lnTo>
                  <a:pt x="1166649" y="43788"/>
                </a:lnTo>
                <a:lnTo>
                  <a:pt x="1166389" y="43732"/>
                </a:lnTo>
                <a:lnTo>
                  <a:pt x="1166118" y="43689"/>
                </a:lnTo>
                <a:lnTo>
                  <a:pt x="1165836" y="43658"/>
                </a:lnTo>
                <a:lnTo>
                  <a:pt x="1165543" y="43640"/>
                </a:lnTo>
                <a:lnTo>
                  <a:pt x="1165240" y="43633"/>
                </a:lnTo>
                <a:lnTo>
                  <a:pt x="1164901" y="43641"/>
                </a:lnTo>
                <a:lnTo>
                  <a:pt x="1164552" y="43663"/>
                </a:lnTo>
                <a:lnTo>
                  <a:pt x="1164192" y="43700"/>
                </a:lnTo>
                <a:lnTo>
                  <a:pt x="1163821" y="43752"/>
                </a:lnTo>
                <a:lnTo>
                  <a:pt x="1163439" y="43818"/>
                </a:lnTo>
                <a:lnTo>
                  <a:pt x="1163046" y="43900"/>
                </a:lnTo>
                <a:lnTo>
                  <a:pt x="1162643" y="43996"/>
                </a:lnTo>
                <a:lnTo>
                  <a:pt x="1162228" y="44107"/>
                </a:lnTo>
                <a:lnTo>
                  <a:pt x="1161802" y="44233"/>
                </a:lnTo>
                <a:lnTo>
                  <a:pt x="1161366" y="44374"/>
                </a:lnTo>
                <a:lnTo>
                  <a:pt x="1160919" y="44529"/>
                </a:lnTo>
                <a:lnTo>
                  <a:pt x="1160461" y="44699"/>
                </a:lnTo>
                <a:lnTo>
                  <a:pt x="1159391" y="42140"/>
                </a:lnTo>
                <a:lnTo>
                  <a:pt x="1179078" y="34182"/>
                </a:lnTo>
                <a:lnTo>
                  <a:pt x="1182145" y="34182"/>
                </a:lnTo>
                <a:lnTo>
                  <a:pt x="1182145" y="48069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</a:ln>
        </p:spPr>
      </p:sp>
      <p:sp>
        <p:nvSpPr>
          <p:cNvPr id="59" name="Original vector context 59">
            <a:extLst xmlns:a="http://schemas.openxmlformats.org/drawingml/2006/main">
              <a:ext uri="{FF2B5EF4-FFF2-40B4-BE49-F238E27FC236}">
                <a16:creationId xmlns:a16="http://schemas.microsoft.com/office/drawing/2014/main" id="{8167EDBB-A17B-4500-92D0-51559BAB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79" y="9804521"/>
            <a:ext cx="1417004" cy="408363"/>
          </a:xfrm>
          <a:custGeom xmlns:a="http://schemas.openxmlformats.org/drawingml/2006/main">
            <a:pathLst>
              <a:path w="1417004" h="408363">
                <a:moveTo>
                  <a:pt x="0" y="68062"/>
                </a:moveTo>
                <a:lnTo>
                  <a:pt x="622" y="58827"/>
                </a:lnTo>
                <a:lnTo>
                  <a:pt x="2435" y="49969"/>
                </a:lnTo>
                <a:lnTo>
                  <a:pt x="5357" y="41569"/>
                </a:lnTo>
                <a:lnTo>
                  <a:pt x="9308" y="33710"/>
                </a:lnTo>
                <a:lnTo>
                  <a:pt x="14205" y="26472"/>
                </a:lnTo>
                <a:lnTo>
                  <a:pt x="19968" y="19935"/>
                </a:lnTo>
                <a:lnTo>
                  <a:pt x="26515" y="14182"/>
                </a:lnTo>
                <a:lnTo>
                  <a:pt x="33765" y="9293"/>
                </a:lnTo>
                <a:lnTo>
                  <a:pt x="41638" y="5349"/>
                </a:lnTo>
                <a:lnTo>
                  <a:pt x="50051" y="2431"/>
                </a:lnTo>
                <a:lnTo>
                  <a:pt x="58923" y="621"/>
                </a:lnTo>
                <a:lnTo>
                  <a:pt x="68174" y="0"/>
                </a:lnTo>
                <a:lnTo>
                  <a:pt x="1348830" y="0"/>
                </a:lnTo>
                <a:lnTo>
                  <a:pt x="1358081" y="621"/>
                </a:lnTo>
                <a:lnTo>
                  <a:pt x="1366954" y="2431"/>
                </a:lnTo>
                <a:lnTo>
                  <a:pt x="1375367" y="5349"/>
                </a:lnTo>
                <a:lnTo>
                  <a:pt x="1383239" y="9293"/>
                </a:lnTo>
                <a:lnTo>
                  <a:pt x="1390489" y="14182"/>
                </a:lnTo>
                <a:lnTo>
                  <a:pt x="1397037" y="19935"/>
                </a:lnTo>
                <a:lnTo>
                  <a:pt x="1402799" y="26472"/>
                </a:lnTo>
                <a:lnTo>
                  <a:pt x="1407697" y="33710"/>
                </a:lnTo>
                <a:lnTo>
                  <a:pt x="1411647" y="41569"/>
                </a:lnTo>
                <a:lnTo>
                  <a:pt x="1414569" y="49969"/>
                </a:lnTo>
                <a:lnTo>
                  <a:pt x="1416382" y="58827"/>
                </a:lnTo>
                <a:lnTo>
                  <a:pt x="1417004" y="68062"/>
                </a:lnTo>
                <a:lnTo>
                  <a:pt x="1417004" y="340300"/>
                </a:lnTo>
                <a:lnTo>
                  <a:pt x="1416382" y="349536"/>
                </a:lnTo>
                <a:lnTo>
                  <a:pt x="1414569" y="358394"/>
                </a:lnTo>
                <a:lnTo>
                  <a:pt x="1411647" y="366793"/>
                </a:lnTo>
                <a:lnTo>
                  <a:pt x="1407697" y="374652"/>
                </a:lnTo>
                <a:lnTo>
                  <a:pt x="1402799" y="381891"/>
                </a:lnTo>
                <a:lnTo>
                  <a:pt x="1397037" y="388427"/>
                </a:lnTo>
                <a:lnTo>
                  <a:pt x="1390489" y="394181"/>
                </a:lnTo>
                <a:lnTo>
                  <a:pt x="1383239" y="399070"/>
                </a:lnTo>
                <a:lnTo>
                  <a:pt x="1375367" y="403014"/>
                </a:lnTo>
                <a:lnTo>
                  <a:pt x="1366954" y="405931"/>
                </a:lnTo>
                <a:lnTo>
                  <a:pt x="1358081" y="407741"/>
                </a:lnTo>
                <a:lnTo>
                  <a:pt x="1348830" y="408363"/>
                </a:lnTo>
                <a:lnTo>
                  <a:pt x="68174" y="408363"/>
                </a:lnTo>
                <a:lnTo>
                  <a:pt x="58923" y="407741"/>
                </a:lnTo>
                <a:lnTo>
                  <a:pt x="50051" y="405931"/>
                </a:lnTo>
                <a:lnTo>
                  <a:pt x="41638" y="403014"/>
                </a:lnTo>
                <a:lnTo>
                  <a:pt x="33765" y="399070"/>
                </a:lnTo>
                <a:lnTo>
                  <a:pt x="26515" y="394181"/>
                </a:lnTo>
                <a:lnTo>
                  <a:pt x="19968" y="388427"/>
                </a:lnTo>
                <a:lnTo>
                  <a:pt x="14205" y="381891"/>
                </a:lnTo>
                <a:lnTo>
                  <a:pt x="9308" y="374652"/>
                </a:lnTo>
                <a:lnTo>
                  <a:pt x="5357" y="366793"/>
                </a:lnTo>
                <a:lnTo>
                  <a:pt x="2435" y="358394"/>
                </a:lnTo>
                <a:lnTo>
                  <a:pt x="622" y="349536"/>
                </a:lnTo>
                <a:lnTo>
                  <a:pt x="0" y="340300"/>
                </a:lnTo>
                <a:lnTo>
                  <a:pt x="0" y="680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60" name="Original vector context 60">
            <a:extLst xmlns:a="http://schemas.openxmlformats.org/drawingml/2006/main">
              <a:ext uri="{FF2B5EF4-FFF2-40B4-BE49-F238E27FC236}">
                <a16:creationId xmlns:a16="http://schemas.microsoft.com/office/drawing/2014/main" id="{81709A1B-6B25-4B6B-8D92-30315564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098" y="9922990"/>
            <a:ext cx="1212631" cy="135162"/>
          </a:xfrm>
          <a:custGeom xmlns:a="http://schemas.openxmlformats.org/drawingml/2006/main">
            <a:pathLst>
              <a:path w="1212631" h="135162">
                <a:moveTo>
                  <a:pt x="40444" y="39530"/>
                </a:moveTo>
                <a:lnTo>
                  <a:pt x="40857" y="38693"/>
                </a:lnTo>
                <a:lnTo>
                  <a:pt x="41289" y="37893"/>
                </a:lnTo>
                <a:lnTo>
                  <a:pt x="41739" y="37131"/>
                </a:lnTo>
                <a:lnTo>
                  <a:pt x="42207" y="36406"/>
                </a:lnTo>
                <a:lnTo>
                  <a:pt x="42694" y="35718"/>
                </a:lnTo>
                <a:lnTo>
                  <a:pt x="43199" y="35067"/>
                </a:lnTo>
                <a:lnTo>
                  <a:pt x="43722" y="34453"/>
                </a:lnTo>
                <a:lnTo>
                  <a:pt x="44264" y="33876"/>
                </a:lnTo>
                <a:lnTo>
                  <a:pt x="44824" y="33337"/>
                </a:lnTo>
                <a:lnTo>
                  <a:pt x="45402" y="32834"/>
                </a:lnTo>
                <a:lnTo>
                  <a:pt x="45999" y="32369"/>
                </a:lnTo>
                <a:lnTo>
                  <a:pt x="46614" y="31941"/>
                </a:lnTo>
                <a:lnTo>
                  <a:pt x="47249" y="31548"/>
                </a:lnTo>
                <a:lnTo>
                  <a:pt x="47905" y="31190"/>
                </a:lnTo>
                <a:lnTo>
                  <a:pt x="48582" y="30865"/>
                </a:lnTo>
                <a:lnTo>
                  <a:pt x="49281" y="30575"/>
                </a:lnTo>
                <a:lnTo>
                  <a:pt x="50001" y="30319"/>
                </a:lnTo>
                <a:lnTo>
                  <a:pt x="50742" y="30097"/>
                </a:lnTo>
                <a:lnTo>
                  <a:pt x="51505" y="29909"/>
                </a:lnTo>
                <a:lnTo>
                  <a:pt x="52289" y="29755"/>
                </a:lnTo>
                <a:lnTo>
                  <a:pt x="53094" y="29636"/>
                </a:lnTo>
                <a:lnTo>
                  <a:pt x="53920" y="29550"/>
                </a:lnTo>
                <a:lnTo>
                  <a:pt x="54768" y="29499"/>
                </a:lnTo>
                <a:lnTo>
                  <a:pt x="55637" y="29482"/>
                </a:lnTo>
                <a:lnTo>
                  <a:pt x="57203" y="29534"/>
                </a:lnTo>
                <a:lnTo>
                  <a:pt x="58689" y="29689"/>
                </a:lnTo>
                <a:lnTo>
                  <a:pt x="60097" y="29948"/>
                </a:lnTo>
                <a:lnTo>
                  <a:pt x="61427" y="30310"/>
                </a:lnTo>
                <a:lnTo>
                  <a:pt x="62677" y="30775"/>
                </a:lnTo>
                <a:lnTo>
                  <a:pt x="63849" y="31344"/>
                </a:lnTo>
                <a:lnTo>
                  <a:pt x="64942" y="32017"/>
                </a:lnTo>
                <a:lnTo>
                  <a:pt x="65956" y="32792"/>
                </a:lnTo>
                <a:lnTo>
                  <a:pt x="66892" y="33672"/>
                </a:lnTo>
                <a:lnTo>
                  <a:pt x="67748" y="34655"/>
                </a:lnTo>
                <a:lnTo>
                  <a:pt x="68526" y="35741"/>
                </a:lnTo>
                <a:lnTo>
                  <a:pt x="69225" y="36931"/>
                </a:lnTo>
                <a:lnTo>
                  <a:pt x="69858" y="38263"/>
                </a:lnTo>
                <a:lnTo>
                  <a:pt x="70435" y="39778"/>
                </a:lnTo>
                <a:lnTo>
                  <a:pt x="70957" y="41475"/>
                </a:lnTo>
                <a:lnTo>
                  <a:pt x="71425" y="43355"/>
                </a:lnTo>
                <a:lnTo>
                  <a:pt x="71837" y="45418"/>
                </a:lnTo>
                <a:lnTo>
                  <a:pt x="72194" y="47664"/>
                </a:lnTo>
                <a:lnTo>
                  <a:pt x="72497" y="50092"/>
                </a:lnTo>
                <a:lnTo>
                  <a:pt x="72744" y="52702"/>
                </a:lnTo>
                <a:lnTo>
                  <a:pt x="72937" y="55495"/>
                </a:lnTo>
                <a:lnTo>
                  <a:pt x="73074" y="58471"/>
                </a:lnTo>
                <a:lnTo>
                  <a:pt x="73157" y="61630"/>
                </a:lnTo>
                <a:lnTo>
                  <a:pt x="73184" y="64971"/>
                </a:lnTo>
                <a:lnTo>
                  <a:pt x="73184" y="111234"/>
                </a:lnTo>
                <a:lnTo>
                  <a:pt x="61201" y="111234"/>
                </a:lnTo>
                <a:lnTo>
                  <a:pt x="61201" y="65540"/>
                </a:lnTo>
                <a:lnTo>
                  <a:pt x="61188" y="62814"/>
                </a:lnTo>
                <a:lnTo>
                  <a:pt x="61148" y="60265"/>
                </a:lnTo>
                <a:lnTo>
                  <a:pt x="61083" y="57893"/>
                </a:lnTo>
                <a:lnTo>
                  <a:pt x="60991" y="55700"/>
                </a:lnTo>
                <a:lnTo>
                  <a:pt x="60873" y="53684"/>
                </a:lnTo>
                <a:lnTo>
                  <a:pt x="60728" y="51846"/>
                </a:lnTo>
                <a:lnTo>
                  <a:pt x="60558" y="50185"/>
                </a:lnTo>
                <a:lnTo>
                  <a:pt x="60361" y="48702"/>
                </a:lnTo>
                <a:lnTo>
                  <a:pt x="60137" y="47397"/>
                </a:lnTo>
                <a:lnTo>
                  <a:pt x="59888" y="46270"/>
                </a:lnTo>
                <a:lnTo>
                  <a:pt x="59612" y="45320"/>
                </a:lnTo>
                <a:lnTo>
                  <a:pt x="59311" y="44548"/>
                </a:lnTo>
                <a:lnTo>
                  <a:pt x="58974" y="43893"/>
                </a:lnTo>
                <a:lnTo>
                  <a:pt x="58594" y="43296"/>
                </a:lnTo>
                <a:lnTo>
                  <a:pt x="58171" y="42755"/>
                </a:lnTo>
                <a:lnTo>
                  <a:pt x="57706" y="42271"/>
                </a:lnTo>
                <a:lnTo>
                  <a:pt x="57197" y="41844"/>
                </a:lnTo>
                <a:lnTo>
                  <a:pt x="56645" y="41474"/>
                </a:lnTo>
                <a:lnTo>
                  <a:pt x="56049" y="41161"/>
                </a:lnTo>
                <a:lnTo>
                  <a:pt x="55411" y="40904"/>
                </a:lnTo>
                <a:lnTo>
                  <a:pt x="54730" y="40705"/>
                </a:lnTo>
                <a:lnTo>
                  <a:pt x="54005" y="40563"/>
                </a:lnTo>
                <a:lnTo>
                  <a:pt x="53238" y="40477"/>
                </a:lnTo>
                <a:lnTo>
                  <a:pt x="52427" y="40449"/>
                </a:lnTo>
                <a:lnTo>
                  <a:pt x="51501" y="40479"/>
                </a:lnTo>
                <a:lnTo>
                  <a:pt x="50625" y="40571"/>
                </a:lnTo>
                <a:lnTo>
                  <a:pt x="49799" y="40723"/>
                </a:lnTo>
                <a:lnTo>
                  <a:pt x="49023" y="40936"/>
                </a:lnTo>
                <a:lnTo>
                  <a:pt x="48297" y="41210"/>
                </a:lnTo>
                <a:lnTo>
                  <a:pt x="47621" y="41545"/>
                </a:lnTo>
                <a:lnTo>
                  <a:pt x="46996" y="41941"/>
                </a:lnTo>
                <a:lnTo>
                  <a:pt x="46420" y="42397"/>
                </a:lnTo>
                <a:lnTo>
                  <a:pt x="45894" y="42915"/>
                </a:lnTo>
                <a:lnTo>
                  <a:pt x="45418" y="43493"/>
                </a:lnTo>
                <a:lnTo>
                  <a:pt x="44992" y="44133"/>
                </a:lnTo>
                <a:lnTo>
                  <a:pt x="44617" y="44833"/>
                </a:lnTo>
                <a:lnTo>
                  <a:pt x="44281" y="45646"/>
                </a:lnTo>
                <a:lnTo>
                  <a:pt x="43974" y="46626"/>
                </a:lnTo>
                <a:lnTo>
                  <a:pt x="43696" y="47771"/>
                </a:lnTo>
                <a:lnTo>
                  <a:pt x="43448" y="49082"/>
                </a:lnTo>
                <a:lnTo>
                  <a:pt x="43228" y="50559"/>
                </a:lnTo>
                <a:lnTo>
                  <a:pt x="43038" y="52202"/>
                </a:lnTo>
                <a:lnTo>
                  <a:pt x="42878" y="54010"/>
                </a:lnTo>
                <a:lnTo>
                  <a:pt x="42746" y="55985"/>
                </a:lnTo>
                <a:lnTo>
                  <a:pt x="42644" y="58125"/>
                </a:lnTo>
                <a:lnTo>
                  <a:pt x="42571" y="60431"/>
                </a:lnTo>
                <a:lnTo>
                  <a:pt x="42527" y="62903"/>
                </a:lnTo>
                <a:lnTo>
                  <a:pt x="42512" y="65540"/>
                </a:lnTo>
                <a:lnTo>
                  <a:pt x="42512" y="111234"/>
                </a:lnTo>
                <a:lnTo>
                  <a:pt x="30529" y="111234"/>
                </a:lnTo>
                <a:lnTo>
                  <a:pt x="30529" y="65540"/>
                </a:lnTo>
                <a:lnTo>
                  <a:pt x="30515" y="62780"/>
                </a:lnTo>
                <a:lnTo>
                  <a:pt x="30473" y="60202"/>
                </a:lnTo>
                <a:lnTo>
                  <a:pt x="30402" y="57806"/>
                </a:lnTo>
                <a:lnTo>
                  <a:pt x="30303" y="55592"/>
                </a:lnTo>
                <a:lnTo>
                  <a:pt x="30176" y="53560"/>
                </a:lnTo>
                <a:lnTo>
                  <a:pt x="30021" y="51711"/>
                </a:lnTo>
                <a:lnTo>
                  <a:pt x="29837" y="50044"/>
                </a:lnTo>
                <a:lnTo>
                  <a:pt x="29626" y="48559"/>
                </a:lnTo>
                <a:lnTo>
                  <a:pt x="29386" y="47256"/>
                </a:lnTo>
                <a:lnTo>
                  <a:pt x="29117" y="46136"/>
                </a:lnTo>
                <a:lnTo>
                  <a:pt x="28821" y="45197"/>
                </a:lnTo>
                <a:lnTo>
                  <a:pt x="28496" y="44441"/>
                </a:lnTo>
                <a:lnTo>
                  <a:pt x="28135" y="43804"/>
                </a:lnTo>
                <a:lnTo>
                  <a:pt x="27728" y="43221"/>
                </a:lnTo>
                <a:lnTo>
                  <a:pt x="27277" y="42695"/>
                </a:lnTo>
                <a:lnTo>
                  <a:pt x="26780" y="42223"/>
                </a:lnTo>
                <a:lnTo>
                  <a:pt x="26239" y="41807"/>
                </a:lnTo>
                <a:lnTo>
                  <a:pt x="25652" y="41447"/>
                </a:lnTo>
                <a:lnTo>
                  <a:pt x="25020" y="41142"/>
                </a:lnTo>
                <a:lnTo>
                  <a:pt x="24343" y="40892"/>
                </a:lnTo>
                <a:lnTo>
                  <a:pt x="23621" y="40698"/>
                </a:lnTo>
                <a:lnTo>
                  <a:pt x="22854" y="40560"/>
                </a:lnTo>
                <a:lnTo>
                  <a:pt x="22042" y="40477"/>
                </a:lnTo>
                <a:lnTo>
                  <a:pt x="21185" y="40449"/>
                </a:lnTo>
                <a:lnTo>
                  <a:pt x="20339" y="40479"/>
                </a:lnTo>
                <a:lnTo>
                  <a:pt x="19537" y="40571"/>
                </a:lnTo>
                <a:lnTo>
                  <a:pt x="18780" y="40723"/>
                </a:lnTo>
                <a:lnTo>
                  <a:pt x="18066" y="40936"/>
                </a:lnTo>
                <a:lnTo>
                  <a:pt x="17397" y="41210"/>
                </a:lnTo>
                <a:lnTo>
                  <a:pt x="16771" y="41545"/>
                </a:lnTo>
                <a:lnTo>
                  <a:pt x="16190" y="41941"/>
                </a:lnTo>
                <a:lnTo>
                  <a:pt x="15653" y="42397"/>
                </a:lnTo>
                <a:lnTo>
                  <a:pt x="15160" y="42915"/>
                </a:lnTo>
                <a:lnTo>
                  <a:pt x="14711" y="43493"/>
                </a:lnTo>
                <a:lnTo>
                  <a:pt x="14306" y="44133"/>
                </a:lnTo>
                <a:lnTo>
                  <a:pt x="13945" y="44833"/>
                </a:lnTo>
                <a:lnTo>
                  <a:pt x="13620" y="45646"/>
                </a:lnTo>
                <a:lnTo>
                  <a:pt x="13324" y="46626"/>
                </a:lnTo>
                <a:lnTo>
                  <a:pt x="13056" y="47771"/>
                </a:lnTo>
                <a:lnTo>
                  <a:pt x="12816" y="49082"/>
                </a:lnTo>
                <a:lnTo>
                  <a:pt x="12604" y="50559"/>
                </a:lnTo>
                <a:lnTo>
                  <a:pt x="12420" y="52202"/>
                </a:lnTo>
                <a:lnTo>
                  <a:pt x="12265" y="54010"/>
                </a:lnTo>
                <a:lnTo>
                  <a:pt x="12138" y="55985"/>
                </a:lnTo>
                <a:lnTo>
                  <a:pt x="12039" y="58125"/>
                </a:lnTo>
                <a:lnTo>
                  <a:pt x="11969" y="60431"/>
                </a:lnTo>
                <a:lnTo>
                  <a:pt x="11926" y="62903"/>
                </a:lnTo>
                <a:lnTo>
                  <a:pt x="11912" y="65540"/>
                </a:lnTo>
                <a:lnTo>
                  <a:pt x="11912" y="111234"/>
                </a:lnTo>
                <a:lnTo>
                  <a:pt x="0" y="111234"/>
                </a:lnTo>
                <a:lnTo>
                  <a:pt x="0" y="31476"/>
                </a:lnTo>
                <a:lnTo>
                  <a:pt x="11912" y="31476"/>
                </a:lnTo>
                <a:lnTo>
                  <a:pt x="11912" y="38259"/>
                </a:lnTo>
                <a:lnTo>
                  <a:pt x="12313" y="37560"/>
                </a:lnTo>
                <a:lnTo>
                  <a:pt x="12729" y="36888"/>
                </a:lnTo>
                <a:lnTo>
                  <a:pt x="13163" y="36245"/>
                </a:lnTo>
                <a:lnTo>
                  <a:pt x="13612" y="35631"/>
                </a:lnTo>
                <a:lnTo>
                  <a:pt x="14078" y="35044"/>
                </a:lnTo>
                <a:lnTo>
                  <a:pt x="14560" y="34486"/>
                </a:lnTo>
                <a:lnTo>
                  <a:pt x="15059" y="33956"/>
                </a:lnTo>
                <a:lnTo>
                  <a:pt x="15574" y="33454"/>
                </a:lnTo>
                <a:lnTo>
                  <a:pt x="16105" y="32981"/>
                </a:lnTo>
                <a:lnTo>
                  <a:pt x="16652" y="32535"/>
                </a:lnTo>
                <a:lnTo>
                  <a:pt x="17216" y="32118"/>
                </a:lnTo>
                <a:lnTo>
                  <a:pt x="17797" y="31730"/>
                </a:lnTo>
                <a:lnTo>
                  <a:pt x="18392" y="31371"/>
                </a:lnTo>
                <a:lnTo>
                  <a:pt x="19000" y="31043"/>
                </a:lnTo>
                <a:lnTo>
                  <a:pt x="19622" y="30746"/>
                </a:lnTo>
                <a:lnTo>
                  <a:pt x="20258" y="30481"/>
                </a:lnTo>
                <a:lnTo>
                  <a:pt x="20906" y="30247"/>
                </a:lnTo>
                <a:lnTo>
                  <a:pt x="21568" y="30044"/>
                </a:lnTo>
                <a:lnTo>
                  <a:pt x="22244" y="29872"/>
                </a:lnTo>
                <a:lnTo>
                  <a:pt x="22932" y="29732"/>
                </a:lnTo>
                <a:lnTo>
                  <a:pt x="23635" y="29623"/>
                </a:lnTo>
                <a:lnTo>
                  <a:pt x="24350" y="29545"/>
                </a:lnTo>
                <a:lnTo>
                  <a:pt x="25079" y="29498"/>
                </a:lnTo>
                <a:lnTo>
                  <a:pt x="25821" y="29482"/>
                </a:lnTo>
                <a:lnTo>
                  <a:pt x="26712" y="29499"/>
                </a:lnTo>
                <a:lnTo>
                  <a:pt x="27578" y="29551"/>
                </a:lnTo>
                <a:lnTo>
                  <a:pt x="28418" y="29638"/>
                </a:lnTo>
                <a:lnTo>
                  <a:pt x="29233" y="29759"/>
                </a:lnTo>
                <a:lnTo>
                  <a:pt x="30023" y="29915"/>
                </a:lnTo>
                <a:lnTo>
                  <a:pt x="30788" y="30106"/>
                </a:lnTo>
                <a:lnTo>
                  <a:pt x="31527" y="30331"/>
                </a:lnTo>
                <a:lnTo>
                  <a:pt x="32241" y="30591"/>
                </a:lnTo>
                <a:lnTo>
                  <a:pt x="32930" y="30885"/>
                </a:lnTo>
                <a:lnTo>
                  <a:pt x="33593" y="31214"/>
                </a:lnTo>
                <a:lnTo>
                  <a:pt x="34231" y="31578"/>
                </a:lnTo>
                <a:lnTo>
                  <a:pt x="34844" y="31977"/>
                </a:lnTo>
                <a:lnTo>
                  <a:pt x="35434" y="32410"/>
                </a:lnTo>
                <a:lnTo>
                  <a:pt x="36001" y="32879"/>
                </a:lnTo>
                <a:lnTo>
                  <a:pt x="36545" y="33383"/>
                </a:lnTo>
                <a:lnTo>
                  <a:pt x="37068" y="33924"/>
                </a:lnTo>
                <a:lnTo>
                  <a:pt x="37568" y="34500"/>
                </a:lnTo>
                <a:lnTo>
                  <a:pt x="38045" y="35111"/>
                </a:lnTo>
                <a:lnTo>
                  <a:pt x="38501" y="35758"/>
                </a:lnTo>
                <a:lnTo>
                  <a:pt x="38934" y="36441"/>
                </a:lnTo>
                <a:lnTo>
                  <a:pt x="39345" y="37160"/>
                </a:lnTo>
                <a:lnTo>
                  <a:pt x="39734" y="37914"/>
                </a:lnTo>
                <a:lnTo>
                  <a:pt x="40100" y="38704"/>
                </a:lnTo>
                <a:lnTo>
                  <a:pt x="40444" y="39530"/>
                </a:lnTo>
                <a:close/>
                <a:moveTo>
                  <a:pt x="159764" y="64792"/>
                </a:moveTo>
                <a:lnTo>
                  <a:pt x="159764" y="71213"/>
                </a:lnTo>
                <a:lnTo>
                  <a:pt x="102914" y="71213"/>
                </a:lnTo>
                <a:lnTo>
                  <a:pt x="102914" y="71640"/>
                </a:lnTo>
                <a:lnTo>
                  <a:pt x="102870" y="74300"/>
                </a:lnTo>
                <a:lnTo>
                  <a:pt x="102929" y="76833"/>
                </a:lnTo>
                <a:lnTo>
                  <a:pt x="103090" y="79237"/>
                </a:lnTo>
                <a:lnTo>
                  <a:pt x="103354" y="81514"/>
                </a:lnTo>
                <a:lnTo>
                  <a:pt x="103721" y="83663"/>
                </a:lnTo>
                <a:lnTo>
                  <a:pt x="104189" y="85684"/>
                </a:lnTo>
                <a:lnTo>
                  <a:pt x="104761" y="87577"/>
                </a:lnTo>
                <a:lnTo>
                  <a:pt x="105435" y="89342"/>
                </a:lnTo>
                <a:lnTo>
                  <a:pt x="106211" y="90980"/>
                </a:lnTo>
                <a:lnTo>
                  <a:pt x="107090" y="92489"/>
                </a:lnTo>
                <a:lnTo>
                  <a:pt x="108072" y="93871"/>
                </a:lnTo>
                <a:lnTo>
                  <a:pt x="109156" y="95125"/>
                </a:lnTo>
                <a:lnTo>
                  <a:pt x="110330" y="96265"/>
                </a:lnTo>
                <a:lnTo>
                  <a:pt x="111582" y="97305"/>
                </a:lnTo>
                <a:lnTo>
                  <a:pt x="112912" y="98247"/>
                </a:lnTo>
                <a:lnTo>
                  <a:pt x="114319" y="99090"/>
                </a:lnTo>
                <a:lnTo>
                  <a:pt x="115804" y="99833"/>
                </a:lnTo>
                <a:lnTo>
                  <a:pt x="117367" y="100477"/>
                </a:lnTo>
                <a:lnTo>
                  <a:pt x="119008" y="101023"/>
                </a:lnTo>
                <a:lnTo>
                  <a:pt x="120727" y="101469"/>
                </a:lnTo>
                <a:lnTo>
                  <a:pt x="122523" y="101815"/>
                </a:lnTo>
                <a:lnTo>
                  <a:pt x="124397" y="102063"/>
                </a:lnTo>
                <a:lnTo>
                  <a:pt x="126349" y="102212"/>
                </a:lnTo>
                <a:lnTo>
                  <a:pt x="128379" y="102262"/>
                </a:lnTo>
                <a:lnTo>
                  <a:pt x="129429" y="102248"/>
                </a:lnTo>
                <a:lnTo>
                  <a:pt x="130487" y="102206"/>
                </a:lnTo>
                <a:lnTo>
                  <a:pt x="131553" y="102137"/>
                </a:lnTo>
                <a:lnTo>
                  <a:pt x="132627" y="102040"/>
                </a:lnTo>
                <a:lnTo>
                  <a:pt x="133709" y="101915"/>
                </a:lnTo>
                <a:lnTo>
                  <a:pt x="134799" y="101763"/>
                </a:lnTo>
                <a:lnTo>
                  <a:pt x="135896" y="101583"/>
                </a:lnTo>
                <a:lnTo>
                  <a:pt x="137002" y="101375"/>
                </a:lnTo>
                <a:lnTo>
                  <a:pt x="138115" y="101140"/>
                </a:lnTo>
                <a:lnTo>
                  <a:pt x="139237" y="100877"/>
                </a:lnTo>
                <a:lnTo>
                  <a:pt x="140366" y="100586"/>
                </a:lnTo>
                <a:lnTo>
                  <a:pt x="141504" y="100268"/>
                </a:lnTo>
                <a:lnTo>
                  <a:pt x="142651" y="99921"/>
                </a:lnTo>
                <a:lnTo>
                  <a:pt x="143812" y="99546"/>
                </a:lnTo>
                <a:lnTo>
                  <a:pt x="144985" y="99142"/>
                </a:lnTo>
                <a:lnTo>
                  <a:pt x="146172" y="98709"/>
                </a:lnTo>
                <a:lnTo>
                  <a:pt x="147371" y="98247"/>
                </a:lnTo>
                <a:lnTo>
                  <a:pt x="148583" y="97757"/>
                </a:lnTo>
                <a:lnTo>
                  <a:pt x="149808" y="97239"/>
                </a:lnTo>
                <a:lnTo>
                  <a:pt x="151046" y="96691"/>
                </a:lnTo>
                <a:lnTo>
                  <a:pt x="152297" y="96115"/>
                </a:lnTo>
                <a:lnTo>
                  <a:pt x="153560" y="95510"/>
                </a:lnTo>
                <a:lnTo>
                  <a:pt x="154837" y="94877"/>
                </a:lnTo>
                <a:lnTo>
                  <a:pt x="156126" y="94215"/>
                </a:lnTo>
                <a:lnTo>
                  <a:pt x="156126" y="107246"/>
                </a:lnTo>
                <a:lnTo>
                  <a:pt x="154882" y="107746"/>
                </a:lnTo>
                <a:lnTo>
                  <a:pt x="153645" y="108225"/>
                </a:lnTo>
                <a:lnTo>
                  <a:pt x="152415" y="108682"/>
                </a:lnTo>
                <a:lnTo>
                  <a:pt x="151193" y="109118"/>
                </a:lnTo>
                <a:lnTo>
                  <a:pt x="149978" y="109532"/>
                </a:lnTo>
                <a:lnTo>
                  <a:pt x="148770" y="109926"/>
                </a:lnTo>
                <a:lnTo>
                  <a:pt x="147570" y="110298"/>
                </a:lnTo>
                <a:lnTo>
                  <a:pt x="146378" y="110649"/>
                </a:lnTo>
                <a:lnTo>
                  <a:pt x="145193" y="110978"/>
                </a:lnTo>
                <a:lnTo>
                  <a:pt x="144015" y="111287"/>
                </a:lnTo>
                <a:lnTo>
                  <a:pt x="142845" y="111574"/>
                </a:lnTo>
                <a:lnTo>
                  <a:pt x="141682" y="111840"/>
                </a:lnTo>
                <a:lnTo>
                  <a:pt x="140526" y="112084"/>
                </a:lnTo>
                <a:lnTo>
                  <a:pt x="139377" y="112307"/>
                </a:lnTo>
                <a:lnTo>
                  <a:pt x="138234" y="112510"/>
                </a:lnTo>
                <a:lnTo>
                  <a:pt x="137097" y="112690"/>
                </a:lnTo>
                <a:lnTo>
                  <a:pt x="135967" y="112850"/>
                </a:lnTo>
                <a:lnTo>
                  <a:pt x="134843" y="112988"/>
                </a:lnTo>
                <a:lnTo>
                  <a:pt x="133726" y="113105"/>
                </a:lnTo>
                <a:lnTo>
                  <a:pt x="132615" y="113201"/>
                </a:lnTo>
                <a:lnTo>
                  <a:pt x="131511" y="113275"/>
                </a:lnTo>
                <a:lnTo>
                  <a:pt x="130413" y="113328"/>
                </a:lnTo>
                <a:lnTo>
                  <a:pt x="129321" y="113360"/>
                </a:lnTo>
                <a:lnTo>
                  <a:pt x="128236" y="113371"/>
                </a:lnTo>
                <a:lnTo>
                  <a:pt x="125190" y="113293"/>
                </a:lnTo>
                <a:lnTo>
                  <a:pt x="122257" y="113061"/>
                </a:lnTo>
                <a:lnTo>
                  <a:pt x="119436" y="112673"/>
                </a:lnTo>
                <a:lnTo>
                  <a:pt x="116728" y="112130"/>
                </a:lnTo>
                <a:lnTo>
                  <a:pt x="114134" y="111433"/>
                </a:lnTo>
                <a:lnTo>
                  <a:pt x="111652" y="110580"/>
                </a:lnTo>
                <a:lnTo>
                  <a:pt x="109283" y="109572"/>
                </a:lnTo>
                <a:lnTo>
                  <a:pt x="107028" y="108410"/>
                </a:lnTo>
                <a:lnTo>
                  <a:pt x="104885" y="107092"/>
                </a:lnTo>
                <a:lnTo>
                  <a:pt x="102855" y="105619"/>
                </a:lnTo>
                <a:lnTo>
                  <a:pt x="100938" y="103991"/>
                </a:lnTo>
                <a:lnTo>
                  <a:pt x="99134" y="102208"/>
                </a:lnTo>
                <a:lnTo>
                  <a:pt x="97459" y="100289"/>
                </a:lnTo>
                <a:lnTo>
                  <a:pt x="95930" y="98252"/>
                </a:lnTo>
                <a:lnTo>
                  <a:pt x="94546" y="96097"/>
                </a:lnTo>
                <a:lnTo>
                  <a:pt x="93309" y="93826"/>
                </a:lnTo>
                <a:lnTo>
                  <a:pt x="92216" y="91437"/>
                </a:lnTo>
                <a:lnTo>
                  <a:pt x="91270" y="88930"/>
                </a:lnTo>
                <a:lnTo>
                  <a:pt x="90469" y="86306"/>
                </a:lnTo>
                <a:lnTo>
                  <a:pt x="89813" y="83565"/>
                </a:lnTo>
                <a:lnTo>
                  <a:pt x="89304" y="80707"/>
                </a:lnTo>
                <a:lnTo>
                  <a:pt x="88940" y="77731"/>
                </a:lnTo>
                <a:lnTo>
                  <a:pt x="88721" y="74637"/>
                </a:lnTo>
                <a:lnTo>
                  <a:pt x="88648" y="71426"/>
                </a:lnTo>
                <a:lnTo>
                  <a:pt x="88720" y="68294"/>
                </a:lnTo>
                <a:lnTo>
                  <a:pt x="88934" y="65268"/>
                </a:lnTo>
                <a:lnTo>
                  <a:pt x="89290" y="62349"/>
                </a:lnTo>
                <a:lnTo>
                  <a:pt x="89790" y="59537"/>
                </a:lnTo>
                <a:lnTo>
                  <a:pt x="90432" y="56832"/>
                </a:lnTo>
                <a:lnTo>
                  <a:pt x="91216" y="54235"/>
                </a:lnTo>
                <a:lnTo>
                  <a:pt x="92144" y="51744"/>
                </a:lnTo>
                <a:lnTo>
                  <a:pt x="93214" y="49360"/>
                </a:lnTo>
                <a:lnTo>
                  <a:pt x="94426" y="47084"/>
                </a:lnTo>
                <a:lnTo>
                  <a:pt x="95781" y="44914"/>
                </a:lnTo>
                <a:lnTo>
                  <a:pt x="97279" y="42852"/>
                </a:lnTo>
                <a:lnTo>
                  <a:pt x="98920" y="40896"/>
                </a:lnTo>
                <a:lnTo>
                  <a:pt x="100679" y="39073"/>
                </a:lnTo>
                <a:lnTo>
                  <a:pt x="102534" y="37409"/>
                </a:lnTo>
                <a:lnTo>
                  <a:pt x="104484" y="35903"/>
                </a:lnTo>
                <a:lnTo>
                  <a:pt x="106528" y="34555"/>
                </a:lnTo>
                <a:lnTo>
                  <a:pt x="108668" y="33366"/>
                </a:lnTo>
                <a:lnTo>
                  <a:pt x="110903" y="32336"/>
                </a:lnTo>
                <a:lnTo>
                  <a:pt x="113233" y="31464"/>
                </a:lnTo>
                <a:lnTo>
                  <a:pt x="115659" y="30750"/>
                </a:lnTo>
                <a:lnTo>
                  <a:pt x="118179" y="30195"/>
                </a:lnTo>
                <a:lnTo>
                  <a:pt x="120794" y="29799"/>
                </a:lnTo>
                <a:lnTo>
                  <a:pt x="123505" y="29561"/>
                </a:lnTo>
                <a:lnTo>
                  <a:pt x="126310" y="29482"/>
                </a:lnTo>
                <a:lnTo>
                  <a:pt x="128810" y="29554"/>
                </a:lnTo>
                <a:lnTo>
                  <a:pt x="131219" y="29769"/>
                </a:lnTo>
                <a:lnTo>
                  <a:pt x="133539" y="30129"/>
                </a:lnTo>
                <a:lnTo>
                  <a:pt x="135770" y="30631"/>
                </a:lnTo>
                <a:lnTo>
                  <a:pt x="137910" y="31278"/>
                </a:lnTo>
                <a:lnTo>
                  <a:pt x="139961" y="32068"/>
                </a:lnTo>
                <a:lnTo>
                  <a:pt x="141922" y="33002"/>
                </a:lnTo>
                <a:lnTo>
                  <a:pt x="143794" y="34079"/>
                </a:lnTo>
                <a:lnTo>
                  <a:pt x="145576" y="35300"/>
                </a:lnTo>
                <a:lnTo>
                  <a:pt x="147268" y="36665"/>
                </a:lnTo>
                <a:lnTo>
                  <a:pt x="148871" y="38174"/>
                </a:lnTo>
                <a:lnTo>
                  <a:pt x="150384" y="39826"/>
                </a:lnTo>
                <a:lnTo>
                  <a:pt x="151795" y="41579"/>
                </a:lnTo>
                <a:lnTo>
                  <a:pt x="153092" y="43393"/>
                </a:lnTo>
                <a:lnTo>
                  <a:pt x="154274" y="45265"/>
                </a:lnTo>
                <a:lnTo>
                  <a:pt x="155342" y="47197"/>
                </a:lnTo>
                <a:lnTo>
                  <a:pt x="156295" y="49188"/>
                </a:lnTo>
                <a:lnTo>
                  <a:pt x="157134" y="51239"/>
                </a:lnTo>
                <a:lnTo>
                  <a:pt x="157858" y="53350"/>
                </a:lnTo>
                <a:lnTo>
                  <a:pt x="158468" y="55519"/>
                </a:lnTo>
                <a:lnTo>
                  <a:pt x="158964" y="57748"/>
                </a:lnTo>
                <a:lnTo>
                  <a:pt x="159345" y="60037"/>
                </a:lnTo>
                <a:lnTo>
                  <a:pt x="159612" y="62385"/>
                </a:lnTo>
                <a:lnTo>
                  <a:pt x="159764" y="64792"/>
                </a:lnTo>
                <a:moveTo>
                  <a:pt x="146639" y="60887"/>
                </a:moveTo>
                <a:lnTo>
                  <a:pt x="146467" y="59526"/>
                </a:lnTo>
                <a:lnTo>
                  <a:pt x="146234" y="58196"/>
                </a:lnTo>
                <a:lnTo>
                  <a:pt x="145942" y="56897"/>
                </a:lnTo>
                <a:lnTo>
                  <a:pt x="145589" y="55629"/>
                </a:lnTo>
                <a:lnTo>
                  <a:pt x="145177" y="54392"/>
                </a:lnTo>
                <a:lnTo>
                  <a:pt x="144705" y="53187"/>
                </a:lnTo>
                <a:lnTo>
                  <a:pt x="144172" y="52013"/>
                </a:lnTo>
                <a:lnTo>
                  <a:pt x="143580" y="50870"/>
                </a:lnTo>
                <a:lnTo>
                  <a:pt x="142928" y="49758"/>
                </a:lnTo>
                <a:lnTo>
                  <a:pt x="142216" y="48677"/>
                </a:lnTo>
                <a:lnTo>
                  <a:pt x="141444" y="47627"/>
                </a:lnTo>
                <a:lnTo>
                  <a:pt x="140612" y="46609"/>
                </a:lnTo>
                <a:lnTo>
                  <a:pt x="139719" y="45648"/>
                </a:lnTo>
                <a:lnTo>
                  <a:pt x="138762" y="44770"/>
                </a:lnTo>
                <a:lnTo>
                  <a:pt x="137743" y="43976"/>
                </a:lnTo>
                <a:lnTo>
                  <a:pt x="136661" y="43266"/>
                </a:lnTo>
                <a:lnTo>
                  <a:pt x="135516" y="42639"/>
                </a:lnTo>
                <a:lnTo>
                  <a:pt x="134308" y="42096"/>
                </a:lnTo>
                <a:lnTo>
                  <a:pt x="133037" y="41636"/>
                </a:lnTo>
                <a:lnTo>
                  <a:pt x="131704" y="41260"/>
                </a:lnTo>
                <a:lnTo>
                  <a:pt x="130307" y="40967"/>
                </a:lnTo>
                <a:lnTo>
                  <a:pt x="128848" y="40758"/>
                </a:lnTo>
                <a:lnTo>
                  <a:pt x="127325" y="40633"/>
                </a:lnTo>
                <a:lnTo>
                  <a:pt x="125740" y="40591"/>
                </a:lnTo>
                <a:lnTo>
                  <a:pt x="124182" y="40635"/>
                </a:lnTo>
                <a:lnTo>
                  <a:pt x="122671" y="40765"/>
                </a:lnTo>
                <a:lnTo>
                  <a:pt x="121206" y="40983"/>
                </a:lnTo>
                <a:lnTo>
                  <a:pt x="119788" y="41288"/>
                </a:lnTo>
                <a:lnTo>
                  <a:pt x="118416" y="41679"/>
                </a:lnTo>
                <a:lnTo>
                  <a:pt x="117091" y="42158"/>
                </a:lnTo>
                <a:lnTo>
                  <a:pt x="115813" y="42724"/>
                </a:lnTo>
                <a:lnTo>
                  <a:pt x="114581" y="43376"/>
                </a:lnTo>
                <a:lnTo>
                  <a:pt x="113395" y="44116"/>
                </a:lnTo>
                <a:lnTo>
                  <a:pt x="112257" y="44943"/>
                </a:lnTo>
                <a:lnTo>
                  <a:pt x="111164" y="45857"/>
                </a:lnTo>
                <a:lnTo>
                  <a:pt x="110119" y="46858"/>
                </a:lnTo>
                <a:lnTo>
                  <a:pt x="109135" y="47913"/>
                </a:lnTo>
                <a:lnTo>
                  <a:pt x="108228" y="48990"/>
                </a:lnTo>
                <a:lnTo>
                  <a:pt x="107399" y="50089"/>
                </a:lnTo>
                <a:lnTo>
                  <a:pt x="106647" y="51210"/>
                </a:lnTo>
                <a:lnTo>
                  <a:pt x="105973" y="52352"/>
                </a:lnTo>
                <a:lnTo>
                  <a:pt x="105375" y="53516"/>
                </a:lnTo>
                <a:lnTo>
                  <a:pt x="104855" y="54702"/>
                </a:lnTo>
                <a:lnTo>
                  <a:pt x="104412" y="55910"/>
                </a:lnTo>
                <a:lnTo>
                  <a:pt x="104047" y="57139"/>
                </a:lnTo>
                <a:lnTo>
                  <a:pt x="103758" y="58391"/>
                </a:lnTo>
                <a:lnTo>
                  <a:pt x="103547" y="59663"/>
                </a:lnTo>
                <a:lnTo>
                  <a:pt x="103414" y="60958"/>
                </a:lnTo>
                <a:lnTo>
                  <a:pt x="146639" y="60887"/>
                </a:lnTo>
                <a:close/>
                <a:moveTo>
                  <a:pt x="215743" y="39530"/>
                </a:moveTo>
                <a:lnTo>
                  <a:pt x="216157" y="38693"/>
                </a:lnTo>
                <a:lnTo>
                  <a:pt x="216589" y="37893"/>
                </a:lnTo>
                <a:lnTo>
                  <a:pt x="217039" y="37131"/>
                </a:lnTo>
                <a:lnTo>
                  <a:pt x="217507" y="36406"/>
                </a:lnTo>
                <a:lnTo>
                  <a:pt x="217994" y="35718"/>
                </a:lnTo>
                <a:lnTo>
                  <a:pt x="218499" y="35067"/>
                </a:lnTo>
                <a:lnTo>
                  <a:pt x="219022" y="34453"/>
                </a:lnTo>
                <a:lnTo>
                  <a:pt x="219564" y="33876"/>
                </a:lnTo>
                <a:lnTo>
                  <a:pt x="220124" y="33337"/>
                </a:lnTo>
                <a:lnTo>
                  <a:pt x="220702" y="32834"/>
                </a:lnTo>
                <a:lnTo>
                  <a:pt x="221299" y="32369"/>
                </a:lnTo>
                <a:lnTo>
                  <a:pt x="221913" y="31941"/>
                </a:lnTo>
                <a:lnTo>
                  <a:pt x="222548" y="31548"/>
                </a:lnTo>
                <a:lnTo>
                  <a:pt x="223204" y="31190"/>
                </a:lnTo>
                <a:lnTo>
                  <a:pt x="223882" y="30865"/>
                </a:lnTo>
                <a:lnTo>
                  <a:pt x="224580" y="30575"/>
                </a:lnTo>
                <a:lnTo>
                  <a:pt x="225300" y="30319"/>
                </a:lnTo>
                <a:lnTo>
                  <a:pt x="226042" y="30097"/>
                </a:lnTo>
                <a:lnTo>
                  <a:pt x="226804" y="29909"/>
                </a:lnTo>
                <a:lnTo>
                  <a:pt x="227588" y="29755"/>
                </a:lnTo>
                <a:lnTo>
                  <a:pt x="228393" y="29636"/>
                </a:lnTo>
                <a:lnTo>
                  <a:pt x="229220" y="29550"/>
                </a:lnTo>
                <a:lnTo>
                  <a:pt x="230068" y="29499"/>
                </a:lnTo>
                <a:lnTo>
                  <a:pt x="230937" y="29482"/>
                </a:lnTo>
                <a:lnTo>
                  <a:pt x="232502" y="29534"/>
                </a:lnTo>
                <a:lnTo>
                  <a:pt x="233989" y="29689"/>
                </a:lnTo>
                <a:lnTo>
                  <a:pt x="235397" y="29948"/>
                </a:lnTo>
                <a:lnTo>
                  <a:pt x="236726" y="30310"/>
                </a:lnTo>
                <a:lnTo>
                  <a:pt x="237977" y="30775"/>
                </a:lnTo>
                <a:lnTo>
                  <a:pt x="239148" y="31344"/>
                </a:lnTo>
                <a:lnTo>
                  <a:pt x="240241" y="32017"/>
                </a:lnTo>
                <a:lnTo>
                  <a:pt x="241256" y="32792"/>
                </a:lnTo>
                <a:lnTo>
                  <a:pt x="242191" y="33672"/>
                </a:lnTo>
                <a:lnTo>
                  <a:pt x="243048" y="34655"/>
                </a:lnTo>
                <a:lnTo>
                  <a:pt x="243826" y="35741"/>
                </a:lnTo>
                <a:lnTo>
                  <a:pt x="244525" y="36931"/>
                </a:lnTo>
                <a:lnTo>
                  <a:pt x="245157" y="38263"/>
                </a:lnTo>
                <a:lnTo>
                  <a:pt x="245735" y="39778"/>
                </a:lnTo>
                <a:lnTo>
                  <a:pt x="246257" y="41475"/>
                </a:lnTo>
                <a:lnTo>
                  <a:pt x="246724" y="43355"/>
                </a:lnTo>
                <a:lnTo>
                  <a:pt x="247137" y="45418"/>
                </a:lnTo>
                <a:lnTo>
                  <a:pt x="247494" y="47664"/>
                </a:lnTo>
                <a:lnTo>
                  <a:pt x="247796" y="50092"/>
                </a:lnTo>
                <a:lnTo>
                  <a:pt x="248044" y="52702"/>
                </a:lnTo>
                <a:lnTo>
                  <a:pt x="248236" y="55495"/>
                </a:lnTo>
                <a:lnTo>
                  <a:pt x="248374" y="58471"/>
                </a:lnTo>
                <a:lnTo>
                  <a:pt x="248456" y="61630"/>
                </a:lnTo>
                <a:lnTo>
                  <a:pt x="248484" y="64971"/>
                </a:lnTo>
                <a:lnTo>
                  <a:pt x="248484" y="111234"/>
                </a:lnTo>
                <a:lnTo>
                  <a:pt x="236500" y="111234"/>
                </a:lnTo>
                <a:lnTo>
                  <a:pt x="236500" y="65540"/>
                </a:lnTo>
                <a:lnTo>
                  <a:pt x="236487" y="62814"/>
                </a:lnTo>
                <a:lnTo>
                  <a:pt x="236448" y="60265"/>
                </a:lnTo>
                <a:lnTo>
                  <a:pt x="236382" y="57893"/>
                </a:lnTo>
                <a:lnTo>
                  <a:pt x="236290" y="55700"/>
                </a:lnTo>
                <a:lnTo>
                  <a:pt x="236172" y="53684"/>
                </a:lnTo>
                <a:lnTo>
                  <a:pt x="236028" y="51846"/>
                </a:lnTo>
                <a:lnTo>
                  <a:pt x="235857" y="50185"/>
                </a:lnTo>
                <a:lnTo>
                  <a:pt x="235660" y="48702"/>
                </a:lnTo>
                <a:lnTo>
                  <a:pt x="235437" y="47397"/>
                </a:lnTo>
                <a:lnTo>
                  <a:pt x="235188" y="46270"/>
                </a:lnTo>
                <a:lnTo>
                  <a:pt x="234912" y="45320"/>
                </a:lnTo>
                <a:lnTo>
                  <a:pt x="234610" y="44548"/>
                </a:lnTo>
                <a:lnTo>
                  <a:pt x="234274" y="43893"/>
                </a:lnTo>
                <a:lnTo>
                  <a:pt x="233894" y="43296"/>
                </a:lnTo>
                <a:lnTo>
                  <a:pt x="233471" y="42755"/>
                </a:lnTo>
                <a:lnTo>
                  <a:pt x="233005" y="42271"/>
                </a:lnTo>
                <a:lnTo>
                  <a:pt x="232496" y="41844"/>
                </a:lnTo>
                <a:lnTo>
                  <a:pt x="231944" y="41474"/>
                </a:lnTo>
                <a:lnTo>
                  <a:pt x="231349" y="41161"/>
                </a:lnTo>
                <a:lnTo>
                  <a:pt x="230711" y="40904"/>
                </a:lnTo>
                <a:lnTo>
                  <a:pt x="230029" y="40705"/>
                </a:lnTo>
                <a:lnTo>
                  <a:pt x="229305" y="40563"/>
                </a:lnTo>
                <a:lnTo>
                  <a:pt x="228537" y="40477"/>
                </a:lnTo>
                <a:lnTo>
                  <a:pt x="227727" y="40449"/>
                </a:lnTo>
                <a:lnTo>
                  <a:pt x="226801" y="40479"/>
                </a:lnTo>
                <a:lnTo>
                  <a:pt x="225925" y="40571"/>
                </a:lnTo>
                <a:lnTo>
                  <a:pt x="225099" y="40723"/>
                </a:lnTo>
                <a:lnTo>
                  <a:pt x="224323" y="40936"/>
                </a:lnTo>
                <a:lnTo>
                  <a:pt x="223597" y="41210"/>
                </a:lnTo>
                <a:lnTo>
                  <a:pt x="222921" y="41545"/>
                </a:lnTo>
                <a:lnTo>
                  <a:pt x="222295" y="41941"/>
                </a:lnTo>
                <a:lnTo>
                  <a:pt x="221719" y="42397"/>
                </a:lnTo>
                <a:lnTo>
                  <a:pt x="221194" y="42915"/>
                </a:lnTo>
                <a:lnTo>
                  <a:pt x="220718" y="43493"/>
                </a:lnTo>
                <a:lnTo>
                  <a:pt x="220292" y="44133"/>
                </a:lnTo>
                <a:lnTo>
                  <a:pt x="219916" y="44833"/>
                </a:lnTo>
                <a:lnTo>
                  <a:pt x="219580" y="45646"/>
                </a:lnTo>
                <a:lnTo>
                  <a:pt x="219273" y="46626"/>
                </a:lnTo>
                <a:lnTo>
                  <a:pt x="218996" y="47771"/>
                </a:lnTo>
                <a:lnTo>
                  <a:pt x="218747" y="49082"/>
                </a:lnTo>
                <a:lnTo>
                  <a:pt x="218528" y="50559"/>
                </a:lnTo>
                <a:lnTo>
                  <a:pt x="218338" y="52202"/>
                </a:lnTo>
                <a:lnTo>
                  <a:pt x="218177" y="54010"/>
                </a:lnTo>
                <a:lnTo>
                  <a:pt x="218046" y="55985"/>
                </a:lnTo>
                <a:lnTo>
                  <a:pt x="217944" y="58125"/>
                </a:lnTo>
                <a:lnTo>
                  <a:pt x="217870" y="60431"/>
                </a:lnTo>
                <a:lnTo>
                  <a:pt x="217827" y="62903"/>
                </a:lnTo>
                <a:lnTo>
                  <a:pt x="217812" y="65540"/>
                </a:lnTo>
                <a:lnTo>
                  <a:pt x="217812" y="111234"/>
                </a:lnTo>
                <a:lnTo>
                  <a:pt x="205829" y="111234"/>
                </a:lnTo>
                <a:lnTo>
                  <a:pt x="205829" y="65540"/>
                </a:lnTo>
                <a:lnTo>
                  <a:pt x="205815" y="62780"/>
                </a:lnTo>
                <a:lnTo>
                  <a:pt x="205772" y="60202"/>
                </a:lnTo>
                <a:lnTo>
                  <a:pt x="205702" y="57806"/>
                </a:lnTo>
                <a:lnTo>
                  <a:pt x="205603" y="55592"/>
                </a:lnTo>
                <a:lnTo>
                  <a:pt x="205476" y="53560"/>
                </a:lnTo>
                <a:lnTo>
                  <a:pt x="205320" y="51711"/>
                </a:lnTo>
                <a:lnTo>
                  <a:pt x="205137" y="50044"/>
                </a:lnTo>
                <a:lnTo>
                  <a:pt x="204925" y="48559"/>
                </a:lnTo>
                <a:lnTo>
                  <a:pt x="204685" y="47256"/>
                </a:lnTo>
                <a:lnTo>
                  <a:pt x="204417" y="46136"/>
                </a:lnTo>
                <a:lnTo>
                  <a:pt x="204120" y="45197"/>
                </a:lnTo>
                <a:lnTo>
                  <a:pt x="203796" y="44441"/>
                </a:lnTo>
                <a:lnTo>
                  <a:pt x="203434" y="43804"/>
                </a:lnTo>
                <a:lnTo>
                  <a:pt x="203028" y="43221"/>
                </a:lnTo>
                <a:lnTo>
                  <a:pt x="202576" y="42695"/>
                </a:lnTo>
                <a:lnTo>
                  <a:pt x="202080" y="42223"/>
                </a:lnTo>
                <a:lnTo>
                  <a:pt x="201538" y="41807"/>
                </a:lnTo>
                <a:lnTo>
                  <a:pt x="200952" y="41447"/>
                </a:lnTo>
                <a:lnTo>
                  <a:pt x="200320" y="41142"/>
                </a:lnTo>
                <a:lnTo>
                  <a:pt x="199643" y="40892"/>
                </a:lnTo>
                <a:lnTo>
                  <a:pt x="198921" y="40698"/>
                </a:lnTo>
                <a:lnTo>
                  <a:pt x="198154" y="40560"/>
                </a:lnTo>
                <a:lnTo>
                  <a:pt x="197342" y="40477"/>
                </a:lnTo>
                <a:lnTo>
                  <a:pt x="196484" y="40449"/>
                </a:lnTo>
                <a:lnTo>
                  <a:pt x="195639" y="40479"/>
                </a:lnTo>
                <a:lnTo>
                  <a:pt x="194837" y="40571"/>
                </a:lnTo>
                <a:lnTo>
                  <a:pt x="194079" y="40723"/>
                </a:lnTo>
                <a:lnTo>
                  <a:pt x="193366" y="40936"/>
                </a:lnTo>
                <a:lnTo>
                  <a:pt x="192696" y="41210"/>
                </a:lnTo>
                <a:lnTo>
                  <a:pt x="192071" y="41545"/>
                </a:lnTo>
                <a:lnTo>
                  <a:pt x="191490" y="41941"/>
                </a:lnTo>
                <a:lnTo>
                  <a:pt x="190952" y="42397"/>
                </a:lnTo>
                <a:lnTo>
                  <a:pt x="190459" y="42915"/>
                </a:lnTo>
                <a:lnTo>
                  <a:pt x="190010" y="43493"/>
                </a:lnTo>
                <a:lnTo>
                  <a:pt x="189605" y="44133"/>
                </a:lnTo>
                <a:lnTo>
                  <a:pt x="189245" y="44833"/>
                </a:lnTo>
                <a:lnTo>
                  <a:pt x="188920" y="45646"/>
                </a:lnTo>
                <a:lnTo>
                  <a:pt x="188623" y="46626"/>
                </a:lnTo>
                <a:lnTo>
                  <a:pt x="188355" y="47771"/>
                </a:lnTo>
                <a:lnTo>
                  <a:pt x="188115" y="49082"/>
                </a:lnTo>
                <a:lnTo>
                  <a:pt x="187903" y="50559"/>
                </a:lnTo>
                <a:lnTo>
                  <a:pt x="187720" y="52202"/>
                </a:lnTo>
                <a:lnTo>
                  <a:pt x="187565" y="54010"/>
                </a:lnTo>
                <a:lnTo>
                  <a:pt x="187438" y="55985"/>
                </a:lnTo>
                <a:lnTo>
                  <a:pt x="187339" y="58125"/>
                </a:lnTo>
                <a:lnTo>
                  <a:pt x="187268" y="60431"/>
                </a:lnTo>
                <a:lnTo>
                  <a:pt x="187226" y="62903"/>
                </a:lnTo>
                <a:lnTo>
                  <a:pt x="187212" y="65540"/>
                </a:lnTo>
                <a:lnTo>
                  <a:pt x="187212" y="111234"/>
                </a:lnTo>
                <a:lnTo>
                  <a:pt x="175300" y="111234"/>
                </a:lnTo>
                <a:lnTo>
                  <a:pt x="175300" y="31476"/>
                </a:lnTo>
                <a:lnTo>
                  <a:pt x="187212" y="31476"/>
                </a:lnTo>
                <a:lnTo>
                  <a:pt x="187212" y="38259"/>
                </a:lnTo>
                <a:lnTo>
                  <a:pt x="187612" y="37560"/>
                </a:lnTo>
                <a:lnTo>
                  <a:pt x="188029" y="36888"/>
                </a:lnTo>
                <a:lnTo>
                  <a:pt x="188462" y="36245"/>
                </a:lnTo>
                <a:lnTo>
                  <a:pt x="188912" y="35631"/>
                </a:lnTo>
                <a:lnTo>
                  <a:pt x="189378" y="35044"/>
                </a:lnTo>
                <a:lnTo>
                  <a:pt x="189860" y="34486"/>
                </a:lnTo>
                <a:lnTo>
                  <a:pt x="190358" y="33956"/>
                </a:lnTo>
                <a:lnTo>
                  <a:pt x="190873" y="33454"/>
                </a:lnTo>
                <a:lnTo>
                  <a:pt x="191404" y="32981"/>
                </a:lnTo>
                <a:lnTo>
                  <a:pt x="191952" y="32535"/>
                </a:lnTo>
                <a:lnTo>
                  <a:pt x="192516" y="32118"/>
                </a:lnTo>
                <a:lnTo>
                  <a:pt x="193096" y="31730"/>
                </a:lnTo>
                <a:lnTo>
                  <a:pt x="193692" y="31371"/>
                </a:lnTo>
                <a:lnTo>
                  <a:pt x="194300" y="31043"/>
                </a:lnTo>
                <a:lnTo>
                  <a:pt x="194922" y="30746"/>
                </a:lnTo>
                <a:lnTo>
                  <a:pt x="195557" y="30481"/>
                </a:lnTo>
                <a:lnTo>
                  <a:pt x="196206" y="30247"/>
                </a:lnTo>
                <a:lnTo>
                  <a:pt x="196868" y="30044"/>
                </a:lnTo>
                <a:lnTo>
                  <a:pt x="197543" y="29872"/>
                </a:lnTo>
                <a:lnTo>
                  <a:pt x="198232" y="29732"/>
                </a:lnTo>
                <a:lnTo>
                  <a:pt x="198934" y="29623"/>
                </a:lnTo>
                <a:lnTo>
                  <a:pt x="199650" y="29545"/>
                </a:lnTo>
                <a:lnTo>
                  <a:pt x="200379" y="29498"/>
                </a:lnTo>
                <a:lnTo>
                  <a:pt x="201121" y="29482"/>
                </a:lnTo>
                <a:lnTo>
                  <a:pt x="202012" y="29499"/>
                </a:lnTo>
                <a:lnTo>
                  <a:pt x="202877" y="29551"/>
                </a:lnTo>
                <a:lnTo>
                  <a:pt x="203718" y="29638"/>
                </a:lnTo>
                <a:lnTo>
                  <a:pt x="204533" y="29759"/>
                </a:lnTo>
                <a:lnTo>
                  <a:pt x="205323" y="29915"/>
                </a:lnTo>
                <a:lnTo>
                  <a:pt x="206087" y="30106"/>
                </a:lnTo>
                <a:lnTo>
                  <a:pt x="206827" y="30331"/>
                </a:lnTo>
                <a:lnTo>
                  <a:pt x="207541" y="30591"/>
                </a:lnTo>
                <a:lnTo>
                  <a:pt x="208229" y="30885"/>
                </a:lnTo>
                <a:lnTo>
                  <a:pt x="208893" y="31214"/>
                </a:lnTo>
                <a:lnTo>
                  <a:pt x="209531" y="31578"/>
                </a:lnTo>
                <a:lnTo>
                  <a:pt x="210144" y="31977"/>
                </a:lnTo>
                <a:lnTo>
                  <a:pt x="210733" y="32410"/>
                </a:lnTo>
                <a:lnTo>
                  <a:pt x="211300" y="32879"/>
                </a:lnTo>
                <a:lnTo>
                  <a:pt x="211845" y="33383"/>
                </a:lnTo>
                <a:lnTo>
                  <a:pt x="212367" y="33924"/>
                </a:lnTo>
                <a:lnTo>
                  <a:pt x="212867" y="34500"/>
                </a:lnTo>
                <a:lnTo>
                  <a:pt x="213345" y="35111"/>
                </a:lnTo>
                <a:lnTo>
                  <a:pt x="213800" y="35758"/>
                </a:lnTo>
                <a:lnTo>
                  <a:pt x="214234" y="36441"/>
                </a:lnTo>
                <a:lnTo>
                  <a:pt x="214645" y="37160"/>
                </a:lnTo>
                <a:lnTo>
                  <a:pt x="215033" y="37914"/>
                </a:lnTo>
                <a:lnTo>
                  <a:pt x="215399" y="38704"/>
                </a:lnTo>
                <a:lnTo>
                  <a:pt x="215743" y="39530"/>
                </a:lnTo>
                <a:close/>
                <a:moveTo>
                  <a:pt x="337560" y="47855"/>
                </a:moveTo>
                <a:lnTo>
                  <a:pt x="336858" y="47321"/>
                </a:lnTo>
                <a:lnTo>
                  <a:pt x="336153" y="46813"/>
                </a:lnTo>
                <a:lnTo>
                  <a:pt x="335447" y="46328"/>
                </a:lnTo>
                <a:lnTo>
                  <a:pt x="334739" y="45869"/>
                </a:lnTo>
                <a:lnTo>
                  <a:pt x="334028" y="45434"/>
                </a:lnTo>
                <a:lnTo>
                  <a:pt x="333316" y="45024"/>
                </a:lnTo>
                <a:lnTo>
                  <a:pt x="332602" y="44639"/>
                </a:lnTo>
                <a:lnTo>
                  <a:pt x="331885" y="44279"/>
                </a:lnTo>
                <a:lnTo>
                  <a:pt x="331167" y="43943"/>
                </a:lnTo>
                <a:lnTo>
                  <a:pt x="330447" y="43632"/>
                </a:lnTo>
                <a:lnTo>
                  <a:pt x="329725" y="43345"/>
                </a:lnTo>
                <a:lnTo>
                  <a:pt x="329001" y="43084"/>
                </a:lnTo>
                <a:lnTo>
                  <a:pt x="328269" y="42845"/>
                </a:lnTo>
                <a:lnTo>
                  <a:pt x="327526" y="42627"/>
                </a:lnTo>
                <a:lnTo>
                  <a:pt x="326771" y="42429"/>
                </a:lnTo>
                <a:lnTo>
                  <a:pt x="326005" y="42253"/>
                </a:lnTo>
                <a:lnTo>
                  <a:pt x="325226" y="42097"/>
                </a:lnTo>
                <a:lnTo>
                  <a:pt x="324435" y="41962"/>
                </a:lnTo>
                <a:lnTo>
                  <a:pt x="323633" y="41848"/>
                </a:lnTo>
                <a:lnTo>
                  <a:pt x="322819" y="41754"/>
                </a:lnTo>
                <a:lnTo>
                  <a:pt x="321992" y="41682"/>
                </a:lnTo>
                <a:lnTo>
                  <a:pt x="321154" y="41630"/>
                </a:lnTo>
                <a:lnTo>
                  <a:pt x="320304" y="41599"/>
                </a:lnTo>
                <a:lnTo>
                  <a:pt x="319442" y="41588"/>
                </a:lnTo>
                <a:lnTo>
                  <a:pt x="317438" y="41642"/>
                </a:lnTo>
                <a:lnTo>
                  <a:pt x="315513" y="41802"/>
                </a:lnTo>
                <a:lnTo>
                  <a:pt x="313669" y="42069"/>
                </a:lnTo>
                <a:lnTo>
                  <a:pt x="311905" y="42444"/>
                </a:lnTo>
                <a:lnTo>
                  <a:pt x="310222" y="42925"/>
                </a:lnTo>
                <a:lnTo>
                  <a:pt x="308618" y="43513"/>
                </a:lnTo>
                <a:lnTo>
                  <a:pt x="307095" y="44208"/>
                </a:lnTo>
                <a:lnTo>
                  <a:pt x="305652" y="45009"/>
                </a:lnTo>
                <a:lnTo>
                  <a:pt x="304289" y="45918"/>
                </a:lnTo>
                <a:lnTo>
                  <a:pt x="303007" y="46934"/>
                </a:lnTo>
                <a:lnTo>
                  <a:pt x="301805" y="48056"/>
                </a:lnTo>
                <a:lnTo>
                  <a:pt x="300683" y="49286"/>
                </a:lnTo>
                <a:lnTo>
                  <a:pt x="299646" y="50616"/>
                </a:lnTo>
                <a:lnTo>
                  <a:pt x="298699" y="52042"/>
                </a:lnTo>
                <a:lnTo>
                  <a:pt x="297843" y="53562"/>
                </a:lnTo>
                <a:lnTo>
                  <a:pt x="297077" y="55178"/>
                </a:lnTo>
                <a:lnTo>
                  <a:pt x="296400" y="56889"/>
                </a:lnTo>
                <a:lnTo>
                  <a:pt x="295814" y="58694"/>
                </a:lnTo>
                <a:lnTo>
                  <a:pt x="295319" y="60595"/>
                </a:lnTo>
                <a:lnTo>
                  <a:pt x="294913" y="62591"/>
                </a:lnTo>
                <a:lnTo>
                  <a:pt x="294597" y="64682"/>
                </a:lnTo>
                <a:lnTo>
                  <a:pt x="294372" y="66867"/>
                </a:lnTo>
                <a:lnTo>
                  <a:pt x="294237" y="69148"/>
                </a:lnTo>
                <a:lnTo>
                  <a:pt x="294192" y="71524"/>
                </a:lnTo>
                <a:lnTo>
                  <a:pt x="294192" y="111234"/>
                </a:lnTo>
                <a:lnTo>
                  <a:pt x="280996" y="111234"/>
                </a:lnTo>
                <a:lnTo>
                  <a:pt x="280996" y="31476"/>
                </a:lnTo>
                <a:lnTo>
                  <a:pt x="294192" y="31476"/>
                </a:lnTo>
                <a:lnTo>
                  <a:pt x="294192" y="47000"/>
                </a:lnTo>
                <a:lnTo>
                  <a:pt x="294763" y="45615"/>
                </a:lnTo>
                <a:lnTo>
                  <a:pt x="295383" y="44285"/>
                </a:lnTo>
                <a:lnTo>
                  <a:pt x="296053" y="43010"/>
                </a:lnTo>
                <a:lnTo>
                  <a:pt x="296771" y="41790"/>
                </a:lnTo>
                <a:lnTo>
                  <a:pt x="297539" y="40625"/>
                </a:lnTo>
                <a:lnTo>
                  <a:pt x="298356" y="39514"/>
                </a:lnTo>
                <a:lnTo>
                  <a:pt x="299221" y="38459"/>
                </a:lnTo>
                <a:lnTo>
                  <a:pt x="300136" y="37458"/>
                </a:lnTo>
                <a:lnTo>
                  <a:pt x="301100" y="36512"/>
                </a:lnTo>
                <a:lnTo>
                  <a:pt x="302112" y="35621"/>
                </a:lnTo>
                <a:lnTo>
                  <a:pt x="303174" y="34785"/>
                </a:lnTo>
                <a:lnTo>
                  <a:pt x="304285" y="34004"/>
                </a:lnTo>
                <a:lnTo>
                  <a:pt x="305438" y="33282"/>
                </a:lnTo>
                <a:lnTo>
                  <a:pt x="306626" y="32622"/>
                </a:lnTo>
                <a:lnTo>
                  <a:pt x="307849" y="32026"/>
                </a:lnTo>
                <a:lnTo>
                  <a:pt x="309107" y="31492"/>
                </a:lnTo>
                <a:lnTo>
                  <a:pt x="310401" y="31021"/>
                </a:lnTo>
                <a:lnTo>
                  <a:pt x="311730" y="30613"/>
                </a:lnTo>
                <a:lnTo>
                  <a:pt x="313094" y="30267"/>
                </a:lnTo>
                <a:lnTo>
                  <a:pt x="314493" y="29985"/>
                </a:lnTo>
                <a:lnTo>
                  <a:pt x="315927" y="29765"/>
                </a:lnTo>
                <a:lnTo>
                  <a:pt x="317397" y="29608"/>
                </a:lnTo>
                <a:lnTo>
                  <a:pt x="318901" y="29513"/>
                </a:lnTo>
                <a:lnTo>
                  <a:pt x="320441" y="29482"/>
                </a:lnTo>
                <a:lnTo>
                  <a:pt x="321245" y="29490"/>
                </a:lnTo>
                <a:lnTo>
                  <a:pt x="322040" y="29516"/>
                </a:lnTo>
                <a:lnTo>
                  <a:pt x="322826" y="29558"/>
                </a:lnTo>
                <a:lnTo>
                  <a:pt x="323603" y="29617"/>
                </a:lnTo>
                <a:lnTo>
                  <a:pt x="324372" y="29692"/>
                </a:lnTo>
                <a:lnTo>
                  <a:pt x="325131" y="29785"/>
                </a:lnTo>
                <a:lnTo>
                  <a:pt x="325881" y="29894"/>
                </a:lnTo>
                <a:lnTo>
                  <a:pt x="326623" y="30020"/>
                </a:lnTo>
                <a:lnTo>
                  <a:pt x="327355" y="30163"/>
                </a:lnTo>
                <a:lnTo>
                  <a:pt x="328079" y="30323"/>
                </a:lnTo>
                <a:lnTo>
                  <a:pt x="328794" y="30499"/>
                </a:lnTo>
                <a:lnTo>
                  <a:pt x="329500" y="30693"/>
                </a:lnTo>
                <a:lnTo>
                  <a:pt x="330199" y="30904"/>
                </a:lnTo>
                <a:lnTo>
                  <a:pt x="330893" y="31134"/>
                </a:lnTo>
                <a:lnTo>
                  <a:pt x="331582" y="31383"/>
                </a:lnTo>
                <a:lnTo>
                  <a:pt x="332266" y="31650"/>
                </a:lnTo>
                <a:lnTo>
                  <a:pt x="332945" y="31936"/>
                </a:lnTo>
                <a:lnTo>
                  <a:pt x="333619" y="32242"/>
                </a:lnTo>
                <a:lnTo>
                  <a:pt x="334288" y="32566"/>
                </a:lnTo>
                <a:lnTo>
                  <a:pt x="334953" y="32908"/>
                </a:lnTo>
                <a:lnTo>
                  <a:pt x="335612" y="33270"/>
                </a:lnTo>
                <a:lnTo>
                  <a:pt x="336266" y="33650"/>
                </a:lnTo>
                <a:lnTo>
                  <a:pt x="336916" y="34049"/>
                </a:lnTo>
                <a:lnTo>
                  <a:pt x="337560" y="34467"/>
                </a:lnTo>
                <a:lnTo>
                  <a:pt x="337560" y="47855"/>
                </a:lnTo>
                <a:close/>
                <a:moveTo>
                  <a:pt x="422713" y="64792"/>
                </a:moveTo>
                <a:lnTo>
                  <a:pt x="422713" y="71213"/>
                </a:lnTo>
                <a:lnTo>
                  <a:pt x="365864" y="71213"/>
                </a:lnTo>
                <a:lnTo>
                  <a:pt x="365864" y="71640"/>
                </a:lnTo>
                <a:lnTo>
                  <a:pt x="365820" y="74300"/>
                </a:lnTo>
                <a:lnTo>
                  <a:pt x="365879" y="76833"/>
                </a:lnTo>
                <a:lnTo>
                  <a:pt x="366040" y="79237"/>
                </a:lnTo>
                <a:lnTo>
                  <a:pt x="366304" y="81514"/>
                </a:lnTo>
                <a:lnTo>
                  <a:pt x="366670" y="83663"/>
                </a:lnTo>
                <a:lnTo>
                  <a:pt x="367139" y="85684"/>
                </a:lnTo>
                <a:lnTo>
                  <a:pt x="367710" y="87577"/>
                </a:lnTo>
                <a:lnTo>
                  <a:pt x="368384" y="89342"/>
                </a:lnTo>
                <a:lnTo>
                  <a:pt x="369160" y="90980"/>
                </a:lnTo>
                <a:lnTo>
                  <a:pt x="370039" y="92489"/>
                </a:lnTo>
                <a:lnTo>
                  <a:pt x="371021" y="93871"/>
                </a:lnTo>
                <a:lnTo>
                  <a:pt x="372105" y="95125"/>
                </a:lnTo>
                <a:lnTo>
                  <a:pt x="373279" y="96265"/>
                </a:lnTo>
                <a:lnTo>
                  <a:pt x="374531" y="97305"/>
                </a:lnTo>
                <a:lnTo>
                  <a:pt x="375861" y="98247"/>
                </a:lnTo>
                <a:lnTo>
                  <a:pt x="377268" y="99090"/>
                </a:lnTo>
                <a:lnTo>
                  <a:pt x="378754" y="99833"/>
                </a:lnTo>
                <a:lnTo>
                  <a:pt x="380317" y="100477"/>
                </a:lnTo>
                <a:lnTo>
                  <a:pt x="381958" y="101023"/>
                </a:lnTo>
                <a:lnTo>
                  <a:pt x="383676" y="101469"/>
                </a:lnTo>
                <a:lnTo>
                  <a:pt x="385473" y="101815"/>
                </a:lnTo>
                <a:lnTo>
                  <a:pt x="387347" y="102063"/>
                </a:lnTo>
                <a:lnTo>
                  <a:pt x="389299" y="102212"/>
                </a:lnTo>
                <a:lnTo>
                  <a:pt x="391328" y="102262"/>
                </a:lnTo>
                <a:lnTo>
                  <a:pt x="392378" y="102248"/>
                </a:lnTo>
                <a:lnTo>
                  <a:pt x="393437" y="102206"/>
                </a:lnTo>
                <a:lnTo>
                  <a:pt x="394502" y="102137"/>
                </a:lnTo>
                <a:lnTo>
                  <a:pt x="395576" y="102040"/>
                </a:lnTo>
                <a:lnTo>
                  <a:pt x="396658" y="101915"/>
                </a:lnTo>
                <a:lnTo>
                  <a:pt x="397748" y="101763"/>
                </a:lnTo>
                <a:lnTo>
                  <a:pt x="398846" y="101583"/>
                </a:lnTo>
                <a:lnTo>
                  <a:pt x="399951" y="101375"/>
                </a:lnTo>
                <a:lnTo>
                  <a:pt x="401065" y="101140"/>
                </a:lnTo>
                <a:lnTo>
                  <a:pt x="402186" y="100877"/>
                </a:lnTo>
                <a:lnTo>
                  <a:pt x="403316" y="100586"/>
                </a:lnTo>
                <a:lnTo>
                  <a:pt x="404453" y="100268"/>
                </a:lnTo>
                <a:lnTo>
                  <a:pt x="405601" y="99921"/>
                </a:lnTo>
                <a:lnTo>
                  <a:pt x="406761" y="99546"/>
                </a:lnTo>
                <a:lnTo>
                  <a:pt x="407935" y="99142"/>
                </a:lnTo>
                <a:lnTo>
                  <a:pt x="409121" y="98709"/>
                </a:lnTo>
                <a:lnTo>
                  <a:pt x="410320" y="98247"/>
                </a:lnTo>
                <a:lnTo>
                  <a:pt x="411532" y="97757"/>
                </a:lnTo>
                <a:lnTo>
                  <a:pt x="412757" y="97239"/>
                </a:lnTo>
                <a:lnTo>
                  <a:pt x="413995" y="96691"/>
                </a:lnTo>
                <a:lnTo>
                  <a:pt x="415246" y="96115"/>
                </a:lnTo>
                <a:lnTo>
                  <a:pt x="416510" y="95510"/>
                </a:lnTo>
                <a:lnTo>
                  <a:pt x="417786" y="94877"/>
                </a:lnTo>
                <a:lnTo>
                  <a:pt x="419076" y="94215"/>
                </a:lnTo>
                <a:lnTo>
                  <a:pt x="419076" y="107246"/>
                </a:lnTo>
                <a:lnTo>
                  <a:pt x="417831" y="107746"/>
                </a:lnTo>
                <a:lnTo>
                  <a:pt x="416594" y="108225"/>
                </a:lnTo>
                <a:lnTo>
                  <a:pt x="415364" y="108682"/>
                </a:lnTo>
                <a:lnTo>
                  <a:pt x="414142" y="109118"/>
                </a:lnTo>
                <a:lnTo>
                  <a:pt x="412927" y="109532"/>
                </a:lnTo>
                <a:lnTo>
                  <a:pt x="411720" y="109926"/>
                </a:lnTo>
                <a:lnTo>
                  <a:pt x="410520" y="110298"/>
                </a:lnTo>
                <a:lnTo>
                  <a:pt x="409327" y="110649"/>
                </a:lnTo>
                <a:lnTo>
                  <a:pt x="408142" y="110978"/>
                </a:lnTo>
                <a:lnTo>
                  <a:pt x="406964" y="111287"/>
                </a:lnTo>
                <a:lnTo>
                  <a:pt x="405794" y="111574"/>
                </a:lnTo>
                <a:lnTo>
                  <a:pt x="404631" y="111840"/>
                </a:lnTo>
                <a:lnTo>
                  <a:pt x="403475" y="112084"/>
                </a:lnTo>
                <a:lnTo>
                  <a:pt x="402326" y="112307"/>
                </a:lnTo>
                <a:lnTo>
                  <a:pt x="401183" y="112510"/>
                </a:lnTo>
                <a:lnTo>
                  <a:pt x="400046" y="112690"/>
                </a:lnTo>
                <a:lnTo>
                  <a:pt x="398916" y="112850"/>
                </a:lnTo>
                <a:lnTo>
                  <a:pt x="397793" y="112988"/>
                </a:lnTo>
                <a:lnTo>
                  <a:pt x="396675" y="113105"/>
                </a:lnTo>
                <a:lnTo>
                  <a:pt x="395565" y="113201"/>
                </a:lnTo>
                <a:lnTo>
                  <a:pt x="394460" y="113275"/>
                </a:lnTo>
                <a:lnTo>
                  <a:pt x="393362" y="113328"/>
                </a:lnTo>
                <a:lnTo>
                  <a:pt x="392271" y="113360"/>
                </a:lnTo>
                <a:lnTo>
                  <a:pt x="391186" y="113371"/>
                </a:lnTo>
                <a:lnTo>
                  <a:pt x="388139" y="113293"/>
                </a:lnTo>
                <a:lnTo>
                  <a:pt x="385206" y="113061"/>
                </a:lnTo>
                <a:lnTo>
                  <a:pt x="382385" y="112673"/>
                </a:lnTo>
                <a:lnTo>
                  <a:pt x="379678" y="112130"/>
                </a:lnTo>
                <a:lnTo>
                  <a:pt x="377083" y="111433"/>
                </a:lnTo>
                <a:lnTo>
                  <a:pt x="374602" y="110580"/>
                </a:lnTo>
                <a:lnTo>
                  <a:pt x="372233" y="109572"/>
                </a:lnTo>
                <a:lnTo>
                  <a:pt x="369977" y="108410"/>
                </a:lnTo>
                <a:lnTo>
                  <a:pt x="367834" y="107092"/>
                </a:lnTo>
                <a:lnTo>
                  <a:pt x="365804" y="105619"/>
                </a:lnTo>
                <a:lnTo>
                  <a:pt x="363887" y="103991"/>
                </a:lnTo>
                <a:lnTo>
                  <a:pt x="362083" y="102208"/>
                </a:lnTo>
                <a:lnTo>
                  <a:pt x="360408" y="100289"/>
                </a:lnTo>
                <a:lnTo>
                  <a:pt x="358879" y="98252"/>
                </a:lnTo>
                <a:lnTo>
                  <a:pt x="357496" y="96097"/>
                </a:lnTo>
                <a:lnTo>
                  <a:pt x="356258" y="93826"/>
                </a:lnTo>
                <a:lnTo>
                  <a:pt x="355166" y="91437"/>
                </a:lnTo>
                <a:lnTo>
                  <a:pt x="354219" y="88930"/>
                </a:lnTo>
                <a:lnTo>
                  <a:pt x="353418" y="86306"/>
                </a:lnTo>
                <a:lnTo>
                  <a:pt x="352763" y="83565"/>
                </a:lnTo>
                <a:lnTo>
                  <a:pt x="352253" y="80707"/>
                </a:lnTo>
                <a:lnTo>
                  <a:pt x="351889" y="77731"/>
                </a:lnTo>
                <a:lnTo>
                  <a:pt x="351671" y="74637"/>
                </a:lnTo>
                <a:lnTo>
                  <a:pt x="351598" y="71426"/>
                </a:lnTo>
                <a:lnTo>
                  <a:pt x="351669" y="68294"/>
                </a:lnTo>
                <a:lnTo>
                  <a:pt x="351883" y="65268"/>
                </a:lnTo>
                <a:lnTo>
                  <a:pt x="352240" y="62349"/>
                </a:lnTo>
                <a:lnTo>
                  <a:pt x="352739" y="59537"/>
                </a:lnTo>
                <a:lnTo>
                  <a:pt x="353381" y="56832"/>
                </a:lnTo>
                <a:lnTo>
                  <a:pt x="354166" y="54235"/>
                </a:lnTo>
                <a:lnTo>
                  <a:pt x="355093" y="51744"/>
                </a:lnTo>
                <a:lnTo>
                  <a:pt x="356163" y="49360"/>
                </a:lnTo>
                <a:lnTo>
                  <a:pt x="357375" y="47084"/>
                </a:lnTo>
                <a:lnTo>
                  <a:pt x="358731" y="44914"/>
                </a:lnTo>
                <a:lnTo>
                  <a:pt x="360229" y="42852"/>
                </a:lnTo>
                <a:lnTo>
                  <a:pt x="361869" y="40896"/>
                </a:lnTo>
                <a:lnTo>
                  <a:pt x="363629" y="39073"/>
                </a:lnTo>
                <a:lnTo>
                  <a:pt x="365483" y="37409"/>
                </a:lnTo>
                <a:lnTo>
                  <a:pt x="367433" y="35903"/>
                </a:lnTo>
                <a:lnTo>
                  <a:pt x="369478" y="34555"/>
                </a:lnTo>
                <a:lnTo>
                  <a:pt x="371618" y="33366"/>
                </a:lnTo>
                <a:lnTo>
                  <a:pt x="373853" y="32336"/>
                </a:lnTo>
                <a:lnTo>
                  <a:pt x="376183" y="31464"/>
                </a:lnTo>
                <a:lnTo>
                  <a:pt x="378608" y="30750"/>
                </a:lnTo>
                <a:lnTo>
                  <a:pt x="381128" y="30195"/>
                </a:lnTo>
                <a:lnTo>
                  <a:pt x="383744" y="29799"/>
                </a:lnTo>
                <a:lnTo>
                  <a:pt x="386454" y="29561"/>
                </a:lnTo>
                <a:lnTo>
                  <a:pt x="389260" y="29482"/>
                </a:lnTo>
                <a:lnTo>
                  <a:pt x="391759" y="29554"/>
                </a:lnTo>
                <a:lnTo>
                  <a:pt x="394169" y="29769"/>
                </a:lnTo>
                <a:lnTo>
                  <a:pt x="396489" y="30129"/>
                </a:lnTo>
                <a:lnTo>
                  <a:pt x="398719" y="30631"/>
                </a:lnTo>
                <a:lnTo>
                  <a:pt x="400859" y="31278"/>
                </a:lnTo>
                <a:lnTo>
                  <a:pt x="402910" y="32068"/>
                </a:lnTo>
                <a:lnTo>
                  <a:pt x="404872" y="33002"/>
                </a:lnTo>
                <a:lnTo>
                  <a:pt x="406743" y="34079"/>
                </a:lnTo>
                <a:lnTo>
                  <a:pt x="408525" y="35300"/>
                </a:lnTo>
                <a:lnTo>
                  <a:pt x="410218" y="36665"/>
                </a:lnTo>
                <a:lnTo>
                  <a:pt x="411820" y="38174"/>
                </a:lnTo>
                <a:lnTo>
                  <a:pt x="413334" y="39826"/>
                </a:lnTo>
                <a:lnTo>
                  <a:pt x="414744" y="41579"/>
                </a:lnTo>
                <a:lnTo>
                  <a:pt x="416041" y="43393"/>
                </a:lnTo>
                <a:lnTo>
                  <a:pt x="417223" y="45265"/>
                </a:lnTo>
                <a:lnTo>
                  <a:pt x="418291" y="47197"/>
                </a:lnTo>
                <a:lnTo>
                  <a:pt x="419244" y="49188"/>
                </a:lnTo>
                <a:lnTo>
                  <a:pt x="420083" y="51239"/>
                </a:lnTo>
                <a:lnTo>
                  <a:pt x="420807" y="53350"/>
                </a:lnTo>
                <a:lnTo>
                  <a:pt x="421418" y="55519"/>
                </a:lnTo>
                <a:lnTo>
                  <a:pt x="421913" y="57748"/>
                </a:lnTo>
                <a:lnTo>
                  <a:pt x="422294" y="60037"/>
                </a:lnTo>
                <a:lnTo>
                  <a:pt x="422561" y="62385"/>
                </a:lnTo>
                <a:lnTo>
                  <a:pt x="422713" y="64792"/>
                </a:lnTo>
                <a:moveTo>
                  <a:pt x="409589" y="60887"/>
                </a:moveTo>
                <a:lnTo>
                  <a:pt x="409416" y="59526"/>
                </a:lnTo>
                <a:lnTo>
                  <a:pt x="409184" y="58196"/>
                </a:lnTo>
                <a:lnTo>
                  <a:pt x="408891" y="56897"/>
                </a:lnTo>
                <a:lnTo>
                  <a:pt x="408539" y="55629"/>
                </a:lnTo>
                <a:lnTo>
                  <a:pt x="408126" y="54392"/>
                </a:lnTo>
                <a:lnTo>
                  <a:pt x="407654" y="53187"/>
                </a:lnTo>
                <a:lnTo>
                  <a:pt x="407122" y="52013"/>
                </a:lnTo>
                <a:lnTo>
                  <a:pt x="406529" y="50870"/>
                </a:lnTo>
                <a:lnTo>
                  <a:pt x="405877" y="49758"/>
                </a:lnTo>
                <a:lnTo>
                  <a:pt x="405165" y="48677"/>
                </a:lnTo>
                <a:lnTo>
                  <a:pt x="404393" y="47627"/>
                </a:lnTo>
                <a:lnTo>
                  <a:pt x="403561" y="46609"/>
                </a:lnTo>
                <a:lnTo>
                  <a:pt x="402668" y="45648"/>
                </a:lnTo>
                <a:lnTo>
                  <a:pt x="401712" y="44770"/>
                </a:lnTo>
                <a:lnTo>
                  <a:pt x="400693" y="43976"/>
                </a:lnTo>
                <a:lnTo>
                  <a:pt x="399610" y="43266"/>
                </a:lnTo>
                <a:lnTo>
                  <a:pt x="398466" y="42639"/>
                </a:lnTo>
                <a:lnTo>
                  <a:pt x="397258" y="42096"/>
                </a:lnTo>
                <a:lnTo>
                  <a:pt x="395987" y="41636"/>
                </a:lnTo>
                <a:lnTo>
                  <a:pt x="394653" y="41260"/>
                </a:lnTo>
                <a:lnTo>
                  <a:pt x="393256" y="40967"/>
                </a:lnTo>
                <a:lnTo>
                  <a:pt x="391797" y="40758"/>
                </a:lnTo>
                <a:lnTo>
                  <a:pt x="390274" y="40633"/>
                </a:lnTo>
                <a:lnTo>
                  <a:pt x="388689" y="40591"/>
                </a:lnTo>
                <a:lnTo>
                  <a:pt x="387131" y="40635"/>
                </a:lnTo>
                <a:lnTo>
                  <a:pt x="385620" y="40765"/>
                </a:lnTo>
                <a:lnTo>
                  <a:pt x="384155" y="40983"/>
                </a:lnTo>
                <a:lnTo>
                  <a:pt x="382737" y="41288"/>
                </a:lnTo>
                <a:lnTo>
                  <a:pt x="381365" y="41679"/>
                </a:lnTo>
                <a:lnTo>
                  <a:pt x="380040" y="42158"/>
                </a:lnTo>
                <a:lnTo>
                  <a:pt x="378762" y="42724"/>
                </a:lnTo>
                <a:lnTo>
                  <a:pt x="377530" y="43376"/>
                </a:lnTo>
                <a:lnTo>
                  <a:pt x="376345" y="44116"/>
                </a:lnTo>
                <a:lnTo>
                  <a:pt x="375206" y="44943"/>
                </a:lnTo>
                <a:lnTo>
                  <a:pt x="374114" y="45857"/>
                </a:lnTo>
                <a:lnTo>
                  <a:pt x="373068" y="46858"/>
                </a:lnTo>
                <a:lnTo>
                  <a:pt x="372084" y="47913"/>
                </a:lnTo>
                <a:lnTo>
                  <a:pt x="371178" y="48990"/>
                </a:lnTo>
                <a:lnTo>
                  <a:pt x="370349" y="50089"/>
                </a:lnTo>
                <a:lnTo>
                  <a:pt x="369597" y="51210"/>
                </a:lnTo>
                <a:lnTo>
                  <a:pt x="368922" y="52352"/>
                </a:lnTo>
                <a:lnTo>
                  <a:pt x="368325" y="53516"/>
                </a:lnTo>
                <a:lnTo>
                  <a:pt x="367804" y="54702"/>
                </a:lnTo>
                <a:lnTo>
                  <a:pt x="367362" y="55910"/>
                </a:lnTo>
                <a:lnTo>
                  <a:pt x="366996" y="57139"/>
                </a:lnTo>
                <a:lnTo>
                  <a:pt x="366708" y="58391"/>
                </a:lnTo>
                <a:lnTo>
                  <a:pt x="366497" y="59663"/>
                </a:lnTo>
                <a:lnTo>
                  <a:pt x="366363" y="60958"/>
                </a:lnTo>
                <a:lnTo>
                  <a:pt x="409589" y="60887"/>
                </a:lnTo>
                <a:close/>
                <a:moveTo>
                  <a:pt x="506297" y="427"/>
                </a:moveTo>
                <a:lnTo>
                  <a:pt x="506297" y="11394"/>
                </a:lnTo>
                <a:lnTo>
                  <a:pt x="491389" y="11394"/>
                </a:lnTo>
                <a:lnTo>
                  <a:pt x="490243" y="11414"/>
                </a:lnTo>
                <a:lnTo>
                  <a:pt x="489155" y="11474"/>
                </a:lnTo>
                <a:lnTo>
                  <a:pt x="488128" y="11574"/>
                </a:lnTo>
                <a:lnTo>
                  <a:pt x="487161" y="11714"/>
                </a:lnTo>
                <a:lnTo>
                  <a:pt x="486254" y="11893"/>
                </a:lnTo>
                <a:lnTo>
                  <a:pt x="485407" y="12113"/>
                </a:lnTo>
                <a:lnTo>
                  <a:pt x="484619" y="12372"/>
                </a:lnTo>
                <a:lnTo>
                  <a:pt x="483892" y="12672"/>
                </a:lnTo>
                <a:lnTo>
                  <a:pt x="483224" y="13011"/>
                </a:lnTo>
                <a:lnTo>
                  <a:pt x="482617" y="13391"/>
                </a:lnTo>
                <a:lnTo>
                  <a:pt x="482069" y="13810"/>
                </a:lnTo>
                <a:lnTo>
                  <a:pt x="481582" y="14269"/>
                </a:lnTo>
                <a:lnTo>
                  <a:pt x="481143" y="14779"/>
                </a:lnTo>
                <a:lnTo>
                  <a:pt x="480743" y="15350"/>
                </a:lnTo>
                <a:lnTo>
                  <a:pt x="480380" y="15983"/>
                </a:lnTo>
                <a:lnTo>
                  <a:pt x="480056" y="16677"/>
                </a:lnTo>
                <a:lnTo>
                  <a:pt x="479770" y="17433"/>
                </a:lnTo>
                <a:lnTo>
                  <a:pt x="479522" y="18251"/>
                </a:lnTo>
                <a:lnTo>
                  <a:pt x="479312" y="19130"/>
                </a:lnTo>
                <a:lnTo>
                  <a:pt x="479141" y="20071"/>
                </a:lnTo>
                <a:lnTo>
                  <a:pt x="479007" y="21074"/>
                </a:lnTo>
                <a:lnTo>
                  <a:pt x="478912" y="22138"/>
                </a:lnTo>
                <a:lnTo>
                  <a:pt x="478855" y="23263"/>
                </a:lnTo>
                <a:lnTo>
                  <a:pt x="478835" y="24450"/>
                </a:lnTo>
                <a:lnTo>
                  <a:pt x="478835" y="31476"/>
                </a:lnTo>
                <a:lnTo>
                  <a:pt x="506297" y="31476"/>
                </a:lnTo>
                <a:lnTo>
                  <a:pt x="506297" y="41731"/>
                </a:lnTo>
                <a:lnTo>
                  <a:pt x="478835" y="41731"/>
                </a:lnTo>
                <a:lnTo>
                  <a:pt x="478835" y="111234"/>
                </a:lnTo>
                <a:lnTo>
                  <a:pt x="465711" y="111234"/>
                </a:lnTo>
                <a:lnTo>
                  <a:pt x="465711" y="41731"/>
                </a:lnTo>
                <a:lnTo>
                  <a:pt x="444383" y="41731"/>
                </a:lnTo>
                <a:lnTo>
                  <a:pt x="444383" y="31476"/>
                </a:lnTo>
                <a:lnTo>
                  <a:pt x="465711" y="31476"/>
                </a:lnTo>
                <a:lnTo>
                  <a:pt x="465711" y="25941"/>
                </a:lnTo>
                <a:lnTo>
                  <a:pt x="465753" y="23804"/>
                </a:lnTo>
                <a:lnTo>
                  <a:pt x="465878" y="21762"/>
                </a:lnTo>
                <a:lnTo>
                  <a:pt x="466088" y="19816"/>
                </a:lnTo>
                <a:lnTo>
                  <a:pt x="466381" y="17967"/>
                </a:lnTo>
                <a:lnTo>
                  <a:pt x="466757" y="16213"/>
                </a:lnTo>
                <a:lnTo>
                  <a:pt x="467218" y="14556"/>
                </a:lnTo>
                <a:lnTo>
                  <a:pt x="467762" y="12994"/>
                </a:lnTo>
                <a:lnTo>
                  <a:pt x="468390" y="11529"/>
                </a:lnTo>
                <a:lnTo>
                  <a:pt x="469101" y="10159"/>
                </a:lnTo>
                <a:lnTo>
                  <a:pt x="469897" y="8886"/>
                </a:lnTo>
                <a:lnTo>
                  <a:pt x="470775" y="7709"/>
                </a:lnTo>
                <a:lnTo>
                  <a:pt x="471738" y="6627"/>
                </a:lnTo>
                <a:lnTo>
                  <a:pt x="472790" y="5637"/>
                </a:lnTo>
                <a:lnTo>
                  <a:pt x="473935" y="4733"/>
                </a:lnTo>
                <a:lnTo>
                  <a:pt x="475173" y="3915"/>
                </a:lnTo>
                <a:lnTo>
                  <a:pt x="476505" y="3183"/>
                </a:lnTo>
                <a:lnTo>
                  <a:pt x="477931" y="2537"/>
                </a:lnTo>
                <a:lnTo>
                  <a:pt x="479451" y="1977"/>
                </a:lnTo>
                <a:lnTo>
                  <a:pt x="481064" y="1504"/>
                </a:lnTo>
                <a:lnTo>
                  <a:pt x="482770" y="1116"/>
                </a:lnTo>
                <a:lnTo>
                  <a:pt x="484571" y="815"/>
                </a:lnTo>
                <a:lnTo>
                  <a:pt x="486465" y="599"/>
                </a:lnTo>
                <a:lnTo>
                  <a:pt x="488452" y="470"/>
                </a:lnTo>
                <a:lnTo>
                  <a:pt x="490534" y="427"/>
                </a:lnTo>
                <a:lnTo>
                  <a:pt x="506297" y="427"/>
                </a:lnTo>
                <a:close/>
                <a:moveTo>
                  <a:pt x="549652" y="85455"/>
                </a:moveTo>
                <a:lnTo>
                  <a:pt x="571906" y="85455"/>
                </a:lnTo>
                <a:lnTo>
                  <a:pt x="571906" y="104353"/>
                </a:lnTo>
                <a:lnTo>
                  <a:pt x="556071" y="135091"/>
                </a:lnTo>
                <a:lnTo>
                  <a:pt x="541805" y="135162"/>
                </a:lnTo>
                <a:lnTo>
                  <a:pt x="549652" y="104353"/>
                </a:lnTo>
                <a:lnTo>
                  <a:pt x="549652" y="85455"/>
                </a:lnTo>
                <a:close/>
                <a:moveTo>
                  <a:pt x="681454" y="107246"/>
                </a:moveTo>
                <a:lnTo>
                  <a:pt x="680572" y="107746"/>
                </a:lnTo>
                <a:lnTo>
                  <a:pt x="679686" y="108225"/>
                </a:lnTo>
                <a:lnTo>
                  <a:pt x="678795" y="108682"/>
                </a:lnTo>
                <a:lnTo>
                  <a:pt x="677900" y="109118"/>
                </a:lnTo>
                <a:lnTo>
                  <a:pt x="677000" y="109532"/>
                </a:lnTo>
                <a:lnTo>
                  <a:pt x="676095" y="109926"/>
                </a:lnTo>
                <a:lnTo>
                  <a:pt x="675187" y="110298"/>
                </a:lnTo>
                <a:lnTo>
                  <a:pt x="674274" y="110649"/>
                </a:lnTo>
                <a:lnTo>
                  <a:pt x="673356" y="110978"/>
                </a:lnTo>
                <a:lnTo>
                  <a:pt x="672434" y="111287"/>
                </a:lnTo>
                <a:lnTo>
                  <a:pt x="671507" y="111574"/>
                </a:lnTo>
                <a:lnTo>
                  <a:pt x="670576" y="111840"/>
                </a:lnTo>
                <a:lnTo>
                  <a:pt x="669641" y="112084"/>
                </a:lnTo>
                <a:lnTo>
                  <a:pt x="668703" y="112307"/>
                </a:lnTo>
                <a:lnTo>
                  <a:pt x="667761" y="112510"/>
                </a:lnTo>
                <a:lnTo>
                  <a:pt x="666816" y="112690"/>
                </a:lnTo>
                <a:lnTo>
                  <a:pt x="665867" y="112850"/>
                </a:lnTo>
                <a:lnTo>
                  <a:pt x="664915" y="112988"/>
                </a:lnTo>
                <a:lnTo>
                  <a:pt x="663959" y="113105"/>
                </a:lnTo>
                <a:lnTo>
                  <a:pt x="663000" y="113201"/>
                </a:lnTo>
                <a:lnTo>
                  <a:pt x="662037" y="113275"/>
                </a:lnTo>
                <a:lnTo>
                  <a:pt x="661071" y="113328"/>
                </a:lnTo>
                <a:lnTo>
                  <a:pt x="660101" y="113360"/>
                </a:lnTo>
                <a:lnTo>
                  <a:pt x="659128" y="113371"/>
                </a:lnTo>
                <a:lnTo>
                  <a:pt x="656093" y="113293"/>
                </a:lnTo>
                <a:lnTo>
                  <a:pt x="653171" y="113062"/>
                </a:lnTo>
                <a:lnTo>
                  <a:pt x="650361" y="112675"/>
                </a:lnTo>
                <a:lnTo>
                  <a:pt x="647664" y="112134"/>
                </a:lnTo>
                <a:lnTo>
                  <a:pt x="645079" y="111439"/>
                </a:lnTo>
                <a:lnTo>
                  <a:pt x="642606" y="110589"/>
                </a:lnTo>
                <a:lnTo>
                  <a:pt x="640246" y="109584"/>
                </a:lnTo>
                <a:lnTo>
                  <a:pt x="637999" y="108425"/>
                </a:lnTo>
                <a:lnTo>
                  <a:pt x="635863" y="107112"/>
                </a:lnTo>
                <a:lnTo>
                  <a:pt x="633841" y="105644"/>
                </a:lnTo>
                <a:lnTo>
                  <a:pt x="631930" y="104021"/>
                </a:lnTo>
                <a:lnTo>
                  <a:pt x="630133" y="102244"/>
                </a:lnTo>
                <a:lnTo>
                  <a:pt x="628463" y="100329"/>
                </a:lnTo>
                <a:lnTo>
                  <a:pt x="626940" y="98296"/>
                </a:lnTo>
                <a:lnTo>
                  <a:pt x="625561" y="96144"/>
                </a:lnTo>
                <a:lnTo>
                  <a:pt x="624327" y="93873"/>
                </a:lnTo>
                <a:lnTo>
                  <a:pt x="623239" y="91483"/>
                </a:lnTo>
                <a:lnTo>
                  <a:pt x="622295" y="88975"/>
                </a:lnTo>
                <a:lnTo>
                  <a:pt x="621497" y="86347"/>
                </a:lnTo>
                <a:lnTo>
                  <a:pt x="620844" y="83601"/>
                </a:lnTo>
                <a:lnTo>
                  <a:pt x="620336" y="80736"/>
                </a:lnTo>
                <a:lnTo>
                  <a:pt x="619973" y="77751"/>
                </a:lnTo>
                <a:lnTo>
                  <a:pt x="619755" y="74648"/>
                </a:lnTo>
                <a:lnTo>
                  <a:pt x="619683" y="71426"/>
                </a:lnTo>
                <a:lnTo>
                  <a:pt x="619755" y="68205"/>
                </a:lnTo>
                <a:lnTo>
                  <a:pt x="619973" y="65102"/>
                </a:lnTo>
                <a:lnTo>
                  <a:pt x="620336" y="62117"/>
                </a:lnTo>
                <a:lnTo>
                  <a:pt x="620844" y="59252"/>
                </a:lnTo>
                <a:lnTo>
                  <a:pt x="621497" y="56506"/>
                </a:lnTo>
                <a:lnTo>
                  <a:pt x="622295" y="53879"/>
                </a:lnTo>
                <a:lnTo>
                  <a:pt x="623239" y="51370"/>
                </a:lnTo>
                <a:lnTo>
                  <a:pt x="624327" y="48981"/>
                </a:lnTo>
                <a:lnTo>
                  <a:pt x="625561" y="46710"/>
                </a:lnTo>
                <a:lnTo>
                  <a:pt x="626940" y="44558"/>
                </a:lnTo>
                <a:lnTo>
                  <a:pt x="628463" y="42525"/>
                </a:lnTo>
                <a:lnTo>
                  <a:pt x="630133" y="40611"/>
                </a:lnTo>
                <a:lnTo>
                  <a:pt x="631930" y="38834"/>
                </a:lnTo>
                <a:lnTo>
                  <a:pt x="633841" y="37211"/>
                </a:lnTo>
                <a:lnTo>
                  <a:pt x="635863" y="35742"/>
                </a:lnTo>
                <a:lnTo>
                  <a:pt x="637999" y="34428"/>
                </a:lnTo>
                <a:lnTo>
                  <a:pt x="640246" y="33269"/>
                </a:lnTo>
                <a:lnTo>
                  <a:pt x="642606" y="32264"/>
                </a:lnTo>
                <a:lnTo>
                  <a:pt x="645079" y="31414"/>
                </a:lnTo>
                <a:lnTo>
                  <a:pt x="647664" y="30719"/>
                </a:lnTo>
                <a:lnTo>
                  <a:pt x="650361" y="30178"/>
                </a:lnTo>
                <a:lnTo>
                  <a:pt x="653171" y="29791"/>
                </a:lnTo>
                <a:lnTo>
                  <a:pt x="656093" y="29559"/>
                </a:lnTo>
                <a:lnTo>
                  <a:pt x="659128" y="29482"/>
                </a:lnTo>
                <a:lnTo>
                  <a:pt x="660089" y="29492"/>
                </a:lnTo>
                <a:lnTo>
                  <a:pt x="661046" y="29524"/>
                </a:lnTo>
                <a:lnTo>
                  <a:pt x="661999" y="29576"/>
                </a:lnTo>
                <a:lnTo>
                  <a:pt x="662948" y="29648"/>
                </a:lnTo>
                <a:lnTo>
                  <a:pt x="663893" y="29742"/>
                </a:lnTo>
                <a:lnTo>
                  <a:pt x="664834" y="29856"/>
                </a:lnTo>
                <a:lnTo>
                  <a:pt x="665772" y="29991"/>
                </a:lnTo>
                <a:lnTo>
                  <a:pt x="666705" y="30147"/>
                </a:lnTo>
                <a:lnTo>
                  <a:pt x="667634" y="30323"/>
                </a:lnTo>
                <a:lnTo>
                  <a:pt x="668559" y="30521"/>
                </a:lnTo>
                <a:lnTo>
                  <a:pt x="669481" y="30739"/>
                </a:lnTo>
                <a:lnTo>
                  <a:pt x="670398" y="30978"/>
                </a:lnTo>
                <a:lnTo>
                  <a:pt x="671314" y="31238"/>
                </a:lnTo>
                <a:lnTo>
                  <a:pt x="672231" y="31522"/>
                </a:lnTo>
                <a:lnTo>
                  <a:pt x="673149" y="31828"/>
                </a:lnTo>
                <a:lnTo>
                  <a:pt x="674068" y="32157"/>
                </a:lnTo>
                <a:lnTo>
                  <a:pt x="674987" y="32508"/>
                </a:lnTo>
                <a:lnTo>
                  <a:pt x="675908" y="32882"/>
                </a:lnTo>
                <a:lnTo>
                  <a:pt x="676830" y="33280"/>
                </a:lnTo>
                <a:lnTo>
                  <a:pt x="677753" y="33699"/>
                </a:lnTo>
                <a:lnTo>
                  <a:pt x="678677" y="34142"/>
                </a:lnTo>
                <a:lnTo>
                  <a:pt x="679602" y="34607"/>
                </a:lnTo>
                <a:lnTo>
                  <a:pt x="680527" y="35096"/>
                </a:lnTo>
                <a:lnTo>
                  <a:pt x="681454" y="35606"/>
                </a:lnTo>
                <a:lnTo>
                  <a:pt x="681454" y="49422"/>
                </a:lnTo>
                <a:lnTo>
                  <a:pt x="680586" y="48662"/>
                </a:lnTo>
                <a:lnTo>
                  <a:pt x="679717" y="47938"/>
                </a:lnTo>
                <a:lnTo>
                  <a:pt x="678848" y="47250"/>
                </a:lnTo>
                <a:lnTo>
                  <a:pt x="677979" y="46598"/>
                </a:lnTo>
                <a:lnTo>
                  <a:pt x="677109" y="45982"/>
                </a:lnTo>
                <a:lnTo>
                  <a:pt x="676238" y="45401"/>
                </a:lnTo>
                <a:lnTo>
                  <a:pt x="675367" y="44857"/>
                </a:lnTo>
                <a:lnTo>
                  <a:pt x="674496" y="44349"/>
                </a:lnTo>
                <a:lnTo>
                  <a:pt x="673623" y="43876"/>
                </a:lnTo>
                <a:lnTo>
                  <a:pt x="672751" y="43440"/>
                </a:lnTo>
                <a:lnTo>
                  <a:pt x="671878" y="43039"/>
                </a:lnTo>
                <a:lnTo>
                  <a:pt x="671004" y="42674"/>
                </a:lnTo>
                <a:lnTo>
                  <a:pt x="670121" y="42342"/>
                </a:lnTo>
                <a:lnTo>
                  <a:pt x="669218" y="42038"/>
                </a:lnTo>
                <a:lnTo>
                  <a:pt x="668296" y="41763"/>
                </a:lnTo>
                <a:lnTo>
                  <a:pt x="667355" y="41517"/>
                </a:lnTo>
                <a:lnTo>
                  <a:pt x="666394" y="41300"/>
                </a:lnTo>
                <a:lnTo>
                  <a:pt x="665414" y="41112"/>
                </a:lnTo>
                <a:lnTo>
                  <a:pt x="664415" y="40953"/>
                </a:lnTo>
                <a:lnTo>
                  <a:pt x="663396" y="40823"/>
                </a:lnTo>
                <a:lnTo>
                  <a:pt x="662358" y="40721"/>
                </a:lnTo>
                <a:lnTo>
                  <a:pt x="661301" y="40649"/>
                </a:lnTo>
                <a:lnTo>
                  <a:pt x="660224" y="40606"/>
                </a:lnTo>
                <a:lnTo>
                  <a:pt x="659128" y="40591"/>
                </a:lnTo>
                <a:lnTo>
                  <a:pt x="657111" y="40647"/>
                </a:lnTo>
                <a:lnTo>
                  <a:pt x="655173" y="40813"/>
                </a:lnTo>
                <a:lnTo>
                  <a:pt x="653315" y="41091"/>
                </a:lnTo>
                <a:lnTo>
                  <a:pt x="651535" y="41480"/>
                </a:lnTo>
                <a:lnTo>
                  <a:pt x="649835" y="41979"/>
                </a:lnTo>
                <a:lnTo>
                  <a:pt x="648215" y="42590"/>
                </a:lnTo>
                <a:lnTo>
                  <a:pt x="646673" y="43312"/>
                </a:lnTo>
                <a:lnTo>
                  <a:pt x="645211" y="44145"/>
                </a:lnTo>
                <a:lnTo>
                  <a:pt x="643828" y="45089"/>
                </a:lnTo>
                <a:lnTo>
                  <a:pt x="642524" y="46144"/>
                </a:lnTo>
                <a:lnTo>
                  <a:pt x="641300" y="47310"/>
                </a:lnTo>
                <a:lnTo>
                  <a:pt x="640154" y="48587"/>
                </a:lnTo>
                <a:lnTo>
                  <a:pt x="639095" y="49967"/>
                </a:lnTo>
                <a:lnTo>
                  <a:pt x="638127" y="51442"/>
                </a:lnTo>
                <a:lnTo>
                  <a:pt x="637252" y="53012"/>
                </a:lnTo>
                <a:lnTo>
                  <a:pt x="636469" y="54678"/>
                </a:lnTo>
                <a:lnTo>
                  <a:pt x="635778" y="56438"/>
                </a:lnTo>
                <a:lnTo>
                  <a:pt x="635179" y="58294"/>
                </a:lnTo>
                <a:lnTo>
                  <a:pt x="634672" y="60245"/>
                </a:lnTo>
                <a:lnTo>
                  <a:pt x="634258" y="62291"/>
                </a:lnTo>
                <a:lnTo>
                  <a:pt x="633935" y="64432"/>
                </a:lnTo>
                <a:lnTo>
                  <a:pt x="633705" y="66668"/>
                </a:lnTo>
                <a:lnTo>
                  <a:pt x="633567" y="69000"/>
                </a:lnTo>
                <a:lnTo>
                  <a:pt x="633521" y="71426"/>
                </a:lnTo>
                <a:lnTo>
                  <a:pt x="633567" y="73842"/>
                </a:lnTo>
                <a:lnTo>
                  <a:pt x="633706" y="76164"/>
                </a:lnTo>
                <a:lnTo>
                  <a:pt x="633938" y="78392"/>
                </a:lnTo>
                <a:lnTo>
                  <a:pt x="634262" y="80527"/>
                </a:lnTo>
                <a:lnTo>
                  <a:pt x="634679" y="82568"/>
                </a:lnTo>
                <a:lnTo>
                  <a:pt x="635188" y="84515"/>
                </a:lnTo>
                <a:lnTo>
                  <a:pt x="635790" y="86369"/>
                </a:lnTo>
                <a:lnTo>
                  <a:pt x="636485" y="88129"/>
                </a:lnTo>
                <a:lnTo>
                  <a:pt x="637272" y="89795"/>
                </a:lnTo>
                <a:lnTo>
                  <a:pt x="638152" y="91368"/>
                </a:lnTo>
                <a:lnTo>
                  <a:pt x="639125" y="92847"/>
                </a:lnTo>
                <a:lnTo>
                  <a:pt x="640190" y="94232"/>
                </a:lnTo>
                <a:lnTo>
                  <a:pt x="641340" y="95515"/>
                </a:lnTo>
                <a:lnTo>
                  <a:pt x="642569" y="96686"/>
                </a:lnTo>
                <a:lnTo>
                  <a:pt x="643875" y="97745"/>
                </a:lnTo>
                <a:lnTo>
                  <a:pt x="645258" y="98693"/>
                </a:lnTo>
                <a:lnTo>
                  <a:pt x="646720" y="99529"/>
                </a:lnTo>
                <a:lnTo>
                  <a:pt x="648259" y="100254"/>
                </a:lnTo>
                <a:lnTo>
                  <a:pt x="649876" y="100868"/>
                </a:lnTo>
                <a:lnTo>
                  <a:pt x="651571" y="101369"/>
                </a:lnTo>
                <a:lnTo>
                  <a:pt x="653344" y="101760"/>
                </a:lnTo>
                <a:lnTo>
                  <a:pt x="655194" y="102039"/>
                </a:lnTo>
                <a:lnTo>
                  <a:pt x="657122" y="102206"/>
                </a:lnTo>
                <a:lnTo>
                  <a:pt x="659128" y="102262"/>
                </a:lnTo>
                <a:lnTo>
                  <a:pt x="660259" y="102247"/>
                </a:lnTo>
                <a:lnTo>
                  <a:pt x="661371" y="102203"/>
                </a:lnTo>
                <a:lnTo>
                  <a:pt x="662463" y="102129"/>
                </a:lnTo>
                <a:lnTo>
                  <a:pt x="663535" y="102026"/>
                </a:lnTo>
                <a:lnTo>
                  <a:pt x="664587" y="101894"/>
                </a:lnTo>
                <a:lnTo>
                  <a:pt x="665619" y="101732"/>
                </a:lnTo>
                <a:lnTo>
                  <a:pt x="666631" y="101541"/>
                </a:lnTo>
                <a:lnTo>
                  <a:pt x="667624" y="101320"/>
                </a:lnTo>
                <a:lnTo>
                  <a:pt x="668597" y="101070"/>
                </a:lnTo>
                <a:lnTo>
                  <a:pt x="669550" y="100790"/>
                </a:lnTo>
                <a:lnTo>
                  <a:pt x="670483" y="100481"/>
                </a:lnTo>
                <a:lnTo>
                  <a:pt x="671397" y="100143"/>
                </a:lnTo>
                <a:lnTo>
                  <a:pt x="672295" y="99774"/>
                </a:lnTo>
                <a:lnTo>
                  <a:pt x="673182" y="99372"/>
                </a:lnTo>
                <a:lnTo>
                  <a:pt x="674058" y="98938"/>
                </a:lnTo>
                <a:lnTo>
                  <a:pt x="674924" y="98471"/>
                </a:lnTo>
                <a:lnTo>
                  <a:pt x="675778" y="97973"/>
                </a:lnTo>
                <a:lnTo>
                  <a:pt x="676622" y="97441"/>
                </a:lnTo>
                <a:lnTo>
                  <a:pt x="677454" y="96878"/>
                </a:lnTo>
                <a:lnTo>
                  <a:pt x="678276" y="96282"/>
                </a:lnTo>
                <a:lnTo>
                  <a:pt x="679087" y="95653"/>
                </a:lnTo>
                <a:lnTo>
                  <a:pt x="679887" y="94992"/>
                </a:lnTo>
                <a:lnTo>
                  <a:pt x="680676" y="94299"/>
                </a:lnTo>
                <a:lnTo>
                  <a:pt x="681454" y="93574"/>
                </a:lnTo>
                <a:lnTo>
                  <a:pt x="681454" y="107246"/>
                </a:lnTo>
                <a:close/>
                <a:moveTo>
                  <a:pt x="769247" y="427"/>
                </a:moveTo>
                <a:lnTo>
                  <a:pt x="769247" y="11394"/>
                </a:lnTo>
                <a:lnTo>
                  <a:pt x="754339" y="11394"/>
                </a:lnTo>
                <a:lnTo>
                  <a:pt x="753192" y="11414"/>
                </a:lnTo>
                <a:lnTo>
                  <a:pt x="752105" y="11474"/>
                </a:lnTo>
                <a:lnTo>
                  <a:pt x="751078" y="11574"/>
                </a:lnTo>
                <a:lnTo>
                  <a:pt x="750110" y="11714"/>
                </a:lnTo>
                <a:lnTo>
                  <a:pt x="749203" y="11893"/>
                </a:lnTo>
                <a:lnTo>
                  <a:pt x="748356" y="12113"/>
                </a:lnTo>
                <a:lnTo>
                  <a:pt x="747569" y="12372"/>
                </a:lnTo>
                <a:lnTo>
                  <a:pt x="746841" y="12672"/>
                </a:lnTo>
                <a:lnTo>
                  <a:pt x="746174" y="13011"/>
                </a:lnTo>
                <a:lnTo>
                  <a:pt x="745566" y="13391"/>
                </a:lnTo>
                <a:lnTo>
                  <a:pt x="745019" y="13810"/>
                </a:lnTo>
                <a:lnTo>
                  <a:pt x="744531" y="14269"/>
                </a:lnTo>
                <a:lnTo>
                  <a:pt x="744092" y="14779"/>
                </a:lnTo>
                <a:lnTo>
                  <a:pt x="743692" y="15350"/>
                </a:lnTo>
                <a:lnTo>
                  <a:pt x="743329" y="15983"/>
                </a:lnTo>
                <a:lnTo>
                  <a:pt x="743005" y="16677"/>
                </a:lnTo>
                <a:lnTo>
                  <a:pt x="742719" y="17433"/>
                </a:lnTo>
                <a:lnTo>
                  <a:pt x="742471" y="18251"/>
                </a:lnTo>
                <a:lnTo>
                  <a:pt x="742261" y="19130"/>
                </a:lnTo>
                <a:lnTo>
                  <a:pt x="742090" y="20071"/>
                </a:lnTo>
                <a:lnTo>
                  <a:pt x="741956" y="21074"/>
                </a:lnTo>
                <a:lnTo>
                  <a:pt x="741861" y="22138"/>
                </a:lnTo>
                <a:lnTo>
                  <a:pt x="741804" y="23263"/>
                </a:lnTo>
                <a:lnTo>
                  <a:pt x="741785" y="24450"/>
                </a:lnTo>
                <a:lnTo>
                  <a:pt x="741785" y="31476"/>
                </a:lnTo>
                <a:lnTo>
                  <a:pt x="769247" y="31476"/>
                </a:lnTo>
                <a:lnTo>
                  <a:pt x="769247" y="41731"/>
                </a:lnTo>
                <a:lnTo>
                  <a:pt x="741785" y="41731"/>
                </a:lnTo>
                <a:lnTo>
                  <a:pt x="741785" y="111234"/>
                </a:lnTo>
                <a:lnTo>
                  <a:pt x="728660" y="111234"/>
                </a:lnTo>
                <a:lnTo>
                  <a:pt x="728660" y="41731"/>
                </a:lnTo>
                <a:lnTo>
                  <a:pt x="707333" y="41731"/>
                </a:lnTo>
                <a:lnTo>
                  <a:pt x="707333" y="31476"/>
                </a:lnTo>
                <a:lnTo>
                  <a:pt x="728660" y="31476"/>
                </a:lnTo>
                <a:lnTo>
                  <a:pt x="728660" y="25941"/>
                </a:lnTo>
                <a:lnTo>
                  <a:pt x="728702" y="23804"/>
                </a:lnTo>
                <a:lnTo>
                  <a:pt x="728827" y="21762"/>
                </a:lnTo>
                <a:lnTo>
                  <a:pt x="729037" y="19816"/>
                </a:lnTo>
                <a:lnTo>
                  <a:pt x="729330" y="17967"/>
                </a:lnTo>
                <a:lnTo>
                  <a:pt x="729706" y="16213"/>
                </a:lnTo>
                <a:lnTo>
                  <a:pt x="730167" y="14556"/>
                </a:lnTo>
                <a:lnTo>
                  <a:pt x="730711" y="12994"/>
                </a:lnTo>
                <a:lnTo>
                  <a:pt x="731339" y="11529"/>
                </a:lnTo>
                <a:lnTo>
                  <a:pt x="732050" y="10159"/>
                </a:lnTo>
                <a:lnTo>
                  <a:pt x="732846" y="8886"/>
                </a:lnTo>
                <a:lnTo>
                  <a:pt x="733725" y="7709"/>
                </a:lnTo>
                <a:lnTo>
                  <a:pt x="734687" y="6627"/>
                </a:lnTo>
                <a:lnTo>
                  <a:pt x="735739" y="5637"/>
                </a:lnTo>
                <a:lnTo>
                  <a:pt x="736884" y="4733"/>
                </a:lnTo>
                <a:lnTo>
                  <a:pt x="738122" y="3915"/>
                </a:lnTo>
                <a:lnTo>
                  <a:pt x="739455" y="3183"/>
                </a:lnTo>
                <a:lnTo>
                  <a:pt x="740880" y="2537"/>
                </a:lnTo>
                <a:lnTo>
                  <a:pt x="742400" y="1977"/>
                </a:lnTo>
                <a:lnTo>
                  <a:pt x="744013" y="1504"/>
                </a:lnTo>
                <a:lnTo>
                  <a:pt x="745720" y="1116"/>
                </a:lnTo>
                <a:lnTo>
                  <a:pt x="747520" y="815"/>
                </a:lnTo>
                <a:lnTo>
                  <a:pt x="749414" y="599"/>
                </a:lnTo>
                <a:lnTo>
                  <a:pt x="751402" y="470"/>
                </a:lnTo>
                <a:lnTo>
                  <a:pt x="753483" y="427"/>
                </a:lnTo>
                <a:lnTo>
                  <a:pt x="769247" y="427"/>
                </a:lnTo>
                <a:close/>
                <a:moveTo>
                  <a:pt x="812601" y="85455"/>
                </a:moveTo>
                <a:lnTo>
                  <a:pt x="834856" y="85455"/>
                </a:lnTo>
                <a:lnTo>
                  <a:pt x="834856" y="104353"/>
                </a:lnTo>
                <a:lnTo>
                  <a:pt x="819020" y="135091"/>
                </a:lnTo>
                <a:lnTo>
                  <a:pt x="804754" y="135162"/>
                </a:lnTo>
                <a:lnTo>
                  <a:pt x="812601" y="104353"/>
                </a:lnTo>
                <a:lnTo>
                  <a:pt x="812601" y="85455"/>
                </a:lnTo>
                <a:close/>
                <a:moveTo>
                  <a:pt x="920009" y="82335"/>
                </a:moveTo>
                <a:lnTo>
                  <a:pt x="920031" y="83776"/>
                </a:lnTo>
                <a:lnTo>
                  <a:pt x="920099" y="85156"/>
                </a:lnTo>
                <a:lnTo>
                  <a:pt x="920211" y="86476"/>
                </a:lnTo>
                <a:lnTo>
                  <a:pt x="920369" y="87736"/>
                </a:lnTo>
                <a:lnTo>
                  <a:pt x="920572" y="88935"/>
                </a:lnTo>
                <a:lnTo>
                  <a:pt x="920820" y="90074"/>
                </a:lnTo>
                <a:lnTo>
                  <a:pt x="921113" y="91153"/>
                </a:lnTo>
                <a:lnTo>
                  <a:pt x="921451" y="92172"/>
                </a:lnTo>
                <a:lnTo>
                  <a:pt x="921834" y="93130"/>
                </a:lnTo>
                <a:lnTo>
                  <a:pt x="922262" y="94028"/>
                </a:lnTo>
                <a:lnTo>
                  <a:pt x="922736" y="94866"/>
                </a:lnTo>
                <a:lnTo>
                  <a:pt x="923254" y="95643"/>
                </a:lnTo>
                <a:lnTo>
                  <a:pt x="923817" y="96359"/>
                </a:lnTo>
                <a:lnTo>
                  <a:pt x="924422" y="97013"/>
                </a:lnTo>
                <a:lnTo>
                  <a:pt x="925071" y="97604"/>
                </a:lnTo>
                <a:lnTo>
                  <a:pt x="925762" y="98133"/>
                </a:lnTo>
                <a:lnTo>
                  <a:pt x="926497" y="98600"/>
                </a:lnTo>
                <a:lnTo>
                  <a:pt x="927275" y="99005"/>
                </a:lnTo>
                <a:lnTo>
                  <a:pt x="928096" y="99347"/>
                </a:lnTo>
                <a:lnTo>
                  <a:pt x="928960" y="99627"/>
                </a:lnTo>
                <a:lnTo>
                  <a:pt x="929868" y="99845"/>
                </a:lnTo>
                <a:lnTo>
                  <a:pt x="930818" y="100001"/>
                </a:lnTo>
                <a:lnTo>
                  <a:pt x="931811" y="100094"/>
                </a:lnTo>
                <a:lnTo>
                  <a:pt x="932848" y="100125"/>
                </a:lnTo>
                <a:lnTo>
                  <a:pt x="948184" y="100125"/>
                </a:lnTo>
                <a:lnTo>
                  <a:pt x="948184" y="111234"/>
                </a:lnTo>
                <a:lnTo>
                  <a:pt x="931564" y="111234"/>
                </a:lnTo>
                <a:lnTo>
                  <a:pt x="929639" y="111182"/>
                </a:lnTo>
                <a:lnTo>
                  <a:pt x="927788" y="111026"/>
                </a:lnTo>
                <a:lnTo>
                  <a:pt x="926011" y="110765"/>
                </a:lnTo>
                <a:lnTo>
                  <a:pt x="924308" y="110400"/>
                </a:lnTo>
                <a:lnTo>
                  <a:pt x="922679" y="109930"/>
                </a:lnTo>
                <a:lnTo>
                  <a:pt x="921123" y="109356"/>
                </a:lnTo>
                <a:lnTo>
                  <a:pt x="919641" y="108678"/>
                </a:lnTo>
                <a:lnTo>
                  <a:pt x="918233" y="107895"/>
                </a:lnTo>
                <a:lnTo>
                  <a:pt x="916899" y="107008"/>
                </a:lnTo>
                <a:lnTo>
                  <a:pt x="915639" y="106017"/>
                </a:lnTo>
                <a:lnTo>
                  <a:pt x="914452" y="104921"/>
                </a:lnTo>
                <a:lnTo>
                  <a:pt x="913339" y="103721"/>
                </a:lnTo>
                <a:lnTo>
                  <a:pt x="912308" y="102425"/>
                </a:lnTo>
                <a:lnTo>
                  <a:pt x="911367" y="101042"/>
                </a:lnTo>
                <a:lnTo>
                  <a:pt x="910515" y="99571"/>
                </a:lnTo>
                <a:lnTo>
                  <a:pt x="909753" y="98013"/>
                </a:lnTo>
                <a:lnTo>
                  <a:pt x="909081" y="96366"/>
                </a:lnTo>
                <a:lnTo>
                  <a:pt x="908498" y="94633"/>
                </a:lnTo>
                <a:lnTo>
                  <a:pt x="908005" y="92812"/>
                </a:lnTo>
                <a:lnTo>
                  <a:pt x="907601" y="90903"/>
                </a:lnTo>
                <a:lnTo>
                  <a:pt x="907287" y="88907"/>
                </a:lnTo>
                <a:lnTo>
                  <a:pt x="907063" y="86823"/>
                </a:lnTo>
                <a:lnTo>
                  <a:pt x="906929" y="84652"/>
                </a:lnTo>
                <a:lnTo>
                  <a:pt x="906884" y="82393"/>
                </a:lnTo>
                <a:lnTo>
                  <a:pt x="906884" y="10255"/>
                </a:lnTo>
                <a:lnTo>
                  <a:pt x="885842" y="10255"/>
                </a:lnTo>
                <a:lnTo>
                  <a:pt x="885842" y="0"/>
                </a:lnTo>
                <a:lnTo>
                  <a:pt x="920009" y="0"/>
                </a:lnTo>
                <a:lnTo>
                  <a:pt x="920009" y="82335"/>
                </a:lnTo>
                <a:close/>
                <a:moveTo>
                  <a:pt x="1007659" y="82335"/>
                </a:moveTo>
                <a:lnTo>
                  <a:pt x="1007681" y="83776"/>
                </a:lnTo>
                <a:lnTo>
                  <a:pt x="1007749" y="85156"/>
                </a:lnTo>
                <a:lnTo>
                  <a:pt x="1007861" y="86476"/>
                </a:lnTo>
                <a:lnTo>
                  <a:pt x="1008019" y="87736"/>
                </a:lnTo>
                <a:lnTo>
                  <a:pt x="1008222" y="88935"/>
                </a:lnTo>
                <a:lnTo>
                  <a:pt x="1008470" y="90074"/>
                </a:lnTo>
                <a:lnTo>
                  <a:pt x="1008763" y="91153"/>
                </a:lnTo>
                <a:lnTo>
                  <a:pt x="1009101" y="92172"/>
                </a:lnTo>
                <a:lnTo>
                  <a:pt x="1009484" y="93130"/>
                </a:lnTo>
                <a:lnTo>
                  <a:pt x="1009912" y="94028"/>
                </a:lnTo>
                <a:lnTo>
                  <a:pt x="1010386" y="94866"/>
                </a:lnTo>
                <a:lnTo>
                  <a:pt x="1010904" y="95643"/>
                </a:lnTo>
                <a:lnTo>
                  <a:pt x="1011467" y="96359"/>
                </a:lnTo>
                <a:lnTo>
                  <a:pt x="1012072" y="97013"/>
                </a:lnTo>
                <a:lnTo>
                  <a:pt x="1012721" y="97604"/>
                </a:lnTo>
                <a:lnTo>
                  <a:pt x="1013413" y="98133"/>
                </a:lnTo>
                <a:lnTo>
                  <a:pt x="1014147" y="98600"/>
                </a:lnTo>
                <a:lnTo>
                  <a:pt x="1014925" y="99005"/>
                </a:lnTo>
                <a:lnTo>
                  <a:pt x="1015746" y="99347"/>
                </a:lnTo>
                <a:lnTo>
                  <a:pt x="1016610" y="99627"/>
                </a:lnTo>
                <a:lnTo>
                  <a:pt x="1017518" y="99845"/>
                </a:lnTo>
                <a:lnTo>
                  <a:pt x="1018468" y="100001"/>
                </a:lnTo>
                <a:lnTo>
                  <a:pt x="1019461" y="100094"/>
                </a:lnTo>
                <a:lnTo>
                  <a:pt x="1020498" y="100125"/>
                </a:lnTo>
                <a:lnTo>
                  <a:pt x="1035834" y="100125"/>
                </a:lnTo>
                <a:lnTo>
                  <a:pt x="1035834" y="111234"/>
                </a:lnTo>
                <a:lnTo>
                  <a:pt x="1019214" y="111234"/>
                </a:lnTo>
                <a:lnTo>
                  <a:pt x="1017289" y="111182"/>
                </a:lnTo>
                <a:lnTo>
                  <a:pt x="1015439" y="111026"/>
                </a:lnTo>
                <a:lnTo>
                  <a:pt x="1013661" y="110765"/>
                </a:lnTo>
                <a:lnTo>
                  <a:pt x="1011958" y="110400"/>
                </a:lnTo>
                <a:lnTo>
                  <a:pt x="1010329" y="109930"/>
                </a:lnTo>
                <a:lnTo>
                  <a:pt x="1008773" y="109356"/>
                </a:lnTo>
                <a:lnTo>
                  <a:pt x="1007291" y="108678"/>
                </a:lnTo>
                <a:lnTo>
                  <a:pt x="1005883" y="107895"/>
                </a:lnTo>
                <a:lnTo>
                  <a:pt x="1004549" y="107008"/>
                </a:lnTo>
                <a:lnTo>
                  <a:pt x="1003289" y="106017"/>
                </a:lnTo>
                <a:lnTo>
                  <a:pt x="1002102" y="104921"/>
                </a:lnTo>
                <a:lnTo>
                  <a:pt x="1000989" y="103721"/>
                </a:lnTo>
                <a:lnTo>
                  <a:pt x="999958" y="102425"/>
                </a:lnTo>
                <a:lnTo>
                  <a:pt x="999017" y="101042"/>
                </a:lnTo>
                <a:lnTo>
                  <a:pt x="998165" y="99571"/>
                </a:lnTo>
                <a:lnTo>
                  <a:pt x="997403" y="98013"/>
                </a:lnTo>
                <a:lnTo>
                  <a:pt x="996731" y="96366"/>
                </a:lnTo>
                <a:lnTo>
                  <a:pt x="996148" y="94633"/>
                </a:lnTo>
                <a:lnTo>
                  <a:pt x="995655" y="92812"/>
                </a:lnTo>
                <a:lnTo>
                  <a:pt x="995251" y="90903"/>
                </a:lnTo>
                <a:lnTo>
                  <a:pt x="994937" y="88907"/>
                </a:lnTo>
                <a:lnTo>
                  <a:pt x="994713" y="86823"/>
                </a:lnTo>
                <a:lnTo>
                  <a:pt x="994579" y="84652"/>
                </a:lnTo>
                <a:lnTo>
                  <a:pt x="994534" y="82393"/>
                </a:lnTo>
                <a:lnTo>
                  <a:pt x="994534" y="10255"/>
                </a:lnTo>
                <a:lnTo>
                  <a:pt x="973492" y="10255"/>
                </a:lnTo>
                <a:lnTo>
                  <a:pt x="973492" y="0"/>
                </a:lnTo>
                <a:lnTo>
                  <a:pt x="1007659" y="0"/>
                </a:lnTo>
                <a:lnTo>
                  <a:pt x="1007659" y="82335"/>
                </a:lnTo>
                <a:close/>
                <a:moveTo>
                  <a:pt x="1051155" y="31476"/>
                </a:moveTo>
                <a:lnTo>
                  <a:pt x="1064779" y="31476"/>
                </a:lnTo>
                <a:lnTo>
                  <a:pt x="1087961" y="98416"/>
                </a:lnTo>
                <a:lnTo>
                  <a:pt x="1111215" y="31476"/>
                </a:lnTo>
                <a:lnTo>
                  <a:pt x="1124839" y="31476"/>
                </a:lnTo>
                <a:lnTo>
                  <a:pt x="1096449" y="111234"/>
                </a:lnTo>
                <a:lnTo>
                  <a:pt x="1079544" y="111234"/>
                </a:lnTo>
                <a:lnTo>
                  <a:pt x="1051155" y="31476"/>
                </a:lnTo>
                <a:close/>
                <a:moveTo>
                  <a:pt x="1179891" y="39530"/>
                </a:moveTo>
                <a:lnTo>
                  <a:pt x="1180304" y="38693"/>
                </a:lnTo>
                <a:lnTo>
                  <a:pt x="1180736" y="37893"/>
                </a:lnTo>
                <a:lnTo>
                  <a:pt x="1181186" y="37131"/>
                </a:lnTo>
                <a:lnTo>
                  <a:pt x="1181655" y="36406"/>
                </a:lnTo>
                <a:lnTo>
                  <a:pt x="1182141" y="35718"/>
                </a:lnTo>
                <a:lnTo>
                  <a:pt x="1182646" y="35067"/>
                </a:lnTo>
                <a:lnTo>
                  <a:pt x="1183170" y="34453"/>
                </a:lnTo>
                <a:lnTo>
                  <a:pt x="1183711" y="33876"/>
                </a:lnTo>
                <a:lnTo>
                  <a:pt x="1184271" y="33337"/>
                </a:lnTo>
                <a:lnTo>
                  <a:pt x="1184850" y="32834"/>
                </a:lnTo>
                <a:lnTo>
                  <a:pt x="1185446" y="32369"/>
                </a:lnTo>
                <a:lnTo>
                  <a:pt x="1186061" y="31941"/>
                </a:lnTo>
                <a:lnTo>
                  <a:pt x="1186696" y="31548"/>
                </a:lnTo>
                <a:lnTo>
                  <a:pt x="1187352" y="31190"/>
                </a:lnTo>
                <a:lnTo>
                  <a:pt x="1188029" y="30865"/>
                </a:lnTo>
                <a:lnTo>
                  <a:pt x="1188728" y="30575"/>
                </a:lnTo>
                <a:lnTo>
                  <a:pt x="1189448" y="30319"/>
                </a:lnTo>
                <a:lnTo>
                  <a:pt x="1190189" y="30097"/>
                </a:lnTo>
                <a:lnTo>
                  <a:pt x="1190952" y="29909"/>
                </a:lnTo>
                <a:lnTo>
                  <a:pt x="1191736" y="29755"/>
                </a:lnTo>
                <a:lnTo>
                  <a:pt x="1192541" y="29636"/>
                </a:lnTo>
                <a:lnTo>
                  <a:pt x="1193367" y="29550"/>
                </a:lnTo>
                <a:lnTo>
                  <a:pt x="1194215" y="29499"/>
                </a:lnTo>
                <a:lnTo>
                  <a:pt x="1195084" y="29482"/>
                </a:lnTo>
                <a:lnTo>
                  <a:pt x="1196650" y="29534"/>
                </a:lnTo>
                <a:lnTo>
                  <a:pt x="1198137" y="29689"/>
                </a:lnTo>
                <a:lnTo>
                  <a:pt x="1199545" y="29948"/>
                </a:lnTo>
                <a:lnTo>
                  <a:pt x="1200874" y="30310"/>
                </a:lnTo>
                <a:lnTo>
                  <a:pt x="1202124" y="30775"/>
                </a:lnTo>
                <a:lnTo>
                  <a:pt x="1203296" y="31344"/>
                </a:lnTo>
                <a:lnTo>
                  <a:pt x="1204389" y="32017"/>
                </a:lnTo>
                <a:lnTo>
                  <a:pt x="1205403" y="32792"/>
                </a:lnTo>
                <a:lnTo>
                  <a:pt x="1206339" y="33672"/>
                </a:lnTo>
                <a:lnTo>
                  <a:pt x="1207195" y="34655"/>
                </a:lnTo>
                <a:lnTo>
                  <a:pt x="1207973" y="35741"/>
                </a:lnTo>
                <a:lnTo>
                  <a:pt x="1208673" y="36931"/>
                </a:lnTo>
                <a:lnTo>
                  <a:pt x="1209305" y="38263"/>
                </a:lnTo>
                <a:lnTo>
                  <a:pt x="1209882" y="39778"/>
                </a:lnTo>
                <a:lnTo>
                  <a:pt x="1210405" y="41475"/>
                </a:lnTo>
                <a:lnTo>
                  <a:pt x="1210872" y="43355"/>
                </a:lnTo>
                <a:lnTo>
                  <a:pt x="1211284" y="45418"/>
                </a:lnTo>
                <a:lnTo>
                  <a:pt x="1211642" y="47664"/>
                </a:lnTo>
                <a:lnTo>
                  <a:pt x="1211944" y="50092"/>
                </a:lnTo>
                <a:lnTo>
                  <a:pt x="1212192" y="52702"/>
                </a:lnTo>
                <a:lnTo>
                  <a:pt x="1212384" y="55495"/>
                </a:lnTo>
                <a:lnTo>
                  <a:pt x="1212521" y="58471"/>
                </a:lnTo>
                <a:lnTo>
                  <a:pt x="1212604" y="61630"/>
                </a:lnTo>
                <a:lnTo>
                  <a:pt x="1212631" y="64971"/>
                </a:lnTo>
                <a:lnTo>
                  <a:pt x="1212631" y="111234"/>
                </a:lnTo>
                <a:lnTo>
                  <a:pt x="1200648" y="111234"/>
                </a:lnTo>
                <a:lnTo>
                  <a:pt x="1200648" y="65540"/>
                </a:lnTo>
                <a:lnTo>
                  <a:pt x="1200635" y="62814"/>
                </a:lnTo>
                <a:lnTo>
                  <a:pt x="1200596" y="60265"/>
                </a:lnTo>
                <a:lnTo>
                  <a:pt x="1200530" y="57893"/>
                </a:lnTo>
                <a:lnTo>
                  <a:pt x="1200438" y="55700"/>
                </a:lnTo>
                <a:lnTo>
                  <a:pt x="1200320" y="53684"/>
                </a:lnTo>
                <a:lnTo>
                  <a:pt x="1200175" y="51846"/>
                </a:lnTo>
                <a:lnTo>
                  <a:pt x="1200005" y="50185"/>
                </a:lnTo>
                <a:lnTo>
                  <a:pt x="1199808" y="48702"/>
                </a:lnTo>
                <a:lnTo>
                  <a:pt x="1199585" y="47397"/>
                </a:lnTo>
                <a:lnTo>
                  <a:pt x="1199335" y="46270"/>
                </a:lnTo>
                <a:lnTo>
                  <a:pt x="1199060" y="45320"/>
                </a:lnTo>
                <a:lnTo>
                  <a:pt x="1198758" y="44548"/>
                </a:lnTo>
                <a:lnTo>
                  <a:pt x="1198421" y="43893"/>
                </a:lnTo>
                <a:lnTo>
                  <a:pt x="1198042" y="43296"/>
                </a:lnTo>
                <a:lnTo>
                  <a:pt x="1197619" y="42755"/>
                </a:lnTo>
                <a:lnTo>
                  <a:pt x="1197153" y="42271"/>
                </a:lnTo>
                <a:lnTo>
                  <a:pt x="1196644" y="41844"/>
                </a:lnTo>
                <a:lnTo>
                  <a:pt x="1196092" y="41474"/>
                </a:lnTo>
                <a:lnTo>
                  <a:pt x="1195497" y="41161"/>
                </a:lnTo>
                <a:lnTo>
                  <a:pt x="1194858" y="40904"/>
                </a:lnTo>
                <a:lnTo>
                  <a:pt x="1194177" y="40705"/>
                </a:lnTo>
                <a:lnTo>
                  <a:pt x="1193453" y="40563"/>
                </a:lnTo>
                <a:lnTo>
                  <a:pt x="1192685" y="40477"/>
                </a:lnTo>
                <a:lnTo>
                  <a:pt x="1191874" y="40449"/>
                </a:lnTo>
                <a:lnTo>
                  <a:pt x="1190948" y="40479"/>
                </a:lnTo>
                <a:lnTo>
                  <a:pt x="1190072" y="40571"/>
                </a:lnTo>
                <a:lnTo>
                  <a:pt x="1189246" y="40723"/>
                </a:lnTo>
                <a:lnTo>
                  <a:pt x="1188470" y="40936"/>
                </a:lnTo>
                <a:lnTo>
                  <a:pt x="1187745" y="41210"/>
                </a:lnTo>
                <a:lnTo>
                  <a:pt x="1187069" y="41545"/>
                </a:lnTo>
                <a:lnTo>
                  <a:pt x="1186443" y="41941"/>
                </a:lnTo>
                <a:lnTo>
                  <a:pt x="1185867" y="42397"/>
                </a:lnTo>
                <a:lnTo>
                  <a:pt x="1185341" y="42915"/>
                </a:lnTo>
                <a:lnTo>
                  <a:pt x="1184865" y="43493"/>
                </a:lnTo>
                <a:lnTo>
                  <a:pt x="1184440" y="44133"/>
                </a:lnTo>
                <a:lnTo>
                  <a:pt x="1184064" y="44833"/>
                </a:lnTo>
                <a:lnTo>
                  <a:pt x="1183728" y="45646"/>
                </a:lnTo>
                <a:lnTo>
                  <a:pt x="1183421" y="46626"/>
                </a:lnTo>
                <a:lnTo>
                  <a:pt x="1183143" y="47771"/>
                </a:lnTo>
                <a:lnTo>
                  <a:pt x="1182895" y="49082"/>
                </a:lnTo>
                <a:lnTo>
                  <a:pt x="1182676" y="50559"/>
                </a:lnTo>
                <a:lnTo>
                  <a:pt x="1182486" y="52202"/>
                </a:lnTo>
                <a:lnTo>
                  <a:pt x="1182325" y="54010"/>
                </a:lnTo>
                <a:lnTo>
                  <a:pt x="1182193" y="55985"/>
                </a:lnTo>
                <a:lnTo>
                  <a:pt x="1182091" y="58125"/>
                </a:lnTo>
                <a:lnTo>
                  <a:pt x="1182018" y="60431"/>
                </a:lnTo>
                <a:lnTo>
                  <a:pt x="1181974" y="62903"/>
                </a:lnTo>
                <a:lnTo>
                  <a:pt x="1181960" y="65540"/>
                </a:lnTo>
                <a:lnTo>
                  <a:pt x="1181960" y="111234"/>
                </a:lnTo>
                <a:lnTo>
                  <a:pt x="1169976" y="111234"/>
                </a:lnTo>
                <a:lnTo>
                  <a:pt x="1169976" y="65540"/>
                </a:lnTo>
                <a:lnTo>
                  <a:pt x="1169962" y="62780"/>
                </a:lnTo>
                <a:lnTo>
                  <a:pt x="1169920" y="60202"/>
                </a:lnTo>
                <a:lnTo>
                  <a:pt x="1169849" y="57806"/>
                </a:lnTo>
                <a:lnTo>
                  <a:pt x="1169750" y="55592"/>
                </a:lnTo>
                <a:lnTo>
                  <a:pt x="1169623" y="53560"/>
                </a:lnTo>
                <a:lnTo>
                  <a:pt x="1169468" y="51711"/>
                </a:lnTo>
                <a:lnTo>
                  <a:pt x="1169285" y="50044"/>
                </a:lnTo>
                <a:lnTo>
                  <a:pt x="1169073" y="48559"/>
                </a:lnTo>
                <a:lnTo>
                  <a:pt x="1168833" y="47256"/>
                </a:lnTo>
                <a:lnTo>
                  <a:pt x="1168565" y="46136"/>
                </a:lnTo>
                <a:lnTo>
                  <a:pt x="1168268" y="45197"/>
                </a:lnTo>
                <a:lnTo>
                  <a:pt x="1167943" y="44441"/>
                </a:lnTo>
                <a:lnTo>
                  <a:pt x="1167582" y="43804"/>
                </a:lnTo>
                <a:lnTo>
                  <a:pt x="1167176" y="43221"/>
                </a:lnTo>
                <a:lnTo>
                  <a:pt x="1166724" y="42695"/>
                </a:lnTo>
                <a:lnTo>
                  <a:pt x="1166228" y="42223"/>
                </a:lnTo>
                <a:lnTo>
                  <a:pt x="1165686" y="41807"/>
                </a:lnTo>
                <a:lnTo>
                  <a:pt x="1165099" y="41447"/>
                </a:lnTo>
                <a:lnTo>
                  <a:pt x="1164467" y="41142"/>
                </a:lnTo>
                <a:lnTo>
                  <a:pt x="1163790" y="40892"/>
                </a:lnTo>
                <a:lnTo>
                  <a:pt x="1163068" y="40698"/>
                </a:lnTo>
                <a:lnTo>
                  <a:pt x="1162301" y="40560"/>
                </a:lnTo>
                <a:lnTo>
                  <a:pt x="1161489" y="40477"/>
                </a:lnTo>
                <a:lnTo>
                  <a:pt x="1160632" y="40449"/>
                </a:lnTo>
                <a:lnTo>
                  <a:pt x="1159786" y="40479"/>
                </a:lnTo>
                <a:lnTo>
                  <a:pt x="1158985" y="40571"/>
                </a:lnTo>
                <a:lnTo>
                  <a:pt x="1158227" y="40723"/>
                </a:lnTo>
                <a:lnTo>
                  <a:pt x="1157513" y="40936"/>
                </a:lnTo>
                <a:lnTo>
                  <a:pt x="1156844" y="41210"/>
                </a:lnTo>
                <a:lnTo>
                  <a:pt x="1156219" y="41545"/>
                </a:lnTo>
                <a:lnTo>
                  <a:pt x="1155637" y="41941"/>
                </a:lnTo>
                <a:lnTo>
                  <a:pt x="1155100" y="42397"/>
                </a:lnTo>
                <a:lnTo>
                  <a:pt x="1154607" y="42915"/>
                </a:lnTo>
                <a:lnTo>
                  <a:pt x="1154158" y="43493"/>
                </a:lnTo>
                <a:lnTo>
                  <a:pt x="1153753" y="44133"/>
                </a:lnTo>
                <a:lnTo>
                  <a:pt x="1153392" y="44833"/>
                </a:lnTo>
                <a:lnTo>
                  <a:pt x="1153067" y="45646"/>
                </a:lnTo>
                <a:lnTo>
                  <a:pt x="1152771" y="46626"/>
                </a:lnTo>
                <a:lnTo>
                  <a:pt x="1152503" y="47771"/>
                </a:lnTo>
                <a:lnTo>
                  <a:pt x="1152263" y="49082"/>
                </a:lnTo>
                <a:lnTo>
                  <a:pt x="1152051" y="50559"/>
                </a:lnTo>
                <a:lnTo>
                  <a:pt x="1151868" y="52202"/>
                </a:lnTo>
                <a:lnTo>
                  <a:pt x="1151712" y="54010"/>
                </a:lnTo>
                <a:lnTo>
                  <a:pt x="1151585" y="55985"/>
                </a:lnTo>
                <a:lnTo>
                  <a:pt x="1151486" y="58125"/>
                </a:lnTo>
                <a:lnTo>
                  <a:pt x="1151416" y="60431"/>
                </a:lnTo>
                <a:lnTo>
                  <a:pt x="1151373" y="62903"/>
                </a:lnTo>
                <a:lnTo>
                  <a:pt x="1151359" y="65540"/>
                </a:lnTo>
                <a:lnTo>
                  <a:pt x="1151359" y="111234"/>
                </a:lnTo>
                <a:lnTo>
                  <a:pt x="1139447" y="111234"/>
                </a:lnTo>
                <a:lnTo>
                  <a:pt x="1139447" y="31476"/>
                </a:lnTo>
                <a:lnTo>
                  <a:pt x="1151359" y="31476"/>
                </a:lnTo>
                <a:lnTo>
                  <a:pt x="1151359" y="38259"/>
                </a:lnTo>
                <a:lnTo>
                  <a:pt x="1151760" y="37560"/>
                </a:lnTo>
                <a:lnTo>
                  <a:pt x="1152177" y="36888"/>
                </a:lnTo>
                <a:lnTo>
                  <a:pt x="1152610" y="36245"/>
                </a:lnTo>
                <a:lnTo>
                  <a:pt x="1153059" y="35631"/>
                </a:lnTo>
                <a:lnTo>
                  <a:pt x="1153525" y="35044"/>
                </a:lnTo>
                <a:lnTo>
                  <a:pt x="1154007" y="34486"/>
                </a:lnTo>
                <a:lnTo>
                  <a:pt x="1154506" y="33956"/>
                </a:lnTo>
                <a:lnTo>
                  <a:pt x="1155021" y="33454"/>
                </a:lnTo>
                <a:lnTo>
                  <a:pt x="1155552" y="32981"/>
                </a:lnTo>
                <a:lnTo>
                  <a:pt x="1156100" y="32535"/>
                </a:lnTo>
                <a:lnTo>
                  <a:pt x="1156664" y="32118"/>
                </a:lnTo>
                <a:lnTo>
                  <a:pt x="1157244" y="31730"/>
                </a:lnTo>
                <a:lnTo>
                  <a:pt x="1157839" y="31371"/>
                </a:lnTo>
                <a:lnTo>
                  <a:pt x="1158448" y="31043"/>
                </a:lnTo>
                <a:lnTo>
                  <a:pt x="1159070" y="30746"/>
                </a:lnTo>
                <a:lnTo>
                  <a:pt x="1159705" y="30481"/>
                </a:lnTo>
                <a:lnTo>
                  <a:pt x="1160354" y="30247"/>
                </a:lnTo>
                <a:lnTo>
                  <a:pt x="1161016" y="30044"/>
                </a:lnTo>
                <a:lnTo>
                  <a:pt x="1161691" y="29872"/>
                </a:lnTo>
                <a:lnTo>
                  <a:pt x="1162380" y="29732"/>
                </a:lnTo>
                <a:lnTo>
                  <a:pt x="1163082" y="29623"/>
                </a:lnTo>
                <a:lnTo>
                  <a:pt x="1163797" y="29545"/>
                </a:lnTo>
                <a:lnTo>
                  <a:pt x="1164526" y="29498"/>
                </a:lnTo>
                <a:lnTo>
                  <a:pt x="1165269" y="29482"/>
                </a:lnTo>
                <a:lnTo>
                  <a:pt x="1166159" y="29499"/>
                </a:lnTo>
                <a:lnTo>
                  <a:pt x="1167025" y="29551"/>
                </a:lnTo>
                <a:lnTo>
                  <a:pt x="1167865" y="29638"/>
                </a:lnTo>
                <a:lnTo>
                  <a:pt x="1168680" y="29759"/>
                </a:lnTo>
                <a:lnTo>
                  <a:pt x="1169470" y="29915"/>
                </a:lnTo>
                <a:lnTo>
                  <a:pt x="1170235" y="30106"/>
                </a:lnTo>
                <a:lnTo>
                  <a:pt x="1170974" y="30331"/>
                </a:lnTo>
                <a:lnTo>
                  <a:pt x="1171688" y="30591"/>
                </a:lnTo>
                <a:lnTo>
                  <a:pt x="1172377" y="30885"/>
                </a:lnTo>
                <a:lnTo>
                  <a:pt x="1173041" y="31214"/>
                </a:lnTo>
                <a:lnTo>
                  <a:pt x="1173679" y="31578"/>
                </a:lnTo>
                <a:lnTo>
                  <a:pt x="1174292" y="31977"/>
                </a:lnTo>
                <a:lnTo>
                  <a:pt x="1174881" y="32410"/>
                </a:lnTo>
                <a:lnTo>
                  <a:pt x="1175448" y="32879"/>
                </a:lnTo>
                <a:lnTo>
                  <a:pt x="1175993" y="33383"/>
                </a:lnTo>
                <a:lnTo>
                  <a:pt x="1176515" y="33924"/>
                </a:lnTo>
                <a:lnTo>
                  <a:pt x="1177015" y="34500"/>
                </a:lnTo>
                <a:lnTo>
                  <a:pt x="1177493" y="35111"/>
                </a:lnTo>
                <a:lnTo>
                  <a:pt x="1177948" y="35758"/>
                </a:lnTo>
                <a:lnTo>
                  <a:pt x="1178381" y="36441"/>
                </a:lnTo>
                <a:lnTo>
                  <a:pt x="1178792" y="37160"/>
                </a:lnTo>
                <a:lnTo>
                  <a:pt x="1179181" y="37914"/>
                </a:lnTo>
                <a:lnTo>
                  <a:pt x="1179547" y="38704"/>
                </a:lnTo>
                <a:lnTo>
                  <a:pt x="1179891" y="395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1" name="Original vector context 61">
            <a:extLst xmlns:a="http://schemas.openxmlformats.org/drawingml/2006/main">
              <a:ext uri="{FF2B5EF4-FFF2-40B4-BE49-F238E27FC236}">
                <a16:creationId xmlns:a16="http://schemas.microsoft.com/office/drawing/2014/main" id="{3B5CEB5A-1458-4AE0-A16D-A8F4683B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575" y="7892210"/>
            <a:ext cx="2528932" cy="416704"/>
          </a:xfrm>
          <a:custGeom xmlns:a="http://schemas.openxmlformats.org/drawingml/2006/main">
            <a:pathLst>
              <a:path w="2528932" h="416704">
                <a:moveTo>
                  <a:pt x="1700" y="0"/>
                </a:moveTo>
                <a:lnTo>
                  <a:pt x="2493703" y="390820"/>
                </a:lnTo>
                <a:lnTo>
                  <a:pt x="2492002" y="401627"/>
                </a:lnTo>
                <a:lnTo>
                  <a:pt x="0" y="10805"/>
                </a:lnTo>
                <a:lnTo>
                  <a:pt x="1700" y="0"/>
                </a:lnTo>
                <a:close/>
                <a:moveTo>
                  <a:pt x="2489038" y="373480"/>
                </a:moveTo>
                <a:lnTo>
                  <a:pt x="2528932" y="401882"/>
                </a:lnTo>
                <a:lnTo>
                  <a:pt x="2482237" y="416704"/>
                </a:lnTo>
                <a:lnTo>
                  <a:pt x="2489038" y="373480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62" name="Original vector context 62">
            <a:extLst xmlns:a="http://schemas.openxmlformats.org/drawingml/2006/main">
              <a:ext uri="{FF2B5EF4-FFF2-40B4-BE49-F238E27FC236}">
                <a16:creationId xmlns:a16="http://schemas.microsoft.com/office/drawing/2014/main" id="{2898F9ED-D48E-4496-9F50-4DC4D092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114" y="8295038"/>
            <a:ext cx="1395092" cy="335441"/>
          </a:xfrm>
          <a:custGeom xmlns:a="http://schemas.openxmlformats.org/drawingml/2006/main">
            <a:pathLst>
              <a:path w="1395092" h="335441">
                <a:moveTo>
                  <a:pt x="0" y="55908"/>
                </a:moveTo>
                <a:lnTo>
                  <a:pt x="511" y="48321"/>
                </a:lnTo>
                <a:lnTo>
                  <a:pt x="2000" y="41045"/>
                </a:lnTo>
                <a:lnTo>
                  <a:pt x="4401" y="34146"/>
                </a:lnTo>
                <a:lnTo>
                  <a:pt x="7645" y="27690"/>
                </a:lnTo>
                <a:lnTo>
                  <a:pt x="11668" y="21744"/>
                </a:lnTo>
                <a:lnTo>
                  <a:pt x="16402" y="16375"/>
                </a:lnTo>
                <a:lnTo>
                  <a:pt x="21780" y="11649"/>
                </a:lnTo>
                <a:lnTo>
                  <a:pt x="27735" y="7633"/>
                </a:lnTo>
                <a:lnTo>
                  <a:pt x="34202" y="4393"/>
                </a:lnTo>
                <a:lnTo>
                  <a:pt x="41112" y="1997"/>
                </a:lnTo>
                <a:lnTo>
                  <a:pt x="48400" y="510"/>
                </a:lnTo>
                <a:lnTo>
                  <a:pt x="55999" y="0"/>
                </a:lnTo>
                <a:lnTo>
                  <a:pt x="1339093" y="0"/>
                </a:lnTo>
                <a:lnTo>
                  <a:pt x="1346691" y="510"/>
                </a:lnTo>
                <a:lnTo>
                  <a:pt x="1353979" y="1997"/>
                </a:lnTo>
                <a:lnTo>
                  <a:pt x="1360890" y="4393"/>
                </a:lnTo>
                <a:lnTo>
                  <a:pt x="1367357" y="7633"/>
                </a:lnTo>
                <a:lnTo>
                  <a:pt x="1373312" y="11649"/>
                </a:lnTo>
                <a:lnTo>
                  <a:pt x="1378690" y="16375"/>
                </a:lnTo>
                <a:lnTo>
                  <a:pt x="1383424" y="21744"/>
                </a:lnTo>
                <a:lnTo>
                  <a:pt x="1387446" y="27690"/>
                </a:lnTo>
                <a:lnTo>
                  <a:pt x="1390691" y="34146"/>
                </a:lnTo>
                <a:lnTo>
                  <a:pt x="1393092" y="41045"/>
                </a:lnTo>
                <a:lnTo>
                  <a:pt x="1394581" y="48321"/>
                </a:lnTo>
                <a:lnTo>
                  <a:pt x="1395092" y="55908"/>
                </a:lnTo>
                <a:lnTo>
                  <a:pt x="1395092" y="279533"/>
                </a:lnTo>
                <a:lnTo>
                  <a:pt x="1394581" y="287119"/>
                </a:lnTo>
                <a:lnTo>
                  <a:pt x="1393092" y="294396"/>
                </a:lnTo>
                <a:lnTo>
                  <a:pt x="1390691" y="301295"/>
                </a:lnTo>
                <a:lnTo>
                  <a:pt x="1387446" y="307751"/>
                </a:lnTo>
                <a:lnTo>
                  <a:pt x="1383424" y="313697"/>
                </a:lnTo>
                <a:lnTo>
                  <a:pt x="1378690" y="319066"/>
                </a:lnTo>
                <a:lnTo>
                  <a:pt x="1373312" y="323792"/>
                </a:lnTo>
                <a:lnTo>
                  <a:pt x="1367357" y="327808"/>
                </a:lnTo>
                <a:lnTo>
                  <a:pt x="1360890" y="331047"/>
                </a:lnTo>
                <a:lnTo>
                  <a:pt x="1353979" y="333444"/>
                </a:lnTo>
                <a:lnTo>
                  <a:pt x="1346691" y="334930"/>
                </a:lnTo>
                <a:lnTo>
                  <a:pt x="1339093" y="335441"/>
                </a:lnTo>
                <a:lnTo>
                  <a:pt x="55999" y="335441"/>
                </a:lnTo>
                <a:lnTo>
                  <a:pt x="48400" y="334930"/>
                </a:lnTo>
                <a:lnTo>
                  <a:pt x="41112" y="333444"/>
                </a:lnTo>
                <a:lnTo>
                  <a:pt x="34202" y="331047"/>
                </a:lnTo>
                <a:lnTo>
                  <a:pt x="27735" y="327808"/>
                </a:lnTo>
                <a:lnTo>
                  <a:pt x="21780" y="323792"/>
                </a:lnTo>
                <a:lnTo>
                  <a:pt x="16402" y="319066"/>
                </a:lnTo>
                <a:lnTo>
                  <a:pt x="11668" y="313697"/>
                </a:lnTo>
                <a:lnTo>
                  <a:pt x="7645" y="307751"/>
                </a:lnTo>
                <a:lnTo>
                  <a:pt x="4401" y="301295"/>
                </a:lnTo>
                <a:lnTo>
                  <a:pt x="2000" y="294396"/>
                </a:lnTo>
                <a:lnTo>
                  <a:pt x="511" y="287119"/>
                </a:lnTo>
                <a:lnTo>
                  <a:pt x="0" y="279533"/>
                </a:lnTo>
                <a:lnTo>
                  <a:pt x="0" y="559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63" name="Original vector context 63">
            <a:extLst xmlns:a="http://schemas.openxmlformats.org/drawingml/2006/main">
              <a:ext uri="{FF2B5EF4-FFF2-40B4-BE49-F238E27FC236}">
                <a16:creationId xmlns:a16="http://schemas.microsoft.com/office/drawing/2014/main" id="{D984EB77-9A4F-4545-9B17-49E8870D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952" y="8405047"/>
            <a:ext cx="947257" cy="136016"/>
          </a:xfrm>
          <a:custGeom xmlns:a="http://schemas.openxmlformats.org/drawingml/2006/main">
            <a:pathLst>
              <a:path w="947257" h="136016">
                <a:moveTo>
                  <a:pt x="70830" y="101799"/>
                </a:moveTo>
                <a:lnTo>
                  <a:pt x="69309" y="102434"/>
                </a:lnTo>
                <a:lnTo>
                  <a:pt x="67858" y="103024"/>
                </a:lnTo>
                <a:lnTo>
                  <a:pt x="66479" y="103571"/>
                </a:lnTo>
                <a:lnTo>
                  <a:pt x="65171" y="104073"/>
                </a:lnTo>
                <a:lnTo>
                  <a:pt x="63935" y="104531"/>
                </a:lnTo>
                <a:lnTo>
                  <a:pt x="62770" y="104944"/>
                </a:lnTo>
                <a:lnTo>
                  <a:pt x="61676" y="105313"/>
                </a:lnTo>
                <a:lnTo>
                  <a:pt x="60654" y="105638"/>
                </a:lnTo>
                <a:lnTo>
                  <a:pt x="59703" y="105919"/>
                </a:lnTo>
                <a:lnTo>
                  <a:pt x="58823" y="106155"/>
                </a:lnTo>
                <a:lnTo>
                  <a:pt x="58015" y="106347"/>
                </a:lnTo>
                <a:lnTo>
                  <a:pt x="57278" y="106494"/>
                </a:lnTo>
                <a:lnTo>
                  <a:pt x="56578" y="106614"/>
                </a:lnTo>
                <a:lnTo>
                  <a:pt x="55883" y="106724"/>
                </a:lnTo>
                <a:lnTo>
                  <a:pt x="55191" y="106823"/>
                </a:lnTo>
                <a:lnTo>
                  <a:pt x="54504" y="106912"/>
                </a:lnTo>
                <a:lnTo>
                  <a:pt x="53820" y="106990"/>
                </a:lnTo>
                <a:lnTo>
                  <a:pt x="53141" y="107058"/>
                </a:lnTo>
                <a:lnTo>
                  <a:pt x="52465" y="107116"/>
                </a:lnTo>
                <a:lnTo>
                  <a:pt x="51793" y="107163"/>
                </a:lnTo>
                <a:lnTo>
                  <a:pt x="51125" y="107199"/>
                </a:lnTo>
                <a:lnTo>
                  <a:pt x="50462" y="107226"/>
                </a:lnTo>
                <a:lnTo>
                  <a:pt x="49802" y="107241"/>
                </a:lnTo>
                <a:lnTo>
                  <a:pt x="49146" y="107246"/>
                </a:lnTo>
                <a:lnTo>
                  <a:pt x="47765" y="107224"/>
                </a:lnTo>
                <a:lnTo>
                  <a:pt x="46404" y="107157"/>
                </a:lnTo>
                <a:lnTo>
                  <a:pt x="45062" y="107046"/>
                </a:lnTo>
                <a:lnTo>
                  <a:pt x="43741" y="106890"/>
                </a:lnTo>
                <a:lnTo>
                  <a:pt x="42439" y="106690"/>
                </a:lnTo>
                <a:lnTo>
                  <a:pt x="41157" y="106445"/>
                </a:lnTo>
                <a:lnTo>
                  <a:pt x="39895" y="106156"/>
                </a:lnTo>
                <a:lnTo>
                  <a:pt x="38653" y="105822"/>
                </a:lnTo>
                <a:lnTo>
                  <a:pt x="37430" y="105444"/>
                </a:lnTo>
                <a:lnTo>
                  <a:pt x="36227" y="105021"/>
                </a:lnTo>
                <a:lnTo>
                  <a:pt x="35045" y="104554"/>
                </a:lnTo>
                <a:lnTo>
                  <a:pt x="33882" y="104042"/>
                </a:lnTo>
                <a:lnTo>
                  <a:pt x="32752" y="103487"/>
                </a:lnTo>
                <a:lnTo>
                  <a:pt x="31669" y="102889"/>
                </a:lnTo>
                <a:lnTo>
                  <a:pt x="30634" y="102248"/>
                </a:lnTo>
                <a:lnTo>
                  <a:pt x="29645" y="101565"/>
                </a:lnTo>
                <a:lnTo>
                  <a:pt x="28704" y="100840"/>
                </a:lnTo>
                <a:lnTo>
                  <a:pt x="27810" y="100072"/>
                </a:lnTo>
                <a:lnTo>
                  <a:pt x="26962" y="99261"/>
                </a:lnTo>
                <a:lnTo>
                  <a:pt x="26162" y="98408"/>
                </a:lnTo>
                <a:lnTo>
                  <a:pt x="25409" y="97513"/>
                </a:lnTo>
                <a:lnTo>
                  <a:pt x="24703" y="96574"/>
                </a:lnTo>
                <a:lnTo>
                  <a:pt x="24044" y="95594"/>
                </a:lnTo>
                <a:lnTo>
                  <a:pt x="23432" y="94571"/>
                </a:lnTo>
                <a:lnTo>
                  <a:pt x="22868" y="93479"/>
                </a:lnTo>
                <a:lnTo>
                  <a:pt x="22353" y="92292"/>
                </a:lnTo>
                <a:lnTo>
                  <a:pt x="21887" y="91010"/>
                </a:lnTo>
                <a:lnTo>
                  <a:pt x="21470" y="89633"/>
                </a:lnTo>
                <a:lnTo>
                  <a:pt x="21102" y="88161"/>
                </a:lnTo>
                <a:lnTo>
                  <a:pt x="20784" y="86595"/>
                </a:lnTo>
                <a:lnTo>
                  <a:pt x="20514" y="84933"/>
                </a:lnTo>
                <a:lnTo>
                  <a:pt x="20293" y="83177"/>
                </a:lnTo>
                <a:lnTo>
                  <a:pt x="20122" y="81325"/>
                </a:lnTo>
                <a:lnTo>
                  <a:pt x="19999" y="79379"/>
                </a:lnTo>
                <a:lnTo>
                  <a:pt x="19925" y="77337"/>
                </a:lnTo>
                <a:lnTo>
                  <a:pt x="19901" y="75201"/>
                </a:lnTo>
                <a:lnTo>
                  <a:pt x="19901" y="43155"/>
                </a:lnTo>
                <a:lnTo>
                  <a:pt x="0" y="43155"/>
                </a:lnTo>
                <a:lnTo>
                  <a:pt x="0" y="32046"/>
                </a:lnTo>
                <a:lnTo>
                  <a:pt x="19901" y="32046"/>
                </a:lnTo>
                <a:lnTo>
                  <a:pt x="19901" y="0"/>
                </a:lnTo>
                <a:lnTo>
                  <a:pt x="33168" y="0"/>
                </a:lnTo>
                <a:lnTo>
                  <a:pt x="33168" y="32046"/>
                </a:lnTo>
                <a:lnTo>
                  <a:pt x="68619" y="32046"/>
                </a:lnTo>
                <a:lnTo>
                  <a:pt x="68619" y="43155"/>
                </a:lnTo>
                <a:lnTo>
                  <a:pt x="33168" y="43155"/>
                </a:lnTo>
                <a:lnTo>
                  <a:pt x="33168" y="74945"/>
                </a:lnTo>
                <a:lnTo>
                  <a:pt x="33184" y="76506"/>
                </a:lnTo>
                <a:lnTo>
                  <a:pt x="33232" y="77988"/>
                </a:lnTo>
                <a:lnTo>
                  <a:pt x="33311" y="79392"/>
                </a:lnTo>
                <a:lnTo>
                  <a:pt x="33422" y="80717"/>
                </a:lnTo>
                <a:lnTo>
                  <a:pt x="33565" y="81964"/>
                </a:lnTo>
                <a:lnTo>
                  <a:pt x="33739" y="83132"/>
                </a:lnTo>
                <a:lnTo>
                  <a:pt x="33945" y="84222"/>
                </a:lnTo>
                <a:lnTo>
                  <a:pt x="34183" y="85233"/>
                </a:lnTo>
                <a:lnTo>
                  <a:pt x="34452" y="86166"/>
                </a:lnTo>
                <a:lnTo>
                  <a:pt x="34753" y="87020"/>
                </a:lnTo>
                <a:lnTo>
                  <a:pt x="35086" y="87796"/>
                </a:lnTo>
                <a:lnTo>
                  <a:pt x="35451" y="88493"/>
                </a:lnTo>
                <a:lnTo>
                  <a:pt x="35842" y="89136"/>
                </a:lnTo>
                <a:lnTo>
                  <a:pt x="36254" y="89750"/>
                </a:lnTo>
                <a:lnTo>
                  <a:pt x="36688" y="90335"/>
                </a:lnTo>
                <a:lnTo>
                  <a:pt x="37143" y="90890"/>
                </a:lnTo>
                <a:lnTo>
                  <a:pt x="37619" y="91417"/>
                </a:lnTo>
                <a:lnTo>
                  <a:pt x="38117" y="91915"/>
                </a:lnTo>
                <a:lnTo>
                  <a:pt x="38636" y="92383"/>
                </a:lnTo>
                <a:lnTo>
                  <a:pt x="39176" y="92822"/>
                </a:lnTo>
                <a:lnTo>
                  <a:pt x="39737" y="93232"/>
                </a:lnTo>
                <a:lnTo>
                  <a:pt x="40320" y="93613"/>
                </a:lnTo>
                <a:lnTo>
                  <a:pt x="40924" y="93965"/>
                </a:lnTo>
                <a:lnTo>
                  <a:pt x="41549" y="94288"/>
                </a:lnTo>
                <a:lnTo>
                  <a:pt x="42195" y="94583"/>
                </a:lnTo>
                <a:lnTo>
                  <a:pt x="42860" y="94853"/>
                </a:lnTo>
                <a:lnTo>
                  <a:pt x="43544" y="95097"/>
                </a:lnTo>
                <a:lnTo>
                  <a:pt x="44248" y="95315"/>
                </a:lnTo>
                <a:lnTo>
                  <a:pt x="44971" y="95508"/>
                </a:lnTo>
                <a:lnTo>
                  <a:pt x="45713" y="95675"/>
                </a:lnTo>
                <a:lnTo>
                  <a:pt x="46475" y="95816"/>
                </a:lnTo>
                <a:lnTo>
                  <a:pt x="47256" y="95932"/>
                </a:lnTo>
                <a:lnTo>
                  <a:pt x="48056" y="96022"/>
                </a:lnTo>
                <a:lnTo>
                  <a:pt x="48876" y="96086"/>
                </a:lnTo>
                <a:lnTo>
                  <a:pt x="49714" y="96124"/>
                </a:lnTo>
                <a:lnTo>
                  <a:pt x="50573" y="96137"/>
                </a:lnTo>
                <a:lnTo>
                  <a:pt x="52184" y="96095"/>
                </a:lnTo>
                <a:lnTo>
                  <a:pt x="53810" y="95969"/>
                </a:lnTo>
                <a:lnTo>
                  <a:pt x="55450" y="95759"/>
                </a:lnTo>
                <a:lnTo>
                  <a:pt x="57103" y="95466"/>
                </a:lnTo>
                <a:lnTo>
                  <a:pt x="58771" y="95088"/>
                </a:lnTo>
                <a:lnTo>
                  <a:pt x="60452" y="94626"/>
                </a:lnTo>
                <a:lnTo>
                  <a:pt x="62147" y="94081"/>
                </a:lnTo>
                <a:lnTo>
                  <a:pt x="63856" y="93451"/>
                </a:lnTo>
                <a:lnTo>
                  <a:pt x="65579" y="92737"/>
                </a:lnTo>
                <a:lnTo>
                  <a:pt x="67315" y="91940"/>
                </a:lnTo>
                <a:lnTo>
                  <a:pt x="69066" y="91058"/>
                </a:lnTo>
                <a:lnTo>
                  <a:pt x="70830" y="90093"/>
                </a:lnTo>
                <a:lnTo>
                  <a:pt x="70830" y="101799"/>
                </a:lnTo>
                <a:close/>
                <a:moveTo>
                  <a:pt x="124670" y="107246"/>
                </a:moveTo>
                <a:lnTo>
                  <a:pt x="121864" y="107164"/>
                </a:lnTo>
                <a:lnTo>
                  <a:pt x="119153" y="106915"/>
                </a:lnTo>
                <a:lnTo>
                  <a:pt x="116538" y="106502"/>
                </a:lnTo>
                <a:lnTo>
                  <a:pt x="114018" y="105922"/>
                </a:lnTo>
                <a:lnTo>
                  <a:pt x="111592" y="105178"/>
                </a:lnTo>
                <a:lnTo>
                  <a:pt x="109262" y="104267"/>
                </a:lnTo>
                <a:lnTo>
                  <a:pt x="107027" y="103191"/>
                </a:lnTo>
                <a:lnTo>
                  <a:pt x="104888" y="101950"/>
                </a:lnTo>
                <a:lnTo>
                  <a:pt x="102843" y="100543"/>
                </a:lnTo>
                <a:lnTo>
                  <a:pt x="100893" y="98971"/>
                </a:lnTo>
                <a:lnTo>
                  <a:pt x="99038" y="97233"/>
                </a:lnTo>
                <a:lnTo>
                  <a:pt x="97279" y="95329"/>
                </a:lnTo>
                <a:lnTo>
                  <a:pt x="95638" y="93300"/>
                </a:lnTo>
                <a:lnTo>
                  <a:pt x="94141" y="91183"/>
                </a:lnTo>
                <a:lnTo>
                  <a:pt x="92785" y="88981"/>
                </a:lnTo>
                <a:lnTo>
                  <a:pt x="91573" y="86692"/>
                </a:lnTo>
                <a:lnTo>
                  <a:pt x="90503" y="84316"/>
                </a:lnTo>
                <a:lnTo>
                  <a:pt x="89575" y="81854"/>
                </a:lnTo>
                <a:lnTo>
                  <a:pt x="88791" y="79306"/>
                </a:lnTo>
                <a:lnTo>
                  <a:pt x="88149" y="76671"/>
                </a:lnTo>
                <a:lnTo>
                  <a:pt x="87650" y="73949"/>
                </a:lnTo>
                <a:lnTo>
                  <a:pt x="87293" y="71141"/>
                </a:lnTo>
                <a:lnTo>
                  <a:pt x="87079" y="68247"/>
                </a:lnTo>
                <a:lnTo>
                  <a:pt x="87008" y="65267"/>
                </a:lnTo>
                <a:lnTo>
                  <a:pt x="87079" y="62286"/>
                </a:lnTo>
                <a:lnTo>
                  <a:pt x="87293" y="59393"/>
                </a:lnTo>
                <a:lnTo>
                  <a:pt x="87650" y="56586"/>
                </a:lnTo>
                <a:lnTo>
                  <a:pt x="88149" y="53867"/>
                </a:lnTo>
                <a:lnTo>
                  <a:pt x="88791" y="51234"/>
                </a:lnTo>
                <a:lnTo>
                  <a:pt x="89575" y="48688"/>
                </a:lnTo>
                <a:lnTo>
                  <a:pt x="90503" y="46230"/>
                </a:lnTo>
                <a:lnTo>
                  <a:pt x="91573" y="43858"/>
                </a:lnTo>
                <a:lnTo>
                  <a:pt x="92785" y="41574"/>
                </a:lnTo>
                <a:lnTo>
                  <a:pt x="94141" y="39376"/>
                </a:lnTo>
                <a:lnTo>
                  <a:pt x="95638" y="37265"/>
                </a:lnTo>
                <a:lnTo>
                  <a:pt x="97279" y="35241"/>
                </a:lnTo>
                <a:lnTo>
                  <a:pt x="99038" y="33343"/>
                </a:lnTo>
                <a:lnTo>
                  <a:pt x="100893" y="31610"/>
                </a:lnTo>
                <a:lnTo>
                  <a:pt x="102843" y="30042"/>
                </a:lnTo>
                <a:lnTo>
                  <a:pt x="104888" y="28639"/>
                </a:lnTo>
                <a:lnTo>
                  <a:pt x="107027" y="27402"/>
                </a:lnTo>
                <a:lnTo>
                  <a:pt x="109262" y="26329"/>
                </a:lnTo>
                <a:lnTo>
                  <a:pt x="111592" y="25421"/>
                </a:lnTo>
                <a:lnTo>
                  <a:pt x="114018" y="24678"/>
                </a:lnTo>
                <a:lnTo>
                  <a:pt x="116538" y="24101"/>
                </a:lnTo>
                <a:lnTo>
                  <a:pt x="119153" y="23688"/>
                </a:lnTo>
                <a:lnTo>
                  <a:pt x="121864" y="23440"/>
                </a:lnTo>
                <a:lnTo>
                  <a:pt x="124670" y="23358"/>
                </a:lnTo>
                <a:lnTo>
                  <a:pt x="127464" y="23440"/>
                </a:lnTo>
                <a:lnTo>
                  <a:pt x="130164" y="23688"/>
                </a:lnTo>
                <a:lnTo>
                  <a:pt x="132770" y="24101"/>
                </a:lnTo>
                <a:lnTo>
                  <a:pt x="135282" y="24678"/>
                </a:lnTo>
                <a:lnTo>
                  <a:pt x="137700" y="25421"/>
                </a:lnTo>
                <a:lnTo>
                  <a:pt x="140023" y="26329"/>
                </a:lnTo>
                <a:lnTo>
                  <a:pt x="142253" y="27402"/>
                </a:lnTo>
                <a:lnTo>
                  <a:pt x="144388" y="28639"/>
                </a:lnTo>
                <a:lnTo>
                  <a:pt x="146430" y="30042"/>
                </a:lnTo>
                <a:lnTo>
                  <a:pt x="148377" y="31610"/>
                </a:lnTo>
                <a:lnTo>
                  <a:pt x="150230" y="33343"/>
                </a:lnTo>
                <a:lnTo>
                  <a:pt x="151989" y="35241"/>
                </a:lnTo>
                <a:lnTo>
                  <a:pt x="153629" y="37265"/>
                </a:lnTo>
                <a:lnTo>
                  <a:pt x="155127" y="39376"/>
                </a:lnTo>
                <a:lnTo>
                  <a:pt x="156483" y="41574"/>
                </a:lnTo>
                <a:lnTo>
                  <a:pt x="157695" y="43858"/>
                </a:lnTo>
                <a:lnTo>
                  <a:pt x="158765" y="46230"/>
                </a:lnTo>
                <a:lnTo>
                  <a:pt x="159692" y="48688"/>
                </a:lnTo>
                <a:lnTo>
                  <a:pt x="160477" y="51234"/>
                </a:lnTo>
                <a:lnTo>
                  <a:pt x="161119" y="53867"/>
                </a:lnTo>
                <a:lnTo>
                  <a:pt x="161618" y="56586"/>
                </a:lnTo>
                <a:lnTo>
                  <a:pt x="161975" y="59393"/>
                </a:lnTo>
                <a:lnTo>
                  <a:pt x="162189" y="62286"/>
                </a:lnTo>
                <a:lnTo>
                  <a:pt x="162260" y="65267"/>
                </a:lnTo>
                <a:lnTo>
                  <a:pt x="162189" y="68247"/>
                </a:lnTo>
                <a:lnTo>
                  <a:pt x="161975" y="71141"/>
                </a:lnTo>
                <a:lnTo>
                  <a:pt x="161618" y="73949"/>
                </a:lnTo>
                <a:lnTo>
                  <a:pt x="161119" y="76671"/>
                </a:lnTo>
                <a:lnTo>
                  <a:pt x="160477" y="79306"/>
                </a:lnTo>
                <a:lnTo>
                  <a:pt x="159692" y="81854"/>
                </a:lnTo>
                <a:lnTo>
                  <a:pt x="158765" y="84316"/>
                </a:lnTo>
                <a:lnTo>
                  <a:pt x="157695" y="86692"/>
                </a:lnTo>
                <a:lnTo>
                  <a:pt x="156483" y="88981"/>
                </a:lnTo>
                <a:lnTo>
                  <a:pt x="155127" y="91183"/>
                </a:lnTo>
                <a:lnTo>
                  <a:pt x="153629" y="93300"/>
                </a:lnTo>
                <a:lnTo>
                  <a:pt x="151989" y="95329"/>
                </a:lnTo>
                <a:lnTo>
                  <a:pt x="150230" y="97233"/>
                </a:lnTo>
                <a:lnTo>
                  <a:pt x="148377" y="98971"/>
                </a:lnTo>
                <a:lnTo>
                  <a:pt x="146430" y="100543"/>
                </a:lnTo>
                <a:lnTo>
                  <a:pt x="144388" y="101950"/>
                </a:lnTo>
                <a:lnTo>
                  <a:pt x="142253" y="103191"/>
                </a:lnTo>
                <a:lnTo>
                  <a:pt x="140023" y="104267"/>
                </a:lnTo>
                <a:lnTo>
                  <a:pt x="137700" y="105178"/>
                </a:lnTo>
                <a:lnTo>
                  <a:pt x="135282" y="105922"/>
                </a:lnTo>
                <a:lnTo>
                  <a:pt x="132770" y="106502"/>
                </a:lnTo>
                <a:lnTo>
                  <a:pt x="130164" y="106915"/>
                </a:lnTo>
                <a:lnTo>
                  <a:pt x="127464" y="107164"/>
                </a:lnTo>
                <a:lnTo>
                  <a:pt x="124670" y="107246"/>
                </a:lnTo>
                <a:moveTo>
                  <a:pt x="124670" y="96137"/>
                </a:moveTo>
                <a:lnTo>
                  <a:pt x="126411" y="96080"/>
                </a:lnTo>
                <a:lnTo>
                  <a:pt x="128091" y="95909"/>
                </a:lnTo>
                <a:lnTo>
                  <a:pt x="129712" y="95623"/>
                </a:lnTo>
                <a:lnTo>
                  <a:pt x="131272" y="95223"/>
                </a:lnTo>
                <a:lnTo>
                  <a:pt x="132771" y="94708"/>
                </a:lnTo>
                <a:lnTo>
                  <a:pt x="134210" y="94079"/>
                </a:lnTo>
                <a:lnTo>
                  <a:pt x="135588" y="93336"/>
                </a:lnTo>
                <a:lnTo>
                  <a:pt x="136907" y="92479"/>
                </a:lnTo>
                <a:lnTo>
                  <a:pt x="138164" y="91507"/>
                </a:lnTo>
                <a:lnTo>
                  <a:pt x="139361" y="90421"/>
                </a:lnTo>
                <a:lnTo>
                  <a:pt x="140498" y="89220"/>
                </a:lnTo>
                <a:lnTo>
                  <a:pt x="141575" y="87905"/>
                </a:lnTo>
                <a:lnTo>
                  <a:pt x="142577" y="86491"/>
                </a:lnTo>
                <a:lnTo>
                  <a:pt x="143493" y="84990"/>
                </a:lnTo>
                <a:lnTo>
                  <a:pt x="144321" y="83404"/>
                </a:lnTo>
                <a:lnTo>
                  <a:pt x="145062" y="81731"/>
                </a:lnTo>
                <a:lnTo>
                  <a:pt x="145716" y="79974"/>
                </a:lnTo>
                <a:lnTo>
                  <a:pt x="146282" y="78130"/>
                </a:lnTo>
                <a:lnTo>
                  <a:pt x="146762" y="76200"/>
                </a:lnTo>
                <a:lnTo>
                  <a:pt x="147154" y="74185"/>
                </a:lnTo>
                <a:lnTo>
                  <a:pt x="147459" y="72084"/>
                </a:lnTo>
                <a:lnTo>
                  <a:pt x="147677" y="69897"/>
                </a:lnTo>
                <a:lnTo>
                  <a:pt x="147808" y="67625"/>
                </a:lnTo>
                <a:lnTo>
                  <a:pt x="147852" y="65267"/>
                </a:lnTo>
                <a:lnTo>
                  <a:pt x="147808" y="62920"/>
                </a:lnTo>
                <a:lnTo>
                  <a:pt x="147677" y="60657"/>
                </a:lnTo>
                <a:lnTo>
                  <a:pt x="147459" y="58480"/>
                </a:lnTo>
                <a:lnTo>
                  <a:pt x="147154" y="56387"/>
                </a:lnTo>
                <a:lnTo>
                  <a:pt x="146762" y="54380"/>
                </a:lnTo>
                <a:lnTo>
                  <a:pt x="146282" y="52457"/>
                </a:lnTo>
                <a:lnTo>
                  <a:pt x="145716" y="50618"/>
                </a:lnTo>
                <a:lnTo>
                  <a:pt x="145062" y="48865"/>
                </a:lnTo>
                <a:lnTo>
                  <a:pt x="144321" y="47196"/>
                </a:lnTo>
                <a:lnTo>
                  <a:pt x="143493" y="45612"/>
                </a:lnTo>
                <a:lnTo>
                  <a:pt x="142577" y="44113"/>
                </a:lnTo>
                <a:lnTo>
                  <a:pt x="141575" y="42699"/>
                </a:lnTo>
                <a:lnTo>
                  <a:pt x="140498" y="41384"/>
                </a:lnTo>
                <a:lnTo>
                  <a:pt x="139361" y="40183"/>
                </a:lnTo>
                <a:lnTo>
                  <a:pt x="138164" y="39097"/>
                </a:lnTo>
                <a:lnTo>
                  <a:pt x="136907" y="38126"/>
                </a:lnTo>
                <a:lnTo>
                  <a:pt x="135588" y="37268"/>
                </a:lnTo>
                <a:lnTo>
                  <a:pt x="134210" y="36525"/>
                </a:lnTo>
                <a:lnTo>
                  <a:pt x="132771" y="35896"/>
                </a:lnTo>
                <a:lnTo>
                  <a:pt x="131272" y="35382"/>
                </a:lnTo>
                <a:lnTo>
                  <a:pt x="129712" y="34981"/>
                </a:lnTo>
                <a:lnTo>
                  <a:pt x="128091" y="34696"/>
                </a:lnTo>
                <a:lnTo>
                  <a:pt x="126411" y="34524"/>
                </a:lnTo>
                <a:lnTo>
                  <a:pt x="124670" y="34467"/>
                </a:lnTo>
                <a:lnTo>
                  <a:pt x="122917" y="34524"/>
                </a:lnTo>
                <a:lnTo>
                  <a:pt x="121226" y="34696"/>
                </a:lnTo>
                <a:lnTo>
                  <a:pt x="119596" y="34981"/>
                </a:lnTo>
                <a:lnTo>
                  <a:pt x="118028" y="35382"/>
                </a:lnTo>
                <a:lnTo>
                  <a:pt x="116521" y="35896"/>
                </a:lnTo>
                <a:lnTo>
                  <a:pt x="115076" y="36525"/>
                </a:lnTo>
                <a:lnTo>
                  <a:pt x="113692" y="37268"/>
                </a:lnTo>
                <a:lnTo>
                  <a:pt x="112369" y="38126"/>
                </a:lnTo>
                <a:lnTo>
                  <a:pt x="111108" y="39097"/>
                </a:lnTo>
                <a:lnTo>
                  <a:pt x="109908" y="40183"/>
                </a:lnTo>
                <a:lnTo>
                  <a:pt x="108770" y="41384"/>
                </a:lnTo>
                <a:lnTo>
                  <a:pt x="107693" y="42699"/>
                </a:lnTo>
                <a:lnTo>
                  <a:pt x="106691" y="44113"/>
                </a:lnTo>
                <a:lnTo>
                  <a:pt x="105775" y="45612"/>
                </a:lnTo>
                <a:lnTo>
                  <a:pt x="104947" y="47196"/>
                </a:lnTo>
                <a:lnTo>
                  <a:pt x="104206" y="48865"/>
                </a:lnTo>
                <a:lnTo>
                  <a:pt x="103552" y="50618"/>
                </a:lnTo>
                <a:lnTo>
                  <a:pt x="102985" y="52457"/>
                </a:lnTo>
                <a:lnTo>
                  <a:pt x="102506" y="54380"/>
                </a:lnTo>
                <a:lnTo>
                  <a:pt x="102114" y="56387"/>
                </a:lnTo>
                <a:lnTo>
                  <a:pt x="101808" y="58480"/>
                </a:lnTo>
                <a:lnTo>
                  <a:pt x="101590" y="60657"/>
                </a:lnTo>
                <a:lnTo>
                  <a:pt x="101460" y="62920"/>
                </a:lnTo>
                <a:lnTo>
                  <a:pt x="101416" y="65267"/>
                </a:lnTo>
                <a:lnTo>
                  <a:pt x="101460" y="67625"/>
                </a:lnTo>
                <a:lnTo>
                  <a:pt x="101590" y="69897"/>
                </a:lnTo>
                <a:lnTo>
                  <a:pt x="101808" y="72084"/>
                </a:lnTo>
                <a:lnTo>
                  <a:pt x="102114" y="74185"/>
                </a:lnTo>
                <a:lnTo>
                  <a:pt x="102506" y="76200"/>
                </a:lnTo>
                <a:lnTo>
                  <a:pt x="102985" y="78130"/>
                </a:lnTo>
                <a:lnTo>
                  <a:pt x="103552" y="79974"/>
                </a:lnTo>
                <a:lnTo>
                  <a:pt x="104206" y="81731"/>
                </a:lnTo>
                <a:lnTo>
                  <a:pt x="104947" y="83404"/>
                </a:lnTo>
                <a:lnTo>
                  <a:pt x="105775" y="84990"/>
                </a:lnTo>
                <a:lnTo>
                  <a:pt x="106691" y="86491"/>
                </a:lnTo>
                <a:lnTo>
                  <a:pt x="107693" y="87905"/>
                </a:lnTo>
                <a:lnTo>
                  <a:pt x="108770" y="89220"/>
                </a:lnTo>
                <a:lnTo>
                  <a:pt x="109908" y="90421"/>
                </a:lnTo>
                <a:lnTo>
                  <a:pt x="111108" y="91507"/>
                </a:lnTo>
                <a:lnTo>
                  <a:pt x="112369" y="92479"/>
                </a:lnTo>
                <a:lnTo>
                  <a:pt x="113692" y="93336"/>
                </a:lnTo>
                <a:lnTo>
                  <a:pt x="115076" y="94079"/>
                </a:lnTo>
                <a:lnTo>
                  <a:pt x="116521" y="94708"/>
                </a:lnTo>
                <a:lnTo>
                  <a:pt x="118028" y="95223"/>
                </a:lnTo>
                <a:lnTo>
                  <a:pt x="119596" y="95623"/>
                </a:lnTo>
                <a:lnTo>
                  <a:pt x="121226" y="95909"/>
                </a:lnTo>
                <a:lnTo>
                  <a:pt x="122917" y="96080"/>
                </a:lnTo>
                <a:lnTo>
                  <a:pt x="124670" y="96137"/>
                </a:lnTo>
                <a:close/>
                <a:moveTo>
                  <a:pt x="180435" y="100795"/>
                </a:moveTo>
                <a:lnTo>
                  <a:pt x="180435" y="86737"/>
                </a:lnTo>
                <a:lnTo>
                  <a:pt x="181773" y="87582"/>
                </a:lnTo>
                <a:lnTo>
                  <a:pt x="183124" y="88384"/>
                </a:lnTo>
                <a:lnTo>
                  <a:pt x="184488" y="89143"/>
                </a:lnTo>
                <a:lnTo>
                  <a:pt x="185864" y="89859"/>
                </a:lnTo>
                <a:lnTo>
                  <a:pt x="187254" y="90531"/>
                </a:lnTo>
                <a:lnTo>
                  <a:pt x="188656" y="91161"/>
                </a:lnTo>
                <a:lnTo>
                  <a:pt x="190071" y="91748"/>
                </a:lnTo>
                <a:lnTo>
                  <a:pt x="191499" y="92292"/>
                </a:lnTo>
                <a:lnTo>
                  <a:pt x="192940" y="92792"/>
                </a:lnTo>
                <a:lnTo>
                  <a:pt x="194394" y="93250"/>
                </a:lnTo>
                <a:lnTo>
                  <a:pt x="195861" y="93665"/>
                </a:lnTo>
                <a:lnTo>
                  <a:pt x="197340" y="94036"/>
                </a:lnTo>
                <a:lnTo>
                  <a:pt x="198808" y="94372"/>
                </a:lnTo>
                <a:lnTo>
                  <a:pt x="200237" y="94678"/>
                </a:lnTo>
                <a:lnTo>
                  <a:pt x="201629" y="94956"/>
                </a:lnTo>
                <a:lnTo>
                  <a:pt x="202983" y="95204"/>
                </a:lnTo>
                <a:lnTo>
                  <a:pt x="204300" y="95422"/>
                </a:lnTo>
                <a:lnTo>
                  <a:pt x="205579" y="95612"/>
                </a:lnTo>
                <a:lnTo>
                  <a:pt x="206820" y="95773"/>
                </a:lnTo>
                <a:lnTo>
                  <a:pt x="208024" y="95904"/>
                </a:lnTo>
                <a:lnTo>
                  <a:pt x="209190" y="96006"/>
                </a:lnTo>
                <a:lnTo>
                  <a:pt x="210318" y="96079"/>
                </a:lnTo>
                <a:lnTo>
                  <a:pt x="211409" y="96123"/>
                </a:lnTo>
                <a:lnTo>
                  <a:pt x="212462" y="96137"/>
                </a:lnTo>
                <a:lnTo>
                  <a:pt x="214099" y="96115"/>
                </a:lnTo>
                <a:lnTo>
                  <a:pt x="215658" y="96048"/>
                </a:lnTo>
                <a:lnTo>
                  <a:pt x="217139" y="95935"/>
                </a:lnTo>
                <a:lnTo>
                  <a:pt x="218541" y="95778"/>
                </a:lnTo>
                <a:lnTo>
                  <a:pt x="219865" y="95577"/>
                </a:lnTo>
                <a:lnTo>
                  <a:pt x="221111" y="95330"/>
                </a:lnTo>
                <a:lnTo>
                  <a:pt x="222279" y="95038"/>
                </a:lnTo>
                <a:lnTo>
                  <a:pt x="223368" y="94702"/>
                </a:lnTo>
                <a:lnTo>
                  <a:pt x="224379" y="94321"/>
                </a:lnTo>
                <a:lnTo>
                  <a:pt x="225312" y="93895"/>
                </a:lnTo>
                <a:lnTo>
                  <a:pt x="226166" y="93424"/>
                </a:lnTo>
                <a:lnTo>
                  <a:pt x="226942" y="92908"/>
                </a:lnTo>
                <a:lnTo>
                  <a:pt x="227649" y="92359"/>
                </a:lnTo>
                <a:lnTo>
                  <a:pt x="228294" y="91788"/>
                </a:lnTo>
                <a:lnTo>
                  <a:pt x="228877" y="91194"/>
                </a:lnTo>
                <a:lnTo>
                  <a:pt x="229399" y="90578"/>
                </a:lnTo>
                <a:lnTo>
                  <a:pt x="229860" y="89940"/>
                </a:lnTo>
                <a:lnTo>
                  <a:pt x="230259" y="89280"/>
                </a:lnTo>
                <a:lnTo>
                  <a:pt x="230597" y="88598"/>
                </a:lnTo>
                <a:lnTo>
                  <a:pt x="230873" y="87894"/>
                </a:lnTo>
                <a:lnTo>
                  <a:pt x="231088" y="87167"/>
                </a:lnTo>
                <a:lnTo>
                  <a:pt x="231242" y="86418"/>
                </a:lnTo>
                <a:lnTo>
                  <a:pt x="231334" y="85648"/>
                </a:lnTo>
                <a:lnTo>
                  <a:pt x="231365" y="84854"/>
                </a:lnTo>
                <a:lnTo>
                  <a:pt x="231350" y="84329"/>
                </a:lnTo>
                <a:lnTo>
                  <a:pt x="231307" y="83816"/>
                </a:lnTo>
                <a:lnTo>
                  <a:pt x="231235" y="83315"/>
                </a:lnTo>
                <a:lnTo>
                  <a:pt x="231135" y="82828"/>
                </a:lnTo>
                <a:lnTo>
                  <a:pt x="231006" y="82353"/>
                </a:lnTo>
                <a:lnTo>
                  <a:pt x="230848" y="81891"/>
                </a:lnTo>
                <a:lnTo>
                  <a:pt x="230661" y="81442"/>
                </a:lnTo>
                <a:lnTo>
                  <a:pt x="230445" y="81006"/>
                </a:lnTo>
                <a:lnTo>
                  <a:pt x="230201" y="80583"/>
                </a:lnTo>
                <a:lnTo>
                  <a:pt x="229928" y="80172"/>
                </a:lnTo>
                <a:lnTo>
                  <a:pt x="229626" y="79774"/>
                </a:lnTo>
                <a:lnTo>
                  <a:pt x="229296" y="79389"/>
                </a:lnTo>
                <a:lnTo>
                  <a:pt x="228909" y="79003"/>
                </a:lnTo>
                <a:lnTo>
                  <a:pt x="228436" y="78603"/>
                </a:lnTo>
                <a:lnTo>
                  <a:pt x="227878" y="78187"/>
                </a:lnTo>
                <a:lnTo>
                  <a:pt x="227235" y="77757"/>
                </a:lnTo>
                <a:lnTo>
                  <a:pt x="226507" y="77312"/>
                </a:lnTo>
                <a:lnTo>
                  <a:pt x="225694" y="76852"/>
                </a:lnTo>
                <a:lnTo>
                  <a:pt x="224795" y="76378"/>
                </a:lnTo>
                <a:lnTo>
                  <a:pt x="223812" y="75889"/>
                </a:lnTo>
                <a:lnTo>
                  <a:pt x="222743" y="75384"/>
                </a:lnTo>
                <a:lnTo>
                  <a:pt x="221589" y="74865"/>
                </a:lnTo>
                <a:lnTo>
                  <a:pt x="220349" y="74332"/>
                </a:lnTo>
                <a:lnTo>
                  <a:pt x="219025" y="73783"/>
                </a:lnTo>
                <a:lnTo>
                  <a:pt x="214460" y="71938"/>
                </a:lnTo>
                <a:lnTo>
                  <a:pt x="205258" y="68318"/>
                </a:lnTo>
                <a:lnTo>
                  <a:pt x="202862" y="67365"/>
                </a:lnTo>
                <a:lnTo>
                  <a:pt x="200618" y="66425"/>
                </a:lnTo>
                <a:lnTo>
                  <a:pt x="198526" y="65496"/>
                </a:lnTo>
                <a:lnTo>
                  <a:pt x="196588" y="64579"/>
                </a:lnTo>
                <a:lnTo>
                  <a:pt x="194801" y="63673"/>
                </a:lnTo>
                <a:lnTo>
                  <a:pt x="193168" y="62779"/>
                </a:lnTo>
                <a:lnTo>
                  <a:pt x="191687" y="61897"/>
                </a:lnTo>
                <a:lnTo>
                  <a:pt x="190358" y="61026"/>
                </a:lnTo>
                <a:lnTo>
                  <a:pt x="189182" y="60167"/>
                </a:lnTo>
                <a:lnTo>
                  <a:pt x="188159" y="59320"/>
                </a:lnTo>
                <a:lnTo>
                  <a:pt x="187288" y="58484"/>
                </a:lnTo>
                <a:lnTo>
                  <a:pt x="186570" y="57660"/>
                </a:lnTo>
                <a:lnTo>
                  <a:pt x="185943" y="56839"/>
                </a:lnTo>
                <a:lnTo>
                  <a:pt x="185371" y="55987"/>
                </a:lnTo>
                <a:lnTo>
                  <a:pt x="184853" y="55107"/>
                </a:lnTo>
                <a:lnTo>
                  <a:pt x="184390" y="54196"/>
                </a:lnTo>
                <a:lnTo>
                  <a:pt x="183982" y="53256"/>
                </a:lnTo>
                <a:lnTo>
                  <a:pt x="183627" y="52286"/>
                </a:lnTo>
                <a:lnTo>
                  <a:pt x="183328" y="51287"/>
                </a:lnTo>
                <a:lnTo>
                  <a:pt x="183082" y="50258"/>
                </a:lnTo>
                <a:lnTo>
                  <a:pt x="182892" y="49199"/>
                </a:lnTo>
                <a:lnTo>
                  <a:pt x="182756" y="48111"/>
                </a:lnTo>
                <a:lnTo>
                  <a:pt x="182674" y="46993"/>
                </a:lnTo>
                <a:lnTo>
                  <a:pt x="182647" y="45845"/>
                </a:lnTo>
                <a:lnTo>
                  <a:pt x="182699" y="44233"/>
                </a:lnTo>
                <a:lnTo>
                  <a:pt x="182858" y="42669"/>
                </a:lnTo>
                <a:lnTo>
                  <a:pt x="183121" y="41153"/>
                </a:lnTo>
                <a:lnTo>
                  <a:pt x="183491" y="39686"/>
                </a:lnTo>
                <a:lnTo>
                  <a:pt x="183965" y="38267"/>
                </a:lnTo>
                <a:lnTo>
                  <a:pt x="184546" y="36897"/>
                </a:lnTo>
                <a:lnTo>
                  <a:pt x="185232" y="35575"/>
                </a:lnTo>
                <a:lnTo>
                  <a:pt x="186023" y="34301"/>
                </a:lnTo>
                <a:lnTo>
                  <a:pt x="186920" y="33076"/>
                </a:lnTo>
                <a:lnTo>
                  <a:pt x="187922" y="31899"/>
                </a:lnTo>
                <a:lnTo>
                  <a:pt x="189030" y="30771"/>
                </a:lnTo>
                <a:lnTo>
                  <a:pt x="190243" y="29691"/>
                </a:lnTo>
                <a:lnTo>
                  <a:pt x="191575" y="28680"/>
                </a:lnTo>
                <a:lnTo>
                  <a:pt x="193038" y="27756"/>
                </a:lnTo>
                <a:lnTo>
                  <a:pt x="194632" y="26920"/>
                </a:lnTo>
                <a:lnTo>
                  <a:pt x="196358" y="26173"/>
                </a:lnTo>
                <a:lnTo>
                  <a:pt x="198214" y="25513"/>
                </a:lnTo>
                <a:lnTo>
                  <a:pt x="200203" y="24941"/>
                </a:lnTo>
                <a:lnTo>
                  <a:pt x="202322" y="24457"/>
                </a:lnTo>
                <a:lnTo>
                  <a:pt x="204572" y="24062"/>
                </a:lnTo>
                <a:lnTo>
                  <a:pt x="206954" y="23754"/>
                </a:lnTo>
                <a:lnTo>
                  <a:pt x="209467" y="23534"/>
                </a:lnTo>
                <a:lnTo>
                  <a:pt x="212112" y="23402"/>
                </a:lnTo>
                <a:lnTo>
                  <a:pt x="214888" y="23358"/>
                </a:lnTo>
                <a:lnTo>
                  <a:pt x="217006" y="23383"/>
                </a:lnTo>
                <a:lnTo>
                  <a:pt x="219106" y="23461"/>
                </a:lnTo>
                <a:lnTo>
                  <a:pt x="221187" y="23589"/>
                </a:lnTo>
                <a:lnTo>
                  <a:pt x="223249" y="23769"/>
                </a:lnTo>
                <a:lnTo>
                  <a:pt x="225292" y="24001"/>
                </a:lnTo>
                <a:lnTo>
                  <a:pt x="227317" y="24284"/>
                </a:lnTo>
                <a:lnTo>
                  <a:pt x="229322" y="24618"/>
                </a:lnTo>
                <a:lnTo>
                  <a:pt x="231309" y="25004"/>
                </a:lnTo>
                <a:lnTo>
                  <a:pt x="233277" y="25441"/>
                </a:lnTo>
                <a:lnTo>
                  <a:pt x="235226" y="25929"/>
                </a:lnTo>
                <a:lnTo>
                  <a:pt x="237157" y="26469"/>
                </a:lnTo>
                <a:lnTo>
                  <a:pt x="239068" y="27061"/>
                </a:lnTo>
                <a:lnTo>
                  <a:pt x="239068" y="39167"/>
                </a:lnTo>
                <a:lnTo>
                  <a:pt x="236892" y="38416"/>
                </a:lnTo>
                <a:lnTo>
                  <a:pt x="234737" y="37731"/>
                </a:lnTo>
                <a:lnTo>
                  <a:pt x="232604" y="37111"/>
                </a:lnTo>
                <a:lnTo>
                  <a:pt x="230493" y="36556"/>
                </a:lnTo>
                <a:lnTo>
                  <a:pt x="228403" y="36066"/>
                </a:lnTo>
                <a:lnTo>
                  <a:pt x="226336" y="35642"/>
                </a:lnTo>
                <a:lnTo>
                  <a:pt x="224290" y="35283"/>
                </a:lnTo>
                <a:lnTo>
                  <a:pt x="222266" y="34989"/>
                </a:lnTo>
                <a:lnTo>
                  <a:pt x="220264" y="34761"/>
                </a:lnTo>
                <a:lnTo>
                  <a:pt x="218284" y="34598"/>
                </a:lnTo>
                <a:lnTo>
                  <a:pt x="216325" y="34500"/>
                </a:lnTo>
                <a:lnTo>
                  <a:pt x="214388" y="34467"/>
                </a:lnTo>
                <a:lnTo>
                  <a:pt x="213011" y="34487"/>
                </a:lnTo>
                <a:lnTo>
                  <a:pt x="211685" y="34549"/>
                </a:lnTo>
                <a:lnTo>
                  <a:pt x="210409" y="34651"/>
                </a:lnTo>
                <a:lnTo>
                  <a:pt x="209185" y="34794"/>
                </a:lnTo>
                <a:lnTo>
                  <a:pt x="208012" y="34979"/>
                </a:lnTo>
                <a:lnTo>
                  <a:pt x="206890" y="35204"/>
                </a:lnTo>
                <a:lnTo>
                  <a:pt x="205819" y="35470"/>
                </a:lnTo>
                <a:lnTo>
                  <a:pt x="204798" y="35777"/>
                </a:lnTo>
                <a:lnTo>
                  <a:pt x="203829" y="36124"/>
                </a:lnTo>
                <a:lnTo>
                  <a:pt x="202911" y="36513"/>
                </a:lnTo>
                <a:lnTo>
                  <a:pt x="202044" y="36943"/>
                </a:lnTo>
                <a:lnTo>
                  <a:pt x="201228" y="37413"/>
                </a:lnTo>
                <a:lnTo>
                  <a:pt x="200470" y="37914"/>
                </a:lnTo>
                <a:lnTo>
                  <a:pt x="199779" y="38435"/>
                </a:lnTo>
                <a:lnTo>
                  <a:pt x="199153" y="38976"/>
                </a:lnTo>
                <a:lnTo>
                  <a:pt x="198593" y="39538"/>
                </a:lnTo>
                <a:lnTo>
                  <a:pt x="198099" y="40120"/>
                </a:lnTo>
                <a:lnTo>
                  <a:pt x="197670" y="40721"/>
                </a:lnTo>
                <a:lnTo>
                  <a:pt x="197308" y="41344"/>
                </a:lnTo>
                <a:lnTo>
                  <a:pt x="197012" y="41986"/>
                </a:lnTo>
                <a:lnTo>
                  <a:pt x="196781" y="42648"/>
                </a:lnTo>
                <a:lnTo>
                  <a:pt x="196616" y="43331"/>
                </a:lnTo>
                <a:lnTo>
                  <a:pt x="196517" y="44034"/>
                </a:lnTo>
                <a:lnTo>
                  <a:pt x="196484" y="44757"/>
                </a:lnTo>
                <a:lnTo>
                  <a:pt x="196513" y="45455"/>
                </a:lnTo>
                <a:lnTo>
                  <a:pt x="196599" y="46129"/>
                </a:lnTo>
                <a:lnTo>
                  <a:pt x="196743" y="46779"/>
                </a:lnTo>
                <a:lnTo>
                  <a:pt x="196944" y="47406"/>
                </a:lnTo>
                <a:lnTo>
                  <a:pt x="197203" y="48009"/>
                </a:lnTo>
                <a:lnTo>
                  <a:pt x="197519" y="48589"/>
                </a:lnTo>
                <a:lnTo>
                  <a:pt x="197892" y="49145"/>
                </a:lnTo>
                <a:lnTo>
                  <a:pt x="198323" y="49677"/>
                </a:lnTo>
                <a:lnTo>
                  <a:pt x="198812" y="50185"/>
                </a:lnTo>
                <a:lnTo>
                  <a:pt x="199357" y="50670"/>
                </a:lnTo>
                <a:lnTo>
                  <a:pt x="199961" y="51132"/>
                </a:lnTo>
                <a:lnTo>
                  <a:pt x="200622" y="51569"/>
                </a:lnTo>
                <a:lnTo>
                  <a:pt x="201335" y="52000"/>
                </a:lnTo>
                <a:lnTo>
                  <a:pt x="202120" y="52442"/>
                </a:lnTo>
                <a:lnTo>
                  <a:pt x="202975" y="52895"/>
                </a:lnTo>
                <a:lnTo>
                  <a:pt x="203903" y="53359"/>
                </a:lnTo>
                <a:lnTo>
                  <a:pt x="204901" y="53834"/>
                </a:lnTo>
                <a:lnTo>
                  <a:pt x="205971" y="54319"/>
                </a:lnTo>
                <a:lnTo>
                  <a:pt x="207113" y="54816"/>
                </a:lnTo>
                <a:lnTo>
                  <a:pt x="208325" y="55323"/>
                </a:lnTo>
                <a:lnTo>
                  <a:pt x="209609" y="55841"/>
                </a:lnTo>
                <a:lnTo>
                  <a:pt x="210964" y="56370"/>
                </a:lnTo>
                <a:lnTo>
                  <a:pt x="212391" y="56909"/>
                </a:lnTo>
                <a:lnTo>
                  <a:pt x="213889" y="57460"/>
                </a:lnTo>
                <a:lnTo>
                  <a:pt x="222876" y="60724"/>
                </a:lnTo>
                <a:lnTo>
                  <a:pt x="224882" y="61475"/>
                </a:lnTo>
                <a:lnTo>
                  <a:pt x="226786" y="62237"/>
                </a:lnTo>
                <a:lnTo>
                  <a:pt x="228587" y="63010"/>
                </a:lnTo>
                <a:lnTo>
                  <a:pt x="230287" y="63793"/>
                </a:lnTo>
                <a:lnTo>
                  <a:pt x="231884" y="64588"/>
                </a:lnTo>
                <a:lnTo>
                  <a:pt x="233380" y="65394"/>
                </a:lnTo>
                <a:lnTo>
                  <a:pt x="234773" y="66211"/>
                </a:lnTo>
                <a:lnTo>
                  <a:pt x="236064" y="67039"/>
                </a:lnTo>
                <a:lnTo>
                  <a:pt x="237254" y="67878"/>
                </a:lnTo>
                <a:lnTo>
                  <a:pt x="238341" y="68728"/>
                </a:lnTo>
                <a:lnTo>
                  <a:pt x="239326" y="69589"/>
                </a:lnTo>
                <a:lnTo>
                  <a:pt x="240210" y="70461"/>
                </a:lnTo>
                <a:lnTo>
                  <a:pt x="241007" y="71356"/>
                </a:lnTo>
                <a:lnTo>
                  <a:pt x="241735" y="72289"/>
                </a:lnTo>
                <a:lnTo>
                  <a:pt x="242394" y="73258"/>
                </a:lnTo>
                <a:lnTo>
                  <a:pt x="242983" y="74263"/>
                </a:lnTo>
                <a:lnTo>
                  <a:pt x="243504" y="75305"/>
                </a:lnTo>
                <a:lnTo>
                  <a:pt x="243954" y="76384"/>
                </a:lnTo>
                <a:lnTo>
                  <a:pt x="244336" y="77499"/>
                </a:lnTo>
                <a:lnTo>
                  <a:pt x="244648" y="78651"/>
                </a:lnTo>
                <a:lnTo>
                  <a:pt x="244891" y="79839"/>
                </a:lnTo>
                <a:lnTo>
                  <a:pt x="245064" y="81064"/>
                </a:lnTo>
                <a:lnTo>
                  <a:pt x="245168" y="82326"/>
                </a:lnTo>
                <a:lnTo>
                  <a:pt x="245203" y="83624"/>
                </a:lnTo>
                <a:lnTo>
                  <a:pt x="245147" y="85318"/>
                </a:lnTo>
                <a:lnTo>
                  <a:pt x="244982" y="86961"/>
                </a:lnTo>
                <a:lnTo>
                  <a:pt x="244706" y="88553"/>
                </a:lnTo>
                <a:lnTo>
                  <a:pt x="244319" y="90095"/>
                </a:lnTo>
                <a:lnTo>
                  <a:pt x="243822" y="91585"/>
                </a:lnTo>
                <a:lnTo>
                  <a:pt x="243214" y="93025"/>
                </a:lnTo>
                <a:lnTo>
                  <a:pt x="242496" y="94414"/>
                </a:lnTo>
                <a:lnTo>
                  <a:pt x="241668" y="95752"/>
                </a:lnTo>
                <a:lnTo>
                  <a:pt x="240729" y="97039"/>
                </a:lnTo>
                <a:lnTo>
                  <a:pt x="239679" y="98275"/>
                </a:lnTo>
                <a:lnTo>
                  <a:pt x="238520" y="99460"/>
                </a:lnTo>
                <a:lnTo>
                  <a:pt x="237249" y="100595"/>
                </a:lnTo>
                <a:lnTo>
                  <a:pt x="235858" y="101657"/>
                </a:lnTo>
                <a:lnTo>
                  <a:pt x="234334" y="102627"/>
                </a:lnTo>
                <a:lnTo>
                  <a:pt x="232678" y="103505"/>
                </a:lnTo>
                <a:lnTo>
                  <a:pt x="230889" y="104290"/>
                </a:lnTo>
                <a:lnTo>
                  <a:pt x="228968" y="104983"/>
                </a:lnTo>
                <a:lnTo>
                  <a:pt x="226915" y="105584"/>
                </a:lnTo>
                <a:lnTo>
                  <a:pt x="224730" y="106092"/>
                </a:lnTo>
                <a:lnTo>
                  <a:pt x="222413" y="106507"/>
                </a:lnTo>
                <a:lnTo>
                  <a:pt x="219963" y="106831"/>
                </a:lnTo>
                <a:lnTo>
                  <a:pt x="217381" y="107062"/>
                </a:lnTo>
                <a:lnTo>
                  <a:pt x="214667" y="107200"/>
                </a:lnTo>
                <a:lnTo>
                  <a:pt x="211820" y="107246"/>
                </a:lnTo>
                <a:lnTo>
                  <a:pt x="209270" y="107202"/>
                </a:lnTo>
                <a:lnTo>
                  <a:pt x="206708" y="107067"/>
                </a:lnTo>
                <a:lnTo>
                  <a:pt x="204135" y="106843"/>
                </a:lnTo>
                <a:lnTo>
                  <a:pt x="201549" y="106530"/>
                </a:lnTo>
                <a:lnTo>
                  <a:pt x="198951" y="106126"/>
                </a:lnTo>
                <a:lnTo>
                  <a:pt x="196342" y="105634"/>
                </a:lnTo>
                <a:lnTo>
                  <a:pt x="193720" y="105051"/>
                </a:lnTo>
                <a:lnTo>
                  <a:pt x="191087" y="104379"/>
                </a:lnTo>
                <a:lnTo>
                  <a:pt x="188442" y="103618"/>
                </a:lnTo>
                <a:lnTo>
                  <a:pt x="185785" y="102766"/>
                </a:lnTo>
                <a:lnTo>
                  <a:pt x="183116" y="101825"/>
                </a:lnTo>
                <a:lnTo>
                  <a:pt x="180435" y="100795"/>
                </a:lnTo>
                <a:close/>
                <a:moveTo>
                  <a:pt x="319513" y="87084"/>
                </a:moveTo>
                <a:lnTo>
                  <a:pt x="318486" y="88718"/>
                </a:lnTo>
                <a:lnTo>
                  <a:pt x="317424" y="90284"/>
                </a:lnTo>
                <a:lnTo>
                  <a:pt x="316328" y="91781"/>
                </a:lnTo>
                <a:lnTo>
                  <a:pt x="315198" y="93209"/>
                </a:lnTo>
                <a:lnTo>
                  <a:pt x="314034" y="94569"/>
                </a:lnTo>
                <a:lnTo>
                  <a:pt x="312835" y="95861"/>
                </a:lnTo>
                <a:lnTo>
                  <a:pt x="311603" y="97084"/>
                </a:lnTo>
                <a:lnTo>
                  <a:pt x="310336" y="98238"/>
                </a:lnTo>
                <a:lnTo>
                  <a:pt x="309035" y="99324"/>
                </a:lnTo>
                <a:lnTo>
                  <a:pt x="307700" y="100341"/>
                </a:lnTo>
                <a:lnTo>
                  <a:pt x="306330" y="101290"/>
                </a:lnTo>
                <a:lnTo>
                  <a:pt x="304927" y="102170"/>
                </a:lnTo>
                <a:lnTo>
                  <a:pt x="303516" y="102981"/>
                </a:lnTo>
                <a:lnTo>
                  <a:pt x="302124" y="103721"/>
                </a:lnTo>
                <a:lnTo>
                  <a:pt x="300752" y="104391"/>
                </a:lnTo>
                <a:lnTo>
                  <a:pt x="299399" y="104990"/>
                </a:lnTo>
                <a:lnTo>
                  <a:pt x="298065" y="105519"/>
                </a:lnTo>
                <a:lnTo>
                  <a:pt x="296750" y="105977"/>
                </a:lnTo>
                <a:lnTo>
                  <a:pt x="295455" y="106365"/>
                </a:lnTo>
                <a:lnTo>
                  <a:pt x="294180" y="106682"/>
                </a:lnTo>
                <a:lnTo>
                  <a:pt x="292923" y="106929"/>
                </a:lnTo>
                <a:lnTo>
                  <a:pt x="291686" y="107105"/>
                </a:lnTo>
                <a:lnTo>
                  <a:pt x="290468" y="107211"/>
                </a:lnTo>
                <a:lnTo>
                  <a:pt x="289270" y="107246"/>
                </a:lnTo>
                <a:lnTo>
                  <a:pt x="287620" y="107187"/>
                </a:lnTo>
                <a:lnTo>
                  <a:pt x="285998" y="107007"/>
                </a:lnTo>
                <a:lnTo>
                  <a:pt x="284404" y="106708"/>
                </a:lnTo>
                <a:lnTo>
                  <a:pt x="282838" y="106289"/>
                </a:lnTo>
                <a:lnTo>
                  <a:pt x="281301" y="105750"/>
                </a:lnTo>
                <a:lnTo>
                  <a:pt x="279792" y="105092"/>
                </a:lnTo>
                <a:lnTo>
                  <a:pt x="278311" y="104314"/>
                </a:lnTo>
                <a:lnTo>
                  <a:pt x="276858" y="103417"/>
                </a:lnTo>
                <a:lnTo>
                  <a:pt x="275434" y="102400"/>
                </a:lnTo>
                <a:lnTo>
                  <a:pt x="274038" y="101263"/>
                </a:lnTo>
                <a:lnTo>
                  <a:pt x="272670" y="100006"/>
                </a:lnTo>
                <a:lnTo>
                  <a:pt x="271330" y="98630"/>
                </a:lnTo>
                <a:lnTo>
                  <a:pt x="270060" y="97132"/>
                </a:lnTo>
                <a:lnTo>
                  <a:pt x="268900" y="95510"/>
                </a:lnTo>
                <a:lnTo>
                  <a:pt x="267851" y="93765"/>
                </a:lnTo>
                <a:lnTo>
                  <a:pt x="266912" y="91896"/>
                </a:lnTo>
                <a:lnTo>
                  <a:pt x="266083" y="89904"/>
                </a:lnTo>
                <a:lnTo>
                  <a:pt x="265365" y="87788"/>
                </a:lnTo>
                <a:lnTo>
                  <a:pt x="264758" y="85548"/>
                </a:lnTo>
                <a:lnTo>
                  <a:pt x="264261" y="83184"/>
                </a:lnTo>
                <a:lnTo>
                  <a:pt x="263874" y="80697"/>
                </a:lnTo>
                <a:lnTo>
                  <a:pt x="263598" y="78087"/>
                </a:lnTo>
                <a:lnTo>
                  <a:pt x="263432" y="75353"/>
                </a:lnTo>
                <a:lnTo>
                  <a:pt x="263377" y="72495"/>
                </a:lnTo>
                <a:lnTo>
                  <a:pt x="263414" y="70213"/>
                </a:lnTo>
                <a:lnTo>
                  <a:pt x="263524" y="67972"/>
                </a:lnTo>
                <a:lnTo>
                  <a:pt x="263707" y="65772"/>
                </a:lnTo>
                <a:lnTo>
                  <a:pt x="263964" y="63613"/>
                </a:lnTo>
                <a:lnTo>
                  <a:pt x="264294" y="61495"/>
                </a:lnTo>
                <a:lnTo>
                  <a:pt x="264697" y="59418"/>
                </a:lnTo>
                <a:lnTo>
                  <a:pt x="265173" y="57382"/>
                </a:lnTo>
                <a:lnTo>
                  <a:pt x="265723" y="55388"/>
                </a:lnTo>
                <a:lnTo>
                  <a:pt x="266346" y="53434"/>
                </a:lnTo>
                <a:lnTo>
                  <a:pt x="267043" y="51521"/>
                </a:lnTo>
                <a:lnTo>
                  <a:pt x="267812" y="49650"/>
                </a:lnTo>
                <a:lnTo>
                  <a:pt x="268656" y="47819"/>
                </a:lnTo>
                <a:lnTo>
                  <a:pt x="269560" y="46041"/>
                </a:lnTo>
                <a:lnTo>
                  <a:pt x="270514" y="44326"/>
                </a:lnTo>
                <a:lnTo>
                  <a:pt x="271518" y="42674"/>
                </a:lnTo>
                <a:lnTo>
                  <a:pt x="272571" y="41086"/>
                </a:lnTo>
                <a:lnTo>
                  <a:pt x="273673" y="39561"/>
                </a:lnTo>
                <a:lnTo>
                  <a:pt x="274826" y="38099"/>
                </a:lnTo>
                <a:lnTo>
                  <a:pt x="276027" y="36700"/>
                </a:lnTo>
                <a:lnTo>
                  <a:pt x="277278" y="35365"/>
                </a:lnTo>
                <a:lnTo>
                  <a:pt x="278579" y="34093"/>
                </a:lnTo>
                <a:lnTo>
                  <a:pt x="279930" y="32884"/>
                </a:lnTo>
                <a:lnTo>
                  <a:pt x="281329" y="31739"/>
                </a:lnTo>
                <a:lnTo>
                  <a:pt x="282779" y="30657"/>
                </a:lnTo>
                <a:lnTo>
                  <a:pt x="284282" y="29650"/>
                </a:lnTo>
                <a:lnTo>
                  <a:pt x="285844" y="28731"/>
                </a:lnTo>
                <a:lnTo>
                  <a:pt x="287464" y="27900"/>
                </a:lnTo>
                <a:lnTo>
                  <a:pt x="289143" y="27156"/>
                </a:lnTo>
                <a:lnTo>
                  <a:pt x="290880" y="26499"/>
                </a:lnTo>
                <a:lnTo>
                  <a:pt x="292676" y="25930"/>
                </a:lnTo>
                <a:lnTo>
                  <a:pt x="294530" y="25449"/>
                </a:lnTo>
                <a:lnTo>
                  <a:pt x="296442" y="25055"/>
                </a:lnTo>
                <a:lnTo>
                  <a:pt x="298413" y="24749"/>
                </a:lnTo>
                <a:lnTo>
                  <a:pt x="300443" y="24530"/>
                </a:lnTo>
                <a:lnTo>
                  <a:pt x="302531" y="24399"/>
                </a:lnTo>
                <a:lnTo>
                  <a:pt x="304677" y="24355"/>
                </a:lnTo>
                <a:lnTo>
                  <a:pt x="305334" y="24360"/>
                </a:lnTo>
                <a:lnTo>
                  <a:pt x="306044" y="24377"/>
                </a:lnTo>
                <a:lnTo>
                  <a:pt x="306808" y="24404"/>
                </a:lnTo>
                <a:lnTo>
                  <a:pt x="307625" y="24442"/>
                </a:lnTo>
                <a:lnTo>
                  <a:pt x="308496" y="24491"/>
                </a:lnTo>
                <a:lnTo>
                  <a:pt x="309420" y="24551"/>
                </a:lnTo>
                <a:lnTo>
                  <a:pt x="310398" y="24621"/>
                </a:lnTo>
                <a:lnTo>
                  <a:pt x="311429" y="24703"/>
                </a:lnTo>
                <a:lnTo>
                  <a:pt x="312514" y="24795"/>
                </a:lnTo>
                <a:lnTo>
                  <a:pt x="313653" y="24899"/>
                </a:lnTo>
                <a:lnTo>
                  <a:pt x="314844" y="25013"/>
                </a:lnTo>
                <a:lnTo>
                  <a:pt x="316090" y="25138"/>
                </a:lnTo>
                <a:lnTo>
                  <a:pt x="316288" y="25162"/>
                </a:lnTo>
                <a:lnTo>
                  <a:pt x="316502" y="25188"/>
                </a:lnTo>
                <a:lnTo>
                  <a:pt x="316732" y="25214"/>
                </a:lnTo>
                <a:lnTo>
                  <a:pt x="316977" y="25241"/>
                </a:lnTo>
                <a:lnTo>
                  <a:pt x="317239" y="25269"/>
                </a:lnTo>
                <a:lnTo>
                  <a:pt x="317516" y="25298"/>
                </a:lnTo>
                <a:lnTo>
                  <a:pt x="317809" y="25329"/>
                </a:lnTo>
                <a:lnTo>
                  <a:pt x="318119" y="25360"/>
                </a:lnTo>
                <a:lnTo>
                  <a:pt x="318444" y="25392"/>
                </a:lnTo>
                <a:lnTo>
                  <a:pt x="318784" y="25425"/>
                </a:lnTo>
                <a:lnTo>
                  <a:pt x="319141" y="25459"/>
                </a:lnTo>
                <a:lnTo>
                  <a:pt x="319513" y="25494"/>
                </a:lnTo>
                <a:lnTo>
                  <a:pt x="332852" y="25494"/>
                </a:lnTo>
                <a:lnTo>
                  <a:pt x="332852" y="81681"/>
                </a:lnTo>
                <a:lnTo>
                  <a:pt x="332873" y="84048"/>
                </a:lnTo>
                <a:lnTo>
                  <a:pt x="332935" y="86340"/>
                </a:lnTo>
                <a:lnTo>
                  <a:pt x="333039" y="88556"/>
                </a:lnTo>
                <a:lnTo>
                  <a:pt x="333185" y="90697"/>
                </a:lnTo>
                <a:lnTo>
                  <a:pt x="333372" y="92763"/>
                </a:lnTo>
                <a:lnTo>
                  <a:pt x="333601" y="94753"/>
                </a:lnTo>
                <a:lnTo>
                  <a:pt x="333872" y="96668"/>
                </a:lnTo>
                <a:lnTo>
                  <a:pt x="334184" y="98507"/>
                </a:lnTo>
                <a:lnTo>
                  <a:pt x="334537" y="100271"/>
                </a:lnTo>
                <a:lnTo>
                  <a:pt x="334933" y="101959"/>
                </a:lnTo>
                <a:lnTo>
                  <a:pt x="335369" y="103572"/>
                </a:lnTo>
                <a:lnTo>
                  <a:pt x="335848" y="105110"/>
                </a:lnTo>
                <a:lnTo>
                  <a:pt x="322010" y="105110"/>
                </a:lnTo>
                <a:lnTo>
                  <a:pt x="321753" y="103975"/>
                </a:lnTo>
                <a:lnTo>
                  <a:pt x="321505" y="102774"/>
                </a:lnTo>
                <a:lnTo>
                  <a:pt x="321266" y="101506"/>
                </a:lnTo>
                <a:lnTo>
                  <a:pt x="321035" y="100171"/>
                </a:lnTo>
                <a:lnTo>
                  <a:pt x="320814" y="98769"/>
                </a:lnTo>
                <a:lnTo>
                  <a:pt x="320601" y="97300"/>
                </a:lnTo>
                <a:lnTo>
                  <a:pt x="320398" y="95764"/>
                </a:lnTo>
                <a:lnTo>
                  <a:pt x="320203" y="94162"/>
                </a:lnTo>
                <a:lnTo>
                  <a:pt x="320017" y="92493"/>
                </a:lnTo>
                <a:lnTo>
                  <a:pt x="319840" y="90757"/>
                </a:lnTo>
                <a:lnTo>
                  <a:pt x="319672" y="88954"/>
                </a:lnTo>
                <a:lnTo>
                  <a:pt x="319513" y="87084"/>
                </a:lnTo>
                <a:moveTo>
                  <a:pt x="319513" y="71426"/>
                </a:moveTo>
                <a:lnTo>
                  <a:pt x="319513" y="37315"/>
                </a:lnTo>
                <a:lnTo>
                  <a:pt x="318343" y="37020"/>
                </a:lnTo>
                <a:lnTo>
                  <a:pt x="317187" y="36750"/>
                </a:lnTo>
                <a:lnTo>
                  <a:pt x="316045" y="36505"/>
                </a:lnTo>
                <a:lnTo>
                  <a:pt x="314917" y="36287"/>
                </a:lnTo>
                <a:lnTo>
                  <a:pt x="313802" y="36094"/>
                </a:lnTo>
                <a:lnTo>
                  <a:pt x="312702" y="35927"/>
                </a:lnTo>
                <a:lnTo>
                  <a:pt x="311615" y="35785"/>
                </a:lnTo>
                <a:lnTo>
                  <a:pt x="310542" y="35670"/>
                </a:lnTo>
                <a:lnTo>
                  <a:pt x="309483" y="35580"/>
                </a:lnTo>
                <a:lnTo>
                  <a:pt x="308438" y="35515"/>
                </a:lnTo>
                <a:lnTo>
                  <a:pt x="307406" y="35477"/>
                </a:lnTo>
                <a:lnTo>
                  <a:pt x="306389" y="35464"/>
                </a:lnTo>
                <a:lnTo>
                  <a:pt x="304373" y="35530"/>
                </a:lnTo>
                <a:lnTo>
                  <a:pt x="302413" y="35727"/>
                </a:lnTo>
                <a:lnTo>
                  <a:pt x="300511" y="36056"/>
                </a:lnTo>
                <a:lnTo>
                  <a:pt x="298665" y="36516"/>
                </a:lnTo>
                <a:lnTo>
                  <a:pt x="296877" y="37108"/>
                </a:lnTo>
                <a:lnTo>
                  <a:pt x="295146" y="37832"/>
                </a:lnTo>
                <a:lnTo>
                  <a:pt x="293471" y="38687"/>
                </a:lnTo>
                <a:lnTo>
                  <a:pt x="291853" y="39673"/>
                </a:lnTo>
                <a:lnTo>
                  <a:pt x="290293" y="40792"/>
                </a:lnTo>
                <a:lnTo>
                  <a:pt x="288789" y="42041"/>
                </a:lnTo>
                <a:lnTo>
                  <a:pt x="287343" y="43422"/>
                </a:lnTo>
                <a:lnTo>
                  <a:pt x="285953" y="44935"/>
                </a:lnTo>
                <a:lnTo>
                  <a:pt x="284648" y="46561"/>
                </a:lnTo>
                <a:lnTo>
                  <a:pt x="283457" y="48282"/>
                </a:lnTo>
                <a:lnTo>
                  <a:pt x="282380" y="50098"/>
                </a:lnTo>
                <a:lnTo>
                  <a:pt x="281416" y="52009"/>
                </a:lnTo>
                <a:lnTo>
                  <a:pt x="280565" y="54015"/>
                </a:lnTo>
                <a:lnTo>
                  <a:pt x="279828" y="56116"/>
                </a:lnTo>
                <a:lnTo>
                  <a:pt x="279204" y="58311"/>
                </a:lnTo>
                <a:lnTo>
                  <a:pt x="278693" y="60602"/>
                </a:lnTo>
                <a:lnTo>
                  <a:pt x="278296" y="62988"/>
                </a:lnTo>
                <a:lnTo>
                  <a:pt x="278013" y="65468"/>
                </a:lnTo>
                <a:lnTo>
                  <a:pt x="277842" y="68044"/>
                </a:lnTo>
                <a:lnTo>
                  <a:pt x="277786" y="70714"/>
                </a:lnTo>
                <a:lnTo>
                  <a:pt x="277817" y="72644"/>
                </a:lnTo>
                <a:lnTo>
                  <a:pt x="277910" y="74494"/>
                </a:lnTo>
                <a:lnTo>
                  <a:pt x="278064" y="76262"/>
                </a:lnTo>
                <a:lnTo>
                  <a:pt x="278281" y="77950"/>
                </a:lnTo>
                <a:lnTo>
                  <a:pt x="278560" y="79558"/>
                </a:lnTo>
                <a:lnTo>
                  <a:pt x="278900" y="81085"/>
                </a:lnTo>
                <a:lnTo>
                  <a:pt x="279303" y="82531"/>
                </a:lnTo>
                <a:lnTo>
                  <a:pt x="279767" y="83897"/>
                </a:lnTo>
                <a:lnTo>
                  <a:pt x="280293" y="85182"/>
                </a:lnTo>
                <a:lnTo>
                  <a:pt x="280882" y="86386"/>
                </a:lnTo>
                <a:lnTo>
                  <a:pt x="281532" y="87510"/>
                </a:lnTo>
                <a:lnTo>
                  <a:pt x="282244" y="88553"/>
                </a:lnTo>
                <a:lnTo>
                  <a:pt x="282995" y="89514"/>
                </a:lnTo>
                <a:lnTo>
                  <a:pt x="283764" y="90392"/>
                </a:lnTo>
                <a:lnTo>
                  <a:pt x="284551" y="91186"/>
                </a:lnTo>
                <a:lnTo>
                  <a:pt x="285355" y="91896"/>
                </a:lnTo>
                <a:lnTo>
                  <a:pt x="286176" y="92523"/>
                </a:lnTo>
                <a:lnTo>
                  <a:pt x="287014" y="93066"/>
                </a:lnTo>
                <a:lnTo>
                  <a:pt x="287870" y="93526"/>
                </a:lnTo>
                <a:lnTo>
                  <a:pt x="288743" y="93902"/>
                </a:lnTo>
                <a:lnTo>
                  <a:pt x="289633" y="94194"/>
                </a:lnTo>
                <a:lnTo>
                  <a:pt x="290541" y="94403"/>
                </a:lnTo>
                <a:lnTo>
                  <a:pt x="291466" y="94529"/>
                </a:lnTo>
                <a:lnTo>
                  <a:pt x="292408" y="94571"/>
                </a:lnTo>
                <a:lnTo>
                  <a:pt x="293451" y="94527"/>
                </a:lnTo>
                <a:lnTo>
                  <a:pt x="294512" y="94396"/>
                </a:lnTo>
                <a:lnTo>
                  <a:pt x="295591" y="94179"/>
                </a:lnTo>
                <a:lnTo>
                  <a:pt x="296688" y="93874"/>
                </a:lnTo>
                <a:lnTo>
                  <a:pt x="297803" y="93483"/>
                </a:lnTo>
                <a:lnTo>
                  <a:pt x="298935" y="93004"/>
                </a:lnTo>
                <a:lnTo>
                  <a:pt x="300085" y="92438"/>
                </a:lnTo>
                <a:lnTo>
                  <a:pt x="301253" y="91785"/>
                </a:lnTo>
                <a:lnTo>
                  <a:pt x="302439" y="91046"/>
                </a:lnTo>
                <a:lnTo>
                  <a:pt x="303643" y="90219"/>
                </a:lnTo>
                <a:lnTo>
                  <a:pt x="304864" y="89305"/>
                </a:lnTo>
                <a:lnTo>
                  <a:pt x="306104" y="88304"/>
                </a:lnTo>
                <a:lnTo>
                  <a:pt x="307341" y="87229"/>
                </a:lnTo>
                <a:lnTo>
                  <a:pt x="308556" y="86094"/>
                </a:lnTo>
                <a:lnTo>
                  <a:pt x="309750" y="84899"/>
                </a:lnTo>
                <a:lnTo>
                  <a:pt x="310922" y="83643"/>
                </a:lnTo>
                <a:lnTo>
                  <a:pt x="312072" y="82327"/>
                </a:lnTo>
                <a:lnTo>
                  <a:pt x="313201" y="80951"/>
                </a:lnTo>
                <a:lnTo>
                  <a:pt x="314307" y="79515"/>
                </a:lnTo>
                <a:lnTo>
                  <a:pt x="315392" y="78018"/>
                </a:lnTo>
                <a:lnTo>
                  <a:pt x="316455" y="76460"/>
                </a:lnTo>
                <a:lnTo>
                  <a:pt x="317496" y="74843"/>
                </a:lnTo>
                <a:lnTo>
                  <a:pt x="318516" y="73165"/>
                </a:lnTo>
                <a:lnTo>
                  <a:pt x="319513" y="71426"/>
                </a:lnTo>
                <a:close/>
                <a:moveTo>
                  <a:pt x="373995" y="136016"/>
                </a:moveTo>
                <a:lnTo>
                  <a:pt x="373995" y="127186"/>
                </a:lnTo>
                <a:lnTo>
                  <a:pt x="374834" y="126952"/>
                </a:lnTo>
                <a:lnTo>
                  <a:pt x="375639" y="126702"/>
                </a:lnTo>
                <a:lnTo>
                  <a:pt x="376409" y="126436"/>
                </a:lnTo>
                <a:lnTo>
                  <a:pt x="377145" y="126153"/>
                </a:lnTo>
                <a:lnTo>
                  <a:pt x="377848" y="125854"/>
                </a:lnTo>
                <a:lnTo>
                  <a:pt x="378516" y="125539"/>
                </a:lnTo>
                <a:lnTo>
                  <a:pt x="379149" y="125208"/>
                </a:lnTo>
                <a:lnTo>
                  <a:pt x="379749" y="124860"/>
                </a:lnTo>
                <a:lnTo>
                  <a:pt x="380314" y="124496"/>
                </a:lnTo>
                <a:lnTo>
                  <a:pt x="380846" y="124115"/>
                </a:lnTo>
                <a:lnTo>
                  <a:pt x="381343" y="123718"/>
                </a:lnTo>
                <a:lnTo>
                  <a:pt x="381806" y="123305"/>
                </a:lnTo>
                <a:lnTo>
                  <a:pt x="382244" y="122874"/>
                </a:lnTo>
                <a:lnTo>
                  <a:pt x="382668" y="122425"/>
                </a:lnTo>
                <a:lnTo>
                  <a:pt x="383076" y="121956"/>
                </a:lnTo>
                <a:lnTo>
                  <a:pt x="383470" y="121469"/>
                </a:lnTo>
                <a:lnTo>
                  <a:pt x="383849" y="120963"/>
                </a:lnTo>
                <a:lnTo>
                  <a:pt x="384213" y="120439"/>
                </a:lnTo>
                <a:lnTo>
                  <a:pt x="384562" y="119895"/>
                </a:lnTo>
                <a:lnTo>
                  <a:pt x="384897" y="119333"/>
                </a:lnTo>
                <a:lnTo>
                  <a:pt x="385216" y="118752"/>
                </a:lnTo>
                <a:lnTo>
                  <a:pt x="385521" y="118152"/>
                </a:lnTo>
                <a:lnTo>
                  <a:pt x="385810" y="117533"/>
                </a:lnTo>
                <a:lnTo>
                  <a:pt x="386085" y="116896"/>
                </a:lnTo>
                <a:lnTo>
                  <a:pt x="386342" y="116238"/>
                </a:lnTo>
                <a:lnTo>
                  <a:pt x="386576" y="115558"/>
                </a:lnTo>
                <a:lnTo>
                  <a:pt x="386788" y="114855"/>
                </a:lnTo>
                <a:lnTo>
                  <a:pt x="386977" y="114130"/>
                </a:lnTo>
                <a:lnTo>
                  <a:pt x="387144" y="113383"/>
                </a:lnTo>
                <a:lnTo>
                  <a:pt x="387289" y="112614"/>
                </a:lnTo>
                <a:lnTo>
                  <a:pt x="387412" y="111823"/>
                </a:lnTo>
                <a:lnTo>
                  <a:pt x="387512" y="111009"/>
                </a:lnTo>
                <a:lnTo>
                  <a:pt x="387590" y="110173"/>
                </a:lnTo>
                <a:lnTo>
                  <a:pt x="387646" y="109315"/>
                </a:lnTo>
                <a:lnTo>
                  <a:pt x="387679" y="108434"/>
                </a:lnTo>
                <a:lnTo>
                  <a:pt x="387690" y="107531"/>
                </a:lnTo>
                <a:lnTo>
                  <a:pt x="386609" y="107505"/>
                </a:lnTo>
                <a:lnTo>
                  <a:pt x="385576" y="107427"/>
                </a:lnTo>
                <a:lnTo>
                  <a:pt x="384592" y="107297"/>
                </a:lnTo>
                <a:lnTo>
                  <a:pt x="383656" y="107115"/>
                </a:lnTo>
                <a:lnTo>
                  <a:pt x="382769" y="106880"/>
                </a:lnTo>
                <a:lnTo>
                  <a:pt x="381930" y="106594"/>
                </a:lnTo>
                <a:lnTo>
                  <a:pt x="381140" y="106255"/>
                </a:lnTo>
                <a:lnTo>
                  <a:pt x="380399" y="105865"/>
                </a:lnTo>
                <a:lnTo>
                  <a:pt x="379706" y="105422"/>
                </a:lnTo>
                <a:lnTo>
                  <a:pt x="379061" y="104927"/>
                </a:lnTo>
                <a:lnTo>
                  <a:pt x="378466" y="104380"/>
                </a:lnTo>
                <a:lnTo>
                  <a:pt x="377918" y="103781"/>
                </a:lnTo>
                <a:lnTo>
                  <a:pt x="377417" y="103153"/>
                </a:lnTo>
                <a:lnTo>
                  <a:pt x="376959" y="102517"/>
                </a:lnTo>
                <a:lnTo>
                  <a:pt x="376545" y="101873"/>
                </a:lnTo>
                <a:lnTo>
                  <a:pt x="376175" y="101222"/>
                </a:lnTo>
                <a:lnTo>
                  <a:pt x="375848" y="100564"/>
                </a:lnTo>
                <a:lnTo>
                  <a:pt x="375564" y="99898"/>
                </a:lnTo>
                <a:lnTo>
                  <a:pt x="375325" y="99224"/>
                </a:lnTo>
                <a:lnTo>
                  <a:pt x="375128" y="98543"/>
                </a:lnTo>
                <a:lnTo>
                  <a:pt x="374976" y="97855"/>
                </a:lnTo>
                <a:lnTo>
                  <a:pt x="374867" y="97159"/>
                </a:lnTo>
                <a:lnTo>
                  <a:pt x="374801" y="96456"/>
                </a:lnTo>
                <a:lnTo>
                  <a:pt x="374780" y="95746"/>
                </a:lnTo>
                <a:lnTo>
                  <a:pt x="374804" y="94935"/>
                </a:lnTo>
                <a:lnTo>
                  <a:pt x="374877" y="94145"/>
                </a:lnTo>
                <a:lnTo>
                  <a:pt x="374998" y="93377"/>
                </a:lnTo>
                <a:lnTo>
                  <a:pt x="375168" y="92630"/>
                </a:lnTo>
                <a:lnTo>
                  <a:pt x="375386" y="91905"/>
                </a:lnTo>
                <a:lnTo>
                  <a:pt x="375653" y="91201"/>
                </a:lnTo>
                <a:lnTo>
                  <a:pt x="375969" y="90518"/>
                </a:lnTo>
                <a:lnTo>
                  <a:pt x="376333" y="89857"/>
                </a:lnTo>
                <a:lnTo>
                  <a:pt x="376746" y="89217"/>
                </a:lnTo>
                <a:lnTo>
                  <a:pt x="377207" y="88598"/>
                </a:lnTo>
                <a:lnTo>
                  <a:pt x="377717" y="88001"/>
                </a:lnTo>
                <a:lnTo>
                  <a:pt x="378275" y="87425"/>
                </a:lnTo>
                <a:lnTo>
                  <a:pt x="378865" y="86883"/>
                </a:lnTo>
                <a:lnTo>
                  <a:pt x="379472" y="86388"/>
                </a:lnTo>
                <a:lnTo>
                  <a:pt x="380094" y="85940"/>
                </a:lnTo>
                <a:lnTo>
                  <a:pt x="380732" y="85539"/>
                </a:lnTo>
                <a:lnTo>
                  <a:pt x="381386" y="85186"/>
                </a:lnTo>
                <a:lnTo>
                  <a:pt x="382055" y="84880"/>
                </a:lnTo>
                <a:lnTo>
                  <a:pt x="382741" y="84620"/>
                </a:lnTo>
                <a:lnTo>
                  <a:pt x="383442" y="84408"/>
                </a:lnTo>
                <a:lnTo>
                  <a:pt x="384160" y="84243"/>
                </a:lnTo>
                <a:lnTo>
                  <a:pt x="384893" y="84125"/>
                </a:lnTo>
                <a:lnTo>
                  <a:pt x="385642" y="84055"/>
                </a:lnTo>
                <a:lnTo>
                  <a:pt x="386406" y="84031"/>
                </a:lnTo>
                <a:lnTo>
                  <a:pt x="387394" y="84067"/>
                </a:lnTo>
                <a:lnTo>
                  <a:pt x="388358" y="84175"/>
                </a:lnTo>
                <a:lnTo>
                  <a:pt x="389300" y="84354"/>
                </a:lnTo>
                <a:lnTo>
                  <a:pt x="390219" y="84605"/>
                </a:lnTo>
                <a:lnTo>
                  <a:pt x="391115" y="84929"/>
                </a:lnTo>
                <a:lnTo>
                  <a:pt x="391988" y="85323"/>
                </a:lnTo>
                <a:lnTo>
                  <a:pt x="392838" y="85790"/>
                </a:lnTo>
                <a:lnTo>
                  <a:pt x="393666" y="86329"/>
                </a:lnTo>
                <a:lnTo>
                  <a:pt x="394471" y="86939"/>
                </a:lnTo>
                <a:lnTo>
                  <a:pt x="395253" y="87621"/>
                </a:lnTo>
                <a:lnTo>
                  <a:pt x="396013" y="88375"/>
                </a:lnTo>
                <a:lnTo>
                  <a:pt x="396749" y="89201"/>
                </a:lnTo>
                <a:lnTo>
                  <a:pt x="397444" y="90089"/>
                </a:lnTo>
                <a:lnTo>
                  <a:pt x="398079" y="91030"/>
                </a:lnTo>
                <a:lnTo>
                  <a:pt x="398653" y="92024"/>
                </a:lnTo>
                <a:lnTo>
                  <a:pt x="399166" y="93071"/>
                </a:lnTo>
                <a:lnTo>
                  <a:pt x="399620" y="94171"/>
                </a:lnTo>
                <a:lnTo>
                  <a:pt x="400013" y="95324"/>
                </a:lnTo>
                <a:lnTo>
                  <a:pt x="400345" y="96531"/>
                </a:lnTo>
                <a:lnTo>
                  <a:pt x="400617" y="97790"/>
                </a:lnTo>
                <a:lnTo>
                  <a:pt x="400828" y="99102"/>
                </a:lnTo>
                <a:lnTo>
                  <a:pt x="400979" y="100467"/>
                </a:lnTo>
                <a:lnTo>
                  <a:pt x="401070" y="101885"/>
                </a:lnTo>
                <a:lnTo>
                  <a:pt x="401100" y="103356"/>
                </a:lnTo>
                <a:lnTo>
                  <a:pt x="401077" y="104658"/>
                </a:lnTo>
                <a:lnTo>
                  <a:pt x="401005" y="105946"/>
                </a:lnTo>
                <a:lnTo>
                  <a:pt x="400886" y="107223"/>
                </a:lnTo>
                <a:lnTo>
                  <a:pt x="400720" y="108487"/>
                </a:lnTo>
                <a:lnTo>
                  <a:pt x="400506" y="109739"/>
                </a:lnTo>
                <a:lnTo>
                  <a:pt x="400244" y="110978"/>
                </a:lnTo>
                <a:lnTo>
                  <a:pt x="399935" y="112205"/>
                </a:lnTo>
                <a:lnTo>
                  <a:pt x="399579" y="113419"/>
                </a:lnTo>
                <a:lnTo>
                  <a:pt x="399174" y="114621"/>
                </a:lnTo>
                <a:lnTo>
                  <a:pt x="398723" y="115811"/>
                </a:lnTo>
                <a:lnTo>
                  <a:pt x="398223" y="116988"/>
                </a:lnTo>
                <a:lnTo>
                  <a:pt x="397676" y="118153"/>
                </a:lnTo>
                <a:lnTo>
                  <a:pt x="397089" y="119298"/>
                </a:lnTo>
                <a:lnTo>
                  <a:pt x="396467" y="120414"/>
                </a:lnTo>
                <a:lnTo>
                  <a:pt x="395811" y="121502"/>
                </a:lnTo>
                <a:lnTo>
                  <a:pt x="395120" y="122562"/>
                </a:lnTo>
                <a:lnTo>
                  <a:pt x="394396" y="123594"/>
                </a:lnTo>
                <a:lnTo>
                  <a:pt x="393637" y="124597"/>
                </a:lnTo>
                <a:lnTo>
                  <a:pt x="392845" y="125573"/>
                </a:lnTo>
                <a:lnTo>
                  <a:pt x="392018" y="126520"/>
                </a:lnTo>
                <a:lnTo>
                  <a:pt x="391156" y="127438"/>
                </a:lnTo>
                <a:lnTo>
                  <a:pt x="390261" y="128329"/>
                </a:lnTo>
                <a:lnTo>
                  <a:pt x="389332" y="129191"/>
                </a:lnTo>
                <a:lnTo>
                  <a:pt x="388368" y="130026"/>
                </a:lnTo>
                <a:lnTo>
                  <a:pt x="387369" y="130819"/>
                </a:lnTo>
                <a:lnTo>
                  <a:pt x="386334" y="131559"/>
                </a:lnTo>
                <a:lnTo>
                  <a:pt x="385263" y="132245"/>
                </a:lnTo>
                <a:lnTo>
                  <a:pt x="384156" y="132878"/>
                </a:lnTo>
                <a:lnTo>
                  <a:pt x="383012" y="133458"/>
                </a:lnTo>
                <a:lnTo>
                  <a:pt x="381832" y="133983"/>
                </a:lnTo>
                <a:lnTo>
                  <a:pt x="380617" y="134456"/>
                </a:lnTo>
                <a:lnTo>
                  <a:pt x="379365" y="134875"/>
                </a:lnTo>
                <a:lnTo>
                  <a:pt x="378076" y="135241"/>
                </a:lnTo>
                <a:lnTo>
                  <a:pt x="376752" y="135553"/>
                </a:lnTo>
                <a:lnTo>
                  <a:pt x="375392" y="135811"/>
                </a:lnTo>
                <a:lnTo>
                  <a:pt x="373995" y="136016"/>
                </a:lnTo>
                <a:close/>
                <a:moveTo>
                  <a:pt x="509079" y="101799"/>
                </a:moveTo>
                <a:lnTo>
                  <a:pt x="507557" y="102434"/>
                </a:lnTo>
                <a:lnTo>
                  <a:pt x="506107" y="103024"/>
                </a:lnTo>
                <a:lnTo>
                  <a:pt x="504728" y="103571"/>
                </a:lnTo>
                <a:lnTo>
                  <a:pt x="503420" y="104073"/>
                </a:lnTo>
                <a:lnTo>
                  <a:pt x="502184" y="104531"/>
                </a:lnTo>
                <a:lnTo>
                  <a:pt x="501019" y="104944"/>
                </a:lnTo>
                <a:lnTo>
                  <a:pt x="499925" y="105313"/>
                </a:lnTo>
                <a:lnTo>
                  <a:pt x="498903" y="105638"/>
                </a:lnTo>
                <a:lnTo>
                  <a:pt x="497952" y="105919"/>
                </a:lnTo>
                <a:lnTo>
                  <a:pt x="497072" y="106155"/>
                </a:lnTo>
                <a:lnTo>
                  <a:pt x="496263" y="106347"/>
                </a:lnTo>
                <a:lnTo>
                  <a:pt x="495526" y="106494"/>
                </a:lnTo>
                <a:lnTo>
                  <a:pt x="494827" y="106614"/>
                </a:lnTo>
                <a:lnTo>
                  <a:pt x="494132" y="106724"/>
                </a:lnTo>
                <a:lnTo>
                  <a:pt x="493440" y="106823"/>
                </a:lnTo>
                <a:lnTo>
                  <a:pt x="492752" y="106912"/>
                </a:lnTo>
                <a:lnTo>
                  <a:pt x="492069" y="106990"/>
                </a:lnTo>
                <a:lnTo>
                  <a:pt x="491389" y="107058"/>
                </a:lnTo>
                <a:lnTo>
                  <a:pt x="490714" y="107116"/>
                </a:lnTo>
                <a:lnTo>
                  <a:pt x="490042" y="107163"/>
                </a:lnTo>
                <a:lnTo>
                  <a:pt x="489374" y="107199"/>
                </a:lnTo>
                <a:lnTo>
                  <a:pt x="488710" y="107226"/>
                </a:lnTo>
                <a:lnTo>
                  <a:pt x="488051" y="107241"/>
                </a:lnTo>
                <a:lnTo>
                  <a:pt x="487395" y="107246"/>
                </a:lnTo>
                <a:lnTo>
                  <a:pt x="486014" y="107224"/>
                </a:lnTo>
                <a:lnTo>
                  <a:pt x="484653" y="107157"/>
                </a:lnTo>
                <a:lnTo>
                  <a:pt x="483311" y="107046"/>
                </a:lnTo>
                <a:lnTo>
                  <a:pt x="481990" y="106890"/>
                </a:lnTo>
                <a:lnTo>
                  <a:pt x="480688" y="106690"/>
                </a:lnTo>
                <a:lnTo>
                  <a:pt x="479406" y="106445"/>
                </a:lnTo>
                <a:lnTo>
                  <a:pt x="478144" y="106156"/>
                </a:lnTo>
                <a:lnTo>
                  <a:pt x="476901" y="105822"/>
                </a:lnTo>
                <a:lnTo>
                  <a:pt x="475679" y="105444"/>
                </a:lnTo>
                <a:lnTo>
                  <a:pt x="474476" y="105021"/>
                </a:lnTo>
                <a:lnTo>
                  <a:pt x="473293" y="104554"/>
                </a:lnTo>
                <a:lnTo>
                  <a:pt x="472130" y="104042"/>
                </a:lnTo>
                <a:lnTo>
                  <a:pt x="471001" y="103487"/>
                </a:lnTo>
                <a:lnTo>
                  <a:pt x="469918" y="102889"/>
                </a:lnTo>
                <a:lnTo>
                  <a:pt x="468883" y="102248"/>
                </a:lnTo>
                <a:lnTo>
                  <a:pt x="467894" y="101565"/>
                </a:lnTo>
                <a:lnTo>
                  <a:pt x="466953" y="100840"/>
                </a:lnTo>
                <a:lnTo>
                  <a:pt x="466058" y="100072"/>
                </a:lnTo>
                <a:lnTo>
                  <a:pt x="465211" y="99261"/>
                </a:lnTo>
                <a:lnTo>
                  <a:pt x="464411" y="98408"/>
                </a:lnTo>
                <a:lnTo>
                  <a:pt x="463658" y="97513"/>
                </a:lnTo>
                <a:lnTo>
                  <a:pt x="462952" y="96574"/>
                </a:lnTo>
                <a:lnTo>
                  <a:pt x="462293" y="95594"/>
                </a:lnTo>
                <a:lnTo>
                  <a:pt x="461681" y="94571"/>
                </a:lnTo>
                <a:lnTo>
                  <a:pt x="461117" y="93479"/>
                </a:lnTo>
                <a:lnTo>
                  <a:pt x="460602" y="92292"/>
                </a:lnTo>
                <a:lnTo>
                  <a:pt x="460136" y="91010"/>
                </a:lnTo>
                <a:lnTo>
                  <a:pt x="459719" y="89633"/>
                </a:lnTo>
                <a:lnTo>
                  <a:pt x="459351" y="88161"/>
                </a:lnTo>
                <a:lnTo>
                  <a:pt x="459032" y="86595"/>
                </a:lnTo>
                <a:lnTo>
                  <a:pt x="458763" y="84933"/>
                </a:lnTo>
                <a:lnTo>
                  <a:pt x="458542" y="83177"/>
                </a:lnTo>
                <a:lnTo>
                  <a:pt x="458370" y="81325"/>
                </a:lnTo>
                <a:lnTo>
                  <a:pt x="458248" y="79379"/>
                </a:lnTo>
                <a:lnTo>
                  <a:pt x="458174" y="77337"/>
                </a:lnTo>
                <a:lnTo>
                  <a:pt x="458150" y="75201"/>
                </a:lnTo>
                <a:lnTo>
                  <a:pt x="458150" y="43155"/>
                </a:lnTo>
                <a:lnTo>
                  <a:pt x="438249" y="43155"/>
                </a:lnTo>
                <a:lnTo>
                  <a:pt x="438249" y="32046"/>
                </a:lnTo>
                <a:lnTo>
                  <a:pt x="458150" y="32046"/>
                </a:lnTo>
                <a:lnTo>
                  <a:pt x="458150" y="0"/>
                </a:lnTo>
                <a:lnTo>
                  <a:pt x="471417" y="0"/>
                </a:lnTo>
                <a:lnTo>
                  <a:pt x="471417" y="32046"/>
                </a:lnTo>
                <a:lnTo>
                  <a:pt x="506868" y="32046"/>
                </a:lnTo>
                <a:lnTo>
                  <a:pt x="506868" y="43155"/>
                </a:lnTo>
                <a:lnTo>
                  <a:pt x="471417" y="43155"/>
                </a:lnTo>
                <a:lnTo>
                  <a:pt x="471417" y="74945"/>
                </a:lnTo>
                <a:lnTo>
                  <a:pt x="471433" y="76506"/>
                </a:lnTo>
                <a:lnTo>
                  <a:pt x="471480" y="77988"/>
                </a:lnTo>
                <a:lnTo>
                  <a:pt x="471560" y="79392"/>
                </a:lnTo>
                <a:lnTo>
                  <a:pt x="471671" y="80717"/>
                </a:lnTo>
                <a:lnTo>
                  <a:pt x="471813" y="81964"/>
                </a:lnTo>
                <a:lnTo>
                  <a:pt x="471988" y="83132"/>
                </a:lnTo>
                <a:lnTo>
                  <a:pt x="472194" y="84222"/>
                </a:lnTo>
                <a:lnTo>
                  <a:pt x="472431" y="85233"/>
                </a:lnTo>
                <a:lnTo>
                  <a:pt x="472701" y="86166"/>
                </a:lnTo>
                <a:lnTo>
                  <a:pt x="473002" y="87020"/>
                </a:lnTo>
                <a:lnTo>
                  <a:pt x="473335" y="87796"/>
                </a:lnTo>
                <a:lnTo>
                  <a:pt x="473700" y="88493"/>
                </a:lnTo>
                <a:lnTo>
                  <a:pt x="474091" y="89136"/>
                </a:lnTo>
                <a:lnTo>
                  <a:pt x="474503" y="89750"/>
                </a:lnTo>
                <a:lnTo>
                  <a:pt x="474937" y="90335"/>
                </a:lnTo>
                <a:lnTo>
                  <a:pt x="475392" y="90890"/>
                </a:lnTo>
                <a:lnTo>
                  <a:pt x="475868" y="91417"/>
                </a:lnTo>
                <a:lnTo>
                  <a:pt x="476366" y="91915"/>
                </a:lnTo>
                <a:lnTo>
                  <a:pt x="476884" y="92383"/>
                </a:lnTo>
                <a:lnTo>
                  <a:pt x="477425" y="92822"/>
                </a:lnTo>
                <a:lnTo>
                  <a:pt x="477986" y="93232"/>
                </a:lnTo>
                <a:lnTo>
                  <a:pt x="478569" y="93613"/>
                </a:lnTo>
                <a:lnTo>
                  <a:pt x="479173" y="93965"/>
                </a:lnTo>
                <a:lnTo>
                  <a:pt x="479798" y="94288"/>
                </a:lnTo>
                <a:lnTo>
                  <a:pt x="480444" y="94583"/>
                </a:lnTo>
                <a:lnTo>
                  <a:pt x="481109" y="94853"/>
                </a:lnTo>
                <a:lnTo>
                  <a:pt x="481793" y="95097"/>
                </a:lnTo>
                <a:lnTo>
                  <a:pt x="482497" y="95315"/>
                </a:lnTo>
                <a:lnTo>
                  <a:pt x="483220" y="95508"/>
                </a:lnTo>
                <a:lnTo>
                  <a:pt x="483962" y="95675"/>
                </a:lnTo>
                <a:lnTo>
                  <a:pt x="484724" y="95816"/>
                </a:lnTo>
                <a:lnTo>
                  <a:pt x="485505" y="95932"/>
                </a:lnTo>
                <a:lnTo>
                  <a:pt x="486305" y="96022"/>
                </a:lnTo>
                <a:lnTo>
                  <a:pt x="487124" y="96086"/>
                </a:lnTo>
                <a:lnTo>
                  <a:pt x="487963" y="96124"/>
                </a:lnTo>
                <a:lnTo>
                  <a:pt x="488821" y="96137"/>
                </a:lnTo>
                <a:lnTo>
                  <a:pt x="490433" y="96095"/>
                </a:lnTo>
                <a:lnTo>
                  <a:pt x="492059" y="95969"/>
                </a:lnTo>
                <a:lnTo>
                  <a:pt x="493699" y="95759"/>
                </a:lnTo>
                <a:lnTo>
                  <a:pt x="495352" y="95466"/>
                </a:lnTo>
                <a:lnTo>
                  <a:pt x="497019" y="95088"/>
                </a:lnTo>
                <a:lnTo>
                  <a:pt x="498701" y="94626"/>
                </a:lnTo>
                <a:lnTo>
                  <a:pt x="500396" y="94081"/>
                </a:lnTo>
                <a:lnTo>
                  <a:pt x="502105" y="93451"/>
                </a:lnTo>
                <a:lnTo>
                  <a:pt x="503827" y="92737"/>
                </a:lnTo>
                <a:lnTo>
                  <a:pt x="505564" y="91940"/>
                </a:lnTo>
                <a:lnTo>
                  <a:pt x="507315" y="91058"/>
                </a:lnTo>
                <a:lnTo>
                  <a:pt x="509079" y="90093"/>
                </a:lnTo>
                <a:lnTo>
                  <a:pt x="509079" y="101799"/>
                </a:lnTo>
                <a:close/>
                <a:moveTo>
                  <a:pt x="596372" y="99698"/>
                </a:moveTo>
                <a:lnTo>
                  <a:pt x="593733" y="100904"/>
                </a:lnTo>
                <a:lnTo>
                  <a:pt x="591118" y="102004"/>
                </a:lnTo>
                <a:lnTo>
                  <a:pt x="588526" y="103000"/>
                </a:lnTo>
                <a:lnTo>
                  <a:pt x="585958" y="103892"/>
                </a:lnTo>
                <a:lnTo>
                  <a:pt x="583414" y="104678"/>
                </a:lnTo>
                <a:lnTo>
                  <a:pt x="580894" y="105359"/>
                </a:lnTo>
                <a:lnTo>
                  <a:pt x="578397" y="105936"/>
                </a:lnTo>
                <a:lnTo>
                  <a:pt x="575924" y="106408"/>
                </a:lnTo>
                <a:lnTo>
                  <a:pt x="573475" y="106775"/>
                </a:lnTo>
                <a:lnTo>
                  <a:pt x="571050" y="107037"/>
                </a:lnTo>
                <a:lnTo>
                  <a:pt x="568649" y="107194"/>
                </a:lnTo>
                <a:lnTo>
                  <a:pt x="566271" y="107246"/>
                </a:lnTo>
                <a:lnTo>
                  <a:pt x="564492" y="107209"/>
                </a:lnTo>
                <a:lnTo>
                  <a:pt x="562744" y="107098"/>
                </a:lnTo>
                <a:lnTo>
                  <a:pt x="561028" y="106913"/>
                </a:lnTo>
                <a:lnTo>
                  <a:pt x="559344" y="106654"/>
                </a:lnTo>
                <a:lnTo>
                  <a:pt x="557692" y="106321"/>
                </a:lnTo>
                <a:lnTo>
                  <a:pt x="556071" y="105913"/>
                </a:lnTo>
                <a:lnTo>
                  <a:pt x="554482" y="105432"/>
                </a:lnTo>
                <a:lnTo>
                  <a:pt x="552925" y="104877"/>
                </a:lnTo>
                <a:lnTo>
                  <a:pt x="551399" y="104247"/>
                </a:lnTo>
                <a:lnTo>
                  <a:pt x="549905" y="103544"/>
                </a:lnTo>
                <a:lnTo>
                  <a:pt x="548443" y="102766"/>
                </a:lnTo>
                <a:lnTo>
                  <a:pt x="547012" y="101914"/>
                </a:lnTo>
                <a:lnTo>
                  <a:pt x="545621" y="100994"/>
                </a:lnTo>
                <a:lnTo>
                  <a:pt x="544277" y="100010"/>
                </a:lnTo>
                <a:lnTo>
                  <a:pt x="542980" y="98962"/>
                </a:lnTo>
                <a:lnTo>
                  <a:pt x="541730" y="97850"/>
                </a:lnTo>
                <a:lnTo>
                  <a:pt x="540527" y="96675"/>
                </a:lnTo>
                <a:lnTo>
                  <a:pt x="539371" y="95436"/>
                </a:lnTo>
                <a:lnTo>
                  <a:pt x="538262" y="94134"/>
                </a:lnTo>
                <a:lnTo>
                  <a:pt x="537200" y="92767"/>
                </a:lnTo>
                <a:lnTo>
                  <a:pt x="536186" y="91338"/>
                </a:lnTo>
                <a:lnTo>
                  <a:pt x="535218" y="89844"/>
                </a:lnTo>
                <a:lnTo>
                  <a:pt x="534297" y="88287"/>
                </a:lnTo>
                <a:lnTo>
                  <a:pt x="533424" y="86666"/>
                </a:lnTo>
                <a:lnTo>
                  <a:pt x="532609" y="85003"/>
                </a:lnTo>
                <a:lnTo>
                  <a:pt x="531866" y="83321"/>
                </a:lnTo>
                <a:lnTo>
                  <a:pt x="531193" y="81620"/>
                </a:lnTo>
                <a:lnTo>
                  <a:pt x="530590" y="79900"/>
                </a:lnTo>
                <a:lnTo>
                  <a:pt x="530059" y="78160"/>
                </a:lnTo>
                <a:lnTo>
                  <a:pt x="529599" y="76401"/>
                </a:lnTo>
                <a:lnTo>
                  <a:pt x="529209" y="74623"/>
                </a:lnTo>
                <a:lnTo>
                  <a:pt x="528890" y="72826"/>
                </a:lnTo>
                <a:lnTo>
                  <a:pt x="528643" y="71009"/>
                </a:lnTo>
                <a:lnTo>
                  <a:pt x="528465" y="69174"/>
                </a:lnTo>
                <a:lnTo>
                  <a:pt x="528359" y="67319"/>
                </a:lnTo>
                <a:lnTo>
                  <a:pt x="528324" y="65445"/>
                </a:lnTo>
                <a:lnTo>
                  <a:pt x="528357" y="63638"/>
                </a:lnTo>
                <a:lnTo>
                  <a:pt x="528459" y="61842"/>
                </a:lnTo>
                <a:lnTo>
                  <a:pt x="528627" y="60059"/>
                </a:lnTo>
                <a:lnTo>
                  <a:pt x="528863" y="58288"/>
                </a:lnTo>
                <a:lnTo>
                  <a:pt x="529166" y="56528"/>
                </a:lnTo>
                <a:lnTo>
                  <a:pt x="529536" y="54780"/>
                </a:lnTo>
                <a:lnTo>
                  <a:pt x="529974" y="53045"/>
                </a:lnTo>
                <a:lnTo>
                  <a:pt x="530480" y="51321"/>
                </a:lnTo>
                <a:lnTo>
                  <a:pt x="531052" y="49609"/>
                </a:lnTo>
                <a:lnTo>
                  <a:pt x="531692" y="47908"/>
                </a:lnTo>
                <a:lnTo>
                  <a:pt x="532399" y="46220"/>
                </a:lnTo>
                <a:lnTo>
                  <a:pt x="533174" y="44544"/>
                </a:lnTo>
                <a:lnTo>
                  <a:pt x="534009" y="42904"/>
                </a:lnTo>
                <a:lnTo>
                  <a:pt x="534898" y="41325"/>
                </a:lnTo>
                <a:lnTo>
                  <a:pt x="535840" y="39809"/>
                </a:lnTo>
                <a:lnTo>
                  <a:pt x="536836" y="38354"/>
                </a:lnTo>
                <a:lnTo>
                  <a:pt x="537885" y="36961"/>
                </a:lnTo>
                <a:lnTo>
                  <a:pt x="538988" y="35630"/>
                </a:lnTo>
                <a:lnTo>
                  <a:pt x="540144" y="34360"/>
                </a:lnTo>
                <a:lnTo>
                  <a:pt x="541353" y="33153"/>
                </a:lnTo>
                <a:lnTo>
                  <a:pt x="542616" y="32007"/>
                </a:lnTo>
                <a:lnTo>
                  <a:pt x="543933" y="30922"/>
                </a:lnTo>
                <a:lnTo>
                  <a:pt x="545303" y="29900"/>
                </a:lnTo>
                <a:lnTo>
                  <a:pt x="546727" y="28939"/>
                </a:lnTo>
                <a:lnTo>
                  <a:pt x="548191" y="28048"/>
                </a:lnTo>
                <a:lnTo>
                  <a:pt x="549683" y="27234"/>
                </a:lnTo>
                <a:lnTo>
                  <a:pt x="551203" y="26497"/>
                </a:lnTo>
                <a:lnTo>
                  <a:pt x="552750" y="25838"/>
                </a:lnTo>
                <a:lnTo>
                  <a:pt x="554325" y="25257"/>
                </a:lnTo>
                <a:lnTo>
                  <a:pt x="555928" y="24753"/>
                </a:lnTo>
                <a:lnTo>
                  <a:pt x="557559" y="24327"/>
                </a:lnTo>
                <a:lnTo>
                  <a:pt x="559217" y="23978"/>
                </a:lnTo>
                <a:lnTo>
                  <a:pt x="560904" y="23707"/>
                </a:lnTo>
                <a:lnTo>
                  <a:pt x="562617" y="23513"/>
                </a:lnTo>
                <a:lnTo>
                  <a:pt x="564359" y="23397"/>
                </a:lnTo>
                <a:lnTo>
                  <a:pt x="566128" y="23358"/>
                </a:lnTo>
                <a:lnTo>
                  <a:pt x="568455" y="23428"/>
                </a:lnTo>
                <a:lnTo>
                  <a:pt x="570704" y="23638"/>
                </a:lnTo>
                <a:lnTo>
                  <a:pt x="572876" y="23988"/>
                </a:lnTo>
                <a:lnTo>
                  <a:pt x="574969" y="24478"/>
                </a:lnTo>
                <a:lnTo>
                  <a:pt x="576985" y="25108"/>
                </a:lnTo>
                <a:lnTo>
                  <a:pt x="578923" y="25878"/>
                </a:lnTo>
                <a:lnTo>
                  <a:pt x="580783" y="26788"/>
                </a:lnTo>
                <a:lnTo>
                  <a:pt x="582566" y="27838"/>
                </a:lnTo>
                <a:lnTo>
                  <a:pt x="584271" y="29028"/>
                </a:lnTo>
                <a:lnTo>
                  <a:pt x="585898" y="30359"/>
                </a:lnTo>
                <a:lnTo>
                  <a:pt x="587447" y="31829"/>
                </a:lnTo>
                <a:lnTo>
                  <a:pt x="588918" y="33439"/>
                </a:lnTo>
                <a:lnTo>
                  <a:pt x="590291" y="35195"/>
                </a:lnTo>
                <a:lnTo>
                  <a:pt x="591545" y="37102"/>
                </a:lnTo>
                <a:lnTo>
                  <a:pt x="592679" y="39161"/>
                </a:lnTo>
                <a:lnTo>
                  <a:pt x="593693" y="41373"/>
                </a:lnTo>
                <a:lnTo>
                  <a:pt x="594589" y="43736"/>
                </a:lnTo>
                <a:lnTo>
                  <a:pt x="595365" y="46250"/>
                </a:lnTo>
                <a:lnTo>
                  <a:pt x="596021" y="48917"/>
                </a:lnTo>
                <a:lnTo>
                  <a:pt x="596558" y="51736"/>
                </a:lnTo>
                <a:lnTo>
                  <a:pt x="596976" y="54706"/>
                </a:lnTo>
                <a:lnTo>
                  <a:pt x="597275" y="57828"/>
                </a:lnTo>
                <a:lnTo>
                  <a:pt x="597454" y="61102"/>
                </a:lnTo>
                <a:lnTo>
                  <a:pt x="597513" y="64528"/>
                </a:lnTo>
                <a:lnTo>
                  <a:pt x="597513" y="67367"/>
                </a:lnTo>
                <a:lnTo>
                  <a:pt x="542590" y="67367"/>
                </a:lnTo>
                <a:lnTo>
                  <a:pt x="542614" y="68734"/>
                </a:lnTo>
                <a:lnTo>
                  <a:pt x="542686" y="70081"/>
                </a:lnTo>
                <a:lnTo>
                  <a:pt x="542806" y="71409"/>
                </a:lnTo>
                <a:lnTo>
                  <a:pt x="542974" y="72716"/>
                </a:lnTo>
                <a:lnTo>
                  <a:pt x="543190" y="74004"/>
                </a:lnTo>
                <a:lnTo>
                  <a:pt x="543455" y="75272"/>
                </a:lnTo>
                <a:lnTo>
                  <a:pt x="543767" y="76520"/>
                </a:lnTo>
                <a:lnTo>
                  <a:pt x="544127" y="77749"/>
                </a:lnTo>
                <a:lnTo>
                  <a:pt x="544536" y="78957"/>
                </a:lnTo>
                <a:lnTo>
                  <a:pt x="544992" y="80146"/>
                </a:lnTo>
                <a:lnTo>
                  <a:pt x="545497" y="81315"/>
                </a:lnTo>
                <a:lnTo>
                  <a:pt x="546049" y="82464"/>
                </a:lnTo>
                <a:lnTo>
                  <a:pt x="546641" y="83580"/>
                </a:lnTo>
                <a:lnTo>
                  <a:pt x="547263" y="84648"/>
                </a:lnTo>
                <a:lnTo>
                  <a:pt x="547915" y="85669"/>
                </a:lnTo>
                <a:lnTo>
                  <a:pt x="548597" y="86642"/>
                </a:lnTo>
                <a:lnTo>
                  <a:pt x="549310" y="87568"/>
                </a:lnTo>
                <a:lnTo>
                  <a:pt x="550053" y="88446"/>
                </a:lnTo>
                <a:lnTo>
                  <a:pt x="550826" y="89277"/>
                </a:lnTo>
                <a:lnTo>
                  <a:pt x="551629" y="90060"/>
                </a:lnTo>
                <a:lnTo>
                  <a:pt x="552462" y="90796"/>
                </a:lnTo>
                <a:lnTo>
                  <a:pt x="553326" y="91485"/>
                </a:lnTo>
                <a:lnTo>
                  <a:pt x="554220" y="92126"/>
                </a:lnTo>
                <a:lnTo>
                  <a:pt x="555144" y="92719"/>
                </a:lnTo>
                <a:lnTo>
                  <a:pt x="556094" y="93265"/>
                </a:lnTo>
                <a:lnTo>
                  <a:pt x="557066" y="93763"/>
                </a:lnTo>
                <a:lnTo>
                  <a:pt x="558059" y="94215"/>
                </a:lnTo>
                <a:lnTo>
                  <a:pt x="559075" y="94618"/>
                </a:lnTo>
                <a:lnTo>
                  <a:pt x="560112" y="94974"/>
                </a:lnTo>
                <a:lnTo>
                  <a:pt x="561171" y="95283"/>
                </a:lnTo>
                <a:lnTo>
                  <a:pt x="562252" y="95544"/>
                </a:lnTo>
                <a:lnTo>
                  <a:pt x="563355" y="95757"/>
                </a:lnTo>
                <a:lnTo>
                  <a:pt x="564479" y="95924"/>
                </a:lnTo>
                <a:lnTo>
                  <a:pt x="565625" y="96042"/>
                </a:lnTo>
                <a:lnTo>
                  <a:pt x="566793" y="96114"/>
                </a:lnTo>
                <a:lnTo>
                  <a:pt x="567983" y="96137"/>
                </a:lnTo>
                <a:lnTo>
                  <a:pt x="570142" y="96078"/>
                </a:lnTo>
                <a:lnTo>
                  <a:pt x="572338" y="95900"/>
                </a:lnTo>
                <a:lnTo>
                  <a:pt x="574572" y="95603"/>
                </a:lnTo>
                <a:lnTo>
                  <a:pt x="576844" y="95188"/>
                </a:lnTo>
                <a:lnTo>
                  <a:pt x="579153" y="94654"/>
                </a:lnTo>
                <a:lnTo>
                  <a:pt x="581500" y="94001"/>
                </a:lnTo>
                <a:lnTo>
                  <a:pt x="583885" y="93229"/>
                </a:lnTo>
                <a:lnTo>
                  <a:pt x="586307" y="92339"/>
                </a:lnTo>
                <a:lnTo>
                  <a:pt x="588767" y="91330"/>
                </a:lnTo>
                <a:lnTo>
                  <a:pt x="591264" y="90203"/>
                </a:lnTo>
                <a:lnTo>
                  <a:pt x="593799" y="88957"/>
                </a:lnTo>
                <a:lnTo>
                  <a:pt x="596372" y="87592"/>
                </a:lnTo>
                <a:lnTo>
                  <a:pt x="596372" y="99698"/>
                </a:lnTo>
                <a:moveTo>
                  <a:pt x="543374" y="57397"/>
                </a:moveTo>
                <a:lnTo>
                  <a:pt x="583105" y="57397"/>
                </a:lnTo>
                <a:lnTo>
                  <a:pt x="583105" y="55499"/>
                </a:lnTo>
                <a:lnTo>
                  <a:pt x="583072" y="53920"/>
                </a:lnTo>
                <a:lnTo>
                  <a:pt x="582972" y="52396"/>
                </a:lnTo>
                <a:lnTo>
                  <a:pt x="582806" y="50926"/>
                </a:lnTo>
                <a:lnTo>
                  <a:pt x="582574" y="49512"/>
                </a:lnTo>
                <a:lnTo>
                  <a:pt x="582275" y="48152"/>
                </a:lnTo>
                <a:lnTo>
                  <a:pt x="581910" y="46846"/>
                </a:lnTo>
                <a:lnTo>
                  <a:pt x="581479" y="45596"/>
                </a:lnTo>
                <a:lnTo>
                  <a:pt x="580981" y="44400"/>
                </a:lnTo>
                <a:lnTo>
                  <a:pt x="580417" y="43259"/>
                </a:lnTo>
                <a:lnTo>
                  <a:pt x="579786" y="42172"/>
                </a:lnTo>
                <a:lnTo>
                  <a:pt x="579089" y="41141"/>
                </a:lnTo>
                <a:lnTo>
                  <a:pt x="578326" y="40164"/>
                </a:lnTo>
                <a:lnTo>
                  <a:pt x="577507" y="39254"/>
                </a:lnTo>
                <a:lnTo>
                  <a:pt x="576644" y="38423"/>
                </a:lnTo>
                <a:lnTo>
                  <a:pt x="575736" y="37672"/>
                </a:lnTo>
                <a:lnTo>
                  <a:pt x="574783" y="36999"/>
                </a:lnTo>
                <a:lnTo>
                  <a:pt x="573786" y="36406"/>
                </a:lnTo>
                <a:lnTo>
                  <a:pt x="572744" y="35891"/>
                </a:lnTo>
                <a:lnTo>
                  <a:pt x="571658" y="35456"/>
                </a:lnTo>
                <a:lnTo>
                  <a:pt x="570527" y="35100"/>
                </a:lnTo>
                <a:lnTo>
                  <a:pt x="569352" y="34823"/>
                </a:lnTo>
                <a:lnTo>
                  <a:pt x="568132" y="34625"/>
                </a:lnTo>
                <a:lnTo>
                  <a:pt x="566867" y="34507"/>
                </a:lnTo>
                <a:lnTo>
                  <a:pt x="565558" y="34467"/>
                </a:lnTo>
                <a:lnTo>
                  <a:pt x="564230" y="34507"/>
                </a:lnTo>
                <a:lnTo>
                  <a:pt x="562932" y="34628"/>
                </a:lnTo>
                <a:lnTo>
                  <a:pt x="561664" y="34830"/>
                </a:lnTo>
                <a:lnTo>
                  <a:pt x="560426" y="35112"/>
                </a:lnTo>
                <a:lnTo>
                  <a:pt x="559219" y="35475"/>
                </a:lnTo>
                <a:lnTo>
                  <a:pt x="558041" y="35918"/>
                </a:lnTo>
                <a:lnTo>
                  <a:pt x="556894" y="36442"/>
                </a:lnTo>
                <a:lnTo>
                  <a:pt x="555778" y="37046"/>
                </a:lnTo>
                <a:lnTo>
                  <a:pt x="554691" y="37732"/>
                </a:lnTo>
                <a:lnTo>
                  <a:pt x="553635" y="38497"/>
                </a:lnTo>
                <a:lnTo>
                  <a:pt x="552609" y="39344"/>
                </a:lnTo>
                <a:lnTo>
                  <a:pt x="551613" y="40271"/>
                </a:lnTo>
                <a:lnTo>
                  <a:pt x="550657" y="41276"/>
                </a:lnTo>
                <a:lnTo>
                  <a:pt x="549749" y="42358"/>
                </a:lnTo>
                <a:lnTo>
                  <a:pt x="548891" y="43517"/>
                </a:lnTo>
                <a:lnTo>
                  <a:pt x="548082" y="44752"/>
                </a:lnTo>
                <a:lnTo>
                  <a:pt x="547322" y="46064"/>
                </a:lnTo>
                <a:lnTo>
                  <a:pt x="546611" y="47453"/>
                </a:lnTo>
                <a:lnTo>
                  <a:pt x="545949" y="48919"/>
                </a:lnTo>
                <a:lnTo>
                  <a:pt x="545336" y="50461"/>
                </a:lnTo>
                <a:lnTo>
                  <a:pt x="544772" y="52080"/>
                </a:lnTo>
                <a:lnTo>
                  <a:pt x="544257" y="53776"/>
                </a:lnTo>
                <a:lnTo>
                  <a:pt x="543791" y="55548"/>
                </a:lnTo>
                <a:lnTo>
                  <a:pt x="543374" y="57397"/>
                </a:lnTo>
                <a:close/>
                <a:moveTo>
                  <a:pt x="617757" y="105110"/>
                </a:moveTo>
                <a:lnTo>
                  <a:pt x="617757" y="25494"/>
                </a:lnTo>
                <a:lnTo>
                  <a:pt x="631024" y="25494"/>
                </a:lnTo>
                <a:lnTo>
                  <a:pt x="631024" y="43006"/>
                </a:lnTo>
                <a:lnTo>
                  <a:pt x="631992" y="41497"/>
                </a:lnTo>
                <a:lnTo>
                  <a:pt x="632992" y="40045"/>
                </a:lnTo>
                <a:lnTo>
                  <a:pt x="634024" y="38647"/>
                </a:lnTo>
                <a:lnTo>
                  <a:pt x="635090" y="37306"/>
                </a:lnTo>
                <a:lnTo>
                  <a:pt x="636188" y="36020"/>
                </a:lnTo>
                <a:lnTo>
                  <a:pt x="637319" y="34789"/>
                </a:lnTo>
                <a:lnTo>
                  <a:pt x="638483" y="33614"/>
                </a:lnTo>
                <a:lnTo>
                  <a:pt x="639679" y="32495"/>
                </a:lnTo>
                <a:lnTo>
                  <a:pt x="640908" y="31431"/>
                </a:lnTo>
                <a:lnTo>
                  <a:pt x="642169" y="30423"/>
                </a:lnTo>
                <a:lnTo>
                  <a:pt x="643464" y="29471"/>
                </a:lnTo>
                <a:lnTo>
                  <a:pt x="644791" y="28574"/>
                </a:lnTo>
                <a:lnTo>
                  <a:pt x="646134" y="27741"/>
                </a:lnTo>
                <a:lnTo>
                  <a:pt x="647477" y="26980"/>
                </a:lnTo>
                <a:lnTo>
                  <a:pt x="648821" y="26292"/>
                </a:lnTo>
                <a:lnTo>
                  <a:pt x="650164" y="25676"/>
                </a:lnTo>
                <a:lnTo>
                  <a:pt x="651508" y="25133"/>
                </a:lnTo>
                <a:lnTo>
                  <a:pt x="652851" y="24662"/>
                </a:lnTo>
                <a:lnTo>
                  <a:pt x="654194" y="24263"/>
                </a:lnTo>
                <a:lnTo>
                  <a:pt x="655538" y="23937"/>
                </a:lnTo>
                <a:lnTo>
                  <a:pt x="656881" y="23684"/>
                </a:lnTo>
                <a:lnTo>
                  <a:pt x="658224" y="23503"/>
                </a:lnTo>
                <a:lnTo>
                  <a:pt x="659568" y="23394"/>
                </a:lnTo>
                <a:lnTo>
                  <a:pt x="660911" y="23358"/>
                </a:lnTo>
                <a:lnTo>
                  <a:pt x="662079" y="23384"/>
                </a:lnTo>
                <a:lnTo>
                  <a:pt x="663229" y="23462"/>
                </a:lnTo>
                <a:lnTo>
                  <a:pt x="664362" y="23591"/>
                </a:lnTo>
                <a:lnTo>
                  <a:pt x="665476" y="23773"/>
                </a:lnTo>
                <a:lnTo>
                  <a:pt x="666573" y="24007"/>
                </a:lnTo>
                <a:lnTo>
                  <a:pt x="667652" y="24292"/>
                </a:lnTo>
                <a:lnTo>
                  <a:pt x="668713" y="24630"/>
                </a:lnTo>
                <a:lnTo>
                  <a:pt x="669756" y="25019"/>
                </a:lnTo>
                <a:lnTo>
                  <a:pt x="670781" y="25461"/>
                </a:lnTo>
                <a:lnTo>
                  <a:pt x="671789" y="25954"/>
                </a:lnTo>
                <a:lnTo>
                  <a:pt x="672779" y="26499"/>
                </a:lnTo>
                <a:lnTo>
                  <a:pt x="673751" y="27096"/>
                </a:lnTo>
                <a:lnTo>
                  <a:pt x="674689" y="27736"/>
                </a:lnTo>
                <a:lnTo>
                  <a:pt x="675580" y="28407"/>
                </a:lnTo>
                <a:lnTo>
                  <a:pt x="676423" y="29110"/>
                </a:lnTo>
                <a:lnTo>
                  <a:pt x="677218" y="29846"/>
                </a:lnTo>
                <a:lnTo>
                  <a:pt x="677965" y="30614"/>
                </a:lnTo>
                <a:lnTo>
                  <a:pt x="678663" y="31414"/>
                </a:lnTo>
                <a:lnTo>
                  <a:pt x="679314" y="32246"/>
                </a:lnTo>
                <a:lnTo>
                  <a:pt x="679917" y="33110"/>
                </a:lnTo>
                <a:lnTo>
                  <a:pt x="680471" y="34006"/>
                </a:lnTo>
                <a:lnTo>
                  <a:pt x="680978" y="34935"/>
                </a:lnTo>
                <a:lnTo>
                  <a:pt x="681436" y="35895"/>
                </a:lnTo>
                <a:lnTo>
                  <a:pt x="681846" y="36888"/>
                </a:lnTo>
                <a:lnTo>
                  <a:pt x="682217" y="37978"/>
                </a:lnTo>
                <a:lnTo>
                  <a:pt x="682555" y="39230"/>
                </a:lnTo>
                <a:lnTo>
                  <a:pt x="682861" y="40645"/>
                </a:lnTo>
                <a:lnTo>
                  <a:pt x="683134" y="42221"/>
                </a:lnTo>
                <a:lnTo>
                  <a:pt x="683376" y="43960"/>
                </a:lnTo>
                <a:lnTo>
                  <a:pt x="683585" y="45861"/>
                </a:lnTo>
                <a:lnTo>
                  <a:pt x="683762" y="47924"/>
                </a:lnTo>
                <a:lnTo>
                  <a:pt x="683907" y="50150"/>
                </a:lnTo>
                <a:lnTo>
                  <a:pt x="684020" y="52537"/>
                </a:lnTo>
                <a:lnTo>
                  <a:pt x="684100" y="55087"/>
                </a:lnTo>
                <a:lnTo>
                  <a:pt x="684149" y="57799"/>
                </a:lnTo>
                <a:lnTo>
                  <a:pt x="684165" y="60673"/>
                </a:lnTo>
                <a:lnTo>
                  <a:pt x="684165" y="105110"/>
                </a:lnTo>
                <a:lnTo>
                  <a:pt x="670897" y="105110"/>
                </a:lnTo>
                <a:lnTo>
                  <a:pt x="670897" y="59082"/>
                </a:lnTo>
                <a:lnTo>
                  <a:pt x="670890" y="57227"/>
                </a:lnTo>
                <a:lnTo>
                  <a:pt x="670867" y="55480"/>
                </a:lnTo>
                <a:lnTo>
                  <a:pt x="670828" y="53842"/>
                </a:lnTo>
                <a:lnTo>
                  <a:pt x="670775" y="52312"/>
                </a:lnTo>
                <a:lnTo>
                  <a:pt x="670705" y="50890"/>
                </a:lnTo>
                <a:lnTo>
                  <a:pt x="670621" y="49576"/>
                </a:lnTo>
                <a:lnTo>
                  <a:pt x="670521" y="48370"/>
                </a:lnTo>
                <a:lnTo>
                  <a:pt x="670406" y="47273"/>
                </a:lnTo>
                <a:lnTo>
                  <a:pt x="670275" y="46283"/>
                </a:lnTo>
                <a:lnTo>
                  <a:pt x="670130" y="45402"/>
                </a:lnTo>
                <a:lnTo>
                  <a:pt x="669968" y="44630"/>
                </a:lnTo>
                <a:lnTo>
                  <a:pt x="669792" y="43965"/>
                </a:lnTo>
                <a:lnTo>
                  <a:pt x="669595" y="43364"/>
                </a:lnTo>
                <a:lnTo>
                  <a:pt x="669372" y="42781"/>
                </a:lnTo>
                <a:lnTo>
                  <a:pt x="669123" y="42216"/>
                </a:lnTo>
                <a:lnTo>
                  <a:pt x="668849" y="41669"/>
                </a:lnTo>
                <a:lnTo>
                  <a:pt x="668548" y="41141"/>
                </a:lnTo>
                <a:lnTo>
                  <a:pt x="668222" y="40631"/>
                </a:lnTo>
                <a:lnTo>
                  <a:pt x="667871" y="40139"/>
                </a:lnTo>
                <a:lnTo>
                  <a:pt x="667493" y="39666"/>
                </a:lnTo>
                <a:lnTo>
                  <a:pt x="667090" y="39210"/>
                </a:lnTo>
                <a:lnTo>
                  <a:pt x="666661" y="38773"/>
                </a:lnTo>
                <a:lnTo>
                  <a:pt x="666206" y="38355"/>
                </a:lnTo>
                <a:lnTo>
                  <a:pt x="665726" y="37954"/>
                </a:lnTo>
                <a:lnTo>
                  <a:pt x="665229" y="37579"/>
                </a:lnTo>
                <a:lnTo>
                  <a:pt x="664724" y="37237"/>
                </a:lnTo>
                <a:lnTo>
                  <a:pt x="664212" y="36927"/>
                </a:lnTo>
                <a:lnTo>
                  <a:pt x="663693" y="36650"/>
                </a:lnTo>
                <a:lnTo>
                  <a:pt x="663166" y="36405"/>
                </a:lnTo>
                <a:lnTo>
                  <a:pt x="662632" y="36193"/>
                </a:lnTo>
                <a:lnTo>
                  <a:pt x="662090" y="36014"/>
                </a:lnTo>
                <a:lnTo>
                  <a:pt x="661541" y="35867"/>
                </a:lnTo>
                <a:lnTo>
                  <a:pt x="660985" y="35753"/>
                </a:lnTo>
                <a:lnTo>
                  <a:pt x="660421" y="35672"/>
                </a:lnTo>
                <a:lnTo>
                  <a:pt x="659849" y="35623"/>
                </a:lnTo>
                <a:lnTo>
                  <a:pt x="659271" y="35606"/>
                </a:lnTo>
                <a:lnTo>
                  <a:pt x="658098" y="35652"/>
                </a:lnTo>
                <a:lnTo>
                  <a:pt x="656912" y="35790"/>
                </a:lnTo>
                <a:lnTo>
                  <a:pt x="655711" y="36020"/>
                </a:lnTo>
                <a:lnTo>
                  <a:pt x="654496" y="36342"/>
                </a:lnTo>
                <a:lnTo>
                  <a:pt x="653266" y="36755"/>
                </a:lnTo>
                <a:lnTo>
                  <a:pt x="652022" y="37260"/>
                </a:lnTo>
                <a:lnTo>
                  <a:pt x="650763" y="37858"/>
                </a:lnTo>
                <a:lnTo>
                  <a:pt x="649491" y="38547"/>
                </a:lnTo>
                <a:lnTo>
                  <a:pt x="648203" y="39328"/>
                </a:lnTo>
                <a:lnTo>
                  <a:pt x="646902" y="40201"/>
                </a:lnTo>
                <a:lnTo>
                  <a:pt x="645586" y="41166"/>
                </a:lnTo>
                <a:lnTo>
                  <a:pt x="644256" y="42222"/>
                </a:lnTo>
                <a:lnTo>
                  <a:pt x="642938" y="43348"/>
                </a:lnTo>
                <a:lnTo>
                  <a:pt x="641659" y="44521"/>
                </a:lnTo>
                <a:lnTo>
                  <a:pt x="640420" y="45739"/>
                </a:lnTo>
                <a:lnTo>
                  <a:pt x="639219" y="47005"/>
                </a:lnTo>
                <a:lnTo>
                  <a:pt x="638058" y="48316"/>
                </a:lnTo>
                <a:lnTo>
                  <a:pt x="636936" y="49674"/>
                </a:lnTo>
                <a:lnTo>
                  <a:pt x="635853" y="51079"/>
                </a:lnTo>
                <a:lnTo>
                  <a:pt x="634809" y="52530"/>
                </a:lnTo>
                <a:lnTo>
                  <a:pt x="633804" y="54027"/>
                </a:lnTo>
                <a:lnTo>
                  <a:pt x="632838" y="55571"/>
                </a:lnTo>
                <a:lnTo>
                  <a:pt x="631912" y="57161"/>
                </a:lnTo>
                <a:lnTo>
                  <a:pt x="631024" y="58797"/>
                </a:lnTo>
                <a:lnTo>
                  <a:pt x="631024" y="105110"/>
                </a:lnTo>
                <a:lnTo>
                  <a:pt x="617757" y="105110"/>
                </a:lnTo>
                <a:close/>
                <a:moveTo>
                  <a:pt x="706334" y="100795"/>
                </a:moveTo>
                <a:lnTo>
                  <a:pt x="706334" y="86737"/>
                </a:lnTo>
                <a:lnTo>
                  <a:pt x="707672" y="87582"/>
                </a:lnTo>
                <a:lnTo>
                  <a:pt x="709023" y="88384"/>
                </a:lnTo>
                <a:lnTo>
                  <a:pt x="710386" y="89143"/>
                </a:lnTo>
                <a:lnTo>
                  <a:pt x="711763" y="89859"/>
                </a:lnTo>
                <a:lnTo>
                  <a:pt x="713152" y="90531"/>
                </a:lnTo>
                <a:lnTo>
                  <a:pt x="714555" y="91161"/>
                </a:lnTo>
                <a:lnTo>
                  <a:pt x="715970" y="91748"/>
                </a:lnTo>
                <a:lnTo>
                  <a:pt x="717398" y="92292"/>
                </a:lnTo>
                <a:lnTo>
                  <a:pt x="718839" y="92792"/>
                </a:lnTo>
                <a:lnTo>
                  <a:pt x="720293" y="93250"/>
                </a:lnTo>
                <a:lnTo>
                  <a:pt x="721759" y="93665"/>
                </a:lnTo>
                <a:lnTo>
                  <a:pt x="723239" y="94036"/>
                </a:lnTo>
                <a:lnTo>
                  <a:pt x="724706" y="94372"/>
                </a:lnTo>
                <a:lnTo>
                  <a:pt x="726136" y="94678"/>
                </a:lnTo>
                <a:lnTo>
                  <a:pt x="727528" y="94956"/>
                </a:lnTo>
                <a:lnTo>
                  <a:pt x="728882" y="95204"/>
                </a:lnTo>
                <a:lnTo>
                  <a:pt x="730199" y="95422"/>
                </a:lnTo>
                <a:lnTo>
                  <a:pt x="731478" y="95612"/>
                </a:lnTo>
                <a:lnTo>
                  <a:pt x="732719" y="95773"/>
                </a:lnTo>
                <a:lnTo>
                  <a:pt x="733923" y="95904"/>
                </a:lnTo>
                <a:lnTo>
                  <a:pt x="735089" y="96006"/>
                </a:lnTo>
                <a:lnTo>
                  <a:pt x="736217" y="96079"/>
                </a:lnTo>
                <a:lnTo>
                  <a:pt x="737308" y="96123"/>
                </a:lnTo>
                <a:lnTo>
                  <a:pt x="738361" y="96137"/>
                </a:lnTo>
                <a:lnTo>
                  <a:pt x="739998" y="96115"/>
                </a:lnTo>
                <a:lnTo>
                  <a:pt x="741557" y="96048"/>
                </a:lnTo>
                <a:lnTo>
                  <a:pt x="743037" y="95935"/>
                </a:lnTo>
                <a:lnTo>
                  <a:pt x="744440" y="95778"/>
                </a:lnTo>
                <a:lnTo>
                  <a:pt x="745764" y="95577"/>
                </a:lnTo>
                <a:lnTo>
                  <a:pt x="747010" y="95330"/>
                </a:lnTo>
                <a:lnTo>
                  <a:pt x="748177" y="95038"/>
                </a:lnTo>
                <a:lnTo>
                  <a:pt x="749266" y="94702"/>
                </a:lnTo>
                <a:lnTo>
                  <a:pt x="750277" y="94321"/>
                </a:lnTo>
                <a:lnTo>
                  <a:pt x="751210" y="93895"/>
                </a:lnTo>
                <a:lnTo>
                  <a:pt x="752065" y="93424"/>
                </a:lnTo>
                <a:lnTo>
                  <a:pt x="752841" y="92908"/>
                </a:lnTo>
                <a:lnTo>
                  <a:pt x="753547" y="92359"/>
                </a:lnTo>
                <a:lnTo>
                  <a:pt x="754192" y="91788"/>
                </a:lnTo>
                <a:lnTo>
                  <a:pt x="754776" y="91194"/>
                </a:lnTo>
                <a:lnTo>
                  <a:pt x="755298" y="90578"/>
                </a:lnTo>
                <a:lnTo>
                  <a:pt x="755758" y="89940"/>
                </a:lnTo>
                <a:lnTo>
                  <a:pt x="756158" y="89280"/>
                </a:lnTo>
                <a:lnTo>
                  <a:pt x="756495" y="88598"/>
                </a:lnTo>
                <a:lnTo>
                  <a:pt x="756772" y="87894"/>
                </a:lnTo>
                <a:lnTo>
                  <a:pt x="756987" y="87167"/>
                </a:lnTo>
                <a:lnTo>
                  <a:pt x="757140" y="86418"/>
                </a:lnTo>
                <a:lnTo>
                  <a:pt x="757233" y="85648"/>
                </a:lnTo>
                <a:lnTo>
                  <a:pt x="757263" y="84854"/>
                </a:lnTo>
                <a:lnTo>
                  <a:pt x="757249" y="84329"/>
                </a:lnTo>
                <a:lnTo>
                  <a:pt x="757206" y="83816"/>
                </a:lnTo>
                <a:lnTo>
                  <a:pt x="757134" y="83315"/>
                </a:lnTo>
                <a:lnTo>
                  <a:pt x="757033" y="82828"/>
                </a:lnTo>
                <a:lnTo>
                  <a:pt x="756904" y="82353"/>
                </a:lnTo>
                <a:lnTo>
                  <a:pt x="756746" y="81891"/>
                </a:lnTo>
                <a:lnTo>
                  <a:pt x="756559" y="81442"/>
                </a:lnTo>
                <a:lnTo>
                  <a:pt x="756344" y="81006"/>
                </a:lnTo>
                <a:lnTo>
                  <a:pt x="756100" y="80583"/>
                </a:lnTo>
                <a:lnTo>
                  <a:pt x="755827" y="80172"/>
                </a:lnTo>
                <a:lnTo>
                  <a:pt x="755525" y="79774"/>
                </a:lnTo>
                <a:lnTo>
                  <a:pt x="755195" y="79389"/>
                </a:lnTo>
                <a:lnTo>
                  <a:pt x="754807" y="79003"/>
                </a:lnTo>
                <a:lnTo>
                  <a:pt x="754335" y="78603"/>
                </a:lnTo>
                <a:lnTo>
                  <a:pt x="753777" y="78187"/>
                </a:lnTo>
                <a:lnTo>
                  <a:pt x="753134" y="77757"/>
                </a:lnTo>
                <a:lnTo>
                  <a:pt x="752406" y="77312"/>
                </a:lnTo>
                <a:lnTo>
                  <a:pt x="751593" y="76852"/>
                </a:lnTo>
                <a:lnTo>
                  <a:pt x="750694" y="76378"/>
                </a:lnTo>
                <a:lnTo>
                  <a:pt x="749710" y="75889"/>
                </a:lnTo>
                <a:lnTo>
                  <a:pt x="748641" y="75384"/>
                </a:lnTo>
                <a:lnTo>
                  <a:pt x="747487" y="74865"/>
                </a:lnTo>
                <a:lnTo>
                  <a:pt x="746248" y="74332"/>
                </a:lnTo>
                <a:lnTo>
                  <a:pt x="744923" y="73783"/>
                </a:lnTo>
                <a:lnTo>
                  <a:pt x="740358" y="71938"/>
                </a:lnTo>
                <a:lnTo>
                  <a:pt x="731157" y="68318"/>
                </a:lnTo>
                <a:lnTo>
                  <a:pt x="728760" y="67365"/>
                </a:lnTo>
                <a:lnTo>
                  <a:pt x="726516" y="66425"/>
                </a:lnTo>
                <a:lnTo>
                  <a:pt x="724425" y="65496"/>
                </a:lnTo>
                <a:lnTo>
                  <a:pt x="722486" y="64579"/>
                </a:lnTo>
                <a:lnTo>
                  <a:pt x="720700" y="63673"/>
                </a:lnTo>
                <a:lnTo>
                  <a:pt x="719066" y="62779"/>
                </a:lnTo>
                <a:lnTo>
                  <a:pt x="717585" y="61897"/>
                </a:lnTo>
                <a:lnTo>
                  <a:pt x="716257" y="61026"/>
                </a:lnTo>
                <a:lnTo>
                  <a:pt x="715081" y="60167"/>
                </a:lnTo>
                <a:lnTo>
                  <a:pt x="714057" y="59320"/>
                </a:lnTo>
                <a:lnTo>
                  <a:pt x="713187" y="58484"/>
                </a:lnTo>
                <a:lnTo>
                  <a:pt x="712468" y="57660"/>
                </a:lnTo>
                <a:lnTo>
                  <a:pt x="711842" y="56839"/>
                </a:lnTo>
                <a:lnTo>
                  <a:pt x="711270" y="55987"/>
                </a:lnTo>
                <a:lnTo>
                  <a:pt x="710752" y="55107"/>
                </a:lnTo>
                <a:lnTo>
                  <a:pt x="710289" y="54196"/>
                </a:lnTo>
                <a:lnTo>
                  <a:pt x="709880" y="53256"/>
                </a:lnTo>
                <a:lnTo>
                  <a:pt x="709526" y="52286"/>
                </a:lnTo>
                <a:lnTo>
                  <a:pt x="709226" y="51287"/>
                </a:lnTo>
                <a:lnTo>
                  <a:pt x="708981" y="50258"/>
                </a:lnTo>
                <a:lnTo>
                  <a:pt x="708790" y="49199"/>
                </a:lnTo>
                <a:lnTo>
                  <a:pt x="708654" y="48111"/>
                </a:lnTo>
                <a:lnTo>
                  <a:pt x="708572" y="46993"/>
                </a:lnTo>
                <a:lnTo>
                  <a:pt x="708545" y="45845"/>
                </a:lnTo>
                <a:lnTo>
                  <a:pt x="708598" y="44233"/>
                </a:lnTo>
                <a:lnTo>
                  <a:pt x="708756" y="42669"/>
                </a:lnTo>
                <a:lnTo>
                  <a:pt x="709020" y="41153"/>
                </a:lnTo>
                <a:lnTo>
                  <a:pt x="709389" y="39686"/>
                </a:lnTo>
                <a:lnTo>
                  <a:pt x="709864" y="38267"/>
                </a:lnTo>
                <a:lnTo>
                  <a:pt x="710444" y="36897"/>
                </a:lnTo>
                <a:lnTo>
                  <a:pt x="711130" y="35575"/>
                </a:lnTo>
                <a:lnTo>
                  <a:pt x="711921" y="34301"/>
                </a:lnTo>
                <a:lnTo>
                  <a:pt x="712818" y="33076"/>
                </a:lnTo>
                <a:lnTo>
                  <a:pt x="713821" y="31899"/>
                </a:lnTo>
                <a:lnTo>
                  <a:pt x="714928" y="30771"/>
                </a:lnTo>
                <a:lnTo>
                  <a:pt x="716142" y="29691"/>
                </a:lnTo>
                <a:lnTo>
                  <a:pt x="717473" y="28680"/>
                </a:lnTo>
                <a:lnTo>
                  <a:pt x="718936" y="27756"/>
                </a:lnTo>
                <a:lnTo>
                  <a:pt x="720531" y="26920"/>
                </a:lnTo>
                <a:lnTo>
                  <a:pt x="722256" y="26173"/>
                </a:lnTo>
                <a:lnTo>
                  <a:pt x="724113" y="25513"/>
                </a:lnTo>
                <a:lnTo>
                  <a:pt x="726101" y="24941"/>
                </a:lnTo>
                <a:lnTo>
                  <a:pt x="728220" y="24457"/>
                </a:lnTo>
                <a:lnTo>
                  <a:pt x="730471" y="24062"/>
                </a:lnTo>
                <a:lnTo>
                  <a:pt x="732853" y="23754"/>
                </a:lnTo>
                <a:lnTo>
                  <a:pt x="735366" y="23534"/>
                </a:lnTo>
                <a:lnTo>
                  <a:pt x="738010" y="23402"/>
                </a:lnTo>
                <a:lnTo>
                  <a:pt x="740786" y="23358"/>
                </a:lnTo>
                <a:lnTo>
                  <a:pt x="742905" y="23383"/>
                </a:lnTo>
                <a:lnTo>
                  <a:pt x="745004" y="23461"/>
                </a:lnTo>
                <a:lnTo>
                  <a:pt x="747085" y="23589"/>
                </a:lnTo>
                <a:lnTo>
                  <a:pt x="749148" y="23769"/>
                </a:lnTo>
                <a:lnTo>
                  <a:pt x="751191" y="24001"/>
                </a:lnTo>
                <a:lnTo>
                  <a:pt x="753215" y="24284"/>
                </a:lnTo>
                <a:lnTo>
                  <a:pt x="755221" y="24618"/>
                </a:lnTo>
                <a:lnTo>
                  <a:pt x="757208" y="25004"/>
                </a:lnTo>
                <a:lnTo>
                  <a:pt x="759176" y="25441"/>
                </a:lnTo>
                <a:lnTo>
                  <a:pt x="761125" y="25929"/>
                </a:lnTo>
                <a:lnTo>
                  <a:pt x="763055" y="26469"/>
                </a:lnTo>
                <a:lnTo>
                  <a:pt x="764967" y="27061"/>
                </a:lnTo>
                <a:lnTo>
                  <a:pt x="764967" y="39167"/>
                </a:lnTo>
                <a:lnTo>
                  <a:pt x="762790" y="38416"/>
                </a:lnTo>
                <a:lnTo>
                  <a:pt x="760636" y="37731"/>
                </a:lnTo>
                <a:lnTo>
                  <a:pt x="758503" y="37111"/>
                </a:lnTo>
                <a:lnTo>
                  <a:pt x="756391" y="36556"/>
                </a:lnTo>
                <a:lnTo>
                  <a:pt x="754302" y="36066"/>
                </a:lnTo>
                <a:lnTo>
                  <a:pt x="752235" y="35642"/>
                </a:lnTo>
                <a:lnTo>
                  <a:pt x="750189" y="35283"/>
                </a:lnTo>
                <a:lnTo>
                  <a:pt x="748165" y="34989"/>
                </a:lnTo>
                <a:lnTo>
                  <a:pt x="746163" y="34761"/>
                </a:lnTo>
                <a:lnTo>
                  <a:pt x="744182" y="34598"/>
                </a:lnTo>
                <a:lnTo>
                  <a:pt x="742224" y="34500"/>
                </a:lnTo>
                <a:lnTo>
                  <a:pt x="740287" y="34467"/>
                </a:lnTo>
                <a:lnTo>
                  <a:pt x="738909" y="34487"/>
                </a:lnTo>
                <a:lnTo>
                  <a:pt x="737583" y="34549"/>
                </a:lnTo>
                <a:lnTo>
                  <a:pt x="736308" y="34651"/>
                </a:lnTo>
                <a:lnTo>
                  <a:pt x="735084" y="34794"/>
                </a:lnTo>
                <a:lnTo>
                  <a:pt x="733910" y="34979"/>
                </a:lnTo>
                <a:lnTo>
                  <a:pt x="732788" y="35204"/>
                </a:lnTo>
                <a:lnTo>
                  <a:pt x="731717" y="35470"/>
                </a:lnTo>
                <a:lnTo>
                  <a:pt x="730697" y="35777"/>
                </a:lnTo>
                <a:lnTo>
                  <a:pt x="729728" y="36124"/>
                </a:lnTo>
                <a:lnTo>
                  <a:pt x="728810" y="36513"/>
                </a:lnTo>
                <a:lnTo>
                  <a:pt x="727943" y="36943"/>
                </a:lnTo>
                <a:lnTo>
                  <a:pt x="727127" y="37413"/>
                </a:lnTo>
                <a:lnTo>
                  <a:pt x="726369" y="37914"/>
                </a:lnTo>
                <a:lnTo>
                  <a:pt x="725677" y="38435"/>
                </a:lnTo>
                <a:lnTo>
                  <a:pt x="725051" y="38976"/>
                </a:lnTo>
                <a:lnTo>
                  <a:pt x="724491" y="39538"/>
                </a:lnTo>
                <a:lnTo>
                  <a:pt x="723997" y="40120"/>
                </a:lnTo>
                <a:lnTo>
                  <a:pt x="723569" y="40721"/>
                </a:lnTo>
                <a:lnTo>
                  <a:pt x="723207" y="41344"/>
                </a:lnTo>
                <a:lnTo>
                  <a:pt x="722910" y="41986"/>
                </a:lnTo>
                <a:lnTo>
                  <a:pt x="722680" y="42648"/>
                </a:lnTo>
                <a:lnTo>
                  <a:pt x="722515" y="43331"/>
                </a:lnTo>
                <a:lnTo>
                  <a:pt x="722416" y="44034"/>
                </a:lnTo>
                <a:lnTo>
                  <a:pt x="722383" y="44757"/>
                </a:lnTo>
                <a:lnTo>
                  <a:pt x="722412" y="45455"/>
                </a:lnTo>
                <a:lnTo>
                  <a:pt x="722498" y="46129"/>
                </a:lnTo>
                <a:lnTo>
                  <a:pt x="722642" y="46779"/>
                </a:lnTo>
                <a:lnTo>
                  <a:pt x="722843" y="47406"/>
                </a:lnTo>
                <a:lnTo>
                  <a:pt x="723101" y="48009"/>
                </a:lnTo>
                <a:lnTo>
                  <a:pt x="723417" y="48589"/>
                </a:lnTo>
                <a:lnTo>
                  <a:pt x="723791" y="49145"/>
                </a:lnTo>
                <a:lnTo>
                  <a:pt x="724222" y="49677"/>
                </a:lnTo>
                <a:lnTo>
                  <a:pt x="724710" y="50185"/>
                </a:lnTo>
                <a:lnTo>
                  <a:pt x="725256" y="50670"/>
                </a:lnTo>
                <a:lnTo>
                  <a:pt x="725859" y="51132"/>
                </a:lnTo>
                <a:lnTo>
                  <a:pt x="726520" y="51569"/>
                </a:lnTo>
                <a:lnTo>
                  <a:pt x="727233" y="52000"/>
                </a:lnTo>
                <a:lnTo>
                  <a:pt x="728018" y="52442"/>
                </a:lnTo>
                <a:lnTo>
                  <a:pt x="728874" y="52895"/>
                </a:lnTo>
                <a:lnTo>
                  <a:pt x="729801" y="53359"/>
                </a:lnTo>
                <a:lnTo>
                  <a:pt x="730800" y="53834"/>
                </a:lnTo>
                <a:lnTo>
                  <a:pt x="731870" y="54319"/>
                </a:lnTo>
                <a:lnTo>
                  <a:pt x="733011" y="54816"/>
                </a:lnTo>
                <a:lnTo>
                  <a:pt x="734224" y="55323"/>
                </a:lnTo>
                <a:lnTo>
                  <a:pt x="735508" y="55841"/>
                </a:lnTo>
                <a:lnTo>
                  <a:pt x="736863" y="56370"/>
                </a:lnTo>
                <a:lnTo>
                  <a:pt x="738290" y="56909"/>
                </a:lnTo>
                <a:lnTo>
                  <a:pt x="739787" y="57460"/>
                </a:lnTo>
                <a:lnTo>
                  <a:pt x="748775" y="60724"/>
                </a:lnTo>
                <a:lnTo>
                  <a:pt x="750781" y="61475"/>
                </a:lnTo>
                <a:lnTo>
                  <a:pt x="752684" y="62237"/>
                </a:lnTo>
                <a:lnTo>
                  <a:pt x="754486" y="63010"/>
                </a:lnTo>
                <a:lnTo>
                  <a:pt x="756185" y="63793"/>
                </a:lnTo>
                <a:lnTo>
                  <a:pt x="757783" y="64588"/>
                </a:lnTo>
                <a:lnTo>
                  <a:pt x="759278" y="65394"/>
                </a:lnTo>
                <a:lnTo>
                  <a:pt x="760672" y="66211"/>
                </a:lnTo>
                <a:lnTo>
                  <a:pt x="761963" y="67039"/>
                </a:lnTo>
                <a:lnTo>
                  <a:pt x="763152" y="67878"/>
                </a:lnTo>
                <a:lnTo>
                  <a:pt x="764240" y="68728"/>
                </a:lnTo>
                <a:lnTo>
                  <a:pt x="765225" y="69589"/>
                </a:lnTo>
                <a:lnTo>
                  <a:pt x="766108" y="70461"/>
                </a:lnTo>
                <a:lnTo>
                  <a:pt x="766906" y="71356"/>
                </a:lnTo>
                <a:lnTo>
                  <a:pt x="767634" y="72289"/>
                </a:lnTo>
                <a:lnTo>
                  <a:pt x="768293" y="73258"/>
                </a:lnTo>
                <a:lnTo>
                  <a:pt x="768882" y="74263"/>
                </a:lnTo>
                <a:lnTo>
                  <a:pt x="769402" y="75305"/>
                </a:lnTo>
                <a:lnTo>
                  <a:pt x="769853" y="76384"/>
                </a:lnTo>
                <a:lnTo>
                  <a:pt x="770234" y="77499"/>
                </a:lnTo>
                <a:lnTo>
                  <a:pt x="770546" y="78651"/>
                </a:lnTo>
                <a:lnTo>
                  <a:pt x="770789" y="79839"/>
                </a:lnTo>
                <a:lnTo>
                  <a:pt x="770962" y="81064"/>
                </a:lnTo>
                <a:lnTo>
                  <a:pt x="771066" y="82326"/>
                </a:lnTo>
                <a:lnTo>
                  <a:pt x="771101" y="83624"/>
                </a:lnTo>
                <a:lnTo>
                  <a:pt x="771046" y="85318"/>
                </a:lnTo>
                <a:lnTo>
                  <a:pt x="770880" y="86961"/>
                </a:lnTo>
                <a:lnTo>
                  <a:pt x="770604" y="88553"/>
                </a:lnTo>
                <a:lnTo>
                  <a:pt x="770217" y="90095"/>
                </a:lnTo>
                <a:lnTo>
                  <a:pt x="769720" y="91585"/>
                </a:lnTo>
                <a:lnTo>
                  <a:pt x="769113" y="93025"/>
                </a:lnTo>
                <a:lnTo>
                  <a:pt x="768395" y="94414"/>
                </a:lnTo>
                <a:lnTo>
                  <a:pt x="767566" y="95752"/>
                </a:lnTo>
                <a:lnTo>
                  <a:pt x="766627" y="97039"/>
                </a:lnTo>
                <a:lnTo>
                  <a:pt x="765578" y="98275"/>
                </a:lnTo>
                <a:lnTo>
                  <a:pt x="764418" y="99460"/>
                </a:lnTo>
                <a:lnTo>
                  <a:pt x="763148" y="100595"/>
                </a:lnTo>
                <a:lnTo>
                  <a:pt x="761756" y="101657"/>
                </a:lnTo>
                <a:lnTo>
                  <a:pt x="760232" y="102627"/>
                </a:lnTo>
                <a:lnTo>
                  <a:pt x="758576" y="103505"/>
                </a:lnTo>
                <a:lnTo>
                  <a:pt x="756788" y="104290"/>
                </a:lnTo>
                <a:lnTo>
                  <a:pt x="754867" y="104983"/>
                </a:lnTo>
                <a:lnTo>
                  <a:pt x="752814" y="105584"/>
                </a:lnTo>
                <a:lnTo>
                  <a:pt x="750629" y="106092"/>
                </a:lnTo>
                <a:lnTo>
                  <a:pt x="748311" y="106507"/>
                </a:lnTo>
                <a:lnTo>
                  <a:pt x="745862" y="106831"/>
                </a:lnTo>
                <a:lnTo>
                  <a:pt x="743280" y="107062"/>
                </a:lnTo>
                <a:lnTo>
                  <a:pt x="740565" y="107200"/>
                </a:lnTo>
                <a:lnTo>
                  <a:pt x="737719" y="107246"/>
                </a:lnTo>
                <a:lnTo>
                  <a:pt x="735169" y="107202"/>
                </a:lnTo>
                <a:lnTo>
                  <a:pt x="732607" y="107067"/>
                </a:lnTo>
                <a:lnTo>
                  <a:pt x="730033" y="106843"/>
                </a:lnTo>
                <a:lnTo>
                  <a:pt x="727447" y="106530"/>
                </a:lnTo>
                <a:lnTo>
                  <a:pt x="724850" y="106126"/>
                </a:lnTo>
                <a:lnTo>
                  <a:pt x="722240" y="105634"/>
                </a:lnTo>
                <a:lnTo>
                  <a:pt x="719619" y="105051"/>
                </a:lnTo>
                <a:lnTo>
                  <a:pt x="716986" y="104379"/>
                </a:lnTo>
                <a:lnTo>
                  <a:pt x="714341" y="103618"/>
                </a:lnTo>
                <a:lnTo>
                  <a:pt x="711684" y="102766"/>
                </a:lnTo>
                <a:lnTo>
                  <a:pt x="709015" y="101825"/>
                </a:lnTo>
                <a:lnTo>
                  <a:pt x="706334" y="100795"/>
                </a:lnTo>
                <a:close/>
                <a:moveTo>
                  <a:pt x="825868" y="107246"/>
                </a:moveTo>
                <a:lnTo>
                  <a:pt x="823062" y="107164"/>
                </a:lnTo>
                <a:lnTo>
                  <a:pt x="820352" y="106915"/>
                </a:lnTo>
                <a:lnTo>
                  <a:pt x="817736" y="106502"/>
                </a:lnTo>
                <a:lnTo>
                  <a:pt x="815216" y="105922"/>
                </a:lnTo>
                <a:lnTo>
                  <a:pt x="812791" y="105178"/>
                </a:lnTo>
                <a:lnTo>
                  <a:pt x="810461" y="104267"/>
                </a:lnTo>
                <a:lnTo>
                  <a:pt x="808226" y="103191"/>
                </a:lnTo>
                <a:lnTo>
                  <a:pt x="806086" y="101950"/>
                </a:lnTo>
                <a:lnTo>
                  <a:pt x="804041" y="100543"/>
                </a:lnTo>
                <a:lnTo>
                  <a:pt x="802091" y="98971"/>
                </a:lnTo>
                <a:lnTo>
                  <a:pt x="800237" y="97233"/>
                </a:lnTo>
                <a:lnTo>
                  <a:pt x="798477" y="95329"/>
                </a:lnTo>
                <a:lnTo>
                  <a:pt x="796837" y="93300"/>
                </a:lnTo>
                <a:lnTo>
                  <a:pt x="795339" y="91183"/>
                </a:lnTo>
                <a:lnTo>
                  <a:pt x="793983" y="88981"/>
                </a:lnTo>
                <a:lnTo>
                  <a:pt x="792771" y="86692"/>
                </a:lnTo>
                <a:lnTo>
                  <a:pt x="791701" y="84316"/>
                </a:lnTo>
                <a:lnTo>
                  <a:pt x="790774" y="81854"/>
                </a:lnTo>
                <a:lnTo>
                  <a:pt x="789989" y="79306"/>
                </a:lnTo>
                <a:lnTo>
                  <a:pt x="789347" y="76671"/>
                </a:lnTo>
                <a:lnTo>
                  <a:pt x="788848" y="73949"/>
                </a:lnTo>
                <a:lnTo>
                  <a:pt x="788491" y="71141"/>
                </a:lnTo>
                <a:lnTo>
                  <a:pt x="788277" y="68247"/>
                </a:lnTo>
                <a:lnTo>
                  <a:pt x="788206" y="65267"/>
                </a:lnTo>
                <a:lnTo>
                  <a:pt x="788277" y="62286"/>
                </a:lnTo>
                <a:lnTo>
                  <a:pt x="788491" y="59393"/>
                </a:lnTo>
                <a:lnTo>
                  <a:pt x="788848" y="56586"/>
                </a:lnTo>
                <a:lnTo>
                  <a:pt x="789347" y="53867"/>
                </a:lnTo>
                <a:lnTo>
                  <a:pt x="789989" y="51234"/>
                </a:lnTo>
                <a:lnTo>
                  <a:pt x="790774" y="48688"/>
                </a:lnTo>
                <a:lnTo>
                  <a:pt x="791701" y="46230"/>
                </a:lnTo>
                <a:lnTo>
                  <a:pt x="792771" y="43858"/>
                </a:lnTo>
                <a:lnTo>
                  <a:pt x="793983" y="41574"/>
                </a:lnTo>
                <a:lnTo>
                  <a:pt x="795339" y="39376"/>
                </a:lnTo>
                <a:lnTo>
                  <a:pt x="796837" y="37265"/>
                </a:lnTo>
                <a:lnTo>
                  <a:pt x="798477" y="35241"/>
                </a:lnTo>
                <a:lnTo>
                  <a:pt x="800237" y="33343"/>
                </a:lnTo>
                <a:lnTo>
                  <a:pt x="802091" y="31610"/>
                </a:lnTo>
                <a:lnTo>
                  <a:pt x="804041" y="30042"/>
                </a:lnTo>
                <a:lnTo>
                  <a:pt x="806086" y="28639"/>
                </a:lnTo>
                <a:lnTo>
                  <a:pt x="808226" y="27402"/>
                </a:lnTo>
                <a:lnTo>
                  <a:pt x="810461" y="26329"/>
                </a:lnTo>
                <a:lnTo>
                  <a:pt x="812791" y="25421"/>
                </a:lnTo>
                <a:lnTo>
                  <a:pt x="815216" y="24678"/>
                </a:lnTo>
                <a:lnTo>
                  <a:pt x="817736" y="24101"/>
                </a:lnTo>
                <a:lnTo>
                  <a:pt x="820352" y="23688"/>
                </a:lnTo>
                <a:lnTo>
                  <a:pt x="823062" y="23440"/>
                </a:lnTo>
                <a:lnTo>
                  <a:pt x="825868" y="23358"/>
                </a:lnTo>
                <a:lnTo>
                  <a:pt x="828662" y="23440"/>
                </a:lnTo>
                <a:lnTo>
                  <a:pt x="831362" y="23688"/>
                </a:lnTo>
                <a:lnTo>
                  <a:pt x="833968" y="24101"/>
                </a:lnTo>
                <a:lnTo>
                  <a:pt x="836480" y="24678"/>
                </a:lnTo>
                <a:lnTo>
                  <a:pt x="838898" y="25421"/>
                </a:lnTo>
                <a:lnTo>
                  <a:pt x="841221" y="26329"/>
                </a:lnTo>
                <a:lnTo>
                  <a:pt x="843451" y="27402"/>
                </a:lnTo>
                <a:lnTo>
                  <a:pt x="845586" y="28639"/>
                </a:lnTo>
                <a:lnTo>
                  <a:pt x="847628" y="30042"/>
                </a:lnTo>
                <a:lnTo>
                  <a:pt x="849575" y="31610"/>
                </a:lnTo>
                <a:lnTo>
                  <a:pt x="851428" y="33343"/>
                </a:lnTo>
                <a:lnTo>
                  <a:pt x="853187" y="35241"/>
                </a:lnTo>
                <a:lnTo>
                  <a:pt x="854828" y="37265"/>
                </a:lnTo>
                <a:lnTo>
                  <a:pt x="856325" y="39376"/>
                </a:lnTo>
                <a:lnTo>
                  <a:pt x="857681" y="41574"/>
                </a:lnTo>
                <a:lnTo>
                  <a:pt x="858893" y="43858"/>
                </a:lnTo>
                <a:lnTo>
                  <a:pt x="859963" y="46230"/>
                </a:lnTo>
                <a:lnTo>
                  <a:pt x="860891" y="48688"/>
                </a:lnTo>
                <a:lnTo>
                  <a:pt x="861675" y="51234"/>
                </a:lnTo>
                <a:lnTo>
                  <a:pt x="862317" y="53867"/>
                </a:lnTo>
                <a:lnTo>
                  <a:pt x="862816" y="56586"/>
                </a:lnTo>
                <a:lnTo>
                  <a:pt x="863173" y="59393"/>
                </a:lnTo>
                <a:lnTo>
                  <a:pt x="863387" y="62286"/>
                </a:lnTo>
                <a:lnTo>
                  <a:pt x="863458" y="65267"/>
                </a:lnTo>
                <a:lnTo>
                  <a:pt x="863387" y="68247"/>
                </a:lnTo>
                <a:lnTo>
                  <a:pt x="863173" y="71141"/>
                </a:lnTo>
                <a:lnTo>
                  <a:pt x="862816" y="73949"/>
                </a:lnTo>
                <a:lnTo>
                  <a:pt x="862317" y="76671"/>
                </a:lnTo>
                <a:lnTo>
                  <a:pt x="861675" y="79306"/>
                </a:lnTo>
                <a:lnTo>
                  <a:pt x="860891" y="81854"/>
                </a:lnTo>
                <a:lnTo>
                  <a:pt x="859963" y="84316"/>
                </a:lnTo>
                <a:lnTo>
                  <a:pt x="858893" y="86692"/>
                </a:lnTo>
                <a:lnTo>
                  <a:pt x="857681" y="88981"/>
                </a:lnTo>
                <a:lnTo>
                  <a:pt x="856325" y="91183"/>
                </a:lnTo>
                <a:lnTo>
                  <a:pt x="854828" y="93300"/>
                </a:lnTo>
                <a:lnTo>
                  <a:pt x="853187" y="95329"/>
                </a:lnTo>
                <a:lnTo>
                  <a:pt x="851428" y="97233"/>
                </a:lnTo>
                <a:lnTo>
                  <a:pt x="849575" y="98971"/>
                </a:lnTo>
                <a:lnTo>
                  <a:pt x="847628" y="100543"/>
                </a:lnTo>
                <a:lnTo>
                  <a:pt x="845586" y="101950"/>
                </a:lnTo>
                <a:lnTo>
                  <a:pt x="843451" y="103191"/>
                </a:lnTo>
                <a:lnTo>
                  <a:pt x="841221" y="104267"/>
                </a:lnTo>
                <a:lnTo>
                  <a:pt x="838898" y="105178"/>
                </a:lnTo>
                <a:lnTo>
                  <a:pt x="836480" y="105922"/>
                </a:lnTo>
                <a:lnTo>
                  <a:pt x="833968" y="106502"/>
                </a:lnTo>
                <a:lnTo>
                  <a:pt x="831362" y="106915"/>
                </a:lnTo>
                <a:lnTo>
                  <a:pt x="828662" y="107164"/>
                </a:lnTo>
                <a:lnTo>
                  <a:pt x="825868" y="107246"/>
                </a:lnTo>
                <a:moveTo>
                  <a:pt x="825868" y="96137"/>
                </a:moveTo>
                <a:lnTo>
                  <a:pt x="827609" y="96080"/>
                </a:lnTo>
                <a:lnTo>
                  <a:pt x="829290" y="95909"/>
                </a:lnTo>
                <a:lnTo>
                  <a:pt x="830910" y="95623"/>
                </a:lnTo>
                <a:lnTo>
                  <a:pt x="832470" y="95223"/>
                </a:lnTo>
                <a:lnTo>
                  <a:pt x="833969" y="94708"/>
                </a:lnTo>
                <a:lnTo>
                  <a:pt x="835408" y="94079"/>
                </a:lnTo>
                <a:lnTo>
                  <a:pt x="836787" y="93336"/>
                </a:lnTo>
                <a:lnTo>
                  <a:pt x="838105" y="92479"/>
                </a:lnTo>
                <a:lnTo>
                  <a:pt x="839362" y="91507"/>
                </a:lnTo>
                <a:lnTo>
                  <a:pt x="840560" y="90421"/>
                </a:lnTo>
                <a:lnTo>
                  <a:pt x="841696" y="89220"/>
                </a:lnTo>
                <a:lnTo>
                  <a:pt x="842773" y="87905"/>
                </a:lnTo>
                <a:lnTo>
                  <a:pt x="843775" y="86491"/>
                </a:lnTo>
                <a:lnTo>
                  <a:pt x="844691" y="84990"/>
                </a:lnTo>
                <a:lnTo>
                  <a:pt x="845519" y="83404"/>
                </a:lnTo>
                <a:lnTo>
                  <a:pt x="846260" y="81731"/>
                </a:lnTo>
                <a:lnTo>
                  <a:pt x="846914" y="79974"/>
                </a:lnTo>
                <a:lnTo>
                  <a:pt x="847481" y="78130"/>
                </a:lnTo>
                <a:lnTo>
                  <a:pt x="847960" y="76200"/>
                </a:lnTo>
                <a:lnTo>
                  <a:pt x="848352" y="74185"/>
                </a:lnTo>
                <a:lnTo>
                  <a:pt x="848658" y="72084"/>
                </a:lnTo>
                <a:lnTo>
                  <a:pt x="848876" y="69897"/>
                </a:lnTo>
                <a:lnTo>
                  <a:pt x="849006" y="67625"/>
                </a:lnTo>
                <a:lnTo>
                  <a:pt x="849050" y="65267"/>
                </a:lnTo>
                <a:lnTo>
                  <a:pt x="849006" y="62920"/>
                </a:lnTo>
                <a:lnTo>
                  <a:pt x="848876" y="60657"/>
                </a:lnTo>
                <a:lnTo>
                  <a:pt x="848658" y="58480"/>
                </a:lnTo>
                <a:lnTo>
                  <a:pt x="848352" y="56387"/>
                </a:lnTo>
                <a:lnTo>
                  <a:pt x="847960" y="54380"/>
                </a:lnTo>
                <a:lnTo>
                  <a:pt x="847481" y="52457"/>
                </a:lnTo>
                <a:lnTo>
                  <a:pt x="846914" y="50618"/>
                </a:lnTo>
                <a:lnTo>
                  <a:pt x="846260" y="48865"/>
                </a:lnTo>
                <a:lnTo>
                  <a:pt x="845519" y="47196"/>
                </a:lnTo>
                <a:lnTo>
                  <a:pt x="844691" y="45612"/>
                </a:lnTo>
                <a:lnTo>
                  <a:pt x="843775" y="44113"/>
                </a:lnTo>
                <a:lnTo>
                  <a:pt x="842773" y="42699"/>
                </a:lnTo>
                <a:lnTo>
                  <a:pt x="841696" y="41384"/>
                </a:lnTo>
                <a:lnTo>
                  <a:pt x="840560" y="40183"/>
                </a:lnTo>
                <a:lnTo>
                  <a:pt x="839362" y="39097"/>
                </a:lnTo>
                <a:lnTo>
                  <a:pt x="838105" y="38126"/>
                </a:lnTo>
                <a:lnTo>
                  <a:pt x="836787" y="37268"/>
                </a:lnTo>
                <a:lnTo>
                  <a:pt x="835408" y="36525"/>
                </a:lnTo>
                <a:lnTo>
                  <a:pt x="833969" y="35896"/>
                </a:lnTo>
                <a:lnTo>
                  <a:pt x="832470" y="35382"/>
                </a:lnTo>
                <a:lnTo>
                  <a:pt x="830910" y="34981"/>
                </a:lnTo>
                <a:lnTo>
                  <a:pt x="829290" y="34696"/>
                </a:lnTo>
                <a:lnTo>
                  <a:pt x="827609" y="34524"/>
                </a:lnTo>
                <a:lnTo>
                  <a:pt x="825868" y="34467"/>
                </a:lnTo>
                <a:lnTo>
                  <a:pt x="824115" y="34524"/>
                </a:lnTo>
                <a:lnTo>
                  <a:pt x="822424" y="34696"/>
                </a:lnTo>
                <a:lnTo>
                  <a:pt x="820794" y="34981"/>
                </a:lnTo>
                <a:lnTo>
                  <a:pt x="819226" y="35382"/>
                </a:lnTo>
                <a:lnTo>
                  <a:pt x="817719" y="35896"/>
                </a:lnTo>
                <a:lnTo>
                  <a:pt x="816274" y="36525"/>
                </a:lnTo>
                <a:lnTo>
                  <a:pt x="814890" y="37268"/>
                </a:lnTo>
                <a:lnTo>
                  <a:pt x="813567" y="38126"/>
                </a:lnTo>
                <a:lnTo>
                  <a:pt x="812306" y="39097"/>
                </a:lnTo>
                <a:lnTo>
                  <a:pt x="811107" y="40183"/>
                </a:lnTo>
                <a:lnTo>
                  <a:pt x="809968" y="41384"/>
                </a:lnTo>
                <a:lnTo>
                  <a:pt x="808891" y="42699"/>
                </a:lnTo>
                <a:lnTo>
                  <a:pt x="807889" y="44113"/>
                </a:lnTo>
                <a:lnTo>
                  <a:pt x="806973" y="45612"/>
                </a:lnTo>
                <a:lnTo>
                  <a:pt x="806145" y="47196"/>
                </a:lnTo>
                <a:lnTo>
                  <a:pt x="805404" y="48865"/>
                </a:lnTo>
                <a:lnTo>
                  <a:pt x="804750" y="50618"/>
                </a:lnTo>
                <a:lnTo>
                  <a:pt x="804184" y="52457"/>
                </a:lnTo>
                <a:lnTo>
                  <a:pt x="803704" y="54380"/>
                </a:lnTo>
                <a:lnTo>
                  <a:pt x="803312" y="56387"/>
                </a:lnTo>
                <a:lnTo>
                  <a:pt x="803007" y="58480"/>
                </a:lnTo>
                <a:lnTo>
                  <a:pt x="802789" y="60657"/>
                </a:lnTo>
                <a:lnTo>
                  <a:pt x="802658" y="62920"/>
                </a:lnTo>
                <a:lnTo>
                  <a:pt x="802614" y="65267"/>
                </a:lnTo>
                <a:lnTo>
                  <a:pt x="802658" y="67625"/>
                </a:lnTo>
                <a:lnTo>
                  <a:pt x="802789" y="69897"/>
                </a:lnTo>
                <a:lnTo>
                  <a:pt x="803007" y="72084"/>
                </a:lnTo>
                <a:lnTo>
                  <a:pt x="803312" y="74185"/>
                </a:lnTo>
                <a:lnTo>
                  <a:pt x="803704" y="76200"/>
                </a:lnTo>
                <a:lnTo>
                  <a:pt x="804184" y="78130"/>
                </a:lnTo>
                <a:lnTo>
                  <a:pt x="804750" y="79974"/>
                </a:lnTo>
                <a:lnTo>
                  <a:pt x="805404" y="81731"/>
                </a:lnTo>
                <a:lnTo>
                  <a:pt x="806145" y="83404"/>
                </a:lnTo>
                <a:lnTo>
                  <a:pt x="806973" y="84990"/>
                </a:lnTo>
                <a:lnTo>
                  <a:pt x="807889" y="86491"/>
                </a:lnTo>
                <a:lnTo>
                  <a:pt x="808891" y="87905"/>
                </a:lnTo>
                <a:lnTo>
                  <a:pt x="809968" y="89220"/>
                </a:lnTo>
                <a:lnTo>
                  <a:pt x="811107" y="90421"/>
                </a:lnTo>
                <a:lnTo>
                  <a:pt x="812306" y="91507"/>
                </a:lnTo>
                <a:lnTo>
                  <a:pt x="813567" y="92479"/>
                </a:lnTo>
                <a:lnTo>
                  <a:pt x="814890" y="93336"/>
                </a:lnTo>
                <a:lnTo>
                  <a:pt x="816274" y="94079"/>
                </a:lnTo>
                <a:lnTo>
                  <a:pt x="817719" y="94708"/>
                </a:lnTo>
                <a:lnTo>
                  <a:pt x="819226" y="95223"/>
                </a:lnTo>
                <a:lnTo>
                  <a:pt x="820794" y="95623"/>
                </a:lnTo>
                <a:lnTo>
                  <a:pt x="822424" y="95909"/>
                </a:lnTo>
                <a:lnTo>
                  <a:pt x="824115" y="96080"/>
                </a:lnTo>
                <a:lnTo>
                  <a:pt x="825868" y="96137"/>
                </a:lnTo>
                <a:close/>
                <a:moveTo>
                  <a:pt x="887483" y="105110"/>
                </a:moveTo>
                <a:lnTo>
                  <a:pt x="887483" y="25494"/>
                </a:lnTo>
                <a:lnTo>
                  <a:pt x="900750" y="25494"/>
                </a:lnTo>
                <a:lnTo>
                  <a:pt x="900750" y="42984"/>
                </a:lnTo>
                <a:lnTo>
                  <a:pt x="901797" y="41376"/>
                </a:lnTo>
                <a:lnTo>
                  <a:pt x="902869" y="39838"/>
                </a:lnTo>
                <a:lnTo>
                  <a:pt x="903966" y="38369"/>
                </a:lnTo>
                <a:lnTo>
                  <a:pt x="905089" y="36969"/>
                </a:lnTo>
                <a:lnTo>
                  <a:pt x="906237" y="35637"/>
                </a:lnTo>
                <a:lnTo>
                  <a:pt x="907410" y="34375"/>
                </a:lnTo>
                <a:lnTo>
                  <a:pt x="908609" y="33181"/>
                </a:lnTo>
                <a:lnTo>
                  <a:pt x="909833" y="32056"/>
                </a:lnTo>
                <a:lnTo>
                  <a:pt x="911082" y="31001"/>
                </a:lnTo>
                <a:lnTo>
                  <a:pt x="912356" y="30014"/>
                </a:lnTo>
                <a:lnTo>
                  <a:pt x="913655" y="29096"/>
                </a:lnTo>
                <a:lnTo>
                  <a:pt x="914980" y="28247"/>
                </a:lnTo>
                <a:lnTo>
                  <a:pt x="916330" y="27466"/>
                </a:lnTo>
                <a:lnTo>
                  <a:pt x="917706" y="26753"/>
                </a:lnTo>
                <a:lnTo>
                  <a:pt x="919106" y="26108"/>
                </a:lnTo>
                <a:lnTo>
                  <a:pt x="920532" y="25531"/>
                </a:lnTo>
                <a:lnTo>
                  <a:pt x="921983" y="25021"/>
                </a:lnTo>
                <a:lnTo>
                  <a:pt x="923459" y="24580"/>
                </a:lnTo>
                <a:lnTo>
                  <a:pt x="924961" y="24207"/>
                </a:lnTo>
                <a:lnTo>
                  <a:pt x="926488" y="23901"/>
                </a:lnTo>
                <a:lnTo>
                  <a:pt x="928040" y="23663"/>
                </a:lnTo>
                <a:lnTo>
                  <a:pt x="929618" y="23494"/>
                </a:lnTo>
                <a:lnTo>
                  <a:pt x="931220" y="23392"/>
                </a:lnTo>
                <a:lnTo>
                  <a:pt x="932848" y="23358"/>
                </a:lnTo>
                <a:lnTo>
                  <a:pt x="934049" y="23373"/>
                </a:lnTo>
                <a:lnTo>
                  <a:pt x="935250" y="23417"/>
                </a:lnTo>
                <a:lnTo>
                  <a:pt x="936450" y="23491"/>
                </a:lnTo>
                <a:lnTo>
                  <a:pt x="937651" y="23595"/>
                </a:lnTo>
                <a:lnTo>
                  <a:pt x="938852" y="23729"/>
                </a:lnTo>
                <a:lnTo>
                  <a:pt x="940052" y="23892"/>
                </a:lnTo>
                <a:lnTo>
                  <a:pt x="941253" y="24085"/>
                </a:lnTo>
                <a:lnTo>
                  <a:pt x="942454" y="24307"/>
                </a:lnTo>
                <a:lnTo>
                  <a:pt x="943655" y="24559"/>
                </a:lnTo>
                <a:lnTo>
                  <a:pt x="944855" y="24841"/>
                </a:lnTo>
                <a:lnTo>
                  <a:pt x="946056" y="25153"/>
                </a:lnTo>
                <a:lnTo>
                  <a:pt x="947257" y="25494"/>
                </a:lnTo>
                <a:lnTo>
                  <a:pt x="947257" y="54264"/>
                </a:lnTo>
                <a:lnTo>
                  <a:pt x="934489" y="54264"/>
                </a:lnTo>
                <a:lnTo>
                  <a:pt x="934489" y="36174"/>
                </a:lnTo>
                <a:lnTo>
                  <a:pt x="933940" y="36083"/>
                </a:lnTo>
                <a:lnTo>
                  <a:pt x="933411" y="36000"/>
                </a:lnTo>
                <a:lnTo>
                  <a:pt x="932902" y="35926"/>
                </a:lnTo>
                <a:lnTo>
                  <a:pt x="932412" y="35859"/>
                </a:lnTo>
                <a:lnTo>
                  <a:pt x="931943" y="35799"/>
                </a:lnTo>
                <a:lnTo>
                  <a:pt x="931493" y="35748"/>
                </a:lnTo>
                <a:lnTo>
                  <a:pt x="931063" y="35705"/>
                </a:lnTo>
                <a:lnTo>
                  <a:pt x="930653" y="35669"/>
                </a:lnTo>
                <a:lnTo>
                  <a:pt x="930262" y="35642"/>
                </a:lnTo>
                <a:lnTo>
                  <a:pt x="929892" y="35622"/>
                </a:lnTo>
                <a:lnTo>
                  <a:pt x="929541" y="35610"/>
                </a:lnTo>
                <a:lnTo>
                  <a:pt x="929210" y="35606"/>
                </a:lnTo>
                <a:lnTo>
                  <a:pt x="927976" y="35647"/>
                </a:lnTo>
                <a:lnTo>
                  <a:pt x="926746" y="35768"/>
                </a:lnTo>
                <a:lnTo>
                  <a:pt x="925519" y="35970"/>
                </a:lnTo>
                <a:lnTo>
                  <a:pt x="924297" y="36253"/>
                </a:lnTo>
                <a:lnTo>
                  <a:pt x="923078" y="36617"/>
                </a:lnTo>
                <a:lnTo>
                  <a:pt x="921863" y="37062"/>
                </a:lnTo>
                <a:lnTo>
                  <a:pt x="920653" y="37587"/>
                </a:lnTo>
                <a:lnTo>
                  <a:pt x="919446" y="38194"/>
                </a:lnTo>
                <a:lnTo>
                  <a:pt x="918243" y="38881"/>
                </a:lnTo>
                <a:lnTo>
                  <a:pt x="917045" y="39649"/>
                </a:lnTo>
                <a:lnTo>
                  <a:pt x="915850" y="40498"/>
                </a:lnTo>
                <a:lnTo>
                  <a:pt x="914659" y="41428"/>
                </a:lnTo>
                <a:lnTo>
                  <a:pt x="913473" y="42439"/>
                </a:lnTo>
                <a:lnTo>
                  <a:pt x="912291" y="43530"/>
                </a:lnTo>
                <a:lnTo>
                  <a:pt x="911115" y="44703"/>
                </a:lnTo>
                <a:lnTo>
                  <a:pt x="909943" y="45956"/>
                </a:lnTo>
                <a:lnTo>
                  <a:pt x="908777" y="47290"/>
                </a:lnTo>
                <a:lnTo>
                  <a:pt x="907615" y="48705"/>
                </a:lnTo>
                <a:lnTo>
                  <a:pt x="906459" y="50201"/>
                </a:lnTo>
                <a:lnTo>
                  <a:pt x="905307" y="51778"/>
                </a:lnTo>
                <a:lnTo>
                  <a:pt x="904160" y="53435"/>
                </a:lnTo>
                <a:lnTo>
                  <a:pt x="903019" y="55174"/>
                </a:lnTo>
                <a:lnTo>
                  <a:pt x="901882" y="56993"/>
                </a:lnTo>
                <a:lnTo>
                  <a:pt x="900750" y="58893"/>
                </a:lnTo>
                <a:lnTo>
                  <a:pt x="900750" y="105110"/>
                </a:lnTo>
                <a:lnTo>
                  <a:pt x="887483" y="105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4" name="Original vector context 64">
            <a:extLst xmlns:a="http://schemas.openxmlformats.org/drawingml/2006/main">
              <a:ext uri="{FF2B5EF4-FFF2-40B4-BE49-F238E27FC236}">
                <a16:creationId xmlns:a16="http://schemas.microsoft.com/office/drawing/2014/main" id="{94F0BFF9-057D-4C8B-A265-D89F3C36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904" y="8066160"/>
            <a:ext cx="1795564" cy="132741"/>
          </a:xfrm>
          <a:custGeom xmlns:a="http://schemas.openxmlformats.org/drawingml/2006/main">
            <a:pathLst>
              <a:path w="1795564" h="132741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69503" y="0"/>
                </a:moveTo>
                <a:lnTo>
                  <a:pt x="69503" y="86461"/>
                </a:lnTo>
                <a:lnTo>
                  <a:pt x="69509" y="87453"/>
                </a:lnTo>
                <a:lnTo>
                  <a:pt x="69528" y="88387"/>
                </a:lnTo>
                <a:lnTo>
                  <a:pt x="69559" y="89263"/>
                </a:lnTo>
                <a:lnTo>
                  <a:pt x="69602" y="90083"/>
                </a:lnTo>
                <a:lnTo>
                  <a:pt x="69658" y="90845"/>
                </a:lnTo>
                <a:lnTo>
                  <a:pt x="69726" y="91550"/>
                </a:lnTo>
                <a:lnTo>
                  <a:pt x="69806" y="92197"/>
                </a:lnTo>
                <a:lnTo>
                  <a:pt x="69899" y="92787"/>
                </a:lnTo>
                <a:lnTo>
                  <a:pt x="70005" y="93320"/>
                </a:lnTo>
                <a:lnTo>
                  <a:pt x="70122" y="93796"/>
                </a:lnTo>
                <a:lnTo>
                  <a:pt x="70252" y="94214"/>
                </a:lnTo>
                <a:lnTo>
                  <a:pt x="70395" y="94575"/>
                </a:lnTo>
                <a:lnTo>
                  <a:pt x="70550" y="94900"/>
                </a:lnTo>
                <a:lnTo>
                  <a:pt x="70719" y="95212"/>
                </a:lnTo>
                <a:lnTo>
                  <a:pt x="70901" y="95511"/>
                </a:lnTo>
                <a:lnTo>
                  <a:pt x="71096" y="95796"/>
                </a:lnTo>
                <a:lnTo>
                  <a:pt x="71305" y="96068"/>
                </a:lnTo>
                <a:lnTo>
                  <a:pt x="71527" y="96327"/>
                </a:lnTo>
                <a:lnTo>
                  <a:pt x="71763" y="96572"/>
                </a:lnTo>
                <a:lnTo>
                  <a:pt x="72011" y="96804"/>
                </a:lnTo>
                <a:lnTo>
                  <a:pt x="72274" y="97023"/>
                </a:lnTo>
                <a:lnTo>
                  <a:pt x="72549" y="97229"/>
                </a:lnTo>
                <a:lnTo>
                  <a:pt x="72838" y="97421"/>
                </a:lnTo>
                <a:lnTo>
                  <a:pt x="73141" y="97599"/>
                </a:lnTo>
                <a:lnTo>
                  <a:pt x="73472" y="97764"/>
                </a:lnTo>
                <a:lnTo>
                  <a:pt x="73848" y="97914"/>
                </a:lnTo>
                <a:lnTo>
                  <a:pt x="74269" y="98050"/>
                </a:lnTo>
                <a:lnTo>
                  <a:pt x="74734" y="98172"/>
                </a:lnTo>
                <a:lnTo>
                  <a:pt x="75244" y="98279"/>
                </a:lnTo>
                <a:lnTo>
                  <a:pt x="75798" y="98372"/>
                </a:lnTo>
                <a:lnTo>
                  <a:pt x="76397" y="98451"/>
                </a:lnTo>
                <a:lnTo>
                  <a:pt x="77040" y="98515"/>
                </a:lnTo>
                <a:lnTo>
                  <a:pt x="77728" y="98565"/>
                </a:lnTo>
                <a:lnTo>
                  <a:pt x="78461" y="98601"/>
                </a:lnTo>
                <a:lnTo>
                  <a:pt x="79238" y="98623"/>
                </a:lnTo>
                <a:lnTo>
                  <a:pt x="80060" y="98630"/>
                </a:lnTo>
                <a:lnTo>
                  <a:pt x="80060" y="101265"/>
                </a:lnTo>
                <a:lnTo>
                  <a:pt x="48033" y="101265"/>
                </a:lnTo>
                <a:lnTo>
                  <a:pt x="48033" y="98630"/>
                </a:lnTo>
                <a:lnTo>
                  <a:pt x="48762" y="98623"/>
                </a:lnTo>
                <a:lnTo>
                  <a:pt x="49451" y="98604"/>
                </a:lnTo>
                <a:lnTo>
                  <a:pt x="50101" y="98572"/>
                </a:lnTo>
                <a:lnTo>
                  <a:pt x="50712" y="98527"/>
                </a:lnTo>
                <a:lnTo>
                  <a:pt x="51282" y="98469"/>
                </a:lnTo>
                <a:lnTo>
                  <a:pt x="51813" y="98399"/>
                </a:lnTo>
                <a:lnTo>
                  <a:pt x="52305" y="98315"/>
                </a:lnTo>
                <a:lnTo>
                  <a:pt x="52756" y="98219"/>
                </a:lnTo>
                <a:lnTo>
                  <a:pt x="53169" y="98110"/>
                </a:lnTo>
                <a:lnTo>
                  <a:pt x="53541" y="97988"/>
                </a:lnTo>
                <a:lnTo>
                  <a:pt x="53874" y="97854"/>
                </a:lnTo>
                <a:lnTo>
                  <a:pt x="54167" y="97706"/>
                </a:lnTo>
                <a:lnTo>
                  <a:pt x="54436" y="97543"/>
                </a:lnTo>
                <a:lnTo>
                  <a:pt x="54694" y="97364"/>
                </a:lnTo>
                <a:lnTo>
                  <a:pt x="54943" y="97168"/>
                </a:lnTo>
                <a:lnTo>
                  <a:pt x="55182" y="96955"/>
                </a:lnTo>
                <a:lnTo>
                  <a:pt x="55410" y="96725"/>
                </a:lnTo>
                <a:lnTo>
                  <a:pt x="55629" y="96478"/>
                </a:lnTo>
                <a:lnTo>
                  <a:pt x="55838" y="96215"/>
                </a:lnTo>
                <a:lnTo>
                  <a:pt x="56038" y="95935"/>
                </a:lnTo>
                <a:lnTo>
                  <a:pt x="56227" y="95638"/>
                </a:lnTo>
                <a:lnTo>
                  <a:pt x="56406" y="95324"/>
                </a:lnTo>
                <a:lnTo>
                  <a:pt x="56576" y="94994"/>
                </a:lnTo>
                <a:lnTo>
                  <a:pt x="56735" y="94646"/>
                </a:lnTo>
                <a:lnTo>
                  <a:pt x="56883" y="94263"/>
                </a:lnTo>
                <a:lnTo>
                  <a:pt x="57018" y="93825"/>
                </a:lnTo>
                <a:lnTo>
                  <a:pt x="57141" y="93334"/>
                </a:lnTo>
                <a:lnTo>
                  <a:pt x="57250" y="92787"/>
                </a:lnTo>
                <a:lnTo>
                  <a:pt x="57347" y="92187"/>
                </a:lnTo>
                <a:lnTo>
                  <a:pt x="57430" y="91532"/>
                </a:lnTo>
                <a:lnTo>
                  <a:pt x="57501" y="90823"/>
                </a:lnTo>
                <a:lnTo>
                  <a:pt x="57559" y="90059"/>
                </a:lnTo>
                <a:lnTo>
                  <a:pt x="57604" y="89241"/>
                </a:lnTo>
                <a:lnTo>
                  <a:pt x="57637" y="88369"/>
                </a:lnTo>
                <a:lnTo>
                  <a:pt x="57656" y="87442"/>
                </a:lnTo>
                <a:lnTo>
                  <a:pt x="57662" y="86461"/>
                </a:lnTo>
                <a:lnTo>
                  <a:pt x="57662" y="27254"/>
                </a:lnTo>
                <a:lnTo>
                  <a:pt x="57659" y="25475"/>
                </a:lnTo>
                <a:lnTo>
                  <a:pt x="57648" y="23814"/>
                </a:lnTo>
                <a:lnTo>
                  <a:pt x="57631" y="22271"/>
                </a:lnTo>
                <a:lnTo>
                  <a:pt x="57607" y="20847"/>
                </a:lnTo>
                <a:lnTo>
                  <a:pt x="57576" y="19540"/>
                </a:lnTo>
                <a:lnTo>
                  <a:pt x="57537" y="18351"/>
                </a:lnTo>
                <a:lnTo>
                  <a:pt x="57492" y="17281"/>
                </a:lnTo>
                <a:lnTo>
                  <a:pt x="57440" y="16328"/>
                </a:lnTo>
                <a:lnTo>
                  <a:pt x="57381" y="15494"/>
                </a:lnTo>
                <a:lnTo>
                  <a:pt x="57316" y="14778"/>
                </a:lnTo>
                <a:lnTo>
                  <a:pt x="57243" y="14180"/>
                </a:lnTo>
                <a:lnTo>
                  <a:pt x="57163" y="13700"/>
                </a:lnTo>
                <a:lnTo>
                  <a:pt x="57076" y="13289"/>
                </a:lnTo>
                <a:lnTo>
                  <a:pt x="56980" y="12901"/>
                </a:lnTo>
                <a:lnTo>
                  <a:pt x="56875" y="12536"/>
                </a:lnTo>
                <a:lnTo>
                  <a:pt x="56763" y="12192"/>
                </a:lnTo>
                <a:lnTo>
                  <a:pt x="56642" y="11871"/>
                </a:lnTo>
                <a:lnTo>
                  <a:pt x="56512" y="11573"/>
                </a:lnTo>
                <a:lnTo>
                  <a:pt x="56374" y="11296"/>
                </a:lnTo>
                <a:lnTo>
                  <a:pt x="56228" y="11042"/>
                </a:lnTo>
                <a:lnTo>
                  <a:pt x="56073" y="10810"/>
                </a:lnTo>
                <a:lnTo>
                  <a:pt x="55910" y="10600"/>
                </a:lnTo>
                <a:lnTo>
                  <a:pt x="55738" y="10413"/>
                </a:lnTo>
                <a:lnTo>
                  <a:pt x="55558" y="10248"/>
                </a:lnTo>
                <a:lnTo>
                  <a:pt x="55370" y="10100"/>
                </a:lnTo>
                <a:lnTo>
                  <a:pt x="55173" y="9965"/>
                </a:lnTo>
                <a:lnTo>
                  <a:pt x="54967" y="9843"/>
                </a:lnTo>
                <a:lnTo>
                  <a:pt x="54754" y="9734"/>
                </a:lnTo>
                <a:lnTo>
                  <a:pt x="54531" y="9637"/>
                </a:lnTo>
                <a:lnTo>
                  <a:pt x="54301" y="9554"/>
                </a:lnTo>
                <a:lnTo>
                  <a:pt x="54062" y="9483"/>
                </a:lnTo>
                <a:lnTo>
                  <a:pt x="53814" y="9425"/>
                </a:lnTo>
                <a:lnTo>
                  <a:pt x="53559" y="9380"/>
                </a:lnTo>
                <a:lnTo>
                  <a:pt x="53294" y="9348"/>
                </a:lnTo>
                <a:lnTo>
                  <a:pt x="53022" y="9329"/>
                </a:lnTo>
                <a:lnTo>
                  <a:pt x="52741" y="9322"/>
                </a:lnTo>
                <a:lnTo>
                  <a:pt x="52425" y="9330"/>
                </a:lnTo>
                <a:lnTo>
                  <a:pt x="52095" y="9354"/>
                </a:lnTo>
                <a:lnTo>
                  <a:pt x="51751" y="9393"/>
                </a:lnTo>
                <a:lnTo>
                  <a:pt x="51393" y="9449"/>
                </a:lnTo>
                <a:lnTo>
                  <a:pt x="51022" y="9520"/>
                </a:lnTo>
                <a:lnTo>
                  <a:pt x="50636" y="9607"/>
                </a:lnTo>
                <a:lnTo>
                  <a:pt x="50237" y="9710"/>
                </a:lnTo>
                <a:lnTo>
                  <a:pt x="49824" y="9829"/>
                </a:lnTo>
                <a:lnTo>
                  <a:pt x="49397" y="9963"/>
                </a:lnTo>
                <a:lnTo>
                  <a:pt x="48956" y="10113"/>
                </a:lnTo>
                <a:lnTo>
                  <a:pt x="48501" y="10280"/>
                </a:lnTo>
                <a:lnTo>
                  <a:pt x="48033" y="10462"/>
                </a:lnTo>
                <a:lnTo>
                  <a:pt x="46820" y="7969"/>
                </a:lnTo>
                <a:lnTo>
                  <a:pt x="66293" y="0"/>
                </a:lnTo>
                <a:lnTo>
                  <a:pt x="69503" y="0"/>
                </a:lnTo>
                <a:close/>
                <a:moveTo>
                  <a:pt x="119162" y="34182"/>
                </a:moveTo>
                <a:lnTo>
                  <a:pt x="121594" y="34260"/>
                </a:lnTo>
                <a:lnTo>
                  <a:pt x="123945" y="34494"/>
                </a:lnTo>
                <a:lnTo>
                  <a:pt x="126215" y="34885"/>
                </a:lnTo>
                <a:lnTo>
                  <a:pt x="128403" y="35431"/>
                </a:lnTo>
                <a:lnTo>
                  <a:pt x="130511" y="36134"/>
                </a:lnTo>
                <a:lnTo>
                  <a:pt x="132537" y="36992"/>
                </a:lnTo>
                <a:lnTo>
                  <a:pt x="134481" y="38007"/>
                </a:lnTo>
                <a:lnTo>
                  <a:pt x="136345" y="39178"/>
                </a:lnTo>
                <a:lnTo>
                  <a:pt x="138127" y="40505"/>
                </a:lnTo>
                <a:lnTo>
                  <a:pt x="139828" y="41988"/>
                </a:lnTo>
                <a:lnTo>
                  <a:pt x="141448" y="43627"/>
                </a:lnTo>
                <a:lnTo>
                  <a:pt x="142986" y="45423"/>
                </a:lnTo>
                <a:lnTo>
                  <a:pt x="144205" y="47043"/>
                </a:lnTo>
                <a:lnTo>
                  <a:pt x="145318" y="48703"/>
                </a:lnTo>
                <a:lnTo>
                  <a:pt x="146325" y="50402"/>
                </a:lnTo>
                <a:lnTo>
                  <a:pt x="147227" y="52141"/>
                </a:lnTo>
                <a:lnTo>
                  <a:pt x="148022" y="53919"/>
                </a:lnTo>
                <a:lnTo>
                  <a:pt x="148711" y="55737"/>
                </a:lnTo>
                <a:lnTo>
                  <a:pt x="149294" y="57595"/>
                </a:lnTo>
                <a:lnTo>
                  <a:pt x="149771" y="59492"/>
                </a:lnTo>
                <a:lnTo>
                  <a:pt x="150142" y="61429"/>
                </a:lnTo>
                <a:lnTo>
                  <a:pt x="150407" y="63405"/>
                </a:lnTo>
                <a:lnTo>
                  <a:pt x="150566" y="65421"/>
                </a:lnTo>
                <a:lnTo>
                  <a:pt x="150619" y="67476"/>
                </a:lnTo>
                <a:lnTo>
                  <a:pt x="150589" y="68936"/>
                </a:lnTo>
                <a:lnTo>
                  <a:pt x="150502" y="70399"/>
                </a:lnTo>
                <a:lnTo>
                  <a:pt x="150356" y="71865"/>
                </a:lnTo>
                <a:lnTo>
                  <a:pt x="150151" y="73334"/>
                </a:lnTo>
                <a:lnTo>
                  <a:pt x="149888" y="74805"/>
                </a:lnTo>
                <a:lnTo>
                  <a:pt x="149567" y="76280"/>
                </a:lnTo>
                <a:lnTo>
                  <a:pt x="149187" y="77758"/>
                </a:lnTo>
                <a:lnTo>
                  <a:pt x="148748" y="79238"/>
                </a:lnTo>
                <a:lnTo>
                  <a:pt x="148251" y="80722"/>
                </a:lnTo>
                <a:lnTo>
                  <a:pt x="147696" y="82208"/>
                </a:lnTo>
                <a:lnTo>
                  <a:pt x="147082" y="83698"/>
                </a:lnTo>
                <a:lnTo>
                  <a:pt x="146410" y="85191"/>
                </a:lnTo>
                <a:lnTo>
                  <a:pt x="145687" y="86654"/>
                </a:lnTo>
                <a:lnTo>
                  <a:pt x="144919" y="88055"/>
                </a:lnTo>
                <a:lnTo>
                  <a:pt x="144108" y="89396"/>
                </a:lnTo>
                <a:lnTo>
                  <a:pt x="143252" y="90675"/>
                </a:lnTo>
                <a:lnTo>
                  <a:pt x="142352" y="91893"/>
                </a:lnTo>
                <a:lnTo>
                  <a:pt x="141408" y="93050"/>
                </a:lnTo>
                <a:lnTo>
                  <a:pt x="140420" y="94146"/>
                </a:lnTo>
                <a:lnTo>
                  <a:pt x="139388" y="95180"/>
                </a:lnTo>
                <a:lnTo>
                  <a:pt x="138312" y="96153"/>
                </a:lnTo>
                <a:lnTo>
                  <a:pt x="137192" y="97065"/>
                </a:lnTo>
                <a:lnTo>
                  <a:pt x="136028" y="97916"/>
                </a:lnTo>
                <a:lnTo>
                  <a:pt x="134819" y="98705"/>
                </a:lnTo>
                <a:lnTo>
                  <a:pt x="133577" y="99433"/>
                </a:lnTo>
                <a:lnTo>
                  <a:pt x="132312" y="100097"/>
                </a:lnTo>
                <a:lnTo>
                  <a:pt x="131023" y="100697"/>
                </a:lnTo>
                <a:lnTo>
                  <a:pt x="129711" y="101235"/>
                </a:lnTo>
                <a:lnTo>
                  <a:pt x="128376" y="101709"/>
                </a:lnTo>
                <a:lnTo>
                  <a:pt x="127017" y="102120"/>
                </a:lnTo>
                <a:lnTo>
                  <a:pt x="125636" y="102468"/>
                </a:lnTo>
                <a:lnTo>
                  <a:pt x="124231" y="102753"/>
                </a:lnTo>
                <a:lnTo>
                  <a:pt x="122802" y="102974"/>
                </a:lnTo>
                <a:lnTo>
                  <a:pt x="121351" y="103132"/>
                </a:lnTo>
                <a:lnTo>
                  <a:pt x="119876" y="103227"/>
                </a:lnTo>
                <a:lnTo>
                  <a:pt x="118378" y="103259"/>
                </a:lnTo>
                <a:lnTo>
                  <a:pt x="115959" y="103177"/>
                </a:lnTo>
                <a:lnTo>
                  <a:pt x="113624" y="102932"/>
                </a:lnTo>
                <a:lnTo>
                  <a:pt x="111374" y="102525"/>
                </a:lnTo>
                <a:lnTo>
                  <a:pt x="109208" y="101954"/>
                </a:lnTo>
                <a:lnTo>
                  <a:pt x="107126" y="101221"/>
                </a:lnTo>
                <a:lnTo>
                  <a:pt x="105128" y="100324"/>
                </a:lnTo>
                <a:lnTo>
                  <a:pt x="103215" y="99264"/>
                </a:lnTo>
                <a:lnTo>
                  <a:pt x="101385" y="98041"/>
                </a:lnTo>
                <a:lnTo>
                  <a:pt x="99640" y="96655"/>
                </a:lnTo>
                <a:lnTo>
                  <a:pt x="97979" y="95106"/>
                </a:lnTo>
                <a:lnTo>
                  <a:pt x="96403" y="93395"/>
                </a:lnTo>
                <a:lnTo>
                  <a:pt x="94910" y="91520"/>
                </a:lnTo>
                <a:lnTo>
                  <a:pt x="93737" y="89855"/>
                </a:lnTo>
                <a:lnTo>
                  <a:pt x="92665" y="88157"/>
                </a:lnTo>
                <a:lnTo>
                  <a:pt x="91696" y="86425"/>
                </a:lnTo>
                <a:lnTo>
                  <a:pt x="90829" y="84659"/>
                </a:lnTo>
                <a:lnTo>
                  <a:pt x="90063" y="82860"/>
                </a:lnTo>
                <a:lnTo>
                  <a:pt x="89400" y="81027"/>
                </a:lnTo>
                <a:lnTo>
                  <a:pt x="88839" y="79161"/>
                </a:lnTo>
                <a:lnTo>
                  <a:pt x="88380" y="77261"/>
                </a:lnTo>
                <a:lnTo>
                  <a:pt x="88022" y="75328"/>
                </a:lnTo>
                <a:lnTo>
                  <a:pt x="87767" y="73361"/>
                </a:lnTo>
                <a:lnTo>
                  <a:pt x="87614" y="71360"/>
                </a:lnTo>
                <a:lnTo>
                  <a:pt x="87563" y="69326"/>
                </a:lnTo>
                <a:lnTo>
                  <a:pt x="87594" y="67832"/>
                </a:lnTo>
                <a:lnTo>
                  <a:pt x="87687" y="66341"/>
                </a:lnTo>
                <a:lnTo>
                  <a:pt x="87842" y="64850"/>
                </a:lnTo>
                <a:lnTo>
                  <a:pt x="88059" y="63362"/>
                </a:lnTo>
                <a:lnTo>
                  <a:pt x="88337" y="61874"/>
                </a:lnTo>
                <a:lnTo>
                  <a:pt x="88678" y="60388"/>
                </a:lnTo>
                <a:lnTo>
                  <a:pt x="89080" y="58904"/>
                </a:lnTo>
                <a:lnTo>
                  <a:pt x="89545" y="57421"/>
                </a:lnTo>
                <a:lnTo>
                  <a:pt x="90071" y="55940"/>
                </a:lnTo>
                <a:lnTo>
                  <a:pt x="90659" y="54460"/>
                </a:lnTo>
                <a:lnTo>
                  <a:pt x="91309" y="52982"/>
                </a:lnTo>
                <a:lnTo>
                  <a:pt x="92021" y="51505"/>
                </a:lnTo>
                <a:lnTo>
                  <a:pt x="92784" y="50061"/>
                </a:lnTo>
                <a:lnTo>
                  <a:pt x="93586" y="48681"/>
                </a:lnTo>
                <a:lnTo>
                  <a:pt x="94427" y="47365"/>
                </a:lnTo>
                <a:lnTo>
                  <a:pt x="95307" y="46114"/>
                </a:lnTo>
                <a:lnTo>
                  <a:pt x="96226" y="44927"/>
                </a:lnTo>
                <a:lnTo>
                  <a:pt x="97184" y="43804"/>
                </a:lnTo>
                <a:lnTo>
                  <a:pt x="98181" y="42745"/>
                </a:lnTo>
                <a:lnTo>
                  <a:pt x="99218" y="41750"/>
                </a:lnTo>
                <a:lnTo>
                  <a:pt x="100293" y="40820"/>
                </a:lnTo>
                <a:lnTo>
                  <a:pt x="101408" y="39954"/>
                </a:lnTo>
                <a:lnTo>
                  <a:pt x="102562" y="39152"/>
                </a:lnTo>
                <a:lnTo>
                  <a:pt x="103755" y="38415"/>
                </a:lnTo>
                <a:lnTo>
                  <a:pt x="104974" y="37739"/>
                </a:lnTo>
                <a:lnTo>
                  <a:pt x="106204" y="37122"/>
                </a:lnTo>
                <a:lnTo>
                  <a:pt x="107446" y="36563"/>
                </a:lnTo>
                <a:lnTo>
                  <a:pt x="108701" y="36063"/>
                </a:lnTo>
                <a:lnTo>
                  <a:pt x="109967" y="35622"/>
                </a:lnTo>
                <a:lnTo>
                  <a:pt x="111245" y="35240"/>
                </a:lnTo>
                <a:lnTo>
                  <a:pt x="112535" y="34917"/>
                </a:lnTo>
                <a:lnTo>
                  <a:pt x="113836" y="34652"/>
                </a:lnTo>
                <a:lnTo>
                  <a:pt x="115150" y="34447"/>
                </a:lnTo>
                <a:lnTo>
                  <a:pt x="116476" y="34300"/>
                </a:lnTo>
                <a:lnTo>
                  <a:pt x="117813" y="34212"/>
                </a:lnTo>
                <a:lnTo>
                  <a:pt x="119162" y="34182"/>
                </a:lnTo>
                <a:moveTo>
                  <a:pt x="116951" y="38882"/>
                </a:moveTo>
                <a:lnTo>
                  <a:pt x="116321" y="38898"/>
                </a:lnTo>
                <a:lnTo>
                  <a:pt x="115690" y="38944"/>
                </a:lnTo>
                <a:lnTo>
                  <a:pt x="115059" y="39022"/>
                </a:lnTo>
                <a:lnTo>
                  <a:pt x="114427" y="39131"/>
                </a:lnTo>
                <a:lnTo>
                  <a:pt x="113795" y="39271"/>
                </a:lnTo>
                <a:lnTo>
                  <a:pt x="113162" y="39442"/>
                </a:lnTo>
                <a:lnTo>
                  <a:pt x="112528" y="39645"/>
                </a:lnTo>
                <a:lnTo>
                  <a:pt x="111895" y="39878"/>
                </a:lnTo>
                <a:lnTo>
                  <a:pt x="111260" y="40143"/>
                </a:lnTo>
                <a:lnTo>
                  <a:pt x="110626" y="40438"/>
                </a:lnTo>
                <a:lnTo>
                  <a:pt x="109990" y="40765"/>
                </a:lnTo>
                <a:lnTo>
                  <a:pt x="109354" y="41123"/>
                </a:lnTo>
                <a:lnTo>
                  <a:pt x="108729" y="41520"/>
                </a:lnTo>
                <a:lnTo>
                  <a:pt x="108123" y="41964"/>
                </a:lnTo>
                <a:lnTo>
                  <a:pt x="107538" y="42455"/>
                </a:lnTo>
                <a:lnTo>
                  <a:pt x="106973" y="42992"/>
                </a:lnTo>
                <a:lnTo>
                  <a:pt x="106428" y="43577"/>
                </a:lnTo>
                <a:lnTo>
                  <a:pt x="105904" y="44209"/>
                </a:lnTo>
                <a:lnTo>
                  <a:pt x="105400" y="44887"/>
                </a:lnTo>
                <a:lnTo>
                  <a:pt x="104916" y="45613"/>
                </a:lnTo>
                <a:lnTo>
                  <a:pt x="104453" y="46385"/>
                </a:lnTo>
                <a:lnTo>
                  <a:pt x="104010" y="47204"/>
                </a:lnTo>
                <a:lnTo>
                  <a:pt x="103587" y="48070"/>
                </a:lnTo>
                <a:lnTo>
                  <a:pt x="103184" y="48983"/>
                </a:lnTo>
                <a:lnTo>
                  <a:pt x="102809" y="49942"/>
                </a:lnTo>
                <a:lnTo>
                  <a:pt x="102465" y="50945"/>
                </a:lnTo>
                <a:lnTo>
                  <a:pt x="102155" y="51993"/>
                </a:lnTo>
                <a:lnTo>
                  <a:pt x="101877" y="53085"/>
                </a:lnTo>
                <a:lnTo>
                  <a:pt x="101632" y="54221"/>
                </a:lnTo>
                <a:lnTo>
                  <a:pt x="101419" y="55402"/>
                </a:lnTo>
                <a:lnTo>
                  <a:pt x="101239" y="56628"/>
                </a:lnTo>
                <a:lnTo>
                  <a:pt x="101092" y="57898"/>
                </a:lnTo>
                <a:lnTo>
                  <a:pt x="100978" y="59212"/>
                </a:lnTo>
                <a:lnTo>
                  <a:pt x="100896" y="60571"/>
                </a:lnTo>
                <a:lnTo>
                  <a:pt x="100847" y="61974"/>
                </a:lnTo>
                <a:lnTo>
                  <a:pt x="100831" y="63422"/>
                </a:lnTo>
                <a:lnTo>
                  <a:pt x="100870" y="65765"/>
                </a:lnTo>
                <a:lnTo>
                  <a:pt x="100988" y="68055"/>
                </a:lnTo>
                <a:lnTo>
                  <a:pt x="101185" y="70290"/>
                </a:lnTo>
                <a:lnTo>
                  <a:pt x="101461" y="72470"/>
                </a:lnTo>
                <a:lnTo>
                  <a:pt x="101815" y="74597"/>
                </a:lnTo>
                <a:lnTo>
                  <a:pt x="102248" y="76669"/>
                </a:lnTo>
                <a:lnTo>
                  <a:pt x="102760" y="78687"/>
                </a:lnTo>
                <a:lnTo>
                  <a:pt x="103351" y="80650"/>
                </a:lnTo>
                <a:lnTo>
                  <a:pt x="104020" y="82559"/>
                </a:lnTo>
                <a:lnTo>
                  <a:pt x="104769" y="84414"/>
                </a:lnTo>
                <a:lnTo>
                  <a:pt x="105596" y="86215"/>
                </a:lnTo>
                <a:lnTo>
                  <a:pt x="106501" y="87961"/>
                </a:lnTo>
                <a:lnTo>
                  <a:pt x="107471" y="89608"/>
                </a:lnTo>
                <a:lnTo>
                  <a:pt x="108492" y="91112"/>
                </a:lnTo>
                <a:lnTo>
                  <a:pt x="109562" y="92473"/>
                </a:lnTo>
                <a:lnTo>
                  <a:pt x="110682" y="93690"/>
                </a:lnTo>
                <a:lnTo>
                  <a:pt x="111852" y="94765"/>
                </a:lnTo>
                <a:lnTo>
                  <a:pt x="113073" y="95696"/>
                </a:lnTo>
                <a:lnTo>
                  <a:pt x="114343" y="96483"/>
                </a:lnTo>
                <a:lnTo>
                  <a:pt x="115663" y="97128"/>
                </a:lnTo>
                <a:lnTo>
                  <a:pt x="117034" y="97629"/>
                </a:lnTo>
                <a:lnTo>
                  <a:pt x="118454" y="97987"/>
                </a:lnTo>
                <a:lnTo>
                  <a:pt x="119924" y="98202"/>
                </a:lnTo>
                <a:lnTo>
                  <a:pt x="121445" y="98274"/>
                </a:lnTo>
                <a:lnTo>
                  <a:pt x="122581" y="98234"/>
                </a:lnTo>
                <a:lnTo>
                  <a:pt x="123684" y="98116"/>
                </a:lnTo>
                <a:lnTo>
                  <a:pt x="124753" y="97918"/>
                </a:lnTo>
                <a:lnTo>
                  <a:pt x="125788" y="97641"/>
                </a:lnTo>
                <a:lnTo>
                  <a:pt x="126790" y="97286"/>
                </a:lnTo>
                <a:lnTo>
                  <a:pt x="127758" y="96851"/>
                </a:lnTo>
                <a:lnTo>
                  <a:pt x="128692" y="96337"/>
                </a:lnTo>
                <a:lnTo>
                  <a:pt x="129592" y="95745"/>
                </a:lnTo>
                <a:lnTo>
                  <a:pt x="130459" y="95073"/>
                </a:lnTo>
                <a:lnTo>
                  <a:pt x="131292" y="94322"/>
                </a:lnTo>
                <a:lnTo>
                  <a:pt x="132092" y="93492"/>
                </a:lnTo>
                <a:lnTo>
                  <a:pt x="132858" y="92583"/>
                </a:lnTo>
                <a:lnTo>
                  <a:pt x="133575" y="91578"/>
                </a:lnTo>
                <a:lnTo>
                  <a:pt x="134231" y="90459"/>
                </a:lnTo>
                <a:lnTo>
                  <a:pt x="134824" y="89227"/>
                </a:lnTo>
                <a:lnTo>
                  <a:pt x="135354" y="87881"/>
                </a:lnTo>
                <a:lnTo>
                  <a:pt x="135822" y="86421"/>
                </a:lnTo>
                <a:lnTo>
                  <a:pt x="136228" y="84848"/>
                </a:lnTo>
                <a:lnTo>
                  <a:pt x="136571" y="83162"/>
                </a:lnTo>
                <a:lnTo>
                  <a:pt x="136852" y="81361"/>
                </a:lnTo>
                <a:lnTo>
                  <a:pt x="137070" y="79447"/>
                </a:lnTo>
                <a:lnTo>
                  <a:pt x="137227" y="77420"/>
                </a:lnTo>
                <a:lnTo>
                  <a:pt x="137320" y="75279"/>
                </a:lnTo>
                <a:lnTo>
                  <a:pt x="137351" y="73024"/>
                </a:lnTo>
                <a:lnTo>
                  <a:pt x="137299" y="70183"/>
                </a:lnTo>
                <a:lnTo>
                  <a:pt x="137143" y="67444"/>
                </a:lnTo>
                <a:lnTo>
                  <a:pt x="136883" y="64809"/>
                </a:lnTo>
                <a:lnTo>
                  <a:pt x="136519" y="62276"/>
                </a:lnTo>
                <a:lnTo>
                  <a:pt x="136051" y="59845"/>
                </a:lnTo>
                <a:lnTo>
                  <a:pt x="135479" y="57518"/>
                </a:lnTo>
                <a:lnTo>
                  <a:pt x="134803" y="55293"/>
                </a:lnTo>
                <a:lnTo>
                  <a:pt x="134023" y="53171"/>
                </a:lnTo>
                <a:lnTo>
                  <a:pt x="133138" y="51151"/>
                </a:lnTo>
                <a:lnTo>
                  <a:pt x="132150" y="49235"/>
                </a:lnTo>
                <a:lnTo>
                  <a:pt x="131058" y="47421"/>
                </a:lnTo>
                <a:lnTo>
                  <a:pt x="129862" y="45710"/>
                </a:lnTo>
                <a:lnTo>
                  <a:pt x="128998" y="44619"/>
                </a:lnTo>
                <a:lnTo>
                  <a:pt x="128096" y="43624"/>
                </a:lnTo>
                <a:lnTo>
                  <a:pt x="127156" y="42723"/>
                </a:lnTo>
                <a:lnTo>
                  <a:pt x="126176" y="41917"/>
                </a:lnTo>
                <a:lnTo>
                  <a:pt x="125158" y="41205"/>
                </a:lnTo>
                <a:lnTo>
                  <a:pt x="124102" y="40589"/>
                </a:lnTo>
                <a:lnTo>
                  <a:pt x="123007" y="40068"/>
                </a:lnTo>
                <a:lnTo>
                  <a:pt x="121873" y="39641"/>
                </a:lnTo>
                <a:lnTo>
                  <a:pt x="120700" y="39309"/>
                </a:lnTo>
                <a:lnTo>
                  <a:pt x="119489" y="39072"/>
                </a:lnTo>
                <a:lnTo>
                  <a:pt x="118239" y="38930"/>
                </a:lnTo>
                <a:lnTo>
                  <a:pt x="116951" y="38882"/>
                </a:lnTo>
                <a:close/>
                <a:moveTo>
                  <a:pt x="192204" y="34182"/>
                </a:moveTo>
                <a:lnTo>
                  <a:pt x="194636" y="34260"/>
                </a:lnTo>
                <a:lnTo>
                  <a:pt x="196987" y="34494"/>
                </a:lnTo>
                <a:lnTo>
                  <a:pt x="199257" y="34885"/>
                </a:lnTo>
                <a:lnTo>
                  <a:pt x="201445" y="35431"/>
                </a:lnTo>
                <a:lnTo>
                  <a:pt x="203552" y="36134"/>
                </a:lnTo>
                <a:lnTo>
                  <a:pt x="205578" y="36992"/>
                </a:lnTo>
                <a:lnTo>
                  <a:pt x="207523" y="38007"/>
                </a:lnTo>
                <a:lnTo>
                  <a:pt x="209386" y="39178"/>
                </a:lnTo>
                <a:lnTo>
                  <a:pt x="211169" y="40505"/>
                </a:lnTo>
                <a:lnTo>
                  <a:pt x="212870" y="41988"/>
                </a:lnTo>
                <a:lnTo>
                  <a:pt x="214490" y="43627"/>
                </a:lnTo>
                <a:lnTo>
                  <a:pt x="216028" y="45423"/>
                </a:lnTo>
                <a:lnTo>
                  <a:pt x="217247" y="47043"/>
                </a:lnTo>
                <a:lnTo>
                  <a:pt x="218360" y="48703"/>
                </a:lnTo>
                <a:lnTo>
                  <a:pt x="219367" y="50402"/>
                </a:lnTo>
                <a:lnTo>
                  <a:pt x="220268" y="52141"/>
                </a:lnTo>
                <a:lnTo>
                  <a:pt x="221063" y="53919"/>
                </a:lnTo>
                <a:lnTo>
                  <a:pt x="221752" y="55737"/>
                </a:lnTo>
                <a:lnTo>
                  <a:pt x="222335" y="57595"/>
                </a:lnTo>
                <a:lnTo>
                  <a:pt x="222812" y="59492"/>
                </a:lnTo>
                <a:lnTo>
                  <a:pt x="223183" y="61429"/>
                </a:lnTo>
                <a:lnTo>
                  <a:pt x="223448" y="63405"/>
                </a:lnTo>
                <a:lnTo>
                  <a:pt x="223607" y="65421"/>
                </a:lnTo>
                <a:lnTo>
                  <a:pt x="223660" y="67476"/>
                </a:lnTo>
                <a:lnTo>
                  <a:pt x="223631" y="68936"/>
                </a:lnTo>
                <a:lnTo>
                  <a:pt x="223543" y="70399"/>
                </a:lnTo>
                <a:lnTo>
                  <a:pt x="223397" y="71865"/>
                </a:lnTo>
                <a:lnTo>
                  <a:pt x="223193" y="73334"/>
                </a:lnTo>
                <a:lnTo>
                  <a:pt x="222930" y="74805"/>
                </a:lnTo>
                <a:lnTo>
                  <a:pt x="222608" y="76280"/>
                </a:lnTo>
                <a:lnTo>
                  <a:pt x="222228" y="77758"/>
                </a:lnTo>
                <a:lnTo>
                  <a:pt x="221790" y="79238"/>
                </a:lnTo>
                <a:lnTo>
                  <a:pt x="221293" y="80722"/>
                </a:lnTo>
                <a:lnTo>
                  <a:pt x="220738" y="82208"/>
                </a:lnTo>
                <a:lnTo>
                  <a:pt x="220124" y="83698"/>
                </a:lnTo>
                <a:lnTo>
                  <a:pt x="219452" y="85191"/>
                </a:lnTo>
                <a:lnTo>
                  <a:pt x="218728" y="86654"/>
                </a:lnTo>
                <a:lnTo>
                  <a:pt x="217961" y="88055"/>
                </a:lnTo>
                <a:lnTo>
                  <a:pt x="217149" y="89396"/>
                </a:lnTo>
                <a:lnTo>
                  <a:pt x="216294" y="90675"/>
                </a:lnTo>
                <a:lnTo>
                  <a:pt x="215394" y="91893"/>
                </a:lnTo>
                <a:lnTo>
                  <a:pt x="214450" y="93050"/>
                </a:lnTo>
                <a:lnTo>
                  <a:pt x="213462" y="94146"/>
                </a:lnTo>
                <a:lnTo>
                  <a:pt x="212430" y="95180"/>
                </a:lnTo>
                <a:lnTo>
                  <a:pt x="211354" y="96153"/>
                </a:lnTo>
                <a:lnTo>
                  <a:pt x="210234" y="97065"/>
                </a:lnTo>
                <a:lnTo>
                  <a:pt x="209069" y="97916"/>
                </a:lnTo>
                <a:lnTo>
                  <a:pt x="207861" y="98705"/>
                </a:lnTo>
                <a:lnTo>
                  <a:pt x="206619" y="99433"/>
                </a:lnTo>
                <a:lnTo>
                  <a:pt x="205353" y="100097"/>
                </a:lnTo>
                <a:lnTo>
                  <a:pt x="204065" y="100697"/>
                </a:lnTo>
                <a:lnTo>
                  <a:pt x="202753" y="101235"/>
                </a:lnTo>
                <a:lnTo>
                  <a:pt x="201418" y="101709"/>
                </a:lnTo>
                <a:lnTo>
                  <a:pt x="200059" y="102120"/>
                </a:lnTo>
                <a:lnTo>
                  <a:pt x="198677" y="102468"/>
                </a:lnTo>
                <a:lnTo>
                  <a:pt x="197272" y="102753"/>
                </a:lnTo>
                <a:lnTo>
                  <a:pt x="195844" y="102974"/>
                </a:lnTo>
                <a:lnTo>
                  <a:pt x="194392" y="103132"/>
                </a:lnTo>
                <a:lnTo>
                  <a:pt x="192918" y="103227"/>
                </a:lnTo>
                <a:lnTo>
                  <a:pt x="191419" y="103259"/>
                </a:lnTo>
                <a:lnTo>
                  <a:pt x="189001" y="103177"/>
                </a:lnTo>
                <a:lnTo>
                  <a:pt x="186666" y="102932"/>
                </a:lnTo>
                <a:lnTo>
                  <a:pt x="184416" y="102525"/>
                </a:lnTo>
                <a:lnTo>
                  <a:pt x="182250" y="101954"/>
                </a:lnTo>
                <a:lnTo>
                  <a:pt x="180168" y="101221"/>
                </a:lnTo>
                <a:lnTo>
                  <a:pt x="178170" y="100324"/>
                </a:lnTo>
                <a:lnTo>
                  <a:pt x="176256" y="99264"/>
                </a:lnTo>
                <a:lnTo>
                  <a:pt x="174427" y="98041"/>
                </a:lnTo>
                <a:lnTo>
                  <a:pt x="172682" y="96655"/>
                </a:lnTo>
                <a:lnTo>
                  <a:pt x="171021" y="95106"/>
                </a:lnTo>
                <a:lnTo>
                  <a:pt x="169444" y="93395"/>
                </a:lnTo>
                <a:lnTo>
                  <a:pt x="167952" y="91520"/>
                </a:lnTo>
                <a:lnTo>
                  <a:pt x="166778" y="89855"/>
                </a:lnTo>
                <a:lnTo>
                  <a:pt x="165707" y="88157"/>
                </a:lnTo>
                <a:lnTo>
                  <a:pt x="164738" y="86425"/>
                </a:lnTo>
                <a:lnTo>
                  <a:pt x="163870" y="84659"/>
                </a:lnTo>
                <a:lnTo>
                  <a:pt x="163105" y="82860"/>
                </a:lnTo>
                <a:lnTo>
                  <a:pt x="162442" y="81027"/>
                </a:lnTo>
                <a:lnTo>
                  <a:pt x="161881" y="79161"/>
                </a:lnTo>
                <a:lnTo>
                  <a:pt x="161421" y="77261"/>
                </a:lnTo>
                <a:lnTo>
                  <a:pt x="161064" y="75328"/>
                </a:lnTo>
                <a:lnTo>
                  <a:pt x="160809" y="73361"/>
                </a:lnTo>
                <a:lnTo>
                  <a:pt x="160656" y="71360"/>
                </a:lnTo>
                <a:lnTo>
                  <a:pt x="160605" y="69326"/>
                </a:lnTo>
                <a:lnTo>
                  <a:pt x="160636" y="67832"/>
                </a:lnTo>
                <a:lnTo>
                  <a:pt x="160729" y="66341"/>
                </a:lnTo>
                <a:lnTo>
                  <a:pt x="160884" y="64850"/>
                </a:lnTo>
                <a:lnTo>
                  <a:pt x="161100" y="63362"/>
                </a:lnTo>
                <a:lnTo>
                  <a:pt x="161379" y="61874"/>
                </a:lnTo>
                <a:lnTo>
                  <a:pt x="161720" y="60388"/>
                </a:lnTo>
                <a:lnTo>
                  <a:pt x="162122" y="58904"/>
                </a:lnTo>
                <a:lnTo>
                  <a:pt x="162586" y="57421"/>
                </a:lnTo>
                <a:lnTo>
                  <a:pt x="163113" y="55940"/>
                </a:lnTo>
                <a:lnTo>
                  <a:pt x="163701" y="54460"/>
                </a:lnTo>
                <a:lnTo>
                  <a:pt x="164351" y="52982"/>
                </a:lnTo>
                <a:lnTo>
                  <a:pt x="165063" y="51505"/>
                </a:lnTo>
                <a:lnTo>
                  <a:pt x="165826" y="50061"/>
                </a:lnTo>
                <a:lnTo>
                  <a:pt x="166627" y="48681"/>
                </a:lnTo>
                <a:lnTo>
                  <a:pt x="167468" y="47365"/>
                </a:lnTo>
                <a:lnTo>
                  <a:pt x="168348" y="46114"/>
                </a:lnTo>
                <a:lnTo>
                  <a:pt x="169267" y="44927"/>
                </a:lnTo>
                <a:lnTo>
                  <a:pt x="170226" y="43804"/>
                </a:lnTo>
                <a:lnTo>
                  <a:pt x="171223" y="42745"/>
                </a:lnTo>
                <a:lnTo>
                  <a:pt x="172259" y="41750"/>
                </a:lnTo>
                <a:lnTo>
                  <a:pt x="173335" y="40820"/>
                </a:lnTo>
                <a:lnTo>
                  <a:pt x="174450" y="39954"/>
                </a:lnTo>
                <a:lnTo>
                  <a:pt x="175604" y="39152"/>
                </a:lnTo>
                <a:lnTo>
                  <a:pt x="176797" y="38415"/>
                </a:lnTo>
                <a:lnTo>
                  <a:pt x="178015" y="37739"/>
                </a:lnTo>
                <a:lnTo>
                  <a:pt x="179246" y="37122"/>
                </a:lnTo>
                <a:lnTo>
                  <a:pt x="180488" y="36563"/>
                </a:lnTo>
                <a:lnTo>
                  <a:pt x="181742" y="36063"/>
                </a:lnTo>
                <a:lnTo>
                  <a:pt x="183008" y="35622"/>
                </a:lnTo>
                <a:lnTo>
                  <a:pt x="184286" y="35240"/>
                </a:lnTo>
                <a:lnTo>
                  <a:pt x="185576" y="34917"/>
                </a:lnTo>
                <a:lnTo>
                  <a:pt x="186878" y="34652"/>
                </a:lnTo>
                <a:lnTo>
                  <a:pt x="188192" y="34447"/>
                </a:lnTo>
                <a:lnTo>
                  <a:pt x="189517" y="34300"/>
                </a:lnTo>
                <a:lnTo>
                  <a:pt x="190855" y="34212"/>
                </a:lnTo>
                <a:lnTo>
                  <a:pt x="192204" y="34182"/>
                </a:lnTo>
                <a:moveTo>
                  <a:pt x="189993" y="38882"/>
                </a:moveTo>
                <a:lnTo>
                  <a:pt x="189362" y="38898"/>
                </a:lnTo>
                <a:lnTo>
                  <a:pt x="188732" y="38944"/>
                </a:lnTo>
                <a:lnTo>
                  <a:pt x="188100" y="39022"/>
                </a:lnTo>
                <a:lnTo>
                  <a:pt x="187469" y="39131"/>
                </a:lnTo>
                <a:lnTo>
                  <a:pt x="186836" y="39271"/>
                </a:lnTo>
                <a:lnTo>
                  <a:pt x="186203" y="39442"/>
                </a:lnTo>
                <a:lnTo>
                  <a:pt x="185570" y="39645"/>
                </a:lnTo>
                <a:lnTo>
                  <a:pt x="184936" y="39878"/>
                </a:lnTo>
                <a:lnTo>
                  <a:pt x="184302" y="40143"/>
                </a:lnTo>
                <a:lnTo>
                  <a:pt x="183667" y="40438"/>
                </a:lnTo>
                <a:lnTo>
                  <a:pt x="183032" y="40765"/>
                </a:lnTo>
                <a:lnTo>
                  <a:pt x="182396" y="41123"/>
                </a:lnTo>
                <a:lnTo>
                  <a:pt x="181770" y="41520"/>
                </a:lnTo>
                <a:lnTo>
                  <a:pt x="181165" y="41964"/>
                </a:lnTo>
                <a:lnTo>
                  <a:pt x="180580" y="42455"/>
                </a:lnTo>
                <a:lnTo>
                  <a:pt x="180015" y="42992"/>
                </a:lnTo>
                <a:lnTo>
                  <a:pt x="179470" y="43577"/>
                </a:lnTo>
                <a:lnTo>
                  <a:pt x="178946" y="44209"/>
                </a:lnTo>
                <a:lnTo>
                  <a:pt x="178442" y="44887"/>
                </a:lnTo>
                <a:lnTo>
                  <a:pt x="177958" y="45613"/>
                </a:lnTo>
                <a:lnTo>
                  <a:pt x="177495" y="46385"/>
                </a:lnTo>
                <a:lnTo>
                  <a:pt x="177051" y="47204"/>
                </a:lnTo>
                <a:lnTo>
                  <a:pt x="176629" y="48070"/>
                </a:lnTo>
                <a:lnTo>
                  <a:pt x="176226" y="48983"/>
                </a:lnTo>
                <a:lnTo>
                  <a:pt x="175850" y="49942"/>
                </a:lnTo>
                <a:lnTo>
                  <a:pt x="175507" y="50945"/>
                </a:lnTo>
                <a:lnTo>
                  <a:pt x="175196" y="51993"/>
                </a:lnTo>
                <a:lnTo>
                  <a:pt x="174918" y="53085"/>
                </a:lnTo>
                <a:lnTo>
                  <a:pt x="174673" y="54221"/>
                </a:lnTo>
                <a:lnTo>
                  <a:pt x="174461" y="55402"/>
                </a:lnTo>
                <a:lnTo>
                  <a:pt x="174281" y="56628"/>
                </a:lnTo>
                <a:lnTo>
                  <a:pt x="174134" y="57898"/>
                </a:lnTo>
                <a:lnTo>
                  <a:pt x="174019" y="59212"/>
                </a:lnTo>
                <a:lnTo>
                  <a:pt x="173938" y="60571"/>
                </a:lnTo>
                <a:lnTo>
                  <a:pt x="173889" y="61974"/>
                </a:lnTo>
                <a:lnTo>
                  <a:pt x="173872" y="63422"/>
                </a:lnTo>
                <a:lnTo>
                  <a:pt x="173912" y="65765"/>
                </a:lnTo>
                <a:lnTo>
                  <a:pt x="174030" y="68055"/>
                </a:lnTo>
                <a:lnTo>
                  <a:pt x="174227" y="70290"/>
                </a:lnTo>
                <a:lnTo>
                  <a:pt x="174502" y="72470"/>
                </a:lnTo>
                <a:lnTo>
                  <a:pt x="174857" y="74597"/>
                </a:lnTo>
                <a:lnTo>
                  <a:pt x="175290" y="76669"/>
                </a:lnTo>
                <a:lnTo>
                  <a:pt x="175802" y="78687"/>
                </a:lnTo>
                <a:lnTo>
                  <a:pt x="176393" y="80650"/>
                </a:lnTo>
                <a:lnTo>
                  <a:pt x="177062" y="82559"/>
                </a:lnTo>
                <a:lnTo>
                  <a:pt x="177810" y="84414"/>
                </a:lnTo>
                <a:lnTo>
                  <a:pt x="178637" y="86215"/>
                </a:lnTo>
                <a:lnTo>
                  <a:pt x="179543" y="87961"/>
                </a:lnTo>
                <a:lnTo>
                  <a:pt x="180513" y="89608"/>
                </a:lnTo>
                <a:lnTo>
                  <a:pt x="181533" y="91112"/>
                </a:lnTo>
                <a:lnTo>
                  <a:pt x="182603" y="92473"/>
                </a:lnTo>
                <a:lnTo>
                  <a:pt x="183724" y="93690"/>
                </a:lnTo>
                <a:lnTo>
                  <a:pt x="184894" y="94765"/>
                </a:lnTo>
                <a:lnTo>
                  <a:pt x="186114" y="95696"/>
                </a:lnTo>
                <a:lnTo>
                  <a:pt x="187385" y="96483"/>
                </a:lnTo>
                <a:lnTo>
                  <a:pt x="188705" y="97128"/>
                </a:lnTo>
                <a:lnTo>
                  <a:pt x="190075" y="97629"/>
                </a:lnTo>
                <a:lnTo>
                  <a:pt x="191496" y="97987"/>
                </a:lnTo>
                <a:lnTo>
                  <a:pt x="192966" y="98202"/>
                </a:lnTo>
                <a:lnTo>
                  <a:pt x="194487" y="98274"/>
                </a:lnTo>
                <a:lnTo>
                  <a:pt x="195623" y="98234"/>
                </a:lnTo>
                <a:lnTo>
                  <a:pt x="196726" y="98116"/>
                </a:lnTo>
                <a:lnTo>
                  <a:pt x="197794" y="97918"/>
                </a:lnTo>
                <a:lnTo>
                  <a:pt x="198830" y="97641"/>
                </a:lnTo>
                <a:lnTo>
                  <a:pt x="199831" y="97286"/>
                </a:lnTo>
                <a:lnTo>
                  <a:pt x="200799" y="96851"/>
                </a:lnTo>
                <a:lnTo>
                  <a:pt x="201733" y="96337"/>
                </a:lnTo>
                <a:lnTo>
                  <a:pt x="202634" y="95745"/>
                </a:lnTo>
                <a:lnTo>
                  <a:pt x="203501" y="95073"/>
                </a:lnTo>
                <a:lnTo>
                  <a:pt x="204334" y="94322"/>
                </a:lnTo>
                <a:lnTo>
                  <a:pt x="205133" y="93492"/>
                </a:lnTo>
                <a:lnTo>
                  <a:pt x="205899" y="92583"/>
                </a:lnTo>
                <a:lnTo>
                  <a:pt x="206617" y="91578"/>
                </a:lnTo>
                <a:lnTo>
                  <a:pt x="207272" y="90459"/>
                </a:lnTo>
                <a:lnTo>
                  <a:pt x="207865" y="89227"/>
                </a:lnTo>
                <a:lnTo>
                  <a:pt x="208396" y="87881"/>
                </a:lnTo>
                <a:lnTo>
                  <a:pt x="208864" y="86421"/>
                </a:lnTo>
                <a:lnTo>
                  <a:pt x="209270" y="84848"/>
                </a:lnTo>
                <a:lnTo>
                  <a:pt x="209613" y="83162"/>
                </a:lnTo>
                <a:lnTo>
                  <a:pt x="209894" y="81361"/>
                </a:lnTo>
                <a:lnTo>
                  <a:pt x="210112" y="79447"/>
                </a:lnTo>
                <a:lnTo>
                  <a:pt x="210268" y="77420"/>
                </a:lnTo>
                <a:lnTo>
                  <a:pt x="210362" y="75279"/>
                </a:lnTo>
                <a:lnTo>
                  <a:pt x="210393" y="73024"/>
                </a:lnTo>
                <a:lnTo>
                  <a:pt x="210341" y="70183"/>
                </a:lnTo>
                <a:lnTo>
                  <a:pt x="210185" y="67444"/>
                </a:lnTo>
                <a:lnTo>
                  <a:pt x="209925" y="64809"/>
                </a:lnTo>
                <a:lnTo>
                  <a:pt x="209561" y="62276"/>
                </a:lnTo>
                <a:lnTo>
                  <a:pt x="209093" y="59845"/>
                </a:lnTo>
                <a:lnTo>
                  <a:pt x="208521" y="57518"/>
                </a:lnTo>
                <a:lnTo>
                  <a:pt x="207844" y="55293"/>
                </a:lnTo>
                <a:lnTo>
                  <a:pt x="207064" y="53171"/>
                </a:lnTo>
                <a:lnTo>
                  <a:pt x="206180" y="51151"/>
                </a:lnTo>
                <a:lnTo>
                  <a:pt x="205192" y="49235"/>
                </a:lnTo>
                <a:lnTo>
                  <a:pt x="204100" y="47421"/>
                </a:lnTo>
                <a:lnTo>
                  <a:pt x="202903" y="45710"/>
                </a:lnTo>
                <a:lnTo>
                  <a:pt x="202040" y="44619"/>
                </a:lnTo>
                <a:lnTo>
                  <a:pt x="201138" y="43624"/>
                </a:lnTo>
                <a:lnTo>
                  <a:pt x="200197" y="42723"/>
                </a:lnTo>
                <a:lnTo>
                  <a:pt x="199218" y="41917"/>
                </a:lnTo>
                <a:lnTo>
                  <a:pt x="198200" y="41205"/>
                </a:lnTo>
                <a:lnTo>
                  <a:pt x="197144" y="40589"/>
                </a:lnTo>
                <a:lnTo>
                  <a:pt x="196048" y="40068"/>
                </a:lnTo>
                <a:lnTo>
                  <a:pt x="194915" y="39641"/>
                </a:lnTo>
                <a:lnTo>
                  <a:pt x="193742" y="39309"/>
                </a:lnTo>
                <a:lnTo>
                  <a:pt x="192531" y="39072"/>
                </a:lnTo>
                <a:lnTo>
                  <a:pt x="191281" y="38930"/>
                </a:lnTo>
                <a:lnTo>
                  <a:pt x="189993" y="38882"/>
                </a:lnTo>
                <a:close/>
                <a:moveTo>
                  <a:pt x="228582" y="42449"/>
                </a:moveTo>
                <a:lnTo>
                  <a:pt x="248697" y="34325"/>
                </a:lnTo>
                <a:lnTo>
                  <a:pt x="251407" y="34325"/>
                </a:lnTo>
                <a:lnTo>
                  <a:pt x="251407" y="49564"/>
                </a:lnTo>
                <a:lnTo>
                  <a:pt x="252252" y="48164"/>
                </a:lnTo>
                <a:lnTo>
                  <a:pt x="253096" y="46837"/>
                </a:lnTo>
                <a:lnTo>
                  <a:pt x="253942" y="45583"/>
                </a:lnTo>
                <a:lnTo>
                  <a:pt x="254787" y="44401"/>
                </a:lnTo>
                <a:lnTo>
                  <a:pt x="255634" y="43292"/>
                </a:lnTo>
                <a:lnTo>
                  <a:pt x="256481" y="42256"/>
                </a:lnTo>
                <a:lnTo>
                  <a:pt x="257328" y="41292"/>
                </a:lnTo>
                <a:lnTo>
                  <a:pt x="258176" y="40401"/>
                </a:lnTo>
                <a:lnTo>
                  <a:pt x="259024" y="39583"/>
                </a:lnTo>
                <a:lnTo>
                  <a:pt x="259873" y="38838"/>
                </a:lnTo>
                <a:lnTo>
                  <a:pt x="260722" y="38165"/>
                </a:lnTo>
                <a:lnTo>
                  <a:pt x="261572" y="37565"/>
                </a:lnTo>
                <a:lnTo>
                  <a:pt x="262425" y="37024"/>
                </a:lnTo>
                <a:lnTo>
                  <a:pt x="263287" y="36531"/>
                </a:lnTo>
                <a:lnTo>
                  <a:pt x="264155" y="36085"/>
                </a:lnTo>
                <a:lnTo>
                  <a:pt x="265031" y="35686"/>
                </a:lnTo>
                <a:lnTo>
                  <a:pt x="265915" y="35333"/>
                </a:lnTo>
                <a:lnTo>
                  <a:pt x="266805" y="35028"/>
                </a:lnTo>
                <a:lnTo>
                  <a:pt x="267704" y="34769"/>
                </a:lnTo>
                <a:lnTo>
                  <a:pt x="268610" y="34558"/>
                </a:lnTo>
                <a:lnTo>
                  <a:pt x="269523" y="34394"/>
                </a:lnTo>
                <a:lnTo>
                  <a:pt x="270443" y="34276"/>
                </a:lnTo>
                <a:lnTo>
                  <a:pt x="271371" y="34206"/>
                </a:lnTo>
                <a:lnTo>
                  <a:pt x="272307" y="34182"/>
                </a:lnTo>
                <a:lnTo>
                  <a:pt x="273925" y="34235"/>
                </a:lnTo>
                <a:lnTo>
                  <a:pt x="275497" y="34396"/>
                </a:lnTo>
                <a:lnTo>
                  <a:pt x="277023" y="34662"/>
                </a:lnTo>
                <a:lnTo>
                  <a:pt x="278505" y="35036"/>
                </a:lnTo>
                <a:lnTo>
                  <a:pt x="279940" y="35516"/>
                </a:lnTo>
                <a:lnTo>
                  <a:pt x="281330" y="36103"/>
                </a:lnTo>
                <a:lnTo>
                  <a:pt x="282674" y="36796"/>
                </a:lnTo>
                <a:lnTo>
                  <a:pt x="283973" y="37596"/>
                </a:lnTo>
                <a:lnTo>
                  <a:pt x="285226" y="38503"/>
                </a:lnTo>
                <a:lnTo>
                  <a:pt x="286434" y="39517"/>
                </a:lnTo>
                <a:lnTo>
                  <a:pt x="287596" y="40637"/>
                </a:lnTo>
                <a:lnTo>
                  <a:pt x="288713" y="41864"/>
                </a:lnTo>
                <a:lnTo>
                  <a:pt x="290000" y="43469"/>
                </a:lnTo>
                <a:lnTo>
                  <a:pt x="291175" y="45153"/>
                </a:lnTo>
                <a:lnTo>
                  <a:pt x="292239" y="46915"/>
                </a:lnTo>
                <a:lnTo>
                  <a:pt x="293190" y="48757"/>
                </a:lnTo>
                <a:lnTo>
                  <a:pt x="294030" y="50678"/>
                </a:lnTo>
                <a:lnTo>
                  <a:pt x="294758" y="52678"/>
                </a:lnTo>
                <a:lnTo>
                  <a:pt x="295373" y="54757"/>
                </a:lnTo>
                <a:lnTo>
                  <a:pt x="295877" y="56915"/>
                </a:lnTo>
                <a:lnTo>
                  <a:pt x="296269" y="59152"/>
                </a:lnTo>
                <a:lnTo>
                  <a:pt x="296549" y="61468"/>
                </a:lnTo>
                <a:lnTo>
                  <a:pt x="296717" y="63863"/>
                </a:lnTo>
                <a:lnTo>
                  <a:pt x="296773" y="66337"/>
                </a:lnTo>
                <a:lnTo>
                  <a:pt x="296705" y="69106"/>
                </a:lnTo>
                <a:lnTo>
                  <a:pt x="296503" y="71795"/>
                </a:lnTo>
                <a:lnTo>
                  <a:pt x="296166" y="74402"/>
                </a:lnTo>
                <a:lnTo>
                  <a:pt x="295695" y="76929"/>
                </a:lnTo>
                <a:lnTo>
                  <a:pt x="295089" y="79374"/>
                </a:lnTo>
                <a:lnTo>
                  <a:pt x="294348" y="81738"/>
                </a:lnTo>
                <a:lnTo>
                  <a:pt x="293472" y="84022"/>
                </a:lnTo>
                <a:lnTo>
                  <a:pt x="292461" y="86224"/>
                </a:lnTo>
                <a:lnTo>
                  <a:pt x="291316" y="88345"/>
                </a:lnTo>
                <a:lnTo>
                  <a:pt x="290036" y="90386"/>
                </a:lnTo>
                <a:lnTo>
                  <a:pt x="288621" y="92345"/>
                </a:lnTo>
                <a:lnTo>
                  <a:pt x="287072" y="94223"/>
                </a:lnTo>
                <a:lnTo>
                  <a:pt x="285712" y="95667"/>
                </a:lnTo>
                <a:lnTo>
                  <a:pt x="284294" y="96984"/>
                </a:lnTo>
                <a:lnTo>
                  <a:pt x="282819" y="98176"/>
                </a:lnTo>
                <a:lnTo>
                  <a:pt x="281286" y="99243"/>
                </a:lnTo>
                <a:lnTo>
                  <a:pt x="279696" y="100184"/>
                </a:lnTo>
                <a:lnTo>
                  <a:pt x="278049" y="101000"/>
                </a:lnTo>
                <a:lnTo>
                  <a:pt x="276344" y="101690"/>
                </a:lnTo>
                <a:lnTo>
                  <a:pt x="274581" y="102255"/>
                </a:lnTo>
                <a:lnTo>
                  <a:pt x="272761" y="102694"/>
                </a:lnTo>
                <a:lnTo>
                  <a:pt x="270884" y="103008"/>
                </a:lnTo>
                <a:lnTo>
                  <a:pt x="268949" y="103196"/>
                </a:lnTo>
                <a:lnTo>
                  <a:pt x="266957" y="103259"/>
                </a:lnTo>
                <a:lnTo>
                  <a:pt x="266087" y="103248"/>
                </a:lnTo>
                <a:lnTo>
                  <a:pt x="265237" y="103217"/>
                </a:lnTo>
                <a:lnTo>
                  <a:pt x="264407" y="103165"/>
                </a:lnTo>
                <a:lnTo>
                  <a:pt x="263597" y="103092"/>
                </a:lnTo>
                <a:lnTo>
                  <a:pt x="262806" y="102999"/>
                </a:lnTo>
                <a:lnTo>
                  <a:pt x="262035" y="102885"/>
                </a:lnTo>
                <a:lnTo>
                  <a:pt x="261284" y="102750"/>
                </a:lnTo>
                <a:lnTo>
                  <a:pt x="260553" y="102594"/>
                </a:lnTo>
                <a:lnTo>
                  <a:pt x="259842" y="102417"/>
                </a:lnTo>
                <a:lnTo>
                  <a:pt x="259150" y="102220"/>
                </a:lnTo>
                <a:lnTo>
                  <a:pt x="258479" y="102002"/>
                </a:lnTo>
                <a:lnTo>
                  <a:pt x="257827" y="101763"/>
                </a:lnTo>
                <a:lnTo>
                  <a:pt x="257346" y="101570"/>
                </a:lnTo>
                <a:lnTo>
                  <a:pt x="256856" y="101348"/>
                </a:lnTo>
                <a:lnTo>
                  <a:pt x="256356" y="101095"/>
                </a:lnTo>
                <a:lnTo>
                  <a:pt x="255845" y="100814"/>
                </a:lnTo>
                <a:lnTo>
                  <a:pt x="255325" y="100502"/>
                </a:lnTo>
                <a:lnTo>
                  <a:pt x="254795" y="100161"/>
                </a:lnTo>
                <a:lnTo>
                  <a:pt x="254255" y="99790"/>
                </a:lnTo>
                <a:lnTo>
                  <a:pt x="253706" y="99389"/>
                </a:lnTo>
                <a:lnTo>
                  <a:pt x="253146" y="98959"/>
                </a:lnTo>
                <a:lnTo>
                  <a:pt x="252576" y="98499"/>
                </a:lnTo>
                <a:lnTo>
                  <a:pt x="251997" y="98010"/>
                </a:lnTo>
                <a:lnTo>
                  <a:pt x="251407" y="97490"/>
                </a:lnTo>
                <a:lnTo>
                  <a:pt x="251407" y="117359"/>
                </a:lnTo>
                <a:lnTo>
                  <a:pt x="251413" y="118440"/>
                </a:lnTo>
                <a:lnTo>
                  <a:pt x="251430" y="119454"/>
                </a:lnTo>
                <a:lnTo>
                  <a:pt x="251458" y="120401"/>
                </a:lnTo>
                <a:lnTo>
                  <a:pt x="251498" y="121279"/>
                </a:lnTo>
                <a:lnTo>
                  <a:pt x="251550" y="122090"/>
                </a:lnTo>
                <a:lnTo>
                  <a:pt x="251612" y="122833"/>
                </a:lnTo>
                <a:lnTo>
                  <a:pt x="251686" y="123508"/>
                </a:lnTo>
                <a:lnTo>
                  <a:pt x="251772" y="124116"/>
                </a:lnTo>
                <a:lnTo>
                  <a:pt x="251869" y="124656"/>
                </a:lnTo>
                <a:lnTo>
                  <a:pt x="251977" y="125128"/>
                </a:lnTo>
                <a:lnTo>
                  <a:pt x="252096" y="125532"/>
                </a:lnTo>
                <a:lnTo>
                  <a:pt x="252227" y="125869"/>
                </a:lnTo>
                <a:lnTo>
                  <a:pt x="252373" y="126166"/>
                </a:lnTo>
                <a:lnTo>
                  <a:pt x="252535" y="126453"/>
                </a:lnTo>
                <a:lnTo>
                  <a:pt x="252713" y="126730"/>
                </a:lnTo>
                <a:lnTo>
                  <a:pt x="252909" y="126996"/>
                </a:lnTo>
                <a:lnTo>
                  <a:pt x="253122" y="127252"/>
                </a:lnTo>
                <a:lnTo>
                  <a:pt x="253351" y="127498"/>
                </a:lnTo>
                <a:lnTo>
                  <a:pt x="253597" y="127733"/>
                </a:lnTo>
                <a:lnTo>
                  <a:pt x="253860" y="127957"/>
                </a:lnTo>
                <a:lnTo>
                  <a:pt x="254140" y="128172"/>
                </a:lnTo>
                <a:lnTo>
                  <a:pt x="254437" y="128376"/>
                </a:lnTo>
                <a:lnTo>
                  <a:pt x="254750" y="128569"/>
                </a:lnTo>
                <a:lnTo>
                  <a:pt x="255081" y="128753"/>
                </a:lnTo>
                <a:lnTo>
                  <a:pt x="255443" y="128923"/>
                </a:lnTo>
                <a:lnTo>
                  <a:pt x="255850" y="129079"/>
                </a:lnTo>
                <a:lnTo>
                  <a:pt x="256304" y="129220"/>
                </a:lnTo>
                <a:lnTo>
                  <a:pt x="256804" y="129346"/>
                </a:lnTo>
                <a:lnTo>
                  <a:pt x="257351" y="129457"/>
                </a:lnTo>
                <a:lnTo>
                  <a:pt x="257943" y="129554"/>
                </a:lnTo>
                <a:lnTo>
                  <a:pt x="258581" y="129635"/>
                </a:lnTo>
                <a:lnTo>
                  <a:pt x="259265" y="129702"/>
                </a:lnTo>
                <a:lnTo>
                  <a:pt x="259996" y="129754"/>
                </a:lnTo>
                <a:lnTo>
                  <a:pt x="260772" y="129791"/>
                </a:lnTo>
                <a:lnTo>
                  <a:pt x="261595" y="129813"/>
                </a:lnTo>
                <a:lnTo>
                  <a:pt x="262463" y="129821"/>
                </a:lnTo>
                <a:lnTo>
                  <a:pt x="262463" y="132456"/>
                </a:lnTo>
                <a:lnTo>
                  <a:pt x="228225" y="132456"/>
                </a:lnTo>
                <a:lnTo>
                  <a:pt x="228225" y="129821"/>
                </a:lnTo>
                <a:lnTo>
                  <a:pt x="230008" y="129821"/>
                </a:lnTo>
                <a:lnTo>
                  <a:pt x="230654" y="129821"/>
                </a:lnTo>
                <a:lnTo>
                  <a:pt x="231284" y="129799"/>
                </a:lnTo>
                <a:lnTo>
                  <a:pt x="231899" y="129754"/>
                </a:lnTo>
                <a:lnTo>
                  <a:pt x="232497" y="129686"/>
                </a:lnTo>
                <a:lnTo>
                  <a:pt x="233079" y="129595"/>
                </a:lnTo>
                <a:lnTo>
                  <a:pt x="233646" y="129482"/>
                </a:lnTo>
                <a:lnTo>
                  <a:pt x="234197" y="129346"/>
                </a:lnTo>
                <a:lnTo>
                  <a:pt x="234732" y="129187"/>
                </a:lnTo>
                <a:lnTo>
                  <a:pt x="235251" y="129005"/>
                </a:lnTo>
                <a:lnTo>
                  <a:pt x="235754" y="128801"/>
                </a:lnTo>
                <a:lnTo>
                  <a:pt x="236242" y="128573"/>
                </a:lnTo>
                <a:lnTo>
                  <a:pt x="236713" y="128323"/>
                </a:lnTo>
                <a:lnTo>
                  <a:pt x="236935" y="128186"/>
                </a:lnTo>
                <a:lnTo>
                  <a:pt x="237148" y="128035"/>
                </a:lnTo>
                <a:lnTo>
                  <a:pt x="237353" y="127871"/>
                </a:lnTo>
                <a:lnTo>
                  <a:pt x="237549" y="127694"/>
                </a:lnTo>
                <a:lnTo>
                  <a:pt x="237737" y="127503"/>
                </a:lnTo>
                <a:lnTo>
                  <a:pt x="237917" y="127299"/>
                </a:lnTo>
                <a:lnTo>
                  <a:pt x="238088" y="127081"/>
                </a:lnTo>
                <a:lnTo>
                  <a:pt x="238251" y="126850"/>
                </a:lnTo>
                <a:lnTo>
                  <a:pt x="238405" y="126606"/>
                </a:lnTo>
                <a:lnTo>
                  <a:pt x="238551" y="126348"/>
                </a:lnTo>
                <a:lnTo>
                  <a:pt x="238688" y="126077"/>
                </a:lnTo>
                <a:lnTo>
                  <a:pt x="238818" y="125793"/>
                </a:lnTo>
                <a:lnTo>
                  <a:pt x="238937" y="125465"/>
                </a:lnTo>
                <a:lnTo>
                  <a:pt x="239046" y="125062"/>
                </a:lnTo>
                <a:lnTo>
                  <a:pt x="239145" y="124584"/>
                </a:lnTo>
                <a:lnTo>
                  <a:pt x="239234" y="124032"/>
                </a:lnTo>
                <a:lnTo>
                  <a:pt x="239312" y="123405"/>
                </a:lnTo>
                <a:lnTo>
                  <a:pt x="239379" y="122703"/>
                </a:lnTo>
                <a:lnTo>
                  <a:pt x="239436" y="121926"/>
                </a:lnTo>
                <a:lnTo>
                  <a:pt x="239483" y="121075"/>
                </a:lnTo>
                <a:lnTo>
                  <a:pt x="239520" y="120149"/>
                </a:lnTo>
                <a:lnTo>
                  <a:pt x="239546" y="119148"/>
                </a:lnTo>
                <a:lnTo>
                  <a:pt x="239561" y="118073"/>
                </a:lnTo>
                <a:lnTo>
                  <a:pt x="239566" y="116922"/>
                </a:lnTo>
                <a:lnTo>
                  <a:pt x="239566" y="55205"/>
                </a:lnTo>
                <a:lnTo>
                  <a:pt x="239563" y="54181"/>
                </a:lnTo>
                <a:lnTo>
                  <a:pt x="239551" y="53220"/>
                </a:lnTo>
                <a:lnTo>
                  <a:pt x="239531" y="52324"/>
                </a:lnTo>
                <a:lnTo>
                  <a:pt x="239503" y="51492"/>
                </a:lnTo>
                <a:lnTo>
                  <a:pt x="239467" y="50725"/>
                </a:lnTo>
                <a:lnTo>
                  <a:pt x="239424" y="50021"/>
                </a:lnTo>
                <a:lnTo>
                  <a:pt x="239372" y="49383"/>
                </a:lnTo>
                <a:lnTo>
                  <a:pt x="239313" y="48808"/>
                </a:lnTo>
                <a:lnTo>
                  <a:pt x="239246" y="48298"/>
                </a:lnTo>
                <a:lnTo>
                  <a:pt x="239170" y="47852"/>
                </a:lnTo>
                <a:lnTo>
                  <a:pt x="239087" y="47471"/>
                </a:lnTo>
                <a:lnTo>
                  <a:pt x="238996" y="47154"/>
                </a:lnTo>
                <a:lnTo>
                  <a:pt x="238896" y="46875"/>
                </a:lnTo>
                <a:lnTo>
                  <a:pt x="238787" y="46607"/>
                </a:lnTo>
                <a:lnTo>
                  <a:pt x="238668" y="46352"/>
                </a:lnTo>
                <a:lnTo>
                  <a:pt x="238540" y="46108"/>
                </a:lnTo>
                <a:lnTo>
                  <a:pt x="238403" y="45877"/>
                </a:lnTo>
                <a:lnTo>
                  <a:pt x="238256" y="45657"/>
                </a:lnTo>
                <a:lnTo>
                  <a:pt x="238100" y="45449"/>
                </a:lnTo>
                <a:lnTo>
                  <a:pt x="237934" y="45253"/>
                </a:lnTo>
                <a:lnTo>
                  <a:pt x="237759" y="45069"/>
                </a:lnTo>
                <a:lnTo>
                  <a:pt x="237574" y="44897"/>
                </a:lnTo>
                <a:lnTo>
                  <a:pt x="237380" y="44736"/>
                </a:lnTo>
                <a:lnTo>
                  <a:pt x="237177" y="44588"/>
                </a:lnTo>
                <a:lnTo>
                  <a:pt x="236963" y="44451"/>
                </a:lnTo>
                <a:lnTo>
                  <a:pt x="236736" y="44326"/>
                </a:lnTo>
                <a:lnTo>
                  <a:pt x="236497" y="44213"/>
                </a:lnTo>
                <a:lnTo>
                  <a:pt x="236246" y="44112"/>
                </a:lnTo>
                <a:lnTo>
                  <a:pt x="235982" y="44023"/>
                </a:lnTo>
                <a:lnTo>
                  <a:pt x="235706" y="43946"/>
                </a:lnTo>
                <a:lnTo>
                  <a:pt x="235417" y="43880"/>
                </a:lnTo>
                <a:lnTo>
                  <a:pt x="235116" y="43827"/>
                </a:lnTo>
                <a:lnTo>
                  <a:pt x="234803" y="43785"/>
                </a:lnTo>
                <a:lnTo>
                  <a:pt x="234477" y="43755"/>
                </a:lnTo>
                <a:lnTo>
                  <a:pt x="234139" y="43737"/>
                </a:lnTo>
                <a:lnTo>
                  <a:pt x="233789" y="43731"/>
                </a:lnTo>
                <a:lnTo>
                  <a:pt x="233497" y="43738"/>
                </a:lnTo>
                <a:lnTo>
                  <a:pt x="233192" y="43759"/>
                </a:lnTo>
                <a:lnTo>
                  <a:pt x="232875" y="43794"/>
                </a:lnTo>
                <a:lnTo>
                  <a:pt x="232544" y="43842"/>
                </a:lnTo>
                <a:lnTo>
                  <a:pt x="232201" y="43904"/>
                </a:lnTo>
                <a:lnTo>
                  <a:pt x="231845" y="43981"/>
                </a:lnTo>
                <a:lnTo>
                  <a:pt x="231476" y="44071"/>
                </a:lnTo>
                <a:lnTo>
                  <a:pt x="231094" y="44174"/>
                </a:lnTo>
                <a:lnTo>
                  <a:pt x="230699" y="44292"/>
                </a:lnTo>
                <a:lnTo>
                  <a:pt x="230292" y="44424"/>
                </a:lnTo>
                <a:lnTo>
                  <a:pt x="229871" y="44569"/>
                </a:lnTo>
                <a:lnTo>
                  <a:pt x="229438" y="44728"/>
                </a:lnTo>
                <a:lnTo>
                  <a:pt x="228582" y="42449"/>
                </a:lnTo>
                <a:moveTo>
                  <a:pt x="251407" y="53895"/>
                </a:moveTo>
                <a:lnTo>
                  <a:pt x="251407" y="78218"/>
                </a:lnTo>
                <a:lnTo>
                  <a:pt x="251412" y="79497"/>
                </a:lnTo>
                <a:lnTo>
                  <a:pt x="251425" y="80700"/>
                </a:lnTo>
                <a:lnTo>
                  <a:pt x="251447" y="81828"/>
                </a:lnTo>
                <a:lnTo>
                  <a:pt x="251479" y="82881"/>
                </a:lnTo>
                <a:lnTo>
                  <a:pt x="251519" y="83859"/>
                </a:lnTo>
                <a:lnTo>
                  <a:pt x="251568" y="84762"/>
                </a:lnTo>
                <a:lnTo>
                  <a:pt x="251626" y="85590"/>
                </a:lnTo>
                <a:lnTo>
                  <a:pt x="251693" y="86343"/>
                </a:lnTo>
                <a:lnTo>
                  <a:pt x="251768" y="87020"/>
                </a:lnTo>
                <a:lnTo>
                  <a:pt x="251853" y="87623"/>
                </a:lnTo>
                <a:lnTo>
                  <a:pt x="251947" y="88150"/>
                </a:lnTo>
                <a:lnTo>
                  <a:pt x="252049" y="88602"/>
                </a:lnTo>
                <a:lnTo>
                  <a:pt x="252236" y="89283"/>
                </a:lnTo>
                <a:lnTo>
                  <a:pt x="252462" y="89950"/>
                </a:lnTo>
                <a:lnTo>
                  <a:pt x="252729" y="90603"/>
                </a:lnTo>
                <a:lnTo>
                  <a:pt x="253036" y="91242"/>
                </a:lnTo>
                <a:lnTo>
                  <a:pt x="253383" y="91867"/>
                </a:lnTo>
                <a:lnTo>
                  <a:pt x="253770" y="92479"/>
                </a:lnTo>
                <a:lnTo>
                  <a:pt x="254197" y="93076"/>
                </a:lnTo>
                <a:lnTo>
                  <a:pt x="254665" y="93660"/>
                </a:lnTo>
                <a:lnTo>
                  <a:pt x="255172" y="94230"/>
                </a:lnTo>
                <a:lnTo>
                  <a:pt x="255720" y="94786"/>
                </a:lnTo>
                <a:lnTo>
                  <a:pt x="256307" y="95328"/>
                </a:lnTo>
                <a:lnTo>
                  <a:pt x="256935" y="95857"/>
                </a:lnTo>
                <a:lnTo>
                  <a:pt x="257597" y="96357"/>
                </a:lnTo>
                <a:lnTo>
                  <a:pt x="258288" y="96813"/>
                </a:lnTo>
                <a:lnTo>
                  <a:pt x="259006" y="97226"/>
                </a:lnTo>
                <a:lnTo>
                  <a:pt x="259753" y="97595"/>
                </a:lnTo>
                <a:lnTo>
                  <a:pt x="260528" y="97921"/>
                </a:lnTo>
                <a:lnTo>
                  <a:pt x="261331" y="98204"/>
                </a:lnTo>
                <a:lnTo>
                  <a:pt x="262162" y="98443"/>
                </a:lnTo>
                <a:lnTo>
                  <a:pt x="263022" y="98638"/>
                </a:lnTo>
                <a:lnTo>
                  <a:pt x="263910" y="98790"/>
                </a:lnTo>
                <a:lnTo>
                  <a:pt x="264826" y="98899"/>
                </a:lnTo>
                <a:lnTo>
                  <a:pt x="265770" y="98964"/>
                </a:lnTo>
                <a:lnTo>
                  <a:pt x="266743" y="98986"/>
                </a:lnTo>
                <a:lnTo>
                  <a:pt x="267913" y="98947"/>
                </a:lnTo>
                <a:lnTo>
                  <a:pt x="269045" y="98832"/>
                </a:lnTo>
                <a:lnTo>
                  <a:pt x="270140" y="98639"/>
                </a:lnTo>
                <a:lnTo>
                  <a:pt x="271197" y="98369"/>
                </a:lnTo>
                <a:lnTo>
                  <a:pt x="272217" y="98023"/>
                </a:lnTo>
                <a:lnTo>
                  <a:pt x="273198" y="97599"/>
                </a:lnTo>
                <a:lnTo>
                  <a:pt x="274143" y="97098"/>
                </a:lnTo>
                <a:lnTo>
                  <a:pt x="275049" y="96520"/>
                </a:lnTo>
                <a:lnTo>
                  <a:pt x="275918" y="95865"/>
                </a:lnTo>
                <a:lnTo>
                  <a:pt x="276749" y="95133"/>
                </a:lnTo>
                <a:lnTo>
                  <a:pt x="277543" y="94324"/>
                </a:lnTo>
                <a:lnTo>
                  <a:pt x="278298" y="93438"/>
                </a:lnTo>
                <a:lnTo>
                  <a:pt x="279221" y="92188"/>
                </a:lnTo>
                <a:lnTo>
                  <a:pt x="280064" y="90856"/>
                </a:lnTo>
                <a:lnTo>
                  <a:pt x="280826" y="89442"/>
                </a:lnTo>
                <a:lnTo>
                  <a:pt x="281508" y="87947"/>
                </a:lnTo>
                <a:lnTo>
                  <a:pt x="282110" y="86369"/>
                </a:lnTo>
                <a:lnTo>
                  <a:pt x="282632" y="84709"/>
                </a:lnTo>
                <a:lnTo>
                  <a:pt x="283073" y="82967"/>
                </a:lnTo>
                <a:lnTo>
                  <a:pt x="283434" y="81143"/>
                </a:lnTo>
                <a:lnTo>
                  <a:pt x="283715" y="79237"/>
                </a:lnTo>
                <a:lnTo>
                  <a:pt x="283916" y="77249"/>
                </a:lnTo>
                <a:lnTo>
                  <a:pt x="284036" y="75179"/>
                </a:lnTo>
                <a:lnTo>
                  <a:pt x="284076" y="73026"/>
                </a:lnTo>
                <a:lnTo>
                  <a:pt x="284031" y="70585"/>
                </a:lnTo>
                <a:lnTo>
                  <a:pt x="283894" y="68240"/>
                </a:lnTo>
                <a:lnTo>
                  <a:pt x="283666" y="65990"/>
                </a:lnTo>
                <a:lnTo>
                  <a:pt x="283347" y="63837"/>
                </a:lnTo>
                <a:lnTo>
                  <a:pt x="282937" y="61779"/>
                </a:lnTo>
                <a:lnTo>
                  <a:pt x="282436" y="59817"/>
                </a:lnTo>
                <a:lnTo>
                  <a:pt x="281843" y="57950"/>
                </a:lnTo>
                <a:lnTo>
                  <a:pt x="281160" y="56180"/>
                </a:lnTo>
                <a:lnTo>
                  <a:pt x="280385" y="54505"/>
                </a:lnTo>
                <a:lnTo>
                  <a:pt x="279519" y="52926"/>
                </a:lnTo>
                <a:lnTo>
                  <a:pt x="278562" y="51443"/>
                </a:lnTo>
                <a:lnTo>
                  <a:pt x="277514" y="50056"/>
                </a:lnTo>
                <a:lnTo>
                  <a:pt x="276741" y="49170"/>
                </a:lnTo>
                <a:lnTo>
                  <a:pt x="275945" y="48361"/>
                </a:lnTo>
                <a:lnTo>
                  <a:pt x="275124" y="47629"/>
                </a:lnTo>
                <a:lnTo>
                  <a:pt x="274280" y="46974"/>
                </a:lnTo>
                <a:lnTo>
                  <a:pt x="273412" y="46396"/>
                </a:lnTo>
                <a:lnTo>
                  <a:pt x="272521" y="45895"/>
                </a:lnTo>
                <a:lnTo>
                  <a:pt x="271605" y="45471"/>
                </a:lnTo>
                <a:lnTo>
                  <a:pt x="270666" y="45124"/>
                </a:lnTo>
                <a:lnTo>
                  <a:pt x="269703" y="44855"/>
                </a:lnTo>
                <a:lnTo>
                  <a:pt x="268717" y="44662"/>
                </a:lnTo>
                <a:lnTo>
                  <a:pt x="267706" y="44547"/>
                </a:lnTo>
                <a:lnTo>
                  <a:pt x="266672" y="44508"/>
                </a:lnTo>
                <a:lnTo>
                  <a:pt x="266102" y="44520"/>
                </a:lnTo>
                <a:lnTo>
                  <a:pt x="265532" y="44555"/>
                </a:lnTo>
                <a:lnTo>
                  <a:pt x="264964" y="44615"/>
                </a:lnTo>
                <a:lnTo>
                  <a:pt x="264397" y="44698"/>
                </a:lnTo>
                <a:lnTo>
                  <a:pt x="263831" y="44804"/>
                </a:lnTo>
                <a:lnTo>
                  <a:pt x="263266" y="44935"/>
                </a:lnTo>
                <a:lnTo>
                  <a:pt x="262702" y="45089"/>
                </a:lnTo>
                <a:lnTo>
                  <a:pt x="262138" y="45267"/>
                </a:lnTo>
                <a:lnTo>
                  <a:pt x="261576" y="45468"/>
                </a:lnTo>
                <a:lnTo>
                  <a:pt x="261015" y="45693"/>
                </a:lnTo>
                <a:lnTo>
                  <a:pt x="260455" y="45942"/>
                </a:lnTo>
                <a:lnTo>
                  <a:pt x="259895" y="46215"/>
                </a:lnTo>
                <a:lnTo>
                  <a:pt x="259444" y="46464"/>
                </a:lnTo>
                <a:lnTo>
                  <a:pt x="258946" y="46784"/>
                </a:lnTo>
                <a:lnTo>
                  <a:pt x="258402" y="47175"/>
                </a:lnTo>
                <a:lnTo>
                  <a:pt x="257811" y="47637"/>
                </a:lnTo>
                <a:lnTo>
                  <a:pt x="257173" y="48170"/>
                </a:lnTo>
                <a:lnTo>
                  <a:pt x="256489" y="48775"/>
                </a:lnTo>
                <a:lnTo>
                  <a:pt x="255759" y="49450"/>
                </a:lnTo>
                <a:lnTo>
                  <a:pt x="254982" y="50197"/>
                </a:lnTo>
                <a:lnTo>
                  <a:pt x="254158" y="51015"/>
                </a:lnTo>
                <a:lnTo>
                  <a:pt x="253288" y="51904"/>
                </a:lnTo>
                <a:lnTo>
                  <a:pt x="252371" y="52864"/>
                </a:lnTo>
                <a:lnTo>
                  <a:pt x="251407" y="53895"/>
                </a:lnTo>
                <a:close/>
                <a:moveTo>
                  <a:pt x="307686" y="63095"/>
                </a:moveTo>
                <a:lnTo>
                  <a:pt x="344564" y="63095"/>
                </a:lnTo>
                <a:lnTo>
                  <a:pt x="344564" y="73848"/>
                </a:lnTo>
                <a:lnTo>
                  <a:pt x="307686" y="73848"/>
                </a:lnTo>
                <a:lnTo>
                  <a:pt x="307686" y="63095"/>
                </a:lnTo>
                <a:close/>
                <a:moveTo>
                  <a:pt x="371341" y="0"/>
                </a:moveTo>
                <a:lnTo>
                  <a:pt x="371834" y="15"/>
                </a:lnTo>
                <a:lnTo>
                  <a:pt x="372315" y="59"/>
                </a:lnTo>
                <a:lnTo>
                  <a:pt x="372783" y="132"/>
                </a:lnTo>
                <a:lnTo>
                  <a:pt x="373239" y="235"/>
                </a:lnTo>
                <a:lnTo>
                  <a:pt x="373683" y="367"/>
                </a:lnTo>
                <a:lnTo>
                  <a:pt x="374114" y="528"/>
                </a:lnTo>
                <a:lnTo>
                  <a:pt x="374533" y="719"/>
                </a:lnTo>
                <a:lnTo>
                  <a:pt x="374939" y="939"/>
                </a:lnTo>
                <a:lnTo>
                  <a:pt x="375333" y="1188"/>
                </a:lnTo>
                <a:lnTo>
                  <a:pt x="375715" y="1467"/>
                </a:lnTo>
                <a:lnTo>
                  <a:pt x="376084" y="1775"/>
                </a:lnTo>
                <a:lnTo>
                  <a:pt x="376441" y="2112"/>
                </a:lnTo>
                <a:lnTo>
                  <a:pt x="376777" y="2470"/>
                </a:lnTo>
                <a:lnTo>
                  <a:pt x="377084" y="2840"/>
                </a:lnTo>
                <a:lnTo>
                  <a:pt x="377362" y="3223"/>
                </a:lnTo>
                <a:lnTo>
                  <a:pt x="377610" y="3618"/>
                </a:lnTo>
                <a:lnTo>
                  <a:pt x="377829" y="4026"/>
                </a:lnTo>
                <a:lnTo>
                  <a:pt x="378019" y="4446"/>
                </a:lnTo>
                <a:lnTo>
                  <a:pt x="378180" y="4878"/>
                </a:lnTo>
                <a:lnTo>
                  <a:pt x="378312" y="5323"/>
                </a:lnTo>
                <a:lnTo>
                  <a:pt x="378414" y="5781"/>
                </a:lnTo>
                <a:lnTo>
                  <a:pt x="378487" y="6251"/>
                </a:lnTo>
                <a:lnTo>
                  <a:pt x="378531" y="6733"/>
                </a:lnTo>
                <a:lnTo>
                  <a:pt x="378545" y="7228"/>
                </a:lnTo>
                <a:lnTo>
                  <a:pt x="378531" y="7723"/>
                </a:lnTo>
                <a:lnTo>
                  <a:pt x="378487" y="8206"/>
                </a:lnTo>
                <a:lnTo>
                  <a:pt x="378414" y="8678"/>
                </a:lnTo>
                <a:lnTo>
                  <a:pt x="378312" y="9137"/>
                </a:lnTo>
                <a:lnTo>
                  <a:pt x="378180" y="9584"/>
                </a:lnTo>
                <a:lnTo>
                  <a:pt x="378019" y="10020"/>
                </a:lnTo>
                <a:lnTo>
                  <a:pt x="377829" y="10443"/>
                </a:lnTo>
                <a:lnTo>
                  <a:pt x="377610" y="10855"/>
                </a:lnTo>
                <a:lnTo>
                  <a:pt x="377362" y="11255"/>
                </a:lnTo>
                <a:lnTo>
                  <a:pt x="377084" y="11642"/>
                </a:lnTo>
                <a:lnTo>
                  <a:pt x="376777" y="12018"/>
                </a:lnTo>
                <a:lnTo>
                  <a:pt x="376441" y="12382"/>
                </a:lnTo>
                <a:lnTo>
                  <a:pt x="376084" y="12725"/>
                </a:lnTo>
                <a:lnTo>
                  <a:pt x="375715" y="13038"/>
                </a:lnTo>
                <a:lnTo>
                  <a:pt x="375333" y="13321"/>
                </a:lnTo>
                <a:lnTo>
                  <a:pt x="374939" y="13574"/>
                </a:lnTo>
                <a:lnTo>
                  <a:pt x="374533" y="13797"/>
                </a:lnTo>
                <a:lnTo>
                  <a:pt x="374114" y="13991"/>
                </a:lnTo>
                <a:lnTo>
                  <a:pt x="373683" y="14155"/>
                </a:lnTo>
                <a:lnTo>
                  <a:pt x="373239" y="14289"/>
                </a:lnTo>
                <a:lnTo>
                  <a:pt x="372783" y="14393"/>
                </a:lnTo>
                <a:lnTo>
                  <a:pt x="372315" y="14468"/>
                </a:lnTo>
                <a:lnTo>
                  <a:pt x="371834" y="14513"/>
                </a:lnTo>
                <a:lnTo>
                  <a:pt x="371341" y="14527"/>
                </a:lnTo>
                <a:lnTo>
                  <a:pt x="370848" y="14513"/>
                </a:lnTo>
                <a:lnTo>
                  <a:pt x="370366" y="14468"/>
                </a:lnTo>
                <a:lnTo>
                  <a:pt x="369897" y="14393"/>
                </a:lnTo>
                <a:lnTo>
                  <a:pt x="369439" y="14289"/>
                </a:lnTo>
                <a:lnTo>
                  <a:pt x="368993" y="14155"/>
                </a:lnTo>
                <a:lnTo>
                  <a:pt x="368559" y="13991"/>
                </a:lnTo>
                <a:lnTo>
                  <a:pt x="368137" y="13797"/>
                </a:lnTo>
                <a:lnTo>
                  <a:pt x="367727" y="13574"/>
                </a:lnTo>
                <a:lnTo>
                  <a:pt x="367329" y="13321"/>
                </a:lnTo>
                <a:lnTo>
                  <a:pt x="366942" y="13038"/>
                </a:lnTo>
                <a:lnTo>
                  <a:pt x="366568" y="12725"/>
                </a:lnTo>
                <a:lnTo>
                  <a:pt x="366205" y="12382"/>
                </a:lnTo>
                <a:lnTo>
                  <a:pt x="365864" y="12018"/>
                </a:lnTo>
                <a:lnTo>
                  <a:pt x="365551" y="11642"/>
                </a:lnTo>
                <a:lnTo>
                  <a:pt x="365269" y="11255"/>
                </a:lnTo>
                <a:lnTo>
                  <a:pt x="365016" y="10855"/>
                </a:lnTo>
                <a:lnTo>
                  <a:pt x="364794" y="10443"/>
                </a:lnTo>
                <a:lnTo>
                  <a:pt x="364600" y="10020"/>
                </a:lnTo>
                <a:lnTo>
                  <a:pt x="364437" y="9584"/>
                </a:lnTo>
                <a:lnTo>
                  <a:pt x="364303" y="9137"/>
                </a:lnTo>
                <a:lnTo>
                  <a:pt x="364199" y="8678"/>
                </a:lnTo>
                <a:lnTo>
                  <a:pt x="364125" y="8206"/>
                </a:lnTo>
                <a:lnTo>
                  <a:pt x="364080" y="7723"/>
                </a:lnTo>
                <a:lnTo>
                  <a:pt x="364065" y="7228"/>
                </a:lnTo>
                <a:lnTo>
                  <a:pt x="364080" y="6733"/>
                </a:lnTo>
                <a:lnTo>
                  <a:pt x="364124" y="6251"/>
                </a:lnTo>
                <a:lnTo>
                  <a:pt x="364197" y="5781"/>
                </a:lnTo>
                <a:lnTo>
                  <a:pt x="364299" y="5323"/>
                </a:lnTo>
                <a:lnTo>
                  <a:pt x="364431" y="4878"/>
                </a:lnTo>
                <a:lnTo>
                  <a:pt x="364591" y="4446"/>
                </a:lnTo>
                <a:lnTo>
                  <a:pt x="364781" y="4026"/>
                </a:lnTo>
                <a:lnTo>
                  <a:pt x="365001" y="3618"/>
                </a:lnTo>
                <a:lnTo>
                  <a:pt x="365249" y="3223"/>
                </a:lnTo>
                <a:lnTo>
                  <a:pt x="365527" y="2840"/>
                </a:lnTo>
                <a:lnTo>
                  <a:pt x="365834" y="2470"/>
                </a:lnTo>
                <a:lnTo>
                  <a:pt x="366170" y="2112"/>
                </a:lnTo>
                <a:lnTo>
                  <a:pt x="366527" y="1775"/>
                </a:lnTo>
                <a:lnTo>
                  <a:pt x="366898" y="1467"/>
                </a:lnTo>
                <a:lnTo>
                  <a:pt x="367282" y="1188"/>
                </a:lnTo>
                <a:lnTo>
                  <a:pt x="367679" y="939"/>
                </a:lnTo>
                <a:lnTo>
                  <a:pt x="368090" y="719"/>
                </a:lnTo>
                <a:lnTo>
                  <a:pt x="368515" y="528"/>
                </a:lnTo>
                <a:lnTo>
                  <a:pt x="368952" y="367"/>
                </a:lnTo>
                <a:lnTo>
                  <a:pt x="369403" y="235"/>
                </a:lnTo>
                <a:lnTo>
                  <a:pt x="369868" y="132"/>
                </a:lnTo>
                <a:lnTo>
                  <a:pt x="370345" y="59"/>
                </a:lnTo>
                <a:lnTo>
                  <a:pt x="370837" y="15"/>
                </a:lnTo>
                <a:lnTo>
                  <a:pt x="371341" y="0"/>
                </a:lnTo>
                <a:moveTo>
                  <a:pt x="377261" y="34182"/>
                </a:moveTo>
                <a:lnTo>
                  <a:pt x="377261" y="86479"/>
                </a:lnTo>
                <a:lnTo>
                  <a:pt x="377268" y="87469"/>
                </a:lnTo>
                <a:lnTo>
                  <a:pt x="377286" y="88403"/>
                </a:lnTo>
                <a:lnTo>
                  <a:pt x="377317" y="89279"/>
                </a:lnTo>
                <a:lnTo>
                  <a:pt x="377360" y="90099"/>
                </a:lnTo>
                <a:lnTo>
                  <a:pt x="377416" y="90862"/>
                </a:lnTo>
                <a:lnTo>
                  <a:pt x="377484" y="91569"/>
                </a:lnTo>
                <a:lnTo>
                  <a:pt x="377565" y="92218"/>
                </a:lnTo>
                <a:lnTo>
                  <a:pt x="377658" y="92811"/>
                </a:lnTo>
                <a:lnTo>
                  <a:pt x="377763" y="93347"/>
                </a:lnTo>
                <a:lnTo>
                  <a:pt x="377881" y="93827"/>
                </a:lnTo>
                <a:lnTo>
                  <a:pt x="378011" y="94249"/>
                </a:lnTo>
                <a:lnTo>
                  <a:pt x="378153" y="94615"/>
                </a:lnTo>
                <a:lnTo>
                  <a:pt x="378308" y="94945"/>
                </a:lnTo>
                <a:lnTo>
                  <a:pt x="378474" y="95261"/>
                </a:lnTo>
                <a:lnTo>
                  <a:pt x="378652" y="95563"/>
                </a:lnTo>
                <a:lnTo>
                  <a:pt x="378843" y="95851"/>
                </a:lnTo>
                <a:lnTo>
                  <a:pt x="379045" y="96124"/>
                </a:lnTo>
                <a:lnTo>
                  <a:pt x="379259" y="96383"/>
                </a:lnTo>
                <a:lnTo>
                  <a:pt x="379484" y="96627"/>
                </a:lnTo>
                <a:lnTo>
                  <a:pt x="379722" y="96857"/>
                </a:lnTo>
                <a:lnTo>
                  <a:pt x="379972" y="97073"/>
                </a:lnTo>
                <a:lnTo>
                  <a:pt x="380233" y="97275"/>
                </a:lnTo>
                <a:lnTo>
                  <a:pt x="380507" y="97462"/>
                </a:lnTo>
                <a:lnTo>
                  <a:pt x="380792" y="97635"/>
                </a:lnTo>
                <a:lnTo>
                  <a:pt x="381104" y="97794"/>
                </a:lnTo>
                <a:lnTo>
                  <a:pt x="381455" y="97939"/>
                </a:lnTo>
                <a:lnTo>
                  <a:pt x="381847" y="98070"/>
                </a:lnTo>
                <a:lnTo>
                  <a:pt x="382278" y="98188"/>
                </a:lnTo>
                <a:lnTo>
                  <a:pt x="382750" y="98291"/>
                </a:lnTo>
                <a:lnTo>
                  <a:pt x="383262" y="98381"/>
                </a:lnTo>
                <a:lnTo>
                  <a:pt x="383814" y="98457"/>
                </a:lnTo>
                <a:lnTo>
                  <a:pt x="384406" y="98519"/>
                </a:lnTo>
                <a:lnTo>
                  <a:pt x="385039" y="98568"/>
                </a:lnTo>
                <a:lnTo>
                  <a:pt x="385711" y="98602"/>
                </a:lnTo>
                <a:lnTo>
                  <a:pt x="386424" y="98623"/>
                </a:lnTo>
                <a:lnTo>
                  <a:pt x="387176" y="98630"/>
                </a:lnTo>
                <a:lnTo>
                  <a:pt x="387176" y="101265"/>
                </a:lnTo>
                <a:lnTo>
                  <a:pt x="355435" y="101265"/>
                </a:lnTo>
                <a:lnTo>
                  <a:pt x="355435" y="98630"/>
                </a:lnTo>
                <a:lnTo>
                  <a:pt x="356209" y="98623"/>
                </a:lnTo>
                <a:lnTo>
                  <a:pt x="356940" y="98604"/>
                </a:lnTo>
                <a:lnTo>
                  <a:pt x="357628" y="98572"/>
                </a:lnTo>
                <a:lnTo>
                  <a:pt x="358272" y="98527"/>
                </a:lnTo>
                <a:lnTo>
                  <a:pt x="358872" y="98469"/>
                </a:lnTo>
                <a:lnTo>
                  <a:pt x="359429" y="98399"/>
                </a:lnTo>
                <a:lnTo>
                  <a:pt x="359942" y="98315"/>
                </a:lnTo>
                <a:lnTo>
                  <a:pt x="360412" y="98219"/>
                </a:lnTo>
                <a:lnTo>
                  <a:pt x="360838" y="98110"/>
                </a:lnTo>
                <a:lnTo>
                  <a:pt x="361220" y="97988"/>
                </a:lnTo>
                <a:lnTo>
                  <a:pt x="361559" y="97854"/>
                </a:lnTo>
                <a:lnTo>
                  <a:pt x="361854" y="97706"/>
                </a:lnTo>
                <a:lnTo>
                  <a:pt x="362123" y="97544"/>
                </a:lnTo>
                <a:lnTo>
                  <a:pt x="362382" y="97365"/>
                </a:lnTo>
                <a:lnTo>
                  <a:pt x="362632" y="97169"/>
                </a:lnTo>
                <a:lnTo>
                  <a:pt x="362873" y="96956"/>
                </a:lnTo>
                <a:lnTo>
                  <a:pt x="363104" y="96727"/>
                </a:lnTo>
                <a:lnTo>
                  <a:pt x="363325" y="96481"/>
                </a:lnTo>
                <a:lnTo>
                  <a:pt x="363538" y="96218"/>
                </a:lnTo>
                <a:lnTo>
                  <a:pt x="363740" y="95938"/>
                </a:lnTo>
                <a:lnTo>
                  <a:pt x="363934" y="95641"/>
                </a:lnTo>
                <a:lnTo>
                  <a:pt x="364118" y="95328"/>
                </a:lnTo>
                <a:lnTo>
                  <a:pt x="364293" y="94998"/>
                </a:lnTo>
                <a:lnTo>
                  <a:pt x="364458" y="94651"/>
                </a:lnTo>
                <a:lnTo>
                  <a:pt x="364612" y="94268"/>
                </a:lnTo>
                <a:lnTo>
                  <a:pt x="364752" y="93831"/>
                </a:lnTo>
                <a:lnTo>
                  <a:pt x="364879" y="93340"/>
                </a:lnTo>
                <a:lnTo>
                  <a:pt x="364993" y="92795"/>
                </a:lnTo>
                <a:lnTo>
                  <a:pt x="365093" y="92196"/>
                </a:lnTo>
                <a:lnTo>
                  <a:pt x="365180" y="91542"/>
                </a:lnTo>
                <a:lnTo>
                  <a:pt x="365253" y="90834"/>
                </a:lnTo>
                <a:lnTo>
                  <a:pt x="365314" y="90071"/>
                </a:lnTo>
                <a:lnTo>
                  <a:pt x="365360" y="89255"/>
                </a:lnTo>
                <a:lnTo>
                  <a:pt x="365394" y="88384"/>
                </a:lnTo>
                <a:lnTo>
                  <a:pt x="365414" y="87459"/>
                </a:lnTo>
                <a:lnTo>
                  <a:pt x="365421" y="86479"/>
                </a:lnTo>
                <a:lnTo>
                  <a:pt x="365421" y="61397"/>
                </a:lnTo>
                <a:lnTo>
                  <a:pt x="365416" y="59684"/>
                </a:lnTo>
                <a:lnTo>
                  <a:pt x="365403" y="58074"/>
                </a:lnTo>
                <a:lnTo>
                  <a:pt x="365381" y="56569"/>
                </a:lnTo>
                <a:lnTo>
                  <a:pt x="365349" y="55167"/>
                </a:lnTo>
                <a:lnTo>
                  <a:pt x="365309" y="53869"/>
                </a:lnTo>
                <a:lnTo>
                  <a:pt x="365260" y="52674"/>
                </a:lnTo>
                <a:lnTo>
                  <a:pt x="365202" y="51583"/>
                </a:lnTo>
                <a:lnTo>
                  <a:pt x="365135" y="50596"/>
                </a:lnTo>
                <a:lnTo>
                  <a:pt x="365060" y="49712"/>
                </a:lnTo>
                <a:lnTo>
                  <a:pt x="364975" y="48932"/>
                </a:lnTo>
                <a:lnTo>
                  <a:pt x="364881" y="48256"/>
                </a:lnTo>
                <a:lnTo>
                  <a:pt x="364779" y="47684"/>
                </a:lnTo>
                <a:lnTo>
                  <a:pt x="364692" y="47314"/>
                </a:lnTo>
                <a:lnTo>
                  <a:pt x="364596" y="46964"/>
                </a:lnTo>
                <a:lnTo>
                  <a:pt x="364493" y="46633"/>
                </a:lnTo>
                <a:lnTo>
                  <a:pt x="364382" y="46321"/>
                </a:lnTo>
                <a:lnTo>
                  <a:pt x="364264" y="46029"/>
                </a:lnTo>
                <a:lnTo>
                  <a:pt x="364137" y="45756"/>
                </a:lnTo>
                <a:lnTo>
                  <a:pt x="364002" y="45502"/>
                </a:lnTo>
                <a:lnTo>
                  <a:pt x="363859" y="45267"/>
                </a:lnTo>
                <a:lnTo>
                  <a:pt x="363709" y="45052"/>
                </a:lnTo>
                <a:lnTo>
                  <a:pt x="363550" y="44856"/>
                </a:lnTo>
                <a:lnTo>
                  <a:pt x="363384" y="44679"/>
                </a:lnTo>
                <a:lnTo>
                  <a:pt x="363209" y="44521"/>
                </a:lnTo>
                <a:lnTo>
                  <a:pt x="363026" y="44380"/>
                </a:lnTo>
                <a:lnTo>
                  <a:pt x="362831" y="44250"/>
                </a:lnTo>
                <a:lnTo>
                  <a:pt x="362625" y="44133"/>
                </a:lnTo>
                <a:lnTo>
                  <a:pt x="362409" y="44028"/>
                </a:lnTo>
                <a:lnTo>
                  <a:pt x="362182" y="43936"/>
                </a:lnTo>
                <a:lnTo>
                  <a:pt x="361943" y="43855"/>
                </a:lnTo>
                <a:lnTo>
                  <a:pt x="361694" y="43788"/>
                </a:lnTo>
                <a:lnTo>
                  <a:pt x="361434" y="43732"/>
                </a:lnTo>
                <a:lnTo>
                  <a:pt x="361163" y="43689"/>
                </a:lnTo>
                <a:lnTo>
                  <a:pt x="360881" y="43658"/>
                </a:lnTo>
                <a:lnTo>
                  <a:pt x="360589" y="43640"/>
                </a:lnTo>
                <a:lnTo>
                  <a:pt x="360285" y="43633"/>
                </a:lnTo>
                <a:lnTo>
                  <a:pt x="359946" y="43641"/>
                </a:lnTo>
                <a:lnTo>
                  <a:pt x="359595" y="43663"/>
                </a:lnTo>
                <a:lnTo>
                  <a:pt x="359233" y="43700"/>
                </a:lnTo>
                <a:lnTo>
                  <a:pt x="358858" y="43752"/>
                </a:lnTo>
                <a:lnTo>
                  <a:pt x="358472" y="43818"/>
                </a:lnTo>
                <a:lnTo>
                  <a:pt x="358074" y="43900"/>
                </a:lnTo>
                <a:lnTo>
                  <a:pt x="357664" y="43996"/>
                </a:lnTo>
                <a:lnTo>
                  <a:pt x="357242" y="44107"/>
                </a:lnTo>
                <a:lnTo>
                  <a:pt x="356808" y="44233"/>
                </a:lnTo>
                <a:lnTo>
                  <a:pt x="356362" y="44374"/>
                </a:lnTo>
                <a:lnTo>
                  <a:pt x="355904" y="44529"/>
                </a:lnTo>
                <a:lnTo>
                  <a:pt x="355435" y="44699"/>
                </a:lnTo>
                <a:lnTo>
                  <a:pt x="354436" y="42140"/>
                </a:lnTo>
                <a:lnTo>
                  <a:pt x="374123" y="34182"/>
                </a:lnTo>
                <a:lnTo>
                  <a:pt x="377261" y="34182"/>
                </a:lnTo>
                <a:close/>
                <a:moveTo>
                  <a:pt x="413939" y="47997"/>
                </a:moveTo>
                <a:lnTo>
                  <a:pt x="415845" y="45791"/>
                </a:lnTo>
                <a:lnTo>
                  <a:pt x="417737" y="43776"/>
                </a:lnTo>
                <a:lnTo>
                  <a:pt x="419614" y="41953"/>
                </a:lnTo>
                <a:lnTo>
                  <a:pt x="421476" y="40322"/>
                </a:lnTo>
                <a:lnTo>
                  <a:pt x="423323" y="38883"/>
                </a:lnTo>
                <a:lnTo>
                  <a:pt x="425155" y="37636"/>
                </a:lnTo>
                <a:lnTo>
                  <a:pt x="426973" y="36581"/>
                </a:lnTo>
                <a:lnTo>
                  <a:pt x="428775" y="35717"/>
                </a:lnTo>
                <a:lnTo>
                  <a:pt x="430563" y="35046"/>
                </a:lnTo>
                <a:lnTo>
                  <a:pt x="432336" y="34566"/>
                </a:lnTo>
                <a:lnTo>
                  <a:pt x="434094" y="34278"/>
                </a:lnTo>
                <a:lnTo>
                  <a:pt x="435837" y="34182"/>
                </a:lnTo>
                <a:lnTo>
                  <a:pt x="436718" y="34201"/>
                </a:lnTo>
                <a:lnTo>
                  <a:pt x="437578" y="34256"/>
                </a:lnTo>
                <a:lnTo>
                  <a:pt x="438418" y="34349"/>
                </a:lnTo>
                <a:lnTo>
                  <a:pt x="439237" y="34478"/>
                </a:lnTo>
                <a:lnTo>
                  <a:pt x="440035" y="34645"/>
                </a:lnTo>
                <a:lnTo>
                  <a:pt x="440812" y="34849"/>
                </a:lnTo>
                <a:lnTo>
                  <a:pt x="441568" y="35089"/>
                </a:lnTo>
                <a:lnTo>
                  <a:pt x="442304" y="35367"/>
                </a:lnTo>
                <a:lnTo>
                  <a:pt x="443019" y="35682"/>
                </a:lnTo>
                <a:lnTo>
                  <a:pt x="443713" y="36034"/>
                </a:lnTo>
                <a:lnTo>
                  <a:pt x="444386" y="36422"/>
                </a:lnTo>
                <a:lnTo>
                  <a:pt x="445038" y="36848"/>
                </a:lnTo>
                <a:lnTo>
                  <a:pt x="445669" y="37316"/>
                </a:lnTo>
                <a:lnTo>
                  <a:pt x="446279" y="37832"/>
                </a:lnTo>
                <a:lnTo>
                  <a:pt x="446866" y="38396"/>
                </a:lnTo>
                <a:lnTo>
                  <a:pt x="447432" y="39007"/>
                </a:lnTo>
                <a:lnTo>
                  <a:pt x="447976" y="39666"/>
                </a:lnTo>
                <a:lnTo>
                  <a:pt x="448498" y="40374"/>
                </a:lnTo>
                <a:lnTo>
                  <a:pt x="448998" y="41129"/>
                </a:lnTo>
                <a:lnTo>
                  <a:pt x="449477" y="41932"/>
                </a:lnTo>
                <a:lnTo>
                  <a:pt x="449933" y="42783"/>
                </a:lnTo>
                <a:lnTo>
                  <a:pt x="450368" y="43682"/>
                </a:lnTo>
                <a:lnTo>
                  <a:pt x="450781" y="44628"/>
                </a:lnTo>
                <a:lnTo>
                  <a:pt x="451173" y="45623"/>
                </a:lnTo>
                <a:lnTo>
                  <a:pt x="451423" y="46365"/>
                </a:lnTo>
                <a:lnTo>
                  <a:pt x="451652" y="47170"/>
                </a:lnTo>
                <a:lnTo>
                  <a:pt x="451859" y="48038"/>
                </a:lnTo>
                <a:lnTo>
                  <a:pt x="452045" y="48970"/>
                </a:lnTo>
                <a:lnTo>
                  <a:pt x="452208" y="49964"/>
                </a:lnTo>
                <a:lnTo>
                  <a:pt x="452350" y="51022"/>
                </a:lnTo>
                <a:lnTo>
                  <a:pt x="452470" y="52143"/>
                </a:lnTo>
                <a:lnTo>
                  <a:pt x="452568" y="53328"/>
                </a:lnTo>
                <a:lnTo>
                  <a:pt x="452644" y="54575"/>
                </a:lnTo>
                <a:lnTo>
                  <a:pt x="452698" y="55886"/>
                </a:lnTo>
                <a:lnTo>
                  <a:pt x="452731" y="57260"/>
                </a:lnTo>
                <a:lnTo>
                  <a:pt x="452742" y="58697"/>
                </a:lnTo>
                <a:lnTo>
                  <a:pt x="452742" y="86479"/>
                </a:lnTo>
                <a:lnTo>
                  <a:pt x="452749" y="87482"/>
                </a:lnTo>
                <a:lnTo>
                  <a:pt x="452770" y="88429"/>
                </a:lnTo>
                <a:lnTo>
                  <a:pt x="452804" y="89321"/>
                </a:lnTo>
                <a:lnTo>
                  <a:pt x="452853" y="90158"/>
                </a:lnTo>
                <a:lnTo>
                  <a:pt x="452915" y="90940"/>
                </a:lnTo>
                <a:lnTo>
                  <a:pt x="452992" y="91666"/>
                </a:lnTo>
                <a:lnTo>
                  <a:pt x="453082" y="92338"/>
                </a:lnTo>
                <a:lnTo>
                  <a:pt x="453186" y="92953"/>
                </a:lnTo>
                <a:lnTo>
                  <a:pt x="453304" y="93514"/>
                </a:lnTo>
                <a:lnTo>
                  <a:pt x="453435" y="94019"/>
                </a:lnTo>
                <a:lnTo>
                  <a:pt x="453581" y="94470"/>
                </a:lnTo>
                <a:lnTo>
                  <a:pt x="453741" y="94864"/>
                </a:lnTo>
                <a:lnTo>
                  <a:pt x="453878" y="95155"/>
                </a:lnTo>
                <a:lnTo>
                  <a:pt x="454029" y="95435"/>
                </a:lnTo>
                <a:lnTo>
                  <a:pt x="454193" y="95703"/>
                </a:lnTo>
                <a:lnTo>
                  <a:pt x="454371" y="95961"/>
                </a:lnTo>
                <a:lnTo>
                  <a:pt x="454562" y="96209"/>
                </a:lnTo>
                <a:lnTo>
                  <a:pt x="454766" y="96445"/>
                </a:lnTo>
                <a:lnTo>
                  <a:pt x="454984" y="96670"/>
                </a:lnTo>
                <a:lnTo>
                  <a:pt x="455215" y="96885"/>
                </a:lnTo>
                <a:lnTo>
                  <a:pt x="455459" y="97089"/>
                </a:lnTo>
                <a:lnTo>
                  <a:pt x="455717" y="97282"/>
                </a:lnTo>
                <a:lnTo>
                  <a:pt x="455988" y="97464"/>
                </a:lnTo>
                <a:lnTo>
                  <a:pt x="456273" y="97635"/>
                </a:lnTo>
                <a:lnTo>
                  <a:pt x="456585" y="97794"/>
                </a:lnTo>
                <a:lnTo>
                  <a:pt x="456938" y="97939"/>
                </a:lnTo>
                <a:lnTo>
                  <a:pt x="457332" y="98070"/>
                </a:lnTo>
                <a:lnTo>
                  <a:pt x="457767" y="98188"/>
                </a:lnTo>
                <a:lnTo>
                  <a:pt x="458243" y="98291"/>
                </a:lnTo>
                <a:lnTo>
                  <a:pt x="458760" y="98381"/>
                </a:lnTo>
                <a:lnTo>
                  <a:pt x="459319" y="98457"/>
                </a:lnTo>
                <a:lnTo>
                  <a:pt x="459919" y="98519"/>
                </a:lnTo>
                <a:lnTo>
                  <a:pt x="460559" y="98568"/>
                </a:lnTo>
                <a:lnTo>
                  <a:pt x="461241" y="98602"/>
                </a:lnTo>
                <a:lnTo>
                  <a:pt x="461964" y="98623"/>
                </a:lnTo>
                <a:lnTo>
                  <a:pt x="462728" y="98630"/>
                </a:lnTo>
                <a:lnTo>
                  <a:pt x="462728" y="101265"/>
                </a:lnTo>
                <a:lnTo>
                  <a:pt x="430416" y="101265"/>
                </a:lnTo>
                <a:lnTo>
                  <a:pt x="430416" y="98630"/>
                </a:lnTo>
                <a:lnTo>
                  <a:pt x="431771" y="98630"/>
                </a:lnTo>
                <a:lnTo>
                  <a:pt x="432513" y="98620"/>
                </a:lnTo>
                <a:lnTo>
                  <a:pt x="433216" y="98591"/>
                </a:lnTo>
                <a:lnTo>
                  <a:pt x="433882" y="98543"/>
                </a:lnTo>
                <a:lnTo>
                  <a:pt x="434509" y="98476"/>
                </a:lnTo>
                <a:lnTo>
                  <a:pt x="435099" y="98390"/>
                </a:lnTo>
                <a:lnTo>
                  <a:pt x="435650" y="98284"/>
                </a:lnTo>
                <a:lnTo>
                  <a:pt x="436163" y="98159"/>
                </a:lnTo>
                <a:lnTo>
                  <a:pt x="436637" y="98015"/>
                </a:lnTo>
                <a:lnTo>
                  <a:pt x="437074" y="97852"/>
                </a:lnTo>
                <a:lnTo>
                  <a:pt x="437472" y="97670"/>
                </a:lnTo>
                <a:lnTo>
                  <a:pt x="437833" y="97468"/>
                </a:lnTo>
                <a:lnTo>
                  <a:pt x="438155" y="97248"/>
                </a:lnTo>
                <a:lnTo>
                  <a:pt x="438451" y="97008"/>
                </a:lnTo>
                <a:lnTo>
                  <a:pt x="438731" y="96751"/>
                </a:lnTo>
                <a:lnTo>
                  <a:pt x="438995" y="96475"/>
                </a:lnTo>
                <a:lnTo>
                  <a:pt x="439245" y="96181"/>
                </a:lnTo>
                <a:lnTo>
                  <a:pt x="439479" y="95869"/>
                </a:lnTo>
                <a:lnTo>
                  <a:pt x="439698" y="95539"/>
                </a:lnTo>
                <a:lnTo>
                  <a:pt x="439901" y="95190"/>
                </a:lnTo>
                <a:lnTo>
                  <a:pt x="440089" y="94824"/>
                </a:lnTo>
                <a:lnTo>
                  <a:pt x="440262" y="94439"/>
                </a:lnTo>
                <a:lnTo>
                  <a:pt x="440419" y="94036"/>
                </a:lnTo>
                <a:lnTo>
                  <a:pt x="440561" y="93615"/>
                </a:lnTo>
                <a:lnTo>
                  <a:pt x="440687" y="93175"/>
                </a:lnTo>
                <a:lnTo>
                  <a:pt x="440733" y="92966"/>
                </a:lnTo>
                <a:lnTo>
                  <a:pt x="440774" y="92695"/>
                </a:lnTo>
                <a:lnTo>
                  <a:pt x="440812" y="92360"/>
                </a:lnTo>
                <a:lnTo>
                  <a:pt x="440846" y="91962"/>
                </a:lnTo>
                <a:lnTo>
                  <a:pt x="440875" y="91502"/>
                </a:lnTo>
                <a:lnTo>
                  <a:pt x="440901" y="90978"/>
                </a:lnTo>
                <a:lnTo>
                  <a:pt x="440923" y="90392"/>
                </a:lnTo>
                <a:lnTo>
                  <a:pt x="440941" y="89742"/>
                </a:lnTo>
                <a:lnTo>
                  <a:pt x="440955" y="89030"/>
                </a:lnTo>
                <a:lnTo>
                  <a:pt x="440965" y="88254"/>
                </a:lnTo>
                <a:lnTo>
                  <a:pt x="440971" y="87416"/>
                </a:lnTo>
                <a:lnTo>
                  <a:pt x="440973" y="86515"/>
                </a:lnTo>
                <a:lnTo>
                  <a:pt x="440973" y="59946"/>
                </a:lnTo>
                <a:lnTo>
                  <a:pt x="440956" y="58503"/>
                </a:lnTo>
                <a:lnTo>
                  <a:pt x="440908" y="57129"/>
                </a:lnTo>
                <a:lnTo>
                  <a:pt x="440828" y="55821"/>
                </a:lnTo>
                <a:lnTo>
                  <a:pt x="440715" y="54581"/>
                </a:lnTo>
                <a:lnTo>
                  <a:pt x="440570" y="53409"/>
                </a:lnTo>
                <a:lnTo>
                  <a:pt x="440393" y="52304"/>
                </a:lnTo>
                <a:lnTo>
                  <a:pt x="440184" y="51266"/>
                </a:lnTo>
                <a:lnTo>
                  <a:pt x="439942" y="50295"/>
                </a:lnTo>
                <a:lnTo>
                  <a:pt x="439669" y="49392"/>
                </a:lnTo>
                <a:lnTo>
                  <a:pt x="439363" y="48556"/>
                </a:lnTo>
                <a:lnTo>
                  <a:pt x="439025" y="47788"/>
                </a:lnTo>
                <a:lnTo>
                  <a:pt x="438654" y="47087"/>
                </a:lnTo>
                <a:lnTo>
                  <a:pt x="438246" y="46448"/>
                </a:lnTo>
                <a:lnTo>
                  <a:pt x="437793" y="45864"/>
                </a:lnTo>
                <a:lnTo>
                  <a:pt x="437297" y="45336"/>
                </a:lnTo>
                <a:lnTo>
                  <a:pt x="436756" y="44863"/>
                </a:lnTo>
                <a:lnTo>
                  <a:pt x="436171" y="44446"/>
                </a:lnTo>
                <a:lnTo>
                  <a:pt x="435543" y="44085"/>
                </a:lnTo>
                <a:lnTo>
                  <a:pt x="434870" y="43779"/>
                </a:lnTo>
                <a:lnTo>
                  <a:pt x="434153" y="43529"/>
                </a:lnTo>
                <a:lnTo>
                  <a:pt x="433392" y="43334"/>
                </a:lnTo>
                <a:lnTo>
                  <a:pt x="432586" y="43195"/>
                </a:lnTo>
                <a:lnTo>
                  <a:pt x="431737" y="43112"/>
                </a:lnTo>
                <a:lnTo>
                  <a:pt x="430844" y="43084"/>
                </a:lnTo>
                <a:lnTo>
                  <a:pt x="429430" y="43148"/>
                </a:lnTo>
                <a:lnTo>
                  <a:pt x="428016" y="43340"/>
                </a:lnTo>
                <a:lnTo>
                  <a:pt x="426604" y="43659"/>
                </a:lnTo>
                <a:lnTo>
                  <a:pt x="425193" y="44107"/>
                </a:lnTo>
                <a:lnTo>
                  <a:pt x="423783" y="44683"/>
                </a:lnTo>
                <a:lnTo>
                  <a:pt x="422373" y="45386"/>
                </a:lnTo>
                <a:lnTo>
                  <a:pt x="420965" y="46218"/>
                </a:lnTo>
                <a:lnTo>
                  <a:pt x="419558" y="47177"/>
                </a:lnTo>
                <a:lnTo>
                  <a:pt x="418152" y="48265"/>
                </a:lnTo>
                <a:lnTo>
                  <a:pt x="416746" y="49480"/>
                </a:lnTo>
                <a:lnTo>
                  <a:pt x="415342" y="50823"/>
                </a:lnTo>
                <a:lnTo>
                  <a:pt x="413939" y="52295"/>
                </a:lnTo>
                <a:lnTo>
                  <a:pt x="413939" y="86515"/>
                </a:lnTo>
                <a:lnTo>
                  <a:pt x="413944" y="87578"/>
                </a:lnTo>
                <a:lnTo>
                  <a:pt x="413960" y="88571"/>
                </a:lnTo>
                <a:lnTo>
                  <a:pt x="413988" y="89495"/>
                </a:lnTo>
                <a:lnTo>
                  <a:pt x="414026" y="90348"/>
                </a:lnTo>
                <a:lnTo>
                  <a:pt x="414075" y="91132"/>
                </a:lnTo>
                <a:lnTo>
                  <a:pt x="414135" y="91846"/>
                </a:lnTo>
                <a:lnTo>
                  <a:pt x="414206" y="92490"/>
                </a:lnTo>
                <a:lnTo>
                  <a:pt x="414287" y="93064"/>
                </a:lnTo>
                <a:lnTo>
                  <a:pt x="414380" y="93568"/>
                </a:lnTo>
                <a:lnTo>
                  <a:pt x="414484" y="94003"/>
                </a:lnTo>
                <a:lnTo>
                  <a:pt x="414598" y="94367"/>
                </a:lnTo>
                <a:lnTo>
                  <a:pt x="414723" y="94662"/>
                </a:lnTo>
                <a:lnTo>
                  <a:pt x="414895" y="94997"/>
                </a:lnTo>
                <a:lnTo>
                  <a:pt x="415077" y="95316"/>
                </a:lnTo>
                <a:lnTo>
                  <a:pt x="415269" y="95620"/>
                </a:lnTo>
                <a:lnTo>
                  <a:pt x="415472" y="95909"/>
                </a:lnTo>
                <a:lnTo>
                  <a:pt x="415686" y="96183"/>
                </a:lnTo>
                <a:lnTo>
                  <a:pt x="415909" y="96442"/>
                </a:lnTo>
                <a:lnTo>
                  <a:pt x="416143" y="96685"/>
                </a:lnTo>
                <a:lnTo>
                  <a:pt x="416388" y="96913"/>
                </a:lnTo>
                <a:lnTo>
                  <a:pt x="416643" y="97126"/>
                </a:lnTo>
                <a:lnTo>
                  <a:pt x="416908" y="97323"/>
                </a:lnTo>
                <a:lnTo>
                  <a:pt x="417183" y="97506"/>
                </a:lnTo>
                <a:lnTo>
                  <a:pt x="417469" y="97673"/>
                </a:lnTo>
                <a:lnTo>
                  <a:pt x="417786" y="97826"/>
                </a:lnTo>
                <a:lnTo>
                  <a:pt x="418152" y="97965"/>
                </a:lnTo>
                <a:lnTo>
                  <a:pt x="418568" y="98091"/>
                </a:lnTo>
                <a:lnTo>
                  <a:pt x="419035" y="98204"/>
                </a:lnTo>
                <a:lnTo>
                  <a:pt x="419551" y="98304"/>
                </a:lnTo>
                <a:lnTo>
                  <a:pt x="420118" y="98390"/>
                </a:lnTo>
                <a:lnTo>
                  <a:pt x="420734" y="98464"/>
                </a:lnTo>
                <a:lnTo>
                  <a:pt x="421401" y="98523"/>
                </a:lnTo>
                <a:lnTo>
                  <a:pt x="422117" y="98570"/>
                </a:lnTo>
                <a:lnTo>
                  <a:pt x="422884" y="98603"/>
                </a:lnTo>
                <a:lnTo>
                  <a:pt x="423700" y="98623"/>
                </a:lnTo>
                <a:lnTo>
                  <a:pt x="424567" y="98630"/>
                </a:lnTo>
                <a:lnTo>
                  <a:pt x="424567" y="101265"/>
                </a:lnTo>
                <a:lnTo>
                  <a:pt x="392254" y="101265"/>
                </a:lnTo>
                <a:lnTo>
                  <a:pt x="392254" y="98630"/>
                </a:lnTo>
                <a:lnTo>
                  <a:pt x="393681" y="98630"/>
                </a:lnTo>
                <a:lnTo>
                  <a:pt x="394491" y="98612"/>
                </a:lnTo>
                <a:lnTo>
                  <a:pt x="395255" y="98560"/>
                </a:lnTo>
                <a:lnTo>
                  <a:pt x="395975" y="98472"/>
                </a:lnTo>
                <a:lnTo>
                  <a:pt x="396649" y="98350"/>
                </a:lnTo>
                <a:lnTo>
                  <a:pt x="397279" y="98192"/>
                </a:lnTo>
                <a:lnTo>
                  <a:pt x="397863" y="97999"/>
                </a:lnTo>
                <a:lnTo>
                  <a:pt x="398402" y="97772"/>
                </a:lnTo>
                <a:lnTo>
                  <a:pt x="398896" y="97509"/>
                </a:lnTo>
                <a:lnTo>
                  <a:pt x="399345" y="97211"/>
                </a:lnTo>
                <a:lnTo>
                  <a:pt x="399749" y="96879"/>
                </a:lnTo>
                <a:lnTo>
                  <a:pt x="400108" y="96511"/>
                </a:lnTo>
                <a:lnTo>
                  <a:pt x="400422" y="96108"/>
                </a:lnTo>
                <a:lnTo>
                  <a:pt x="400701" y="95656"/>
                </a:lnTo>
                <a:lnTo>
                  <a:pt x="400956" y="95140"/>
                </a:lnTo>
                <a:lnTo>
                  <a:pt x="401186" y="94560"/>
                </a:lnTo>
                <a:lnTo>
                  <a:pt x="401393" y="93917"/>
                </a:lnTo>
                <a:lnTo>
                  <a:pt x="401575" y="93210"/>
                </a:lnTo>
                <a:lnTo>
                  <a:pt x="401732" y="92439"/>
                </a:lnTo>
                <a:lnTo>
                  <a:pt x="401866" y="91605"/>
                </a:lnTo>
                <a:lnTo>
                  <a:pt x="401975" y="90707"/>
                </a:lnTo>
                <a:lnTo>
                  <a:pt x="402060" y="89745"/>
                </a:lnTo>
                <a:lnTo>
                  <a:pt x="402121" y="88720"/>
                </a:lnTo>
                <a:lnTo>
                  <a:pt x="402157" y="87631"/>
                </a:lnTo>
                <a:lnTo>
                  <a:pt x="402169" y="86479"/>
                </a:lnTo>
                <a:lnTo>
                  <a:pt x="402169" y="62320"/>
                </a:lnTo>
                <a:lnTo>
                  <a:pt x="402166" y="60430"/>
                </a:lnTo>
                <a:lnTo>
                  <a:pt x="402154" y="58667"/>
                </a:lnTo>
                <a:lnTo>
                  <a:pt x="402136" y="57031"/>
                </a:lnTo>
                <a:lnTo>
                  <a:pt x="402110" y="55523"/>
                </a:lnTo>
                <a:lnTo>
                  <a:pt x="402076" y="54142"/>
                </a:lnTo>
                <a:lnTo>
                  <a:pt x="402036" y="52888"/>
                </a:lnTo>
                <a:lnTo>
                  <a:pt x="401987" y="51762"/>
                </a:lnTo>
                <a:lnTo>
                  <a:pt x="401932" y="50763"/>
                </a:lnTo>
                <a:lnTo>
                  <a:pt x="401868" y="49891"/>
                </a:lnTo>
                <a:lnTo>
                  <a:pt x="401798" y="49147"/>
                </a:lnTo>
                <a:lnTo>
                  <a:pt x="401720" y="48530"/>
                </a:lnTo>
                <a:lnTo>
                  <a:pt x="401634" y="48040"/>
                </a:lnTo>
                <a:lnTo>
                  <a:pt x="401541" y="47625"/>
                </a:lnTo>
                <a:lnTo>
                  <a:pt x="401440" y="47232"/>
                </a:lnTo>
                <a:lnTo>
                  <a:pt x="401331" y="46862"/>
                </a:lnTo>
                <a:lnTo>
                  <a:pt x="401214" y="46515"/>
                </a:lnTo>
                <a:lnTo>
                  <a:pt x="401089" y="46191"/>
                </a:lnTo>
                <a:lnTo>
                  <a:pt x="400957" y="45889"/>
                </a:lnTo>
                <a:lnTo>
                  <a:pt x="400816" y="45611"/>
                </a:lnTo>
                <a:lnTo>
                  <a:pt x="400667" y="45354"/>
                </a:lnTo>
                <a:lnTo>
                  <a:pt x="400511" y="45121"/>
                </a:lnTo>
                <a:lnTo>
                  <a:pt x="400346" y="44910"/>
                </a:lnTo>
                <a:lnTo>
                  <a:pt x="400174" y="44722"/>
                </a:lnTo>
                <a:lnTo>
                  <a:pt x="399994" y="44557"/>
                </a:lnTo>
                <a:lnTo>
                  <a:pt x="399804" y="44409"/>
                </a:lnTo>
                <a:lnTo>
                  <a:pt x="399604" y="44275"/>
                </a:lnTo>
                <a:lnTo>
                  <a:pt x="399394" y="44153"/>
                </a:lnTo>
                <a:lnTo>
                  <a:pt x="399173" y="44044"/>
                </a:lnTo>
                <a:lnTo>
                  <a:pt x="398942" y="43948"/>
                </a:lnTo>
                <a:lnTo>
                  <a:pt x="398701" y="43864"/>
                </a:lnTo>
                <a:lnTo>
                  <a:pt x="398449" y="43794"/>
                </a:lnTo>
                <a:lnTo>
                  <a:pt x="398187" y="43736"/>
                </a:lnTo>
                <a:lnTo>
                  <a:pt x="397914" y="43691"/>
                </a:lnTo>
                <a:lnTo>
                  <a:pt x="397631" y="43659"/>
                </a:lnTo>
                <a:lnTo>
                  <a:pt x="397337" y="43640"/>
                </a:lnTo>
                <a:lnTo>
                  <a:pt x="397034" y="43633"/>
                </a:lnTo>
                <a:lnTo>
                  <a:pt x="396695" y="43641"/>
                </a:lnTo>
                <a:lnTo>
                  <a:pt x="396346" y="43663"/>
                </a:lnTo>
                <a:lnTo>
                  <a:pt x="395986" y="43700"/>
                </a:lnTo>
                <a:lnTo>
                  <a:pt x="395615" y="43752"/>
                </a:lnTo>
                <a:lnTo>
                  <a:pt x="395233" y="43818"/>
                </a:lnTo>
                <a:lnTo>
                  <a:pt x="394840" y="43900"/>
                </a:lnTo>
                <a:lnTo>
                  <a:pt x="394436" y="43996"/>
                </a:lnTo>
                <a:lnTo>
                  <a:pt x="394022" y="44107"/>
                </a:lnTo>
                <a:lnTo>
                  <a:pt x="393596" y="44233"/>
                </a:lnTo>
                <a:lnTo>
                  <a:pt x="393160" y="44374"/>
                </a:lnTo>
                <a:lnTo>
                  <a:pt x="392713" y="44529"/>
                </a:lnTo>
                <a:lnTo>
                  <a:pt x="392254" y="44699"/>
                </a:lnTo>
                <a:lnTo>
                  <a:pt x="391185" y="42140"/>
                </a:lnTo>
                <a:lnTo>
                  <a:pt x="410872" y="34182"/>
                </a:lnTo>
                <a:lnTo>
                  <a:pt x="413939" y="34182"/>
                </a:lnTo>
                <a:lnTo>
                  <a:pt x="413939" y="47997"/>
                </a:lnTo>
                <a:close/>
                <a:moveTo>
                  <a:pt x="464583" y="36034"/>
                </a:moveTo>
                <a:lnTo>
                  <a:pt x="495326" y="36034"/>
                </a:lnTo>
                <a:lnTo>
                  <a:pt x="495326" y="38669"/>
                </a:lnTo>
                <a:lnTo>
                  <a:pt x="493329" y="38669"/>
                </a:lnTo>
                <a:lnTo>
                  <a:pt x="492874" y="38678"/>
                </a:lnTo>
                <a:lnTo>
                  <a:pt x="492438" y="38706"/>
                </a:lnTo>
                <a:lnTo>
                  <a:pt x="492020" y="38753"/>
                </a:lnTo>
                <a:lnTo>
                  <a:pt x="491621" y="38819"/>
                </a:lnTo>
                <a:lnTo>
                  <a:pt x="491240" y="38903"/>
                </a:lnTo>
                <a:lnTo>
                  <a:pt x="490877" y="39007"/>
                </a:lnTo>
                <a:lnTo>
                  <a:pt x="490532" y="39129"/>
                </a:lnTo>
                <a:lnTo>
                  <a:pt x="490206" y="39270"/>
                </a:lnTo>
                <a:lnTo>
                  <a:pt x="489898" y="39430"/>
                </a:lnTo>
                <a:lnTo>
                  <a:pt x="489609" y="39608"/>
                </a:lnTo>
                <a:lnTo>
                  <a:pt x="489337" y="39805"/>
                </a:lnTo>
                <a:lnTo>
                  <a:pt x="489085" y="40022"/>
                </a:lnTo>
                <a:lnTo>
                  <a:pt x="488851" y="40254"/>
                </a:lnTo>
                <a:lnTo>
                  <a:pt x="488638" y="40498"/>
                </a:lnTo>
                <a:lnTo>
                  <a:pt x="488445" y="40756"/>
                </a:lnTo>
                <a:lnTo>
                  <a:pt x="488272" y="41026"/>
                </a:lnTo>
                <a:lnTo>
                  <a:pt x="488120" y="41310"/>
                </a:lnTo>
                <a:lnTo>
                  <a:pt x="487988" y="41606"/>
                </a:lnTo>
                <a:lnTo>
                  <a:pt x="487876" y="41915"/>
                </a:lnTo>
                <a:lnTo>
                  <a:pt x="487785" y="42237"/>
                </a:lnTo>
                <a:lnTo>
                  <a:pt x="487714" y="42572"/>
                </a:lnTo>
                <a:lnTo>
                  <a:pt x="487663" y="42920"/>
                </a:lnTo>
                <a:lnTo>
                  <a:pt x="487633" y="43280"/>
                </a:lnTo>
                <a:lnTo>
                  <a:pt x="487622" y="43653"/>
                </a:lnTo>
                <a:lnTo>
                  <a:pt x="487633" y="44075"/>
                </a:lnTo>
                <a:lnTo>
                  <a:pt x="487664" y="44510"/>
                </a:lnTo>
                <a:lnTo>
                  <a:pt x="487716" y="44958"/>
                </a:lnTo>
                <a:lnTo>
                  <a:pt x="487789" y="45418"/>
                </a:lnTo>
                <a:lnTo>
                  <a:pt x="487882" y="45891"/>
                </a:lnTo>
                <a:lnTo>
                  <a:pt x="487997" y="46377"/>
                </a:lnTo>
                <a:lnTo>
                  <a:pt x="488132" y="46876"/>
                </a:lnTo>
                <a:lnTo>
                  <a:pt x="488288" y="47388"/>
                </a:lnTo>
                <a:lnTo>
                  <a:pt x="488465" y="47913"/>
                </a:lnTo>
                <a:lnTo>
                  <a:pt x="488663" y="48450"/>
                </a:lnTo>
                <a:lnTo>
                  <a:pt x="488881" y="49001"/>
                </a:lnTo>
                <a:lnTo>
                  <a:pt x="489120" y="49564"/>
                </a:lnTo>
                <a:lnTo>
                  <a:pt x="504313" y="85598"/>
                </a:lnTo>
                <a:lnTo>
                  <a:pt x="519578" y="48211"/>
                </a:lnTo>
                <a:lnTo>
                  <a:pt x="519840" y="47560"/>
                </a:lnTo>
                <a:lnTo>
                  <a:pt x="520079" y="46935"/>
                </a:lnTo>
                <a:lnTo>
                  <a:pt x="520296" y="46337"/>
                </a:lnTo>
                <a:lnTo>
                  <a:pt x="520489" y="45766"/>
                </a:lnTo>
                <a:lnTo>
                  <a:pt x="520660" y="45222"/>
                </a:lnTo>
                <a:lnTo>
                  <a:pt x="520808" y="44704"/>
                </a:lnTo>
                <a:lnTo>
                  <a:pt x="520934" y="44213"/>
                </a:lnTo>
                <a:lnTo>
                  <a:pt x="521036" y="43748"/>
                </a:lnTo>
                <a:lnTo>
                  <a:pt x="521116" y="43311"/>
                </a:lnTo>
                <a:lnTo>
                  <a:pt x="521173" y="42900"/>
                </a:lnTo>
                <a:lnTo>
                  <a:pt x="521207" y="42516"/>
                </a:lnTo>
                <a:lnTo>
                  <a:pt x="521219" y="42158"/>
                </a:lnTo>
                <a:lnTo>
                  <a:pt x="521215" y="41994"/>
                </a:lnTo>
                <a:lnTo>
                  <a:pt x="521203" y="41836"/>
                </a:lnTo>
                <a:lnTo>
                  <a:pt x="521183" y="41682"/>
                </a:lnTo>
                <a:lnTo>
                  <a:pt x="521155" y="41533"/>
                </a:lnTo>
                <a:lnTo>
                  <a:pt x="521119" y="41389"/>
                </a:lnTo>
                <a:lnTo>
                  <a:pt x="521076" y="41250"/>
                </a:lnTo>
                <a:lnTo>
                  <a:pt x="521024" y="41116"/>
                </a:lnTo>
                <a:lnTo>
                  <a:pt x="520965" y="40987"/>
                </a:lnTo>
                <a:lnTo>
                  <a:pt x="520898" y="40863"/>
                </a:lnTo>
                <a:lnTo>
                  <a:pt x="520822" y="40744"/>
                </a:lnTo>
                <a:lnTo>
                  <a:pt x="520739" y="40629"/>
                </a:lnTo>
                <a:lnTo>
                  <a:pt x="520648" y="40520"/>
                </a:lnTo>
                <a:lnTo>
                  <a:pt x="520514" y="40347"/>
                </a:lnTo>
                <a:lnTo>
                  <a:pt x="520374" y="40183"/>
                </a:lnTo>
                <a:lnTo>
                  <a:pt x="520229" y="40028"/>
                </a:lnTo>
                <a:lnTo>
                  <a:pt x="520077" y="39883"/>
                </a:lnTo>
                <a:lnTo>
                  <a:pt x="519920" y="39747"/>
                </a:lnTo>
                <a:lnTo>
                  <a:pt x="519756" y="39621"/>
                </a:lnTo>
                <a:lnTo>
                  <a:pt x="519587" y="39504"/>
                </a:lnTo>
                <a:lnTo>
                  <a:pt x="519412" y="39396"/>
                </a:lnTo>
                <a:lnTo>
                  <a:pt x="519230" y="39298"/>
                </a:lnTo>
                <a:lnTo>
                  <a:pt x="519043" y="39210"/>
                </a:lnTo>
                <a:lnTo>
                  <a:pt x="518850" y="39130"/>
                </a:lnTo>
                <a:lnTo>
                  <a:pt x="518651" y="39060"/>
                </a:lnTo>
                <a:lnTo>
                  <a:pt x="518431" y="38998"/>
                </a:lnTo>
                <a:lnTo>
                  <a:pt x="518177" y="38941"/>
                </a:lnTo>
                <a:lnTo>
                  <a:pt x="517888" y="38889"/>
                </a:lnTo>
                <a:lnTo>
                  <a:pt x="517565" y="38843"/>
                </a:lnTo>
                <a:lnTo>
                  <a:pt x="517207" y="38802"/>
                </a:lnTo>
                <a:lnTo>
                  <a:pt x="516814" y="38766"/>
                </a:lnTo>
                <a:lnTo>
                  <a:pt x="516386" y="38737"/>
                </a:lnTo>
                <a:lnTo>
                  <a:pt x="515924" y="38712"/>
                </a:lnTo>
                <a:lnTo>
                  <a:pt x="515427" y="38693"/>
                </a:lnTo>
                <a:lnTo>
                  <a:pt x="514896" y="38679"/>
                </a:lnTo>
                <a:lnTo>
                  <a:pt x="514330" y="38671"/>
                </a:lnTo>
                <a:lnTo>
                  <a:pt x="513729" y="38669"/>
                </a:lnTo>
                <a:lnTo>
                  <a:pt x="513729" y="36034"/>
                </a:lnTo>
                <a:lnTo>
                  <a:pt x="535056" y="36034"/>
                </a:lnTo>
                <a:lnTo>
                  <a:pt x="535056" y="38669"/>
                </a:lnTo>
                <a:lnTo>
                  <a:pt x="534454" y="38722"/>
                </a:lnTo>
                <a:lnTo>
                  <a:pt x="533884" y="38789"/>
                </a:lnTo>
                <a:lnTo>
                  <a:pt x="533345" y="38869"/>
                </a:lnTo>
                <a:lnTo>
                  <a:pt x="532837" y="38961"/>
                </a:lnTo>
                <a:lnTo>
                  <a:pt x="532362" y="39067"/>
                </a:lnTo>
                <a:lnTo>
                  <a:pt x="531918" y="39185"/>
                </a:lnTo>
                <a:lnTo>
                  <a:pt x="531506" y="39316"/>
                </a:lnTo>
                <a:lnTo>
                  <a:pt x="531125" y="39460"/>
                </a:lnTo>
                <a:lnTo>
                  <a:pt x="530777" y="39617"/>
                </a:lnTo>
                <a:lnTo>
                  <a:pt x="530460" y="39786"/>
                </a:lnTo>
                <a:lnTo>
                  <a:pt x="530174" y="39969"/>
                </a:lnTo>
                <a:lnTo>
                  <a:pt x="529921" y="40164"/>
                </a:lnTo>
                <a:lnTo>
                  <a:pt x="529508" y="40540"/>
                </a:lnTo>
                <a:lnTo>
                  <a:pt x="529102" y="40955"/>
                </a:lnTo>
                <a:lnTo>
                  <a:pt x="528704" y="41410"/>
                </a:lnTo>
                <a:lnTo>
                  <a:pt x="528312" y="41905"/>
                </a:lnTo>
                <a:lnTo>
                  <a:pt x="527927" y="42439"/>
                </a:lnTo>
                <a:lnTo>
                  <a:pt x="527549" y="43013"/>
                </a:lnTo>
                <a:lnTo>
                  <a:pt x="527178" y="43626"/>
                </a:lnTo>
                <a:lnTo>
                  <a:pt x="526814" y="44279"/>
                </a:lnTo>
                <a:lnTo>
                  <a:pt x="526457" y="44971"/>
                </a:lnTo>
                <a:lnTo>
                  <a:pt x="526107" y="45703"/>
                </a:lnTo>
                <a:lnTo>
                  <a:pt x="525763" y="46474"/>
                </a:lnTo>
                <a:lnTo>
                  <a:pt x="525427" y="47285"/>
                </a:lnTo>
                <a:lnTo>
                  <a:pt x="502245" y="103259"/>
                </a:lnTo>
                <a:lnTo>
                  <a:pt x="499320" y="103259"/>
                </a:lnTo>
                <a:lnTo>
                  <a:pt x="475996" y="48211"/>
                </a:lnTo>
                <a:lnTo>
                  <a:pt x="475735" y="47585"/>
                </a:lnTo>
                <a:lnTo>
                  <a:pt x="475477" y="46990"/>
                </a:lnTo>
                <a:lnTo>
                  <a:pt x="475220" y="46424"/>
                </a:lnTo>
                <a:lnTo>
                  <a:pt x="474965" y="45889"/>
                </a:lnTo>
                <a:lnTo>
                  <a:pt x="474713" y="45384"/>
                </a:lnTo>
                <a:lnTo>
                  <a:pt x="474462" y="44909"/>
                </a:lnTo>
                <a:lnTo>
                  <a:pt x="474213" y="44464"/>
                </a:lnTo>
                <a:lnTo>
                  <a:pt x="473967" y="44049"/>
                </a:lnTo>
                <a:lnTo>
                  <a:pt x="473722" y="43665"/>
                </a:lnTo>
                <a:lnTo>
                  <a:pt x="473479" y="43310"/>
                </a:lnTo>
                <a:lnTo>
                  <a:pt x="473239" y="42986"/>
                </a:lnTo>
                <a:lnTo>
                  <a:pt x="473000" y="42692"/>
                </a:lnTo>
                <a:lnTo>
                  <a:pt x="472757" y="42417"/>
                </a:lnTo>
                <a:lnTo>
                  <a:pt x="472502" y="42149"/>
                </a:lnTo>
                <a:lnTo>
                  <a:pt x="472237" y="41889"/>
                </a:lnTo>
                <a:lnTo>
                  <a:pt x="471962" y="41636"/>
                </a:lnTo>
                <a:lnTo>
                  <a:pt x="471675" y="41390"/>
                </a:lnTo>
                <a:lnTo>
                  <a:pt x="471377" y="41152"/>
                </a:lnTo>
                <a:lnTo>
                  <a:pt x="471068" y="40921"/>
                </a:lnTo>
                <a:lnTo>
                  <a:pt x="470749" y="40698"/>
                </a:lnTo>
                <a:lnTo>
                  <a:pt x="470419" y="40482"/>
                </a:lnTo>
                <a:lnTo>
                  <a:pt x="470077" y="40274"/>
                </a:lnTo>
                <a:lnTo>
                  <a:pt x="469725" y="40073"/>
                </a:lnTo>
                <a:lnTo>
                  <a:pt x="469362" y="39879"/>
                </a:lnTo>
                <a:lnTo>
                  <a:pt x="469144" y="39773"/>
                </a:lnTo>
                <a:lnTo>
                  <a:pt x="468892" y="39667"/>
                </a:lnTo>
                <a:lnTo>
                  <a:pt x="468609" y="39563"/>
                </a:lnTo>
                <a:lnTo>
                  <a:pt x="468292" y="39460"/>
                </a:lnTo>
                <a:lnTo>
                  <a:pt x="467943" y="39357"/>
                </a:lnTo>
                <a:lnTo>
                  <a:pt x="467561" y="39256"/>
                </a:lnTo>
                <a:lnTo>
                  <a:pt x="467146" y="39156"/>
                </a:lnTo>
                <a:lnTo>
                  <a:pt x="466699" y="39056"/>
                </a:lnTo>
                <a:lnTo>
                  <a:pt x="466219" y="38958"/>
                </a:lnTo>
                <a:lnTo>
                  <a:pt x="465706" y="38860"/>
                </a:lnTo>
                <a:lnTo>
                  <a:pt x="465161" y="38764"/>
                </a:lnTo>
                <a:lnTo>
                  <a:pt x="464583" y="38669"/>
                </a:lnTo>
                <a:lnTo>
                  <a:pt x="464583" y="36034"/>
                </a:lnTo>
                <a:close/>
                <a:moveTo>
                  <a:pt x="577997" y="91864"/>
                </a:moveTo>
                <a:lnTo>
                  <a:pt x="576372" y="93113"/>
                </a:lnTo>
                <a:lnTo>
                  <a:pt x="574852" y="94270"/>
                </a:lnTo>
                <a:lnTo>
                  <a:pt x="573436" y="95336"/>
                </a:lnTo>
                <a:lnTo>
                  <a:pt x="572124" y="96311"/>
                </a:lnTo>
                <a:lnTo>
                  <a:pt x="570916" y="97196"/>
                </a:lnTo>
                <a:lnTo>
                  <a:pt x="569811" y="97989"/>
                </a:lnTo>
                <a:lnTo>
                  <a:pt x="568811" y="98691"/>
                </a:lnTo>
                <a:lnTo>
                  <a:pt x="567915" y="99302"/>
                </a:lnTo>
                <a:lnTo>
                  <a:pt x="567123" y="99823"/>
                </a:lnTo>
                <a:lnTo>
                  <a:pt x="566435" y="100252"/>
                </a:lnTo>
                <a:lnTo>
                  <a:pt x="565851" y="100590"/>
                </a:lnTo>
                <a:lnTo>
                  <a:pt x="565371" y="100837"/>
                </a:lnTo>
                <a:lnTo>
                  <a:pt x="564726" y="101133"/>
                </a:lnTo>
                <a:lnTo>
                  <a:pt x="564073" y="101403"/>
                </a:lnTo>
                <a:lnTo>
                  <a:pt x="563414" y="101647"/>
                </a:lnTo>
                <a:lnTo>
                  <a:pt x="562748" y="101866"/>
                </a:lnTo>
                <a:lnTo>
                  <a:pt x="562075" y="102059"/>
                </a:lnTo>
                <a:lnTo>
                  <a:pt x="561395" y="102226"/>
                </a:lnTo>
                <a:lnTo>
                  <a:pt x="560708" y="102367"/>
                </a:lnTo>
                <a:lnTo>
                  <a:pt x="560014" y="102483"/>
                </a:lnTo>
                <a:lnTo>
                  <a:pt x="559313" y="102573"/>
                </a:lnTo>
                <a:lnTo>
                  <a:pt x="558605" y="102637"/>
                </a:lnTo>
                <a:lnTo>
                  <a:pt x="557890" y="102676"/>
                </a:lnTo>
                <a:lnTo>
                  <a:pt x="557168" y="102689"/>
                </a:lnTo>
                <a:lnTo>
                  <a:pt x="556056" y="102657"/>
                </a:lnTo>
                <a:lnTo>
                  <a:pt x="554976" y="102560"/>
                </a:lnTo>
                <a:lnTo>
                  <a:pt x="553930" y="102400"/>
                </a:lnTo>
                <a:lnTo>
                  <a:pt x="552916" y="102175"/>
                </a:lnTo>
                <a:lnTo>
                  <a:pt x="551936" y="101885"/>
                </a:lnTo>
                <a:lnTo>
                  <a:pt x="550989" y="101532"/>
                </a:lnTo>
                <a:lnTo>
                  <a:pt x="550076" y="101114"/>
                </a:lnTo>
                <a:lnTo>
                  <a:pt x="549195" y="100632"/>
                </a:lnTo>
                <a:lnTo>
                  <a:pt x="548348" y="100085"/>
                </a:lnTo>
                <a:lnTo>
                  <a:pt x="547534" y="99474"/>
                </a:lnTo>
                <a:lnTo>
                  <a:pt x="546753" y="98799"/>
                </a:lnTo>
                <a:lnTo>
                  <a:pt x="546005" y="98060"/>
                </a:lnTo>
                <a:lnTo>
                  <a:pt x="545305" y="97268"/>
                </a:lnTo>
                <a:lnTo>
                  <a:pt x="544665" y="96436"/>
                </a:lnTo>
                <a:lnTo>
                  <a:pt x="544086" y="95563"/>
                </a:lnTo>
                <a:lnTo>
                  <a:pt x="543568" y="94650"/>
                </a:lnTo>
                <a:lnTo>
                  <a:pt x="543111" y="93696"/>
                </a:lnTo>
                <a:lnTo>
                  <a:pt x="542715" y="92701"/>
                </a:lnTo>
                <a:lnTo>
                  <a:pt x="542380" y="91666"/>
                </a:lnTo>
                <a:lnTo>
                  <a:pt x="542106" y="90591"/>
                </a:lnTo>
                <a:lnTo>
                  <a:pt x="541893" y="89474"/>
                </a:lnTo>
                <a:lnTo>
                  <a:pt x="541740" y="88318"/>
                </a:lnTo>
                <a:lnTo>
                  <a:pt x="541649" y="87120"/>
                </a:lnTo>
                <a:lnTo>
                  <a:pt x="541618" y="85883"/>
                </a:lnTo>
                <a:lnTo>
                  <a:pt x="541633" y="85096"/>
                </a:lnTo>
                <a:lnTo>
                  <a:pt x="541678" y="84328"/>
                </a:lnTo>
                <a:lnTo>
                  <a:pt x="541752" y="83577"/>
                </a:lnTo>
                <a:lnTo>
                  <a:pt x="541856" y="82844"/>
                </a:lnTo>
                <a:lnTo>
                  <a:pt x="541990" y="82129"/>
                </a:lnTo>
                <a:lnTo>
                  <a:pt x="542153" y="81432"/>
                </a:lnTo>
                <a:lnTo>
                  <a:pt x="542347" y="80752"/>
                </a:lnTo>
                <a:lnTo>
                  <a:pt x="542570" y="80091"/>
                </a:lnTo>
                <a:lnTo>
                  <a:pt x="542822" y="79447"/>
                </a:lnTo>
                <a:lnTo>
                  <a:pt x="543105" y="78821"/>
                </a:lnTo>
                <a:lnTo>
                  <a:pt x="543417" y="78212"/>
                </a:lnTo>
                <a:lnTo>
                  <a:pt x="543758" y="77622"/>
                </a:lnTo>
                <a:lnTo>
                  <a:pt x="544276" y="76819"/>
                </a:lnTo>
                <a:lnTo>
                  <a:pt x="544853" y="76024"/>
                </a:lnTo>
                <a:lnTo>
                  <a:pt x="545490" y="75236"/>
                </a:lnTo>
                <a:lnTo>
                  <a:pt x="546188" y="74457"/>
                </a:lnTo>
                <a:lnTo>
                  <a:pt x="546945" y="73685"/>
                </a:lnTo>
                <a:lnTo>
                  <a:pt x="547762" y="72922"/>
                </a:lnTo>
                <a:lnTo>
                  <a:pt x="548639" y="72166"/>
                </a:lnTo>
                <a:lnTo>
                  <a:pt x="549576" y="71419"/>
                </a:lnTo>
                <a:lnTo>
                  <a:pt x="550573" y="70679"/>
                </a:lnTo>
                <a:lnTo>
                  <a:pt x="551629" y="69947"/>
                </a:lnTo>
                <a:lnTo>
                  <a:pt x="552746" y="69223"/>
                </a:lnTo>
                <a:lnTo>
                  <a:pt x="553923" y="68507"/>
                </a:lnTo>
                <a:lnTo>
                  <a:pt x="555196" y="67782"/>
                </a:lnTo>
                <a:lnTo>
                  <a:pt x="556603" y="67031"/>
                </a:lnTo>
                <a:lnTo>
                  <a:pt x="558142" y="66255"/>
                </a:lnTo>
                <a:lnTo>
                  <a:pt x="559815" y="65452"/>
                </a:lnTo>
                <a:lnTo>
                  <a:pt x="561622" y="64625"/>
                </a:lnTo>
                <a:lnTo>
                  <a:pt x="563561" y="63771"/>
                </a:lnTo>
                <a:lnTo>
                  <a:pt x="565634" y="62892"/>
                </a:lnTo>
                <a:lnTo>
                  <a:pt x="567840" y="61987"/>
                </a:lnTo>
                <a:lnTo>
                  <a:pt x="570179" y="61056"/>
                </a:lnTo>
                <a:lnTo>
                  <a:pt x="572652" y="60100"/>
                </a:lnTo>
                <a:lnTo>
                  <a:pt x="575258" y="59117"/>
                </a:lnTo>
                <a:lnTo>
                  <a:pt x="577997" y="58110"/>
                </a:lnTo>
                <a:lnTo>
                  <a:pt x="577997" y="55546"/>
                </a:lnTo>
                <a:lnTo>
                  <a:pt x="577975" y="53962"/>
                </a:lnTo>
                <a:lnTo>
                  <a:pt x="577910" y="52464"/>
                </a:lnTo>
                <a:lnTo>
                  <a:pt x="577803" y="51051"/>
                </a:lnTo>
                <a:lnTo>
                  <a:pt x="577652" y="49722"/>
                </a:lnTo>
                <a:lnTo>
                  <a:pt x="577458" y="48479"/>
                </a:lnTo>
                <a:lnTo>
                  <a:pt x="577221" y="47321"/>
                </a:lnTo>
                <a:lnTo>
                  <a:pt x="576941" y="46248"/>
                </a:lnTo>
                <a:lnTo>
                  <a:pt x="576618" y="45260"/>
                </a:lnTo>
                <a:lnTo>
                  <a:pt x="576251" y="44357"/>
                </a:lnTo>
                <a:lnTo>
                  <a:pt x="575842" y="43539"/>
                </a:lnTo>
                <a:lnTo>
                  <a:pt x="575389" y="42806"/>
                </a:lnTo>
                <a:lnTo>
                  <a:pt x="574894" y="42158"/>
                </a:lnTo>
                <a:lnTo>
                  <a:pt x="574357" y="41578"/>
                </a:lnTo>
                <a:lnTo>
                  <a:pt x="573781" y="41048"/>
                </a:lnTo>
                <a:lnTo>
                  <a:pt x="573166" y="40569"/>
                </a:lnTo>
                <a:lnTo>
                  <a:pt x="572512" y="40140"/>
                </a:lnTo>
                <a:lnTo>
                  <a:pt x="571819" y="39762"/>
                </a:lnTo>
                <a:lnTo>
                  <a:pt x="571087" y="39434"/>
                </a:lnTo>
                <a:lnTo>
                  <a:pt x="570315" y="39157"/>
                </a:lnTo>
                <a:lnTo>
                  <a:pt x="569504" y="38930"/>
                </a:lnTo>
                <a:lnTo>
                  <a:pt x="568655" y="38753"/>
                </a:lnTo>
                <a:lnTo>
                  <a:pt x="567766" y="38627"/>
                </a:lnTo>
                <a:lnTo>
                  <a:pt x="566838" y="38551"/>
                </a:lnTo>
                <a:lnTo>
                  <a:pt x="565871" y="38526"/>
                </a:lnTo>
                <a:lnTo>
                  <a:pt x="565134" y="38543"/>
                </a:lnTo>
                <a:lnTo>
                  <a:pt x="564424" y="38593"/>
                </a:lnTo>
                <a:lnTo>
                  <a:pt x="563740" y="38677"/>
                </a:lnTo>
                <a:lnTo>
                  <a:pt x="563081" y="38794"/>
                </a:lnTo>
                <a:lnTo>
                  <a:pt x="562448" y="38945"/>
                </a:lnTo>
                <a:lnTo>
                  <a:pt x="561840" y="39129"/>
                </a:lnTo>
                <a:lnTo>
                  <a:pt x="561259" y="39347"/>
                </a:lnTo>
                <a:lnTo>
                  <a:pt x="560703" y="39598"/>
                </a:lnTo>
                <a:lnTo>
                  <a:pt x="560173" y="39883"/>
                </a:lnTo>
                <a:lnTo>
                  <a:pt x="559669" y="40201"/>
                </a:lnTo>
                <a:lnTo>
                  <a:pt x="559190" y="40553"/>
                </a:lnTo>
                <a:lnTo>
                  <a:pt x="558738" y="40938"/>
                </a:lnTo>
                <a:lnTo>
                  <a:pt x="558305" y="41345"/>
                </a:lnTo>
                <a:lnTo>
                  <a:pt x="557909" y="41762"/>
                </a:lnTo>
                <a:lnTo>
                  <a:pt x="557552" y="42189"/>
                </a:lnTo>
                <a:lnTo>
                  <a:pt x="557232" y="42626"/>
                </a:lnTo>
                <a:lnTo>
                  <a:pt x="556949" y="43072"/>
                </a:lnTo>
                <a:lnTo>
                  <a:pt x="556705" y="43528"/>
                </a:lnTo>
                <a:lnTo>
                  <a:pt x="556498" y="43994"/>
                </a:lnTo>
                <a:lnTo>
                  <a:pt x="556328" y="44470"/>
                </a:lnTo>
                <a:lnTo>
                  <a:pt x="556196" y="44956"/>
                </a:lnTo>
                <a:lnTo>
                  <a:pt x="556102" y="45452"/>
                </a:lnTo>
                <a:lnTo>
                  <a:pt x="556046" y="45958"/>
                </a:lnTo>
                <a:lnTo>
                  <a:pt x="556027" y="46473"/>
                </a:lnTo>
                <a:lnTo>
                  <a:pt x="556170" y="50588"/>
                </a:lnTo>
                <a:lnTo>
                  <a:pt x="556158" y="51121"/>
                </a:lnTo>
                <a:lnTo>
                  <a:pt x="556123" y="51634"/>
                </a:lnTo>
                <a:lnTo>
                  <a:pt x="556065" y="52126"/>
                </a:lnTo>
                <a:lnTo>
                  <a:pt x="555983" y="52597"/>
                </a:lnTo>
                <a:lnTo>
                  <a:pt x="555879" y="53048"/>
                </a:lnTo>
                <a:lnTo>
                  <a:pt x="555751" y="53478"/>
                </a:lnTo>
                <a:lnTo>
                  <a:pt x="555599" y="53887"/>
                </a:lnTo>
                <a:lnTo>
                  <a:pt x="555425" y="54276"/>
                </a:lnTo>
                <a:lnTo>
                  <a:pt x="555227" y="54644"/>
                </a:lnTo>
                <a:lnTo>
                  <a:pt x="555006" y="54991"/>
                </a:lnTo>
                <a:lnTo>
                  <a:pt x="554761" y="55318"/>
                </a:lnTo>
                <a:lnTo>
                  <a:pt x="554493" y="55624"/>
                </a:lnTo>
                <a:lnTo>
                  <a:pt x="554207" y="55907"/>
                </a:lnTo>
                <a:lnTo>
                  <a:pt x="553906" y="56166"/>
                </a:lnTo>
                <a:lnTo>
                  <a:pt x="553591" y="56400"/>
                </a:lnTo>
                <a:lnTo>
                  <a:pt x="553261" y="56609"/>
                </a:lnTo>
                <a:lnTo>
                  <a:pt x="552917" y="56794"/>
                </a:lnTo>
                <a:lnTo>
                  <a:pt x="552559" y="56954"/>
                </a:lnTo>
                <a:lnTo>
                  <a:pt x="552186" y="57090"/>
                </a:lnTo>
                <a:lnTo>
                  <a:pt x="551799" y="57200"/>
                </a:lnTo>
                <a:lnTo>
                  <a:pt x="551397" y="57287"/>
                </a:lnTo>
                <a:lnTo>
                  <a:pt x="550981" y="57348"/>
                </a:lnTo>
                <a:lnTo>
                  <a:pt x="550551" y="57385"/>
                </a:lnTo>
                <a:lnTo>
                  <a:pt x="550107" y="57398"/>
                </a:lnTo>
                <a:lnTo>
                  <a:pt x="549674" y="57385"/>
                </a:lnTo>
                <a:lnTo>
                  <a:pt x="549254" y="57346"/>
                </a:lnTo>
                <a:lnTo>
                  <a:pt x="548847" y="57282"/>
                </a:lnTo>
                <a:lnTo>
                  <a:pt x="548454" y="57193"/>
                </a:lnTo>
                <a:lnTo>
                  <a:pt x="548075" y="57077"/>
                </a:lnTo>
                <a:lnTo>
                  <a:pt x="547708" y="56936"/>
                </a:lnTo>
                <a:lnTo>
                  <a:pt x="547355" y="56770"/>
                </a:lnTo>
                <a:lnTo>
                  <a:pt x="547016" y="56578"/>
                </a:lnTo>
                <a:lnTo>
                  <a:pt x="546690" y="56360"/>
                </a:lnTo>
                <a:lnTo>
                  <a:pt x="546377" y="56116"/>
                </a:lnTo>
                <a:lnTo>
                  <a:pt x="546077" y="55847"/>
                </a:lnTo>
                <a:lnTo>
                  <a:pt x="545791" y="55553"/>
                </a:lnTo>
                <a:lnTo>
                  <a:pt x="545524" y="55235"/>
                </a:lnTo>
                <a:lnTo>
                  <a:pt x="545279" y="54899"/>
                </a:lnTo>
                <a:lnTo>
                  <a:pt x="545058" y="54545"/>
                </a:lnTo>
                <a:lnTo>
                  <a:pt x="544860" y="54171"/>
                </a:lnTo>
                <a:lnTo>
                  <a:pt x="544685" y="53779"/>
                </a:lnTo>
                <a:lnTo>
                  <a:pt x="544534" y="53368"/>
                </a:lnTo>
                <a:lnTo>
                  <a:pt x="544406" y="52939"/>
                </a:lnTo>
                <a:lnTo>
                  <a:pt x="544301" y="52490"/>
                </a:lnTo>
                <a:lnTo>
                  <a:pt x="544220" y="52023"/>
                </a:lnTo>
                <a:lnTo>
                  <a:pt x="544162" y="51538"/>
                </a:lnTo>
                <a:lnTo>
                  <a:pt x="544127" y="51033"/>
                </a:lnTo>
                <a:lnTo>
                  <a:pt x="544115" y="50510"/>
                </a:lnTo>
                <a:lnTo>
                  <a:pt x="544159" y="49499"/>
                </a:lnTo>
                <a:lnTo>
                  <a:pt x="544289" y="48503"/>
                </a:lnTo>
                <a:lnTo>
                  <a:pt x="544507" y="47520"/>
                </a:lnTo>
                <a:lnTo>
                  <a:pt x="544812" y="46551"/>
                </a:lnTo>
                <a:lnTo>
                  <a:pt x="545205" y="45595"/>
                </a:lnTo>
                <a:lnTo>
                  <a:pt x="545684" y="44654"/>
                </a:lnTo>
                <a:lnTo>
                  <a:pt x="546251" y="43726"/>
                </a:lnTo>
                <a:lnTo>
                  <a:pt x="546905" y="42812"/>
                </a:lnTo>
                <a:lnTo>
                  <a:pt x="547646" y="41912"/>
                </a:lnTo>
                <a:lnTo>
                  <a:pt x="548474" y="41025"/>
                </a:lnTo>
                <a:lnTo>
                  <a:pt x="549389" y="40153"/>
                </a:lnTo>
                <a:lnTo>
                  <a:pt x="550392" y="39294"/>
                </a:lnTo>
                <a:lnTo>
                  <a:pt x="551473" y="38477"/>
                </a:lnTo>
                <a:lnTo>
                  <a:pt x="552625" y="37732"/>
                </a:lnTo>
                <a:lnTo>
                  <a:pt x="553847" y="37057"/>
                </a:lnTo>
                <a:lnTo>
                  <a:pt x="555139" y="36454"/>
                </a:lnTo>
                <a:lnTo>
                  <a:pt x="556502" y="35922"/>
                </a:lnTo>
                <a:lnTo>
                  <a:pt x="557935" y="35460"/>
                </a:lnTo>
                <a:lnTo>
                  <a:pt x="559438" y="35070"/>
                </a:lnTo>
                <a:lnTo>
                  <a:pt x="561012" y="34750"/>
                </a:lnTo>
                <a:lnTo>
                  <a:pt x="562656" y="34502"/>
                </a:lnTo>
                <a:lnTo>
                  <a:pt x="564371" y="34324"/>
                </a:lnTo>
                <a:lnTo>
                  <a:pt x="566155" y="34218"/>
                </a:lnTo>
                <a:lnTo>
                  <a:pt x="568010" y="34182"/>
                </a:lnTo>
                <a:lnTo>
                  <a:pt x="569439" y="34202"/>
                </a:lnTo>
                <a:lnTo>
                  <a:pt x="570824" y="34263"/>
                </a:lnTo>
                <a:lnTo>
                  <a:pt x="572165" y="34364"/>
                </a:lnTo>
                <a:lnTo>
                  <a:pt x="573463" y="34506"/>
                </a:lnTo>
                <a:lnTo>
                  <a:pt x="574717" y="34688"/>
                </a:lnTo>
                <a:lnTo>
                  <a:pt x="575928" y="34911"/>
                </a:lnTo>
                <a:lnTo>
                  <a:pt x="577095" y="35174"/>
                </a:lnTo>
                <a:lnTo>
                  <a:pt x="578218" y="35478"/>
                </a:lnTo>
                <a:lnTo>
                  <a:pt x="579298" y="35822"/>
                </a:lnTo>
                <a:lnTo>
                  <a:pt x="580335" y="36207"/>
                </a:lnTo>
                <a:lnTo>
                  <a:pt x="581327" y="36632"/>
                </a:lnTo>
                <a:lnTo>
                  <a:pt x="582276" y="37097"/>
                </a:lnTo>
                <a:lnTo>
                  <a:pt x="582962" y="37482"/>
                </a:lnTo>
                <a:lnTo>
                  <a:pt x="583618" y="37902"/>
                </a:lnTo>
                <a:lnTo>
                  <a:pt x="584242" y="38356"/>
                </a:lnTo>
                <a:lnTo>
                  <a:pt x="584836" y="38844"/>
                </a:lnTo>
                <a:lnTo>
                  <a:pt x="585399" y="39368"/>
                </a:lnTo>
                <a:lnTo>
                  <a:pt x="585932" y="39925"/>
                </a:lnTo>
                <a:lnTo>
                  <a:pt x="586434" y="40518"/>
                </a:lnTo>
                <a:lnTo>
                  <a:pt x="586905" y="41145"/>
                </a:lnTo>
                <a:lnTo>
                  <a:pt x="587345" y="41806"/>
                </a:lnTo>
                <a:lnTo>
                  <a:pt x="587755" y="42502"/>
                </a:lnTo>
                <a:lnTo>
                  <a:pt x="588134" y="43233"/>
                </a:lnTo>
                <a:lnTo>
                  <a:pt x="588482" y="43998"/>
                </a:lnTo>
                <a:lnTo>
                  <a:pt x="588687" y="44552"/>
                </a:lnTo>
                <a:lnTo>
                  <a:pt x="588874" y="45195"/>
                </a:lnTo>
                <a:lnTo>
                  <a:pt x="589044" y="45927"/>
                </a:lnTo>
                <a:lnTo>
                  <a:pt x="589195" y="46748"/>
                </a:lnTo>
                <a:lnTo>
                  <a:pt x="589329" y="47658"/>
                </a:lnTo>
                <a:lnTo>
                  <a:pt x="589445" y="48657"/>
                </a:lnTo>
                <a:lnTo>
                  <a:pt x="589543" y="49744"/>
                </a:lnTo>
                <a:lnTo>
                  <a:pt x="589623" y="50921"/>
                </a:lnTo>
                <a:lnTo>
                  <a:pt x="589686" y="52186"/>
                </a:lnTo>
                <a:lnTo>
                  <a:pt x="589730" y="53541"/>
                </a:lnTo>
                <a:lnTo>
                  <a:pt x="589757" y="54984"/>
                </a:lnTo>
                <a:lnTo>
                  <a:pt x="589766" y="56516"/>
                </a:lnTo>
                <a:lnTo>
                  <a:pt x="589766" y="78637"/>
                </a:lnTo>
                <a:lnTo>
                  <a:pt x="589768" y="80140"/>
                </a:lnTo>
                <a:lnTo>
                  <a:pt x="589776" y="81542"/>
                </a:lnTo>
                <a:lnTo>
                  <a:pt x="589788" y="82844"/>
                </a:lnTo>
                <a:lnTo>
                  <a:pt x="589806" y="84046"/>
                </a:lnTo>
                <a:lnTo>
                  <a:pt x="589828" y="85148"/>
                </a:lnTo>
                <a:lnTo>
                  <a:pt x="589855" y="86150"/>
                </a:lnTo>
                <a:lnTo>
                  <a:pt x="589887" y="87051"/>
                </a:lnTo>
                <a:lnTo>
                  <a:pt x="589924" y="87852"/>
                </a:lnTo>
                <a:lnTo>
                  <a:pt x="589967" y="88553"/>
                </a:lnTo>
                <a:lnTo>
                  <a:pt x="590014" y="89153"/>
                </a:lnTo>
                <a:lnTo>
                  <a:pt x="590066" y="89653"/>
                </a:lnTo>
                <a:lnTo>
                  <a:pt x="590123" y="90053"/>
                </a:lnTo>
                <a:lnTo>
                  <a:pt x="590185" y="90393"/>
                </a:lnTo>
                <a:lnTo>
                  <a:pt x="590254" y="90714"/>
                </a:lnTo>
                <a:lnTo>
                  <a:pt x="590330" y="91016"/>
                </a:lnTo>
                <a:lnTo>
                  <a:pt x="590412" y="91298"/>
                </a:lnTo>
                <a:lnTo>
                  <a:pt x="590500" y="91561"/>
                </a:lnTo>
                <a:lnTo>
                  <a:pt x="590595" y="91805"/>
                </a:lnTo>
                <a:lnTo>
                  <a:pt x="590696" y="92030"/>
                </a:lnTo>
                <a:lnTo>
                  <a:pt x="590804" y="92235"/>
                </a:lnTo>
                <a:lnTo>
                  <a:pt x="590918" y="92421"/>
                </a:lnTo>
                <a:lnTo>
                  <a:pt x="591039" y="92588"/>
                </a:lnTo>
                <a:lnTo>
                  <a:pt x="591166" y="92735"/>
                </a:lnTo>
                <a:lnTo>
                  <a:pt x="591300" y="92864"/>
                </a:lnTo>
                <a:lnTo>
                  <a:pt x="591438" y="92977"/>
                </a:lnTo>
                <a:lnTo>
                  <a:pt x="591580" y="93081"/>
                </a:lnTo>
                <a:lnTo>
                  <a:pt x="591725" y="93174"/>
                </a:lnTo>
                <a:lnTo>
                  <a:pt x="591874" y="93258"/>
                </a:lnTo>
                <a:lnTo>
                  <a:pt x="592026" y="93332"/>
                </a:lnTo>
                <a:lnTo>
                  <a:pt x="592182" y="93396"/>
                </a:lnTo>
                <a:lnTo>
                  <a:pt x="592341" y="93450"/>
                </a:lnTo>
                <a:lnTo>
                  <a:pt x="592504" y="93495"/>
                </a:lnTo>
                <a:lnTo>
                  <a:pt x="592670" y="93529"/>
                </a:lnTo>
                <a:lnTo>
                  <a:pt x="592840" y="93554"/>
                </a:lnTo>
                <a:lnTo>
                  <a:pt x="593013" y="93569"/>
                </a:lnTo>
                <a:lnTo>
                  <a:pt x="593190" y="93574"/>
                </a:lnTo>
                <a:lnTo>
                  <a:pt x="593378" y="93570"/>
                </a:lnTo>
                <a:lnTo>
                  <a:pt x="593562" y="93560"/>
                </a:lnTo>
                <a:lnTo>
                  <a:pt x="593743" y="93542"/>
                </a:lnTo>
                <a:lnTo>
                  <a:pt x="593919" y="93518"/>
                </a:lnTo>
                <a:lnTo>
                  <a:pt x="594091" y="93487"/>
                </a:lnTo>
                <a:lnTo>
                  <a:pt x="594260" y="93449"/>
                </a:lnTo>
                <a:lnTo>
                  <a:pt x="594424" y="93404"/>
                </a:lnTo>
                <a:lnTo>
                  <a:pt x="594585" y="93352"/>
                </a:lnTo>
                <a:lnTo>
                  <a:pt x="594741" y="93293"/>
                </a:lnTo>
                <a:lnTo>
                  <a:pt x="594894" y="93227"/>
                </a:lnTo>
                <a:lnTo>
                  <a:pt x="595042" y="93155"/>
                </a:lnTo>
                <a:lnTo>
                  <a:pt x="595187" y="93075"/>
                </a:lnTo>
                <a:lnTo>
                  <a:pt x="595456" y="92898"/>
                </a:lnTo>
                <a:lnTo>
                  <a:pt x="595764" y="92674"/>
                </a:lnTo>
                <a:lnTo>
                  <a:pt x="596110" y="92403"/>
                </a:lnTo>
                <a:lnTo>
                  <a:pt x="596495" y="92086"/>
                </a:lnTo>
                <a:lnTo>
                  <a:pt x="596918" y="91723"/>
                </a:lnTo>
                <a:lnTo>
                  <a:pt x="597380" y="91313"/>
                </a:lnTo>
                <a:lnTo>
                  <a:pt x="597881" y="90856"/>
                </a:lnTo>
                <a:lnTo>
                  <a:pt x="598421" y="90353"/>
                </a:lnTo>
                <a:lnTo>
                  <a:pt x="598999" y="89804"/>
                </a:lnTo>
                <a:lnTo>
                  <a:pt x="599615" y="89208"/>
                </a:lnTo>
                <a:lnTo>
                  <a:pt x="600271" y="88565"/>
                </a:lnTo>
                <a:lnTo>
                  <a:pt x="600965" y="87877"/>
                </a:lnTo>
                <a:lnTo>
                  <a:pt x="600965" y="91864"/>
                </a:lnTo>
                <a:lnTo>
                  <a:pt x="599638" y="93571"/>
                </a:lnTo>
                <a:lnTo>
                  <a:pt x="598322" y="95128"/>
                </a:lnTo>
                <a:lnTo>
                  <a:pt x="597015" y="96538"/>
                </a:lnTo>
                <a:lnTo>
                  <a:pt x="595718" y="97799"/>
                </a:lnTo>
                <a:lnTo>
                  <a:pt x="594431" y="98912"/>
                </a:lnTo>
                <a:lnTo>
                  <a:pt x="593154" y="99876"/>
                </a:lnTo>
                <a:lnTo>
                  <a:pt x="591887" y="100692"/>
                </a:lnTo>
                <a:lnTo>
                  <a:pt x="590630" y="101360"/>
                </a:lnTo>
                <a:lnTo>
                  <a:pt x="589383" y="101879"/>
                </a:lnTo>
                <a:lnTo>
                  <a:pt x="588145" y="102250"/>
                </a:lnTo>
                <a:lnTo>
                  <a:pt x="586918" y="102472"/>
                </a:lnTo>
                <a:lnTo>
                  <a:pt x="585700" y="102546"/>
                </a:lnTo>
                <a:lnTo>
                  <a:pt x="585128" y="102530"/>
                </a:lnTo>
                <a:lnTo>
                  <a:pt x="584575" y="102479"/>
                </a:lnTo>
                <a:lnTo>
                  <a:pt x="584042" y="102395"/>
                </a:lnTo>
                <a:lnTo>
                  <a:pt x="583529" y="102277"/>
                </a:lnTo>
                <a:lnTo>
                  <a:pt x="583035" y="102126"/>
                </a:lnTo>
                <a:lnTo>
                  <a:pt x="582562" y="101941"/>
                </a:lnTo>
                <a:lnTo>
                  <a:pt x="582108" y="101723"/>
                </a:lnTo>
                <a:lnTo>
                  <a:pt x="581674" y="101470"/>
                </a:lnTo>
                <a:lnTo>
                  <a:pt x="581260" y="101184"/>
                </a:lnTo>
                <a:lnTo>
                  <a:pt x="580866" y="100865"/>
                </a:lnTo>
                <a:lnTo>
                  <a:pt x="580491" y="100512"/>
                </a:lnTo>
                <a:lnTo>
                  <a:pt x="580136" y="100125"/>
                </a:lnTo>
                <a:lnTo>
                  <a:pt x="579806" y="99698"/>
                </a:lnTo>
                <a:lnTo>
                  <a:pt x="579502" y="99223"/>
                </a:lnTo>
                <a:lnTo>
                  <a:pt x="579227" y="98701"/>
                </a:lnTo>
                <a:lnTo>
                  <a:pt x="578979" y="98131"/>
                </a:lnTo>
                <a:lnTo>
                  <a:pt x="578759" y="97514"/>
                </a:lnTo>
                <a:lnTo>
                  <a:pt x="578567" y="96849"/>
                </a:lnTo>
                <a:lnTo>
                  <a:pt x="578403" y="96137"/>
                </a:lnTo>
                <a:lnTo>
                  <a:pt x="578266" y="95378"/>
                </a:lnTo>
                <a:lnTo>
                  <a:pt x="578157" y="94571"/>
                </a:lnTo>
                <a:lnTo>
                  <a:pt x="578076" y="93716"/>
                </a:lnTo>
                <a:lnTo>
                  <a:pt x="578022" y="92814"/>
                </a:lnTo>
                <a:lnTo>
                  <a:pt x="577997" y="91864"/>
                </a:lnTo>
                <a:moveTo>
                  <a:pt x="577997" y="87196"/>
                </a:moveTo>
                <a:lnTo>
                  <a:pt x="577997" y="62454"/>
                </a:lnTo>
                <a:lnTo>
                  <a:pt x="576254" y="63145"/>
                </a:lnTo>
                <a:lnTo>
                  <a:pt x="574618" y="63802"/>
                </a:lnTo>
                <a:lnTo>
                  <a:pt x="573088" y="64425"/>
                </a:lnTo>
                <a:lnTo>
                  <a:pt x="571664" y="65013"/>
                </a:lnTo>
                <a:lnTo>
                  <a:pt x="570346" y="65567"/>
                </a:lnTo>
                <a:lnTo>
                  <a:pt x="569134" y="66087"/>
                </a:lnTo>
                <a:lnTo>
                  <a:pt x="568028" y="66572"/>
                </a:lnTo>
                <a:lnTo>
                  <a:pt x="567028" y="67022"/>
                </a:lnTo>
                <a:lnTo>
                  <a:pt x="566134" y="67438"/>
                </a:lnTo>
                <a:lnTo>
                  <a:pt x="565345" y="67820"/>
                </a:lnTo>
                <a:lnTo>
                  <a:pt x="564663" y="68167"/>
                </a:lnTo>
                <a:lnTo>
                  <a:pt x="564087" y="68480"/>
                </a:lnTo>
                <a:lnTo>
                  <a:pt x="563170" y="69002"/>
                </a:lnTo>
                <a:lnTo>
                  <a:pt x="562298" y="69528"/>
                </a:lnTo>
                <a:lnTo>
                  <a:pt x="561470" y="70058"/>
                </a:lnTo>
                <a:lnTo>
                  <a:pt x="560687" y="70591"/>
                </a:lnTo>
                <a:lnTo>
                  <a:pt x="559949" y="71129"/>
                </a:lnTo>
                <a:lnTo>
                  <a:pt x="559255" y="71671"/>
                </a:lnTo>
                <a:lnTo>
                  <a:pt x="558605" y="72216"/>
                </a:lnTo>
                <a:lnTo>
                  <a:pt x="558001" y="72766"/>
                </a:lnTo>
                <a:lnTo>
                  <a:pt x="557440" y="73319"/>
                </a:lnTo>
                <a:lnTo>
                  <a:pt x="556925" y="73876"/>
                </a:lnTo>
                <a:lnTo>
                  <a:pt x="556454" y="74437"/>
                </a:lnTo>
                <a:lnTo>
                  <a:pt x="556027" y="75003"/>
                </a:lnTo>
                <a:lnTo>
                  <a:pt x="555640" y="75574"/>
                </a:lnTo>
                <a:lnTo>
                  <a:pt x="555286" y="76155"/>
                </a:lnTo>
                <a:lnTo>
                  <a:pt x="554966" y="76744"/>
                </a:lnTo>
                <a:lnTo>
                  <a:pt x="554680" y="77342"/>
                </a:lnTo>
                <a:lnTo>
                  <a:pt x="554427" y="77949"/>
                </a:lnTo>
                <a:lnTo>
                  <a:pt x="554208" y="78565"/>
                </a:lnTo>
                <a:lnTo>
                  <a:pt x="554023" y="79190"/>
                </a:lnTo>
                <a:lnTo>
                  <a:pt x="553871" y="79823"/>
                </a:lnTo>
                <a:lnTo>
                  <a:pt x="553753" y="80466"/>
                </a:lnTo>
                <a:lnTo>
                  <a:pt x="553669" y="81117"/>
                </a:lnTo>
                <a:lnTo>
                  <a:pt x="553619" y="81777"/>
                </a:lnTo>
                <a:lnTo>
                  <a:pt x="553602" y="82447"/>
                </a:lnTo>
                <a:lnTo>
                  <a:pt x="553623" y="83285"/>
                </a:lnTo>
                <a:lnTo>
                  <a:pt x="553687" y="84100"/>
                </a:lnTo>
                <a:lnTo>
                  <a:pt x="553794" y="84891"/>
                </a:lnTo>
                <a:lnTo>
                  <a:pt x="553943" y="85657"/>
                </a:lnTo>
                <a:lnTo>
                  <a:pt x="554134" y="86399"/>
                </a:lnTo>
                <a:lnTo>
                  <a:pt x="554369" y="87117"/>
                </a:lnTo>
                <a:lnTo>
                  <a:pt x="554646" y="87811"/>
                </a:lnTo>
                <a:lnTo>
                  <a:pt x="554965" y="88481"/>
                </a:lnTo>
                <a:lnTo>
                  <a:pt x="555327" y="89127"/>
                </a:lnTo>
                <a:lnTo>
                  <a:pt x="555732" y="89748"/>
                </a:lnTo>
                <a:lnTo>
                  <a:pt x="556179" y="90345"/>
                </a:lnTo>
                <a:lnTo>
                  <a:pt x="556669" y="90919"/>
                </a:lnTo>
                <a:lnTo>
                  <a:pt x="557187" y="91456"/>
                </a:lnTo>
                <a:lnTo>
                  <a:pt x="557717" y="91948"/>
                </a:lnTo>
                <a:lnTo>
                  <a:pt x="558261" y="92392"/>
                </a:lnTo>
                <a:lnTo>
                  <a:pt x="558817" y="92789"/>
                </a:lnTo>
                <a:lnTo>
                  <a:pt x="559386" y="93140"/>
                </a:lnTo>
                <a:lnTo>
                  <a:pt x="559968" y="93444"/>
                </a:lnTo>
                <a:lnTo>
                  <a:pt x="560563" y="93701"/>
                </a:lnTo>
                <a:lnTo>
                  <a:pt x="561171" y="93912"/>
                </a:lnTo>
                <a:lnTo>
                  <a:pt x="561791" y="94075"/>
                </a:lnTo>
                <a:lnTo>
                  <a:pt x="562425" y="94192"/>
                </a:lnTo>
                <a:lnTo>
                  <a:pt x="563071" y="94262"/>
                </a:lnTo>
                <a:lnTo>
                  <a:pt x="563731" y="94286"/>
                </a:lnTo>
                <a:lnTo>
                  <a:pt x="564658" y="94236"/>
                </a:lnTo>
                <a:lnTo>
                  <a:pt x="565633" y="94089"/>
                </a:lnTo>
                <a:lnTo>
                  <a:pt x="566655" y="93843"/>
                </a:lnTo>
                <a:lnTo>
                  <a:pt x="567725" y="93498"/>
                </a:lnTo>
                <a:lnTo>
                  <a:pt x="568843" y="93055"/>
                </a:lnTo>
                <a:lnTo>
                  <a:pt x="570008" y="92513"/>
                </a:lnTo>
                <a:lnTo>
                  <a:pt x="571220" y="91873"/>
                </a:lnTo>
                <a:lnTo>
                  <a:pt x="572480" y="91135"/>
                </a:lnTo>
                <a:lnTo>
                  <a:pt x="573788" y="90298"/>
                </a:lnTo>
                <a:lnTo>
                  <a:pt x="575143" y="89362"/>
                </a:lnTo>
                <a:lnTo>
                  <a:pt x="576546" y="88328"/>
                </a:lnTo>
                <a:lnTo>
                  <a:pt x="577997" y="87196"/>
                </a:lnTo>
                <a:close/>
                <a:moveTo>
                  <a:pt x="624910" y="34182"/>
                </a:moveTo>
                <a:lnTo>
                  <a:pt x="624910" y="48852"/>
                </a:lnTo>
                <a:lnTo>
                  <a:pt x="626280" y="46509"/>
                </a:lnTo>
                <a:lnTo>
                  <a:pt x="627657" y="44370"/>
                </a:lnTo>
                <a:lnTo>
                  <a:pt x="629039" y="42434"/>
                </a:lnTo>
                <a:lnTo>
                  <a:pt x="630427" y="40702"/>
                </a:lnTo>
                <a:lnTo>
                  <a:pt x="631820" y="39174"/>
                </a:lnTo>
                <a:lnTo>
                  <a:pt x="633220" y="37850"/>
                </a:lnTo>
                <a:lnTo>
                  <a:pt x="634626" y="36729"/>
                </a:lnTo>
                <a:lnTo>
                  <a:pt x="636038" y="35812"/>
                </a:lnTo>
                <a:lnTo>
                  <a:pt x="637455" y="35099"/>
                </a:lnTo>
                <a:lnTo>
                  <a:pt x="638879" y="34590"/>
                </a:lnTo>
                <a:lnTo>
                  <a:pt x="640309" y="34284"/>
                </a:lnTo>
                <a:lnTo>
                  <a:pt x="641744" y="34182"/>
                </a:lnTo>
                <a:lnTo>
                  <a:pt x="642389" y="34199"/>
                </a:lnTo>
                <a:lnTo>
                  <a:pt x="643014" y="34248"/>
                </a:lnTo>
                <a:lnTo>
                  <a:pt x="643621" y="34331"/>
                </a:lnTo>
                <a:lnTo>
                  <a:pt x="644209" y="34447"/>
                </a:lnTo>
                <a:lnTo>
                  <a:pt x="644778" y="34596"/>
                </a:lnTo>
                <a:lnTo>
                  <a:pt x="645328" y="34779"/>
                </a:lnTo>
                <a:lnTo>
                  <a:pt x="645860" y="34994"/>
                </a:lnTo>
                <a:lnTo>
                  <a:pt x="646373" y="35242"/>
                </a:lnTo>
                <a:lnTo>
                  <a:pt x="646866" y="35524"/>
                </a:lnTo>
                <a:lnTo>
                  <a:pt x="647342" y="35839"/>
                </a:lnTo>
                <a:lnTo>
                  <a:pt x="647798" y="36187"/>
                </a:lnTo>
                <a:lnTo>
                  <a:pt x="648235" y="36568"/>
                </a:lnTo>
                <a:lnTo>
                  <a:pt x="648645" y="36971"/>
                </a:lnTo>
                <a:lnTo>
                  <a:pt x="649020" y="37384"/>
                </a:lnTo>
                <a:lnTo>
                  <a:pt x="649359" y="37807"/>
                </a:lnTo>
                <a:lnTo>
                  <a:pt x="649662" y="38241"/>
                </a:lnTo>
                <a:lnTo>
                  <a:pt x="649929" y="38686"/>
                </a:lnTo>
                <a:lnTo>
                  <a:pt x="650161" y="39140"/>
                </a:lnTo>
                <a:lnTo>
                  <a:pt x="650357" y="39605"/>
                </a:lnTo>
                <a:lnTo>
                  <a:pt x="650518" y="40081"/>
                </a:lnTo>
                <a:lnTo>
                  <a:pt x="650643" y="40567"/>
                </a:lnTo>
                <a:lnTo>
                  <a:pt x="650732" y="41063"/>
                </a:lnTo>
                <a:lnTo>
                  <a:pt x="650785" y="41570"/>
                </a:lnTo>
                <a:lnTo>
                  <a:pt x="650803" y="42087"/>
                </a:lnTo>
                <a:lnTo>
                  <a:pt x="650790" y="42544"/>
                </a:lnTo>
                <a:lnTo>
                  <a:pt x="650751" y="42989"/>
                </a:lnTo>
                <a:lnTo>
                  <a:pt x="650687" y="43422"/>
                </a:lnTo>
                <a:lnTo>
                  <a:pt x="650597" y="43843"/>
                </a:lnTo>
                <a:lnTo>
                  <a:pt x="650481" y="44253"/>
                </a:lnTo>
                <a:lnTo>
                  <a:pt x="650339" y="44650"/>
                </a:lnTo>
                <a:lnTo>
                  <a:pt x="650172" y="45036"/>
                </a:lnTo>
                <a:lnTo>
                  <a:pt x="649979" y="45410"/>
                </a:lnTo>
                <a:lnTo>
                  <a:pt x="649760" y="45772"/>
                </a:lnTo>
                <a:lnTo>
                  <a:pt x="649515" y="46122"/>
                </a:lnTo>
                <a:lnTo>
                  <a:pt x="649245" y="46460"/>
                </a:lnTo>
                <a:lnTo>
                  <a:pt x="648948" y="46787"/>
                </a:lnTo>
                <a:lnTo>
                  <a:pt x="648634" y="47094"/>
                </a:lnTo>
                <a:lnTo>
                  <a:pt x="648310" y="47374"/>
                </a:lnTo>
                <a:lnTo>
                  <a:pt x="647977" y="47628"/>
                </a:lnTo>
                <a:lnTo>
                  <a:pt x="647633" y="47855"/>
                </a:lnTo>
                <a:lnTo>
                  <a:pt x="647279" y="48055"/>
                </a:lnTo>
                <a:lnTo>
                  <a:pt x="646916" y="48229"/>
                </a:lnTo>
                <a:lnTo>
                  <a:pt x="646542" y="48376"/>
                </a:lnTo>
                <a:lnTo>
                  <a:pt x="646159" y="48496"/>
                </a:lnTo>
                <a:lnTo>
                  <a:pt x="645765" y="48589"/>
                </a:lnTo>
                <a:lnTo>
                  <a:pt x="645362" y="48656"/>
                </a:lnTo>
                <a:lnTo>
                  <a:pt x="644949" y="48696"/>
                </a:lnTo>
                <a:lnTo>
                  <a:pt x="644526" y="48710"/>
                </a:lnTo>
                <a:lnTo>
                  <a:pt x="644106" y="48692"/>
                </a:lnTo>
                <a:lnTo>
                  <a:pt x="643677" y="48641"/>
                </a:lnTo>
                <a:lnTo>
                  <a:pt x="643240" y="48556"/>
                </a:lnTo>
                <a:lnTo>
                  <a:pt x="642794" y="48437"/>
                </a:lnTo>
                <a:lnTo>
                  <a:pt x="642340" y="48283"/>
                </a:lnTo>
                <a:lnTo>
                  <a:pt x="641878" y="48095"/>
                </a:lnTo>
                <a:lnTo>
                  <a:pt x="641407" y="47874"/>
                </a:lnTo>
                <a:lnTo>
                  <a:pt x="640928" y="47618"/>
                </a:lnTo>
                <a:lnTo>
                  <a:pt x="640440" y="47328"/>
                </a:lnTo>
                <a:lnTo>
                  <a:pt x="639944" y="47003"/>
                </a:lnTo>
                <a:lnTo>
                  <a:pt x="639440" y="46645"/>
                </a:lnTo>
                <a:lnTo>
                  <a:pt x="638927" y="46253"/>
                </a:lnTo>
                <a:lnTo>
                  <a:pt x="638421" y="45860"/>
                </a:lnTo>
                <a:lnTo>
                  <a:pt x="637937" y="45502"/>
                </a:lnTo>
                <a:lnTo>
                  <a:pt x="637476" y="45178"/>
                </a:lnTo>
                <a:lnTo>
                  <a:pt x="637036" y="44888"/>
                </a:lnTo>
                <a:lnTo>
                  <a:pt x="636620" y="44632"/>
                </a:lnTo>
                <a:lnTo>
                  <a:pt x="636225" y="44410"/>
                </a:lnTo>
                <a:lnTo>
                  <a:pt x="635853" y="44222"/>
                </a:lnTo>
                <a:lnTo>
                  <a:pt x="635503" y="44069"/>
                </a:lnTo>
                <a:lnTo>
                  <a:pt x="635175" y="43949"/>
                </a:lnTo>
                <a:lnTo>
                  <a:pt x="634870" y="43864"/>
                </a:lnTo>
                <a:lnTo>
                  <a:pt x="634587" y="43813"/>
                </a:lnTo>
                <a:lnTo>
                  <a:pt x="634326" y="43796"/>
                </a:lnTo>
                <a:lnTo>
                  <a:pt x="634110" y="43806"/>
                </a:lnTo>
                <a:lnTo>
                  <a:pt x="633892" y="43835"/>
                </a:lnTo>
                <a:lnTo>
                  <a:pt x="633671" y="43885"/>
                </a:lnTo>
                <a:lnTo>
                  <a:pt x="633446" y="43954"/>
                </a:lnTo>
                <a:lnTo>
                  <a:pt x="633219" y="44042"/>
                </a:lnTo>
                <a:lnTo>
                  <a:pt x="632988" y="44151"/>
                </a:lnTo>
                <a:lnTo>
                  <a:pt x="632755" y="44279"/>
                </a:lnTo>
                <a:lnTo>
                  <a:pt x="632519" y="44427"/>
                </a:lnTo>
                <a:lnTo>
                  <a:pt x="632280" y="44594"/>
                </a:lnTo>
                <a:lnTo>
                  <a:pt x="632037" y="44782"/>
                </a:lnTo>
                <a:lnTo>
                  <a:pt x="631792" y="44989"/>
                </a:lnTo>
                <a:lnTo>
                  <a:pt x="631544" y="45216"/>
                </a:lnTo>
                <a:lnTo>
                  <a:pt x="631008" y="45727"/>
                </a:lnTo>
                <a:lnTo>
                  <a:pt x="630468" y="46291"/>
                </a:lnTo>
                <a:lnTo>
                  <a:pt x="629926" y="46907"/>
                </a:lnTo>
                <a:lnTo>
                  <a:pt x="629380" y="47576"/>
                </a:lnTo>
                <a:lnTo>
                  <a:pt x="628832" y="48297"/>
                </a:lnTo>
                <a:lnTo>
                  <a:pt x="628281" y="49069"/>
                </a:lnTo>
                <a:lnTo>
                  <a:pt x="627726" y="49895"/>
                </a:lnTo>
                <a:lnTo>
                  <a:pt x="627169" y="50772"/>
                </a:lnTo>
                <a:lnTo>
                  <a:pt x="626609" y="51702"/>
                </a:lnTo>
                <a:lnTo>
                  <a:pt x="626046" y="52684"/>
                </a:lnTo>
                <a:lnTo>
                  <a:pt x="625480" y="53718"/>
                </a:lnTo>
                <a:lnTo>
                  <a:pt x="624910" y="54805"/>
                </a:lnTo>
                <a:lnTo>
                  <a:pt x="624910" y="85987"/>
                </a:lnTo>
                <a:lnTo>
                  <a:pt x="624920" y="86868"/>
                </a:lnTo>
                <a:lnTo>
                  <a:pt x="624948" y="87713"/>
                </a:lnTo>
                <a:lnTo>
                  <a:pt x="624995" y="88521"/>
                </a:lnTo>
                <a:lnTo>
                  <a:pt x="625061" y="89293"/>
                </a:lnTo>
                <a:lnTo>
                  <a:pt x="625146" y="90028"/>
                </a:lnTo>
                <a:lnTo>
                  <a:pt x="625249" y="90727"/>
                </a:lnTo>
                <a:lnTo>
                  <a:pt x="625372" y="91390"/>
                </a:lnTo>
                <a:lnTo>
                  <a:pt x="625513" y="92016"/>
                </a:lnTo>
                <a:lnTo>
                  <a:pt x="625673" y="92605"/>
                </a:lnTo>
                <a:lnTo>
                  <a:pt x="625852" y="93158"/>
                </a:lnTo>
                <a:lnTo>
                  <a:pt x="626049" y="93674"/>
                </a:lnTo>
                <a:lnTo>
                  <a:pt x="626266" y="94154"/>
                </a:lnTo>
                <a:lnTo>
                  <a:pt x="626430" y="94470"/>
                </a:lnTo>
                <a:lnTo>
                  <a:pt x="626614" y="94776"/>
                </a:lnTo>
                <a:lnTo>
                  <a:pt x="626818" y="95074"/>
                </a:lnTo>
                <a:lnTo>
                  <a:pt x="627042" y="95362"/>
                </a:lnTo>
                <a:lnTo>
                  <a:pt x="627286" y="95642"/>
                </a:lnTo>
                <a:lnTo>
                  <a:pt x="627550" y="95913"/>
                </a:lnTo>
                <a:lnTo>
                  <a:pt x="627833" y="96175"/>
                </a:lnTo>
                <a:lnTo>
                  <a:pt x="628136" y="96428"/>
                </a:lnTo>
                <a:lnTo>
                  <a:pt x="628459" y="96673"/>
                </a:lnTo>
                <a:lnTo>
                  <a:pt x="628802" y="96908"/>
                </a:lnTo>
                <a:lnTo>
                  <a:pt x="629164" y="97135"/>
                </a:lnTo>
                <a:lnTo>
                  <a:pt x="629547" y="97352"/>
                </a:lnTo>
                <a:lnTo>
                  <a:pt x="629953" y="97556"/>
                </a:lnTo>
                <a:lnTo>
                  <a:pt x="630389" y="97743"/>
                </a:lnTo>
                <a:lnTo>
                  <a:pt x="630853" y="97911"/>
                </a:lnTo>
                <a:lnTo>
                  <a:pt x="631346" y="98062"/>
                </a:lnTo>
                <a:lnTo>
                  <a:pt x="631867" y="98195"/>
                </a:lnTo>
                <a:lnTo>
                  <a:pt x="632418" y="98310"/>
                </a:lnTo>
                <a:lnTo>
                  <a:pt x="632997" y="98408"/>
                </a:lnTo>
                <a:lnTo>
                  <a:pt x="633605" y="98488"/>
                </a:lnTo>
                <a:lnTo>
                  <a:pt x="634241" y="98550"/>
                </a:lnTo>
                <a:lnTo>
                  <a:pt x="634906" y="98594"/>
                </a:lnTo>
                <a:lnTo>
                  <a:pt x="635600" y="98621"/>
                </a:lnTo>
                <a:lnTo>
                  <a:pt x="636323" y="98630"/>
                </a:lnTo>
                <a:lnTo>
                  <a:pt x="636323" y="101265"/>
                </a:lnTo>
                <a:lnTo>
                  <a:pt x="602870" y="101265"/>
                </a:lnTo>
                <a:lnTo>
                  <a:pt x="602870" y="98630"/>
                </a:lnTo>
                <a:lnTo>
                  <a:pt x="603684" y="98619"/>
                </a:lnTo>
                <a:lnTo>
                  <a:pt x="604463" y="98586"/>
                </a:lnTo>
                <a:lnTo>
                  <a:pt x="605206" y="98532"/>
                </a:lnTo>
                <a:lnTo>
                  <a:pt x="605913" y="98456"/>
                </a:lnTo>
                <a:lnTo>
                  <a:pt x="606585" y="98358"/>
                </a:lnTo>
                <a:lnTo>
                  <a:pt x="607221" y="98239"/>
                </a:lnTo>
                <a:lnTo>
                  <a:pt x="607821" y="98098"/>
                </a:lnTo>
                <a:lnTo>
                  <a:pt x="608386" y="97935"/>
                </a:lnTo>
                <a:lnTo>
                  <a:pt x="608915" y="97751"/>
                </a:lnTo>
                <a:lnTo>
                  <a:pt x="609408" y="97545"/>
                </a:lnTo>
                <a:lnTo>
                  <a:pt x="609866" y="97317"/>
                </a:lnTo>
                <a:lnTo>
                  <a:pt x="610288" y="97067"/>
                </a:lnTo>
                <a:lnTo>
                  <a:pt x="610578" y="96869"/>
                </a:lnTo>
                <a:lnTo>
                  <a:pt x="610853" y="96651"/>
                </a:lnTo>
                <a:lnTo>
                  <a:pt x="611113" y="96414"/>
                </a:lnTo>
                <a:lnTo>
                  <a:pt x="611358" y="96159"/>
                </a:lnTo>
                <a:lnTo>
                  <a:pt x="611588" y="95885"/>
                </a:lnTo>
                <a:lnTo>
                  <a:pt x="611804" y="95593"/>
                </a:lnTo>
                <a:lnTo>
                  <a:pt x="612004" y="95281"/>
                </a:lnTo>
                <a:lnTo>
                  <a:pt x="612190" y="94951"/>
                </a:lnTo>
                <a:lnTo>
                  <a:pt x="612361" y="94602"/>
                </a:lnTo>
                <a:lnTo>
                  <a:pt x="612517" y="94234"/>
                </a:lnTo>
                <a:lnTo>
                  <a:pt x="612658" y="93848"/>
                </a:lnTo>
                <a:lnTo>
                  <a:pt x="612784" y="93442"/>
                </a:lnTo>
                <a:lnTo>
                  <a:pt x="612841" y="93210"/>
                </a:lnTo>
                <a:lnTo>
                  <a:pt x="612893" y="92915"/>
                </a:lnTo>
                <a:lnTo>
                  <a:pt x="612940" y="92558"/>
                </a:lnTo>
                <a:lnTo>
                  <a:pt x="612982" y="92139"/>
                </a:lnTo>
                <a:lnTo>
                  <a:pt x="613020" y="91658"/>
                </a:lnTo>
                <a:lnTo>
                  <a:pt x="613052" y="91115"/>
                </a:lnTo>
                <a:lnTo>
                  <a:pt x="613079" y="90510"/>
                </a:lnTo>
                <a:lnTo>
                  <a:pt x="613101" y="89842"/>
                </a:lnTo>
                <a:lnTo>
                  <a:pt x="613119" y="89112"/>
                </a:lnTo>
                <a:lnTo>
                  <a:pt x="613131" y="88320"/>
                </a:lnTo>
                <a:lnTo>
                  <a:pt x="613139" y="87466"/>
                </a:lnTo>
                <a:lnTo>
                  <a:pt x="613141" y="86550"/>
                </a:lnTo>
                <a:lnTo>
                  <a:pt x="613141" y="61325"/>
                </a:lnTo>
                <a:lnTo>
                  <a:pt x="613138" y="59494"/>
                </a:lnTo>
                <a:lnTo>
                  <a:pt x="613128" y="57791"/>
                </a:lnTo>
                <a:lnTo>
                  <a:pt x="613112" y="56216"/>
                </a:lnTo>
                <a:lnTo>
                  <a:pt x="613089" y="54768"/>
                </a:lnTo>
                <a:lnTo>
                  <a:pt x="613061" y="53449"/>
                </a:lnTo>
                <a:lnTo>
                  <a:pt x="613025" y="52257"/>
                </a:lnTo>
                <a:lnTo>
                  <a:pt x="612983" y="51193"/>
                </a:lnTo>
                <a:lnTo>
                  <a:pt x="612935" y="50257"/>
                </a:lnTo>
                <a:lnTo>
                  <a:pt x="612880" y="49448"/>
                </a:lnTo>
                <a:lnTo>
                  <a:pt x="612819" y="48768"/>
                </a:lnTo>
                <a:lnTo>
                  <a:pt x="612751" y="48215"/>
                </a:lnTo>
                <a:lnTo>
                  <a:pt x="612677" y="47790"/>
                </a:lnTo>
                <a:lnTo>
                  <a:pt x="612595" y="47437"/>
                </a:lnTo>
                <a:lnTo>
                  <a:pt x="612501" y="47101"/>
                </a:lnTo>
                <a:lnTo>
                  <a:pt x="612396" y="46780"/>
                </a:lnTo>
                <a:lnTo>
                  <a:pt x="612281" y="46476"/>
                </a:lnTo>
                <a:lnTo>
                  <a:pt x="612155" y="46188"/>
                </a:lnTo>
                <a:lnTo>
                  <a:pt x="612018" y="45916"/>
                </a:lnTo>
                <a:lnTo>
                  <a:pt x="611869" y="45661"/>
                </a:lnTo>
                <a:lnTo>
                  <a:pt x="611710" y="45422"/>
                </a:lnTo>
                <a:lnTo>
                  <a:pt x="611541" y="45199"/>
                </a:lnTo>
                <a:lnTo>
                  <a:pt x="611360" y="44992"/>
                </a:lnTo>
                <a:lnTo>
                  <a:pt x="611168" y="44802"/>
                </a:lnTo>
                <a:lnTo>
                  <a:pt x="610965" y="44628"/>
                </a:lnTo>
                <a:lnTo>
                  <a:pt x="610753" y="44469"/>
                </a:lnTo>
                <a:lnTo>
                  <a:pt x="610533" y="44324"/>
                </a:lnTo>
                <a:lnTo>
                  <a:pt x="610303" y="44193"/>
                </a:lnTo>
                <a:lnTo>
                  <a:pt x="610066" y="44076"/>
                </a:lnTo>
                <a:lnTo>
                  <a:pt x="609820" y="43972"/>
                </a:lnTo>
                <a:lnTo>
                  <a:pt x="609566" y="43882"/>
                </a:lnTo>
                <a:lnTo>
                  <a:pt x="609303" y="43806"/>
                </a:lnTo>
                <a:lnTo>
                  <a:pt x="609032" y="43744"/>
                </a:lnTo>
                <a:lnTo>
                  <a:pt x="608752" y="43696"/>
                </a:lnTo>
                <a:lnTo>
                  <a:pt x="608464" y="43661"/>
                </a:lnTo>
                <a:lnTo>
                  <a:pt x="608167" y="43640"/>
                </a:lnTo>
                <a:lnTo>
                  <a:pt x="607863" y="43633"/>
                </a:lnTo>
                <a:lnTo>
                  <a:pt x="607490" y="43641"/>
                </a:lnTo>
                <a:lnTo>
                  <a:pt x="607110" y="43663"/>
                </a:lnTo>
                <a:lnTo>
                  <a:pt x="606721" y="43700"/>
                </a:lnTo>
                <a:lnTo>
                  <a:pt x="606325" y="43752"/>
                </a:lnTo>
                <a:lnTo>
                  <a:pt x="605921" y="43818"/>
                </a:lnTo>
                <a:lnTo>
                  <a:pt x="605509" y="43900"/>
                </a:lnTo>
                <a:lnTo>
                  <a:pt x="605089" y="43996"/>
                </a:lnTo>
                <a:lnTo>
                  <a:pt x="604661" y="44107"/>
                </a:lnTo>
                <a:lnTo>
                  <a:pt x="604225" y="44233"/>
                </a:lnTo>
                <a:lnTo>
                  <a:pt x="603781" y="44374"/>
                </a:lnTo>
                <a:lnTo>
                  <a:pt x="603329" y="44529"/>
                </a:lnTo>
                <a:lnTo>
                  <a:pt x="602870" y="44699"/>
                </a:lnTo>
                <a:lnTo>
                  <a:pt x="602156" y="42140"/>
                </a:lnTo>
                <a:lnTo>
                  <a:pt x="621915" y="34182"/>
                </a:lnTo>
                <a:lnTo>
                  <a:pt x="624910" y="34182"/>
                </a:lnTo>
                <a:close/>
                <a:moveTo>
                  <a:pt x="670796" y="0"/>
                </a:moveTo>
                <a:lnTo>
                  <a:pt x="671290" y="15"/>
                </a:lnTo>
                <a:lnTo>
                  <a:pt x="671770" y="59"/>
                </a:lnTo>
                <a:lnTo>
                  <a:pt x="672239" y="132"/>
                </a:lnTo>
                <a:lnTo>
                  <a:pt x="672695" y="235"/>
                </a:lnTo>
                <a:lnTo>
                  <a:pt x="673138" y="367"/>
                </a:lnTo>
                <a:lnTo>
                  <a:pt x="673569" y="528"/>
                </a:lnTo>
                <a:lnTo>
                  <a:pt x="673988" y="719"/>
                </a:lnTo>
                <a:lnTo>
                  <a:pt x="674395" y="939"/>
                </a:lnTo>
                <a:lnTo>
                  <a:pt x="674789" y="1188"/>
                </a:lnTo>
                <a:lnTo>
                  <a:pt x="675170" y="1467"/>
                </a:lnTo>
                <a:lnTo>
                  <a:pt x="675540" y="1775"/>
                </a:lnTo>
                <a:lnTo>
                  <a:pt x="675897" y="2112"/>
                </a:lnTo>
                <a:lnTo>
                  <a:pt x="676233" y="2470"/>
                </a:lnTo>
                <a:lnTo>
                  <a:pt x="676539" y="2840"/>
                </a:lnTo>
                <a:lnTo>
                  <a:pt x="676817" y="3223"/>
                </a:lnTo>
                <a:lnTo>
                  <a:pt x="677066" y="3618"/>
                </a:lnTo>
                <a:lnTo>
                  <a:pt x="677285" y="4026"/>
                </a:lnTo>
                <a:lnTo>
                  <a:pt x="677475" y="4446"/>
                </a:lnTo>
                <a:lnTo>
                  <a:pt x="677635" y="4878"/>
                </a:lnTo>
                <a:lnTo>
                  <a:pt x="677767" y="5323"/>
                </a:lnTo>
                <a:lnTo>
                  <a:pt x="677869" y="5781"/>
                </a:lnTo>
                <a:lnTo>
                  <a:pt x="677942" y="6251"/>
                </a:lnTo>
                <a:lnTo>
                  <a:pt x="677986" y="6733"/>
                </a:lnTo>
                <a:lnTo>
                  <a:pt x="678001" y="7228"/>
                </a:lnTo>
                <a:lnTo>
                  <a:pt x="677986" y="7723"/>
                </a:lnTo>
                <a:lnTo>
                  <a:pt x="677942" y="8206"/>
                </a:lnTo>
                <a:lnTo>
                  <a:pt x="677869" y="8678"/>
                </a:lnTo>
                <a:lnTo>
                  <a:pt x="677767" y="9137"/>
                </a:lnTo>
                <a:lnTo>
                  <a:pt x="677635" y="9584"/>
                </a:lnTo>
                <a:lnTo>
                  <a:pt x="677475" y="10020"/>
                </a:lnTo>
                <a:lnTo>
                  <a:pt x="677285" y="10443"/>
                </a:lnTo>
                <a:lnTo>
                  <a:pt x="677066" y="10855"/>
                </a:lnTo>
                <a:lnTo>
                  <a:pt x="676817" y="11255"/>
                </a:lnTo>
                <a:lnTo>
                  <a:pt x="676539" y="11642"/>
                </a:lnTo>
                <a:lnTo>
                  <a:pt x="676233" y="12018"/>
                </a:lnTo>
                <a:lnTo>
                  <a:pt x="675897" y="12382"/>
                </a:lnTo>
                <a:lnTo>
                  <a:pt x="675540" y="12725"/>
                </a:lnTo>
                <a:lnTo>
                  <a:pt x="675170" y="13038"/>
                </a:lnTo>
                <a:lnTo>
                  <a:pt x="674789" y="13321"/>
                </a:lnTo>
                <a:lnTo>
                  <a:pt x="674395" y="13574"/>
                </a:lnTo>
                <a:lnTo>
                  <a:pt x="673988" y="13797"/>
                </a:lnTo>
                <a:lnTo>
                  <a:pt x="673569" y="13991"/>
                </a:lnTo>
                <a:lnTo>
                  <a:pt x="673138" y="14155"/>
                </a:lnTo>
                <a:lnTo>
                  <a:pt x="672695" y="14289"/>
                </a:lnTo>
                <a:lnTo>
                  <a:pt x="672239" y="14393"/>
                </a:lnTo>
                <a:lnTo>
                  <a:pt x="671770" y="14468"/>
                </a:lnTo>
                <a:lnTo>
                  <a:pt x="671290" y="14513"/>
                </a:lnTo>
                <a:lnTo>
                  <a:pt x="670796" y="14527"/>
                </a:lnTo>
                <a:lnTo>
                  <a:pt x="670303" y="14513"/>
                </a:lnTo>
                <a:lnTo>
                  <a:pt x="669822" y="14468"/>
                </a:lnTo>
                <a:lnTo>
                  <a:pt x="669352" y="14393"/>
                </a:lnTo>
                <a:lnTo>
                  <a:pt x="668894" y="14289"/>
                </a:lnTo>
                <a:lnTo>
                  <a:pt x="668449" y="14155"/>
                </a:lnTo>
                <a:lnTo>
                  <a:pt x="668015" y="13991"/>
                </a:lnTo>
                <a:lnTo>
                  <a:pt x="667593" y="13797"/>
                </a:lnTo>
                <a:lnTo>
                  <a:pt x="667182" y="13574"/>
                </a:lnTo>
                <a:lnTo>
                  <a:pt x="666784" y="13321"/>
                </a:lnTo>
                <a:lnTo>
                  <a:pt x="666398" y="13038"/>
                </a:lnTo>
                <a:lnTo>
                  <a:pt x="666023" y="12725"/>
                </a:lnTo>
                <a:lnTo>
                  <a:pt x="665661" y="12382"/>
                </a:lnTo>
                <a:lnTo>
                  <a:pt x="665319" y="12018"/>
                </a:lnTo>
                <a:lnTo>
                  <a:pt x="665007" y="11642"/>
                </a:lnTo>
                <a:lnTo>
                  <a:pt x="664725" y="11255"/>
                </a:lnTo>
                <a:lnTo>
                  <a:pt x="664472" y="10855"/>
                </a:lnTo>
                <a:lnTo>
                  <a:pt x="664249" y="10443"/>
                </a:lnTo>
                <a:lnTo>
                  <a:pt x="664056" y="10020"/>
                </a:lnTo>
                <a:lnTo>
                  <a:pt x="663892" y="9584"/>
                </a:lnTo>
                <a:lnTo>
                  <a:pt x="663759" y="9137"/>
                </a:lnTo>
                <a:lnTo>
                  <a:pt x="663655" y="8678"/>
                </a:lnTo>
                <a:lnTo>
                  <a:pt x="663580" y="8206"/>
                </a:lnTo>
                <a:lnTo>
                  <a:pt x="663536" y="7723"/>
                </a:lnTo>
                <a:lnTo>
                  <a:pt x="663521" y="7228"/>
                </a:lnTo>
                <a:lnTo>
                  <a:pt x="663535" y="6733"/>
                </a:lnTo>
                <a:lnTo>
                  <a:pt x="663579" y="6251"/>
                </a:lnTo>
                <a:lnTo>
                  <a:pt x="663652" y="5781"/>
                </a:lnTo>
                <a:lnTo>
                  <a:pt x="663755" y="5323"/>
                </a:lnTo>
                <a:lnTo>
                  <a:pt x="663886" y="4878"/>
                </a:lnTo>
                <a:lnTo>
                  <a:pt x="664047" y="4446"/>
                </a:lnTo>
                <a:lnTo>
                  <a:pt x="664237" y="4026"/>
                </a:lnTo>
                <a:lnTo>
                  <a:pt x="664456" y="3618"/>
                </a:lnTo>
                <a:lnTo>
                  <a:pt x="664704" y="3223"/>
                </a:lnTo>
                <a:lnTo>
                  <a:pt x="664982" y="2840"/>
                </a:lnTo>
                <a:lnTo>
                  <a:pt x="665289" y="2470"/>
                </a:lnTo>
                <a:lnTo>
                  <a:pt x="665625" y="2112"/>
                </a:lnTo>
                <a:lnTo>
                  <a:pt x="665982" y="1775"/>
                </a:lnTo>
                <a:lnTo>
                  <a:pt x="666353" y="1467"/>
                </a:lnTo>
                <a:lnTo>
                  <a:pt x="666737" y="1188"/>
                </a:lnTo>
                <a:lnTo>
                  <a:pt x="667135" y="939"/>
                </a:lnTo>
                <a:lnTo>
                  <a:pt x="667546" y="719"/>
                </a:lnTo>
                <a:lnTo>
                  <a:pt x="667970" y="528"/>
                </a:lnTo>
                <a:lnTo>
                  <a:pt x="668408" y="367"/>
                </a:lnTo>
                <a:lnTo>
                  <a:pt x="668859" y="235"/>
                </a:lnTo>
                <a:lnTo>
                  <a:pt x="669323" y="132"/>
                </a:lnTo>
                <a:lnTo>
                  <a:pt x="669801" y="59"/>
                </a:lnTo>
                <a:lnTo>
                  <a:pt x="670292" y="15"/>
                </a:lnTo>
                <a:lnTo>
                  <a:pt x="670796" y="0"/>
                </a:lnTo>
                <a:moveTo>
                  <a:pt x="676717" y="34182"/>
                </a:moveTo>
                <a:lnTo>
                  <a:pt x="676717" y="86479"/>
                </a:lnTo>
                <a:lnTo>
                  <a:pt x="676723" y="87469"/>
                </a:lnTo>
                <a:lnTo>
                  <a:pt x="676742" y="88403"/>
                </a:lnTo>
                <a:lnTo>
                  <a:pt x="676773" y="89279"/>
                </a:lnTo>
                <a:lnTo>
                  <a:pt x="676816" y="90099"/>
                </a:lnTo>
                <a:lnTo>
                  <a:pt x="676872" y="90862"/>
                </a:lnTo>
                <a:lnTo>
                  <a:pt x="676940" y="91569"/>
                </a:lnTo>
                <a:lnTo>
                  <a:pt x="677020" y="92218"/>
                </a:lnTo>
                <a:lnTo>
                  <a:pt x="677113" y="92811"/>
                </a:lnTo>
                <a:lnTo>
                  <a:pt x="677218" y="93347"/>
                </a:lnTo>
                <a:lnTo>
                  <a:pt x="677336" y="93827"/>
                </a:lnTo>
                <a:lnTo>
                  <a:pt x="677466" y="94249"/>
                </a:lnTo>
                <a:lnTo>
                  <a:pt x="677608" y="94615"/>
                </a:lnTo>
                <a:lnTo>
                  <a:pt x="677763" y="94945"/>
                </a:lnTo>
                <a:lnTo>
                  <a:pt x="677929" y="95261"/>
                </a:lnTo>
                <a:lnTo>
                  <a:pt x="678108" y="95563"/>
                </a:lnTo>
                <a:lnTo>
                  <a:pt x="678298" y="95851"/>
                </a:lnTo>
                <a:lnTo>
                  <a:pt x="678500" y="96124"/>
                </a:lnTo>
                <a:lnTo>
                  <a:pt x="678714" y="96383"/>
                </a:lnTo>
                <a:lnTo>
                  <a:pt x="678940" y="96627"/>
                </a:lnTo>
                <a:lnTo>
                  <a:pt x="679178" y="96857"/>
                </a:lnTo>
                <a:lnTo>
                  <a:pt x="679427" y="97073"/>
                </a:lnTo>
                <a:lnTo>
                  <a:pt x="679689" y="97275"/>
                </a:lnTo>
                <a:lnTo>
                  <a:pt x="679962" y="97462"/>
                </a:lnTo>
                <a:lnTo>
                  <a:pt x="680248" y="97635"/>
                </a:lnTo>
                <a:lnTo>
                  <a:pt x="680559" y="97794"/>
                </a:lnTo>
                <a:lnTo>
                  <a:pt x="680910" y="97939"/>
                </a:lnTo>
                <a:lnTo>
                  <a:pt x="681302" y="98070"/>
                </a:lnTo>
                <a:lnTo>
                  <a:pt x="681734" y="98188"/>
                </a:lnTo>
                <a:lnTo>
                  <a:pt x="682205" y="98291"/>
                </a:lnTo>
                <a:lnTo>
                  <a:pt x="682717" y="98381"/>
                </a:lnTo>
                <a:lnTo>
                  <a:pt x="683269" y="98457"/>
                </a:lnTo>
                <a:lnTo>
                  <a:pt x="683862" y="98519"/>
                </a:lnTo>
                <a:lnTo>
                  <a:pt x="684494" y="98568"/>
                </a:lnTo>
                <a:lnTo>
                  <a:pt x="685166" y="98602"/>
                </a:lnTo>
                <a:lnTo>
                  <a:pt x="685879" y="98623"/>
                </a:lnTo>
                <a:lnTo>
                  <a:pt x="686632" y="98630"/>
                </a:lnTo>
                <a:lnTo>
                  <a:pt x="686632" y="101265"/>
                </a:lnTo>
                <a:lnTo>
                  <a:pt x="654890" y="101265"/>
                </a:lnTo>
                <a:lnTo>
                  <a:pt x="654890" y="98630"/>
                </a:lnTo>
                <a:lnTo>
                  <a:pt x="655665" y="98623"/>
                </a:lnTo>
                <a:lnTo>
                  <a:pt x="656396" y="98604"/>
                </a:lnTo>
                <a:lnTo>
                  <a:pt x="657083" y="98572"/>
                </a:lnTo>
                <a:lnTo>
                  <a:pt x="657727" y="98527"/>
                </a:lnTo>
                <a:lnTo>
                  <a:pt x="658328" y="98469"/>
                </a:lnTo>
                <a:lnTo>
                  <a:pt x="658884" y="98399"/>
                </a:lnTo>
                <a:lnTo>
                  <a:pt x="659398" y="98315"/>
                </a:lnTo>
                <a:lnTo>
                  <a:pt x="659867" y="98219"/>
                </a:lnTo>
                <a:lnTo>
                  <a:pt x="660293" y="98110"/>
                </a:lnTo>
                <a:lnTo>
                  <a:pt x="660676" y="97988"/>
                </a:lnTo>
                <a:lnTo>
                  <a:pt x="661014" y="97854"/>
                </a:lnTo>
                <a:lnTo>
                  <a:pt x="661310" y="97706"/>
                </a:lnTo>
                <a:lnTo>
                  <a:pt x="661578" y="97544"/>
                </a:lnTo>
                <a:lnTo>
                  <a:pt x="661838" y="97365"/>
                </a:lnTo>
                <a:lnTo>
                  <a:pt x="662088" y="97169"/>
                </a:lnTo>
                <a:lnTo>
                  <a:pt x="662328" y="96956"/>
                </a:lnTo>
                <a:lnTo>
                  <a:pt x="662559" y="96727"/>
                </a:lnTo>
                <a:lnTo>
                  <a:pt x="662781" y="96481"/>
                </a:lnTo>
                <a:lnTo>
                  <a:pt x="662993" y="96218"/>
                </a:lnTo>
                <a:lnTo>
                  <a:pt x="663196" y="95938"/>
                </a:lnTo>
                <a:lnTo>
                  <a:pt x="663389" y="95641"/>
                </a:lnTo>
                <a:lnTo>
                  <a:pt x="663573" y="95328"/>
                </a:lnTo>
                <a:lnTo>
                  <a:pt x="663748" y="94998"/>
                </a:lnTo>
                <a:lnTo>
                  <a:pt x="663913" y="94651"/>
                </a:lnTo>
                <a:lnTo>
                  <a:pt x="664067" y="94268"/>
                </a:lnTo>
                <a:lnTo>
                  <a:pt x="664207" y="93831"/>
                </a:lnTo>
                <a:lnTo>
                  <a:pt x="664334" y="93340"/>
                </a:lnTo>
                <a:lnTo>
                  <a:pt x="664448" y="92795"/>
                </a:lnTo>
                <a:lnTo>
                  <a:pt x="664548" y="92196"/>
                </a:lnTo>
                <a:lnTo>
                  <a:pt x="664635" y="91542"/>
                </a:lnTo>
                <a:lnTo>
                  <a:pt x="664709" y="90834"/>
                </a:lnTo>
                <a:lnTo>
                  <a:pt x="664769" y="90071"/>
                </a:lnTo>
                <a:lnTo>
                  <a:pt x="664816" y="89255"/>
                </a:lnTo>
                <a:lnTo>
                  <a:pt x="664849" y="88384"/>
                </a:lnTo>
                <a:lnTo>
                  <a:pt x="664869" y="87459"/>
                </a:lnTo>
                <a:lnTo>
                  <a:pt x="664876" y="86479"/>
                </a:lnTo>
                <a:lnTo>
                  <a:pt x="664876" y="61397"/>
                </a:lnTo>
                <a:lnTo>
                  <a:pt x="664872" y="59684"/>
                </a:lnTo>
                <a:lnTo>
                  <a:pt x="664858" y="58074"/>
                </a:lnTo>
                <a:lnTo>
                  <a:pt x="664836" y="56569"/>
                </a:lnTo>
                <a:lnTo>
                  <a:pt x="664805" y="55167"/>
                </a:lnTo>
                <a:lnTo>
                  <a:pt x="664765" y="53869"/>
                </a:lnTo>
                <a:lnTo>
                  <a:pt x="664716" y="52674"/>
                </a:lnTo>
                <a:lnTo>
                  <a:pt x="664658" y="51583"/>
                </a:lnTo>
                <a:lnTo>
                  <a:pt x="664591" y="50596"/>
                </a:lnTo>
                <a:lnTo>
                  <a:pt x="664515" y="49712"/>
                </a:lnTo>
                <a:lnTo>
                  <a:pt x="664430" y="48932"/>
                </a:lnTo>
                <a:lnTo>
                  <a:pt x="664337" y="48256"/>
                </a:lnTo>
                <a:lnTo>
                  <a:pt x="664234" y="47684"/>
                </a:lnTo>
                <a:lnTo>
                  <a:pt x="664147" y="47314"/>
                </a:lnTo>
                <a:lnTo>
                  <a:pt x="664052" y="46964"/>
                </a:lnTo>
                <a:lnTo>
                  <a:pt x="663949" y="46633"/>
                </a:lnTo>
                <a:lnTo>
                  <a:pt x="663838" y="46321"/>
                </a:lnTo>
                <a:lnTo>
                  <a:pt x="663719" y="46029"/>
                </a:lnTo>
                <a:lnTo>
                  <a:pt x="663592" y="45756"/>
                </a:lnTo>
                <a:lnTo>
                  <a:pt x="663457" y="45502"/>
                </a:lnTo>
                <a:lnTo>
                  <a:pt x="663315" y="45267"/>
                </a:lnTo>
                <a:lnTo>
                  <a:pt x="663164" y="45052"/>
                </a:lnTo>
                <a:lnTo>
                  <a:pt x="663006" y="44856"/>
                </a:lnTo>
                <a:lnTo>
                  <a:pt x="662839" y="44679"/>
                </a:lnTo>
                <a:lnTo>
                  <a:pt x="662665" y="44521"/>
                </a:lnTo>
                <a:lnTo>
                  <a:pt x="662481" y="44380"/>
                </a:lnTo>
                <a:lnTo>
                  <a:pt x="662286" y="44250"/>
                </a:lnTo>
                <a:lnTo>
                  <a:pt x="662081" y="44133"/>
                </a:lnTo>
                <a:lnTo>
                  <a:pt x="661864" y="44028"/>
                </a:lnTo>
                <a:lnTo>
                  <a:pt x="661637" y="43936"/>
                </a:lnTo>
                <a:lnTo>
                  <a:pt x="661399" y="43855"/>
                </a:lnTo>
                <a:lnTo>
                  <a:pt x="661150" y="43788"/>
                </a:lnTo>
                <a:lnTo>
                  <a:pt x="660890" y="43732"/>
                </a:lnTo>
                <a:lnTo>
                  <a:pt x="660619" y="43689"/>
                </a:lnTo>
                <a:lnTo>
                  <a:pt x="660337" y="43658"/>
                </a:lnTo>
                <a:lnTo>
                  <a:pt x="660044" y="43640"/>
                </a:lnTo>
                <a:lnTo>
                  <a:pt x="659740" y="43633"/>
                </a:lnTo>
                <a:lnTo>
                  <a:pt x="659402" y="43641"/>
                </a:lnTo>
                <a:lnTo>
                  <a:pt x="659051" y="43663"/>
                </a:lnTo>
                <a:lnTo>
                  <a:pt x="658688" y="43700"/>
                </a:lnTo>
                <a:lnTo>
                  <a:pt x="658314" y="43752"/>
                </a:lnTo>
                <a:lnTo>
                  <a:pt x="657927" y="43818"/>
                </a:lnTo>
                <a:lnTo>
                  <a:pt x="657529" y="43900"/>
                </a:lnTo>
                <a:lnTo>
                  <a:pt x="657119" y="43996"/>
                </a:lnTo>
                <a:lnTo>
                  <a:pt x="656697" y="44107"/>
                </a:lnTo>
                <a:lnTo>
                  <a:pt x="656263" y="44233"/>
                </a:lnTo>
                <a:lnTo>
                  <a:pt x="655817" y="44374"/>
                </a:lnTo>
                <a:lnTo>
                  <a:pt x="655360" y="44529"/>
                </a:lnTo>
                <a:lnTo>
                  <a:pt x="654890" y="44699"/>
                </a:lnTo>
                <a:lnTo>
                  <a:pt x="653891" y="42140"/>
                </a:lnTo>
                <a:lnTo>
                  <a:pt x="673578" y="34182"/>
                </a:lnTo>
                <a:lnTo>
                  <a:pt x="676717" y="34182"/>
                </a:lnTo>
                <a:close/>
                <a:moveTo>
                  <a:pt x="731369" y="91864"/>
                </a:moveTo>
                <a:lnTo>
                  <a:pt x="729745" y="93113"/>
                </a:lnTo>
                <a:lnTo>
                  <a:pt x="728225" y="94270"/>
                </a:lnTo>
                <a:lnTo>
                  <a:pt x="726809" y="95336"/>
                </a:lnTo>
                <a:lnTo>
                  <a:pt x="725496" y="96311"/>
                </a:lnTo>
                <a:lnTo>
                  <a:pt x="724288" y="97196"/>
                </a:lnTo>
                <a:lnTo>
                  <a:pt x="723184" y="97989"/>
                </a:lnTo>
                <a:lnTo>
                  <a:pt x="722184" y="98691"/>
                </a:lnTo>
                <a:lnTo>
                  <a:pt x="721288" y="99302"/>
                </a:lnTo>
                <a:lnTo>
                  <a:pt x="720496" y="99823"/>
                </a:lnTo>
                <a:lnTo>
                  <a:pt x="719808" y="100252"/>
                </a:lnTo>
                <a:lnTo>
                  <a:pt x="719224" y="100590"/>
                </a:lnTo>
                <a:lnTo>
                  <a:pt x="718744" y="100837"/>
                </a:lnTo>
                <a:lnTo>
                  <a:pt x="718098" y="101133"/>
                </a:lnTo>
                <a:lnTo>
                  <a:pt x="717446" y="101403"/>
                </a:lnTo>
                <a:lnTo>
                  <a:pt x="716787" y="101647"/>
                </a:lnTo>
                <a:lnTo>
                  <a:pt x="716120" y="101866"/>
                </a:lnTo>
                <a:lnTo>
                  <a:pt x="715447" y="102059"/>
                </a:lnTo>
                <a:lnTo>
                  <a:pt x="714767" y="102226"/>
                </a:lnTo>
                <a:lnTo>
                  <a:pt x="714080" y="102367"/>
                </a:lnTo>
                <a:lnTo>
                  <a:pt x="713386" y="102483"/>
                </a:lnTo>
                <a:lnTo>
                  <a:pt x="712685" y="102573"/>
                </a:lnTo>
                <a:lnTo>
                  <a:pt x="711977" y="102637"/>
                </a:lnTo>
                <a:lnTo>
                  <a:pt x="711263" y="102676"/>
                </a:lnTo>
                <a:lnTo>
                  <a:pt x="710541" y="102689"/>
                </a:lnTo>
                <a:lnTo>
                  <a:pt x="709428" y="102657"/>
                </a:lnTo>
                <a:lnTo>
                  <a:pt x="708349" y="102560"/>
                </a:lnTo>
                <a:lnTo>
                  <a:pt x="707302" y="102400"/>
                </a:lnTo>
                <a:lnTo>
                  <a:pt x="706289" y="102175"/>
                </a:lnTo>
                <a:lnTo>
                  <a:pt x="705309" y="101885"/>
                </a:lnTo>
                <a:lnTo>
                  <a:pt x="704362" y="101532"/>
                </a:lnTo>
                <a:lnTo>
                  <a:pt x="703448" y="101114"/>
                </a:lnTo>
                <a:lnTo>
                  <a:pt x="702568" y="100632"/>
                </a:lnTo>
                <a:lnTo>
                  <a:pt x="701721" y="100085"/>
                </a:lnTo>
                <a:lnTo>
                  <a:pt x="700906" y="99474"/>
                </a:lnTo>
                <a:lnTo>
                  <a:pt x="700126" y="98799"/>
                </a:lnTo>
                <a:lnTo>
                  <a:pt x="699378" y="98060"/>
                </a:lnTo>
                <a:lnTo>
                  <a:pt x="698677" y="97268"/>
                </a:lnTo>
                <a:lnTo>
                  <a:pt x="698037" y="96436"/>
                </a:lnTo>
                <a:lnTo>
                  <a:pt x="697459" y="95563"/>
                </a:lnTo>
                <a:lnTo>
                  <a:pt x="696941" y="94650"/>
                </a:lnTo>
                <a:lnTo>
                  <a:pt x="696484" y="93696"/>
                </a:lnTo>
                <a:lnTo>
                  <a:pt x="696088" y="92701"/>
                </a:lnTo>
                <a:lnTo>
                  <a:pt x="695753" y="91666"/>
                </a:lnTo>
                <a:lnTo>
                  <a:pt x="695479" y="90591"/>
                </a:lnTo>
                <a:lnTo>
                  <a:pt x="695265" y="89474"/>
                </a:lnTo>
                <a:lnTo>
                  <a:pt x="695113" y="88318"/>
                </a:lnTo>
                <a:lnTo>
                  <a:pt x="695022" y="87120"/>
                </a:lnTo>
                <a:lnTo>
                  <a:pt x="694991" y="85883"/>
                </a:lnTo>
                <a:lnTo>
                  <a:pt x="695006" y="85096"/>
                </a:lnTo>
                <a:lnTo>
                  <a:pt x="695051" y="84328"/>
                </a:lnTo>
                <a:lnTo>
                  <a:pt x="695125" y="83577"/>
                </a:lnTo>
                <a:lnTo>
                  <a:pt x="695229" y="82844"/>
                </a:lnTo>
                <a:lnTo>
                  <a:pt x="695363" y="82129"/>
                </a:lnTo>
                <a:lnTo>
                  <a:pt x="695526" y="81432"/>
                </a:lnTo>
                <a:lnTo>
                  <a:pt x="695719" y="80752"/>
                </a:lnTo>
                <a:lnTo>
                  <a:pt x="695942" y="80091"/>
                </a:lnTo>
                <a:lnTo>
                  <a:pt x="696195" y="79447"/>
                </a:lnTo>
                <a:lnTo>
                  <a:pt x="696477" y="78821"/>
                </a:lnTo>
                <a:lnTo>
                  <a:pt x="696789" y="78212"/>
                </a:lnTo>
                <a:lnTo>
                  <a:pt x="697131" y="77622"/>
                </a:lnTo>
                <a:lnTo>
                  <a:pt x="697648" y="76819"/>
                </a:lnTo>
                <a:lnTo>
                  <a:pt x="698226" y="76024"/>
                </a:lnTo>
                <a:lnTo>
                  <a:pt x="698863" y="75236"/>
                </a:lnTo>
                <a:lnTo>
                  <a:pt x="699560" y="74457"/>
                </a:lnTo>
                <a:lnTo>
                  <a:pt x="700317" y="73685"/>
                </a:lnTo>
                <a:lnTo>
                  <a:pt x="701134" y="72922"/>
                </a:lnTo>
                <a:lnTo>
                  <a:pt x="702011" y="72166"/>
                </a:lnTo>
                <a:lnTo>
                  <a:pt x="702948" y="71419"/>
                </a:lnTo>
                <a:lnTo>
                  <a:pt x="703945" y="70679"/>
                </a:lnTo>
                <a:lnTo>
                  <a:pt x="705002" y="69947"/>
                </a:lnTo>
                <a:lnTo>
                  <a:pt x="706119" y="69223"/>
                </a:lnTo>
                <a:lnTo>
                  <a:pt x="707295" y="68507"/>
                </a:lnTo>
                <a:lnTo>
                  <a:pt x="708569" y="67782"/>
                </a:lnTo>
                <a:lnTo>
                  <a:pt x="709975" y="67031"/>
                </a:lnTo>
                <a:lnTo>
                  <a:pt x="711515" y="66255"/>
                </a:lnTo>
                <a:lnTo>
                  <a:pt x="713188" y="65452"/>
                </a:lnTo>
                <a:lnTo>
                  <a:pt x="714994" y="64625"/>
                </a:lnTo>
                <a:lnTo>
                  <a:pt x="716934" y="63771"/>
                </a:lnTo>
                <a:lnTo>
                  <a:pt x="719007" y="62892"/>
                </a:lnTo>
                <a:lnTo>
                  <a:pt x="721213" y="61987"/>
                </a:lnTo>
                <a:lnTo>
                  <a:pt x="723552" y="61056"/>
                </a:lnTo>
                <a:lnTo>
                  <a:pt x="726024" y="60100"/>
                </a:lnTo>
                <a:lnTo>
                  <a:pt x="728630" y="59117"/>
                </a:lnTo>
                <a:lnTo>
                  <a:pt x="731369" y="58110"/>
                </a:lnTo>
                <a:lnTo>
                  <a:pt x="731369" y="55546"/>
                </a:lnTo>
                <a:lnTo>
                  <a:pt x="731348" y="53962"/>
                </a:lnTo>
                <a:lnTo>
                  <a:pt x="731283" y="52464"/>
                </a:lnTo>
                <a:lnTo>
                  <a:pt x="731175" y="51051"/>
                </a:lnTo>
                <a:lnTo>
                  <a:pt x="731024" y="49722"/>
                </a:lnTo>
                <a:lnTo>
                  <a:pt x="730830" y="48479"/>
                </a:lnTo>
                <a:lnTo>
                  <a:pt x="730593" y="47321"/>
                </a:lnTo>
                <a:lnTo>
                  <a:pt x="730313" y="46248"/>
                </a:lnTo>
                <a:lnTo>
                  <a:pt x="729990" y="45260"/>
                </a:lnTo>
                <a:lnTo>
                  <a:pt x="729624" y="44357"/>
                </a:lnTo>
                <a:lnTo>
                  <a:pt x="729214" y="43539"/>
                </a:lnTo>
                <a:lnTo>
                  <a:pt x="728762" y="42806"/>
                </a:lnTo>
                <a:lnTo>
                  <a:pt x="728266" y="42158"/>
                </a:lnTo>
                <a:lnTo>
                  <a:pt x="727730" y="41578"/>
                </a:lnTo>
                <a:lnTo>
                  <a:pt x="727154" y="41048"/>
                </a:lnTo>
                <a:lnTo>
                  <a:pt x="726539" y="40569"/>
                </a:lnTo>
                <a:lnTo>
                  <a:pt x="725885" y="40140"/>
                </a:lnTo>
                <a:lnTo>
                  <a:pt x="725191" y="39762"/>
                </a:lnTo>
                <a:lnTo>
                  <a:pt x="724459" y="39434"/>
                </a:lnTo>
                <a:lnTo>
                  <a:pt x="723688" y="39157"/>
                </a:lnTo>
                <a:lnTo>
                  <a:pt x="722877" y="38930"/>
                </a:lnTo>
                <a:lnTo>
                  <a:pt x="722027" y="38753"/>
                </a:lnTo>
                <a:lnTo>
                  <a:pt x="721138" y="38627"/>
                </a:lnTo>
                <a:lnTo>
                  <a:pt x="720210" y="38551"/>
                </a:lnTo>
                <a:lnTo>
                  <a:pt x="719243" y="38526"/>
                </a:lnTo>
                <a:lnTo>
                  <a:pt x="718507" y="38543"/>
                </a:lnTo>
                <a:lnTo>
                  <a:pt x="717797" y="38593"/>
                </a:lnTo>
                <a:lnTo>
                  <a:pt x="717112" y="38677"/>
                </a:lnTo>
                <a:lnTo>
                  <a:pt x="716453" y="38794"/>
                </a:lnTo>
                <a:lnTo>
                  <a:pt x="715820" y="38945"/>
                </a:lnTo>
                <a:lnTo>
                  <a:pt x="715213" y="39129"/>
                </a:lnTo>
                <a:lnTo>
                  <a:pt x="714631" y="39347"/>
                </a:lnTo>
                <a:lnTo>
                  <a:pt x="714076" y="39598"/>
                </a:lnTo>
                <a:lnTo>
                  <a:pt x="713546" y="39883"/>
                </a:lnTo>
                <a:lnTo>
                  <a:pt x="713041" y="40201"/>
                </a:lnTo>
                <a:lnTo>
                  <a:pt x="712563" y="40553"/>
                </a:lnTo>
                <a:lnTo>
                  <a:pt x="712110" y="40938"/>
                </a:lnTo>
                <a:lnTo>
                  <a:pt x="711677" y="41345"/>
                </a:lnTo>
                <a:lnTo>
                  <a:pt x="711282" y="41762"/>
                </a:lnTo>
                <a:lnTo>
                  <a:pt x="710924" y="42189"/>
                </a:lnTo>
                <a:lnTo>
                  <a:pt x="710604" y="42626"/>
                </a:lnTo>
                <a:lnTo>
                  <a:pt x="710322" y="43072"/>
                </a:lnTo>
                <a:lnTo>
                  <a:pt x="710077" y="43528"/>
                </a:lnTo>
                <a:lnTo>
                  <a:pt x="709870" y="43994"/>
                </a:lnTo>
                <a:lnTo>
                  <a:pt x="709701" y="44470"/>
                </a:lnTo>
                <a:lnTo>
                  <a:pt x="709569" y="44956"/>
                </a:lnTo>
                <a:lnTo>
                  <a:pt x="709475" y="45452"/>
                </a:lnTo>
                <a:lnTo>
                  <a:pt x="709418" y="45958"/>
                </a:lnTo>
                <a:lnTo>
                  <a:pt x="709400" y="46473"/>
                </a:lnTo>
                <a:lnTo>
                  <a:pt x="709542" y="50588"/>
                </a:lnTo>
                <a:lnTo>
                  <a:pt x="709531" y="51121"/>
                </a:lnTo>
                <a:lnTo>
                  <a:pt x="709496" y="51634"/>
                </a:lnTo>
                <a:lnTo>
                  <a:pt x="709438" y="52126"/>
                </a:lnTo>
                <a:lnTo>
                  <a:pt x="709356" y="52597"/>
                </a:lnTo>
                <a:lnTo>
                  <a:pt x="709251" y="53048"/>
                </a:lnTo>
                <a:lnTo>
                  <a:pt x="709123" y="53478"/>
                </a:lnTo>
                <a:lnTo>
                  <a:pt x="708972" y="53887"/>
                </a:lnTo>
                <a:lnTo>
                  <a:pt x="708797" y="54276"/>
                </a:lnTo>
                <a:lnTo>
                  <a:pt x="708599" y="54644"/>
                </a:lnTo>
                <a:lnTo>
                  <a:pt x="708378" y="54991"/>
                </a:lnTo>
                <a:lnTo>
                  <a:pt x="708134" y="55318"/>
                </a:lnTo>
                <a:lnTo>
                  <a:pt x="707866" y="55624"/>
                </a:lnTo>
                <a:lnTo>
                  <a:pt x="707580" y="55907"/>
                </a:lnTo>
                <a:lnTo>
                  <a:pt x="707279" y="56166"/>
                </a:lnTo>
                <a:lnTo>
                  <a:pt x="706963" y="56400"/>
                </a:lnTo>
                <a:lnTo>
                  <a:pt x="706634" y="56609"/>
                </a:lnTo>
                <a:lnTo>
                  <a:pt x="706290" y="56794"/>
                </a:lnTo>
                <a:lnTo>
                  <a:pt x="705931" y="56954"/>
                </a:lnTo>
                <a:lnTo>
                  <a:pt x="705559" y="57090"/>
                </a:lnTo>
                <a:lnTo>
                  <a:pt x="705171" y="57200"/>
                </a:lnTo>
                <a:lnTo>
                  <a:pt x="704770" y="57287"/>
                </a:lnTo>
                <a:lnTo>
                  <a:pt x="704354" y="57348"/>
                </a:lnTo>
                <a:lnTo>
                  <a:pt x="703924" y="57385"/>
                </a:lnTo>
                <a:lnTo>
                  <a:pt x="703479" y="57398"/>
                </a:lnTo>
                <a:lnTo>
                  <a:pt x="703046" y="57385"/>
                </a:lnTo>
                <a:lnTo>
                  <a:pt x="702626" y="57346"/>
                </a:lnTo>
                <a:lnTo>
                  <a:pt x="702220" y="57282"/>
                </a:lnTo>
                <a:lnTo>
                  <a:pt x="701827" y="57193"/>
                </a:lnTo>
                <a:lnTo>
                  <a:pt x="701447" y="57077"/>
                </a:lnTo>
                <a:lnTo>
                  <a:pt x="701081" y="56936"/>
                </a:lnTo>
                <a:lnTo>
                  <a:pt x="700728" y="56770"/>
                </a:lnTo>
                <a:lnTo>
                  <a:pt x="700388" y="56578"/>
                </a:lnTo>
                <a:lnTo>
                  <a:pt x="700062" y="56360"/>
                </a:lnTo>
                <a:lnTo>
                  <a:pt x="699749" y="56116"/>
                </a:lnTo>
                <a:lnTo>
                  <a:pt x="699450" y="55847"/>
                </a:lnTo>
                <a:lnTo>
                  <a:pt x="699164" y="55553"/>
                </a:lnTo>
                <a:lnTo>
                  <a:pt x="698896" y="55235"/>
                </a:lnTo>
                <a:lnTo>
                  <a:pt x="698652" y="54899"/>
                </a:lnTo>
                <a:lnTo>
                  <a:pt x="698431" y="54545"/>
                </a:lnTo>
                <a:lnTo>
                  <a:pt x="698233" y="54171"/>
                </a:lnTo>
                <a:lnTo>
                  <a:pt x="698058" y="53779"/>
                </a:lnTo>
                <a:lnTo>
                  <a:pt x="697907" y="53368"/>
                </a:lnTo>
                <a:lnTo>
                  <a:pt x="697779" y="52939"/>
                </a:lnTo>
                <a:lnTo>
                  <a:pt x="697674" y="52490"/>
                </a:lnTo>
                <a:lnTo>
                  <a:pt x="697592" y="52023"/>
                </a:lnTo>
                <a:lnTo>
                  <a:pt x="697534" y="51538"/>
                </a:lnTo>
                <a:lnTo>
                  <a:pt x="697499" y="51033"/>
                </a:lnTo>
                <a:lnTo>
                  <a:pt x="697488" y="50510"/>
                </a:lnTo>
                <a:lnTo>
                  <a:pt x="697531" y="49499"/>
                </a:lnTo>
                <a:lnTo>
                  <a:pt x="697662" y="48503"/>
                </a:lnTo>
                <a:lnTo>
                  <a:pt x="697880" y="47520"/>
                </a:lnTo>
                <a:lnTo>
                  <a:pt x="698185" y="46551"/>
                </a:lnTo>
                <a:lnTo>
                  <a:pt x="698577" y="45595"/>
                </a:lnTo>
                <a:lnTo>
                  <a:pt x="699057" y="44654"/>
                </a:lnTo>
                <a:lnTo>
                  <a:pt x="699624" y="43726"/>
                </a:lnTo>
                <a:lnTo>
                  <a:pt x="700277" y="42812"/>
                </a:lnTo>
                <a:lnTo>
                  <a:pt x="701018" y="41912"/>
                </a:lnTo>
                <a:lnTo>
                  <a:pt x="701847" y="41025"/>
                </a:lnTo>
                <a:lnTo>
                  <a:pt x="702762" y="40153"/>
                </a:lnTo>
                <a:lnTo>
                  <a:pt x="703765" y="39294"/>
                </a:lnTo>
                <a:lnTo>
                  <a:pt x="704846" y="38477"/>
                </a:lnTo>
                <a:lnTo>
                  <a:pt x="705998" y="37732"/>
                </a:lnTo>
                <a:lnTo>
                  <a:pt x="707220" y="37057"/>
                </a:lnTo>
                <a:lnTo>
                  <a:pt x="708512" y="36454"/>
                </a:lnTo>
                <a:lnTo>
                  <a:pt x="709875" y="35922"/>
                </a:lnTo>
                <a:lnTo>
                  <a:pt x="711308" y="35460"/>
                </a:lnTo>
                <a:lnTo>
                  <a:pt x="712811" y="35070"/>
                </a:lnTo>
                <a:lnTo>
                  <a:pt x="714385" y="34750"/>
                </a:lnTo>
                <a:lnTo>
                  <a:pt x="716029" y="34502"/>
                </a:lnTo>
                <a:lnTo>
                  <a:pt x="717743" y="34324"/>
                </a:lnTo>
                <a:lnTo>
                  <a:pt x="719528" y="34218"/>
                </a:lnTo>
                <a:lnTo>
                  <a:pt x="721383" y="34182"/>
                </a:lnTo>
                <a:lnTo>
                  <a:pt x="722812" y="34202"/>
                </a:lnTo>
                <a:lnTo>
                  <a:pt x="724197" y="34263"/>
                </a:lnTo>
                <a:lnTo>
                  <a:pt x="725538" y="34364"/>
                </a:lnTo>
                <a:lnTo>
                  <a:pt x="726836" y="34506"/>
                </a:lnTo>
                <a:lnTo>
                  <a:pt x="728090" y="34688"/>
                </a:lnTo>
                <a:lnTo>
                  <a:pt x="729301" y="34911"/>
                </a:lnTo>
                <a:lnTo>
                  <a:pt x="730468" y="35174"/>
                </a:lnTo>
                <a:lnTo>
                  <a:pt x="731591" y="35478"/>
                </a:lnTo>
                <a:lnTo>
                  <a:pt x="732671" y="35822"/>
                </a:lnTo>
                <a:lnTo>
                  <a:pt x="733707" y="36207"/>
                </a:lnTo>
                <a:lnTo>
                  <a:pt x="734700" y="36632"/>
                </a:lnTo>
                <a:lnTo>
                  <a:pt x="735649" y="37097"/>
                </a:lnTo>
                <a:lnTo>
                  <a:pt x="736335" y="37482"/>
                </a:lnTo>
                <a:lnTo>
                  <a:pt x="736990" y="37902"/>
                </a:lnTo>
                <a:lnTo>
                  <a:pt x="737615" y="38356"/>
                </a:lnTo>
                <a:lnTo>
                  <a:pt x="738209" y="38844"/>
                </a:lnTo>
                <a:lnTo>
                  <a:pt x="738772" y="39368"/>
                </a:lnTo>
                <a:lnTo>
                  <a:pt x="739305" y="39925"/>
                </a:lnTo>
                <a:lnTo>
                  <a:pt x="739806" y="40518"/>
                </a:lnTo>
                <a:lnTo>
                  <a:pt x="740277" y="41145"/>
                </a:lnTo>
                <a:lnTo>
                  <a:pt x="740718" y="41806"/>
                </a:lnTo>
                <a:lnTo>
                  <a:pt x="741127" y="42502"/>
                </a:lnTo>
                <a:lnTo>
                  <a:pt x="741506" y="43233"/>
                </a:lnTo>
                <a:lnTo>
                  <a:pt x="741855" y="43998"/>
                </a:lnTo>
                <a:lnTo>
                  <a:pt x="742060" y="44552"/>
                </a:lnTo>
                <a:lnTo>
                  <a:pt x="742247" y="45195"/>
                </a:lnTo>
                <a:lnTo>
                  <a:pt x="742416" y="45927"/>
                </a:lnTo>
                <a:lnTo>
                  <a:pt x="742568" y="46748"/>
                </a:lnTo>
                <a:lnTo>
                  <a:pt x="742702" y="47658"/>
                </a:lnTo>
                <a:lnTo>
                  <a:pt x="742818" y="48657"/>
                </a:lnTo>
                <a:lnTo>
                  <a:pt x="742916" y="49744"/>
                </a:lnTo>
                <a:lnTo>
                  <a:pt x="742996" y="50921"/>
                </a:lnTo>
                <a:lnTo>
                  <a:pt x="743058" y="52186"/>
                </a:lnTo>
                <a:lnTo>
                  <a:pt x="743103" y="53541"/>
                </a:lnTo>
                <a:lnTo>
                  <a:pt x="743130" y="54984"/>
                </a:lnTo>
                <a:lnTo>
                  <a:pt x="743139" y="56516"/>
                </a:lnTo>
                <a:lnTo>
                  <a:pt x="743139" y="78637"/>
                </a:lnTo>
                <a:lnTo>
                  <a:pt x="743141" y="80140"/>
                </a:lnTo>
                <a:lnTo>
                  <a:pt x="743148" y="81542"/>
                </a:lnTo>
                <a:lnTo>
                  <a:pt x="743161" y="82844"/>
                </a:lnTo>
                <a:lnTo>
                  <a:pt x="743178" y="84046"/>
                </a:lnTo>
                <a:lnTo>
                  <a:pt x="743200" y="85148"/>
                </a:lnTo>
                <a:lnTo>
                  <a:pt x="743228" y="86150"/>
                </a:lnTo>
                <a:lnTo>
                  <a:pt x="743260" y="87051"/>
                </a:lnTo>
                <a:lnTo>
                  <a:pt x="743297" y="87852"/>
                </a:lnTo>
                <a:lnTo>
                  <a:pt x="743339" y="88553"/>
                </a:lnTo>
                <a:lnTo>
                  <a:pt x="743386" y="89153"/>
                </a:lnTo>
                <a:lnTo>
                  <a:pt x="743438" y="89653"/>
                </a:lnTo>
                <a:lnTo>
                  <a:pt x="743495" y="90053"/>
                </a:lnTo>
                <a:lnTo>
                  <a:pt x="743558" y="90393"/>
                </a:lnTo>
                <a:lnTo>
                  <a:pt x="743627" y="90714"/>
                </a:lnTo>
                <a:lnTo>
                  <a:pt x="743702" y="91016"/>
                </a:lnTo>
                <a:lnTo>
                  <a:pt x="743784" y="91298"/>
                </a:lnTo>
                <a:lnTo>
                  <a:pt x="743873" y="91561"/>
                </a:lnTo>
                <a:lnTo>
                  <a:pt x="743968" y="91805"/>
                </a:lnTo>
                <a:lnTo>
                  <a:pt x="744069" y="92030"/>
                </a:lnTo>
                <a:lnTo>
                  <a:pt x="744177" y="92235"/>
                </a:lnTo>
                <a:lnTo>
                  <a:pt x="744291" y="92421"/>
                </a:lnTo>
                <a:lnTo>
                  <a:pt x="744412" y="92588"/>
                </a:lnTo>
                <a:lnTo>
                  <a:pt x="744539" y="92735"/>
                </a:lnTo>
                <a:lnTo>
                  <a:pt x="744672" y="92864"/>
                </a:lnTo>
                <a:lnTo>
                  <a:pt x="744811" y="92977"/>
                </a:lnTo>
                <a:lnTo>
                  <a:pt x="744952" y="93081"/>
                </a:lnTo>
                <a:lnTo>
                  <a:pt x="745098" y="93174"/>
                </a:lnTo>
                <a:lnTo>
                  <a:pt x="745247" y="93258"/>
                </a:lnTo>
                <a:lnTo>
                  <a:pt x="745399" y="93332"/>
                </a:lnTo>
                <a:lnTo>
                  <a:pt x="745555" y="93396"/>
                </a:lnTo>
                <a:lnTo>
                  <a:pt x="745714" y="93450"/>
                </a:lnTo>
                <a:lnTo>
                  <a:pt x="745877" y="93495"/>
                </a:lnTo>
                <a:lnTo>
                  <a:pt x="746043" y="93529"/>
                </a:lnTo>
                <a:lnTo>
                  <a:pt x="746213" y="93554"/>
                </a:lnTo>
                <a:lnTo>
                  <a:pt x="746386" y="93569"/>
                </a:lnTo>
                <a:lnTo>
                  <a:pt x="746562" y="93574"/>
                </a:lnTo>
                <a:lnTo>
                  <a:pt x="746751" y="93570"/>
                </a:lnTo>
                <a:lnTo>
                  <a:pt x="746935" y="93560"/>
                </a:lnTo>
                <a:lnTo>
                  <a:pt x="747115" y="93542"/>
                </a:lnTo>
                <a:lnTo>
                  <a:pt x="747291" y="93518"/>
                </a:lnTo>
                <a:lnTo>
                  <a:pt x="747464" y="93487"/>
                </a:lnTo>
                <a:lnTo>
                  <a:pt x="747632" y="93449"/>
                </a:lnTo>
                <a:lnTo>
                  <a:pt x="747797" y="93404"/>
                </a:lnTo>
                <a:lnTo>
                  <a:pt x="747957" y="93352"/>
                </a:lnTo>
                <a:lnTo>
                  <a:pt x="748114" y="93293"/>
                </a:lnTo>
                <a:lnTo>
                  <a:pt x="748266" y="93227"/>
                </a:lnTo>
                <a:lnTo>
                  <a:pt x="748415" y="93155"/>
                </a:lnTo>
                <a:lnTo>
                  <a:pt x="748560" y="93075"/>
                </a:lnTo>
                <a:lnTo>
                  <a:pt x="748829" y="92898"/>
                </a:lnTo>
                <a:lnTo>
                  <a:pt x="749136" y="92674"/>
                </a:lnTo>
                <a:lnTo>
                  <a:pt x="749482" y="92403"/>
                </a:lnTo>
                <a:lnTo>
                  <a:pt x="749867" y="92086"/>
                </a:lnTo>
                <a:lnTo>
                  <a:pt x="750291" y="91723"/>
                </a:lnTo>
                <a:lnTo>
                  <a:pt x="750753" y="91313"/>
                </a:lnTo>
                <a:lnTo>
                  <a:pt x="751254" y="90856"/>
                </a:lnTo>
                <a:lnTo>
                  <a:pt x="751793" y="90353"/>
                </a:lnTo>
                <a:lnTo>
                  <a:pt x="752371" y="89804"/>
                </a:lnTo>
                <a:lnTo>
                  <a:pt x="752988" y="89208"/>
                </a:lnTo>
                <a:lnTo>
                  <a:pt x="753643" y="88565"/>
                </a:lnTo>
                <a:lnTo>
                  <a:pt x="754337" y="87877"/>
                </a:lnTo>
                <a:lnTo>
                  <a:pt x="754337" y="91864"/>
                </a:lnTo>
                <a:lnTo>
                  <a:pt x="753011" y="93571"/>
                </a:lnTo>
                <a:lnTo>
                  <a:pt x="751694" y="95128"/>
                </a:lnTo>
                <a:lnTo>
                  <a:pt x="750387" y="96538"/>
                </a:lnTo>
                <a:lnTo>
                  <a:pt x="749091" y="97799"/>
                </a:lnTo>
                <a:lnTo>
                  <a:pt x="747804" y="98912"/>
                </a:lnTo>
                <a:lnTo>
                  <a:pt x="746527" y="99876"/>
                </a:lnTo>
                <a:lnTo>
                  <a:pt x="745260" y="100692"/>
                </a:lnTo>
                <a:lnTo>
                  <a:pt x="744002" y="101360"/>
                </a:lnTo>
                <a:lnTo>
                  <a:pt x="742755" y="101879"/>
                </a:lnTo>
                <a:lnTo>
                  <a:pt x="741518" y="102250"/>
                </a:lnTo>
                <a:lnTo>
                  <a:pt x="740290" y="102472"/>
                </a:lnTo>
                <a:lnTo>
                  <a:pt x="739073" y="102546"/>
                </a:lnTo>
                <a:lnTo>
                  <a:pt x="738500" y="102530"/>
                </a:lnTo>
                <a:lnTo>
                  <a:pt x="737947" y="102479"/>
                </a:lnTo>
                <a:lnTo>
                  <a:pt x="737414" y="102395"/>
                </a:lnTo>
                <a:lnTo>
                  <a:pt x="736901" y="102277"/>
                </a:lnTo>
                <a:lnTo>
                  <a:pt x="736408" y="102126"/>
                </a:lnTo>
                <a:lnTo>
                  <a:pt x="735934" y="101941"/>
                </a:lnTo>
                <a:lnTo>
                  <a:pt x="735481" y="101723"/>
                </a:lnTo>
                <a:lnTo>
                  <a:pt x="735047" y="101470"/>
                </a:lnTo>
                <a:lnTo>
                  <a:pt x="734632" y="101184"/>
                </a:lnTo>
                <a:lnTo>
                  <a:pt x="734238" y="100865"/>
                </a:lnTo>
                <a:lnTo>
                  <a:pt x="733864" y="100512"/>
                </a:lnTo>
                <a:lnTo>
                  <a:pt x="733509" y="100125"/>
                </a:lnTo>
                <a:lnTo>
                  <a:pt x="733178" y="99698"/>
                </a:lnTo>
                <a:lnTo>
                  <a:pt x="732875" y="99223"/>
                </a:lnTo>
                <a:lnTo>
                  <a:pt x="732600" y="98701"/>
                </a:lnTo>
                <a:lnTo>
                  <a:pt x="732352" y="98131"/>
                </a:lnTo>
                <a:lnTo>
                  <a:pt x="732132" y="97514"/>
                </a:lnTo>
                <a:lnTo>
                  <a:pt x="731940" y="96849"/>
                </a:lnTo>
                <a:lnTo>
                  <a:pt x="731775" y="96137"/>
                </a:lnTo>
                <a:lnTo>
                  <a:pt x="731639" y="95378"/>
                </a:lnTo>
                <a:lnTo>
                  <a:pt x="731530" y="94571"/>
                </a:lnTo>
                <a:lnTo>
                  <a:pt x="731448" y="93716"/>
                </a:lnTo>
                <a:lnTo>
                  <a:pt x="731395" y="92814"/>
                </a:lnTo>
                <a:lnTo>
                  <a:pt x="731369" y="91864"/>
                </a:lnTo>
                <a:moveTo>
                  <a:pt x="731369" y="87196"/>
                </a:moveTo>
                <a:lnTo>
                  <a:pt x="731369" y="62454"/>
                </a:lnTo>
                <a:lnTo>
                  <a:pt x="729627" y="63145"/>
                </a:lnTo>
                <a:lnTo>
                  <a:pt x="727991" y="63802"/>
                </a:lnTo>
                <a:lnTo>
                  <a:pt x="726461" y="64425"/>
                </a:lnTo>
                <a:lnTo>
                  <a:pt x="725037" y="65013"/>
                </a:lnTo>
                <a:lnTo>
                  <a:pt x="723719" y="65567"/>
                </a:lnTo>
                <a:lnTo>
                  <a:pt x="722506" y="66087"/>
                </a:lnTo>
                <a:lnTo>
                  <a:pt x="721400" y="66572"/>
                </a:lnTo>
                <a:lnTo>
                  <a:pt x="720400" y="67022"/>
                </a:lnTo>
                <a:lnTo>
                  <a:pt x="719506" y="67438"/>
                </a:lnTo>
                <a:lnTo>
                  <a:pt x="718718" y="67820"/>
                </a:lnTo>
                <a:lnTo>
                  <a:pt x="718036" y="68167"/>
                </a:lnTo>
                <a:lnTo>
                  <a:pt x="717460" y="68480"/>
                </a:lnTo>
                <a:lnTo>
                  <a:pt x="716543" y="69002"/>
                </a:lnTo>
                <a:lnTo>
                  <a:pt x="715671" y="69528"/>
                </a:lnTo>
                <a:lnTo>
                  <a:pt x="714843" y="70058"/>
                </a:lnTo>
                <a:lnTo>
                  <a:pt x="714060" y="70591"/>
                </a:lnTo>
                <a:lnTo>
                  <a:pt x="713321" y="71129"/>
                </a:lnTo>
                <a:lnTo>
                  <a:pt x="712627" y="71671"/>
                </a:lnTo>
                <a:lnTo>
                  <a:pt x="711978" y="72216"/>
                </a:lnTo>
                <a:lnTo>
                  <a:pt x="711373" y="72766"/>
                </a:lnTo>
                <a:lnTo>
                  <a:pt x="710813" y="73319"/>
                </a:lnTo>
                <a:lnTo>
                  <a:pt x="710297" y="73876"/>
                </a:lnTo>
                <a:lnTo>
                  <a:pt x="709826" y="74437"/>
                </a:lnTo>
                <a:lnTo>
                  <a:pt x="709400" y="75003"/>
                </a:lnTo>
                <a:lnTo>
                  <a:pt x="709012" y="75574"/>
                </a:lnTo>
                <a:lnTo>
                  <a:pt x="708659" y="76155"/>
                </a:lnTo>
                <a:lnTo>
                  <a:pt x="708339" y="76744"/>
                </a:lnTo>
                <a:lnTo>
                  <a:pt x="708052" y="77342"/>
                </a:lnTo>
                <a:lnTo>
                  <a:pt x="707800" y="77949"/>
                </a:lnTo>
                <a:lnTo>
                  <a:pt x="707581" y="78565"/>
                </a:lnTo>
                <a:lnTo>
                  <a:pt x="707395" y="79190"/>
                </a:lnTo>
                <a:lnTo>
                  <a:pt x="707244" y="79823"/>
                </a:lnTo>
                <a:lnTo>
                  <a:pt x="707126" y="80466"/>
                </a:lnTo>
                <a:lnTo>
                  <a:pt x="707042" y="81117"/>
                </a:lnTo>
                <a:lnTo>
                  <a:pt x="706991" y="81777"/>
                </a:lnTo>
                <a:lnTo>
                  <a:pt x="706974" y="82447"/>
                </a:lnTo>
                <a:lnTo>
                  <a:pt x="706996" y="83285"/>
                </a:lnTo>
                <a:lnTo>
                  <a:pt x="707060" y="84100"/>
                </a:lnTo>
                <a:lnTo>
                  <a:pt x="707166" y="84891"/>
                </a:lnTo>
                <a:lnTo>
                  <a:pt x="707315" y="85657"/>
                </a:lnTo>
                <a:lnTo>
                  <a:pt x="707507" y="86399"/>
                </a:lnTo>
                <a:lnTo>
                  <a:pt x="707741" y="87117"/>
                </a:lnTo>
                <a:lnTo>
                  <a:pt x="708018" y="87811"/>
                </a:lnTo>
                <a:lnTo>
                  <a:pt x="708338" y="88481"/>
                </a:lnTo>
                <a:lnTo>
                  <a:pt x="708700" y="89127"/>
                </a:lnTo>
                <a:lnTo>
                  <a:pt x="709104" y="89748"/>
                </a:lnTo>
                <a:lnTo>
                  <a:pt x="709552" y="90345"/>
                </a:lnTo>
                <a:lnTo>
                  <a:pt x="710042" y="90919"/>
                </a:lnTo>
                <a:lnTo>
                  <a:pt x="710559" y="91456"/>
                </a:lnTo>
                <a:lnTo>
                  <a:pt x="711090" y="91948"/>
                </a:lnTo>
                <a:lnTo>
                  <a:pt x="711633" y="92392"/>
                </a:lnTo>
                <a:lnTo>
                  <a:pt x="712189" y="92789"/>
                </a:lnTo>
                <a:lnTo>
                  <a:pt x="712759" y="93140"/>
                </a:lnTo>
                <a:lnTo>
                  <a:pt x="713341" y="93444"/>
                </a:lnTo>
                <a:lnTo>
                  <a:pt x="713936" y="93701"/>
                </a:lnTo>
                <a:lnTo>
                  <a:pt x="714543" y="93912"/>
                </a:lnTo>
                <a:lnTo>
                  <a:pt x="715164" y="94075"/>
                </a:lnTo>
                <a:lnTo>
                  <a:pt x="715798" y="94192"/>
                </a:lnTo>
                <a:lnTo>
                  <a:pt x="716444" y="94262"/>
                </a:lnTo>
                <a:lnTo>
                  <a:pt x="717103" y="94286"/>
                </a:lnTo>
                <a:lnTo>
                  <a:pt x="718031" y="94236"/>
                </a:lnTo>
                <a:lnTo>
                  <a:pt x="719005" y="94089"/>
                </a:lnTo>
                <a:lnTo>
                  <a:pt x="720028" y="93843"/>
                </a:lnTo>
                <a:lnTo>
                  <a:pt x="721098" y="93498"/>
                </a:lnTo>
                <a:lnTo>
                  <a:pt x="722215" y="93055"/>
                </a:lnTo>
                <a:lnTo>
                  <a:pt x="723380" y="92513"/>
                </a:lnTo>
                <a:lnTo>
                  <a:pt x="724593" y="91873"/>
                </a:lnTo>
                <a:lnTo>
                  <a:pt x="725853" y="91135"/>
                </a:lnTo>
                <a:lnTo>
                  <a:pt x="727161" y="90298"/>
                </a:lnTo>
                <a:lnTo>
                  <a:pt x="728516" y="89362"/>
                </a:lnTo>
                <a:lnTo>
                  <a:pt x="729919" y="88328"/>
                </a:lnTo>
                <a:lnTo>
                  <a:pt x="731369" y="87196"/>
                </a:lnTo>
                <a:close/>
                <a:moveTo>
                  <a:pt x="778211" y="47997"/>
                </a:moveTo>
                <a:lnTo>
                  <a:pt x="780118" y="45791"/>
                </a:lnTo>
                <a:lnTo>
                  <a:pt x="782009" y="43776"/>
                </a:lnTo>
                <a:lnTo>
                  <a:pt x="783886" y="41953"/>
                </a:lnTo>
                <a:lnTo>
                  <a:pt x="785748" y="40322"/>
                </a:lnTo>
                <a:lnTo>
                  <a:pt x="787595" y="38883"/>
                </a:lnTo>
                <a:lnTo>
                  <a:pt x="789428" y="37636"/>
                </a:lnTo>
                <a:lnTo>
                  <a:pt x="791245" y="36581"/>
                </a:lnTo>
                <a:lnTo>
                  <a:pt x="793048" y="35717"/>
                </a:lnTo>
                <a:lnTo>
                  <a:pt x="794835" y="35046"/>
                </a:lnTo>
                <a:lnTo>
                  <a:pt x="796608" y="34566"/>
                </a:lnTo>
                <a:lnTo>
                  <a:pt x="798366" y="34278"/>
                </a:lnTo>
                <a:lnTo>
                  <a:pt x="800109" y="34182"/>
                </a:lnTo>
                <a:lnTo>
                  <a:pt x="800990" y="34201"/>
                </a:lnTo>
                <a:lnTo>
                  <a:pt x="801851" y="34256"/>
                </a:lnTo>
                <a:lnTo>
                  <a:pt x="802690" y="34349"/>
                </a:lnTo>
                <a:lnTo>
                  <a:pt x="803509" y="34478"/>
                </a:lnTo>
                <a:lnTo>
                  <a:pt x="804307" y="34645"/>
                </a:lnTo>
                <a:lnTo>
                  <a:pt x="805084" y="34849"/>
                </a:lnTo>
                <a:lnTo>
                  <a:pt x="805841" y="35089"/>
                </a:lnTo>
                <a:lnTo>
                  <a:pt x="806576" y="35367"/>
                </a:lnTo>
                <a:lnTo>
                  <a:pt x="807291" y="35682"/>
                </a:lnTo>
                <a:lnTo>
                  <a:pt x="807985" y="36034"/>
                </a:lnTo>
                <a:lnTo>
                  <a:pt x="808658" y="36422"/>
                </a:lnTo>
                <a:lnTo>
                  <a:pt x="809311" y="36848"/>
                </a:lnTo>
                <a:lnTo>
                  <a:pt x="809942" y="37316"/>
                </a:lnTo>
                <a:lnTo>
                  <a:pt x="810551" y="37832"/>
                </a:lnTo>
                <a:lnTo>
                  <a:pt x="811139" y="38396"/>
                </a:lnTo>
                <a:lnTo>
                  <a:pt x="811704" y="39007"/>
                </a:lnTo>
                <a:lnTo>
                  <a:pt x="812248" y="39666"/>
                </a:lnTo>
                <a:lnTo>
                  <a:pt x="812770" y="40374"/>
                </a:lnTo>
                <a:lnTo>
                  <a:pt x="813271" y="41129"/>
                </a:lnTo>
                <a:lnTo>
                  <a:pt x="813749" y="41932"/>
                </a:lnTo>
                <a:lnTo>
                  <a:pt x="814206" y="42783"/>
                </a:lnTo>
                <a:lnTo>
                  <a:pt x="814641" y="43682"/>
                </a:lnTo>
                <a:lnTo>
                  <a:pt x="815054" y="44628"/>
                </a:lnTo>
                <a:lnTo>
                  <a:pt x="815445" y="45623"/>
                </a:lnTo>
                <a:lnTo>
                  <a:pt x="815696" y="46365"/>
                </a:lnTo>
                <a:lnTo>
                  <a:pt x="815925" y="47170"/>
                </a:lnTo>
                <a:lnTo>
                  <a:pt x="816132" y="48038"/>
                </a:lnTo>
                <a:lnTo>
                  <a:pt x="816317" y="48970"/>
                </a:lnTo>
                <a:lnTo>
                  <a:pt x="816480" y="49964"/>
                </a:lnTo>
                <a:lnTo>
                  <a:pt x="816622" y="51022"/>
                </a:lnTo>
                <a:lnTo>
                  <a:pt x="816742" y="52143"/>
                </a:lnTo>
                <a:lnTo>
                  <a:pt x="816840" y="53328"/>
                </a:lnTo>
                <a:lnTo>
                  <a:pt x="816916" y="54575"/>
                </a:lnTo>
                <a:lnTo>
                  <a:pt x="816971" y="55886"/>
                </a:lnTo>
                <a:lnTo>
                  <a:pt x="817003" y="57260"/>
                </a:lnTo>
                <a:lnTo>
                  <a:pt x="817014" y="58697"/>
                </a:lnTo>
                <a:lnTo>
                  <a:pt x="817014" y="86479"/>
                </a:lnTo>
                <a:lnTo>
                  <a:pt x="817021" y="87482"/>
                </a:lnTo>
                <a:lnTo>
                  <a:pt x="817042" y="88429"/>
                </a:lnTo>
                <a:lnTo>
                  <a:pt x="817077" y="89321"/>
                </a:lnTo>
                <a:lnTo>
                  <a:pt x="817125" y="90158"/>
                </a:lnTo>
                <a:lnTo>
                  <a:pt x="817188" y="90940"/>
                </a:lnTo>
                <a:lnTo>
                  <a:pt x="817264" y="91666"/>
                </a:lnTo>
                <a:lnTo>
                  <a:pt x="817354" y="92338"/>
                </a:lnTo>
                <a:lnTo>
                  <a:pt x="817458" y="92953"/>
                </a:lnTo>
                <a:lnTo>
                  <a:pt x="817576" y="93514"/>
                </a:lnTo>
                <a:lnTo>
                  <a:pt x="817708" y="94019"/>
                </a:lnTo>
                <a:lnTo>
                  <a:pt x="817853" y="94470"/>
                </a:lnTo>
                <a:lnTo>
                  <a:pt x="818013" y="94864"/>
                </a:lnTo>
                <a:lnTo>
                  <a:pt x="818150" y="95155"/>
                </a:lnTo>
                <a:lnTo>
                  <a:pt x="818301" y="95435"/>
                </a:lnTo>
                <a:lnTo>
                  <a:pt x="818465" y="95703"/>
                </a:lnTo>
                <a:lnTo>
                  <a:pt x="818643" y="95961"/>
                </a:lnTo>
                <a:lnTo>
                  <a:pt x="818834" y="96209"/>
                </a:lnTo>
                <a:lnTo>
                  <a:pt x="819038" y="96445"/>
                </a:lnTo>
                <a:lnTo>
                  <a:pt x="819256" y="96670"/>
                </a:lnTo>
                <a:lnTo>
                  <a:pt x="819487" y="96885"/>
                </a:lnTo>
                <a:lnTo>
                  <a:pt x="819732" y="97089"/>
                </a:lnTo>
                <a:lnTo>
                  <a:pt x="819989" y="97282"/>
                </a:lnTo>
                <a:lnTo>
                  <a:pt x="820261" y="97464"/>
                </a:lnTo>
                <a:lnTo>
                  <a:pt x="820545" y="97635"/>
                </a:lnTo>
                <a:lnTo>
                  <a:pt x="820857" y="97794"/>
                </a:lnTo>
                <a:lnTo>
                  <a:pt x="821210" y="97939"/>
                </a:lnTo>
                <a:lnTo>
                  <a:pt x="821604" y="98070"/>
                </a:lnTo>
                <a:lnTo>
                  <a:pt x="822039" y="98188"/>
                </a:lnTo>
                <a:lnTo>
                  <a:pt x="822515" y="98291"/>
                </a:lnTo>
                <a:lnTo>
                  <a:pt x="823033" y="98381"/>
                </a:lnTo>
                <a:lnTo>
                  <a:pt x="823591" y="98457"/>
                </a:lnTo>
                <a:lnTo>
                  <a:pt x="824191" y="98519"/>
                </a:lnTo>
                <a:lnTo>
                  <a:pt x="824832" y="98568"/>
                </a:lnTo>
                <a:lnTo>
                  <a:pt x="825513" y="98602"/>
                </a:lnTo>
                <a:lnTo>
                  <a:pt x="826236" y="98623"/>
                </a:lnTo>
                <a:lnTo>
                  <a:pt x="827000" y="98630"/>
                </a:lnTo>
                <a:lnTo>
                  <a:pt x="827000" y="101265"/>
                </a:lnTo>
                <a:lnTo>
                  <a:pt x="794688" y="101265"/>
                </a:lnTo>
                <a:lnTo>
                  <a:pt x="794688" y="98630"/>
                </a:lnTo>
                <a:lnTo>
                  <a:pt x="796043" y="98630"/>
                </a:lnTo>
                <a:lnTo>
                  <a:pt x="796785" y="98620"/>
                </a:lnTo>
                <a:lnTo>
                  <a:pt x="797489" y="98591"/>
                </a:lnTo>
                <a:lnTo>
                  <a:pt x="798154" y="98543"/>
                </a:lnTo>
                <a:lnTo>
                  <a:pt x="798782" y="98476"/>
                </a:lnTo>
                <a:lnTo>
                  <a:pt x="799371" y="98390"/>
                </a:lnTo>
                <a:lnTo>
                  <a:pt x="799922" y="98284"/>
                </a:lnTo>
                <a:lnTo>
                  <a:pt x="800435" y="98159"/>
                </a:lnTo>
                <a:lnTo>
                  <a:pt x="800910" y="98015"/>
                </a:lnTo>
                <a:lnTo>
                  <a:pt x="801346" y="97852"/>
                </a:lnTo>
                <a:lnTo>
                  <a:pt x="801745" y="97670"/>
                </a:lnTo>
                <a:lnTo>
                  <a:pt x="802105" y="97468"/>
                </a:lnTo>
                <a:lnTo>
                  <a:pt x="802427" y="97248"/>
                </a:lnTo>
                <a:lnTo>
                  <a:pt x="802723" y="97008"/>
                </a:lnTo>
                <a:lnTo>
                  <a:pt x="803003" y="96751"/>
                </a:lnTo>
                <a:lnTo>
                  <a:pt x="803268" y="96475"/>
                </a:lnTo>
                <a:lnTo>
                  <a:pt x="803517" y="96181"/>
                </a:lnTo>
                <a:lnTo>
                  <a:pt x="803751" y="95869"/>
                </a:lnTo>
                <a:lnTo>
                  <a:pt x="803970" y="95539"/>
                </a:lnTo>
                <a:lnTo>
                  <a:pt x="804173" y="95190"/>
                </a:lnTo>
                <a:lnTo>
                  <a:pt x="804361" y="94824"/>
                </a:lnTo>
                <a:lnTo>
                  <a:pt x="804534" y="94439"/>
                </a:lnTo>
                <a:lnTo>
                  <a:pt x="804691" y="94036"/>
                </a:lnTo>
                <a:lnTo>
                  <a:pt x="804833" y="93615"/>
                </a:lnTo>
                <a:lnTo>
                  <a:pt x="804960" y="93175"/>
                </a:lnTo>
                <a:lnTo>
                  <a:pt x="805005" y="92966"/>
                </a:lnTo>
                <a:lnTo>
                  <a:pt x="805047" y="92695"/>
                </a:lnTo>
                <a:lnTo>
                  <a:pt x="805084" y="92360"/>
                </a:lnTo>
                <a:lnTo>
                  <a:pt x="805118" y="91962"/>
                </a:lnTo>
                <a:lnTo>
                  <a:pt x="805148" y="91502"/>
                </a:lnTo>
                <a:lnTo>
                  <a:pt x="805174" y="90978"/>
                </a:lnTo>
                <a:lnTo>
                  <a:pt x="805195" y="90392"/>
                </a:lnTo>
                <a:lnTo>
                  <a:pt x="805213" y="89742"/>
                </a:lnTo>
                <a:lnTo>
                  <a:pt x="805227" y="89030"/>
                </a:lnTo>
                <a:lnTo>
                  <a:pt x="805237" y="88254"/>
                </a:lnTo>
                <a:lnTo>
                  <a:pt x="805243" y="87416"/>
                </a:lnTo>
                <a:lnTo>
                  <a:pt x="805245" y="86515"/>
                </a:lnTo>
                <a:lnTo>
                  <a:pt x="805245" y="59946"/>
                </a:lnTo>
                <a:lnTo>
                  <a:pt x="805229" y="58503"/>
                </a:lnTo>
                <a:lnTo>
                  <a:pt x="805181" y="57129"/>
                </a:lnTo>
                <a:lnTo>
                  <a:pt x="805100" y="55821"/>
                </a:lnTo>
                <a:lnTo>
                  <a:pt x="804987" y="54581"/>
                </a:lnTo>
                <a:lnTo>
                  <a:pt x="804842" y="53409"/>
                </a:lnTo>
                <a:lnTo>
                  <a:pt x="804665" y="52304"/>
                </a:lnTo>
                <a:lnTo>
                  <a:pt x="804456" y="51266"/>
                </a:lnTo>
                <a:lnTo>
                  <a:pt x="804215" y="50295"/>
                </a:lnTo>
                <a:lnTo>
                  <a:pt x="803941" y="49392"/>
                </a:lnTo>
                <a:lnTo>
                  <a:pt x="803635" y="48556"/>
                </a:lnTo>
                <a:lnTo>
                  <a:pt x="803297" y="47788"/>
                </a:lnTo>
                <a:lnTo>
                  <a:pt x="802927" y="47087"/>
                </a:lnTo>
                <a:lnTo>
                  <a:pt x="802518" y="46448"/>
                </a:lnTo>
                <a:lnTo>
                  <a:pt x="802066" y="45864"/>
                </a:lnTo>
                <a:lnTo>
                  <a:pt x="801569" y="45336"/>
                </a:lnTo>
                <a:lnTo>
                  <a:pt x="801029" y="44863"/>
                </a:lnTo>
                <a:lnTo>
                  <a:pt x="800444" y="44446"/>
                </a:lnTo>
                <a:lnTo>
                  <a:pt x="799815" y="44085"/>
                </a:lnTo>
                <a:lnTo>
                  <a:pt x="799142" y="43779"/>
                </a:lnTo>
                <a:lnTo>
                  <a:pt x="798425" y="43529"/>
                </a:lnTo>
                <a:lnTo>
                  <a:pt x="797664" y="43334"/>
                </a:lnTo>
                <a:lnTo>
                  <a:pt x="796859" y="43195"/>
                </a:lnTo>
                <a:lnTo>
                  <a:pt x="796010" y="43112"/>
                </a:lnTo>
                <a:lnTo>
                  <a:pt x="795116" y="43084"/>
                </a:lnTo>
                <a:lnTo>
                  <a:pt x="793702" y="43148"/>
                </a:lnTo>
                <a:lnTo>
                  <a:pt x="792289" y="43340"/>
                </a:lnTo>
                <a:lnTo>
                  <a:pt x="790877" y="43659"/>
                </a:lnTo>
                <a:lnTo>
                  <a:pt x="789465" y="44107"/>
                </a:lnTo>
                <a:lnTo>
                  <a:pt x="788055" y="44683"/>
                </a:lnTo>
                <a:lnTo>
                  <a:pt x="786646" y="45386"/>
                </a:lnTo>
                <a:lnTo>
                  <a:pt x="785238" y="46218"/>
                </a:lnTo>
                <a:lnTo>
                  <a:pt x="783830" y="47177"/>
                </a:lnTo>
                <a:lnTo>
                  <a:pt x="782424" y="48265"/>
                </a:lnTo>
                <a:lnTo>
                  <a:pt x="781019" y="49480"/>
                </a:lnTo>
                <a:lnTo>
                  <a:pt x="779614" y="50823"/>
                </a:lnTo>
                <a:lnTo>
                  <a:pt x="778211" y="52295"/>
                </a:lnTo>
                <a:lnTo>
                  <a:pt x="778211" y="86515"/>
                </a:lnTo>
                <a:lnTo>
                  <a:pt x="778217" y="87578"/>
                </a:lnTo>
                <a:lnTo>
                  <a:pt x="778233" y="88571"/>
                </a:lnTo>
                <a:lnTo>
                  <a:pt x="778260" y="89495"/>
                </a:lnTo>
                <a:lnTo>
                  <a:pt x="778298" y="90348"/>
                </a:lnTo>
                <a:lnTo>
                  <a:pt x="778347" y="91132"/>
                </a:lnTo>
                <a:lnTo>
                  <a:pt x="778407" y="91846"/>
                </a:lnTo>
                <a:lnTo>
                  <a:pt x="778478" y="92490"/>
                </a:lnTo>
                <a:lnTo>
                  <a:pt x="778560" y="93064"/>
                </a:lnTo>
                <a:lnTo>
                  <a:pt x="778652" y="93568"/>
                </a:lnTo>
                <a:lnTo>
                  <a:pt x="778756" y="94003"/>
                </a:lnTo>
                <a:lnTo>
                  <a:pt x="778870" y="94367"/>
                </a:lnTo>
                <a:lnTo>
                  <a:pt x="778996" y="94662"/>
                </a:lnTo>
                <a:lnTo>
                  <a:pt x="779167" y="94997"/>
                </a:lnTo>
                <a:lnTo>
                  <a:pt x="779349" y="95316"/>
                </a:lnTo>
                <a:lnTo>
                  <a:pt x="779542" y="95620"/>
                </a:lnTo>
                <a:lnTo>
                  <a:pt x="779745" y="95909"/>
                </a:lnTo>
                <a:lnTo>
                  <a:pt x="779958" y="96183"/>
                </a:lnTo>
                <a:lnTo>
                  <a:pt x="780182" y="96442"/>
                </a:lnTo>
                <a:lnTo>
                  <a:pt x="780416" y="96685"/>
                </a:lnTo>
                <a:lnTo>
                  <a:pt x="780660" y="96913"/>
                </a:lnTo>
                <a:lnTo>
                  <a:pt x="780915" y="97126"/>
                </a:lnTo>
                <a:lnTo>
                  <a:pt x="781180" y="97323"/>
                </a:lnTo>
                <a:lnTo>
                  <a:pt x="781456" y="97506"/>
                </a:lnTo>
                <a:lnTo>
                  <a:pt x="781742" y="97673"/>
                </a:lnTo>
                <a:lnTo>
                  <a:pt x="782058" y="97826"/>
                </a:lnTo>
                <a:lnTo>
                  <a:pt x="782424" y="97965"/>
                </a:lnTo>
                <a:lnTo>
                  <a:pt x="782841" y="98091"/>
                </a:lnTo>
                <a:lnTo>
                  <a:pt x="783307" y="98204"/>
                </a:lnTo>
                <a:lnTo>
                  <a:pt x="783824" y="98304"/>
                </a:lnTo>
                <a:lnTo>
                  <a:pt x="784390" y="98390"/>
                </a:lnTo>
                <a:lnTo>
                  <a:pt x="785006" y="98464"/>
                </a:lnTo>
                <a:lnTo>
                  <a:pt x="785673" y="98523"/>
                </a:lnTo>
                <a:lnTo>
                  <a:pt x="786389" y="98570"/>
                </a:lnTo>
                <a:lnTo>
                  <a:pt x="787156" y="98603"/>
                </a:lnTo>
                <a:lnTo>
                  <a:pt x="787973" y="98623"/>
                </a:lnTo>
                <a:lnTo>
                  <a:pt x="788839" y="98630"/>
                </a:lnTo>
                <a:lnTo>
                  <a:pt x="788839" y="101265"/>
                </a:lnTo>
                <a:lnTo>
                  <a:pt x="756527" y="101265"/>
                </a:lnTo>
                <a:lnTo>
                  <a:pt x="756527" y="98630"/>
                </a:lnTo>
                <a:lnTo>
                  <a:pt x="757953" y="98630"/>
                </a:lnTo>
                <a:lnTo>
                  <a:pt x="758763" y="98612"/>
                </a:lnTo>
                <a:lnTo>
                  <a:pt x="759528" y="98560"/>
                </a:lnTo>
                <a:lnTo>
                  <a:pt x="760247" y="98472"/>
                </a:lnTo>
                <a:lnTo>
                  <a:pt x="760922" y="98350"/>
                </a:lnTo>
                <a:lnTo>
                  <a:pt x="761551" y="98192"/>
                </a:lnTo>
                <a:lnTo>
                  <a:pt x="762135" y="97999"/>
                </a:lnTo>
                <a:lnTo>
                  <a:pt x="762674" y="97772"/>
                </a:lnTo>
                <a:lnTo>
                  <a:pt x="763168" y="97509"/>
                </a:lnTo>
                <a:lnTo>
                  <a:pt x="763617" y="97211"/>
                </a:lnTo>
                <a:lnTo>
                  <a:pt x="764021" y="96879"/>
                </a:lnTo>
                <a:lnTo>
                  <a:pt x="764380" y="96511"/>
                </a:lnTo>
                <a:lnTo>
                  <a:pt x="764694" y="96108"/>
                </a:lnTo>
                <a:lnTo>
                  <a:pt x="764973" y="95656"/>
                </a:lnTo>
                <a:lnTo>
                  <a:pt x="765228" y="95140"/>
                </a:lnTo>
                <a:lnTo>
                  <a:pt x="765459" y="94560"/>
                </a:lnTo>
                <a:lnTo>
                  <a:pt x="765665" y="93917"/>
                </a:lnTo>
                <a:lnTo>
                  <a:pt x="765847" y="93210"/>
                </a:lnTo>
                <a:lnTo>
                  <a:pt x="766005" y="92439"/>
                </a:lnTo>
                <a:lnTo>
                  <a:pt x="766138" y="91605"/>
                </a:lnTo>
                <a:lnTo>
                  <a:pt x="766248" y="90707"/>
                </a:lnTo>
                <a:lnTo>
                  <a:pt x="766332" y="89745"/>
                </a:lnTo>
                <a:lnTo>
                  <a:pt x="766393" y="88720"/>
                </a:lnTo>
                <a:lnTo>
                  <a:pt x="766430" y="87631"/>
                </a:lnTo>
                <a:lnTo>
                  <a:pt x="766442" y="86479"/>
                </a:lnTo>
                <a:lnTo>
                  <a:pt x="766442" y="62320"/>
                </a:lnTo>
                <a:lnTo>
                  <a:pt x="766438" y="60430"/>
                </a:lnTo>
                <a:lnTo>
                  <a:pt x="766427" y="58667"/>
                </a:lnTo>
                <a:lnTo>
                  <a:pt x="766408" y="57031"/>
                </a:lnTo>
                <a:lnTo>
                  <a:pt x="766382" y="55523"/>
                </a:lnTo>
                <a:lnTo>
                  <a:pt x="766349" y="54142"/>
                </a:lnTo>
                <a:lnTo>
                  <a:pt x="766308" y="52888"/>
                </a:lnTo>
                <a:lnTo>
                  <a:pt x="766260" y="51762"/>
                </a:lnTo>
                <a:lnTo>
                  <a:pt x="766204" y="50763"/>
                </a:lnTo>
                <a:lnTo>
                  <a:pt x="766141" y="49891"/>
                </a:lnTo>
                <a:lnTo>
                  <a:pt x="766070" y="49147"/>
                </a:lnTo>
                <a:lnTo>
                  <a:pt x="765992" y="48530"/>
                </a:lnTo>
                <a:lnTo>
                  <a:pt x="765907" y="48040"/>
                </a:lnTo>
                <a:lnTo>
                  <a:pt x="765814" y="47625"/>
                </a:lnTo>
                <a:lnTo>
                  <a:pt x="765713" y="47232"/>
                </a:lnTo>
                <a:lnTo>
                  <a:pt x="765604" y="46862"/>
                </a:lnTo>
                <a:lnTo>
                  <a:pt x="765487" y="46515"/>
                </a:lnTo>
                <a:lnTo>
                  <a:pt x="765362" y="46191"/>
                </a:lnTo>
                <a:lnTo>
                  <a:pt x="765229" y="45889"/>
                </a:lnTo>
                <a:lnTo>
                  <a:pt x="765088" y="45611"/>
                </a:lnTo>
                <a:lnTo>
                  <a:pt x="764940" y="45354"/>
                </a:lnTo>
                <a:lnTo>
                  <a:pt x="764783" y="45121"/>
                </a:lnTo>
                <a:lnTo>
                  <a:pt x="764619" y="44910"/>
                </a:lnTo>
                <a:lnTo>
                  <a:pt x="764446" y="44722"/>
                </a:lnTo>
                <a:lnTo>
                  <a:pt x="764266" y="44557"/>
                </a:lnTo>
                <a:lnTo>
                  <a:pt x="764077" y="44409"/>
                </a:lnTo>
                <a:lnTo>
                  <a:pt x="763877" y="44275"/>
                </a:lnTo>
                <a:lnTo>
                  <a:pt x="763667" y="44153"/>
                </a:lnTo>
                <a:lnTo>
                  <a:pt x="763446" y="44044"/>
                </a:lnTo>
                <a:lnTo>
                  <a:pt x="763215" y="43948"/>
                </a:lnTo>
                <a:lnTo>
                  <a:pt x="762973" y="43864"/>
                </a:lnTo>
                <a:lnTo>
                  <a:pt x="762721" y="43794"/>
                </a:lnTo>
                <a:lnTo>
                  <a:pt x="762459" y="43736"/>
                </a:lnTo>
                <a:lnTo>
                  <a:pt x="762186" y="43691"/>
                </a:lnTo>
                <a:lnTo>
                  <a:pt x="761903" y="43659"/>
                </a:lnTo>
                <a:lnTo>
                  <a:pt x="761610" y="43640"/>
                </a:lnTo>
                <a:lnTo>
                  <a:pt x="761306" y="43633"/>
                </a:lnTo>
                <a:lnTo>
                  <a:pt x="760968" y="43641"/>
                </a:lnTo>
                <a:lnTo>
                  <a:pt x="760618" y="43663"/>
                </a:lnTo>
                <a:lnTo>
                  <a:pt x="760258" y="43700"/>
                </a:lnTo>
                <a:lnTo>
                  <a:pt x="759887" y="43752"/>
                </a:lnTo>
                <a:lnTo>
                  <a:pt x="759505" y="43818"/>
                </a:lnTo>
                <a:lnTo>
                  <a:pt x="759113" y="43900"/>
                </a:lnTo>
                <a:lnTo>
                  <a:pt x="758709" y="43996"/>
                </a:lnTo>
                <a:lnTo>
                  <a:pt x="758294" y="44107"/>
                </a:lnTo>
                <a:lnTo>
                  <a:pt x="757869" y="44233"/>
                </a:lnTo>
                <a:lnTo>
                  <a:pt x="757432" y="44374"/>
                </a:lnTo>
                <a:lnTo>
                  <a:pt x="756985" y="44529"/>
                </a:lnTo>
                <a:lnTo>
                  <a:pt x="756527" y="44699"/>
                </a:lnTo>
                <a:lnTo>
                  <a:pt x="755457" y="42140"/>
                </a:lnTo>
                <a:lnTo>
                  <a:pt x="775144" y="34182"/>
                </a:lnTo>
                <a:lnTo>
                  <a:pt x="778211" y="34182"/>
                </a:lnTo>
                <a:lnTo>
                  <a:pt x="778211" y="47997"/>
                </a:lnTo>
                <a:close/>
                <a:moveTo>
                  <a:pt x="851181" y="14527"/>
                </a:moveTo>
                <a:lnTo>
                  <a:pt x="851181" y="36034"/>
                </a:lnTo>
                <a:lnTo>
                  <a:pt x="866446" y="36034"/>
                </a:lnTo>
                <a:lnTo>
                  <a:pt x="866446" y="41019"/>
                </a:lnTo>
                <a:lnTo>
                  <a:pt x="851181" y="41019"/>
                </a:lnTo>
                <a:lnTo>
                  <a:pt x="851181" y="83261"/>
                </a:lnTo>
                <a:lnTo>
                  <a:pt x="851194" y="84288"/>
                </a:lnTo>
                <a:lnTo>
                  <a:pt x="851232" y="85257"/>
                </a:lnTo>
                <a:lnTo>
                  <a:pt x="851295" y="86169"/>
                </a:lnTo>
                <a:lnTo>
                  <a:pt x="851384" y="87024"/>
                </a:lnTo>
                <a:lnTo>
                  <a:pt x="851497" y="87821"/>
                </a:lnTo>
                <a:lnTo>
                  <a:pt x="851636" y="88561"/>
                </a:lnTo>
                <a:lnTo>
                  <a:pt x="851800" y="89244"/>
                </a:lnTo>
                <a:lnTo>
                  <a:pt x="851990" y="89869"/>
                </a:lnTo>
                <a:lnTo>
                  <a:pt x="852205" y="90437"/>
                </a:lnTo>
                <a:lnTo>
                  <a:pt x="852445" y="90948"/>
                </a:lnTo>
                <a:lnTo>
                  <a:pt x="852710" y="91402"/>
                </a:lnTo>
                <a:lnTo>
                  <a:pt x="853000" y="91798"/>
                </a:lnTo>
                <a:lnTo>
                  <a:pt x="853311" y="92150"/>
                </a:lnTo>
                <a:lnTo>
                  <a:pt x="853635" y="92471"/>
                </a:lnTo>
                <a:lnTo>
                  <a:pt x="853974" y="92762"/>
                </a:lnTo>
                <a:lnTo>
                  <a:pt x="854328" y="93022"/>
                </a:lnTo>
                <a:lnTo>
                  <a:pt x="854696" y="93251"/>
                </a:lnTo>
                <a:lnTo>
                  <a:pt x="855078" y="93450"/>
                </a:lnTo>
                <a:lnTo>
                  <a:pt x="855474" y="93618"/>
                </a:lnTo>
                <a:lnTo>
                  <a:pt x="855885" y="93756"/>
                </a:lnTo>
                <a:lnTo>
                  <a:pt x="856310" y="93863"/>
                </a:lnTo>
                <a:lnTo>
                  <a:pt x="856750" y="93940"/>
                </a:lnTo>
                <a:lnTo>
                  <a:pt x="857204" y="93986"/>
                </a:lnTo>
                <a:lnTo>
                  <a:pt x="857672" y="94001"/>
                </a:lnTo>
                <a:lnTo>
                  <a:pt x="858064" y="93991"/>
                </a:lnTo>
                <a:lnTo>
                  <a:pt x="858453" y="93960"/>
                </a:lnTo>
                <a:lnTo>
                  <a:pt x="858840" y="93910"/>
                </a:lnTo>
                <a:lnTo>
                  <a:pt x="859226" y="93839"/>
                </a:lnTo>
                <a:lnTo>
                  <a:pt x="859609" y="93747"/>
                </a:lnTo>
                <a:lnTo>
                  <a:pt x="859991" y="93636"/>
                </a:lnTo>
                <a:lnTo>
                  <a:pt x="860370" y="93504"/>
                </a:lnTo>
                <a:lnTo>
                  <a:pt x="860748" y="93352"/>
                </a:lnTo>
                <a:lnTo>
                  <a:pt x="861123" y="93180"/>
                </a:lnTo>
                <a:lnTo>
                  <a:pt x="861496" y="92987"/>
                </a:lnTo>
                <a:lnTo>
                  <a:pt x="861868" y="92774"/>
                </a:lnTo>
                <a:lnTo>
                  <a:pt x="862238" y="92541"/>
                </a:lnTo>
                <a:lnTo>
                  <a:pt x="862599" y="92288"/>
                </a:lnTo>
                <a:lnTo>
                  <a:pt x="862947" y="92016"/>
                </a:lnTo>
                <a:lnTo>
                  <a:pt x="863281" y="91724"/>
                </a:lnTo>
                <a:lnTo>
                  <a:pt x="863601" y="91413"/>
                </a:lnTo>
                <a:lnTo>
                  <a:pt x="863907" y="91083"/>
                </a:lnTo>
                <a:lnTo>
                  <a:pt x="864199" y="90734"/>
                </a:lnTo>
                <a:lnTo>
                  <a:pt x="864477" y="90365"/>
                </a:lnTo>
                <a:lnTo>
                  <a:pt x="864742" y="89977"/>
                </a:lnTo>
                <a:lnTo>
                  <a:pt x="864993" y="89570"/>
                </a:lnTo>
                <a:lnTo>
                  <a:pt x="865229" y="89144"/>
                </a:lnTo>
                <a:lnTo>
                  <a:pt x="865452" y="88698"/>
                </a:lnTo>
                <a:lnTo>
                  <a:pt x="865661" y="88233"/>
                </a:lnTo>
                <a:lnTo>
                  <a:pt x="868443" y="88233"/>
                </a:lnTo>
                <a:lnTo>
                  <a:pt x="868013" y="89375"/>
                </a:lnTo>
                <a:lnTo>
                  <a:pt x="867554" y="90471"/>
                </a:lnTo>
                <a:lnTo>
                  <a:pt x="867066" y="91519"/>
                </a:lnTo>
                <a:lnTo>
                  <a:pt x="866549" y="92519"/>
                </a:lnTo>
                <a:lnTo>
                  <a:pt x="866004" y="93473"/>
                </a:lnTo>
                <a:lnTo>
                  <a:pt x="865430" y="94379"/>
                </a:lnTo>
                <a:lnTo>
                  <a:pt x="864827" y="95237"/>
                </a:lnTo>
                <a:lnTo>
                  <a:pt x="864195" y="96048"/>
                </a:lnTo>
                <a:lnTo>
                  <a:pt x="863535" y="96812"/>
                </a:lnTo>
                <a:lnTo>
                  <a:pt x="862846" y="97528"/>
                </a:lnTo>
                <a:lnTo>
                  <a:pt x="862128" y="98197"/>
                </a:lnTo>
                <a:lnTo>
                  <a:pt x="861382" y="98819"/>
                </a:lnTo>
                <a:lnTo>
                  <a:pt x="860619" y="99391"/>
                </a:lnTo>
                <a:lnTo>
                  <a:pt x="859852" y="99914"/>
                </a:lnTo>
                <a:lnTo>
                  <a:pt x="859081" y="100387"/>
                </a:lnTo>
                <a:lnTo>
                  <a:pt x="858306" y="100811"/>
                </a:lnTo>
                <a:lnTo>
                  <a:pt x="857528" y="101184"/>
                </a:lnTo>
                <a:lnTo>
                  <a:pt x="856745" y="101508"/>
                </a:lnTo>
                <a:lnTo>
                  <a:pt x="855959" y="101782"/>
                </a:lnTo>
                <a:lnTo>
                  <a:pt x="855168" y="102006"/>
                </a:lnTo>
                <a:lnTo>
                  <a:pt x="854373" y="102180"/>
                </a:lnTo>
                <a:lnTo>
                  <a:pt x="853575" y="102304"/>
                </a:lnTo>
                <a:lnTo>
                  <a:pt x="852772" y="102379"/>
                </a:lnTo>
                <a:lnTo>
                  <a:pt x="851966" y="102404"/>
                </a:lnTo>
                <a:lnTo>
                  <a:pt x="851420" y="102391"/>
                </a:lnTo>
                <a:lnTo>
                  <a:pt x="850876" y="102353"/>
                </a:lnTo>
                <a:lnTo>
                  <a:pt x="850334" y="102290"/>
                </a:lnTo>
                <a:lnTo>
                  <a:pt x="849794" y="102202"/>
                </a:lnTo>
                <a:lnTo>
                  <a:pt x="849257" y="102088"/>
                </a:lnTo>
                <a:lnTo>
                  <a:pt x="848721" y="101949"/>
                </a:lnTo>
                <a:lnTo>
                  <a:pt x="848187" y="101785"/>
                </a:lnTo>
                <a:lnTo>
                  <a:pt x="847655" y="101596"/>
                </a:lnTo>
                <a:lnTo>
                  <a:pt x="847125" y="101381"/>
                </a:lnTo>
                <a:lnTo>
                  <a:pt x="846597" y="101141"/>
                </a:lnTo>
                <a:lnTo>
                  <a:pt x="846070" y="100876"/>
                </a:lnTo>
                <a:lnTo>
                  <a:pt x="845546" y="100586"/>
                </a:lnTo>
                <a:lnTo>
                  <a:pt x="845035" y="100272"/>
                </a:lnTo>
                <a:lnTo>
                  <a:pt x="844546" y="99936"/>
                </a:lnTo>
                <a:lnTo>
                  <a:pt x="844080" y="99579"/>
                </a:lnTo>
                <a:lnTo>
                  <a:pt x="843636" y="99200"/>
                </a:lnTo>
                <a:lnTo>
                  <a:pt x="843216" y="98799"/>
                </a:lnTo>
                <a:lnTo>
                  <a:pt x="842818" y="98376"/>
                </a:lnTo>
                <a:lnTo>
                  <a:pt x="842443" y="97932"/>
                </a:lnTo>
                <a:lnTo>
                  <a:pt x="842091" y="97465"/>
                </a:lnTo>
                <a:lnTo>
                  <a:pt x="841761" y="96977"/>
                </a:lnTo>
                <a:lnTo>
                  <a:pt x="841455" y="96468"/>
                </a:lnTo>
                <a:lnTo>
                  <a:pt x="841171" y="95936"/>
                </a:lnTo>
                <a:lnTo>
                  <a:pt x="840910" y="95383"/>
                </a:lnTo>
                <a:lnTo>
                  <a:pt x="840671" y="94793"/>
                </a:lnTo>
                <a:lnTo>
                  <a:pt x="840452" y="94152"/>
                </a:lnTo>
                <a:lnTo>
                  <a:pt x="840255" y="93460"/>
                </a:lnTo>
                <a:lnTo>
                  <a:pt x="840078" y="92717"/>
                </a:lnTo>
                <a:lnTo>
                  <a:pt x="839922" y="91923"/>
                </a:lnTo>
                <a:lnTo>
                  <a:pt x="839787" y="91078"/>
                </a:lnTo>
                <a:lnTo>
                  <a:pt x="839672" y="90182"/>
                </a:lnTo>
                <a:lnTo>
                  <a:pt x="839578" y="89235"/>
                </a:lnTo>
                <a:lnTo>
                  <a:pt x="839506" y="88237"/>
                </a:lnTo>
                <a:lnTo>
                  <a:pt x="839454" y="87188"/>
                </a:lnTo>
                <a:lnTo>
                  <a:pt x="839422" y="86088"/>
                </a:lnTo>
                <a:lnTo>
                  <a:pt x="839412" y="84937"/>
                </a:lnTo>
                <a:lnTo>
                  <a:pt x="839412" y="41019"/>
                </a:lnTo>
                <a:lnTo>
                  <a:pt x="829069" y="41019"/>
                </a:lnTo>
                <a:lnTo>
                  <a:pt x="829069" y="38669"/>
                </a:lnTo>
                <a:lnTo>
                  <a:pt x="829724" y="38392"/>
                </a:lnTo>
                <a:lnTo>
                  <a:pt x="830382" y="38084"/>
                </a:lnTo>
                <a:lnTo>
                  <a:pt x="831042" y="37747"/>
                </a:lnTo>
                <a:lnTo>
                  <a:pt x="831705" y="37379"/>
                </a:lnTo>
                <a:lnTo>
                  <a:pt x="832370" y="36981"/>
                </a:lnTo>
                <a:lnTo>
                  <a:pt x="833037" y="36553"/>
                </a:lnTo>
                <a:lnTo>
                  <a:pt x="833707" y="36094"/>
                </a:lnTo>
                <a:lnTo>
                  <a:pt x="834379" y="35605"/>
                </a:lnTo>
                <a:lnTo>
                  <a:pt x="835054" y="35086"/>
                </a:lnTo>
                <a:lnTo>
                  <a:pt x="835732" y="34537"/>
                </a:lnTo>
                <a:lnTo>
                  <a:pt x="836412" y="33957"/>
                </a:lnTo>
                <a:lnTo>
                  <a:pt x="837094" y="33348"/>
                </a:lnTo>
                <a:lnTo>
                  <a:pt x="837771" y="32713"/>
                </a:lnTo>
                <a:lnTo>
                  <a:pt x="838436" y="32059"/>
                </a:lnTo>
                <a:lnTo>
                  <a:pt x="839089" y="31386"/>
                </a:lnTo>
                <a:lnTo>
                  <a:pt x="839729" y="30693"/>
                </a:lnTo>
                <a:lnTo>
                  <a:pt x="840357" y="29981"/>
                </a:lnTo>
                <a:lnTo>
                  <a:pt x="840972" y="29250"/>
                </a:lnTo>
                <a:lnTo>
                  <a:pt x="841575" y="28499"/>
                </a:lnTo>
                <a:lnTo>
                  <a:pt x="842166" y="27729"/>
                </a:lnTo>
                <a:lnTo>
                  <a:pt x="842744" y="26939"/>
                </a:lnTo>
                <a:lnTo>
                  <a:pt x="843310" y="26131"/>
                </a:lnTo>
                <a:lnTo>
                  <a:pt x="843864" y="25302"/>
                </a:lnTo>
                <a:lnTo>
                  <a:pt x="844405" y="24455"/>
                </a:lnTo>
                <a:lnTo>
                  <a:pt x="844687" y="23972"/>
                </a:lnTo>
                <a:lnTo>
                  <a:pt x="844988" y="23426"/>
                </a:lnTo>
                <a:lnTo>
                  <a:pt x="845306" y="22817"/>
                </a:lnTo>
                <a:lnTo>
                  <a:pt x="845642" y="22146"/>
                </a:lnTo>
                <a:lnTo>
                  <a:pt x="845995" y="21413"/>
                </a:lnTo>
                <a:lnTo>
                  <a:pt x="846367" y="20617"/>
                </a:lnTo>
                <a:lnTo>
                  <a:pt x="846756" y="19758"/>
                </a:lnTo>
                <a:lnTo>
                  <a:pt x="847163" y="18837"/>
                </a:lnTo>
                <a:lnTo>
                  <a:pt x="847588" y="17853"/>
                </a:lnTo>
                <a:lnTo>
                  <a:pt x="848031" y="16807"/>
                </a:lnTo>
                <a:lnTo>
                  <a:pt x="848492" y="15699"/>
                </a:lnTo>
                <a:lnTo>
                  <a:pt x="848970" y="14527"/>
                </a:lnTo>
                <a:lnTo>
                  <a:pt x="851181" y="14527"/>
                </a:lnTo>
                <a:close/>
                <a:moveTo>
                  <a:pt x="873758" y="63095"/>
                </a:moveTo>
                <a:lnTo>
                  <a:pt x="910636" y="63095"/>
                </a:lnTo>
                <a:lnTo>
                  <a:pt x="910636" y="73848"/>
                </a:lnTo>
                <a:lnTo>
                  <a:pt x="873758" y="73848"/>
                </a:lnTo>
                <a:lnTo>
                  <a:pt x="873758" y="63095"/>
                </a:lnTo>
                <a:close/>
                <a:moveTo>
                  <a:pt x="963020" y="34182"/>
                </a:moveTo>
                <a:lnTo>
                  <a:pt x="963020" y="56258"/>
                </a:lnTo>
                <a:lnTo>
                  <a:pt x="960666" y="56258"/>
                </a:lnTo>
                <a:lnTo>
                  <a:pt x="960203" y="54573"/>
                </a:lnTo>
                <a:lnTo>
                  <a:pt x="959720" y="52981"/>
                </a:lnTo>
                <a:lnTo>
                  <a:pt x="959215" y="51480"/>
                </a:lnTo>
                <a:lnTo>
                  <a:pt x="958688" y="50072"/>
                </a:lnTo>
                <a:lnTo>
                  <a:pt x="958141" y="48756"/>
                </a:lnTo>
                <a:lnTo>
                  <a:pt x="957572" y="47533"/>
                </a:lnTo>
                <a:lnTo>
                  <a:pt x="956982" y="46402"/>
                </a:lnTo>
                <a:lnTo>
                  <a:pt x="956370" y="45363"/>
                </a:lnTo>
                <a:lnTo>
                  <a:pt x="955737" y="44416"/>
                </a:lnTo>
                <a:lnTo>
                  <a:pt x="955083" y="43561"/>
                </a:lnTo>
                <a:lnTo>
                  <a:pt x="954408" y="42799"/>
                </a:lnTo>
                <a:lnTo>
                  <a:pt x="953711" y="42129"/>
                </a:lnTo>
                <a:lnTo>
                  <a:pt x="952988" y="41531"/>
                </a:lnTo>
                <a:lnTo>
                  <a:pt x="952232" y="40985"/>
                </a:lnTo>
                <a:lnTo>
                  <a:pt x="951444" y="40490"/>
                </a:lnTo>
                <a:lnTo>
                  <a:pt x="950624" y="40048"/>
                </a:lnTo>
                <a:lnTo>
                  <a:pt x="949772" y="39658"/>
                </a:lnTo>
                <a:lnTo>
                  <a:pt x="948887" y="39320"/>
                </a:lnTo>
                <a:lnTo>
                  <a:pt x="947971" y="39034"/>
                </a:lnTo>
                <a:lnTo>
                  <a:pt x="947022" y="38800"/>
                </a:lnTo>
                <a:lnTo>
                  <a:pt x="946041" y="38618"/>
                </a:lnTo>
                <a:lnTo>
                  <a:pt x="945028" y="38488"/>
                </a:lnTo>
                <a:lnTo>
                  <a:pt x="943982" y="38410"/>
                </a:lnTo>
                <a:lnTo>
                  <a:pt x="942905" y="38384"/>
                </a:lnTo>
                <a:lnTo>
                  <a:pt x="942086" y="38402"/>
                </a:lnTo>
                <a:lnTo>
                  <a:pt x="941294" y="38457"/>
                </a:lnTo>
                <a:lnTo>
                  <a:pt x="940529" y="38548"/>
                </a:lnTo>
                <a:lnTo>
                  <a:pt x="939790" y="38676"/>
                </a:lnTo>
                <a:lnTo>
                  <a:pt x="939078" y="38841"/>
                </a:lnTo>
                <a:lnTo>
                  <a:pt x="938393" y="39042"/>
                </a:lnTo>
                <a:lnTo>
                  <a:pt x="937735" y="39280"/>
                </a:lnTo>
                <a:lnTo>
                  <a:pt x="937103" y="39554"/>
                </a:lnTo>
                <a:lnTo>
                  <a:pt x="936498" y="39865"/>
                </a:lnTo>
                <a:lnTo>
                  <a:pt x="935920" y="40212"/>
                </a:lnTo>
                <a:lnTo>
                  <a:pt x="935369" y="40596"/>
                </a:lnTo>
                <a:lnTo>
                  <a:pt x="934844" y="41016"/>
                </a:lnTo>
                <a:lnTo>
                  <a:pt x="934355" y="41459"/>
                </a:lnTo>
                <a:lnTo>
                  <a:pt x="933907" y="41909"/>
                </a:lnTo>
                <a:lnTo>
                  <a:pt x="933503" y="42367"/>
                </a:lnTo>
                <a:lnTo>
                  <a:pt x="933141" y="42833"/>
                </a:lnTo>
                <a:lnTo>
                  <a:pt x="932821" y="43308"/>
                </a:lnTo>
                <a:lnTo>
                  <a:pt x="932544" y="43790"/>
                </a:lnTo>
                <a:lnTo>
                  <a:pt x="932310" y="44280"/>
                </a:lnTo>
                <a:lnTo>
                  <a:pt x="932118" y="44778"/>
                </a:lnTo>
                <a:lnTo>
                  <a:pt x="931969" y="45284"/>
                </a:lnTo>
                <a:lnTo>
                  <a:pt x="931863" y="45798"/>
                </a:lnTo>
                <a:lnTo>
                  <a:pt x="931799" y="46319"/>
                </a:lnTo>
                <a:lnTo>
                  <a:pt x="931777" y="46849"/>
                </a:lnTo>
                <a:lnTo>
                  <a:pt x="931793" y="47505"/>
                </a:lnTo>
                <a:lnTo>
                  <a:pt x="931841" y="48145"/>
                </a:lnTo>
                <a:lnTo>
                  <a:pt x="931920" y="48770"/>
                </a:lnTo>
                <a:lnTo>
                  <a:pt x="932031" y="49378"/>
                </a:lnTo>
                <a:lnTo>
                  <a:pt x="932174" y="49971"/>
                </a:lnTo>
                <a:lnTo>
                  <a:pt x="932348" y="50548"/>
                </a:lnTo>
                <a:lnTo>
                  <a:pt x="932554" y="51109"/>
                </a:lnTo>
                <a:lnTo>
                  <a:pt x="932792" y="51654"/>
                </a:lnTo>
                <a:lnTo>
                  <a:pt x="933061" y="52183"/>
                </a:lnTo>
                <a:lnTo>
                  <a:pt x="933362" y="52697"/>
                </a:lnTo>
                <a:lnTo>
                  <a:pt x="933695" y="53195"/>
                </a:lnTo>
                <a:lnTo>
                  <a:pt x="934060" y="53677"/>
                </a:lnTo>
                <a:lnTo>
                  <a:pt x="934460" y="54165"/>
                </a:lnTo>
                <a:lnTo>
                  <a:pt x="934924" y="54659"/>
                </a:lnTo>
                <a:lnTo>
                  <a:pt x="935451" y="55157"/>
                </a:lnTo>
                <a:lnTo>
                  <a:pt x="936041" y="55661"/>
                </a:lnTo>
                <a:lnTo>
                  <a:pt x="936695" y="56169"/>
                </a:lnTo>
                <a:lnTo>
                  <a:pt x="937412" y="56683"/>
                </a:lnTo>
                <a:lnTo>
                  <a:pt x="938193" y="57201"/>
                </a:lnTo>
                <a:lnTo>
                  <a:pt x="939037" y="57724"/>
                </a:lnTo>
                <a:lnTo>
                  <a:pt x="939945" y="58252"/>
                </a:lnTo>
                <a:lnTo>
                  <a:pt x="940915" y="58785"/>
                </a:lnTo>
                <a:lnTo>
                  <a:pt x="941950" y="59323"/>
                </a:lnTo>
                <a:lnTo>
                  <a:pt x="943047" y="59865"/>
                </a:lnTo>
                <a:lnTo>
                  <a:pt x="953461" y="64917"/>
                </a:lnTo>
                <a:lnTo>
                  <a:pt x="955774" y="66122"/>
                </a:lnTo>
                <a:lnTo>
                  <a:pt x="957886" y="67389"/>
                </a:lnTo>
                <a:lnTo>
                  <a:pt x="959796" y="68718"/>
                </a:lnTo>
                <a:lnTo>
                  <a:pt x="961506" y="70109"/>
                </a:lnTo>
                <a:lnTo>
                  <a:pt x="963014" y="71563"/>
                </a:lnTo>
                <a:lnTo>
                  <a:pt x="964321" y="73079"/>
                </a:lnTo>
                <a:lnTo>
                  <a:pt x="965428" y="74658"/>
                </a:lnTo>
                <a:lnTo>
                  <a:pt x="966333" y="76298"/>
                </a:lnTo>
                <a:lnTo>
                  <a:pt x="967036" y="78001"/>
                </a:lnTo>
                <a:lnTo>
                  <a:pt x="967539" y="79766"/>
                </a:lnTo>
                <a:lnTo>
                  <a:pt x="967841" y="81594"/>
                </a:lnTo>
                <a:lnTo>
                  <a:pt x="967941" y="83484"/>
                </a:lnTo>
                <a:lnTo>
                  <a:pt x="967895" y="84941"/>
                </a:lnTo>
                <a:lnTo>
                  <a:pt x="967754" y="86351"/>
                </a:lnTo>
                <a:lnTo>
                  <a:pt x="967520" y="87713"/>
                </a:lnTo>
                <a:lnTo>
                  <a:pt x="967192" y="89028"/>
                </a:lnTo>
                <a:lnTo>
                  <a:pt x="966771" y="90294"/>
                </a:lnTo>
                <a:lnTo>
                  <a:pt x="966256" y="91512"/>
                </a:lnTo>
                <a:lnTo>
                  <a:pt x="965648" y="92683"/>
                </a:lnTo>
                <a:lnTo>
                  <a:pt x="964946" y="93806"/>
                </a:lnTo>
                <a:lnTo>
                  <a:pt x="964150" y="94880"/>
                </a:lnTo>
                <a:lnTo>
                  <a:pt x="963260" y="95907"/>
                </a:lnTo>
                <a:lnTo>
                  <a:pt x="962277" y="96886"/>
                </a:lnTo>
                <a:lnTo>
                  <a:pt x="961201" y="97817"/>
                </a:lnTo>
                <a:lnTo>
                  <a:pt x="960066" y="98686"/>
                </a:lnTo>
                <a:lnTo>
                  <a:pt x="958909" y="99480"/>
                </a:lnTo>
                <a:lnTo>
                  <a:pt x="957730" y="100198"/>
                </a:lnTo>
                <a:lnTo>
                  <a:pt x="956529" y="100840"/>
                </a:lnTo>
                <a:lnTo>
                  <a:pt x="955305" y="101407"/>
                </a:lnTo>
                <a:lnTo>
                  <a:pt x="954059" y="101898"/>
                </a:lnTo>
                <a:lnTo>
                  <a:pt x="952791" y="102314"/>
                </a:lnTo>
                <a:lnTo>
                  <a:pt x="951500" y="102654"/>
                </a:lnTo>
                <a:lnTo>
                  <a:pt x="950187" y="102918"/>
                </a:lnTo>
                <a:lnTo>
                  <a:pt x="948852" y="103107"/>
                </a:lnTo>
                <a:lnTo>
                  <a:pt x="947494" y="103221"/>
                </a:lnTo>
                <a:lnTo>
                  <a:pt x="946115" y="103259"/>
                </a:lnTo>
                <a:lnTo>
                  <a:pt x="945104" y="103244"/>
                </a:lnTo>
                <a:lnTo>
                  <a:pt x="944070" y="103199"/>
                </a:lnTo>
                <a:lnTo>
                  <a:pt x="943012" y="103125"/>
                </a:lnTo>
                <a:lnTo>
                  <a:pt x="941930" y="103021"/>
                </a:lnTo>
                <a:lnTo>
                  <a:pt x="940824" y="102888"/>
                </a:lnTo>
                <a:lnTo>
                  <a:pt x="939695" y="102724"/>
                </a:lnTo>
                <a:lnTo>
                  <a:pt x="938542" y="102532"/>
                </a:lnTo>
                <a:lnTo>
                  <a:pt x="937365" y="102309"/>
                </a:lnTo>
                <a:lnTo>
                  <a:pt x="936164" y="102057"/>
                </a:lnTo>
                <a:lnTo>
                  <a:pt x="934940" y="101775"/>
                </a:lnTo>
                <a:lnTo>
                  <a:pt x="933691" y="101463"/>
                </a:lnTo>
                <a:lnTo>
                  <a:pt x="932419" y="101122"/>
                </a:lnTo>
                <a:lnTo>
                  <a:pt x="932033" y="101008"/>
                </a:lnTo>
                <a:lnTo>
                  <a:pt x="931658" y="100905"/>
                </a:lnTo>
                <a:lnTo>
                  <a:pt x="931296" y="100811"/>
                </a:lnTo>
                <a:lnTo>
                  <a:pt x="930945" y="100727"/>
                </a:lnTo>
                <a:lnTo>
                  <a:pt x="930606" y="100652"/>
                </a:lnTo>
                <a:lnTo>
                  <a:pt x="930279" y="100588"/>
                </a:lnTo>
                <a:lnTo>
                  <a:pt x="929964" y="100534"/>
                </a:lnTo>
                <a:lnTo>
                  <a:pt x="929661" y="100489"/>
                </a:lnTo>
                <a:lnTo>
                  <a:pt x="929370" y="100455"/>
                </a:lnTo>
                <a:lnTo>
                  <a:pt x="929091" y="100430"/>
                </a:lnTo>
                <a:lnTo>
                  <a:pt x="928823" y="100415"/>
                </a:lnTo>
                <a:lnTo>
                  <a:pt x="928567" y="100410"/>
                </a:lnTo>
                <a:lnTo>
                  <a:pt x="928299" y="100423"/>
                </a:lnTo>
                <a:lnTo>
                  <a:pt x="928040" y="100461"/>
                </a:lnTo>
                <a:lnTo>
                  <a:pt x="927792" y="100526"/>
                </a:lnTo>
                <a:lnTo>
                  <a:pt x="927553" y="100616"/>
                </a:lnTo>
                <a:lnTo>
                  <a:pt x="927324" y="100731"/>
                </a:lnTo>
                <a:lnTo>
                  <a:pt x="927105" y="100873"/>
                </a:lnTo>
                <a:lnTo>
                  <a:pt x="926896" y="101040"/>
                </a:lnTo>
                <a:lnTo>
                  <a:pt x="926697" y="101233"/>
                </a:lnTo>
                <a:lnTo>
                  <a:pt x="926508" y="101452"/>
                </a:lnTo>
                <a:lnTo>
                  <a:pt x="926329" y="101696"/>
                </a:lnTo>
                <a:lnTo>
                  <a:pt x="926159" y="101966"/>
                </a:lnTo>
                <a:lnTo>
                  <a:pt x="926000" y="102262"/>
                </a:lnTo>
                <a:lnTo>
                  <a:pt x="923646" y="102262"/>
                </a:lnTo>
                <a:lnTo>
                  <a:pt x="923646" y="78904"/>
                </a:lnTo>
                <a:lnTo>
                  <a:pt x="926000" y="78904"/>
                </a:lnTo>
                <a:lnTo>
                  <a:pt x="926358" y="80537"/>
                </a:lnTo>
                <a:lnTo>
                  <a:pt x="926766" y="82102"/>
                </a:lnTo>
                <a:lnTo>
                  <a:pt x="927226" y="83598"/>
                </a:lnTo>
                <a:lnTo>
                  <a:pt x="927735" y="85026"/>
                </a:lnTo>
                <a:lnTo>
                  <a:pt x="928296" y="86385"/>
                </a:lnTo>
                <a:lnTo>
                  <a:pt x="928906" y="87676"/>
                </a:lnTo>
                <a:lnTo>
                  <a:pt x="929568" y="88899"/>
                </a:lnTo>
                <a:lnTo>
                  <a:pt x="930279" y="90053"/>
                </a:lnTo>
                <a:lnTo>
                  <a:pt x="931042" y="91138"/>
                </a:lnTo>
                <a:lnTo>
                  <a:pt x="931855" y="92155"/>
                </a:lnTo>
                <a:lnTo>
                  <a:pt x="932718" y="93103"/>
                </a:lnTo>
                <a:lnTo>
                  <a:pt x="933632" y="93983"/>
                </a:lnTo>
                <a:lnTo>
                  <a:pt x="934580" y="94793"/>
                </a:lnTo>
                <a:lnTo>
                  <a:pt x="935548" y="95533"/>
                </a:lnTo>
                <a:lnTo>
                  <a:pt x="936534" y="96203"/>
                </a:lnTo>
                <a:lnTo>
                  <a:pt x="937539" y="96802"/>
                </a:lnTo>
                <a:lnTo>
                  <a:pt x="938563" y="97330"/>
                </a:lnTo>
                <a:lnTo>
                  <a:pt x="939606" y="97788"/>
                </a:lnTo>
                <a:lnTo>
                  <a:pt x="940667" y="98176"/>
                </a:lnTo>
                <a:lnTo>
                  <a:pt x="941748" y="98493"/>
                </a:lnTo>
                <a:lnTo>
                  <a:pt x="942847" y="98740"/>
                </a:lnTo>
                <a:lnTo>
                  <a:pt x="943965" y="98916"/>
                </a:lnTo>
                <a:lnTo>
                  <a:pt x="945102" y="99022"/>
                </a:lnTo>
                <a:lnTo>
                  <a:pt x="946257" y="99057"/>
                </a:lnTo>
                <a:lnTo>
                  <a:pt x="947065" y="99037"/>
                </a:lnTo>
                <a:lnTo>
                  <a:pt x="947847" y="98977"/>
                </a:lnTo>
                <a:lnTo>
                  <a:pt x="948604" y="98877"/>
                </a:lnTo>
                <a:lnTo>
                  <a:pt x="949336" y="98737"/>
                </a:lnTo>
                <a:lnTo>
                  <a:pt x="950043" y="98557"/>
                </a:lnTo>
                <a:lnTo>
                  <a:pt x="950724" y="98337"/>
                </a:lnTo>
                <a:lnTo>
                  <a:pt x="951380" y="98077"/>
                </a:lnTo>
                <a:lnTo>
                  <a:pt x="952011" y="97777"/>
                </a:lnTo>
                <a:lnTo>
                  <a:pt x="952617" y="97437"/>
                </a:lnTo>
                <a:lnTo>
                  <a:pt x="953197" y="97057"/>
                </a:lnTo>
                <a:lnTo>
                  <a:pt x="953752" y="96637"/>
                </a:lnTo>
                <a:lnTo>
                  <a:pt x="954282" y="96177"/>
                </a:lnTo>
                <a:lnTo>
                  <a:pt x="954777" y="95689"/>
                </a:lnTo>
                <a:lnTo>
                  <a:pt x="955230" y="95184"/>
                </a:lnTo>
                <a:lnTo>
                  <a:pt x="955639" y="94663"/>
                </a:lnTo>
                <a:lnTo>
                  <a:pt x="956006" y="94126"/>
                </a:lnTo>
                <a:lnTo>
                  <a:pt x="956329" y="93572"/>
                </a:lnTo>
                <a:lnTo>
                  <a:pt x="956609" y="93002"/>
                </a:lnTo>
                <a:lnTo>
                  <a:pt x="956846" y="92416"/>
                </a:lnTo>
                <a:lnTo>
                  <a:pt x="957040" y="91814"/>
                </a:lnTo>
                <a:lnTo>
                  <a:pt x="957191" y="91195"/>
                </a:lnTo>
                <a:lnTo>
                  <a:pt x="957298" y="90560"/>
                </a:lnTo>
                <a:lnTo>
                  <a:pt x="957363" y="89908"/>
                </a:lnTo>
                <a:lnTo>
                  <a:pt x="957385" y="89241"/>
                </a:lnTo>
                <a:lnTo>
                  <a:pt x="957361" y="88433"/>
                </a:lnTo>
                <a:lnTo>
                  <a:pt x="957289" y="87648"/>
                </a:lnTo>
                <a:lnTo>
                  <a:pt x="957168" y="86884"/>
                </a:lnTo>
                <a:lnTo>
                  <a:pt x="957000" y="86142"/>
                </a:lnTo>
                <a:lnTo>
                  <a:pt x="956784" y="85422"/>
                </a:lnTo>
                <a:lnTo>
                  <a:pt x="956520" y="84723"/>
                </a:lnTo>
                <a:lnTo>
                  <a:pt x="956207" y="84046"/>
                </a:lnTo>
                <a:lnTo>
                  <a:pt x="955847" y="83391"/>
                </a:lnTo>
                <a:lnTo>
                  <a:pt x="955439" y="82758"/>
                </a:lnTo>
                <a:lnTo>
                  <a:pt x="954982" y="82147"/>
                </a:lnTo>
                <a:lnTo>
                  <a:pt x="954478" y="81557"/>
                </a:lnTo>
                <a:lnTo>
                  <a:pt x="953925" y="80989"/>
                </a:lnTo>
                <a:lnTo>
                  <a:pt x="953301" y="80420"/>
                </a:lnTo>
                <a:lnTo>
                  <a:pt x="952581" y="79825"/>
                </a:lnTo>
                <a:lnTo>
                  <a:pt x="951765" y="79207"/>
                </a:lnTo>
                <a:lnTo>
                  <a:pt x="950854" y="78563"/>
                </a:lnTo>
                <a:lnTo>
                  <a:pt x="949847" y="77895"/>
                </a:lnTo>
                <a:lnTo>
                  <a:pt x="948745" y="77202"/>
                </a:lnTo>
                <a:lnTo>
                  <a:pt x="947547" y="76484"/>
                </a:lnTo>
                <a:lnTo>
                  <a:pt x="946253" y="75742"/>
                </a:lnTo>
                <a:lnTo>
                  <a:pt x="944864" y="74975"/>
                </a:lnTo>
                <a:lnTo>
                  <a:pt x="943379" y="74183"/>
                </a:lnTo>
                <a:lnTo>
                  <a:pt x="941799" y="73367"/>
                </a:lnTo>
                <a:lnTo>
                  <a:pt x="940123" y="72526"/>
                </a:lnTo>
                <a:lnTo>
                  <a:pt x="938449" y="71679"/>
                </a:lnTo>
                <a:lnTo>
                  <a:pt x="936873" y="70846"/>
                </a:lnTo>
                <a:lnTo>
                  <a:pt x="935397" y="70027"/>
                </a:lnTo>
                <a:lnTo>
                  <a:pt x="934020" y="69221"/>
                </a:lnTo>
                <a:lnTo>
                  <a:pt x="932742" y="68430"/>
                </a:lnTo>
                <a:lnTo>
                  <a:pt x="931563" y="67652"/>
                </a:lnTo>
                <a:lnTo>
                  <a:pt x="930483" y="66888"/>
                </a:lnTo>
                <a:lnTo>
                  <a:pt x="929503" y="66138"/>
                </a:lnTo>
                <a:lnTo>
                  <a:pt x="928621" y="65402"/>
                </a:lnTo>
                <a:lnTo>
                  <a:pt x="927838" y="64680"/>
                </a:lnTo>
                <a:lnTo>
                  <a:pt x="927155" y="63972"/>
                </a:lnTo>
                <a:lnTo>
                  <a:pt x="926570" y="63277"/>
                </a:lnTo>
                <a:lnTo>
                  <a:pt x="926058" y="62586"/>
                </a:lnTo>
                <a:lnTo>
                  <a:pt x="925589" y="61866"/>
                </a:lnTo>
                <a:lnTo>
                  <a:pt x="925166" y="61116"/>
                </a:lnTo>
                <a:lnTo>
                  <a:pt x="924787" y="60337"/>
                </a:lnTo>
                <a:lnTo>
                  <a:pt x="924453" y="59528"/>
                </a:lnTo>
                <a:lnTo>
                  <a:pt x="924163" y="58689"/>
                </a:lnTo>
                <a:lnTo>
                  <a:pt x="923918" y="57820"/>
                </a:lnTo>
                <a:lnTo>
                  <a:pt x="923717" y="56922"/>
                </a:lnTo>
                <a:lnTo>
                  <a:pt x="923561" y="55995"/>
                </a:lnTo>
                <a:lnTo>
                  <a:pt x="923450" y="55037"/>
                </a:lnTo>
                <a:lnTo>
                  <a:pt x="923383" y="54050"/>
                </a:lnTo>
                <a:lnTo>
                  <a:pt x="923360" y="53033"/>
                </a:lnTo>
                <a:lnTo>
                  <a:pt x="923399" y="51712"/>
                </a:lnTo>
                <a:lnTo>
                  <a:pt x="923514" y="50427"/>
                </a:lnTo>
                <a:lnTo>
                  <a:pt x="923706" y="49179"/>
                </a:lnTo>
                <a:lnTo>
                  <a:pt x="923975" y="47967"/>
                </a:lnTo>
                <a:lnTo>
                  <a:pt x="924320" y="46792"/>
                </a:lnTo>
                <a:lnTo>
                  <a:pt x="924742" y="45654"/>
                </a:lnTo>
                <a:lnTo>
                  <a:pt x="925241" y="44551"/>
                </a:lnTo>
                <a:lnTo>
                  <a:pt x="925817" y="43486"/>
                </a:lnTo>
                <a:lnTo>
                  <a:pt x="926470" y="42457"/>
                </a:lnTo>
                <a:lnTo>
                  <a:pt x="927199" y="41465"/>
                </a:lnTo>
                <a:lnTo>
                  <a:pt x="928006" y="40509"/>
                </a:lnTo>
                <a:lnTo>
                  <a:pt x="928888" y="39590"/>
                </a:lnTo>
                <a:lnTo>
                  <a:pt x="929832" y="38726"/>
                </a:lnTo>
                <a:lnTo>
                  <a:pt x="930821" y="37937"/>
                </a:lnTo>
                <a:lnTo>
                  <a:pt x="931855" y="37224"/>
                </a:lnTo>
                <a:lnTo>
                  <a:pt x="932934" y="36586"/>
                </a:lnTo>
                <a:lnTo>
                  <a:pt x="934059" y="36022"/>
                </a:lnTo>
                <a:lnTo>
                  <a:pt x="935228" y="35534"/>
                </a:lnTo>
                <a:lnTo>
                  <a:pt x="936442" y="35121"/>
                </a:lnTo>
                <a:lnTo>
                  <a:pt x="937702" y="34783"/>
                </a:lnTo>
                <a:lnTo>
                  <a:pt x="939006" y="34520"/>
                </a:lnTo>
                <a:lnTo>
                  <a:pt x="940356" y="34332"/>
                </a:lnTo>
                <a:lnTo>
                  <a:pt x="941750" y="34220"/>
                </a:lnTo>
                <a:lnTo>
                  <a:pt x="943190" y="34182"/>
                </a:lnTo>
                <a:lnTo>
                  <a:pt x="943843" y="34194"/>
                </a:lnTo>
                <a:lnTo>
                  <a:pt x="944520" y="34228"/>
                </a:lnTo>
                <a:lnTo>
                  <a:pt x="945218" y="34285"/>
                </a:lnTo>
                <a:lnTo>
                  <a:pt x="945940" y="34364"/>
                </a:lnTo>
                <a:lnTo>
                  <a:pt x="946685" y="34466"/>
                </a:lnTo>
                <a:lnTo>
                  <a:pt x="947452" y="34592"/>
                </a:lnTo>
                <a:lnTo>
                  <a:pt x="948242" y="34739"/>
                </a:lnTo>
                <a:lnTo>
                  <a:pt x="949055" y="34910"/>
                </a:lnTo>
                <a:lnTo>
                  <a:pt x="949891" y="35103"/>
                </a:lnTo>
                <a:lnTo>
                  <a:pt x="950749" y="35320"/>
                </a:lnTo>
                <a:lnTo>
                  <a:pt x="951630" y="35558"/>
                </a:lnTo>
                <a:lnTo>
                  <a:pt x="952534" y="35820"/>
                </a:lnTo>
                <a:lnTo>
                  <a:pt x="953124" y="35991"/>
                </a:lnTo>
                <a:lnTo>
                  <a:pt x="953679" y="36146"/>
                </a:lnTo>
                <a:lnTo>
                  <a:pt x="954202" y="36287"/>
                </a:lnTo>
                <a:lnTo>
                  <a:pt x="954690" y="36413"/>
                </a:lnTo>
                <a:lnTo>
                  <a:pt x="955145" y="36525"/>
                </a:lnTo>
                <a:lnTo>
                  <a:pt x="955566" y="36621"/>
                </a:lnTo>
                <a:lnTo>
                  <a:pt x="955953" y="36703"/>
                </a:lnTo>
                <a:lnTo>
                  <a:pt x="956307" y="36770"/>
                </a:lnTo>
                <a:lnTo>
                  <a:pt x="956627" y="36821"/>
                </a:lnTo>
                <a:lnTo>
                  <a:pt x="956913" y="36859"/>
                </a:lnTo>
                <a:lnTo>
                  <a:pt x="957166" y="36881"/>
                </a:lnTo>
                <a:lnTo>
                  <a:pt x="957385" y="36888"/>
                </a:lnTo>
                <a:lnTo>
                  <a:pt x="957571" y="36885"/>
                </a:lnTo>
                <a:lnTo>
                  <a:pt x="957751" y="36874"/>
                </a:lnTo>
                <a:lnTo>
                  <a:pt x="957924" y="36857"/>
                </a:lnTo>
                <a:lnTo>
                  <a:pt x="958090" y="36833"/>
                </a:lnTo>
                <a:lnTo>
                  <a:pt x="958249" y="36802"/>
                </a:lnTo>
                <a:lnTo>
                  <a:pt x="958401" y="36764"/>
                </a:lnTo>
                <a:lnTo>
                  <a:pt x="958546" y="36719"/>
                </a:lnTo>
                <a:lnTo>
                  <a:pt x="958684" y="36667"/>
                </a:lnTo>
                <a:lnTo>
                  <a:pt x="958816" y="36608"/>
                </a:lnTo>
                <a:lnTo>
                  <a:pt x="958940" y="36542"/>
                </a:lnTo>
                <a:lnTo>
                  <a:pt x="959057" y="36469"/>
                </a:lnTo>
                <a:lnTo>
                  <a:pt x="959168" y="36390"/>
                </a:lnTo>
                <a:lnTo>
                  <a:pt x="959276" y="36298"/>
                </a:lnTo>
                <a:lnTo>
                  <a:pt x="959388" y="36190"/>
                </a:lnTo>
                <a:lnTo>
                  <a:pt x="959502" y="36065"/>
                </a:lnTo>
                <a:lnTo>
                  <a:pt x="959620" y="35923"/>
                </a:lnTo>
                <a:lnTo>
                  <a:pt x="959740" y="35764"/>
                </a:lnTo>
                <a:lnTo>
                  <a:pt x="959863" y="35589"/>
                </a:lnTo>
                <a:lnTo>
                  <a:pt x="959990" y="35396"/>
                </a:lnTo>
                <a:lnTo>
                  <a:pt x="960119" y="35187"/>
                </a:lnTo>
                <a:lnTo>
                  <a:pt x="960251" y="34961"/>
                </a:lnTo>
                <a:lnTo>
                  <a:pt x="960386" y="34718"/>
                </a:lnTo>
                <a:lnTo>
                  <a:pt x="960525" y="34459"/>
                </a:lnTo>
                <a:lnTo>
                  <a:pt x="960666" y="34182"/>
                </a:lnTo>
                <a:lnTo>
                  <a:pt x="963020" y="34182"/>
                </a:lnTo>
                <a:close/>
                <a:moveTo>
                  <a:pt x="1034678" y="36034"/>
                </a:moveTo>
                <a:lnTo>
                  <a:pt x="1034678" y="75557"/>
                </a:lnTo>
                <a:lnTo>
                  <a:pt x="1034681" y="77383"/>
                </a:lnTo>
                <a:lnTo>
                  <a:pt x="1034692" y="79087"/>
                </a:lnTo>
                <a:lnTo>
                  <a:pt x="1034711" y="80669"/>
                </a:lnTo>
                <a:lnTo>
                  <a:pt x="1034737" y="82128"/>
                </a:lnTo>
                <a:lnTo>
                  <a:pt x="1034770" y="83466"/>
                </a:lnTo>
                <a:lnTo>
                  <a:pt x="1034811" y="84681"/>
                </a:lnTo>
                <a:lnTo>
                  <a:pt x="1034860" y="85774"/>
                </a:lnTo>
                <a:lnTo>
                  <a:pt x="1034915" y="86745"/>
                </a:lnTo>
                <a:lnTo>
                  <a:pt x="1034978" y="87594"/>
                </a:lnTo>
                <a:lnTo>
                  <a:pt x="1035049" y="88321"/>
                </a:lnTo>
                <a:lnTo>
                  <a:pt x="1035127" y="88925"/>
                </a:lnTo>
                <a:lnTo>
                  <a:pt x="1035213" y="89408"/>
                </a:lnTo>
                <a:lnTo>
                  <a:pt x="1035306" y="89818"/>
                </a:lnTo>
                <a:lnTo>
                  <a:pt x="1035409" y="90208"/>
                </a:lnTo>
                <a:lnTo>
                  <a:pt x="1035520" y="90576"/>
                </a:lnTo>
                <a:lnTo>
                  <a:pt x="1035641" y="90923"/>
                </a:lnTo>
                <a:lnTo>
                  <a:pt x="1035770" y="91249"/>
                </a:lnTo>
                <a:lnTo>
                  <a:pt x="1035908" y="91553"/>
                </a:lnTo>
                <a:lnTo>
                  <a:pt x="1036055" y="91836"/>
                </a:lnTo>
                <a:lnTo>
                  <a:pt x="1036211" y="92098"/>
                </a:lnTo>
                <a:lnTo>
                  <a:pt x="1036376" y="92338"/>
                </a:lnTo>
                <a:lnTo>
                  <a:pt x="1036550" y="92558"/>
                </a:lnTo>
                <a:lnTo>
                  <a:pt x="1036733" y="92756"/>
                </a:lnTo>
                <a:lnTo>
                  <a:pt x="1036924" y="92933"/>
                </a:lnTo>
                <a:lnTo>
                  <a:pt x="1037123" y="93092"/>
                </a:lnTo>
                <a:lnTo>
                  <a:pt x="1037328" y="93237"/>
                </a:lnTo>
                <a:lnTo>
                  <a:pt x="1037537" y="93369"/>
                </a:lnTo>
                <a:lnTo>
                  <a:pt x="1037753" y="93487"/>
                </a:lnTo>
                <a:lnTo>
                  <a:pt x="1037973" y="93590"/>
                </a:lnTo>
                <a:lnTo>
                  <a:pt x="1038199" y="93680"/>
                </a:lnTo>
                <a:lnTo>
                  <a:pt x="1038431" y="93757"/>
                </a:lnTo>
                <a:lnTo>
                  <a:pt x="1038668" y="93819"/>
                </a:lnTo>
                <a:lnTo>
                  <a:pt x="1038911" y="93867"/>
                </a:lnTo>
                <a:lnTo>
                  <a:pt x="1039158" y="93902"/>
                </a:lnTo>
                <a:lnTo>
                  <a:pt x="1039412" y="93923"/>
                </a:lnTo>
                <a:lnTo>
                  <a:pt x="1039671" y="93930"/>
                </a:lnTo>
                <a:lnTo>
                  <a:pt x="1040043" y="93921"/>
                </a:lnTo>
                <a:lnTo>
                  <a:pt x="1040424" y="93896"/>
                </a:lnTo>
                <a:lnTo>
                  <a:pt x="1040812" y="93854"/>
                </a:lnTo>
                <a:lnTo>
                  <a:pt x="1041208" y="93795"/>
                </a:lnTo>
                <a:lnTo>
                  <a:pt x="1041612" y="93719"/>
                </a:lnTo>
                <a:lnTo>
                  <a:pt x="1042024" y="93627"/>
                </a:lnTo>
                <a:lnTo>
                  <a:pt x="1042445" y="93518"/>
                </a:lnTo>
                <a:lnTo>
                  <a:pt x="1042873" y="93392"/>
                </a:lnTo>
                <a:lnTo>
                  <a:pt x="1043308" y="93249"/>
                </a:lnTo>
                <a:lnTo>
                  <a:pt x="1043752" y="93089"/>
                </a:lnTo>
                <a:lnTo>
                  <a:pt x="1044204" y="92912"/>
                </a:lnTo>
                <a:lnTo>
                  <a:pt x="1044664" y="92719"/>
                </a:lnTo>
                <a:lnTo>
                  <a:pt x="1045662" y="95211"/>
                </a:lnTo>
                <a:lnTo>
                  <a:pt x="1026118" y="103259"/>
                </a:lnTo>
                <a:lnTo>
                  <a:pt x="1022908" y="103259"/>
                </a:lnTo>
                <a:lnTo>
                  <a:pt x="1022908" y="89443"/>
                </a:lnTo>
                <a:lnTo>
                  <a:pt x="1021533" y="90915"/>
                </a:lnTo>
                <a:lnTo>
                  <a:pt x="1020214" y="92294"/>
                </a:lnTo>
                <a:lnTo>
                  <a:pt x="1018949" y="93578"/>
                </a:lnTo>
                <a:lnTo>
                  <a:pt x="1017741" y="94768"/>
                </a:lnTo>
                <a:lnTo>
                  <a:pt x="1016588" y="95865"/>
                </a:lnTo>
                <a:lnTo>
                  <a:pt x="1015490" y="96867"/>
                </a:lnTo>
                <a:lnTo>
                  <a:pt x="1014448" y="97776"/>
                </a:lnTo>
                <a:lnTo>
                  <a:pt x="1013461" y="98590"/>
                </a:lnTo>
                <a:lnTo>
                  <a:pt x="1012530" y="99311"/>
                </a:lnTo>
                <a:lnTo>
                  <a:pt x="1011654" y="99937"/>
                </a:lnTo>
                <a:lnTo>
                  <a:pt x="1010834" y="100470"/>
                </a:lnTo>
                <a:lnTo>
                  <a:pt x="1010069" y="100909"/>
                </a:lnTo>
                <a:lnTo>
                  <a:pt x="1009328" y="101284"/>
                </a:lnTo>
                <a:lnTo>
                  <a:pt x="1008581" y="101627"/>
                </a:lnTo>
                <a:lnTo>
                  <a:pt x="1007826" y="101937"/>
                </a:lnTo>
                <a:lnTo>
                  <a:pt x="1007065" y="102214"/>
                </a:lnTo>
                <a:lnTo>
                  <a:pt x="1006297" y="102459"/>
                </a:lnTo>
                <a:lnTo>
                  <a:pt x="1005522" y="102671"/>
                </a:lnTo>
                <a:lnTo>
                  <a:pt x="1004739" y="102851"/>
                </a:lnTo>
                <a:lnTo>
                  <a:pt x="1003950" y="102997"/>
                </a:lnTo>
                <a:lnTo>
                  <a:pt x="1003154" y="103112"/>
                </a:lnTo>
                <a:lnTo>
                  <a:pt x="1002351" y="103193"/>
                </a:lnTo>
                <a:lnTo>
                  <a:pt x="1001542" y="103242"/>
                </a:lnTo>
                <a:lnTo>
                  <a:pt x="1000725" y="103259"/>
                </a:lnTo>
                <a:lnTo>
                  <a:pt x="999819" y="103237"/>
                </a:lnTo>
                <a:lnTo>
                  <a:pt x="998935" y="103171"/>
                </a:lnTo>
                <a:lnTo>
                  <a:pt x="998070" y="103060"/>
                </a:lnTo>
                <a:lnTo>
                  <a:pt x="997226" y="102906"/>
                </a:lnTo>
                <a:lnTo>
                  <a:pt x="996402" y="102708"/>
                </a:lnTo>
                <a:lnTo>
                  <a:pt x="995598" y="102466"/>
                </a:lnTo>
                <a:lnTo>
                  <a:pt x="994814" y="102180"/>
                </a:lnTo>
                <a:lnTo>
                  <a:pt x="994051" y="101850"/>
                </a:lnTo>
                <a:lnTo>
                  <a:pt x="993309" y="101476"/>
                </a:lnTo>
                <a:lnTo>
                  <a:pt x="992586" y="101058"/>
                </a:lnTo>
                <a:lnTo>
                  <a:pt x="991884" y="100596"/>
                </a:lnTo>
                <a:lnTo>
                  <a:pt x="991202" y="100090"/>
                </a:lnTo>
                <a:lnTo>
                  <a:pt x="990548" y="99549"/>
                </a:lnTo>
                <a:lnTo>
                  <a:pt x="989927" y="98983"/>
                </a:lnTo>
                <a:lnTo>
                  <a:pt x="989341" y="98392"/>
                </a:lnTo>
                <a:lnTo>
                  <a:pt x="988789" y="97775"/>
                </a:lnTo>
                <a:lnTo>
                  <a:pt x="988271" y="97133"/>
                </a:lnTo>
                <a:lnTo>
                  <a:pt x="987787" y="96467"/>
                </a:lnTo>
                <a:lnTo>
                  <a:pt x="987338" y="95775"/>
                </a:lnTo>
                <a:lnTo>
                  <a:pt x="986922" y="95057"/>
                </a:lnTo>
                <a:lnTo>
                  <a:pt x="986541" y="94315"/>
                </a:lnTo>
                <a:lnTo>
                  <a:pt x="986194" y="93547"/>
                </a:lnTo>
                <a:lnTo>
                  <a:pt x="985881" y="92754"/>
                </a:lnTo>
                <a:lnTo>
                  <a:pt x="985603" y="91936"/>
                </a:lnTo>
                <a:lnTo>
                  <a:pt x="985352" y="91076"/>
                </a:lnTo>
                <a:lnTo>
                  <a:pt x="985123" y="90159"/>
                </a:lnTo>
                <a:lnTo>
                  <a:pt x="984916" y="89185"/>
                </a:lnTo>
                <a:lnTo>
                  <a:pt x="984731" y="88154"/>
                </a:lnTo>
                <a:lnTo>
                  <a:pt x="984568" y="87065"/>
                </a:lnTo>
                <a:lnTo>
                  <a:pt x="984426" y="85918"/>
                </a:lnTo>
                <a:lnTo>
                  <a:pt x="984306" y="84715"/>
                </a:lnTo>
                <a:lnTo>
                  <a:pt x="984208" y="83453"/>
                </a:lnTo>
                <a:lnTo>
                  <a:pt x="984132" y="82135"/>
                </a:lnTo>
                <a:lnTo>
                  <a:pt x="984077" y="80759"/>
                </a:lnTo>
                <a:lnTo>
                  <a:pt x="984044" y="79326"/>
                </a:lnTo>
                <a:lnTo>
                  <a:pt x="984034" y="77836"/>
                </a:lnTo>
                <a:lnTo>
                  <a:pt x="984034" y="48710"/>
                </a:lnTo>
                <a:lnTo>
                  <a:pt x="984027" y="47958"/>
                </a:lnTo>
                <a:lnTo>
                  <a:pt x="984006" y="47246"/>
                </a:lnTo>
                <a:lnTo>
                  <a:pt x="983971" y="46573"/>
                </a:lnTo>
                <a:lnTo>
                  <a:pt x="983923" y="45940"/>
                </a:lnTo>
                <a:lnTo>
                  <a:pt x="983860" y="45347"/>
                </a:lnTo>
                <a:lnTo>
                  <a:pt x="983784" y="44793"/>
                </a:lnTo>
                <a:lnTo>
                  <a:pt x="983694" y="44279"/>
                </a:lnTo>
                <a:lnTo>
                  <a:pt x="983590" y="43804"/>
                </a:lnTo>
                <a:lnTo>
                  <a:pt x="983472" y="43369"/>
                </a:lnTo>
                <a:lnTo>
                  <a:pt x="983340" y="42973"/>
                </a:lnTo>
                <a:lnTo>
                  <a:pt x="983194" y="42617"/>
                </a:lnTo>
                <a:lnTo>
                  <a:pt x="983035" y="42300"/>
                </a:lnTo>
                <a:lnTo>
                  <a:pt x="982862" y="42009"/>
                </a:lnTo>
                <a:lnTo>
                  <a:pt x="982675" y="41730"/>
                </a:lnTo>
                <a:lnTo>
                  <a:pt x="982475" y="41461"/>
                </a:lnTo>
                <a:lnTo>
                  <a:pt x="982262" y="41205"/>
                </a:lnTo>
                <a:lnTo>
                  <a:pt x="982036" y="40959"/>
                </a:lnTo>
                <a:lnTo>
                  <a:pt x="981796" y="40725"/>
                </a:lnTo>
                <a:lnTo>
                  <a:pt x="981542" y="40502"/>
                </a:lnTo>
                <a:lnTo>
                  <a:pt x="981275" y="40291"/>
                </a:lnTo>
                <a:lnTo>
                  <a:pt x="980995" y="40091"/>
                </a:lnTo>
                <a:lnTo>
                  <a:pt x="980702" y="39902"/>
                </a:lnTo>
                <a:lnTo>
                  <a:pt x="980395" y="39725"/>
                </a:lnTo>
                <a:lnTo>
                  <a:pt x="980075" y="39559"/>
                </a:lnTo>
                <a:lnTo>
                  <a:pt x="979726" y="39406"/>
                </a:lnTo>
                <a:lnTo>
                  <a:pt x="979333" y="39267"/>
                </a:lnTo>
                <a:lnTo>
                  <a:pt x="978896" y="39143"/>
                </a:lnTo>
                <a:lnTo>
                  <a:pt x="978414" y="39033"/>
                </a:lnTo>
                <a:lnTo>
                  <a:pt x="977889" y="38937"/>
                </a:lnTo>
                <a:lnTo>
                  <a:pt x="977320" y="38855"/>
                </a:lnTo>
                <a:lnTo>
                  <a:pt x="976706" y="38788"/>
                </a:lnTo>
                <a:lnTo>
                  <a:pt x="976049" y="38736"/>
                </a:lnTo>
                <a:lnTo>
                  <a:pt x="975347" y="38697"/>
                </a:lnTo>
                <a:lnTo>
                  <a:pt x="974601" y="38673"/>
                </a:lnTo>
                <a:lnTo>
                  <a:pt x="973811" y="38664"/>
                </a:lnTo>
                <a:lnTo>
                  <a:pt x="972977" y="38669"/>
                </a:lnTo>
                <a:lnTo>
                  <a:pt x="972977" y="36034"/>
                </a:lnTo>
                <a:lnTo>
                  <a:pt x="995874" y="36034"/>
                </a:lnTo>
                <a:lnTo>
                  <a:pt x="995874" y="79580"/>
                </a:lnTo>
                <a:lnTo>
                  <a:pt x="995896" y="81052"/>
                </a:lnTo>
                <a:lnTo>
                  <a:pt x="995962" y="82438"/>
                </a:lnTo>
                <a:lnTo>
                  <a:pt x="996073" y="83736"/>
                </a:lnTo>
                <a:lnTo>
                  <a:pt x="996227" y="84948"/>
                </a:lnTo>
                <a:lnTo>
                  <a:pt x="996425" y="86072"/>
                </a:lnTo>
                <a:lnTo>
                  <a:pt x="996668" y="87110"/>
                </a:lnTo>
                <a:lnTo>
                  <a:pt x="996954" y="88062"/>
                </a:lnTo>
                <a:lnTo>
                  <a:pt x="997285" y="88926"/>
                </a:lnTo>
                <a:lnTo>
                  <a:pt x="997660" y="89703"/>
                </a:lnTo>
                <a:lnTo>
                  <a:pt x="998079" y="90394"/>
                </a:lnTo>
                <a:lnTo>
                  <a:pt x="998541" y="90998"/>
                </a:lnTo>
                <a:lnTo>
                  <a:pt x="999048" y="91515"/>
                </a:lnTo>
                <a:lnTo>
                  <a:pt x="999587" y="91969"/>
                </a:lnTo>
                <a:lnTo>
                  <a:pt x="1000143" y="92383"/>
                </a:lnTo>
                <a:lnTo>
                  <a:pt x="1000718" y="92758"/>
                </a:lnTo>
                <a:lnTo>
                  <a:pt x="1001311" y="93094"/>
                </a:lnTo>
                <a:lnTo>
                  <a:pt x="1001923" y="93390"/>
                </a:lnTo>
                <a:lnTo>
                  <a:pt x="1002553" y="93646"/>
                </a:lnTo>
                <a:lnTo>
                  <a:pt x="1003201" y="93864"/>
                </a:lnTo>
                <a:lnTo>
                  <a:pt x="1003867" y="94041"/>
                </a:lnTo>
                <a:lnTo>
                  <a:pt x="1004552" y="94179"/>
                </a:lnTo>
                <a:lnTo>
                  <a:pt x="1005255" y="94278"/>
                </a:lnTo>
                <a:lnTo>
                  <a:pt x="1005977" y="94337"/>
                </a:lnTo>
                <a:lnTo>
                  <a:pt x="1006716" y="94357"/>
                </a:lnTo>
                <a:lnTo>
                  <a:pt x="1007233" y="94344"/>
                </a:lnTo>
                <a:lnTo>
                  <a:pt x="1007762" y="94304"/>
                </a:lnTo>
                <a:lnTo>
                  <a:pt x="1008301" y="94237"/>
                </a:lnTo>
                <a:lnTo>
                  <a:pt x="1008852" y="94144"/>
                </a:lnTo>
                <a:lnTo>
                  <a:pt x="1009415" y="94024"/>
                </a:lnTo>
                <a:lnTo>
                  <a:pt x="1009989" y="93877"/>
                </a:lnTo>
                <a:lnTo>
                  <a:pt x="1010574" y="93704"/>
                </a:lnTo>
                <a:lnTo>
                  <a:pt x="1011171" y="93504"/>
                </a:lnTo>
                <a:lnTo>
                  <a:pt x="1011779" y="93278"/>
                </a:lnTo>
                <a:lnTo>
                  <a:pt x="1012398" y="93025"/>
                </a:lnTo>
                <a:lnTo>
                  <a:pt x="1013029" y="92745"/>
                </a:lnTo>
                <a:lnTo>
                  <a:pt x="1013671" y="92439"/>
                </a:lnTo>
                <a:lnTo>
                  <a:pt x="1014329" y="92095"/>
                </a:lnTo>
                <a:lnTo>
                  <a:pt x="1015007" y="91703"/>
                </a:lnTo>
                <a:lnTo>
                  <a:pt x="1015706" y="91262"/>
                </a:lnTo>
                <a:lnTo>
                  <a:pt x="1016425" y="90773"/>
                </a:lnTo>
                <a:lnTo>
                  <a:pt x="1017164" y="90236"/>
                </a:lnTo>
                <a:lnTo>
                  <a:pt x="1017924" y="89651"/>
                </a:lnTo>
                <a:lnTo>
                  <a:pt x="1018704" y="89017"/>
                </a:lnTo>
                <a:lnTo>
                  <a:pt x="1019504" y="88335"/>
                </a:lnTo>
                <a:lnTo>
                  <a:pt x="1020325" y="87605"/>
                </a:lnTo>
                <a:lnTo>
                  <a:pt x="1021166" y="86826"/>
                </a:lnTo>
                <a:lnTo>
                  <a:pt x="1022027" y="85999"/>
                </a:lnTo>
                <a:lnTo>
                  <a:pt x="1022908" y="85124"/>
                </a:lnTo>
                <a:lnTo>
                  <a:pt x="1022908" y="48258"/>
                </a:lnTo>
                <a:lnTo>
                  <a:pt x="1022894" y="47359"/>
                </a:lnTo>
                <a:lnTo>
                  <a:pt x="1022852" y="46510"/>
                </a:lnTo>
                <a:lnTo>
                  <a:pt x="1022781" y="45712"/>
                </a:lnTo>
                <a:lnTo>
                  <a:pt x="1022682" y="44962"/>
                </a:lnTo>
                <a:lnTo>
                  <a:pt x="1022555" y="44263"/>
                </a:lnTo>
                <a:lnTo>
                  <a:pt x="1022400" y="43614"/>
                </a:lnTo>
                <a:lnTo>
                  <a:pt x="1022216" y="43014"/>
                </a:lnTo>
                <a:lnTo>
                  <a:pt x="1022005" y="42465"/>
                </a:lnTo>
                <a:lnTo>
                  <a:pt x="1021765" y="41965"/>
                </a:lnTo>
                <a:lnTo>
                  <a:pt x="1021496" y="41515"/>
                </a:lnTo>
                <a:lnTo>
                  <a:pt x="1021200" y="41115"/>
                </a:lnTo>
                <a:lnTo>
                  <a:pt x="1020875" y="40765"/>
                </a:lnTo>
                <a:lnTo>
                  <a:pt x="1020506" y="40452"/>
                </a:lnTo>
                <a:lnTo>
                  <a:pt x="1020076" y="40164"/>
                </a:lnTo>
                <a:lnTo>
                  <a:pt x="1019585" y="39901"/>
                </a:lnTo>
                <a:lnTo>
                  <a:pt x="1019033" y="39664"/>
                </a:lnTo>
                <a:lnTo>
                  <a:pt x="1018420" y="39451"/>
                </a:lnTo>
                <a:lnTo>
                  <a:pt x="1017746" y="39264"/>
                </a:lnTo>
                <a:lnTo>
                  <a:pt x="1017011" y="39102"/>
                </a:lnTo>
                <a:lnTo>
                  <a:pt x="1016215" y="38965"/>
                </a:lnTo>
                <a:lnTo>
                  <a:pt x="1015358" y="38853"/>
                </a:lnTo>
                <a:lnTo>
                  <a:pt x="1014441" y="38766"/>
                </a:lnTo>
                <a:lnTo>
                  <a:pt x="1013462" y="38705"/>
                </a:lnTo>
                <a:lnTo>
                  <a:pt x="1012423" y="38669"/>
                </a:lnTo>
                <a:lnTo>
                  <a:pt x="1012423" y="36034"/>
                </a:lnTo>
                <a:lnTo>
                  <a:pt x="1034678" y="36034"/>
                </a:lnTo>
                <a:close/>
                <a:moveTo>
                  <a:pt x="1068345" y="47357"/>
                </a:moveTo>
                <a:lnTo>
                  <a:pt x="1069937" y="45252"/>
                </a:lnTo>
                <a:lnTo>
                  <a:pt x="1071549" y="43331"/>
                </a:lnTo>
                <a:lnTo>
                  <a:pt x="1073182" y="41593"/>
                </a:lnTo>
                <a:lnTo>
                  <a:pt x="1074836" y="40037"/>
                </a:lnTo>
                <a:lnTo>
                  <a:pt x="1076511" y="38665"/>
                </a:lnTo>
                <a:lnTo>
                  <a:pt x="1078206" y="37476"/>
                </a:lnTo>
                <a:lnTo>
                  <a:pt x="1079923" y="36469"/>
                </a:lnTo>
                <a:lnTo>
                  <a:pt x="1081660" y="35646"/>
                </a:lnTo>
                <a:lnTo>
                  <a:pt x="1083418" y="35006"/>
                </a:lnTo>
                <a:lnTo>
                  <a:pt x="1085197" y="34548"/>
                </a:lnTo>
                <a:lnTo>
                  <a:pt x="1086996" y="34274"/>
                </a:lnTo>
                <a:lnTo>
                  <a:pt x="1088817" y="34182"/>
                </a:lnTo>
                <a:lnTo>
                  <a:pt x="1090475" y="34242"/>
                </a:lnTo>
                <a:lnTo>
                  <a:pt x="1092098" y="34420"/>
                </a:lnTo>
                <a:lnTo>
                  <a:pt x="1093685" y="34718"/>
                </a:lnTo>
                <a:lnTo>
                  <a:pt x="1095236" y="35135"/>
                </a:lnTo>
                <a:lnTo>
                  <a:pt x="1096752" y="35670"/>
                </a:lnTo>
                <a:lnTo>
                  <a:pt x="1098232" y="36325"/>
                </a:lnTo>
                <a:lnTo>
                  <a:pt x="1099677" y="37099"/>
                </a:lnTo>
                <a:lnTo>
                  <a:pt x="1101085" y="37992"/>
                </a:lnTo>
                <a:lnTo>
                  <a:pt x="1102458" y="39004"/>
                </a:lnTo>
                <a:lnTo>
                  <a:pt x="1103796" y="40135"/>
                </a:lnTo>
                <a:lnTo>
                  <a:pt x="1105098" y="41385"/>
                </a:lnTo>
                <a:lnTo>
                  <a:pt x="1106364" y="42754"/>
                </a:lnTo>
                <a:lnTo>
                  <a:pt x="1107560" y="44227"/>
                </a:lnTo>
                <a:lnTo>
                  <a:pt x="1108652" y="45787"/>
                </a:lnTo>
                <a:lnTo>
                  <a:pt x="1109640" y="47434"/>
                </a:lnTo>
                <a:lnTo>
                  <a:pt x="1110525" y="49169"/>
                </a:lnTo>
                <a:lnTo>
                  <a:pt x="1111305" y="50991"/>
                </a:lnTo>
                <a:lnTo>
                  <a:pt x="1111981" y="52901"/>
                </a:lnTo>
                <a:lnTo>
                  <a:pt x="1112553" y="54898"/>
                </a:lnTo>
                <a:lnTo>
                  <a:pt x="1113021" y="56982"/>
                </a:lnTo>
                <a:lnTo>
                  <a:pt x="1113385" y="59154"/>
                </a:lnTo>
                <a:lnTo>
                  <a:pt x="1113645" y="61413"/>
                </a:lnTo>
                <a:lnTo>
                  <a:pt x="1113801" y="63760"/>
                </a:lnTo>
                <a:lnTo>
                  <a:pt x="1113853" y="66195"/>
                </a:lnTo>
                <a:lnTo>
                  <a:pt x="1113773" y="69041"/>
                </a:lnTo>
                <a:lnTo>
                  <a:pt x="1113532" y="71793"/>
                </a:lnTo>
                <a:lnTo>
                  <a:pt x="1113131" y="74451"/>
                </a:lnTo>
                <a:lnTo>
                  <a:pt x="1112569" y="77016"/>
                </a:lnTo>
                <a:lnTo>
                  <a:pt x="1111847" y="79486"/>
                </a:lnTo>
                <a:lnTo>
                  <a:pt x="1110964" y="81863"/>
                </a:lnTo>
                <a:lnTo>
                  <a:pt x="1109921" y="84146"/>
                </a:lnTo>
                <a:lnTo>
                  <a:pt x="1108718" y="86335"/>
                </a:lnTo>
                <a:lnTo>
                  <a:pt x="1107353" y="88430"/>
                </a:lnTo>
                <a:lnTo>
                  <a:pt x="1105829" y="90431"/>
                </a:lnTo>
                <a:lnTo>
                  <a:pt x="1104144" y="92339"/>
                </a:lnTo>
                <a:lnTo>
                  <a:pt x="1102298" y="94152"/>
                </a:lnTo>
                <a:lnTo>
                  <a:pt x="1100630" y="95607"/>
                </a:lnTo>
                <a:lnTo>
                  <a:pt x="1098930" y="96935"/>
                </a:lnTo>
                <a:lnTo>
                  <a:pt x="1097198" y="98136"/>
                </a:lnTo>
                <a:lnTo>
                  <a:pt x="1095434" y="99211"/>
                </a:lnTo>
                <a:lnTo>
                  <a:pt x="1093639" y="100160"/>
                </a:lnTo>
                <a:lnTo>
                  <a:pt x="1091812" y="100982"/>
                </a:lnTo>
                <a:lnTo>
                  <a:pt x="1089954" y="101678"/>
                </a:lnTo>
                <a:lnTo>
                  <a:pt x="1088064" y="102247"/>
                </a:lnTo>
                <a:lnTo>
                  <a:pt x="1086142" y="102689"/>
                </a:lnTo>
                <a:lnTo>
                  <a:pt x="1084188" y="103006"/>
                </a:lnTo>
                <a:lnTo>
                  <a:pt x="1082203" y="103195"/>
                </a:lnTo>
                <a:lnTo>
                  <a:pt x="1080186" y="103259"/>
                </a:lnTo>
                <a:lnTo>
                  <a:pt x="1079233" y="103244"/>
                </a:lnTo>
                <a:lnTo>
                  <a:pt x="1078279" y="103201"/>
                </a:lnTo>
                <a:lnTo>
                  <a:pt x="1077321" y="103129"/>
                </a:lnTo>
                <a:lnTo>
                  <a:pt x="1076362" y="103029"/>
                </a:lnTo>
                <a:lnTo>
                  <a:pt x="1075399" y="102900"/>
                </a:lnTo>
                <a:lnTo>
                  <a:pt x="1074435" y="102742"/>
                </a:lnTo>
                <a:lnTo>
                  <a:pt x="1073468" y="102556"/>
                </a:lnTo>
                <a:lnTo>
                  <a:pt x="1072498" y="102341"/>
                </a:lnTo>
                <a:lnTo>
                  <a:pt x="1071526" y="102097"/>
                </a:lnTo>
                <a:lnTo>
                  <a:pt x="1070551" y="101824"/>
                </a:lnTo>
                <a:lnTo>
                  <a:pt x="1069574" y="101523"/>
                </a:lnTo>
                <a:lnTo>
                  <a:pt x="1068595" y="101193"/>
                </a:lnTo>
                <a:lnTo>
                  <a:pt x="1067612" y="100835"/>
                </a:lnTo>
                <a:lnTo>
                  <a:pt x="1066626" y="100448"/>
                </a:lnTo>
                <a:lnTo>
                  <a:pt x="1065637" y="100032"/>
                </a:lnTo>
                <a:lnTo>
                  <a:pt x="1064644" y="99587"/>
                </a:lnTo>
                <a:lnTo>
                  <a:pt x="1063647" y="99114"/>
                </a:lnTo>
                <a:lnTo>
                  <a:pt x="1062648" y="98612"/>
                </a:lnTo>
                <a:lnTo>
                  <a:pt x="1061644" y="98081"/>
                </a:lnTo>
                <a:lnTo>
                  <a:pt x="1060638" y="97522"/>
                </a:lnTo>
                <a:lnTo>
                  <a:pt x="1059627" y="96934"/>
                </a:lnTo>
                <a:lnTo>
                  <a:pt x="1058614" y="96317"/>
                </a:lnTo>
                <a:lnTo>
                  <a:pt x="1057596" y="95672"/>
                </a:lnTo>
                <a:lnTo>
                  <a:pt x="1056576" y="94998"/>
                </a:lnTo>
                <a:lnTo>
                  <a:pt x="1056576" y="27417"/>
                </a:lnTo>
                <a:lnTo>
                  <a:pt x="1056572" y="25625"/>
                </a:lnTo>
                <a:lnTo>
                  <a:pt x="1056561" y="23951"/>
                </a:lnTo>
                <a:lnTo>
                  <a:pt x="1056542" y="22396"/>
                </a:lnTo>
                <a:lnTo>
                  <a:pt x="1056516" y="20960"/>
                </a:lnTo>
                <a:lnTo>
                  <a:pt x="1056483" y="19643"/>
                </a:lnTo>
                <a:lnTo>
                  <a:pt x="1056442" y="18444"/>
                </a:lnTo>
                <a:lnTo>
                  <a:pt x="1056394" y="17364"/>
                </a:lnTo>
                <a:lnTo>
                  <a:pt x="1056338" y="16403"/>
                </a:lnTo>
                <a:lnTo>
                  <a:pt x="1056275" y="15560"/>
                </a:lnTo>
                <a:lnTo>
                  <a:pt x="1056204" y="14836"/>
                </a:lnTo>
                <a:lnTo>
                  <a:pt x="1056126" y="14231"/>
                </a:lnTo>
                <a:lnTo>
                  <a:pt x="1056041" y="13744"/>
                </a:lnTo>
                <a:lnTo>
                  <a:pt x="1055947" y="13328"/>
                </a:lnTo>
                <a:lnTo>
                  <a:pt x="1055846" y="12935"/>
                </a:lnTo>
                <a:lnTo>
                  <a:pt x="1055735" y="12565"/>
                </a:lnTo>
                <a:lnTo>
                  <a:pt x="1055617" y="12217"/>
                </a:lnTo>
                <a:lnTo>
                  <a:pt x="1055490" y="11892"/>
                </a:lnTo>
                <a:lnTo>
                  <a:pt x="1055354" y="11590"/>
                </a:lnTo>
                <a:lnTo>
                  <a:pt x="1055210" y="11310"/>
                </a:lnTo>
                <a:lnTo>
                  <a:pt x="1055058" y="11054"/>
                </a:lnTo>
                <a:lnTo>
                  <a:pt x="1054897" y="10820"/>
                </a:lnTo>
                <a:lnTo>
                  <a:pt x="1054728" y="10609"/>
                </a:lnTo>
                <a:lnTo>
                  <a:pt x="1054550" y="10420"/>
                </a:lnTo>
                <a:lnTo>
                  <a:pt x="1054364" y="10255"/>
                </a:lnTo>
                <a:lnTo>
                  <a:pt x="1054170" y="10107"/>
                </a:lnTo>
                <a:lnTo>
                  <a:pt x="1053968" y="9972"/>
                </a:lnTo>
                <a:lnTo>
                  <a:pt x="1053758" y="9850"/>
                </a:lnTo>
                <a:lnTo>
                  <a:pt x="1053540" y="9740"/>
                </a:lnTo>
                <a:lnTo>
                  <a:pt x="1053314" y="9644"/>
                </a:lnTo>
                <a:lnTo>
                  <a:pt x="1053081" y="9560"/>
                </a:lnTo>
                <a:lnTo>
                  <a:pt x="1052839" y="9490"/>
                </a:lnTo>
                <a:lnTo>
                  <a:pt x="1052589" y="9432"/>
                </a:lnTo>
                <a:lnTo>
                  <a:pt x="1052332" y="9387"/>
                </a:lnTo>
                <a:lnTo>
                  <a:pt x="1052066" y="9355"/>
                </a:lnTo>
                <a:lnTo>
                  <a:pt x="1051793" y="9335"/>
                </a:lnTo>
                <a:lnTo>
                  <a:pt x="1051511" y="9329"/>
                </a:lnTo>
                <a:lnTo>
                  <a:pt x="1051171" y="9337"/>
                </a:lnTo>
                <a:lnTo>
                  <a:pt x="1050818" y="9361"/>
                </a:lnTo>
                <a:lnTo>
                  <a:pt x="1050450" y="9400"/>
                </a:lnTo>
                <a:lnTo>
                  <a:pt x="1050069" y="9455"/>
                </a:lnTo>
                <a:lnTo>
                  <a:pt x="1049674" y="9527"/>
                </a:lnTo>
                <a:lnTo>
                  <a:pt x="1049264" y="9614"/>
                </a:lnTo>
                <a:lnTo>
                  <a:pt x="1048841" y="9717"/>
                </a:lnTo>
                <a:lnTo>
                  <a:pt x="1048404" y="9835"/>
                </a:lnTo>
                <a:lnTo>
                  <a:pt x="1047954" y="9970"/>
                </a:lnTo>
                <a:lnTo>
                  <a:pt x="1047489" y="10120"/>
                </a:lnTo>
                <a:lnTo>
                  <a:pt x="1047011" y="10286"/>
                </a:lnTo>
                <a:lnTo>
                  <a:pt x="1046518" y="10468"/>
                </a:lnTo>
                <a:lnTo>
                  <a:pt x="1045520" y="7976"/>
                </a:lnTo>
                <a:lnTo>
                  <a:pt x="1065135" y="0"/>
                </a:lnTo>
                <a:lnTo>
                  <a:pt x="1068345" y="0"/>
                </a:lnTo>
                <a:lnTo>
                  <a:pt x="1068345" y="47357"/>
                </a:lnTo>
                <a:moveTo>
                  <a:pt x="1068345" y="51894"/>
                </a:moveTo>
                <a:lnTo>
                  <a:pt x="1068345" y="90816"/>
                </a:lnTo>
                <a:lnTo>
                  <a:pt x="1068953" y="91396"/>
                </a:lnTo>
                <a:lnTo>
                  <a:pt x="1069565" y="91951"/>
                </a:lnTo>
                <a:lnTo>
                  <a:pt x="1070180" y="92482"/>
                </a:lnTo>
                <a:lnTo>
                  <a:pt x="1070798" y="92990"/>
                </a:lnTo>
                <a:lnTo>
                  <a:pt x="1071420" y="93473"/>
                </a:lnTo>
                <a:lnTo>
                  <a:pt x="1072045" y="93931"/>
                </a:lnTo>
                <a:lnTo>
                  <a:pt x="1072674" y="94366"/>
                </a:lnTo>
                <a:lnTo>
                  <a:pt x="1073306" y="94777"/>
                </a:lnTo>
                <a:lnTo>
                  <a:pt x="1073942" y="95163"/>
                </a:lnTo>
                <a:lnTo>
                  <a:pt x="1074581" y="95525"/>
                </a:lnTo>
                <a:lnTo>
                  <a:pt x="1075224" y="95863"/>
                </a:lnTo>
                <a:lnTo>
                  <a:pt x="1075870" y="96177"/>
                </a:lnTo>
                <a:lnTo>
                  <a:pt x="1076519" y="96467"/>
                </a:lnTo>
                <a:lnTo>
                  <a:pt x="1077171" y="96731"/>
                </a:lnTo>
                <a:lnTo>
                  <a:pt x="1077825" y="96970"/>
                </a:lnTo>
                <a:lnTo>
                  <a:pt x="1078482" y="97184"/>
                </a:lnTo>
                <a:lnTo>
                  <a:pt x="1079141" y="97372"/>
                </a:lnTo>
                <a:lnTo>
                  <a:pt x="1079802" y="97536"/>
                </a:lnTo>
                <a:lnTo>
                  <a:pt x="1080466" y="97674"/>
                </a:lnTo>
                <a:lnTo>
                  <a:pt x="1081133" y="97788"/>
                </a:lnTo>
                <a:lnTo>
                  <a:pt x="1081802" y="97876"/>
                </a:lnTo>
                <a:lnTo>
                  <a:pt x="1082473" y="97938"/>
                </a:lnTo>
                <a:lnTo>
                  <a:pt x="1083147" y="97976"/>
                </a:lnTo>
                <a:lnTo>
                  <a:pt x="1083824" y="97989"/>
                </a:lnTo>
                <a:lnTo>
                  <a:pt x="1084899" y="97939"/>
                </a:lnTo>
                <a:lnTo>
                  <a:pt x="1085962" y="97792"/>
                </a:lnTo>
                <a:lnTo>
                  <a:pt x="1087013" y="97545"/>
                </a:lnTo>
                <a:lnTo>
                  <a:pt x="1088052" y="97200"/>
                </a:lnTo>
                <a:lnTo>
                  <a:pt x="1089078" y="96756"/>
                </a:lnTo>
                <a:lnTo>
                  <a:pt x="1090092" y="96213"/>
                </a:lnTo>
                <a:lnTo>
                  <a:pt x="1091093" y="95572"/>
                </a:lnTo>
                <a:lnTo>
                  <a:pt x="1092082" y="94833"/>
                </a:lnTo>
                <a:lnTo>
                  <a:pt x="1093059" y="93994"/>
                </a:lnTo>
                <a:lnTo>
                  <a:pt x="1094023" y="93057"/>
                </a:lnTo>
                <a:lnTo>
                  <a:pt x="1094975" y="92022"/>
                </a:lnTo>
                <a:lnTo>
                  <a:pt x="1095914" y="90888"/>
                </a:lnTo>
                <a:lnTo>
                  <a:pt x="1096808" y="89659"/>
                </a:lnTo>
                <a:lnTo>
                  <a:pt x="1097625" y="88340"/>
                </a:lnTo>
                <a:lnTo>
                  <a:pt x="1098364" y="86932"/>
                </a:lnTo>
                <a:lnTo>
                  <a:pt x="1099025" y="85434"/>
                </a:lnTo>
                <a:lnTo>
                  <a:pt x="1099608" y="83846"/>
                </a:lnTo>
                <a:lnTo>
                  <a:pt x="1100113" y="82168"/>
                </a:lnTo>
                <a:lnTo>
                  <a:pt x="1100541" y="80401"/>
                </a:lnTo>
                <a:lnTo>
                  <a:pt x="1100891" y="78544"/>
                </a:lnTo>
                <a:lnTo>
                  <a:pt x="1101163" y="76597"/>
                </a:lnTo>
                <a:lnTo>
                  <a:pt x="1101358" y="74561"/>
                </a:lnTo>
                <a:lnTo>
                  <a:pt x="1101474" y="72434"/>
                </a:lnTo>
                <a:lnTo>
                  <a:pt x="1101513" y="70218"/>
                </a:lnTo>
                <a:lnTo>
                  <a:pt x="1101474" y="68175"/>
                </a:lnTo>
                <a:lnTo>
                  <a:pt x="1101358" y="66212"/>
                </a:lnTo>
                <a:lnTo>
                  <a:pt x="1101163" y="64330"/>
                </a:lnTo>
                <a:lnTo>
                  <a:pt x="1100891" y="62528"/>
                </a:lnTo>
                <a:lnTo>
                  <a:pt x="1100541" y="60806"/>
                </a:lnTo>
                <a:lnTo>
                  <a:pt x="1100113" y="59165"/>
                </a:lnTo>
                <a:lnTo>
                  <a:pt x="1099608" y="57604"/>
                </a:lnTo>
                <a:lnTo>
                  <a:pt x="1099025" y="56124"/>
                </a:lnTo>
                <a:lnTo>
                  <a:pt x="1098364" y="54724"/>
                </a:lnTo>
                <a:lnTo>
                  <a:pt x="1097625" y="53404"/>
                </a:lnTo>
                <a:lnTo>
                  <a:pt x="1096808" y="52165"/>
                </a:lnTo>
                <a:lnTo>
                  <a:pt x="1095914" y="51006"/>
                </a:lnTo>
                <a:lnTo>
                  <a:pt x="1094970" y="49934"/>
                </a:lnTo>
                <a:lnTo>
                  <a:pt x="1094005" y="48955"/>
                </a:lnTo>
                <a:lnTo>
                  <a:pt x="1093018" y="48070"/>
                </a:lnTo>
                <a:lnTo>
                  <a:pt x="1092011" y="47277"/>
                </a:lnTo>
                <a:lnTo>
                  <a:pt x="1090982" y="46578"/>
                </a:lnTo>
                <a:lnTo>
                  <a:pt x="1089931" y="45972"/>
                </a:lnTo>
                <a:lnTo>
                  <a:pt x="1088859" y="45460"/>
                </a:lnTo>
                <a:lnTo>
                  <a:pt x="1087767" y="45040"/>
                </a:lnTo>
                <a:lnTo>
                  <a:pt x="1086652" y="44714"/>
                </a:lnTo>
                <a:lnTo>
                  <a:pt x="1085517" y="44481"/>
                </a:lnTo>
                <a:lnTo>
                  <a:pt x="1084360" y="44341"/>
                </a:lnTo>
                <a:lnTo>
                  <a:pt x="1083182" y="44294"/>
                </a:lnTo>
                <a:lnTo>
                  <a:pt x="1082552" y="44308"/>
                </a:lnTo>
                <a:lnTo>
                  <a:pt x="1081921" y="44348"/>
                </a:lnTo>
                <a:lnTo>
                  <a:pt x="1081291" y="44414"/>
                </a:lnTo>
                <a:lnTo>
                  <a:pt x="1080661" y="44507"/>
                </a:lnTo>
                <a:lnTo>
                  <a:pt x="1080031" y="44627"/>
                </a:lnTo>
                <a:lnTo>
                  <a:pt x="1079401" y="44774"/>
                </a:lnTo>
                <a:lnTo>
                  <a:pt x="1078771" y="44947"/>
                </a:lnTo>
                <a:lnTo>
                  <a:pt x="1078141" y="45147"/>
                </a:lnTo>
                <a:lnTo>
                  <a:pt x="1077511" y="45373"/>
                </a:lnTo>
                <a:lnTo>
                  <a:pt x="1076881" y="45626"/>
                </a:lnTo>
                <a:lnTo>
                  <a:pt x="1076251" y="45906"/>
                </a:lnTo>
                <a:lnTo>
                  <a:pt x="1075621" y="46213"/>
                </a:lnTo>
                <a:lnTo>
                  <a:pt x="1075134" y="46469"/>
                </a:lnTo>
                <a:lnTo>
                  <a:pt x="1074626" y="46765"/>
                </a:lnTo>
                <a:lnTo>
                  <a:pt x="1074096" y="47100"/>
                </a:lnTo>
                <a:lnTo>
                  <a:pt x="1073544" y="47475"/>
                </a:lnTo>
                <a:lnTo>
                  <a:pt x="1072971" y="47889"/>
                </a:lnTo>
                <a:lnTo>
                  <a:pt x="1072375" y="48343"/>
                </a:lnTo>
                <a:lnTo>
                  <a:pt x="1071758" y="48836"/>
                </a:lnTo>
                <a:lnTo>
                  <a:pt x="1071119" y="49369"/>
                </a:lnTo>
                <a:lnTo>
                  <a:pt x="1070458" y="49941"/>
                </a:lnTo>
                <a:lnTo>
                  <a:pt x="1069776" y="50552"/>
                </a:lnTo>
                <a:lnTo>
                  <a:pt x="1069071" y="51204"/>
                </a:lnTo>
                <a:lnTo>
                  <a:pt x="1068345" y="51894"/>
                </a:lnTo>
                <a:close/>
                <a:moveTo>
                  <a:pt x="1165710" y="34182"/>
                </a:moveTo>
                <a:lnTo>
                  <a:pt x="1165710" y="56258"/>
                </a:lnTo>
                <a:lnTo>
                  <a:pt x="1163356" y="56258"/>
                </a:lnTo>
                <a:lnTo>
                  <a:pt x="1162894" y="54573"/>
                </a:lnTo>
                <a:lnTo>
                  <a:pt x="1162410" y="52981"/>
                </a:lnTo>
                <a:lnTo>
                  <a:pt x="1161905" y="51480"/>
                </a:lnTo>
                <a:lnTo>
                  <a:pt x="1161379" y="50072"/>
                </a:lnTo>
                <a:lnTo>
                  <a:pt x="1160831" y="48756"/>
                </a:lnTo>
                <a:lnTo>
                  <a:pt x="1160262" y="47533"/>
                </a:lnTo>
                <a:lnTo>
                  <a:pt x="1159672" y="46402"/>
                </a:lnTo>
                <a:lnTo>
                  <a:pt x="1159060" y="45363"/>
                </a:lnTo>
                <a:lnTo>
                  <a:pt x="1158428" y="44416"/>
                </a:lnTo>
                <a:lnTo>
                  <a:pt x="1157773" y="43561"/>
                </a:lnTo>
                <a:lnTo>
                  <a:pt x="1157098" y="42799"/>
                </a:lnTo>
                <a:lnTo>
                  <a:pt x="1156401" y="42129"/>
                </a:lnTo>
                <a:lnTo>
                  <a:pt x="1155678" y="41531"/>
                </a:lnTo>
                <a:lnTo>
                  <a:pt x="1154922" y="40985"/>
                </a:lnTo>
                <a:lnTo>
                  <a:pt x="1154134" y="40490"/>
                </a:lnTo>
                <a:lnTo>
                  <a:pt x="1153314" y="40048"/>
                </a:lnTo>
                <a:lnTo>
                  <a:pt x="1152462" y="39658"/>
                </a:lnTo>
                <a:lnTo>
                  <a:pt x="1151578" y="39320"/>
                </a:lnTo>
                <a:lnTo>
                  <a:pt x="1150661" y="39034"/>
                </a:lnTo>
                <a:lnTo>
                  <a:pt x="1149712" y="38800"/>
                </a:lnTo>
                <a:lnTo>
                  <a:pt x="1148731" y="38618"/>
                </a:lnTo>
                <a:lnTo>
                  <a:pt x="1147718" y="38488"/>
                </a:lnTo>
                <a:lnTo>
                  <a:pt x="1146673" y="38410"/>
                </a:lnTo>
                <a:lnTo>
                  <a:pt x="1145595" y="38384"/>
                </a:lnTo>
                <a:lnTo>
                  <a:pt x="1144776" y="38402"/>
                </a:lnTo>
                <a:lnTo>
                  <a:pt x="1143984" y="38457"/>
                </a:lnTo>
                <a:lnTo>
                  <a:pt x="1143219" y="38548"/>
                </a:lnTo>
                <a:lnTo>
                  <a:pt x="1142480" y="38676"/>
                </a:lnTo>
                <a:lnTo>
                  <a:pt x="1141768" y="38841"/>
                </a:lnTo>
                <a:lnTo>
                  <a:pt x="1141083" y="39042"/>
                </a:lnTo>
                <a:lnTo>
                  <a:pt x="1140425" y="39280"/>
                </a:lnTo>
                <a:lnTo>
                  <a:pt x="1139793" y="39554"/>
                </a:lnTo>
                <a:lnTo>
                  <a:pt x="1139189" y="39865"/>
                </a:lnTo>
                <a:lnTo>
                  <a:pt x="1138611" y="40212"/>
                </a:lnTo>
                <a:lnTo>
                  <a:pt x="1138059" y="40596"/>
                </a:lnTo>
                <a:lnTo>
                  <a:pt x="1137535" y="41016"/>
                </a:lnTo>
                <a:lnTo>
                  <a:pt x="1137045" y="41459"/>
                </a:lnTo>
                <a:lnTo>
                  <a:pt x="1136597" y="41909"/>
                </a:lnTo>
                <a:lnTo>
                  <a:pt x="1136193" y="42367"/>
                </a:lnTo>
                <a:lnTo>
                  <a:pt x="1135831" y="42833"/>
                </a:lnTo>
                <a:lnTo>
                  <a:pt x="1135511" y="43308"/>
                </a:lnTo>
                <a:lnTo>
                  <a:pt x="1135234" y="43790"/>
                </a:lnTo>
                <a:lnTo>
                  <a:pt x="1135000" y="44280"/>
                </a:lnTo>
                <a:lnTo>
                  <a:pt x="1134808" y="44778"/>
                </a:lnTo>
                <a:lnTo>
                  <a:pt x="1134659" y="45284"/>
                </a:lnTo>
                <a:lnTo>
                  <a:pt x="1134553" y="45798"/>
                </a:lnTo>
                <a:lnTo>
                  <a:pt x="1134489" y="46319"/>
                </a:lnTo>
                <a:lnTo>
                  <a:pt x="1134468" y="46849"/>
                </a:lnTo>
                <a:lnTo>
                  <a:pt x="1134483" y="47505"/>
                </a:lnTo>
                <a:lnTo>
                  <a:pt x="1134531" y="48145"/>
                </a:lnTo>
                <a:lnTo>
                  <a:pt x="1134610" y="48770"/>
                </a:lnTo>
                <a:lnTo>
                  <a:pt x="1134721" y="49378"/>
                </a:lnTo>
                <a:lnTo>
                  <a:pt x="1134864" y="49971"/>
                </a:lnTo>
                <a:lnTo>
                  <a:pt x="1135038" y="50548"/>
                </a:lnTo>
                <a:lnTo>
                  <a:pt x="1135244" y="51109"/>
                </a:lnTo>
                <a:lnTo>
                  <a:pt x="1135482" y="51654"/>
                </a:lnTo>
                <a:lnTo>
                  <a:pt x="1135751" y="52183"/>
                </a:lnTo>
                <a:lnTo>
                  <a:pt x="1136053" y="52697"/>
                </a:lnTo>
                <a:lnTo>
                  <a:pt x="1136385" y="53195"/>
                </a:lnTo>
                <a:lnTo>
                  <a:pt x="1136750" y="53677"/>
                </a:lnTo>
                <a:lnTo>
                  <a:pt x="1137150" y="54165"/>
                </a:lnTo>
                <a:lnTo>
                  <a:pt x="1137614" y="54659"/>
                </a:lnTo>
                <a:lnTo>
                  <a:pt x="1138141" y="55157"/>
                </a:lnTo>
                <a:lnTo>
                  <a:pt x="1138731" y="55661"/>
                </a:lnTo>
                <a:lnTo>
                  <a:pt x="1139385" y="56169"/>
                </a:lnTo>
                <a:lnTo>
                  <a:pt x="1140103" y="56683"/>
                </a:lnTo>
                <a:lnTo>
                  <a:pt x="1140883" y="57201"/>
                </a:lnTo>
                <a:lnTo>
                  <a:pt x="1141727" y="57724"/>
                </a:lnTo>
                <a:lnTo>
                  <a:pt x="1142635" y="58252"/>
                </a:lnTo>
                <a:lnTo>
                  <a:pt x="1143606" y="58785"/>
                </a:lnTo>
                <a:lnTo>
                  <a:pt x="1144640" y="59323"/>
                </a:lnTo>
                <a:lnTo>
                  <a:pt x="1145738" y="59865"/>
                </a:lnTo>
                <a:lnTo>
                  <a:pt x="1156152" y="64917"/>
                </a:lnTo>
                <a:lnTo>
                  <a:pt x="1158464" y="66122"/>
                </a:lnTo>
                <a:lnTo>
                  <a:pt x="1160576" y="67389"/>
                </a:lnTo>
                <a:lnTo>
                  <a:pt x="1162487" y="68718"/>
                </a:lnTo>
                <a:lnTo>
                  <a:pt x="1164196" y="70109"/>
                </a:lnTo>
                <a:lnTo>
                  <a:pt x="1165704" y="71563"/>
                </a:lnTo>
                <a:lnTo>
                  <a:pt x="1167012" y="73079"/>
                </a:lnTo>
                <a:lnTo>
                  <a:pt x="1168118" y="74658"/>
                </a:lnTo>
                <a:lnTo>
                  <a:pt x="1169023" y="76298"/>
                </a:lnTo>
                <a:lnTo>
                  <a:pt x="1169727" y="78001"/>
                </a:lnTo>
                <a:lnTo>
                  <a:pt x="1170229" y="79766"/>
                </a:lnTo>
                <a:lnTo>
                  <a:pt x="1170531" y="81594"/>
                </a:lnTo>
                <a:lnTo>
                  <a:pt x="1170632" y="83484"/>
                </a:lnTo>
                <a:lnTo>
                  <a:pt x="1170585" y="84941"/>
                </a:lnTo>
                <a:lnTo>
                  <a:pt x="1170444" y="86351"/>
                </a:lnTo>
                <a:lnTo>
                  <a:pt x="1170210" y="87713"/>
                </a:lnTo>
                <a:lnTo>
                  <a:pt x="1169883" y="89028"/>
                </a:lnTo>
                <a:lnTo>
                  <a:pt x="1169461" y="90294"/>
                </a:lnTo>
                <a:lnTo>
                  <a:pt x="1168946" y="91512"/>
                </a:lnTo>
                <a:lnTo>
                  <a:pt x="1168338" y="92683"/>
                </a:lnTo>
                <a:lnTo>
                  <a:pt x="1167636" y="93806"/>
                </a:lnTo>
                <a:lnTo>
                  <a:pt x="1166840" y="94880"/>
                </a:lnTo>
                <a:lnTo>
                  <a:pt x="1165951" y="95907"/>
                </a:lnTo>
                <a:lnTo>
                  <a:pt x="1164968" y="96886"/>
                </a:lnTo>
                <a:lnTo>
                  <a:pt x="1163891" y="97817"/>
                </a:lnTo>
                <a:lnTo>
                  <a:pt x="1162756" y="98686"/>
                </a:lnTo>
                <a:lnTo>
                  <a:pt x="1161599" y="99480"/>
                </a:lnTo>
                <a:lnTo>
                  <a:pt x="1160420" y="100198"/>
                </a:lnTo>
                <a:lnTo>
                  <a:pt x="1159219" y="100840"/>
                </a:lnTo>
                <a:lnTo>
                  <a:pt x="1157995" y="101407"/>
                </a:lnTo>
                <a:lnTo>
                  <a:pt x="1156749" y="101898"/>
                </a:lnTo>
                <a:lnTo>
                  <a:pt x="1155481" y="102314"/>
                </a:lnTo>
                <a:lnTo>
                  <a:pt x="1154190" y="102654"/>
                </a:lnTo>
                <a:lnTo>
                  <a:pt x="1152877" y="102918"/>
                </a:lnTo>
                <a:lnTo>
                  <a:pt x="1151542" y="103107"/>
                </a:lnTo>
                <a:lnTo>
                  <a:pt x="1150185" y="103221"/>
                </a:lnTo>
                <a:lnTo>
                  <a:pt x="1148805" y="103259"/>
                </a:lnTo>
                <a:lnTo>
                  <a:pt x="1147794" y="103244"/>
                </a:lnTo>
                <a:lnTo>
                  <a:pt x="1146760" y="103199"/>
                </a:lnTo>
                <a:lnTo>
                  <a:pt x="1145702" y="103125"/>
                </a:lnTo>
                <a:lnTo>
                  <a:pt x="1144620" y="103021"/>
                </a:lnTo>
                <a:lnTo>
                  <a:pt x="1143514" y="102888"/>
                </a:lnTo>
                <a:lnTo>
                  <a:pt x="1142385" y="102724"/>
                </a:lnTo>
                <a:lnTo>
                  <a:pt x="1141232" y="102532"/>
                </a:lnTo>
                <a:lnTo>
                  <a:pt x="1140055" y="102309"/>
                </a:lnTo>
                <a:lnTo>
                  <a:pt x="1138854" y="102057"/>
                </a:lnTo>
                <a:lnTo>
                  <a:pt x="1137630" y="101775"/>
                </a:lnTo>
                <a:lnTo>
                  <a:pt x="1136382" y="101463"/>
                </a:lnTo>
                <a:lnTo>
                  <a:pt x="1135109" y="101122"/>
                </a:lnTo>
                <a:lnTo>
                  <a:pt x="1134723" y="101008"/>
                </a:lnTo>
                <a:lnTo>
                  <a:pt x="1134349" y="100905"/>
                </a:lnTo>
                <a:lnTo>
                  <a:pt x="1133986" y="100811"/>
                </a:lnTo>
                <a:lnTo>
                  <a:pt x="1133635" y="100727"/>
                </a:lnTo>
                <a:lnTo>
                  <a:pt x="1133297" y="100652"/>
                </a:lnTo>
                <a:lnTo>
                  <a:pt x="1132970" y="100588"/>
                </a:lnTo>
                <a:lnTo>
                  <a:pt x="1132655" y="100534"/>
                </a:lnTo>
                <a:lnTo>
                  <a:pt x="1132351" y="100489"/>
                </a:lnTo>
                <a:lnTo>
                  <a:pt x="1132060" y="100455"/>
                </a:lnTo>
                <a:lnTo>
                  <a:pt x="1131781" y="100430"/>
                </a:lnTo>
                <a:lnTo>
                  <a:pt x="1131513" y="100415"/>
                </a:lnTo>
                <a:lnTo>
                  <a:pt x="1131258" y="100410"/>
                </a:lnTo>
                <a:lnTo>
                  <a:pt x="1130989" y="100423"/>
                </a:lnTo>
                <a:lnTo>
                  <a:pt x="1130731" y="100461"/>
                </a:lnTo>
                <a:lnTo>
                  <a:pt x="1130482" y="100526"/>
                </a:lnTo>
                <a:lnTo>
                  <a:pt x="1130243" y="100616"/>
                </a:lnTo>
                <a:lnTo>
                  <a:pt x="1130014" y="100731"/>
                </a:lnTo>
                <a:lnTo>
                  <a:pt x="1129795" y="100873"/>
                </a:lnTo>
                <a:lnTo>
                  <a:pt x="1129586" y="101040"/>
                </a:lnTo>
                <a:lnTo>
                  <a:pt x="1129387" y="101233"/>
                </a:lnTo>
                <a:lnTo>
                  <a:pt x="1129198" y="101452"/>
                </a:lnTo>
                <a:lnTo>
                  <a:pt x="1129019" y="101696"/>
                </a:lnTo>
                <a:lnTo>
                  <a:pt x="1128849" y="101966"/>
                </a:lnTo>
                <a:lnTo>
                  <a:pt x="1128690" y="102262"/>
                </a:lnTo>
                <a:lnTo>
                  <a:pt x="1126336" y="102262"/>
                </a:lnTo>
                <a:lnTo>
                  <a:pt x="1126336" y="78904"/>
                </a:lnTo>
                <a:lnTo>
                  <a:pt x="1128690" y="78904"/>
                </a:lnTo>
                <a:lnTo>
                  <a:pt x="1129048" y="80537"/>
                </a:lnTo>
                <a:lnTo>
                  <a:pt x="1129457" y="82102"/>
                </a:lnTo>
                <a:lnTo>
                  <a:pt x="1129916" y="83598"/>
                </a:lnTo>
                <a:lnTo>
                  <a:pt x="1130425" y="85026"/>
                </a:lnTo>
                <a:lnTo>
                  <a:pt x="1130986" y="86385"/>
                </a:lnTo>
                <a:lnTo>
                  <a:pt x="1131596" y="87676"/>
                </a:lnTo>
                <a:lnTo>
                  <a:pt x="1132258" y="88899"/>
                </a:lnTo>
                <a:lnTo>
                  <a:pt x="1132970" y="90053"/>
                </a:lnTo>
                <a:lnTo>
                  <a:pt x="1133732" y="91138"/>
                </a:lnTo>
                <a:lnTo>
                  <a:pt x="1134545" y="92155"/>
                </a:lnTo>
                <a:lnTo>
                  <a:pt x="1135408" y="93103"/>
                </a:lnTo>
                <a:lnTo>
                  <a:pt x="1136322" y="93983"/>
                </a:lnTo>
                <a:lnTo>
                  <a:pt x="1137271" y="94793"/>
                </a:lnTo>
                <a:lnTo>
                  <a:pt x="1138238" y="95533"/>
                </a:lnTo>
                <a:lnTo>
                  <a:pt x="1139224" y="96203"/>
                </a:lnTo>
                <a:lnTo>
                  <a:pt x="1140229" y="96802"/>
                </a:lnTo>
                <a:lnTo>
                  <a:pt x="1141253" y="97330"/>
                </a:lnTo>
                <a:lnTo>
                  <a:pt x="1142296" y="97788"/>
                </a:lnTo>
                <a:lnTo>
                  <a:pt x="1143357" y="98176"/>
                </a:lnTo>
                <a:lnTo>
                  <a:pt x="1144438" y="98493"/>
                </a:lnTo>
                <a:lnTo>
                  <a:pt x="1145537" y="98740"/>
                </a:lnTo>
                <a:lnTo>
                  <a:pt x="1146655" y="98916"/>
                </a:lnTo>
                <a:lnTo>
                  <a:pt x="1147792" y="99022"/>
                </a:lnTo>
                <a:lnTo>
                  <a:pt x="1148947" y="99057"/>
                </a:lnTo>
                <a:lnTo>
                  <a:pt x="1149755" y="99037"/>
                </a:lnTo>
                <a:lnTo>
                  <a:pt x="1150537" y="98977"/>
                </a:lnTo>
                <a:lnTo>
                  <a:pt x="1151295" y="98877"/>
                </a:lnTo>
                <a:lnTo>
                  <a:pt x="1152026" y="98737"/>
                </a:lnTo>
                <a:lnTo>
                  <a:pt x="1152733" y="98557"/>
                </a:lnTo>
                <a:lnTo>
                  <a:pt x="1153414" y="98337"/>
                </a:lnTo>
                <a:lnTo>
                  <a:pt x="1154070" y="98077"/>
                </a:lnTo>
                <a:lnTo>
                  <a:pt x="1154701" y="97777"/>
                </a:lnTo>
                <a:lnTo>
                  <a:pt x="1155307" y="97437"/>
                </a:lnTo>
                <a:lnTo>
                  <a:pt x="1155887" y="97057"/>
                </a:lnTo>
                <a:lnTo>
                  <a:pt x="1156442" y="96637"/>
                </a:lnTo>
                <a:lnTo>
                  <a:pt x="1156972" y="96177"/>
                </a:lnTo>
                <a:lnTo>
                  <a:pt x="1157468" y="95689"/>
                </a:lnTo>
                <a:lnTo>
                  <a:pt x="1157920" y="95184"/>
                </a:lnTo>
                <a:lnTo>
                  <a:pt x="1158329" y="94663"/>
                </a:lnTo>
                <a:lnTo>
                  <a:pt x="1158696" y="94126"/>
                </a:lnTo>
                <a:lnTo>
                  <a:pt x="1159019" y="93572"/>
                </a:lnTo>
                <a:lnTo>
                  <a:pt x="1159299" y="93002"/>
                </a:lnTo>
                <a:lnTo>
                  <a:pt x="1159536" y="92416"/>
                </a:lnTo>
                <a:lnTo>
                  <a:pt x="1159730" y="91814"/>
                </a:lnTo>
                <a:lnTo>
                  <a:pt x="1159881" y="91195"/>
                </a:lnTo>
                <a:lnTo>
                  <a:pt x="1159989" y="90560"/>
                </a:lnTo>
                <a:lnTo>
                  <a:pt x="1160053" y="89908"/>
                </a:lnTo>
                <a:lnTo>
                  <a:pt x="1160075" y="89241"/>
                </a:lnTo>
                <a:lnTo>
                  <a:pt x="1160051" y="88433"/>
                </a:lnTo>
                <a:lnTo>
                  <a:pt x="1159979" y="87648"/>
                </a:lnTo>
                <a:lnTo>
                  <a:pt x="1159859" y="86884"/>
                </a:lnTo>
                <a:lnTo>
                  <a:pt x="1159690" y="86142"/>
                </a:lnTo>
                <a:lnTo>
                  <a:pt x="1159474" y="85422"/>
                </a:lnTo>
                <a:lnTo>
                  <a:pt x="1159210" y="84723"/>
                </a:lnTo>
                <a:lnTo>
                  <a:pt x="1158898" y="84046"/>
                </a:lnTo>
                <a:lnTo>
                  <a:pt x="1158537" y="83391"/>
                </a:lnTo>
                <a:lnTo>
                  <a:pt x="1158129" y="82758"/>
                </a:lnTo>
                <a:lnTo>
                  <a:pt x="1157672" y="82147"/>
                </a:lnTo>
                <a:lnTo>
                  <a:pt x="1157168" y="81557"/>
                </a:lnTo>
                <a:lnTo>
                  <a:pt x="1156615" y="80989"/>
                </a:lnTo>
                <a:lnTo>
                  <a:pt x="1155991" y="80420"/>
                </a:lnTo>
                <a:lnTo>
                  <a:pt x="1155271" y="79825"/>
                </a:lnTo>
                <a:lnTo>
                  <a:pt x="1154455" y="79207"/>
                </a:lnTo>
                <a:lnTo>
                  <a:pt x="1153544" y="78563"/>
                </a:lnTo>
                <a:lnTo>
                  <a:pt x="1152537" y="77895"/>
                </a:lnTo>
                <a:lnTo>
                  <a:pt x="1151435" y="77202"/>
                </a:lnTo>
                <a:lnTo>
                  <a:pt x="1150237" y="76484"/>
                </a:lnTo>
                <a:lnTo>
                  <a:pt x="1148943" y="75742"/>
                </a:lnTo>
                <a:lnTo>
                  <a:pt x="1147554" y="74975"/>
                </a:lnTo>
                <a:lnTo>
                  <a:pt x="1146069" y="74183"/>
                </a:lnTo>
                <a:lnTo>
                  <a:pt x="1144489" y="73367"/>
                </a:lnTo>
                <a:lnTo>
                  <a:pt x="1142813" y="72526"/>
                </a:lnTo>
                <a:lnTo>
                  <a:pt x="1141139" y="71679"/>
                </a:lnTo>
                <a:lnTo>
                  <a:pt x="1139564" y="70846"/>
                </a:lnTo>
                <a:lnTo>
                  <a:pt x="1138087" y="70027"/>
                </a:lnTo>
                <a:lnTo>
                  <a:pt x="1136710" y="69221"/>
                </a:lnTo>
                <a:lnTo>
                  <a:pt x="1135432" y="68430"/>
                </a:lnTo>
                <a:lnTo>
                  <a:pt x="1134254" y="67652"/>
                </a:lnTo>
                <a:lnTo>
                  <a:pt x="1133174" y="66888"/>
                </a:lnTo>
                <a:lnTo>
                  <a:pt x="1132193" y="66138"/>
                </a:lnTo>
                <a:lnTo>
                  <a:pt x="1131311" y="65402"/>
                </a:lnTo>
                <a:lnTo>
                  <a:pt x="1130529" y="64680"/>
                </a:lnTo>
                <a:lnTo>
                  <a:pt x="1129845" y="63972"/>
                </a:lnTo>
                <a:lnTo>
                  <a:pt x="1129260" y="63277"/>
                </a:lnTo>
                <a:lnTo>
                  <a:pt x="1128748" y="62586"/>
                </a:lnTo>
                <a:lnTo>
                  <a:pt x="1128280" y="61866"/>
                </a:lnTo>
                <a:lnTo>
                  <a:pt x="1127856" y="61116"/>
                </a:lnTo>
                <a:lnTo>
                  <a:pt x="1127477" y="60337"/>
                </a:lnTo>
                <a:lnTo>
                  <a:pt x="1127143" y="59528"/>
                </a:lnTo>
                <a:lnTo>
                  <a:pt x="1126853" y="58689"/>
                </a:lnTo>
                <a:lnTo>
                  <a:pt x="1126608" y="57820"/>
                </a:lnTo>
                <a:lnTo>
                  <a:pt x="1126407" y="56922"/>
                </a:lnTo>
                <a:lnTo>
                  <a:pt x="1126251" y="55995"/>
                </a:lnTo>
                <a:lnTo>
                  <a:pt x="1126140" y="55037"/>
                </a:lnTo>
                <a:lnTo>
                  <a:pt x="1126073" y="54050"/>
                </a:lnTo>
                <a:lnTo>
                  <a:pt x="1126051" y="53033"/>
                </a:lnTo>
                <a:lnTo>
                  <a:pt x="1126089" y="51712"/>
                </a:lnTo>
                <a:lnTo>
                  <a:pt x="1126204" y="50427"/>
                </a:lnTo>
                <a:lnTo>
                  <a:pt x="1126396" y="49179"/>
                </a:lnTo>
                <a:lnTo>
                  <a:pt x="1126665" y="47967"/>
                </a:lnTo>
                <a:lnTo>
                  <a:pt x="1127010" y="46792"/>
                </a:lnTo>
                <a:lnTo>
                  <a:pt x="1127433" y="45654"/>
                </a:lnTo>
                <a:lnTo>
                  <a:pt x="1127932" y="44551"/>
                </a:lnTo>
                <a:lnTo>
                  <a:pt x="1128508" y="43486"/>
                </a:lnTo>
                <a:lnTo>
                  <a:pt x="1129160" y="42457"/>
                </a:lnTo>
                <a:lnTo>
                  <a:pt x="1129890" y="41465"/>
                </a:lnTo>
                <a:lnTo>
                  <a:pt x="1130696" y="40509"/>
                </a:lnTo>
                <a:lnTo>
                  <a:pt x="1131579" y="39590"/>
                </a:lnTo>
                <a:lnTo>
                  <a:pt x="1132523" y="38726"/>
                </a:lnTo>
                <a:lnTo>
                  <a:pt x="1133511" y="37937"/>
                </a:lnTo>
                <a:lnTo>
                  <a:pt x="1134546" y="37224"/>
                </a:lnTo>
                <a:lnTo>
                  <a:pt x="1135625" y="36586"/>
                </a:lnTo>
                <a:lnTo>
                  <a:pt x="1136749" y="36022"/>
                </a:lnTo>
                <a:lnTo>
                  <a:pt x="1137918" y="35534"/>
                </a:lnTo>
                <a:lnTo>
                  <a:pt x="1139132" y="35121"/>
                </a:lnTo>
                <a:lnTo>
                  <a:pt x="1140392" y="34783"/>
                </a:lnTo>
                <a:lnTo>
                  <a:pt x="1141696" y="34520"/>
                </a:lnTo>
                <a:lnTo>
                  <a:pt x="1143046" y="34332"/>
                </a:lnTo>
                <a:lnTo>
                  <a:pt x="1144441" y="34220"/>
                </a:lnTo>
                <a:lnTo>
                  <a:pt x="1145880" y="34182"/>
                </a:lnTo>
                <a:lnTo>
                  <a:pt x="1146534" y="34194"/>
                </a:lnTo>
                <a:lnTo>
                  <a:pt x="1147210" y="34228"/>
                </a:lnTo>
                <a:lnTo>
                  <a:pt x="1147909" y="34285"/>
                </a:lnTo>
                <a:lnTo>
                  <a:pt x="1148630" y="34364"/>
                </a:lnTo>
                <a:lnTo>
                  <a:pt x="1149375" y="34466"/>
                </a:lnTo>
                <a:lnTo>
                  <a:pt x="1150142" y="34592"/>
                </a:lnTo>
                <a:lnTo>
                  <a:pt x="1150932" y="34739"/>
                </a:lnTo>
                <a:lnTo>
                  <a:pt x="1151745" y="34910"/>
                </a:lnTo>
                <a:lnTo>
                  <a:pt x="1152581" y="35103"/>
                </a:lnTo>
                <a:lnTo>
                  <a:pt x="1153439" y="35320"/>
                </a:lnTo>
                <a:lnTo>
                  <a:pt x="1154320" y="35558"/>
                </a:lnTo>
                <a:lnTo>
                  <a:pt x="1155224" y="35820"/>
                </a:lnTo>
                <a:lnTo>
                  <a:pt x="1155814" y="35991"/>
                </a:lnTo>
                <a:lnTo>
                  <a:pt x="1156370" y="36146"/>
                </a:lnTo>
                <a:lnTo>
                  <a:pt x="1156892" y="36287"/>
                </a:lnTo>
                <a:lnTo>
                  <a:pt x="1157380" y="36413"/>
                </a:lnTo>
                <a:lnTo>
                  <a:pt x="1157835" y="36525"/>
                </a:lnTo>
                <a:lnTo>
                  <a:pt x="1158256" y="36621"/>
                </a:lnTo>
                <a:lnTo>
                  <a:pt x="1158643" y="36703"/>
                </a:lnTo>
                <a:lnTo>
                  <a:pt x="1158997" y="36770"/>
                </a:lnTo>
                <a:lnTo>
                  <a:pt x="1159317" y="36821"/>
                </a:lnTo>
                <a:lnTo>
                  <a:pt x="1159603" y="36859"/>
                </a:lnTo>
                <a:lnTo>
                  <a:pt x="1159856" y="36881"/>
                </a:lnTo>
                <a:lnTo>
                  <a:pt x="1160075" y="36888"/>
                </a:lnTo>
                <a:lnTo>
                  <a:pt x="1160262" y="36885"/>
                </a:lnTo>
                <a:lnTo>
                  <a:pt x="1160441" y="36874"/>
                </a:lnTo>
                <a:lnTo>
                  <a:pt x="1160614" y="36857"/>
                </a:lnTo>
                <a:lnTo>
                  <a:pt x="1160780" y="36833"/>
                </a:lnTo>
                <a:lnTo>
                  <a:pt x="1160939" y="36802"/>
                </a:lnTo>
                <a:lnTo>
                  <a:pt x="1161091" y="36764"/>
                </a:lnTo>
                <a:lnTo>
                  <a:pt x="1161236" y="36719"/>
                </a:lnTo>
                <a:lnTo>
                  <a:pt x="1161375" y="36667"/>
                </a:lnTo>
                <a:lnTo>
                  <a:pt x="1161506" y="36608"/>
                </a:lnTo>
                <a:lnTo>
                  <a:pt x="1161630" y="36542"/>
                </a:lnTo>
                <a:lnTo>
                  <a:pt x="1161748" y="36469"/>
                </a:lnTo>
                <a:lnTo>
                  <a:pt x="1161858" y="36390"/>
                </a:lnTo>
                <a:lnTo>
                  <a:pt x="1161967" y="36298"/>
                </a:lnTo>
                <a:lnTo>
                  <a:pt x="1162078" y="36190"/>
                </a:lnTo>
                <a:lnTo>
                  <a:pt x="1162192" y="36065"/>
                </a:lnTo>
                <a:lnTo>
                  <a:pt x="1162310" y="35923"/>
                </a:lnTo>
                <a:lnTo>
                  <a:pt x="1162430" y="35764"/>
                </a:lnTo>
                <a:lnTo>
                  <a:pt x="1162554" y="35589"/>
                </a:lnTo>
                <a:lnTo>
                  <a:pt x="1162680" y="35396"/>
                </a:lnTo>
                <a:lnTo>
                  <a:pt x="1162809" y="35187"/>
                </a:lnTo>
                <a:lnTo>
                  <a:pt x="1162941" y="34961"/>
                </a:lnTo>
                <a:lnTo>
                  <a:pt x="1163077" y="34718"/>
                </a:lnTo>
                <a:lnTo>
                  <a:pt x="1163215" y="34459"/>
                </a:lnTo>
                <a:lnTo>
                  <a:pt x="1163356" y="34182"/>
                </a:lnTo>
                <a:lnTo>
                  <a:pt x="1165710" y="34182"/>
                </a:lnTo>
                <a:close/>
                <a:moveTo>
                  <a:pt x="1191075" y="60673"/>
                </a:moveTo>
                <a:lnTo>
                  <a:pt x="1191113" y="63046"/>
                </a:lnTo>
                <a:lnTo>
                  <a:pt x="1191251" y="65331"/>
                </a:lnTo>
                <a:lnTo>
                  <a:pt x="1191489" y="67530"/>
                </a:lnTo>
                <a:lnTo>
                  <a:pt x="1191828" y="69641"/>
                </a:lnTo>
                <a:lnTo>
                  <a:pt x="1192266" y="71666"/>
                </a:lnTo>
                <a:lnTo>
                  <a:pt x="1192804" y="73605"/>
                </a:lnTo>
                <a:lnTo>
                  <a:pt x="1193443" y="75456"/>
                </a:lnTo>
                <a:lnTo>
                  <a:pt x="1194181" y="77220"/>
                </a:lnTo>
                <a:lnTo>
                  <a:pt x="1195020" y="78898"/>
                </a:lnTo>
                <a:lnTo>
                  <a:pt x="1195959" y="80489"/>
                </a:lnTo>
                <a:lnTo>
                  <a:pt x="1196997" y="81993"/>
                </a:lnTo>
                <a:lnTo>
                  <a:pt x="1198136" y="83410"/>
                </a:lnTo>
                <a:lnTo>
                  <a:pt x="1199342" y="84726"/>
                </a:lnTo>
                <a:lnTo>
                  <a:pt x="1200583" y="85928"/>
                </a:lnTo>
                <a:lnTo>
                  <a:pt x="1201859" y="87015"/>
                </a:lnTo>
                <a:lnTo>
                  <a:pt x="1203169" y="87988"/>
                </a:lnTo>
                <a:lnTo>
                  <a:pt x="1204514" y="88847"/>
                </a:lnTo>
                <a:lnTo>
                  <a:pt x="1205893" y="89591"/>
                </a:lnTo>
                <a:lnTo>
                  <a:pt x="1207308" y="90220"/>
                </a:lnTo>
                <a:lnTo>
                  <a:pt x="1208756" y="90735"/>
                </a:lnTo>
                <a:lnTo>
                  <a:pt x="1210240" y="91136"/>
                </a:lnTo>
                <a:lnTo>
                  <a:pt x="1211758" y="91422"/>
                </a:lnTo>
                <a:lnTo>
                  <a:pt x="1213311" y="91594"/>
                </a:lnTo>
                <a:lnTo>
                  <a:pt x="1214899" y="91651"/>
                </a:lnTo>
                <a:lnTo>
                  <a:pt x="1215957" y="91626"/>
                </a:lnTo>
                <a:lnTo>
                  <a:pt x="1216992" y="91553"/>
                </a:lnTo>
                <a:lnTo>
                  <a:pt x="1218004" y="91431"/>
                </a:lnTo>
                <a:lnTo>
                  <a:pt x="1218992" y="91259"/>
                </a:lnTo>
                <a:lnTo>
                  <a:pt x="1219957" y="91039"/>
                </a:lnTo>
                <a:lnTo>
                  <a:pt x="1220899" y="90770"/>
                </a:lnTo>
                <a:lnTo>
                  <a:pt x="1221818" y="90451"/>
                </a:lnTo>
                <a:lnTo>
                  <a:pt x="1222713" y="90084"/>
                </a:lnTo>
                <a:lnTo>
                  <a:pt x="1223585" y="89668"/>
                </a:lnTo>
                <a:lnTo>
                  <a:pt x="1224434" y="89203"/>
                </a:lnTo>
                <a:lnTo>
                  <a:pt x="1225260" y="88689"/>
                </a:lnTo>
                <a:lnTo>
                  <a:pt x="1226062" y="88126"/>
                </a:lnTo>
                <a:lnTo>
                  <a:pt x="1226842" y="87503"/>
                </a:lnTo>
                <a:lnTo>
                  <a:pt x="1227600" y="86811"/>
                </a:lnTo>
                <a:lnTo>
                  <a:pt x="1228338" y="86050"/>
                </a:lnTo>
                <a:lnTo>
                  <a:pt x="1229054" y="85218"/>
                </a:lnTo>
                <a:lnTo>
                  <a:pt x="1229748" y="84317"/>
                </a:lnTo>
                <a:lnTo>
                  <a:pt x="1230422" y="83346"/>
                </a:lnTo>
                <a:lnTo>
                  <a:pt x="1231074" y="82305"/>
                </a:lnTo>
                <a:lnTo>
                  <a:pt x="1231705" y="81194"/>
                </a:lnTo>
                <a:lnTo>
                  <a:pt x="1232314" y="80014"/>
                </a:lnTo>
                <a:lnTo>
                  <a:pt x="1232902" y="78764"/>
                </a:lnTo>
                <a:lnTo>
                  <a:pt x="1233469" y="77445"/>
                </a:lnTo>
                <a:lnTo>
                  <a:pt x="1234015" y="76055"/>
                </a:lnTo>
                <a:lnTo>
                  <a:pt x="1236226" y="77480"/>
                </a:lnTo>
                <a:lnTo>
                  <a:pt x="1235937" y="79093"/>
                </a:lnTo>
                <a:lnTo>
                  <a:pt x="1235568" y="80683"/>
                </a:lnTo>
                <a:lnTo>
                  <a:pt x="1235121" y="82249"/>
                </a:lnTo>
                <a:lnTo>
                  <a:pt x="1234594" y="83790"/>
                </a:lnTo>
                <a:lnTo>
                  <a:pt x="1233987" y="85307"/>
                </a:lnTo>
                <a:lnTo>
                  <a:pt x="1233302" y="86799"/>
                </a:lnTo>
                <a:lnTo>
                  <a:pt x="1232537" y="88268"/>
                </a:lnTo>
                <a:lnTo>
                  <a:pt x="1231693" y="89712"/>
                </a:lnTo>
                <a:lnTo>
                  <a:pt x="1230769" y="91132"/>
                </a:lnTo>
                <a:lnTo>
                  <a:pt x="1229767" y="92528"/>
                </a:lnTo>
                <a:lnTo>
                  <a:pt x="1228685" y="93900"/>
                </a:lnTo>
                <a:lnTo>
                  <a:pt x="1227524" y="95247"/>
                </a:lnTo>
                <a:lnTo>
                  <a:pt x="1226298" y="96527"/>
                </a:lnTo>
                <a:lnTo>
                  <a:pt x="1225022" y="97695"/>
                </a:lnTo>
                <a:lnTo>
                  <a:pt x="1223694" y="98752"/>
                </a:lnTo>
                <a:lnTo>
                  <a:pt x="1222317" y="99698"/>
                </a:lnTo>
                <a:lnTo>
                  <a:pt x="1220889" y="100532"/>
                </a:lnTo>
                <a:lnTo>
                  <a:pt x="1219410" y="101256"/>
                </a:lnTo>
                <a:lnTo>
                  <a:pt x="1217881" y="101868"/>
                </a:lnTo>
                <a:lnTo>
                  <a:pt x="1216301" y="102368"/>
                </a:lnTo>
                <a:lnTo>
                  <a:pt x="1214671" y="102758"/>
                </a:lnTo>
                <a:lnTo>
                  <a:pt x="1212991" y="103036"/>
                </a:lnTo>
                <a:lnTo>
                  <a:pt x="1211259" y="103203"/>
                </a:lnTo>
                <a:lnTo>
                  <a:pt x="1209478" y="103259"/>
                </a:lnTo>
                <a:lnTo>
                  <a:pt x="1207540" y="103195"/>
                </a:lnTo>
                <a:lnTo>
                  <a:pt x="1205649" y="103005"/>
                </a:lnTo>
                <a:lnTo>
                  <a:pt x="1203805" y="102688"/>
                </a:lnTo>
                <a:lnTo>
                  <a:pt x="1202008" y="102244"/>
                </a:lnTo>
                <a:lnTo>
                  <a:pt x="1200258" y="101673"/>
                </a:lnTo>
                <a:lnTo>
                  <a:pt x="1198555" y="100976"/>
                </a:lnTo>
                <a:lnTo>
                  <a:pt x="1196900" y="100152"/>
                </a:lnTo>
                <a:lnTo>
                  <a:pt x="1195291" y="99200"/>
                </a:lnTo>
                <a:lnTo>
                  <a:pt x="1193729" y="98122"/>
                </a:lnTo>
                <a:lnTo>
                  <a:pt x="1192215" y="96918"/>
                </a:lnTo>
                <a:lnTo>
                  <a:pt x="1190747" y="95586"/>
                </a:lnTo>
                <a:lnTo>
                  <a:pt x="1189327" y="94128"/>
                </a:lnTo>
                <a:lnTo>
                  <a:pt x="1187988" y="92562"/>
                </a:lnTo>
                <a:lnTo>
                  <a:pt x="1186766" y="90909"/>
                </a:lnTo>
                <a:lnTo>
                  <a:pt x="1185660" y="89168"/>
                </a:lnTo>
                <a:lnTo>
                  <a:pt x="1184671" y="87340"/>
                </a:lnTo>
                <a:lnTo>
                  <a:pt x="1183798" y="85425"/>
                </a:lnTo>
                <a:lnTo>
                  <a:pt x="1183041" y="83422"/>
                </a:lnTo>
                <a:lnTo>
                  <a:pt x="1182401" y="81333"/>
                </a:lnTo>
                <a:lnTo>
                  <a:pt x="1181877" y="79155"/>
                </a:lnTo>
                <a:lnTo>
                  <a:pt x="1181470" y="76891"/>
                </a:lnTo>
                <a:lnTo>
                  <a:pt x="1181179" y="74539"/>
                </a:lnTo>
                <a:lnTo>
                  <a:pt x="1181004" y="72099"/>
                </a:lnTo>
                <a:lnTo>
                  <a:pt x="1180946" y="69573"/>
                </a:lnTo>
                <a:lnTo>
                  <a:pt x="1181005" y="66841"/>
                </a:lnTo>
                <a:lnTo>
                  <a:pt x="1181185" y="64210"/>
                </a:lnTo>
                <a:lnTo>
                  <a:pt x="1181483" y="61683"/>
                </a:lnTo>
                <a:lnTo>
                  <a:pt x="1181901" y="59257"/>
                </a:lnTo>
                <a:lnTo>
                  <a:pt x="1182438" y="56933"/>
                </a:lnTo>
                <a:lnTo>
                  <a:pt x="1183095" y="54712"/>
                </a:lnTo>
                <a:lnTo>
                  <a:pt x="1183871" y="52593"/>
                </a:lnTo>
                <a:lnTo>
                  <a:pt x="1184766" y="50576"/>
                </a:lnTo>
                <a:lnTo>
                  <a:pt x="1185781" y="48661"/>
                </a:lnTo>
                <a:lnTo>
                  <a:pt x="1186915" y="46848"/>
                </a:lnTo>
                <a:lnTo>
                  <a:pt x="1188168" y="45137"/>
                </a:lnTo>
                <a:lnTo>
                  <a:pt x="1189541" y="43529"/>
                </a:lnTo>
                <a:lnTo>
                  <a:pt x="1191004" y="42036"/>
                </a:lnTo>
                <a:lnTo>
                  <a:pt x="1192528" y="40673"/>
                </a:lnTo>
                <a:lnTo>
                  <a:pt x="1194113" y="39440"/>
                </a:lnTo>
                <a:lnTo>
                  <a:pt x="1195759" y="38336"/>
                </a:lnTo>
                <a:lnTo>
                  <a:pt x="1197465" y="37363"/>
                </a:lnTo>
                <a:lnTo>
                  <a:pt x="1199233" y="36519"/>
                </a:lnTo>
                <a:lnTo>
                  <a:pt x="1201061" y="35805"/>
                </a:lnTo>
                <a:lnTo>
                  <a:pt x="1202951" y="35221"/>
                </a:lnTo>
                <a:lnTo>
                  <a:pt x="1204901" y="34766"/>
                </a:lnTo>
                <a:lnTo>
                  <a:pt x="1206913" y="34442"/>
                </a:lnTo>
                <a:lnTo>
                  <a:pt x="1208985" y="34247"/>
                </a:lnTo>
                <a:lnTo>
                  <a:pt x="1211118" y="34182"/>
                </a:lnTo>
                <a:lnTo>
                  <a:pt x="1212922" y="34232"/>
                </a:lnTo>
                <a:lnTo>
                  <a:pt x="1214671" y="34382"/>
                </a:lnTo>
                <a:lnTo>
                  <a:pt x="1216365" y="34633"/>
                </a:lnTo>
                <a:lnTo>
                  <a:pt x="1218005" y="34983"/>
                </a:lnTo>
                <a:lnTo>
                  <a:pt x="1219591" y="35434"/>
                </a:lnTo>
                <a:lnTo>
                  <a:pt x="1221122" y="35985"/>
                </a:lnTo>
                <a:lnTo>
                  <a:pt x="1222599" y="36636"/>
                </a:lnTo>
                <a:lnTo>
                  <a:pt x="1224021" y="37387"/>
                </a:lnTo>
                <a:lnTo>
                  <a:pt x="1225389" y="38238"/>
                </a:lnTo>
                <a:lnTo>
                  <a:pt x="1226702" y="39189"/>
                </a:lnTo>
                <a:lnTo>
                  <a:pt x="1227960" y="40241"/>
                </a:lnTo>
                <a:lnTo>
                  <a:pt x="1229165" y="41392"/>
                </a:lnTo>
                <a:lnTo>
                  <a:pt x="1230292" y="42628"/>
                </a:lnTo>
                <a:lnTo>
                  <a:pt x="1231322" y="43930"/>
                </a:lnTo>
                <a:lnTo>
                  <a:pt x="1232254" y="45301"/>
                </a:lnTo>
                <a:lnTo>
                  <a:pt x="1233088" y="46738"/>
                </a:lnTo>
                <a:lnTo>
                  <a:pt x="1233823" y="48244"/>
                </a:lnTo>
                <a:lnTo>
                  <a:pt x="1234461" y="49817"/>
                </a:lnTo>
                <a:lnTo>
                  <a:pt x="1235000" y="51457"/>
                </a:lnTo>
                <a:lnTo>
                  <a:pt x="1235442" y="53165"/>
                </a:lnTo>
                <a:lnTo>
                  <a:pt x="1235785" y="54941"/>
                </a:lnTo>
                <a:lnTo>
                  <a:pt x="1236030" y="56784"/>
                </a:lnTo>
                <a:lnTo>
                  <a:pt x="1236177" y="58695"/>
                </a:lnTo>
                <a:lnTo>
                  <a:pt x="1236226" y="60673"/>
                </a:lnTo>
                <a:lnTo>
                  <a:pt x="1191075" y="60673"/>
                </a:lnTo>
                <a:moveTo>
                  <a:pt x="1191075" y="56543"/>
                </a:moveTo>
                <a:lnTo>
                  <a:pt x="1221318" y="56543"/>
                </a:lnTo>
                <a:lnTo>
                  <a:pt x="1221253" y="55524"/>
                </a:lnTo>
                <a:lnTo>
                  <a:pt x="1221178" y="54557"/>
                </a:lnTo>
                <a:lnTo>
                  <a:pt x="1221091" y="53641"/>
                </a:lnTo>
                <a:lnTo>
                  <a:pt x="1220993" y="52777"/>
                </a:lnTo>
                <a:lnTo>
                  <a:pt x="1220885" y="51964"/>
                </a:lnTo>
                <a:lnTo>
                  <a:pt x="1220766" y="51202"/>
                </a:lnTo>
                <a:lnTo>
                  <a:pt x="1220635" y="50492"/>
                </a:lnTo>
                <a:lnTo>
                  <a:pt x="1220494" y="49833"/>
                </a:lnTo>
                <a:lnTo>
                  <a:pt x="1220342" y="49226"/>
                </a:lnTo>
                <a:lnTo>
                  <a:pt x="1220179" y="48670"/>
                </a:lnTo>
                <a:lnTo>
                  <a:pt x="1220005" y="48166"/>
                </a:lnTo>
                <a:lnTo>
                  <a:pt x="1219820" y="47713"/>
                </a:lnTo>
                <a:lnTo>
                  <a:pt x="1219511" y="47060"/>
                </a:lnTo>
                <a:lnTo>
                  <a:pt x="1219177" y="46431"/>
                </a:lnTo>
                <a:lnTo>
                  <a:pt x="1218820" y="45825"/>
                </a:lnTo>
                <a:lnTo>
                  <a:pt x="1218437" y="45244"/>
                </a:lnTo>
                <a:lnTo>
                  <a:pt x="1218031" y="44686"/>
                </a:lnTo>
                <a:lnTo>
                  <a:pt x="1217600" y="44152"/>
                </a:lnTo>
                <a:lnTo>
                  <a:pt x="1217145" y="43642"/>
                </a:lnTo>
                <a:lnTo>
                  <a:pt x="1216666" y="43155"/>
                </a:lnTo>
                <a:lnTo>
                  <a:pt x="1216163" y="42692"/>
                </a:lnTo>
                <a:lnTo>
                  <a:pt x="1215635" y="42253"/>
                </a:lnTo>
                <a:lnTo>
                  <a:pt x="1215083" y="41838"/>
                </a:lnTo>
                <a:lnTo>
                  <a:pt x="1214506" y="41446"/>
                </a:lnTo>
                <a:lnTo>
                  <a:pt x="1213916" y="41082"/>
                </a:lnTo>
                <a:lnTo>
                  <a:pt x="1213320" y="40750"/>
                </a:lnTo>
                <a:lnTo>
                  <a:pt x="1212721" y="40449"/>
                </a:lnTo>
                <a:lnTo>
                  <a:pt x="1212117" y="40180"/>
                </a:lnTo>
                <a:lnTo>
                  <a:pt x="1211508" y="39942"/>
                </a:lnTo>
                <a:lnTo>
                  <a:pt x="1210895" y="39737"/>
                </a:lnTo>
                <a:lnTo>
                  <a:pt x="1210278" y="39563"/>
                </a:lnTo>
                <a:lnTo>
                  <a:pt x="1209656" y="39420"/>
                </a:lnTo>
                <a:lnTo>
                  <a:pt x="1209030" y="39309"/>
                </a:lnTo>
                <a:lnTo>
                  <a:pt x="1208399" y="39230"/>
                </a:lnTo>
                <a:lnTo>
                  <a:pt x="1207763" y="39183"/>
                </a:lnTo>
                <a:lnTo>
                  <a:pt x="1207124" y="39167"/>
                </a:lnTo>
                <a:lnTo>
                  <a:pt x="1206146" y="39199"/>
                </a:lnTo>
                <a:lnTo>
                  <a:pt x="1205185" y="39295"/>
                </a:lnTo>
                <a:lnTo>
                  <a:pt x="1204242" y="39454"/>
                </a:lnTo>
                <a:lnTo>
                  <a:pt x="1203316" y="39677"/>
                </a:lnTo>
                <a:lnTo>
                  <a:pt x="1202407" y="39964"/>
                </a:lnTo>
                <a:lnTo>
                  <a:pt x="1201515" y="40315"/>
                </a:lnTo>
                <a:lnTo>
                  <a:pt x="1200641" y="40730"/>
                </a:lnTo>
                <a:lnTo>
                  <a:pt x="1199785" y="41208"/>
                </a:lnTo>
                <a:lnTo>
                  <a:pt x="1198945" y="41751"/>
                </a:lnTo>
                <a:lnTo>
                  <a:pt x="1198123" y="42357"/>
                </a:lnTo>
                <a:lnTo>
                  <a:pt x="1197319" y="43027"/>
                </a:lnTo>
                <a:lnTo>
                  <a:pt x="1196531" y="43760"/>
                </a:lnTo>
                <a:lnTo>
                  <a:pt x="1195780" y="44551"/>
                </a:lnTo>
                <a:lnTo>
                  <a:pt x="1195082" y="45391"/>
                </a:lnTo>
                <a:lnTo>
                  <a:pt x="1194438" y="46282"/>
                </a:lnTo>
                <a:lnTo>
                  <a:pt x="1193849" y="47222"/>
                </a:lnTo>
                <a:lnTo>
                  <a:pt x="1193313" y="48212"/>
                </a:lnTo>
                <a:lnTo>
                  <a:pt x="1192831" y="49253"/>
                </a:lnTo>
                <a:lnTo>
                  <a:pt x="1192403" y="50343"/>
                </a:lnTo>
                <a:lnTo>
                  <a:pt x="1192030" y="51483"/>
                </a:lnTo>
                <a:lnTo>
                  <a:pt x="1191710" y="52673"/>
                </a:lnTo>
                <a:lnTo>
                  <a:pt x="1191444" y="53913"/>
                </a:lnTo>
                <a:lnTo>
                  <a:pt x="1191232" y="55203"/>
                </a:lnTo>
                <a:lnTo>
                  <a:pt x="1191075" y="56543"/>
                </a:lnTo>
                <a:close/>
                <a:moveTo>
                  <a:pt x="1263880" y="14527"/>
                </a:moveTo>
                <a:lnTo>
                  <a:pt x="1263880" y="36034"/>
                </a:lnTo>
                <a:lnTo>
                  <a:pt x="1279145" y="36034"/>
                </a:lnTo>
                <a:lnTo>
                  <a:pt x="1279145" y="41019"/>
                </a:lnTo>
                <a:lnTo>
                  <a:pt x="1263880" y="41019"/>
                </a:lnTo>
                <a:lnTo>
                  <a:pt x="1263880" y="83261"/>
                </a:lnTo>
                <a:lnTo>
                  <a:pt x="1263893" y="84288"/>
                </a:lnTo>
                <a:lnTo>
                  <a:pt x="1263931" y="85257"/>
                </a:lnTo>
                <a:lnTo>
                  <a:pt x="1263994" y="86169"/>
                </a:lnTo>
                <a:lnTo>
                  <a:pt x="1264083" y="87024"/>
                </a:lnTo>
                <a:lnTo>
                  <a:pt x="1264196" y="87821"/>
                </a:lnTo>
                <a:lnTo>
                  <a:pt x="1264335" y="88561"/>
                </a:lnTo>
                <a:lnTo>
                  <a:pt x="1264499" y="89244"/>
                </a:lnTo>
                <a:lnTo>
                  <a:pt x="1264689" y="89869"/>
                </a:lnTo>
                <a:lnTo>
                  <a:pt x="1264904" y="90437"/>
                </a:lnTo>
                <a:lnTo>
                  <a:pt x="1265144" y="90948"/>
                </a:lnTo>
                <a:lnTo>
                  <a:pt x="1265409" y="91402"/>
                </a:lnTo>
                <a:lnTo>
                  <a:pt x="1265699" y="91798"/>
                </a:lnTo>
                <a:lnTo>
                  <a:pt x="1266010" y="92150"/>
                </a:lnTo>
                <a:lnTo>
                  <a:pt x="1266334" y="92471"/>
                </a:lnTo>
                <a:lnTo>
                  <a:pt x="1266673" y="92762"/>
                </a:lnTo>
                <a:lnTo>
                  <a:pt x="1267027" y="93022"/>
                </a:lnTo>
                <a:lnTo>
                  <a:pt x="1267395" y="93251"/>
                </a:lnTo>
                <a:lnTo>
                  <a:pt x="1267777" y="93450"/>
                </a:lnTo>
                <a:lnTo>
                  <a:pt x="1268173" y="93618"/>
                </a:lnTo>
                <a:lnTo>
                  <a:pt x="1268584" y="93756"/>
                </a:lnTo>
                <a:lnTo>
                  <a:pt x="1269009" y="93863"/>
                </a:lnTo>
                <a:lnTo>
                  <a:pt x="1269449" y="93940"/>
                </a:lnTo>
                <a:lnTo>
                  <a:pt x="1269903" y="93986"/>
                </a:lnTo>
                <a:lnTo>
                  <a:pt x="1270371" y="94001"/>
                </a:lnTo>
                <a:lnTo>
                  <a:pt x="1270763" y="93991"/>
                </a:lnTo>
                <a:lnTo>
                  <a:pt x="1271152" y="93960"/>
                </a:lnTo>
                <a:lnTo>
                  <a:pt x="1271539" y="93910"/>
                </a:lnTo>
                <a:lnTo>
                  <a:pt x="1271925" y="93839"/>
                </a:lnTo>
                <a:lnTo>
                  <a:pt x="1272308" y="93747"/>
                </a:lnTo>
                <a:lnTo>
                  <a:pt x="1272690" y="93636"/>
                </a:lnTo>
                <a:lnTo>
                  <a:pt x="1273069" y="93504"/>
                </a:lnTo>
                <a:lnTo>
                  <a:pt x="1273447" y="93352"/>
                </a:lnTo>
                <a:lnTo>
                  <a:pt x="1273822" y="93180"/>
                </a:lnTo>
                <a:lnTo>
                  <a:pt x="1274195" y="92987"/>
                </a:lnTo>
                <a:lnTo>
                  <a:pt x="1274567" y="92774"/>
                </a:lnTo>
                <a:lnTo>
                  <a:pt x="1274937" y="92541"/>
                </a:lnTo>
                <a:lnTo>
                  <a:pt x="1275298" y="92288"/>
                </a:lnTo>
                <a:lnTo>
                  <a:pt x="1275646" y="92016"/>
                </a:lnTo>
                <a:lnTo>
                  <a:pt x="1275980" y="91724"/>
                </a:lnTo>
                <a:lnTo>
                  <a:pt x="1276300" y="91413"/>
                </a:lnTo>
                <a:lnTo>
                  <a:pt x="1276606" y="91083"/>
                </a:lnTo>
                <a:lnTo>
                  <a:pt x="1276898" y="90734"/>
                </a:lnTo>
                <a:lnTo>
                  <a:pt x="1277176" y="90365"/>
                </a:lnTo>
                <a:lnTo>
                  <a:pt x="1277441" y="89977"/>
                </a:lnTo>
                <a:lnTo>
                  <a:pt x="1277692" y="89570"/>
                </a:lnTo>
                <a:lnTo>
                  <a:pt x="1277928" y="89144"/>
                </a:lnTo>
                <a:lnTo>
                  <a:pt x="1278151" y="88698"/>
                </a:lnTo>
                <a:lnTo>
                  <a:pt x="1278360" y="88233"/>
                </a:lnTo>
                <a:lnTo>
                  <a:pt x="1281142" y="88233"/>
                </a:lnTo>
                <a:lnTo>
                  <a:pt x="1280712" y="89375"/>
                </a:lnTo>
                <a:lnTo>
                  <a:pt x="1280253" y="90471"/>
                </a:lnTo>
                <a:lnTo>
                  <a:pt x="1279765" y="91519"/>
                </a:lnTo>
                <a:lnTo>
                  <a:pt x="1279248" y="92519"/>
                </a:lnTo>
                <a:lnTo>
                  <a:pt x="1278703" y="93473"/>
                </a:lnTo>
                <a:lnTo>
                  <a:pt x="1278129" y="94379"/>
                </a:lnTo>
                <a:lnTo>
                  <a:pt x="1277526" y="95237"/>
                </a:lnTo>
                <a:lnTo>
                  <a:pt x="1276894" y="96048"/>
                </a:lnTo>
                <a:lnTo>
                  <a:pt x="1276234" y="96812"/>
                </a:lnTo>
                <a:lnTo>
                  <a:pt x="1275545" y="97528"/>
                </a:lnTo>
                <a:lnTo>
                  <a:pt x="1274827" y="98197"/>
                </a:lnTo>
                <a:lnTo>
                  <a:pt x="1274081" y="98819"/>
                </a:lnTo>
                <a:lnTo>
                  <a:pt x="1273318" y="99391"/>
                </a:lnTo>
                <a:lnTo>
                  <a:pt x="1272551" y="99914"/>
                </a:lnTo>
                <a:lnTo>
                  <a:pt x="1271780" y="100387"/>
                </a:lnTo>
                <a:lnTo>
                  <a:pt x="1271005" y="100811"/>
                </a:lnTo>
                <a:lnTo>
                  <a:pt x="1270227" y="101184"/>
                </a:lnTo>
                <a:lnTo>
                  <a:pt x="1269444" y="101508"/>
                </a:lnTo>
                <a:lnTo>
                  <a:pt x="1268658" y="101782"/>
                </a:lnTo>
                <a:lnTo>
                  <a:pt x="1267867" y="102006"/>
                </a:lnTo>
                <a:lnTo>
                  <a:pt x="1267072" y="102180"/>
                </a:lnTo>
                <a:lnTo>
                  <a:pt x="1266274" y="102304"/>
                </a:lnTo>
                <a:lnTo>
                  <a:pt x="1265471" y="102379"/>
                </a:lnTo>
                <a:lnTo>
                  <a:pt x="1264665" y="102404"/>
                </a:lnTo>
                <a:lnTo>
                  <a:pt x="1264119" y="102391"/>
                </a:lnTo>
                <a:lnTo>
                  <a:pt x="1263575" y="102353"/>
                </a:lnTo>
                <a:lnTo>
                  <a:pt x="1263033" y="102290"/>
                </a:lnTo>
                <a:lnTo>
                  <a:pt x="1262493" y="102202"/>
                </a:lnTo>
                <a:lnTo>
                  <a:pt x="1261956" y="102088"/>
                </a:lnTo>
                <a:lnTo>
                  <a:pt x="1261420" y="101949"/>
                </a:lnTo>
                <a:lnTo>
                  <a:pt x="1260886" y="101785"/>
                </a:lnTo>
                <a:lnTo>
                  <a:pt x="1260354" y="101596"/>
                </a:lnTo>
                <a:lnTo>
                  <a:pt x="1259824" y="101381"/>
                </a:lnTo>
                <a:lnTo>
                  <a:pt x="1259296" y="101141"/>
                </a:lnTo>
                <a:lnTo>
                  <a:pt x="1258769" y="100876"/>
                </a:lnTo>
                <a:lnTo>
                  <a:pt x="1258245" y="100586"/>
                </a:lnTo>
                <a:lnTo>
                  <a:pt x="1257734" y="100272"/>
                </a:lnTo>
                <a:lnTo>
                  <a:pt x="1257245" y="99936"/>
                </a:lnTo>
                <a:lnTo>
                  <a:pt x="1256779" y="99579"/>
                </a:lnTo>
                <a:lnTo>
                  <a:pt x="1256335" y="99200"/>
                </a:lnTo>
                <a:lnTo>
                  <a:pt x="1255915" y="98799"/>
                </a:lnTo>
                <a:lnTo>
                  <a:pt x="1255517" y="98376"/>
                </a:lnTo>
                <a:lnTo>
                  <a:pt x="1255142" y="97932"/>
                </a:lnTo>
                <a:lnTo>
                  <a:pt x="1254790" y="97465"/>
                </a:lnTo>
                <a:lnTo>
                  <a:pt x="1254460" y="96977"/>
                </a:lnTo>
                <a:lnTo>
                  <a:pt x="1254154" y="96468"/>
                </a:lnTo>
                <a:lnTo>
                  <a:pt x="1253870" y="95936"/>
                </a:lnTo>
                <a:lnTo>
                  <a:pt x="1253609" y="95383"/>
                </a:lnTo>
                <a:lnTo>
                  <a:pt x="1253370" y="94793"/>
                </a:lnTo>
                <a:lnTo>
                  <a:pt x="1253151" y="94152"/>
                </a:lnTo>
                <a:lnTo>
                  <a:pt x="1252954" y="93460"/>
                </a:lnTo>
                <a:lnTo>
                  <a:pt x="1252777" y="92717"/>
                </a:lnTo>
                <a:lnTo>
                  <a:pt x="1252621" y="91923"/>
                </a:lnTo>
                <a:lnTo>
                  <a:pt x="1252486" y="91078"/>
                </a:lnTo>
                <a:lnTo>
                  <a:pt x="1252371" y="90182"/>
                </a:lnTo>
                <a:lnTo>
                  <a:pt x="1252278" y="89235"/>
                </a:lnTo>
                <a:lnTo>
                  <a:pt x="1252205" y="88237"/>
                </a:lnTo>
                <a:lnTo>
                  <a:pt x="1252153" y="87188"/>
                </a:lnTo>
                <a:lnTo>
                  <a:pt x="1252121" y="86088"/>
                </a:lnTo>
                <a:lnTo>
                  <a:pt x="1252111" y="84937"/>
                </a:lnTo>
                <a:lnTo>
                  <a:pt x="1252111" y="41019"/>
                </a:lnTo>
                <a:lnTo>
                  <a:pt x="1241768" y="41019"/>
                </a:lnTo>
                <a:lnTo>
                  <a:pt x="1241768" y="38669"/>
                </a:lnTo>
                <a:lnTo>
                  <a:pt x="1242423" y="38392"/>
                </a:lnTo>
                <a:lnTo>
                  <a:pt x="1243081" y="38084"/>
                </a:lnTo>
                <a:lnTo>
                  <a:pt x="1243741" y="37747"/>
                </a:lnTo>
                <a:lnTo>
                  <a:pt x="1244404" y="37379"/>
                </a:lnTo>
                <a:lnTo>
                  <a:pt x="1245069" y="36981"/>
                </a:lnTo>
                <a:lnTo>
                  <a:pt x="1245736" y="36553"/>
                </a:lnTo>
                <a:lnTo>
                  <a:pt x="1246406" y="36094"/>
                </a:lnTo>
                <a:lnTo>
                  <a:pt x="1247078" y="35605"/>
                </a:lnTo>
                <a:lnTo>
                  <a:pt x="1247753" y="35086"/>
                </a:lnTo>
                <a:lnTo>
                  <a:pt x="1248431" y="34537"/>
                </a:lnTo>
                <a:lnTo>
                  <a:pt x="1249111" y="33957"/>
                </a:lnTo>
                <a:lnTo>
                  <a:pt x="1249793" y="33348"/>
                </a:lnTo>
                <a:lnTo>
                  <a:pt x="1250470" y="32713"/>
                </a:lnTo>
                <a:lnTo>
                  <a:pt x="1251135" y="32059"/>
                </a:lnTo>
                <a:lnTo>
                  <a:pt x="1251788" y="31386"/>
                </a:lnTo>
                <a:lnTo>
                  <a:pt x="1252428" y="30693"/>
                </a:lnTo>
                <a:lnTo>
                  <a:pt x="1253056" y="29981"/>
                </a:lnTo>
                <a:lnTo>
                  <a:pt x="1253671" y="29250"/>
                </a:lnTo>
                <a:lnTo>
                  <a:pt x="1254274" y="28499"/>
                </a:lnTo>
                <a:lnTo>
                  <a:pt x="1254865" y="27729"/>
                </a:lnTo>
                <a:lnTo>
                  <a:pt x="1255443" y="26939"/>
                </a:lnTo>
                <a:lnTo>
                  <a:pt x="1256009" y="26131"/>
                </a:lnTo>
                <a:lnTo>
                  <a:pt x="1256563" y="25302"/>
                </a:lnTo>
                <a:lnTo>
                  <a:pt x="1257104" y="24455"/>
                </a:lnTo>
                <a:lnTo>
                  <a:pt x="1257386" y="23972"/>
                </a:lnTo>
                <a:lnTo>
                  <a:pt x="1257687" y="23426"/>
                </a:lnTo>
                <a:lnTo>
                  <a:pt x="1258005" y="22817"/>
                </a:lnTo>
                <a:lnTo>
                  <a:pt x="1258341" y="22146"/>
                </a:lnTo>
                <a:lnTo>
                  <a:pt x="1258694" y="21413"/>
                </a:lnTo>
                <a:lnTo>
                  <a:pt x="1259066" y="20617"/>
                </a:lnTo>
                <a:lnTo>
                  <a:pt x="1259455" y="19758"/>
                </a:lnTo>
                <a:lnTo>
                  <a:pt x="1259862" y="18837"/>
                </a:lnTo>
                <a:lnTo>
                  <a:pt x="1260287" y="17853"/>
                </a:lnTo>
                <a:lnTo>
                  <a:pt x="1260730" y="16807"/>
                </a:lnTo>
                <a:lnTo>
                  <a:pt x="1261191" y="15699"/>
                </a:lnTo>
                <a:lnTo>
                  <a:pt x="1261669" y="14527"/>
                </a:lnTo>
                <a:lnTo>
                  <a:pt x="1263880" y="14527"/>
                </a:lnTo>
                <a:close/>
                <a:moveTo>
                  <a:pt x="1286442" y="63095"/>
                </a:moveTo>
                <a:lnTo>
                  <a:pt x="1323320" y="63095"/>
                </a:lnTo>
                <a:lnTo>
                  <a:pt x="1323320" y="73848"/>
                </a:lnTo>
                <a:lnTo>
                  <a:pt x="1286442" y="73848"/>
                </a:lnTo>
                <a:lnTo>
                  <a:pt x="1286442" y="63095"/>
                </a:lnTo>
                <a:close/>
                <a:moveTo>
                  <a:pt x="1352664" y="0"/>
                </a:moveTo>
                <a:lnTo>
                  <a:pt x="1352664" y="47784"/>
                </a:lnTo>
                <a:lnTo>
                  <a:pt x="1353961" y="46379"/>
                </a:lnTo>
                <a:lnTo>
                  <a:pt x="1355212" y="45061"/>
                </a:lnTo>
                <a:lnTo>
                  <a:pt x="1356418" y="43829"/>
                </a:lnTo>
                <a:lnTo>
                  <a:pt x="1357578" y="42684"/>
                </a:lnTo>
                <a:lnTo>
                  <a:pt x="1358693" y="41626"/>
                </a:lnTo>
                <a:lnTo>
                  <a:pt x="1359762" y="40654"/>
                </a:lnTo>
                <a:lnTo>
                  <a:pt x="1360785" y="39768"/>
                </a:lnTo>
                <a:lnTo>
                  <a:pt x="1361763" y="38969"/>
                </a:lnTo>
                <a:lnTo>
                  <a:pt x="1362695" y="38257"/>
                </a:lnTo>
                <a:lnTo>
                  <a:pt x="1363582" y="37631"/>
                </a:lnTo>
                <a:lnTo>
                  <a:pt x="1364423" y="37092"/>
                </a:lnTo>
                <a:lnTo>
                  <a:pt x="1365218" y="36639"/>
                </a:lnTo>
                <a:lnTo>
                  <a:pt x="1365991" y="36247"/>
                </a:lnTo>
                <a:lnTo>
                  <a:pt x="1366764" y="35888"/>
                </a:lnTo>
                <a:lnTo>
                  <a:pt x="1367537" y="35564"/>
                </a:lnTo>
                <a:lnTo>
                  <a:pt x="1368309" y="35274"/>
                </a:lnTo>
                <a:lnTo>
                  <a:pt x="1369082" y="35018"/>
                </a:lnTo>
                <a:lnTo>
                  <a:pt x="1369855" y="34796"/>
                </a:lnTo>
                <a:lnTo>
                  <a:pt x="1370628" y="34609"/>
                </a:lnTo>
                <a:lnTo>
                  <a:pt x="1371400" y="34455"/>
                </a:lnTo>
                <a:lnTo>
                  <a:pt x="1372173" y="34336"/>
                </a:lnTo>
                <a:lnTo>
                  <a:pt x="1372946" y="34250"/>
                </a:lnTo>
                <a:lnTo>
                  <a:pt x="1373718" y="34199"/>
                </a:lnTo>
                <a:lnTo>
                  <a:pt x="1374491" y="34182"/>
                </a:lnTo>
                <a:lnTo>
                  <a:pt x="1375408" y="34203"/>
                </a:lnTo>
                <a:lnTo>
                  <a:pt x="1376302" y="34267"/>
                </a:lnTo>
                <a:lnTo>
                  <a:pt x="1377175" y="34373"/>
                </a:lnTo>
                <a:lnTo>
                  <a:pt x="1378026" y="34522"/>
                </a:lnTo>
                <a:lnTo>
                  <a:pt x="1378855" y="34713"/>
                </a:lnTo>
                <a:lnTo>
                  <a:pt x="1379663" y="34946"/>
                </a:lnTo>
                <a:lnTo>
                  <a:pt x="1380448" y="35222"/>
                </a:lnTo>
                <a:lnTo>
                  <a:pt x="1381212" y="35540"/>
                </a:lnTo>
                <a:lnTo>
                  <a:pt x="1381954" y="35901"/>
                </a:lnTo>
                <a:lnTo>
                  <a:pt x="1382674" y="36304"/>
                </a:lnTo>
                <a:lnTo>
                  <a:pt x="1383373" y="36750"/>
                </a:lnTo>
                <a:lnTo>
                  <a:pt x="1384049" y="37238"/>
                </a:lnTo>
                <a:lnTo>
                  <a:pt x="1384701" y="37771"/>
                </a:lnTo>
                <a:lnTo>
                  <a:pt x="1385323" y="38353"/>
                </a:lnTo>
                <a:lnTo>
                  <a:pt x="1385917" y="38983"/>
                </a:lnTo>
                <a:lnTo>
                  <a:pt x="1386482" y="39661"/>
                </a:lnTo>
                <a:lnTo>
                  <a:pt x="1387019" y="40388"/>
                </a:lnTo>
                <a:lnTo>
                  <a:pt x="1387527" y="41163"/>
                </a:lnTo>
                <a:lnTo>
                  <a:pt x="1388006" y="41987"/>
                </a:lnTo>
                <a:lnTo>
                  <a:pt x="1388456" y="42858"/>
                </a:lnTo>
                <a:lnTo>
                  <a:pt x="1388877" y="43779"/>
                </a:lnTo>
                <a:lnTo>
                  <a:pt x="1389270" y="44747"/>
                </a:lnTo>
                <a:lnTo>
                  <a:pt x="1389634" y="45764"/>
                </a:lnTo>
                <a:lnTo>
                  <a:pt x="1389970" y="46829"/>
                </a:lnTo>
                <a:lnTo>
                  <a:pt x="1390186" y="47639"/>
                </a:lnTo>
                <a:lnTo>
                  <a:pt x="1390384" y="48555"/>
                </a:lnTo>
                <a:lnTo>
                  <a:pt x="1390563" y="49574"/>
                </a:lnTo>
                <a:lnTo>
                  <a:pt x="1390723" y="50698"/>
                </a:lnTo>
                <a:lnTo>
                  <a:pt x="1390864" y="51927"/>
                </a:lnTo>
                <a:lnTo>
                  <a:pt x="1390986" y="53260"/>
                </a:lnTo>
                <a:lnTo>
                  <a:pt x="1391090" y="54698"/>
                </a:lnTo>
                <a:lnTo>
                  <a:pt x="1391174" y="56241"/>
                </a:lnTo>
                <a:lnTo>
                  <a:pt x="1391240" y="57888"/>
                </a:lnTo>
                <a:lnTo>
                  <a:pt x="1391287" y="59640"/>
                </a:lnTo>
                <a:lnTo>
                  <a:pt x="1391316" y="61496"/>
                </a:lnTo>
                <a:lnTo>
                  <a:pt x="1391325" y="63457"/>
                </a:lnTo>
                <a:lnTo>
                  <a:pt x="1391325" y="86479"/>
                </a:lnTo>
                <a:lnTo>
                  <a:pt x="1391332" y="87482"/>
                </a:lnTo>
                <a:lnTo>
                  <a:pt x="1391353" y="88431"/>
                </a:lnTo>
                <a:lnTo>
                  <a:pt x="1391387" y="89326"/>
                </a:lnTo>
                <a:lnTo>
                  <a:pt x="1391436" y="90166"/>
                </a:lnTo>
                <a:lnTo>
                  <a:pt x="1391498" y="90952"/>
                </a:lnTo>
                <a:lnTo>
                  <a:pt x="1391575" y="91684"/>
                </a:lnTo>
                <a:lnTo>
                  <a:pt x="1391665" y="92362"/>
                </a:lnTo>
                <a:lnTo>
                  <a:pt x="1391769" y="92985"/>
                </a:lnTo>
                <a:lnTo>
                  <a:pt x="1391887" y="93554"/>
                </a:lnTo>
                <a:lnTo>
                  <a:pt x="1392018" y="94069"/>
                </a:lnTo>
                <a:lnTo>
                  <a:pt x="1392164" y="94529"/>
                </a:lnTo>
                <a:lnTo>
                  <a:pt x="1392324" y="94936"/>
                </a:lnTo>
                <a:lnTo>
                  <a:pt x="1392449" y="95215"/>
                </a:lnTo>
                <a:lnTo>
                  <a:pt x="1392589" y="95484"/>
                </a:lnTo>
                <a:lnTo>
                  <a:pt x="1392743" y="95743"/>
                </a:lnTo>
                <a:lnTo>
                  <a:pt x="1392910" y="95993"/>
                </a:lnTo>
                <a:lnTo>
                  <a:pt x="1393091" y="96233"/>
                </a:lnTo>
                <a:lnTo>
                  <a:pt x="1393287" y="96463"/>
                </a:lnTo>
                <a:lnTo>
                  <a:pt x="1393496" y="96683"/>
                </a:lnTo>
                <a:lnTo>
                  <a:pt x="1393718" y="96893"/>
                </a:lnTo>
                <a:lnTo>
                  <a:pt x="1393955" y="97093"/>
                </a:lnTo>
                <a:lnTo>
                  <a:pt x="1394206" y="97284"/>
                </a:lnTo>
                <a:lnTo>
                  <a:pt x="1394470" y="97464"/>
                </a:lnTo>
                <a:lnTo>
                  <a:pt x="1394749" y="97635"/>
                </a:lnTo>
                <a:lnTo>
                  <a:pt x="1395054" y="97794"/>
                </a:lnTo>
                <a:lnTo>
                  <a:pt x="1395399" y="97939"/>
                </a:lnTo>
                <a:lnTo>
                  <a:pt x="1395783" y="98070"/>
                </a:lnTo>
                <a:lnTo>
                  <a:pt x="1396207" y="98188"/>
                </a:lnTo>
                <a:lnTo>
                  <a:pt x="1396671" y="98291"/>
                </a:lnTo>
                <a:lnTo>
                  <a:pt x="1397174" y="98381"/>
                </a:lnTo>
                <a:lnTo>
                  <a:pt x="1397717" y="98457"/>
                </a:lnTo>
                <a:lnTo>
                  <a:pt x="1398299" y="98519"/>
                </a:lnTo>
                <a:lnTo>
                  <a:pt x="1398922" y="98568"/>
                </a:lnTo>
                <a:lnTo>
                  <a:pt x="1399583" y="98602"/>
                </a:lnTo>
                <a:lnTo>
                  <a:pt x="1400285" y="98623"/>
                </a:lnTo>
                <a:lnTo>
                  <a:pt x="1401026" y="98630"/>
                </a:lnTo>
                <a:lnTo>
                  <a:pt x="1401026" y="101265"/>
                </a:lnTo>
                <a:lnTo>
                  <a:pt x="1368928" y="101265"/>
                </a:lnTo>
                <a:lnTo>
                  <a:pt x="1368928" y="98630"/>
                </a:lnTo>
                <a:lnTo>
                  <a:pt x="1370425" y="98630"/>
                </a:lnTo>
                <a:lnTo>
                  <a:pt x="1371167" y="98620"/>
                </a:lnTo>
                <a:lnTo>
                  <a:pt x="1371870" y="98591"/>
                </a:lnTo>
                <a:lnTo>
                  <a:pt x="1372534" y="98543"/>
                </a:lnTo>
                <a:lnTo>
                  <a:pt x="1373160" y="98475"/>
                </a:lnTo>
                <a:lnTo>
                  <a:pt x="1373747" y="98389"/>
                </a:lnTo>
                <a:lnTo>
                  <a:pt x="1374295" y="98283"/>
                </a:lnTo>
                <a:lnTo>
                  <a:pt x="1374805" y="98157"/>
                </a:lnTo>
                <a:lnTo>
                  <a:pt x="1375276" y="98013"/>
                </a:lnTo>
                <a:lnTo>
                  <a:pt x="1375708" y="97849"/>
                </a:lnTo>
                <a:lnTo>
                  <a:pt x="1376102" y="97665"/>
                </a:lnTo>
                <a:lnTo>
                  <a:pt x="1376457" y="97463"/>
                </a:lnTo>
                <a:lnTo>
                  <a:pt x="1376774" y="97241"/>
                </a:lnTo>
                <a:lnTo>
                  <a:pt x="1377064" y="97000"/>
                </a:lnTo>
                <a:lnTo>
                  <a:pt x="1377338" y="96742"/>
                </a:lnTo>
                <a:lnTo>
                  <a:pt x="1377598" y="96464"/>
                </a:lnTo>
                <a:lnTo>
                  <a:pt x="1377844" y="96169"/>
                </a:lnTo>
                <a:lnTo>
                  <a:pt x="1378074" y="95855"/>
                </a:lnTo>
                <a:lnTo>
                  <a:pt x="1378290" y="95523"/>
                </a:lnTo>
                <a:lnTo>
                  <a:pt x="1378490" y="95173"/>
                </a:lnTo>
                <a:lnTo>
                  <a:pt x="1378676" y="94804"/>
                </a:lnTo>
                <a:lnTo>
                  <a:pt x="1378847" y="94417"/>
                </a:lnTo>
                <a:lnTo>
                  <a:pt x="1379003" y="94012"/>
                </a:lnTo>
                <a:lnTo>
                  <a:pt x="1379144" y="93588"/>
                </a:lnTo>
                <a:lnTo>
                  <a:pt x="1379270" y="93146"/>
                </a:lnTo>
                <a:lnTo>
                  <a:pt x="1379304" y="92926"/>
                </a:lnTo>
                <a:lnTo>
                  <a:pt x="1379336" y="92644"/>
                </a:lnTo>
                <a:lnTo>
                  <a:pt x="1379364" y="92301"/>
                </a:lnTo>
                <a:lnTo>
                  <a:pt x="1379389" y="91896"/>
                </a:lnTo>
                <a:lnTo>
                  <a:pt x="1379411" y="91430"/>
                </a:lnTo>
                <a:lnTo>
                  <a:pt x="1379431" y="90903"/>
                </a:lnTo>
                <a:lnTo>
                  <a:pt x="1379447" y="90315"/>
                </a:lnTo>
                <a:lnTo>
                  <a:pt x="1379460" y="89665"/>
                </a:lnTo>
                <a:lnTo>
                  <a:pt x="1379471" y="88954"/>
                </a:lnTo>
                <a:lnTo>
                  <a:pt x="1379478" y="88181"/>
                </a:lnTo>
                <a:lnTo>
                  <a:pt x="1379483" y="87347"/>
                </a:lnTo>
                <a:lnTo>
                  <a:pt x="1379484" y="86452"/>
                </a:lnTo>
                <a:lnTo>
                  <a:pt x="1379484" y="63379"/>
                </a:lnTo>
                <a:lnTo>
                  <a:pt x="1379477" y="61650"/>
                </a:lnTo>
                <a:lnTo>
                  <a:pt x="1379454" y="60022"/>
                </a:lnTo>
                <a:lnTo>
                  <a:pt x="1379415" y="58497"/>
                </a:lnTo>
                <a:lnTo>
                  <a:pt x="1379361" y="57073"/>
                </a:lnTo>
                <a:lnTo>
                  <a:pt x="1379292" y="55751"/>
                </a:lnTo>
                <a:lnTo>
                  <a:pt x="1379208" y="54531"/>
                </a:lnTo>
                <a:lnTo>
                  <a:pt x="1379108" y="53413"/>
                </a:lnTo>
                <a:lnTo>
                  <a:pt x="1378993" y="52397"/>
                </a:lnTo>
                <a:lnTo>
                  <a:pt x="1378862" y="51482"/>
                </a:lnTo>
                <a:lnTo>
                  <a:pt x="1378716" y="50670"/>
                </a:lnTo>
                <a:lnTo>
                  <a:pt x="1378555" y="49959"/>
                </a:lnTo>
                <a:lnTo>
                  <a:pt x="1378379" y="49350"/>
                </a:lnTo>
                <a:lnTo>
                  <a:pt x="1378185" y="48804"/>
                </a:lnTo>
                <a:lnTo>
                  <a:pt x="1377973" y="48281"/>
                </a:lnTo>
                <a:lnTo>
                  <a:pt x="1377743" y="47782"/>
                </a:lnTo>
                <a:lnTo>
                  <a:pt x="1377495" y="47305"/>
                </a:lnTo>
                <a:lnTo>
                  <a:pt x="1377228" y="46852"/>
                </a:lnTo>
                <a:lnTo>
                  <a:pt x="1376943" y="46422"/>
                </a:lnTo>
                <a:lnTo>
                  <a:pt x="1376640" y="46015"/>
                </a:lnTo>
                <a:lnTo>
                  <a:pt x="1376318" y="45632"/>
                </a:lnTo>
                <a:lnTo>
                  <a:pt x="1375978" y="45271"/>
                </a:lnTo>
                <a:lnTo>
                  <a:pt x="1375620" y="44934"/>
                </a:lnTo>
                <a:lnTo>
                  <a:pt x="1375243" y="44620"/>
                </a:lnTo>
                <a:lnTo>
                  <a:pt x="1374848" y="44330"/>
                </a:lnTo>
                <a:lnTo>
                  <a:pt x="1374437" y="44063"/>
                </a:lnTo>
                <a:lnTo>
                  <a:pt x="1374012" y="43819"/>
                </a:lnTo>
                <a:lnTo>
                  <a:pt x="1373573" y="43598"/>
                </a:lnTo>
                <a:lnTo>
                  <a:pt x="1373120" y="43400"/>
                </a:lnTo>
                <a:lnTo>
                  <a:pt x="1372653" y="43226"/>
                </a:lnTo>
                <a:lnTo>
                  <a:pt x="1372173" y="43075"/>
                </a:lnTo>
                <a:lnTo>
                  <a:pt x="1371679" y="42947"/>
                </a:lnTo>
                <a:lnTo>
                  <a:pt x="1371170" y="42842"/>
                </a:lnTo>
                <a:lnTo>
                  <a:pt x="1370648" y="42761"/>
                </a:lnTo>
                <a:lnTo>
                  <a:pt x="1370112" y="42703"/>
                </a:lnTo>
                <a:lnTo>
                  <a:pt x="1369563" y="42668"/>
                </a:lnTo>
                <a:lnTo>
                  <a:pt x="1368999" y="42656"/>
                </a:lnTo>
                <a:lnTo>
                  <a:pt x="1368414" y="42669"/>
                </a:lnTo>
                <a:lnTo>
                  <a:pt x="1367826" y="42708"/>
                </a:lnTo>
                <a:lnTo>
                  <a:pt x="1367233" y="42772"/>
                </a:lnTo>
                <a:lnTo>
                  <a:pt x="1366637" y="42862"/>
                </a:lnTo>
                <a:lnTo>
                  <a:pt x="1366037" y="42978"/>
                </a:lnTo>
                <a:lnTo>
                  <a:pt x="1365432" y="43119"/>
                </a:lnTo>
                <a:lnTo>
                  <a:pt x="1364824" y="43286"/>
                </a:lnTo>
                <a:lnTo>
                  <a:pt x="1364212" y="43479"/>
                </a:lnTo>
                <a:lnTo>
                  <a:pt x="1363596" y="43698"/>
                </a:lnTo>
                <a:lnTo>
                  <a:pt x="1362975" y="43942"/>
                </a:lnTo>
                <a:lnTo>
                  <a:pt x="1362351" y="44212"/>
                </a:lnTo>
                <a:lnTo>
                  <a:pt x="1361723" y="44508"/>
                </a:lnTo>
                <a:lnTo>
                  <a:pt x="1361083" y="44843"/>
                </a:lnTo>
                <a:lnTo>
                  <a:pt x="1360421" y="45230"/>
                </a:lnTo>
                <a:lnTo>
                  <a:pt x="1359739" y="45670"/>
                </a:lnTo>
                <a:lnTo>
                  <a:pt x="1359036" y="46162"/>
                </a:lnTo>
                <a:lnTo>
                  <a:pt x="1358313" y="46706"/>
                </a:lnTo>
                <a:lnTo>
                  <a:pt x="1357568" y="47303"/>
                </a:lnTo>
                <a:lnTo>
                  <a:pt x="1356803" y="47952"/>
                </a:lnTo>
                <a:lnTo>
                  <a:pt x="1356017" y="48654"/>
                </a:lnTo>
                <a:lnTo>
                  <a:pt x="1355210" y="49408"/>
                </a:lnTo>
                <a:lnTo>
                  <a:pt x="1354382" y="50215"/>
                </a:lnTo>
                <a:lnTo>
                  <a:pt x="1353534" y="51074"/>
                </a:lnTo>
                <a:lnTo>
                  <a:pt x="1352664" y="51985"/>
                </a:lnTo>
                <a:lnTo>
                  <a:pt x="1352664" y="86452"/>
                </a:lnTo>
                <a:lnTo>
                  <a:pt x="1352670" y="87533"/>
                </a:lnTo>
                <a:lnTo>
                  <a:pt x="1352685" y="88543"/>
                </a:lnTo>
                <a:lnTo>
                  <a:pt x="1352711" y="89483"/>
                </a:lnTo>
                <a:lnTo>
                  <a:pt x="1352748" y="90353"/>
                </a:lnTo>
                <a:lnTo>
                  <a:pt x="1352794" y="91153"/>
                </a:lnTo>
                <a:lnTo>
                  <a:pt x="1352852" y="91882"/>
                </a:lnTo>
                <a:lnTo>
                  <a:pt x="1352919" y="92542"/>
                </a:lnTo>
                <a:lnTo>
                  <a:pt x="1352997" y="93130"/>
                </a:lnTo>
                <a:lnTo>
                  <a:pt x="1353086" y="93649"/>
                </a:lnTo>
                <a:lnTo>
                  <a:pt x="1353184" y="94098"/>
                </a:lnTo>
                <a:lnTo>
                  <a:pt x="1353294" y="94476"/>
                </a:lnTo>
                <a:lnTo>
                  <a:pt x="1353413" y="94784"/>
                </a:lnTo>
                <a:lnTo>
                  <a:pt x="1353547" y="95053"/>
                </a:lnTo>
                <a:lnTo>
                  <a:pt x="1353699" y="95315"/>
                </a:lnTo>
                <a:lnTo>
                  <a:pt x="1353868" y="95570"/>
                </a:lnTo>
                <a:lnTo>
                  <a:pt x="1354055" y="95817"/>
                </a:lnTo>
                <a:lnTo>
                  <a:pt x="1354260" y="96056"/>
                </a:lnTo>
                <a:lnTo>
                  <a:pt x="1354483" y="96289"/>
                </a:lnTo>
                <a:lnTo>
                  <a:pt x="1354724" y="96513"/>
                </a:lnTo>
                <a:lnTo>
                  <a:pt x="1354983" y="96731"/>
                </a:lnTo>
                <a:lnTo>
                  <a:pt x="1355259" y="96941"/>
                </a:lnTo>
                <a:lnTo>
                  <a:pt x="1355553" y="97143"/>
                </a:lnTo>
                <a:lnTo>
                  <a:pt x="1355865" y="97338"/>
                </a:lnTo>
                <a:lnTo>
                  <a:pt x="1356195" y="97526"/>
                </a:lnTo>
                <a:lnTo>
                  <a:pt x="1356555" y="97702"/>
                </a:lnTo>
                <a:lnTo>
                  <a:pt x="1356955" y="97863"/>
                </a:lnTo>
                <a:lnTo>
                  <a:pt x="1357397" y="98009"/>
                </a:lnTo>
                <a:lnTo>
                  <a:pt x="1357879" y="98139"/>
                </a:lnTo>
                <a:lnTo>
                  <a:pt x="1358403" y="98254"/>
                </a:lnTo>
                <a:lnTo>
                  <a:pt x="1358968" y="98354"/>
                </a:lnTo>
                <a:lnTo>
                  <a:pt x="1359574" y="98438"/>
                </a:lnTo>
                <a:lnTo>
                  <a:pt x="1360221" y="98507"/>
                </a:lnTo>
                <a:lnTo>
                  <a:pt x="1360910" y="98561"/>
                </a:lnTo>
                <a:lnTo>
                  <a:pt x="1361639" y="98599"/>
                </a:lnTo>
                <a:lnTo>
                  <a:pt x="1362410" y="98622"/>
                </a:lnTo>
                <a:lnTo>
                  <a:pt x="1363221" y="98630"/>
                </a:lnTo>
                <a:lnTo>
                  <a:pt x="1363221" y="101265"/>
                </a:lnTo>
                <a:lnTo>
                  <a:pt x="1330838" y="101265"/>
                </a:lnTo>
                <a:lnTo>
                  <a:pt x="1330838" y="98630"/>
                </a:lnTo>
                <a:lnTo>
                  <a:pt x="1331550" y="98620"/>
                </a:lnTo>
                <a:lnTo>
                  <a:pt x="1332236" y="98592"/>
                </a:lnTo>
                <a:lnTo>
                  <a:pt x="1332897" y="98545"/>
                </a:lnTo>
                <a:lnTo>
                  <a:pt x="1333532" y="98479"/>
                </a:lnTo>
                <a:lnTo>
                  <a:pt x="1334141" y="98395"/>
                </a:lnTo>
                <a:lnTo>
                  <a:pt x="1334725" y="98291"/>
                </a:lnTo>
                <a:lnTo>
                  <a:pt x="1335283" y="98169"/>
                </a:lnTo>
                <a:lnTo>
                  <a:pt x="1335815" y="98028"/>
                </a:lnTo>
                <a:lnTo>
                  <a:pt x="1336321" y="97869"/>
                </a:lnTo>
                <a:lnTo>
                  <a:pt x="1336801" y="97690"/>
                </a:lnTo>
                <a:lnTo>
                  <a:pt x="1337256" y="97493"/>
                </a:lnTo>
                <a:lnTo>
                  <a:pt x="1337685" y="97277"/>
                </a:lnTo>
                <a:lnTo>
                  <a:pt x="1337919" y="97149"/>
                </a:lnTo>
                <a:lnTo>
                  <a:pt x="1338145" y="97004"/>
                </a:lnTo>
                <a:lnTo>
                  <a:pt x="1338363" y="96842"/>
                </a:lnTo>
                <a:lnTo>
                  <a:pt x="1338573" y="96661"/>
                </a:lnTo>
                <a:lnTo>
                  <a:pt x="1338775" y="96463"/>
                </a:lnTo>
                <a:lnTo>
                  <a:pt x="1338969" y="96246"/>
                </a:lnTo>
                <a:lnTo>
                  <a:pt x="1339155" y="96012"/>
                </a:lnTo>
                <a:lnTo>
                  <a:pt x="1339334" y="95760"/>
                </a:lnTo>
                <a:lnTo>
                  <a:pt x="1339504" y="95491"/>
                </a:lnTo>
                <a:lnTo>
                  <a:pt x="1339667" y="95203"/>
                </a:lnTo>
                <a:lnTo>
                  <a:pt x="1339821" y="94898"/>
                </a:lnTo>
                <a:lnTo>
                  <a:pt x="1339968" y="94575"/>
                </a:lnTo>
                <a:lnTo>
                  <a:pt x="1340104" y="94214"/>
                </a:lnTo>
                <a:lnTo>
                  <a:pt x="1340229" y="93796"/>
                </a:lnTo>
                <a:lnTo>
                  <a:pt x="1340342" y="93320"/>
                </a:lnTo>
                <a:lnTo>
                  <a:pt x="1340443" y="92787"/>
                </a:lnTo>
                <a:lnTo>
                  <a:pt x="1340532" y="92197"/>
                </a:lnTo>
                <a:lnTo>
                  <a:pt x="1340610" y="91550"/>
                </a:lnTo>
                <a:lnTo>
                  <a:pt x="1340675" y="90845"/>
                </a:lnTo>
                <a:lnTo>
                  <a:pt x="1340729" y="90083"/>
                </a:lnTo>
                <a:lnTo>
                  <a:pt x="1340770" y="89263"/>
                </a:lnTo>
                <a:lnTo>
                  <a:pt x="1340800" y="88387"/>
                </a:lnTo>
                <a:lnTo>
                  <a:pt x="1340818" y="87453"/>
                </a:lnTo>
                <a:lnTo>
                  <a:pt x="1340824" y="86461"/>
                </a:lnTo>
                <a:lnTo>
                  <a:pt x="1340824" y="27468"/>
                </a:lnTo>
                <a:lnTo>
                  <a:pt x="1340820" y="25666"/>
                </a:lnTo>
                <a:lnTo>
                  <a:pt x="1340809" y="23983"/>
                </a:lnTo>
                <a:lnTo>
                  <a:pt x="1340790" y="22420"/>
                </a:lnTo>
                <a:lnTo>
                  <a:pt x="1340764" y="20977"/>
                </a:lnTo>
                <a:lnTo>
                  <a:pt x="1340731" y="19653"/>
                </a:lnTo>
                <a:lnTo>
                  <a:pt x="1340690" y="18449"/>
                </a:lnTo>
                <a:lnTo>
                  <a:pt x="1340642" y="17364"/>
                </a:lnTo>
                <a:lnTo>
                  <a:pt x="1340586" y="16399"/>
                </a:lnTo>
                <a:lnTo>
                  <a:pt x="1340523" y="15554"/>
                </a:lnTo>
                <a:lnTo>
                  <a:pt x="1340452" y="14828"/>
                </a:lnTo>
                <a:lnTo>
                  <a:pt x="1340374" y="14222"/>
                </a:lnTo>
                <a:lnTo>
                  <a:pt x="1340289" y="13735"/>
                </a:lnTo>
                <a:lnTo>
                  <a:pt x="1340196" y="13319"/>
                </a:lnTo>
                <a:lnTo>
                  <a:pt x="1340095" y="12926"/>
                </a:lnTo>
                <a:lnTo>
                  <a:pt x="1339986" y="12556"/>
                </a:lnTo>
                <a:lnTo>
                  <a:pt x="1339869" y="12208"/>
                </a:lnTo>
                <a:lnTo>
                  <a:pt x="1339744" y="11884"/>
                </a:lnTo>
                <a:lnTo>
                  <a:pt x="1339611" y="11582"/>
                </a:lnTo>
                <a:lnTo>
                  <a:pt x="1339470" y="11302"/>
                </a:lnTo>
                <a:lnTo>
                  <a:pt x="1339322" y="11046"/>
                </a:lnTo>
                <a:lnTo>
                  <a:pt x="1339165" y="10812"/>
                </a:lnTo>
                <a:lnTo>
                  <a:pt x="1339001" y="10601"/>
                </a:lnTo>
                <a:lnTo>
                  <a:pt x="1338828" y="10413"/>
                </a:lnTo>
                <a:lnTo>
                  <a:pt x="1338648" y="10248"/>
                </a:lnTo>
                <a:lnTo>
                  <a:pt x="1338459" y="10100"/>
                </a:lnTo>
                <a:lnTo>
                  <a:pt x="1338259" y="9965"/>
                </a:lnTo>
                <a:lnTo>
                  <a:pt x="1338048" y="9843"/>
                </a:lnTo>
                <a:lnTo>
                  <a:pt x="1337828" y="9734"/>
                </a:lnTo>
                <a:lnTo>
                  <a:pt x="1337597" y="9637"/>
                </a:lnTo>
                <a:lnTo>
                  <a:pt x="1337355" y="9554"/>
                </a:lnTo>
                <a:lnTo>
                  <a:pt x="1337103" y="9483"/>
                </a:lnTo>
                <a:lnTo>
                  <a:pt x="1336841" y="9425"/>
                </a:lnTo>
                <a:lnTo>
                  <a:pt x="1336568" y="9380"/>
                </a:lnTo>
                <a:lnTo>
                  <a:pt x="1336285" y="9348"/>
                </a:lnTo>
                <a:lnTo>
                  <a:pt x="1335992" y="9329"/>
                </a:lnTo>
                <a:lnTo>
                  <a:pt x="1335688" y="9322"/>
                </a:lnTo>
                <a:lnTo>
                  <a:pt x="1335425" y="9330"/>
                </a:lnTo>
                <a:lnTo>
                  <a:pt x="1335137" y="9354"/>
                </a:lnTo>
                <a:lnTo>
                  <a:pt x="1334823" y="9393"/>
                </a:lnTo>
                <a:lnTo>
                  <a:pt x="1334483" y="9449"/>
                </a:lnTo>
                <a:lnTo>
                  <a:pt x="1334118" y="9520"/>
                </a:lnTo>
                <a:lnTo>
                  <a:pt x="1333726" y="9607"/>
                </a:lnTo>
                <a:lnTo>
                  <a:pt x="1333309" y="9710"/>
                </a:lnTo>
                <a:lnTo>
                  <a:pt x="1332866" y="9829"/>
                </a:lnTo>
                <a:lnTo>
                  <a:pt x="1332398" y="9963"/>
                </a:lnTo>
                <a:lnTo>
                  <a:pt x="1331904" y="10113"/>
                </a:lnTo>
                <a:lnTo>
                  <a:pt x="1331383" y="10280"/>
                </a:lnTo>
                <a:lnTo>
                  <a:pt x="1330838" y="10462"/>
                </a:lnTo>
                <a:lnTo>
                  <a:pt x="1329839" y="7969"/>
                </a:lnTo>
                <a:lnTo>
                  <a:pt x="1349383" y="0"/>
                </a:lnTo>
                <a:lnTo>
                  <a:pt x="1352664" y="0"/>
                </a:lnTo>
                <a:close/>
                <a:moveTo>
                  <a:pt x="1438474" y="34182"/>
                </a:moveTo>
                <a:lnTo>
                  <a:pt x="1440906" y="34260"/>
                </a:lnTo>
                <a:lnTo>
                  <a:pt x="1443257" y="34494"/>
                </a:lnTo>
                <a:lnTo>
                  <a:pt x="1445527" y="34885"/>
                </a:lnTo>
                <a:lnTo>
                  <a:pt x="1447715" y="35431"/>
                </a:lnTo>
                <a:lnTo>
                  <a:pt x="1449822" y="36134"/>
                </a:lnTo>
                <a:lnTo>
                  <a:pt x="1451848" y="36992"/>
                </a:lnTo>
                <a:lnTo>
                  <a:pt x="1453793" y="38007"/>
                </a:lnTo>
                <a:lnTo>
                  <a:pt x="1455657" y="39178"/>
                </a:lnTo>
                <a:lnTo>
                  <a:pt x="1457439" y="40505"/>
                </a:lnTo>
                <a:lnTo>
                  <a:pt x="1459140" y="41988"/>
                </a:lnTo>
                <a:lnTo>
                  <a:pt x="1460760" y="43627"/>
                </a:lnTo>
                <a:lnTo>
                  <a:pt x="1462298" y="45423"/>
                </a:lnTo>
                <a:lnTo>
                  <a:pt x="1463517" y="47043"/>
                </a:lnTo>
                <a:lnTo>
                  <a:pt x="1464630" y="48703"/>
                </a:lnTo>
                <a:lnTo>
                  <a:pt x="1465637" y="50402"/>
                </a:lnTo>
                <a:lnTo>
                  <a:pt x="1466538" y="52141"/>
                </a:lnTo>
                <a:lnTo>
                  <a:pt x="1467333" y="53919"/>
                </a:lnTo>
                <a:lnTo>
                  <a:pt x="1468022" y="55737"/>
                </a:lnTo>
                <a:lnTo>
                  <a:pt x="1468605" y="57595"/>
                </a:lnTo>
                <a:lnTo>
                  <a:pt x="1469082" y="59492"/>
                </a:lnTo>
                <a:lnTo>
                  <a:pt x="1469453" y="61429"/>
                </a:lnTo>
                <a:lnTo>
                  <a:pt x="1469718" y="63405"/>
                </a:lnTo>
                <a:lnTo>
                  <a:pt x="1469877" y="65421"/>
                </a:lnTo>
                <a:lnTo>
                  <a:pt x="1469930" y="67476"/>
                </a:lnTo>
                <a:lnTo>
                  <a:pt x="1469901" y="68936"/>
                </a:lnTo>
                <a:lnTo>
                  <a:pt x="1469813" y="70399"/>
                </a:lnTo>
                <a:lnTo>
                  <a:pt x="1469667" y="71865"/>
                </a:lnTo>
                <a:lnTo>
                  <a:pt x="1469463" y="73334"/>
                </a:lnTo>
                <a:lnTo>
                  <a:pt x="1469200" y="74805"/>
                </a:lnTo>
                <a:lnTo>
                  <a:pt x="1468878" y="76280"/>
                </a:lnTo>
                <a:lnTo>
                  <a:pt x="1468498" y="77758"/>
                </a:lnTo>
                <a:lnTo>
                  <a:pt x="1468060" y="79238"/>
                </a:lnTo>
                <a:lnTo>
                  <a:pt x="1467563" y="80722"/>
                </a:lnTo>
                <a:lnTo>
                  <a:pt x="1467008" y="82208"/>
                </a:lnTo>
                <a:lnTo>
                  <a:pt x="1466394" y="83698"/>
                </a:lnTo>
                <a:lnTo>
                  <a:pt x="1465722" y="85191"/>
                </a:lnTo>
                <a:lnTo>
                  <a:pt x="1464998" y="86654"/>
                </a:lnTo>
                <a:lnTo>
                  <a:pt x="1464231" y="88055"/>
                </a:lnTo>
                <a:lnTo>
                  <a:pt x="1463419" y="89396"/>
                </a:lnTo>
                <a:lnTo>
                  <a:pt x="1462564" y="90675"/>
                </a:lnTo>
                <a:lnTo>
                  <a:pt x="1461664" y="91893"/>
                </a:lnTo>
                <a:lnTo>
                  <a:pt x="1460720" y="93050"/>
                </a:lnTo>
                <a:lnTo>
                  <a:pt x="1459732" y="94146"/>
                </a:lnTo>
                <a:lnTo>
                  <a:pt x="1458700" y="95180"/>
                </a:lnTo>
                <a:lnTo>
                  <a:pt x="1457624" y="96153"/>
                </a:lnTo>
                <a:lnTo>
                  <a:pt x="1456504" y="97065"/>
                </a:lnTo>
                <a:lnTo>
                  <a:pt x="1455339" y="97916"/>
                </a:lnTo>
                <a:lnTo>
                  <a:pt x="1454131" y="98705"/>
                </a:lnTo>
                <a:lnTo>
                  <a:pt x="1452889" y="99433"/>
                </a:lnTo>
                <a:lnTo>
                  <a:pt x="1451623" y="100097"/>
                </a:lnTo>
                <a:lnTo>
                  <a:pt x="1450335" y="100697"/>
                </a:lnTo>
                <a:lnTo>
                  <a:pt x="1449023" y="101235"/>
                </a:lnTo>
                <a:lnTo>
                  <a:pt x="1447688" y="101709"/>
                </a:lnTo>
                <a:lnTo>
                  <a:pt x="1446329" y="102120"/>
                </a:lnTo>
                <a:lnTo>
                  <a:pt x="1444947" y="102468"/>
                </a:lnTo>
                <a:lnTo>
                  <a:pt x="1443542" y="102753"/>
                </a:lnTo>
                <a:lnTo>
                  <a:pt x="1442114" y="102974"/>
                </a:lnTo>
                <a:lnTo>
                  <a:pt x="1440662" y="103132"/>
                </a:lnTo>
                <a:lnTo>
                  <a:pt x="1439188" y="103227"/>
                </a:lnTo>
                <a:lnTo>
                  <a:pt x="1437689" y="103259"/>
                </a:lnTo>
                <a:lnTo>
                  <a:pt x="1435271" y="103177"/>
                </a:lnTo>
                <a:lnTo>
                  <a:pt x="1432936" y="102932"/>
                </a:lnTo>
                <a:lnTo>
                  <a:pt x="1430686" y="102525"/>
                </a:lnTo>
                <a:lnTo>
                  <a:pt x="1428520" y="101954"/>
                </a:lnTo>
                <a:lnTo>
                  <a:pt x="1426438" y="101221"/>
                </a:lnTo>
                <a:lnTo>
                  <a:pt x="1424440" y="100324"/>
                </a:lnTo>
                <a:lnTo>
                  <a:pt x="1422526" y="99264"/>
                </a:lnTo>
                <a:lnTo>
                  <a:pt x="1420697" y="98041"/>
                </a:lnTo>
                <a:lnTo>
                  <a:pt x="1418952" y="96655"/>
                </a:lnTo>
                <a:lnTo>
                  <a:pt x="1417291" y="95106"/>
                </a:lnTo>
                <a:lnTo>
                  <a:pt x="1415714" y="93395"/>
                </a:lnTo>
                <a:lnTo>
                  <a:pt x="1414222" y="91520"/>
                </a:lnTo>
                <a:lnTo>
                  <a:pt x="1413049" y="89855"/>
                </a:lnTo>
                <a:lnTo>
                  <a:pt x="1411977" y="88157"/>
                </a:lnTo>
                <a:lnTo>
                  <a:pt x="1411008" y="86425"/>
                </a:lnTo>
                <a:lnTo>
                  <a:pt x="1410140" y="84659"/>
                </a:lnTo>
                <a:lnTo>
                  <a:pt x="1409375" y="82860"/>
                </a:lnTo>
                <a:lnTo>
                  <a:pt x="1408712" y="81027"/>
                </a:lnTo>
                <a:lnTo>
                  <a:pt x="1408151" y="79161"/>
                </a:lnTo>
                <a:lnTo>
                  <a:pt x="1407691" y="77261"/>
                </a:lnTo>
                <a:lnTo>
                  <a:pt x="1407334" y="75328"/>
                </a:lnTo>
                <a:lnTo>
                  <a:pt x="1407079" y="73361"/>
                </a:lnTo>
                <a:lnTo>
                  <a:pt x="1406926" y="71360"/>
                </a:lnTo>
                <a:lnTo>
                  <a:pt x="1406875" y="69326"/>
                </a:lnTo>
                <a:lnTo>
                  <a:pt x="1406906" y="67832"/>
                </a:lnTo>
                <a:lnTo>
                  <a:pt x="1406999" y="66341"/>
                </a:lnTo>
                <a:lnTo>
                  <a:pt x="1407154" y="64850"/>
                </a:lnTo>
                <a:lnTo>
                  <a:pt x="1407370" y="63362"/>
                </a:lnTo>
                <a:lnTo>
                  <a:pt x="1407649" y="61874"/>
                </a:lnTo>
                <a:lnTo>
                  <a:pt x="1407990" y="60388"/>
                </a:lnTo>
                <a:lnTo>
                  <a:pt x="1408392" y="58904"/>
                </a:lnTo>
                <a:lnTo>
                  <a:pt x="1408856" y="57421"/>
                </a:lnTo>
                <a:lnTo>
                  <a:pt x="1409383" y="55940"/>
                </a:lnTo>
                <a:lnTo>
                  <a:pt x="1409971" y="54460"/>
                </a:lnTo>
                <a:lnTo>
                  <a:pt x="1410621" y="52982"/>
                </a:lnTo>
                <a:lnTo>
                  <a:pt x="1411333" y="51505"/>
                </a:lnTo>
                <a:lnTo>
                  <a:pt x="1412096" y="50061"/>
                </a:lnTo>
                <a:lnTo>
                  <a:pt x="1412897" y="48681"/>
                </a:lnTo>
                <a:lnTo>
                  <a:pt x="1413738" y="47365"/>
                </a:lnTo>
                <a:lnTo>
                  <a:pt x="1414618" y="46114"/>
                </a:lnTo>
                <a:lnTo>
                  <a:pt x="1415537" y="44927"/>
                </a:lnTo>
                <a:lnTo>
                  <a:pt x="1416496" y="43804"/>
                </a:lnTo>
                <a:lnTo>
                  <a:pt x="1417493" y="42745"/>
                </a:lnTo>
                <a:lnTo>
                  <a:pt x="1418530" y="41750"/>
                </a:lnTo>
                <a:lnTo>
                  <a:pt x="1419605" y="40820"/>
                </a:lnTo>
                <a:lnTo>
                  <a:pt x="1420720" y="39954"/>
                </a:lnTo>
                <a:lnTo>
                  <a:pt x="1421874" y="39152"/>
                </a:lnTo>
                <a:lnTo>
                  <a:pt x="1423067" y="38415"/>
                </a:lnTo>
                <a:lnTo>
                  <a:pt x="1424285" y="37739"/>
                </a:lnTo>
                <a:lnTo>
                  <a:pt x="1425516" y="37122"/>
                </a:lnTo>
                <a:lnTo>
                  <a:pt x="1426758" y="36563"/>
                </a:lnTo>
                <a:lnTo>
                  <a:pt x="1428012" y="36063"/>
                </a:lnTo>
                <a:lnTo>
                  <a:pt x="1429278" y="35622"/>
                </a:lnTo>
                <a:lnTo>
                  <a:pt x="1430556" y="35240"/>
                </a:lnTo>
                <a:lnTo>
                  <a:pt x="1431846" y="34917"/>
                </a:lnTo>
                <a:lnTo>
                  <a:pt x="1433148" y="34652"/>
                </a:lnTo>
                <a:lnTo>
                  <a:pt x="1434462" y="34447"/>
                </a:lnTo>
                <a:lnTo>
                  <a:pt x="1435787" y="34300"/>
                </a:lnTo>
                <a:lnTo>
                  <a:pt x="1437125" y="34212"/>
                </a:lnTo>
                <a:lnTo>
                  <a:pt x="1438474" y="34182"/>
                </a:lnTo>
                <a:moveTo>
                  <a:pt x="1436263" y="38882"/>
                </a:moveTo>
                <a:lnTo>
                  <a:pt x="1435633" y="38898"/>
                </a:lnTo>
                <a:lnTo>
                  <a:pt x="1435002" y="38944"/>
                </a:lnTo>
                <a:lnTo>
                  <a:pt x="1434370" y="39022"/>
                </a:lnTo>
                <a:lnTo>
                  <a:pt x="1433739" y="39131"/>
                </a:lnTo>
                <a:lnTo>
                  <a:pt x="1433106" y="39271"/>
                </a:lnTo>
                <a:lnTo>
                  <a:pt x="1432473" y="39442"/>
                </a:lnTo>
                <a:lnTo>
                  <a:pt x="1431840" y="39645"/>
                </a:lnTo>
                <a:lnTo>
                  <a:pt x="1431206" y="39878"/>
                </a:lnTo>
                <a:lnTo>
                  <a:pt x="1430572" y="40143"/>
                </a:lnTo>
                <a:lnTo>
                  <a:pt x="1429937" y="40438"/>
                </a:lnTo>
                <a:lnTo>
                  <a:pt x="1429302" y="40765"/>
                </a:lnTo>
                <a:lnTo>
                  <a:pt x="1428666" y="41123"/>
                </a:lnTo>
                <a:lnTo>
                  <a:pt x="1428040" y="41520"/>
                </a:lnTo>
                <a:lnTo>
                  <a:pt x="1427435" y="41964"/>
                </a:lnTo>
                <a:lnTo>
                  <a:pt x="1426850" y="42455"/>
                </a:lnTo>
                <a:lnTo>
                  <a:pt x="1426285" y="42992"/>
                </a:lnTo>
                <a:lnTo>
                  <a:pt x="1425740" y="43577"/>
                </a:lnTo>
                <a:lnTo>
                  <a:pt x="1425216" y="44209"/>
                </a:lnTo>
                <a:lnTo>
                  <a:pt x="1424712" y="44887"/>
                </a:lnTo>
                <a:lnTo>
                  <a:pt x="1424228" y="45613"/>
                </a:lnTo>
                <a:lnTo>
                  <a:pt x="1423765" y="46385"/>
                </a:lnTo>
                <a:lnTo>
                  <a:pt x="1423321" y="47204"/>
                </a:lnTo>
                <a:lnTo>
                  <a:pt x="1422899" y="48070"/>
                </a:lnTo>
                <a:lnTo>
                  <a:pt x="1422496" y="48983"/>
                </a:lnTo>
                <a:lnTo>
                  <a:pt x="1422120" y="49942"/>
                </a:lnTo>
                <a:lnTo>
                  <a:pt x="1421777" y="50945"/>
                </a:lnTo>
                <a:lnTo>
                  <a:pt x="1421466" y="51993"/>
                </a:lnTo>
                <a:lnTo>
                  <a:pt x="1421189" y="53085"/>
                </a:lnTo>
                <a:lnTo>
                  <a:pt x="1420943" y="54221"/>
                </a:lnTo>
                <a:lnTo>
                  <a:pt x="1420731" y="55402"/>
                </a:lnTo>
                <a:lnTo>
                  <a:pt x="1420551" y="56628"/>
                </a:lnTo>
                <a:lnTo>
                  <a:pt x="1420404" y="57898"/>
                </a:lnTo>
                <a:lnTo>
                  <a:pt x="1420289" y="59212"/>
                </a:lnTo>
                <a:lnTo>
                  <a:pt x="1420208" y="60571"/>
                </a:lnTo>
                <a:lnTo>
                  <a:pt x="1420159" y="61974"/>
                </a:lnTo>
                <a:lnTo>
                  <a:pt x="1420142" y="63422"/>
                </a:lnTo>
                <a:lnTo>
                  <a:pt x="1420182" y="65765"/>
                </a:lnTo>
                <a:lnTo>
                  <a:pt x="1420300" y="68055"/>
                </a:lnTo>
                <a:lnTo>
                  <a:pt x="1420497" y="70290"/>
                </a:lnTo>
                <a:lnTo>
                  <a:pt x="1420772" y="72470"/>
                </a:lnTo>
                <a:lnTo>
                  <a:pt x="1421127" y="74597"/>
                </a:lnTo>
                <a:lnTo>
                  <a:pt x="1421560" y="76669"/>
                </a:lnTo>
                <a:lnTo>
                  <a:pt x="1422072" y="78687"/>
                </a:lnTo>
                <a:lnTo>
                  <a:pt x="1422663" y="80650"/>
                </a:lnTo>
                <a:lnTo>
                  <a:pt x="1423332" y="82559"/>
                </a:lnTo>
                <a:lnTo>
                  <a:pt x="1424080" y="84414"/>
                </a:lnTo>
                <a:lnTo>
                  <a:pt x="1424907" y="86215"/>
                </a:lnTo>
                <a:lnTo>
                  <a:pt x="1425813" y="87961"/>
                </a:lnTo>
                <a:lnTo>
                  <a:pt x="1426783" y="89608"/>
                </a:lnTo>
                <a:lnTo>
                  <a:pt x="1427803" y="91112"/>
                </a:lnTo>
                <a:lnTo>
                  <a:pt x="1428874" y="92473"/>
                </a:lnTo>
                <a:lnTo>
                  <a:pt x="1429994" y="93690"/>
                </a:lnTo>
                <a:lnTo>
                  <a:pt x="1431164" y="94765"/>
                </a:lnTo>
                <a:lnTo>
                  <a:pt x="1432384" y="95696"/>
                </a:lnTo>
                <a:lnTo>
                  <a:pt x="1433655" y="96483"/>
                </a:lnTo>
                <a:lnTo>
                  <a:pt x="1434975" y="97128"/>
                </a:lnTo>
                <a:lnTo>
                  <a:pt x="1436345" y="97629"/>
                </a:lnTo>
                <a:lnTo>
                  <a:pt x="1437766" y="97987"/>
                </a:lnTo>
                <a:lnTo>
                  <a:pt x="1439236" y="98202"/>
                </a:lnTo>
                <a:lnTo>
                  <a:pt x="1440757" y="98274"/>
                </a:lnTo>
                <a:lnTo>
                  <a:pt x="1441893" y="98234"/>
                </a:lnTo>
                <a:lnTo>
                  <a:pt x="1442996" y="98116"/>
                </a:lnTo>
                <a:lnTo>
                  <a:pt x="1444065" y="97918"/>
                </a:lnTo>
                <a:lnTo>
                  <a:pt x="1445100" y="97641"/>
                </a:lnTo>
                <a:lnTo>
                  <a:pt x="1446101" y="97286"/>
                </a:lnTo>
                <a:lnTo>
                  <a:pt x="1447069" y="96851"/>
                </a:lnTo>
                <a:lnTo>
                  <a:pt x="1448003" y="96337"/>
                </a:lnTo>
                <a:lnTo>
                  <a:pt x="1448904" y="95745"/>
                </a:lnTo>
                <a:lnTo>
                  <a:pt x="1449771" y="95073"/>
                </a:lnTo>
                <a:lnTo>
                  <a:pt x="1450604" y="94322"/>
                </a:lnTo>
                <a:lnTo>
                  <a:pt x="1451404" y="93492"/>
                </a:lnTo>
                <a:lnTo>
                  <a:pt x="1452169" y="92583"/>
                </a:lnTo>
                <a:lnTo>
                  <a:pt x="1452887" y="91578"/>
                </a:lnTo>
                <a:lnTo>
                  <a:pt x="1453542" y="90459"/>
                </a:lnTo>
                <a:lnTo>
                  <a:pt x="1454135" y="89227"/>
                </a:lnTo>
                <a:lnTo>
                  <a:pt x="1454666" y="87881"/>
                </a:lnTo>
                <a:lnTo>
                  <a:pt x="1455134" y="86421"/>
                </a:lnTo>
                <a:lnTo>
                  <a:pt x="1455540" y="84848"/>
                </a:lnTo>
                <a:lnTo>
                  <a:pt x="1455883" y="83162"/>
                </a:lnTo>
                <a:lnTo>
                  <a:pt x="1456164" y="81361"/>
                </a:lnTo>
                <a:lnTo>
                  <a:pt x="1456382" y="79447"/>
                </a:lnTo>
                <a:lnTo>
                  <a:pt x="1456538" y="77420"/>
                </a:lnTo>
                <a:lnTo>
                  <a:pt x="1456632" y="75279"/>
                </a:lnTo>
                <a:lnTo>
                  <a:pt x="1456663" y="73024"/>
                </a:lnTo>
                <a:lnTo>
                  <a:pt x="1456611" y="70183"/>
                </a:lnTo>
                <a:lnTo>
                  <a:pt x="1456455" y="67444"/>
                </a:lnTo>
                <a:lnTo>
                  <a:pt x="1456195" y="64809"/>
                </a:lnTo>
                <a:lnTo>
                  <a:pt x="1455831" y="62276"/>
                </a:lnTo>
                <a:lnTo>
                  <a:pt x="1455363" y="59845"/>
                </a:lnTo>
                <a:lnTo>
                  <a:pt x="1454791" y="57518"/>
                </a:lnTo>
                <a:lnTo>
                  <a:pt x="1454115" y="55293"/>
                </a:lnTo>
                <a:lnTo>
                  <a:pt x="1453334" y="53171"/>
                </a:lnTo>
                <a:lnTo>
                  <a:pt x="1452450" y="51151"/>
                </a:lnTo>
                <a:lnTo>
                  <a:pt x="1451462" y="49235"/>
                </a:lnTo>
                <a:lnTo>
                  <a:pt x="1450370" y="47421"/>
                </a:lnTo>
                <a:lnTo>
                  <a:pt x="1449173" y="45710"/>
                </a:lnTo>
                <a:lnTo>
                  <a:pt x="1448310" y="44619"/>
                </a:lnTo>
                <a:lnTo>
                  <a:pt x="1447408" y="43624"/>
                </a:lnTo>
                <a:lnTo>
                  <a:pt x="1446467" y="42723"/>
                </a:lnTo>
                <a:lnTo>
                  <a:pt x="1445488" y="41917"/>
                </a:lnTo>
                <a:lnTo>
                  <a:pt x="1444470" y="41205"/>
                </a:lnTo>
                <a:lnTo>
                  <a:pt x="1443414" y="40589"/>
                </a:lnTo>
                <a:lnTo>
                  <a:pt x="1442318" y="40068"/>
                </a:lnTo>
                <a:lnTo>
                  <a:pt x="1441185" y="39641"/>
                </a:lnTo>
                <a:lnTo>
                  <a:pt x="1440012" y="39309"/>
                </a:lnTo>
                <a:lnTo>
                  <a:pt x="1438801" y="39072"/>
                </a:lnTo>
                <a:lnTo>
                  <a:pt x="1437551" y="38930"/>
                </a:lnTo>
                <a:lnTo>
                  <a:pt x="1436263" y="38882"/>
                </a:lnTo>
                <a:close/>
                <a:moveTo>
                  <a:pt x="1496179" y="0"/>
                </a:moveTo>
                <a:lnTo>
                  <a:pt x="1496672" y="15"/>
                </a:lnTo>
                <a:lnTo>
                  <a:pt x="1497153" y="59"/>
                </a:lnTo>
                <a:lnTo>
                  <a:pt x="1497622" y="132"/>
                </a:lnTo>
                <a:lnTo>
                  <a:pt x="1498077" y="235"/>
                </a:lnTo>
                <a:lnTo>
                  <a:pt x="1498521" y="367"/>
                </a:lnTo>
                <a:lnTo>
                  <a:pt x="1498952" y="528"/>
                </a:lnTo>
                <a:lnTo>
                  <a:pt x="1499371" y="719"/>
                </a:lnTo>
                <a:lnTo>
                  <a:pt x="1499778" y="939"/>
                </a:lnTo>
                <a:lnTo>
                  <a:pt x="1500172" y="1188"/>
                </a:lnTo>
                <a:lnTo>
                  <a:pt x="1500553" y="1467"/>
                </a:lnTo>
                <a:lnTo>
                  <a:pt x="1500922" y="1775"/>
                </a:lnTo>
                <a:lnTo>
                  <a:pt x="1501279" y="2112"/>
                </a:lnTo>
                <a:lnTo>
                  <a:pt x="1501615" y="2470"/>
                </a:lnTo>
                <a:lnTo>
                  <a:pt x="1501922" y="2840"/>
                </a:lnTo>
                <a:lnTo>
                  <a:pt x="1502200" y="3223"/>
                </a:lnTo>
                <a:lnTo>
                  <a:pt x="1502448" y="3618"/>
                </a:lnTo>
                <a:lnTo>
                  <a:pt x="1502668" y="4026"/>
                </a:lnTo>
                <a:lnTo>
                  <a:pt x="1502858" y="4446"/>
                </a:lnTo>
                <a:lnTo>
                  <a:pt x="1503018" y="4878"/>
                </a:lnTo>
                <a:lnTo>
                  <a:pt x="1503150" y="5323"/>
                </a:lnTo>
                <a:lnTo>
                  <a:pt x="1503252" y="5781"/>
                </a:lnTo>
                <a:lnTo>
                  <a:pt x="1503325" y="6251"/>
                </a:lnTo>
                <a:lnTo>
                  <a:pt x="1503369" y="6733"/>
                </a:lnTo>
                <a:lnTo>
                  <a:pt x="1503384" y="7228"/>
                </a:lnTo>
                <a:lnTo>
                  <a:pt x="1503369" y="7723"/>
                </a:lnTo>
                <a:lnTo>
                  <a:pt x="1503325" y="8206"/>
                </a:lnTo>
                <a:lnTo>
                  <a:pt x="1503252" y="8678"/>
                </a:lnTo>
                <a:lnTo>
                  <a:pt x="1503150" y="9137"/>
                </a:lnTo>
                <a:lnTo>
                  <a:pt x="1503018" y="9584"/>
                </a:lnTo>
                <a:lnTo>
                  <a:pt x="1502858" y="10020"/>
                </a:lnTo>
                <a:lnTo>
                  <a:pt x="1502668" y="10443"/>
                </a:lnTo>
                <a:lnTo>
                  <a:pt x="1502448" y="10855"/>
                </a:lnTo>
                <a:lnTo>
                  <a:pt x="1502200" y="11255"/>
                </a:lnTo>
                <a:lnTo>
                  <a:pt x="1501922" y="11642"/>
                </a:lnTo>
                <a:lnTo>
                  <a:pt x="1501615" y="12018"/>
                </a:lnTo>
                <a:lnTo>
                  <a:pt x="1501279" y="12382"/>
                </a:lnTo>
                <a:lnTo>
                  <a:pt x="1500922" y="12725"/>
                </a:lnTo>
                <a:lnTo>
                  <a:pt x="1500553" y="13038"/>
                </a:lnTo>
                <a:lnTo>
                  <a:pt x="1500172" y="13321"/>
                </a:lnTo>
                <a:lnTo>
                  <a:pt x="1499778" y="13574"/>
                </a:lnTo>
                <a:lnTo>
                  <a:pt x="1499371" y="13797"/>
                </a:lnTo>
                <a:lnTo>
                  <a:pt x="1498952" y="13991"/>
                </a:lnTo>
                <a:lnTo>
                  <a:pt x="1498521" y="14155"/>
                </a:lnTo>
                <a:lnTo>
                  <a:pt x="1498077" y="14289"/>
                </a:lnTo>
                <a:lnTo>
                  <a:pt x="1497622" y="14393"/>
                </a:lnTo>
                <a:lnTo>
                  <a:pt x="1497153" y="14468"/>
                </a:lnTo>
                <a:lnTo>
                  <a:pt x="1496672" y="14513"/>
                </a:lnTo>
                <a:lnTo>
                  <a:pt x="1496179" y="14527"/>
                </a:lnTo>
                <a:lnTo>
                  <a:pt x="1495686" y="14513"/>
                </a:lnTo>
                <a:lnTo>
                  <a:pt x="1495204" y="14468"/>
                </a:lnTo>
                <a:lnTo>
                  <a:pt x="1494735" y="14393"/>
                </a:lnTo>
                <a:lnTo>
                  <a:pt x="1494277" y="14289"/>
                </a:lnTo>
                <a:lnTo>
                  <a:pt x="1493831" y="14155"/>
                </a:lnTo>
                <a:lnTo>
                  <a:pt x="1493397" y="13991"/>
                </a:lnTo>
                <a:lnTo>
                  <a:pt x="1492975" y="13797"/>
                </a:lnTo>
                <a:lnTo>
                  <a:pt x="1492565" y="13574"/>
                </a:lnTo>
                <a:lnTo>
                  <a:pt x="1492167" y="13321"/>
                </a:lnTo>
                <a:lnTo>
                  <a:pt x="1491781" y="13038"/>
                </a:lnTo>
                <a:lnTo>
                  <a:pt x="1491406" y="12725"/>
                </a:lnTo>
                <a:lnTo>
                  <a:pt x="1491044" y="12382"/>
                </a:lnTo>
                <a:lnTo>
                  <a:pt x="1490702" y="12018"/>
                </a:lnTo>
                <a:lnTo>
                  <a:pt x="1490390" y="11642"/>
                </a:lnTo>
                <a:lnTo>
                  <a:pt x="1490107" y="11255"/>
                </a:lnTo>
                <a:lnTo>
                  <a:pt x="1489855" y="10855"/>
                </a:lnTo>
                <a:lnTo>
                  <a:pt x="1489632" y="10443"/>
                </a:lnTo>
                <a:lnTo>
                  <a:pt x="1489439" y="10020"/>
                </a:lnTo>
                <a:lnTo>
                  <a:pt x="1489275" y="9584"/>
                </a:lnTo>
                <a:lnTo>
                  <a:pt x="1489141" y="9137"/>
                </a:lnTo>
                <a:lnTo>
                  <a:pt x="1489037" y="8678"/>
                </a:lnTo>
                <a:lnTo>
                  <a:pt x="1488963" y="8206"/>
                </a:lnTo>
                <a:lnTo>
                  <a:pt x="1488919" y="7723"/>
                </a:lnTo>
                <a:lnTo>
                  <a:pt x="1488904" y="7228"/>
                </a:lnTo>
                <a:lnTo>
                  <a:pt x="1488918" y="6733"/>
                </a:lnTo>
                <a:lnTo>
                  <a:pt x="1488962" y="6251"/>
                </a:lnTo>
                <a:lnTo>
                  <a:pt x="1489035" y="5781"/>
                </a:lnTo>
                <a:lnTo>
                  <a:pt x="1489138" y="5323"/>
                </a:lnTo>
                <a:lnTo>
                  <a:pt x="1489269" y="4878"/>
                </a:lnTo>
                <a:lnTo>
                  <a:pt x="1489430" y="4446"/>
                </a:lnTo>
                <a:lnTo>
                  <a:pt x="1489620" y="4026"/>
                </a:lnTo>
                <a:lnTo>
                  <a:pt x="1489839" y="3618"/>
                </a:lnTo>
                <a:lnTo>
                  <a:pt x="1490087" y="3223"/>
                </a:lnTo>
                <a:lnTo>
                  <a:pt x="1490365" y="2840"/>
                </a:lnTo>
                <a:lnTo>
                  <a:pt x="1490672" y="2470"/>
                </a:lnTo>
                <a:lnTo>
                  <a:pt x="1491008" y="2112"/>
                </a:lnTo>
                <a:lnTo>
                  <a:pt x="1491365" y="1775"/>
                </a:lnTo>
                <a:lnTo>
                  <a:pt x="1491736" y="1467"/>
                </a:lnTo>
                <a:lnTo>
                  <a:pt x="1492120" y="1188"/>
                </a:lnTo>
                <a:lnTo>
                  <a:pt x="1492518" y="939"/>
                </a:lnTo>
                <a:lnTo>
                  <a:pt x="1492929" y="719"/>
                </a:lnTo>
                <a:lnTo>
                  <a:pt x="1493353" y="528"/>
                </a:lnTo>
                <a:lnTo>
                  <a:pt x="1493791" y="367"/>
                </a:lnTo>
                <a:lnTo>
                  <a:pt x="1494242" y="235"/>
                </a:lnTo>
                <a:lnTo>
                  <a:pt x="1494706" y="132"/>
                </a:lnTo>
                <a:lnTo>
                  <a:pt x="1495184" y="59"/>
                </a:lnTo>
                <a:lnTo>
                  <a:pt x="1495675" y="15"/>
                </a:lnTo>
                <a:lnTo>
                  <a:pt x="1496179" y="0"/>
                </a:lnTo>
                <a:moveTo>
                  <a:pt x="1502100" y="34182"/>
                </a:moveTo>
                <a:lnTo>
                  <a:pt x="1502100" y="86479"/>
                </a:lnTo>
                <a:lnTo>
                  <a:pt x="1502106" y="87469"/>
                </a:lnTo>
                <a:lnTo>
                  <a:pt x="1502124" y="88403"/>
                </a:lnTo>
                <a:lnTo>
                  <a:pt x="1502155" y="89279"/>
                </a:lnTo>
                <a:lnTo>
                  <a:pt x="1502199" y="90099"/>
                </a:lnTo>
                <a:lnTo>
                  <a:pt x="1502254" y="90862"/>
                </a:lnTo>
                <a:lnTo>
                  <a:pt x="1502323" y="91569"/>
                </a:lnTo>
                <a:lnTo>
                  <a:pt x="1502403" y="92218"/>
                </a:lnTo>
                <a:lnTo>
                  <a:pt x="1502496" y="92811"/>
                </a:lnTo>
                <a:lnTo>
                  <a:pt x="1502601" y="93347"/>
                </a:lnTo>
                <a:lnTo>
                  <a:pt x="1502719" y="93827"/>
                </a:lnTo>
                <a:lnTo>
                  <a:pt x="1502849" y="94249"/>
                </a:lnTo>
                <a:lnTo>
                  <a:pt x="1502991" y="94615"/>
                </a:lnTo>
                <a:lnTo>
                  <a:pt x="1503146" y="94945"/>
                </a:lnTo>
                <a:lnTo>
                  <a:pt x="1503312" y="95261"/>
                </a:lnTo>
                <a:lnTo>
                  <a:pt x="1503491" y="95563"/>
                </a:lnTo>
                <a:lnTo>
                  <a:pt x="1503681" y="95851"/>
                </a:lnTo>
                <a:lnTo>
                  <a:pt x="1503883" y="96124"/>
                </a:lnTo>
                <a:lnTo>
                  <a:pt x="1504097" y="96383"/>
                </a:lnTo>
                <a:lnTo>
                  <a:pt x="1504323" y="96627"/>
                </a:lnTo>
                <a:lnTo>
                  <a:pt x="1504561" y="96857"/>
                </a:lnTo>
                <a:lnTo>
                  <a:pt x="1504810" y="97073"/>
                </a:lnTo>
                <a:lnTo>
                  <a:pt x="1505072" y="97275"/>
                </a:lnTo>
                <a:lnTo>
                  <a:pt x="1505345" y="97462"/>
                </a:lnTo>
                <a:lnTo>
                  <a:pt x="1505630" y="97635"/>
                </a:lnTo>
                <a:lnTo>
                  <a:pt x="1505942" y="97794"/>
                </a:lnTo>
                <a:lnTo>
                  <a:pt x="1506293" y="97939"/>
                </a:lnTo>
                <a:lnTo>
                  <a:pt x="1506685" y="98070"/>
                </a:lnTo>
                <a:lnTo>
                  <a:pt x="1507117" y="98188"/>
                </a:lnTo>
                <a:lnTo>
                  <a:pt x="1507588" y="98291"/>
                </a:lnTo>
                <a:lnTo>
                  <a:pt x="1508100" y="98381"/>
                </a:lnTo>
                <a:lnTo>
                  <a:pt x="1508652" y="98457"/>
                </a:lnTo>
                <a:lnTo>
                  <a:pt x="1509245" y="98519"/>
                </a:lnTo>
                <a:lnTo>
                  <a:pt x="1509877" y="98568"/>
                </a:lnTo>
                <a:lnTo>
                  <a:pt x="1510549" y="98602"/>
                </a:lnTo>
                <a:lnTo>
                  <a:pt x="1511262" y="98623"/>
                </a:lnTo>
                <a:lnTo>
                  <a:pt x="1512014" y="98630"/>
                </a:lnTo>
                <a:lnTo>
                  <a:pt x="1512014" y="101265"/>
                </a:lnTo>
                <a:lnTo>
                  <a:pt x="1480273" y="101265"/>
                </a:lnTo>
                <a:lnTo>
                  <a:pt x="1480273" y="98630"/>
                </a:lnTo>
                <a:lnTo>
                  <a:pt x="1481048" y="98623"/>
                </a:lnTo>
                <a:lnTo>
                  <a:pt x="1481779" y="98604"/>
                </a:lnTo>
                <a:lnTo>
                  <a:pt x="1482466" y="98572"/>
                </a:lnTo>
                <a:lnTo>
                  <a:pt x="1483110" y="98527"/>
                </a:lnTo>
                <a:lnTo>
                  <a:pt x="1483711" y="98469"/>
                </a:lnTo>
                <a:lnTo>
                  <a:pt x="1484267" y="98399"/>
                </a:lnTo>
                <a:lnTo>
                  <a:pt x="1484780" y="98315"/>
                </a:lnTo>
                <a:lnTo>
                  <a:pt x="1485250" y="98219"/>
                </a:lnTo>
                <a:lnTo>
                  <a:pt x="1485676" y="98110"/>
                </a:lnTo>
                <a:lnTo>
                  <a:pt x="1486058" y="97988"/>
                </a:lnTo>
                <a:lnTo>
                  <a:pt x="1486397" y="97854"/>
                </a:lnTo>
                <a:lnTo>
                  <a:pt x="1486692" y="97706"/>
                </a:lnTo>
                <a:lnTo>
                  <a:pt x="1486961" y="97544"/>
                </a:lnTo>
                <a:lnTo>
                  <a:pt x="1487221" y="97365"/>
                </a:lnTo>
                <a:lnTo>
                  <a:pt x="1487470" y="97169"/>
                </a:lnTo>
                <a:lnTo>
                  <a:pt x="1487711" y="96956"/>
                </a:lnTo>
                <a:lnTo>
                  <a:pt x="1487942" y="96727"/>
                </a:lnTo>
                <a:lnTo>
                  <a:pt x="1488164" y="96481"/>
                </a:lnTo>
                <a:lnTo>
                  <a:pt x="1488376" y="96218"/>
                </a:lnTo>
                <a:lnTo>
                  <a:pt x="1488579" y="95938"/>
                </a:lnTo>
                <a:lnTo>
                  <a:pt x="1488772" y="95641"/>
                </a:lnTo>
                <a:lnTo>
                  <a:pt x="1488956" y="95328"/>
                </a:lnTo>
                <a:lnTo>
                  <a:pt x="1489131" y="94998"/>
                </a:lnTo>
                <a:lnTo>
                  <a:pt x="1489296" y="94651"/>
                </a:lnTo>
                <a:lnTo>
                  <a:pt x="1489450" y="94268"/>
                </a:lnTo>
                <a:lnTo>
                  <a:pt x="1489590" y="93831"/>
                </a:lnTo>
                <a:lnTo>
                  <a:pt x="1489717" y="93340"/>
                </a:lnTo>
                <a:lnTo>
                  <a:pt x="1489831" y="92795"/>
                </a:lnTo>
                <a:lnTo>
                  <a:pt x="1489931" y="92196"/>
                </a:lnTo>
                <a:lnTo>
                  <a:pt x="1490018" y="91542"/>
                </a:lnTo>
                <a:lnTo>
                  <a:pt x="1490092" y="90834"/>
                </a:lnTo>
                <a:lnTo>
                  <a:pt x="1490152" y="90071"/>
                </a:lnTo>
                <a:lnTo>
                  <a:pt x="1490199" y="89255"/>
                </a:lnTo>
                <a:lnTo>
                  <a:pt x="1490232" y="88384"/>
                </a:lnTo>
                <a:lnTo>
                  <a:pt x="1490252" y="87459"/>
                </a:lnTo>
                <a:lnTo>
                  <a:pt x="1490259" y="86479"/>
                </a:lnTo>
                <a:lnTo>
                  <a:pt x="1490259" y="61397"/>
                </a:lnTo>
                <a:lnTo>
                  <a:pt x="1490255" y="59684"/>
                </a:lnTo>
                <a:lnTo>
                  <a:pt x="1490241" y="58074"/>
                </a:lnTo>
                <a:lnTo>
                  <a:pt x="1490219" y="56569"/>
                </a:lnTo>
                <a:lnTo>
                  <a:pt x="1490188" y="55167"/>
                </a:lnTo>
                <a:lnTo>
                  <a:pt x="1490148" y="53869"/>
                </a:lnTo>
                <a:lnTo>
                  <a:pt x="1490098" y="52674"/>
                </a:lnTo>
                <a:lnTo>
                  <a:pt x="1490041" y="51583"/>
                </a:lnTo>
                <a:lnTo>
                  <a:pt x="1489974" y="50596"/>
                </a:lnTo>
                <a:lnTo>
                  <a:pt x="1489898" y="49712"/>
                </a:lnTo>
                <a:lnTo>
                  <a:pt x="1489813" y="48932"/>
                </a:lnTo>
                <a:lnTo>
                  <a:pt x="1489720" y="48256"/>
                </a:lnTo>
                <a:lnTo>
                  <a:pt x="1489617" y="47684"/>
                </a:lnTo>
                <a:lnTo>
                  <a:pt x="1489530" y="47314"/>
                </a:lnTo>
                <a:lnTo>
                  <a:pt x="1489435" y="46964"/>
                </a:lnTo>
                <a:lnTo>
                  <a:pt x="1489332" y="46633"/>
                </a:lnTo>
                <a:lnTo>
                  <a:pt x="1489221" y="46321"/>
                </a:lnTo>
                <a:lnTo>
                  <a:pt x="1489102" y="46029"/>
                </a:lnTo>
                <a:lnTo>
                  <a:pt x="1488975" y="45756"/>
                </a:lnTo>
                <a:lnTo>
                  <a:pt x="1488840" y="45502"/>
                </a:lnTo>
                <a:lnTo>
                  <a:pt x="1488698" y="45267"/>
                </a:lnTo>
                <a:lnTo>
                  <a:pt x="1488547" y="45052"/>
                </a:lnTo>
                <a:lnTo>
                  <a:pt x="1488389" y="44856"/>
                </a:lnTo>
                <a:lnTo>
                  <a:pt x="1488222" y="44679"/>
                </a:lnTo>
                <a:lnTo>
                  <a:pt x="1488048" y="44521"/>
                </a:lnTo>
                <a:lnTo>
                  <a:pt x="1487864" y="44380"/>
                </a:lnTo>
                <a:lnTo>
                  <a:pt x="1487669" y="44250"/>
                </a:lnTo>
                <a:lnTo>
                  <a:pt x="1487464" y="44133"/>
                </a:lnTo>
                <a:lnTo>
                  <a:pt x="1487247" y="44028"/>
                </a:lnTo>
                <a:lnTo>
                  <a:pt x="1487020" y="43936"/>
                </a:lnTo>
                <a:lnTo>
                  <a:pt x="1486782" y="43855"/>
                </a:lnTo>
                <a:lnTo>
                  <a:pt x="1486533" y="43788"/>
                </a:lnTo>
                <a:lnTo>
                  <a:pt x="1486272" y="43732"/>
                </a:lnTo>
                <a:lnTo>
                  <a:pt x="1486001" y="43689"/>
                </a:lnTo>
                <a:lnTo>
                  <a:pt x="1485720" y="43658"/>
                </a:lnTo>
                <a:lnTo>
                  <a:pt x="1485427" y="43640"/>
                </a:lnTo>
                <a:lnTo>
                  <a:pt x="1485123" y="43633"/>
                </a:lnTo>
                <a:lnTo>
                  <a:pt x="1484784" y="43641"/>
                </a:lnTo>
                <a:lnTo>
                  <a:pt x="1484434" y="43663"/>
                </a:lnTo>
                <a:lnTo>
                  <a:pt x="1484071" y="43700"/>
                </a:lnTo>
                <a:lnTo>
                  <a:pt x="1483697" y="43752"/>
                </a:lnTo>
                <a:lnTo>
                  <a:pt x="1483310" y="43818"/>
                </a:lnTo>
                <a:lnTo>
                  <a:pt x="1482912" y="43900"/>
                </a:lnTo>
                <a:lnTo>
                  <a:pt x="1482502" y="43996"/>
                </a:lnTo>
                <a:lnTo>
                  <a:pt x="1482080" y="44107"/>
                </a:lnTo>
                <a:lnTo>
                  <a:pt x="1481646" y="44233"/>
                </a:lnTo>
                <a:lnTo>
                  <a:pt x="1481200" y="44374"/>
                </a:lnTo>
                <a:lnTo>
                  <a:pt x="1480742" y="44529"/>
                </a:lnTo>
                <a:lnTo>
                  <a:pt x="1480273" y="44699"/>
                </a:lnTo>
                <a:lnTo>
                  <a:pt x="1479274" y="42140"/>
                </a:lnTo>
                <a:lnTo>
                  <a:pt x="1498961" y="34182"/>
                </a:lnTo>
                <a:lnTo>
                  <a:pt x="1502100" y="34182"/>
                </a:lnTo>
                <a:close/>
                <a:moveTo>
                  <a:pt x="1561960" y="34182"/>
                </a:moveTo>
                <a:lnTo>
                  <a:pt x="1561960" y="56258"/>
                </a:lnTo>
                <a:lnTo>
                  <a:pt x="1559606" y="56258"/>
                </a:lnTo>
                <a:lnTo>
                  <a:pt x="1559143" y="54573"/>
                </a:lnTo>
                <a:lnTo>
                  <a:pt x="1558660" y="52981"/>
                </a:lnTo>
                <a:lnTo>
                  <a:pt x="1558155" y="51480"/>
                </a:lnTo>
                <a:lnTo>
                  <a:pt x="1557628" y="50072"/>
                </a:lnTo>
                <a:lnTo>
                  <a:pt x="1557081" y="48756"/>
                </a:lnTo>
                <a:lnTo>
                  <a:pt x="1556512" y="47533"/>
                </a:lnTo>
                <a:lnTo>
                  <a:pt x="1555922" y="46402"/>
                </a:lnTo>
                <a:lnTo>
                  <a:pt x="1555310" y="45363"/>
                </a:lnTo>
                <a:lnTo>
                  <a:pt x="1554677" y="44416"/>
                </a:lnTo>
                <a:lnTo>
                  <a:pt x="1554023" y="43561"/>
                </a:lnTo>
                <a:lnTo>
                  <a:pt x="1553348" y="42799"/>
                </a:lnTo>
                <a:lnTo>
                  <a:pt x="1552651" y="42129"/>
                </a:lnTo>
                <a:lnTo>
                  <a:pt x="1551928" y="41531"/>
                </a:lnTo>
                <a:lnTo>
                  <a:pt x="1551172" y="40985"/>
                </a:lnTo>
                <a:lnTo>
                  <a:pt x="1550384" y="40490"/>
                </a:lnTo>
                <a:lnTo>
                  <a:pt x="1549564" y="40048"/>
                </a:lnTo>
                <a:lnTo>
                  <a:pt x="1548712" y="39658"/>
                </a:lnTo>
                <a:lnTo>
                  <a:pt x="1547827" y="39320"/>
                </a:lnTo>
                <a:lnTo>
                  <a:pt x="1546911" y="39034"/>
                </a:lnTo>
                <a:lnTo>
                  <a:pt x="1545962" y="38800"/>
                </a:lnTo>
                <a:lnTo>
                  <a:pt x="1544981" y="38618"/>
                </a:lnTo>
                <a:lnTo>
                  <a:pt x="1543968" y="38488"/>
                </a:lnTo>
                <a:lnTo>
                  <a:pt x="1542922" y="38410"/>
                </a:lnTo>
                <a:lnTo>
                  <a:pt x="1541845" y="38384"/>
                </a:lnTo>
                <a:lnTo>
                  <a:pt x="1541026" y="38402"/>
                </a:lnTo>
                <a:lnTo>
                  <a:pt x="1540234" y="38457"/>
                </a:lnTo>
                <a:lnTo>
                  <a:pt x="1539469" y="38548"/>
                </a:lnTo>
                <a:lnTo>
                  <a:pt x="1538730" y="38676"/>
                </a:lnTo>
                <a:lnTo>
                  <a:pt x="1538018" y="38841"/>
                </a:lnTo>
                <a:lnTo>
                  <a:pt x="1537333" y="39042"/>
                </a:lnTo>
                <a:lnTo>
                  <a:pt x="1536675" y="39280"/>
                </a:lnTo>
                <a:lnTo>
                  <a:pt x="1536043" y="39554"/>
                </a:lnTo>
                <a:lnTo>
                  <a:pt x="1535438" y="39865"/>
                </a:lnTo>
                <a:lnTo>
                  <a:pt x="1534860" y="40212"/>
                </a:lnTo>
                <a:lnTo>
                  <a:pt x="1534309" y="40596"/>
                </a:lnTo>
                <a:lnTo>
                  <a:pt x="1533784" y="41016"/>
                </a:lnTo>
                <a:lnTo>
                  <a:pt x="1533295" y="41459"/>
                </a:lnTo>
                <a:lnTo>
                  <a:pt x="1532847" y="41909"/>
                </a:lnTo>
                <a:lnTo>
                  <a:pt x="1532443" y="42367"/>
                </a:lnTo>
                <a:lnTo>
                  <a:pt x="1532081" y="42833"/>
                </a:lnTo>
                <a:lnTo>
                  <a:pt x="1531761" y="43308"/>
                </a:lnTo>
                <a:lnTo>
                  <a:pt x="1531484" y="43790"/>
                </a:lnTo>
                <a:lnTo>
                  <a:pt x="1531250" y="44280"/>
                </a:lnTo>
                <a:lnTo>
                  <a:pt x="1531058" y="44778"/>
                </a:lnTo>
                <a:lnTo>
                  <a:pt x="1530909" y="45284"/>
                </a:lnTo>
                <a:lnTo>
                  <a:pt x="1530803" y="45798"/>
                </a:lnTo>
                <a:lnTo>
                  <a:pt x="1530739" y="46319"/>
                </a:lnTo>
                <a:lnTo>
                  <a:pt x="1530717" y="46849"/>
                </a:lnTo>
                <a:lnTo>
                  <a:pt x="1530733" y="47505"/>
                </a:lnTo>
                <a:lnTo>
                  <a:pt x="1530781" y="48145"/>
                </a:lnTo>
                <a:lnTo>
                  <a:pt x="1530860" y="48770"/>
                </a:lnTo>
                <a:lnTo>
                  <a:pt x="1530971" y="49378"/>
                </a:lnTo>
                <a:lnTo>
                  <a:pt x="1531114" y="49971"/>
                </a:lnTo>
                <a:lnTo>
                  <a:pt x="1531288" y="50548"/>
                </a:lnTo>
                <a:lnTo>
                  <a:pt x="1531494" y="51109"/>
                </a:lnTo>
                <a:lnTo>
                  <a:pt x="1531732" y="51654"/>
                </a:lnTo>
                <a:lnTo>
                  <a:pt x="1532001" y="52183"/>
                </a:lnTo>
                <a:lnTo>
                  <a:pt x="1532302" y="52697"/>
                </a:lnTo>
                <a:lnTo>
                  <a:pt x="1532635" y="53195"/>
                </a:lnTo>
                <a:lnTo>
                  <a:pt x="1533000" y="53677"/>
                </a:lnTo>
                <a:lnTo>
                  <a:pt x="1533400" y="54165"/>
                </a:lnTo>
                <a:lnTo>
                  <a:pt x="1533864" y="54659"/>
                </a:lnTo>
                <a:lnTo>
                  <a:pt x="1534391" y="55157"/>
                </a:lnTo>
                <a:lnTo>
                  <a:pt x="1534981" y="55661"/>
                </a:lnTo>
                <a:lnTo>
                  <a:pt x="1535635" y="56169"/>
                </a:lnTo>
                <a:lnTo>
                  <a:pt x="1536352" y="56683"/>
                </a:lnTo>
                <a:lnTo>
                  <a:pt x="1537133" y="57201"/>
                </a:lnTo>
                <a:lnTo>
                  <a:pt x="1537977" y="57724"/>
                </a:lnTo>
                <a:lnTo>
                  <a:pt x="1538885" y="58252"/>
                </a:lnTo>
                <a:lnTo>
                  <a:pt x="1539855" y="58785"/>
                </a:lnTo>
                <a:lnTo>
                  <a:pt x="1540890" y="59323"/>
                </a:lnTo>
                <a:lnTo>
                  <a:pt x="1541987" y="59865"/>
                </a:lnTo>
                <a:lnTo>
                  <a:pt x="1552401" y="64917"/>
                </a:lnTo>
                <a:lnTo>
                  <a:pt x="1554714" y="66122"/>
                </a:lnTo>
                <a:lnTo>
                  <a:pt x="1556826" y="67389"/>
                </a:lnTo>
                <a:lnTo>
                  <a:pt x="1558736" y="68718"/>
                </a:lnTo>
                <a:lnTo>
                  <a:pt x="1560446" y="70109"/>
                </a:lnTo>
                <a:lnTo>
                  <a:pt x="1561954" y="71563"/>
                </a:lnTo>
                <a:lnTo>
                  <a:pt x="1563261" y="73079"/>
                </a:lnTo>
                <a:lnTo>
                  <a:pt x="1564368" y="74658"/>
                </a:lnTo>
                <a:lnTo>
                  <a:pt x="1565273" y="76298"/>
                </a:lnTo>
                <a:lnTo>
                  <a:pt x="1565976" y="78001"/>
                </a:lnTo>
                <a:lnTo>
                  <a:pt x="1566479" y="79766"/>
                </a:lnTo>
                <a:lnTo>
                  <a:pt x="1566781" y="81594"/>
                </a:lnTo>
                <a:lnTo>
                  <a:pt x="1566881" y="83484"/>
                </a:lnTo>
                <a:lnTo>
                  <a:pt x="1566835" y="84941"/>
                </a:lnTo>
                <a:lnTo>
                  <a:pt x="1566694" y="86351"/>
                </a:lnTo>
                <a:lnTo>
                  <a:pt x="1566460" y="87713"/>
                </a:lnTo>
                <a:lnTo>
                  <a:pt x="1566132" y="89028"/>
                </a:lnTo>
                <a:lnTo>
                  <a:pt x="1565711" y="90294"/>
                </a:lnTo>
                <a:lnTo>
                  <a:pt x="1565196" y="91512"/>
                </a:lnTo>
                <a:lnTo>
                  <a:pt x="1564588" y="92683"/>
                </a:lnTo>
                <a:lnTo>
                  <a:pt x="1563886" y="93806"/>
                </a:lnTo>
                <a:lnTo>
                  <a:pt x="1563090" y="94880"/>
                </a:lnTo>
                <a:lnTo>
                  <a:pt x="1562200" y="95907"/>
                </a:lnTo>
                <a:lnTo>
                  <a:pt x="1561217" y="96886"/>
                </a:lnTo>
                <a:lnTo>
                  <a:pt x="1560141" y="97817"/>
                </a:lnTo>
                <a:lnTo>
                  <a:pt x="1559006" y="98686"/>
                </a:lnTo>
                <a:lnTo>
                  <a:pt x="1557849" y="99480"/>
                </a:lnTo>
                <a:lnTo>
                  <a:pt x="1556670" y="100198"/>
                </a:lnTo>
                <a:lnTo>
                  <a:pt x="1555469" y="100840"/>
                </a:lnTo>
                <a:lnTo>
                  <a:pt x="1554245" y="101407"/>
                </a:lnTo>
                <a:lnTo>
                  <a:pt x="1552999" y="101898"/>
                </a:lnTo>
                <a:lnTo>
                  <a:pt x="1551731" y="102314"/>
                </a:lnTo>
                <a:lnTo>
                  <a:pt x="1550440" y="102654"/>
                </a:lnTo>
                <a:lnTo>
                  <a:pt x="1549127" y="102918"/>
                </a:lnTo>
                <a:lnTo>
                  <a:pt x="1547792" y="103107"/>
                </a:lnTo>
                <a:lnTo>
                  <a:pt x="1546434" y="103221"/>
                </a:lnTo>
                <a:lnTo>
                  <a:pt x="1545055" y="103259"/>
                </a:lnTo>
                <a:lnTo>
                  <a:pt x="1544044" y="103244"/>
                </a:lnTo>
                <a:lnTo>
                  <a:pt x="1543010" y="103199"/>
                </a:lnTo>
                <a:lnTo>
                  <a:pt x="1541952" y="103125"/>
                </a:lnTo>
                <a:lnTo>
                  <a:pt x="1540870" y="103021"/>
                </a:lnTo>
                <a:lnTo>
                  <a:pt x="1539764" y="102888"/>
                </a:lnTo>
                <a:lnTo>
                  <a:pt x="1538635" y="102724"/>
                </a:lnTo>
                <a:lnTo>
                  <a:pt x="1537482" y="102532"/>
                </a:lnTo>
                <a:lnTo>
                  <a:pt x="1536305" y="102309"/>
                </a:lnTo>
                <a:lnTo>
                  <a:pt x="1535104" y="102057"/>
                </a:lnTo>
                <a:lnTo>
                  <a:pt x="1533880" y="101775"/>
                </a:lnTo>
                <a:lnTo>
                  <a:pt x="1532631" y="101463"/>
                </a:lnTo>
                <a:lnTo>
                  <a:pt x="1531359" y="101122"/>
                </a:lnTo>
                <a:lnTo>
                  <a:pt x="1530973" y="101008"/>
                </a:lnTo>
                <a:lnTo>
                  <a:pt x="1530598" y="100905"/>
                </a:lnTo>
                <a:lnTo>
                  <a:pt x="1530236" y="100811"/>
                </a:lnTo>
                <a:lnTo>
                  <a:pt x="1529885" y="100727"/>
                </a:lnTo>
                <a:lnTo>
                  <a:pt x="1529546" y="100652"/>
                </a:lnTo>
                <a:lnTo>
                  <a:pt x="1529219" y="100588"/>
                </a:lnTo>
                <a:lnTo>
                  <a:pt x="1528904" y="100534"/>
                </a:lnTo>
                <a:lnTo>
                  <a:pt x="1528601" y="100489"/>
                </a:lnTo>
                <a:lnTo>
                  <a:pt x="1528310" y="100455"/>
                </a:lnTo>
                <a:lnTo>
                  <a:pt x="1528031" y="100430"/>
                </a:lnTo>
                <a:lnTo>
                  <a:pt x="1527763" y="100415"/>
                </a:lnTo>
                <a:lnTo>
                  <a:pt x="1527507" y="100410"/>
                </a:lnTo>
                <a:lnTo>
                  <a:pt x="1527239" y="100423"/>
                </a:lnTo>
                <a:lnTo>
                  <a:pt x="1526980" y="100461"/>
                </a:lnTo>
                <a:lnTo>
                  <a:pt x="1526732" y="100526"/>
                </a:lnTo>
                <a:lnTo>
                  <a:pt x="1526493" y="100616"/>
                </a:lnTo>
                <a:lnTo>
                  <a:pt x="1526264" y="100731"/>
                </a:lnTo>
                <a:lnTo>
                  <a:pt x="1526045" y="100873"/>
                </a:lnTo>
                <a:lnTo>
                  <a:pt x="1525836" y="101040"/>
                </a:lnTo>
                <a:lnTo>
                  <a:pt x="1525637" y="101233"/>
                </a:lnTo>
                <a:lnTo>
                  <a:pt x="1525448" y="101452"/>
                </a:lnTo>
                <a:lnTo>
                  <a:pt x="1525269" y="101696"/>
                </a:lnTo>
                <a:lnTo>
                  <a:pt x="1525099" y="101966"/>
                </a:lnTo>
                <a:lnTo>
                  <a:pt x="1524940" y="102262"/>
                </a:lnTo>
                <a:lnTo>
                  <a:pt x="1522586" y="102262"/>
                </a:lnTo>
                <a:lnTo>
                  <a:pt x="1522586" y="78904"/>
                </a:lnTo>
                <a:lnTo>
                  <a:pt x="1524940" y="78904"/>
                </a:lnTo>
                <a:lnTo>
                  <a:pt x="1525298" y="80537"/>
                </a:lnTo>
                <a:lnTo>
                  <a:pt x="1525706" y="82102"/>
                </a:lnTo>
                <a:lnTo>
                  <a:pt x="1526166" y="83598"/>
                </a:lnTo>
                <a:lnTo>
                  <a:pt x="1526675" y="85026"/>
                </a:lnTo>
                <a:lnTo>
                  <a:pt x="1527236" y="86385"/>
                </a:lnTo>
                <a:lnTo>
                  <a:pt x="1527846" y="87676"/>
                </a:lnTo>
                <a:lnTo>
                  <a:pt x="1528508" y="88899"/>
                </a:lnTo>
                <a:lnTo>
                  <a:pt x="1529219" y="90053"/>
                </a:lnTo>
                <a:lnTo>
                  <a:pt x="1529982" y="91138"/>
                </a:lnTo>
                <a:lnTo>
                  <a:pt x="1530795" y="92155"/>
                </a:lnTo>
                <a:lnTo>
                  <a:pt x="1531658" y="93103"/>
                </a:lnTo>
                <a:lnTo>
                  <a:pt x="1532572" y="93983"/>
                </a:lnTo>
                <a:lnTo>
                  <a:pt x="1533520" y="94793"/>
                </a:lnTo>
                <a:lnTo>
                  <a:pt x="1534488" y="95533"/>
                </a:lnTo>
                <a:lnTo>
                  <a:pt x="1535474" y="96203"/>
                </a:lnTo>
                <a:lnTo>
                  <a:pt x="1536479" y="96802"/>
                </a:lnTo>
                <a:lnTo>
                  <a:pt x="1537503" y="97330"/>
                </a:lnTo>
                <a:lnTo>
                  <a:pt x="1538546" y="97788"/>
                </a:lnTo>
                <a:lnTo>
                  <a:pt x="1539607" y="98176"/>
                </a:lnTo>
                <a:lnTo>
                  <a:pt x="1540688" y="98493"/>
                </a:lnTo>
                <a:lnTo>
                  <a:pt x="1541787" y="98740"/>
                </a:lnTo>
                <a:lnTo>
                  <a:pt x="1542905" y="98916"/>
                </a:lnTo>
                <a:lnTo>
                  <a:pt x="1544042" y="99022"/>
                </a:lnTo>
                <a:lnTo>
                  <a:pt x="1545197" y="99057"/>
                </a:lnTo>
                <a:lnTo>
                  <a:pt x="1546005" y="99037"/>
                </a:lnTo>
                <a:lnTo>
                  <a:pt x="1546787" y="98977"/>
                </a:lnTo>
                <a:lnTo>
                  <a:pt x="1547544" y="98877"/>
                </a:lnTo>
                <a:lnTo>
                  <a:pt x="1548276" y="98737"/>
                </a:lnTo>
                <a:lnTo>
                  <a:pt x="1548983" y="98557"/>
                </a:lnTo>
                <a:lnTo>
                  <a:pt x="1549664" y="98337"/>
                </a:lnTo>
                <a:lnTo>
                  <a:pt x="1550320" y="98077"/>
                </a:lnTo>
                <a:lnTo>
                  <a:pt x="1550951" y="97777"/>
                </a:lnTo>
                <a:lnTo>
                  <a:pt x="1551557" y="97437"/>
                </a:lnTo>
                <a:lnTo>
                  <a:pt x="1552137" y="97057"/>
                </a:lnTo>
                <a:lnTo>
                  <a:pt x="1552692" y="96637"/>
                </a:lnTo>
                <a:lnTo>
                  <a:pt x="1553222" y="96177"/>
                </a:lnTo>
                <a:lnTo>
                  <a:pt x="1553717" y="95689"/>
                </a:lnTo>
                <a:lnTo>
                  <a:pt x="1554170" y="95184"/>
                </a:lnTo>
                <a:lnTo>
                  <a:pt x="1554579" y="94663"/>
                </a:lnTo>
                <a:lnTo>
                  <a:pt x="1554946" y="94126"/>
                </a:lnTo>
                <a:lnTo>
                  <a:pt x="1555269" y="93572"/>
                </a:lnTo>
                <a:lnTo>
                  <a:pt x="1555549" y="93002"/>
                </a:lnTo>
                <a:lnTo>
                  <a:pt x="1555786" y="92416"/>
                </a:lnTo>
                <a:lnTo>
                  <a:pt x="1555980" y="91814"/>
                </a:lnTo>
                <a:lnTo>
                  <a:pt x="1556131" y="91195"/>
                </a:lnTo>
                <a:lnTo>
                  <a:pt x="1556238" y="90560"/>
                </a:lnTo>
                <a:lnTo>
                  <a:pt x="1556303" y="89908"/>
                </a:lnTo>
                <a:lnTo>
                  <a:pt x="1556325" y="89241"/>
                </a:lnTo>
                <a:lnTo>
                  <a:pt x="1556301" y="88433"/>
                </a:lnTo>
                <a:lnTo>
                  <a:pt x="1556229" y="87648"/>
                </a:lnTo>
                <a:lnTo>
                  <a:pt x="1556108" y="86884"/>
                </a:lnTo>
                <a:lnTo>
                  <a:pt x="1555940" y="86142"/>
                </a:lnTo>
                <a:lnTo>
                  <a:pt x="1555724" y="85422"/>
                </a:lnTo>
                <a:lnTo>
                  <a:pt x="1555460" y="84723"/>
                </a:lnTo>
                <a:lnTo>
                  <a:pt x="1555147" y="84046"/>
                </a:lnTo>
                <a:lnTo>
                  <a:pt x="1554787" y="83391"/>
                </a:lnTo>
                <a:lnTo>
                  <a:pt x="1554379" y="82758"/>
                </a:lnTo>
                <a:lnTo>
                  <a:pt x="1553922" y="82147"/>
                </a:lnTo>
                <a:lnTo>
                  <a:pt x="1553418" y="81557"/>
                </a:lnTo>
                <a:lnTo>
                  <a:pt x="1552865" y="80989"/>
                </a:lnTo>
                <a:lnTo>
                  <a:pt x="1552241" y="80420"/>
                </a:lnTo>
                <a:lnTo>
                  <a:pt x="1551521" y="79825"/>
                </a:lnTo>
                <a:lnTo>
                  <a:pt x="1550705" y="79207"/>
                </a:lnTo>
                <a:lnTo>
                  <a:pt x="1549794" y="78563"/>
                </a:lnTo>
                <a:lnTo>
                  <a:pt x="1548787" y="77895"/>
                </a:lnTo>
                <a:lnTo>
                  <a:pt x="1547685" y="77202"/>
                </a:lnTo>
                <a:lnTo>
                  <a:pt x="1546487" y="76484"/>
                </a:lnTo>
                <a:lnTo>
                  <a:pt x="1545193" y="75742"/>
                </a:lnTo>
                <a:lnTo>
                  <a:pt x="1543804" y="74975"/>
                </a:lnTo>
                <a:lnTo>
                  <a:pt x="1542319" y="74183"/>
                </a:lnTo>
                <a:lnTo>
                  <a:pt x="1540739" y="73367"/>
                </a:lnTo>
                <a:lnTo>
                  <a:pt x="1539063" y="72526"/>
                </a:lnTo>
                <a:lnTo>
                  <a:pt x="1537389" y="71679"/>
                </a:lnTo>
                <a:lnTo>
                  <a:pt x="1535813" y="70846"/>
                </a:lnTo>
                <a:lnTo>
                  <a:pt x="1534337" y="70027"/>
                </a:lnTo>
                <a:lnTo>
                  <a:pt x="1532960" y="69221"/>
                </a:lnTo>
                <a:lnTo>
                  <a:pt x="1531682" y="68430"/>
                </a:lnTo>
                <a:lnTo>
                  <a:pt x="1530503" y="67652"/>
                </a:lnTo>
                <a:lnTo>
                  <a:pt x="1529423" y="66888"/>
                </a:lnTo>
                <a:lnTo>
                  <a:pt x="1528443" y="66138"/>
                </a:lnTo>
                <a:lnTo>
                  <a:pt x="1527561" y="65402"/>
                </a:lnTo>
                <a:lnTo>
                  <a:pt x="1526778" y="64680"/>
                </a:lnTo>
                <a:lnTo>
                  <a:pt x="1526095" y="63972"/>
                </a:lnTo>
                <a:lnTo>
                  <a:pt x="1525510" y="63277"/>
                </a:lnTo>
                <a:lnTo>
                  <a:pt x="1524998" y="62586"/>
                </a:lnTo>
                <a:lnTo>
                  <a:pt x="1524529" y="61866"/>
                </a:lnTo>
                <a:lnTo>
                  <a:pt x="1524106" y="61116"/>
                </a:lnTo>
                <a:lnTo>
                  <a:pt x="1523727" y="60337"/>
                </a:lnTo>
                <a:lnTo>
                  <a:pt x="1523393" y="59528"/>
                </a:lnTo>
                <a:lnTo>
                  <a:pt x="1523103" y="58689"/>
                </a:lnTo>
                <a:lnTo>
                  <a:pt x="1522858" y="57820"/>
                </a:lnTo>
                <a:lnTo>
                  <a:pt x="1522657" y="56922"/>
                </a:lnTo>
                <a:lnTo>
                  <a:pt x="1522501" y="55995"/>
                </a:lnTo>
                <a:lnTo>
                  <a:pt x="1522390" y="55037"/>
                </a:lnTo>
                <a:lnTo>
                  <a:pt x="1522323" y="54050"/>
                </a:lnTo>
                <a:lnTo>
                  <a:pt x="1522300" y="53033"/>
                </a:lnTo>
                <a:lnTo>
                  <a:pt x="1522339" y="51712"/>
                </a:lnTo>
                <a:lnTo>
                  <a:pt x="1522454" y="50427"/>
                </a:lnTo>
                <a:lnTo>
                  <a:pt x="1522646" y="49179"/>
                </a:lnTo>
                <a:lnTo>
                  <a:pt x="1522915" y="47967"/>
                </a:lnTo>
                <a:lnTo>
                  <a:pt x="1523260" y="46792"/>
                </a:lnTo>
                <a:lnTo>
                  <a:pt x="1523682" y="45654"/>
                </a:lnTo>
                <a:lnTo>
                  <a:pt x="1524181" y="44551"/>
                </a:lnTo>
                <a:lnTo>
                  <a:pt x="1524757" y="43486"/>
                </a:lnTo>
                <a:lnTo>
                  <a:pt x="1525410" y="42457"/>
                </a:lnTo>
                <a:lnTo>
                  <a:pt x="1526139" y="41465"/>
                </a:lnTo>
                <a:lnTo>
                  <a:pt x="1526946" y="40509"/>
                </a:lnTo>
                <a:lnTo>
                  <a:pt x="1527828" y="39590"/>
                </a:lnTo>
                <a:lnTo>
                  <a:pt x="1528772" y="38726"/>
                </a:lnTo>
                <a:lnTo>
                  <a:pt x="1529761" y="37937"/>
                </a:lnTo>
                <a:lnTo>
                  <a:pt x="1530795" y="37224"/>
                </a:lnTo>
                <a:lnTo>
                  <a:pt x="1531874" y="36586"/>
                </a:lnTo>
                <a:lnTo>
                  <a:pt x="1532999" y="36022"/>
                </a:lnTo>
                <a:lnTo>
                  <a:pt x="1534168" y="35534"/>
                </a:lnTo>
                <a:lnTo>
                  <a:pt x="1535382" y="35121"/>
                </a:lnTo>
                <a:lnTo>
                  <a:pt x="1536642" y="34783"/>
                </a:lnTo>
                <a:lnTo>
                  <a:pt x="1537946" y="34520"/>
                </a:lnTo>
                <a:lnTo>
                  <a:pt x="1539296" y="34332"/>
                </a:lnTo>
                <a:lnTo>
                  <a:pt x="1540690" y="34220"/>
                </a:lnTo>
                <a:lnTo>
                  <a:pt x="1542130" y="34182"/>
                </a:lnTo>
                <a:lnTo>
                  <a:pt x="1542783" y="34194"/>
                </a:lnTo>
                <a:lnTo>
                  <a:pt x="1543460" y="34228"/>
                </a:lnTo>
                <a:lnTo>
                  <a:pt x="1544158" y="34285"/>
                </a:lnTo>
                <a:lnTo>
                  <a:pt x="1544880" y="34364"/>
                </a:lnTo>
                <a:lnTo>
                  <a:pt x="1545625" y="34466"/>
                </a:lnTo>
                <a:lnTo>
                  <a:pt x="1546392" y="34592"/>
                </a:lnTo>
                <a:lnTo>
                  <a:pt x="1547182" y="34739"/>
                </a:lnTo>
                <a:lnTo>
                  <a:pt x="1547995" y="34910"/>
                </a:lnTo>
                <a:lnTo>
                  <a:pt x="1548831" y="35103"/>
                </a:lnTo>
                <a:lnTo>
                  <a:pt x="1549689" y="35320"/>
                </a:lnTo>
                <a:lnTo>
                  <a:pt x="1550570" y="35558"/>
                </a:lnTo>
                <a:lnTo>
                  <a:pt x="1551474" y="35820"/>
                </a:lnTo>
                <a:lnTo>
                  <a:pt x="1552064" y="35991"/>
                </a:lnTo>
                <a:lnTo>
                  <a:pt x="1552619" y="36146"/>
                </a:lnTo>
                <a:lnTo>
                  <a:pt x="1553142" y="36287"/>
                </a:lnTo>
                <a:lnTo>
                  <a:pt x="1553630" y="36413"/>
                </a:lnTo>
                <a:lnTo>
                  <a:pt x="1554085" y="36525"/>
                </a:lnTo>
                <a:lnTo>
                  <a:pt x="1554506" y="36621"/>
                </a:lnTo>
                <a:lnTo>
                  <a:pt x="1554893" y="36703"/>
                </a:lnTo>
                <a:lnTo>
                  <a:pt x="1555247" y="36770"/>
                </a:lnTo>
                <a:lnTo>
                  <a:pt x="1555567" y="36821"/>
                </a:lnTo>
                <a:lnTo>
                  <a:pt x="1555853" y="36859"/>
                </a:lnTo>
                <a:lnTo>
                  <a:pt x="1556106" y="36881"/>
                </a:lnTo>
                <a:lnTo>
                  <a:pt x="1556325" y="36888"/>
                </a:lnTo>
                <a:lnTo>
                  <a:pt x="1556511" y="36885"/>
                </a:lnTo>
                <a:lnTo>
                  <a:pt x="1556691" y="36874"/>
                </a:lnTo>
                <a:lnTo>
                  <a:pt x="1556864" y="36857"/>
                </a:lnTo>
                <a:lnTo>
                  <a:pt x="1557030" y="36833"/>
                </a:lnTo>
                <a:lnTo>
                  <a:pt x="1557189" y="36802"/>
                </a:lnTo>
                <a:lnTo>
                  <a:pt x="1557341" y="36764"/>
                </a:lnTo>
                <a:lnTo>
                  <a:pt x="1557486" y="36719"/>
                </a:lnTo>
                <a:lnTo>
                  <a:pt x="1557624" y="36667"/>
                </a:lnTo>
                <a:lnTo>
                  <a:pt x="1557756" y="36608"/>
                </a:lnTo>
                <a:lnTo>
                  <a:pt x="1557880" y="36542"/>
                </a:lnTo>
                <a:lnTo>
                  <a:pt x="1557997" y="36469"/>
                </a:lnTo>
                <a:lnTo>
                  <a:pt x="1558108" y="36390"/>
                </a:lnTo>
                <a:lnTo>
                  <a:pt x="1558216" y="36298"/>
                </a:lnTo>
                <a:lnTo>
                  <a:pt x="1558328" y="36190"/>
                </a:lnTo>
                <a:lnTo>
                  <a:pt x="1558442" y="36065"/>
                </a:lnTo>
                <a:lnTo>
                  <a:pt x="1558560" y="35923"/>
                </a:lnTo>
                <a:lnTo>
                  <a:pt x="1558680" y="35764"/>
                </a:lnTo>
                <a:lnTo>
                  <a:pt x="1558803" y="35589"/>
                </a:lnTo>
                <a:lnTo>
                  <a:pt x="1558930" y="35396"/>
                </a:lnTo>
                <a:lnTo>
                  <a:pt x="1559059" y="35187"/>
                </a:lnTo>
                <a:lnTo>
                  <a:pt x="1559191" y="34961"/>
                </a:lnTo>
                <a:lnTo>
                  <a:pt x="1559326" y="34718"/>
                </a:lnTo>
                <a:lnTo>
                  <a:pt x="1559465" y="34459"/>
                </a:lnTo>
                <a:lnTo>
                  <a:pt x="1559606" y="34182"/>
                </a:lnTo>
                <a:lnTo>
                  <a:pt x="1561960" y="34182"/>
                </a:lnTo>
                <a:close/>
                <a:moveTo>
                  <a:pt x="1595313" y="14527"/>
                </a:moveTo>
                <a:lnTo>
                  <a:pt x="1595313" y="36034"/>
                </a:lnTo>
                <a:lnTo>
                  <a:pt x="1610578" y="36034"/>
                </a:lnTo>
                <a:lnTo>
                  <a:pt x="1610578" y="41019"/>
                </a:lnTo>
                <a:lnTo>
                  <a:pt x="1595313" y="41019"/>
                </a:lnTo>
                <a:lnTo>
                  <a:pt x="1595313" y="83261"/>
                </a:lnTo>
                <a:lnTo>
                  <a:pt x="1595326" y="84288"/>
                </a:lnTo>
                <a:lnTo>
                  <a:pt x="1595364" y="85257"/>
                </a:lnTo>
                <a:lnTo>
                  <a:pt x="1595427" y="86169"/>
                </a:lnTo>
                <a:lnTo>
                  <a:pt x="1595515" y="87024"/>
                </a:lnTo>
                <a:lnTo>
                  <a:pt x="1595629" y="87821"/>
                </a:lnTo>
                <a:lnTo>
                  <a:pt x="1595768" y="88561"/>
                </a:lnTo>
                <a:lnTo>
                  <a:pt x="1595932" y="89244"/>
                </a:lnTo>
                <a:lnTo>
                  <a:pt x="1596122" y="89869"/>
                </a:lnTo>
                <a:lnTo>
                  <a:pt x="1596336" y="90437"/>
                </a:lnTo>
                <a:lnTo>
                  <a:pt x="1596576" y="90948"/>
                </a:lnTo>
                <a:lnTo>
                  <a:pt x="1596842" y="91402"/>
                </a:lnTo>
                <a:lnTo>
                  <a:pt x="1597132" y="91798"/>
                </a:lnTo>
                <a:lnTo>
                  <a:pt x="1597443" y="92150"/>
                </a:lnTo>
                <a:lnTo>
                  <a:pt x="1597767" y="92471"/>
                </a:lnTo>
                <a:lnTo>
                  <a:pt x="1598106" y="92762"/>
                </a:lnTo>
                <a:lnTo>
                  <a:pt x="1598460" y="93022"/>
                </a:lnTo>
                <a:lnTo>
                  <a:pt x="1598828" y="93251"/>
                </a:lnTo>
                <a:lnTo>
                  <a:pt x="1599210" y="93450"/>
                </a:lnTo>
                <a:lnTo>
                  <a:pt x="1599606" y="93618"/>
                </a:lnTo>
                <a:lnTo>
                  <a:pt x="1600017" y="93756"/>
                </a:lnTo>
                <a:lnTo>
                  <a:pt x="1600442" y="93863"/>
                </a:lnTo>
                <a:lnTo>
                  <a:pt x="1600882" y="93940"/>
                </a:lnTo>
                <a:lnTo>
                  <a:pt x="1601336" y="93986"/>
                </a:lnTo>
                <a:lnTo>
                  <a:pt x="1601804" y="94001"/>
                </a:lnTo>
                <a:lnTo>
                  <a:pt x="1602196" y="93991"/>
                </a:lnTo>
                <a:lnTo>
                  <a:pt x="1602585" y="93960"/>
                </a:lnTo>
                <a:lnTo>
                  <a:pt x="1602972" y="93910"/>
                </a:lnTo>
                <a:lnTo>
                  <a:pt x="1603358" y="93839"/>
                </a:lnTo>
                <a:lnTo>
                  <a:pt x="1603741" y="93747"/>
                </a:lnTo>
                <a:lnTo>
                  <a:pt x="1604122" y="93636"/>
                </a:lnTo>
                <a:lnTo>
                  <a:pt x="1604502" y="93504"/>
                </a:lnTo>
                <a:lnTo>
                  <a:pt x="1604879" y="93352"/>
                </a:lnTo>
                <a:lnTo>
                  <a:pt x="1605255" y="93180"/>
                </a:lnTo>
                <a:lnTo>
                  <a:pt x="1605628" y="92987"/>
                </a:lnTo>
                <a:lnTo>
                  <a:pt x="1606000" y="92774"/>
                </a:lnTo>
                <a:lnTo>
                  <a:pt x="1606369" y="92541"/>
                </a:lnTo>
                <a:lnTo>
                  <a:pt x="1606731" y="92288"/>
                </a:lnTo>
                <a:lnTo>
                  <a:pt x="1607079" y="92016"/>
                </a:lnTo>
                <a:lnTo>
                  <a:pt x="1607413" y="91724"/>
                </a:lnTo>
                <a:lnTo>
                  <a:pt x="1607733" y="91413"/>
                </a:lnTo>
                <a:lnTo>
                  <a:pt x="1608039" y="91083"/>
                </a:lnTo>
                <a:lnTo>
                  <a:pt x="1608331" y="90734"/>
                </a:lnTo>
                <a:lnTo>
                  <a:pt x="1608609" y="90365"/>
                </a:lnTo>
                <a:lnTo>
                  <a:pt x="1608874" y="89977"/>
                </a:lnTo>
                <a:lnTo>
                  <a:pt x="1609124" y="89570"/>
                </a:lnTo>
                <a:lnTo>
                  <a:pt x="1609361" y="89144"/>
                </a:lnTo>
                <a:lnTo>
                  <a:pt x="1609584" y="88698"/>
                </a:lnTo>
                <a:lnTo>
                  <a:pt x="1609793" y="88233"/>
                </a:lnTo>
                <a:lnTo>
                  <a:pt x="1612575" y="88233"/>
                </a:lnTo>
                <a:lnTo>
                  <a:pt x="1612145" y="89375"/>
                </a:lnTo>
                <a:lnTo>
                  <a:pt x="1611685" y="90471"/>
                </a:lnTo>
                <a:lnTo>
                  <a:pt x="1611198" y="91519"/>
                </a:lnTo>
                <a:lnTo>
                  <a:pt x="1610681" y="92519"/>
                </a:lnTo>
                <a:lnTo>
                  <a:pt x="1610135" y="93473"/>
                </a:lnTo>
                <a:lnTo>
                  <a:pt x="1609561" y="94379"/>
                </a:lnTo>
                <a:lnTo>
                  <a:pt x="1608959" y="95237"/>
                </a:lnTo>
                <a:lnTo>
                  <a:pt x="1608327" y="96048"/>
                </a:lnTo>
                <a:lnTo>
                  <a:pt x="1607667" y="96812"/>
                </a:lnTo>
                <a:lnTo>
                  <a:pt x="1606978" y="97528"/>
                </a:lnTo>
                <a:lnTo>
                  <a:pt x="1606260" y="98197"/>
                </a:lnTo>
                <a:lnTo>
                  <a:pt x="1605513" y="98819"/>
                </a:lnTo>
                <a:lnTo>
                  <a:pt x="1604751" y="99391"/>
                </a:lnTo>
                <a:lnTo>
                  <a:pt x="1603984" y="99914"/>
                </a:lnTo>
                <a:lnTo>
                  <a:pt x="1603213" y="100387"/>
                </a:lnTo>
                <a:lnTo>
                  <a:pt x="1602438" y="100811"/>
                </a:lnTo>
                <a:lnTo>
                  <a:pt x="1601660" y="101184"/>
                </a:lnTo>
                <a:lnTo>
                  <a:pt x="1600877" y="101508"/>
                </a:lnTo>
                <a:lnTo>
                  <a:pt x="1600090" y="101782"/>
                </a:lnTo>
                <a:lnTo>
                  <a:pt x="1599300" y="102006"/>
                </a:lnTo>
                <a:lnTo>
                  <a:pt x="1598505" y="102180"/>
                </a:lnTo>
                <a:lnTo>
                  <a:pt x="1597707" y="102304"/>
                </a:lnTo>
                <a:lnTo>
                  <a:pt x="1596904" y="102379"/>
                </a:lnTo>
                <a:lnTo>
                  <a:pt x="1596098" y="102404"/>
                </a:lnTo>
                <a:lnTo>
                  <a:pt x="1595552" y="102391"/>
                </a:lnTo>
                <a:lnTo>
                  <a:pt x="1595008" y="102353"/>
                </a:lnTo>
                <a:lnTo>
                  <a:pt x="1594466" y="102290"/>
                </a:lnTo>
                <a:lnTo>
                  <a:pt x="1593926" y="102202"/>
                </a:lnTo>
                <a:lnTo>
                  <a:pt x="1593388" y="102088"/>
                </a:lnTo>
                <a:lnTo>
                  <a:pt x="1592852" y="101949"/>
                </a:lnTo>
                <a:lnTo>
                  <a:pt x="1592318" y="101785"/>
                </a:lnTo>
                <a:lnTo>
                  <a:pt x="1591786" y="101596"/>
                </a:lnTo>
                <a:lnTo>
                  <a:pt x="1591256" y="101381"/>
                </a:lnTo>
                <a:lnTo>
                  <a:pt x="1590728" y="101141"/>
                </a:lnTo>
                <a:lnTo>
                  <a:pt x="1590202" y="100876"/>
                </a:lnTo>
                <a:lnTo>
                  <a:pt x="1589678" y="100586"/>
                </a:lnTo>
                <a:lnTo>
                  <a:pt x="1589167" y="100272"/>
                </a:lnTo>
                <a:lnTo>
                  <a:pt x="1588678" y="99936"/>
                </a:lnTo>
                <a:lnTo>
                  <a:pt x="1588212" y="99579"/>
                </a:lnTo>
                <a:lnTo>
                  <a:pt x="1587768" y="99200"/>
                </a:lnTo>
                <a:lnTo>
                  <a:pt x="1587348" y="98799"/>
                </a:lnTo>
                <a:lnTo>
                  <a:pt x="1586950" y="98376"/>
                </a:lnTo>
                <a:lnTo>
                  <a:pt x="1586575" y="97932"/>
                </a:lnTo>
                <a:lnTo>
                  <a:pt x="1586223" y="97465"/>
                </a:lnTo>
                <a:lnTo>
                  <a:pt x="1585893" y="96977"/>
                </a:lnTo>
                <a:lnTo>
                  <a:pt x="1585587" y="96468"/>
                </a:lnTo>
                <a:lnTo>
                  <a:pt x="1585303" y="95936"/>
                </a:lnTo>
                <a:lnTo>
                  <a:pt x="1585042" y="95383"/>
                </a:lnTo>
                <a:lnTo>
                  <a:pt x="1584803" y="94793"/>
                </a:lnTo>
                <a:lnTo>
                  <a:pt x="1584584" y="94152"/>
                </a:lnTo>
                <a:lnTo>
                  <a:pt x="1584387" y="93460"/>
                </a:lnTo>
                <a:lnTo>
                  <a:pt x="1584210" y="92717"/>
                </a:lnTo>
                <a:lnTo>
                  <a:pt x="1584054" y="91923"/>
                </a:lnTo>
                <a:lnTo>
                  <a:pt x="1583918" y="91078"/>
                </a:lnTo>
                <a:lnTo>
                  <a:pt x="1583804" y="90182"/>
                </a:lnTo>
                <a:lnTo>
                  <a:pt x="1583710" y="89235"/>
                </a:lnTo>
                <a:lnTo>
                  <a:pt x="1583638" y="88237"/>
                </a:lnTo>
                <a:lnTo>
                  <a:pt x="1583586" y="87188"/>
                </a:lnTo>
                <a:lnTo>
                  <a:pt x="1583554" y="86088"/>
                </a:lnTo>
                <a:lnTo>
                  <a:pt x="1583544" y="84937"/>
                </a:lnTo>
                <a:lnTo>
                  <a:pt x="1583544" y="41019"/>
                </a:lnTo>
                <a:lnTo>
                  <a:pt x="1573201" y="41019"/>
                </a:lnTo>
                <a:lnTo>
                  <a:pt x="1573201" y="38669"/>
                </a:lnTo>
                <a:lnTo>
                  <a:pt x="1573856" y="38392"/>
                </a:lnTo>
                <a:lnTo>
                  <a:pt x="1574514" y="38084"/>
                </a:lnTo>
                <a:lnTo>
                  <a:pt x="1575174" y="37747"/>
                </a:lnTo>
                <a:lnTo>
                  <a:pt x="1575836" y="37379"/>
                </a:lnTo>
                <a:lnTo>
                  <a:pt x="1576501" y="36981"/>
                </a:lnTo>
                <a:lnTo>
                  <a:pt x="1577169" y="36553"/>
                </a:lnTo>
                <a:lnTo>
                  <a:pt x="1577839" y="36094"/>
                </a:lnTo>
                <a:lnTo>
                  <a:pt x="1578511" y="35605"/>
                </a:lnTo>
                <a:lnTo>
                  <a:pt x="1579186" y="35086"/>
                </a:lnTo>
                <a:lnTo>
                  <a:pt x="1579864" y="34537"/>
                </a:lnTo>
                <a:lnTo>
                  <a:pt x="1580543" y="33957"/>
                </a:lnTo>
                <a:lnTo>
                  <a:pt x="1581226" y="33348"/>
                </a:lnTo>
                <a:lnTo>
                  <a:pt x="1581903" y="32713"/>
                </a:lnTo>
                <a:lnTo>
                  <a:pt x="1582568" y="32059"/>
                </a:lnTo>
                <a:lnTo>
                  <a:pt x="1583221" y="31386"/>
                </a:lnTo>
                <a:lnTo>
                  <a:pt x="1583861" y="30693"/>
                </a:lnTo>
                <a:lnTo>
                  <a:pt x="1584489" y="29981"/>
                </a:lnTo>
                <a:lnTo>
                  <a:pt x="1585104" y="29250"/>
                </a:lnTo>
                <a:lnTo>
                  <a:pt x="1585707" y="28499"/>
                </a:lnTo>
                <a:lnTo>
                  <a:pt x="1586298" y="27729"/>
                </a:lnTo>
                <a:lnTo>
                  <a:pt x="1586876" y="26939"/>
                </a:lnTo>
                <a:lnTo>
                  <a:pt x="1587442" y="26131"/>
                </a:lnTo>
                <a:lnTo>
                  <a:pt x="1587996" y="25302"/>
                </a:lnTo>
                <a:lnTo>
                  <a:pt x="1588537" y="24455"/>
                </a:lnTo>
                <a:lnTo>
                  <a:pt x="1588819" y="23972"/>
                </a:lnTo>
                <a:lnTo>
                  <a:pt x="1589120" y="23426"/>
                </a:lnTo>
                <a:lnTo>
                  <a:pt x="1589438" y="22817"/>
                </a:lnTo>
                <a:lnTo>
                  <a:pt x="1589773" y="22146"/>
                </a:lnTo>
                <a:lnTo>
                  <a:pt x="1590127" y="21413"/>
                </a:lnTo>
                <a:lnTo>
                  <a:pt x="1590499" y="20617"/>
                </a:lnTo>
                <a:lnTo>
                  <a:pt x="1590888" y="19758"/>
                </a:lnTo>
                <a:lnTo>
                  <a:pt x="1591295" y="18837"/>
                </a:lnTo>
                <a:lnTo>
                  <a:pt x="1591720" y="17853"/>
                </a:lnTo>
                <a:lnTo>
                  <a:pt x="1592163" y="16807"/>
                </a:lnTo>
                <a:lnTo>
                  <a:pt x="1592624" y="15699"/>
                </a:lnTo>
                <a:lnTo>
                  <a:pt x="1593102" y="14527"/>
                </a:lnTo>
                <a:lnTo>
                  <a:pt x="1595313" y="14527"/>
                </a:lnTo>
                <a:close/>
                <a:moveTo>
                  <a:pt x="1633132" y="0"/>
                </a:moveTo>
                <a:lnTo>
                  <a:pt x="1633626" y="15"/>
                </a:lnTo>
                <a:lnTo>
                  <a:pt x="1634106" y="59"/>
                </a:lnTo>
                <a:lnTo>
                  <a:pt x="1634575" y="132"/>
                </a:lnTo>
                <a:lnTo>
                  <a:pt x="1635031" y="235"/>
                </a:lnTo>
                <a:lnTo>
                  <a:pt x="1635474" y="367"/>
                </a:lnTo>
                <a:lnTo>
                  <a:pt x="1635905" y="528"/>
                </a:lnTo>
                <a:lnTo>
                  <a:pt x="1636324" y="719"/>
                </a:lnTo>
                <a:lnTo>
                  <a:pt x="1636731" y="939"/>
                </a:lnTo>
                <a:lnTo>
                  <a:pt x="1637125" y="1188"/>
                </a:lnTo>
                <a:lnTo>
                  <a:pt x="1637506" y="1467"/>
                </a:lnTo>
                <a:lnTo>
                  <a:pt x="1637876" y="1775"/>
                </a:lnTo>
                <a:lnTo>
                  <a:pt x="1638233" y="2112"/>
                </a:lnTo>
                <a:lnTo>
                  <a:pt x="1638569" y="2470"/>
                </a:lnTo>
                <a:lnTo>
                  <a:pt x="1638875" y="2840"/>
                </a:lnTo>
                <a:lnTo>
                  <a:pt x="1639153" y="3223"/>
                </a:lnTo>
                <a:lnTo>
                  <a:pt x="1639402" y="3618"/>
                </a:lnTo>
                <a:lnTo>
                  <a:pt x="1639621" y="4026"/>
                </a:lnTo>
                <a:lnTo>
                  <a:pt x="1639811" y="4446"/>
                </a:lnTo>
                <a:lnTo>
                  <a:pt x="1639971" y="4878"/>
                </a:lnTo>
                <a:lnTo>
                  <a:pt x="1640103" y="5323"/>
                </a:lnTo>
                <a:lnTo>
                  <a:pt x="1640205" y="5781"/>
                </a:lnTo>
                <a:lnTo>
                  <a:pt x="1640278" y="6251"/>
                </a:lnTo>
                <a:lnTo>
                  <a:pt x="1640322" y="6733"/>
                </a:lnTo>
                <a:lnTo>
                  <a:pt x="1640337" y="7228"/>
                </a:lnTo>
                <a:lnTo>
                  <a:pt x="1640322" y="7723"/>
                </a:lnTo>
                <a:lnTo>
                  <a:pt x="1640278" y="8206"/>
                </a:lnTo>
                <a:lnTo>
                  <a:pt x="1640205" y="8678"/>
                </a:lnTo>
                <a:lnTo>
                  <a:pt x="1640103" y="9137"/>
                </a:lnTo>
                <a:lnTo>
                  <a:pt x="1639971" y="9584"/>
                </a:lnTo>
                <a:lnTo>
                  <a:pt x="1639811" y="10020"/>
                </a:lnTo>
                <a:lnTo>
                  <a:pt x="1639621" y="10443"/>
                </a:lnTo>
                <a:lnTo>
                  <a:pt x="1639402" y="10855"/>
                </a:lnTo>
                <a:lnTo>
                  <a:pt x="1639153" y="11255"/>
                </a:lnTo>
                <a:lnTo>
                  <a:pt x="1638875" y="11642"/>
                </a:lnTo>
                <a:lnTo>
                  <a:pt x="1638569" y="12018"/>
                </a:lnTo>
                <a:lnTo>
                  <a:pt x="1638233" y="12382"/>
                </a:lnTo>
                <a:lnTo>
                  <a:pt x="1637876" y="12725"/>
                </a:lnTo>
                <a:lnTo>
                  <a:pt x="1637506" y="13038"/>
                </a:lnTo>
                <a:lnTo>
                  <a:pt x="1637125" y="13321"/>
                </a:lnTo>
                <a:lnTo>
                  <a:pt x="1636731" y="13574"/>
                </a:lnTo>
                <a:lnTo>
                  <a:pt x="1636324" y="13797"/>
                </a:lnTo>
                <a:lnTo>
                  <a:pt x="1635905" y="13991"/>
                </a:lnTo>
                <a:lnTo>
                  <a:pt x="1635474" y="14155"/>
                </a:lnTo>
                <a:lnTo>
                  <a:pt x="1635031" y="14289"/>
                </a:lnTo>
                <a:lnTo>
                  <a:pt x="1634575" y="14393"/>
                </a:lnTo>
                <a:lnTo>
                  <a:pt x="1634106" y="14468"/>
                </a:lnTo>
                <a:lnTo>
                  <a:pt x="1633626" y="14513"/>
                </a:lnTo>
                <a:lnTo>
                  <a:pt x="1633132" y="14527"/>
                </a:lnTo>
                <a:lnTo>
                  <a:pt x="1632639" y="14513"/>
                </a:lnTo>
                <a:lnTo>
                  <a:pt x="1632158" y="14468"/>
                </a:lnTo>
                <a:lnTo>
                  <a:pt x="1631688" y="14393"/>
                </a:lnTo>
                <a:lnTo>
                  <a:pt x="1631230" y="14289"/>
                </a:lnTo>
                <a:lnTo>
                  <a:pt x="1630785" y="14155"/>
                </a:lnTo>
                <a:lnTo>
                  <a:pt x="1630351" y="13991"/>
                </a:lnTo>
                <a:lnTo>
                  <a:pt x="1629929" y="13797"/>
                </a:lnTo>
                <a:lnTo>
                  <a:pt x="1629518" y="13574"/>
                </a:lnTo>
                <a:lnTo>
                  <a:pt x="1629120" y="13321"/>
                </a:lnTo>
                <a:lnTo>
                  <a:pt x="1628734" y="13038"/>
                </a:lnTo>
                <a:lnTo>
                  <a:pt x="1628359" y="12725"/>
                </a:lnTo>
                <a:lnTo>
                  <a:pt x="1627997" y="12382"/>
                </a:lnTo>
                <a:lnTo>
                  <a:pt x="1627655" y="12018"/>
                </a:lnTo>
                <a:lnTo>
                  <a:pt x="1627343" y="11642"/>
                </a:lnTo>
                <a:lnTo>
                  <a:pt x="1627061" y="11255"/>
                </a:lnTo>
                <a:lnTo>
                  <a:pt x="1626808" y="10855"/>
                </a:lnTo>
                <a:lnTo>
                  <a:pt x="1626585" y="10443"/>
                </a:lnTo>
                <a:lnTo>
                  <a:pt x="1626392" y="10020"/>
                </a:lnTo>
                <a:lnTo>
                  <a:pt x="1626228" y="9584"/>
                </a:lnTo>
                <a:lnTo>
                  <a:pt x="1626095" y="9137"/>
                </a:lnTo>
                <a:lnTo>
                  <a:pt x="1625991" y="8678"/>
                </a:lnTo>
                <a:lnTo>
                  <a:pt x="1625916" y="8206"/>
                </a:lnTo>
                <a:lnTo>
                  <a:pt x="1625872" y="7723"/>
                </a:lnTo>
                <a:lnTo>
                  <a:pt x="1625857" y="7228"/>
                </a:lnTo>
                <a:lnTo>
                  <a:pt x="1625871" y="6733"/>
                </a:lnTo>
                <a:lnTo>
                  <a:pt x="1625915" y="6251"/>
                </a:lnTo>
                <a:lnTo>
                  <a:pt x="1625988" y="5781"/>
                </a:lnTo>
                <a:lnTo>
                  <a:pt x="1626091" y="5323"/>
                </a:lnTo>
                <a:lnTo>
                  <a:pt x="1626222" y="4878"/>
                </a:lnTo>
                <a:lnTo>
                  <a:pt x="1626383" y="4446"/>
                </a:lnTo>
                <a:lnTo>
                  <a:pt x="1626573" y="4026"/>
                </a:lnTo>
                <a:lnTo>
                  <a:pt x="1626792" y="3618"/>
                </a:lnTo>
                <a:lnTo>
                  <a:pt x="1627040" y="3223"/>
                </a:lnTo>
                <a:lnTo>
                  <a:pt x="1627318" y="2840"/>
                </a:lnTo>
                <a:lnTo>
                  <a:pt x="1627625" y="2470"/>
                </a:lnTo>
                <a:lnTo>
                  <a:pt x="1627961" y="2112"/>
                </a:lnTo>
                <a:lnTo>
                  <a:pt x="1628318" y="1775"/>
                </a:lnTo>
                <a:lnTo>
                  <a:pt x="1628689" y="1467"/>
                </a:lnTo>
                <a:lnTo>
                  <a:pt x="1629073" y="1188"/>
                </a:lnTo>
                <a:lnTo>
                  <a:pt x="1629471" y="939"/>
                </a:lnTo>
                <a:lnTo>
                  <a:pt x="1629882" y="719"/>
                </a:lnTo>
                <a:lnTo>
                  <a:pt x="1630306" y="528"/>
                </a:lnTo>
                <a:lnTo>
                  <a:pt x="1630744" y="367"/>
                </a:lnTo>
                <a:lnTo>
                  <a:pt x="1631195" y="235"/>
                </a:lnTo>
                <a:lnTo>
                  <a:pt x="1631659" y="132"/>
                </a:lnTo>
                <a:lnTo>
                  <a:pt x="1632137" y="59"/>
                </a:lnTo>
                <a:lnTo>
                  <a:pt x="1632628" y="15"/>
                </a:lnTo>
                <a:lnTo>
                  <a:pt x="1633132" y="0"/>
                </a:lnTo>
                <a:moveTo>
                  <a:pt x="1639053" y="34182"/>
                </a:moveTo>
                <a:lnTo>
                  <a:pt x="1639053" y="86479"/>
                </a:lnTo>
                <a:lnTo>
                  <a:pt x="1639059" y="87469"/>
                </a:lnTo>
                <a:lnTo>
                  <a:pt x="1639078" y="88403"/>
                </a:lnTo>
                <a:lnTo>
                  <a:pt x="1639109" y="89279"/>
                </a:lnTo>
                <a:lnTo>
                  <a:pt x="1639152" y="90099"/>
                </a:lnTo>
                <a:lnTo>
                  <a:pt x="1639208" y="90862"/>
                </a:lnTo>
                <a:lnTo>
                  <a:pt x="1639276" y="91569"/>
                </a:lnTo>
                <a:lnTo>
                  <a:pt x="1639356" y="92218"/>
                </a:lnTo>
                <a:lnTo>
                  <a:pt x="1639449" y="92811"/>
                </a:lnTo>
                <a:lnTo>
                  <a:pt x="1639554" y="93347"/>
                </a:lnTo>
                <a:lnTo>
                  <a:pt x="1639672" y="93827"/>
                </a:lnTo>
                <a:lnTo>
                  <a:pt x="1639802" y="94249"/>
                </a:lnTo>
                <a:lnTo>
                  <a:pt x="1639944" y="94615"/>
                </a:lnTo>
                <a:lnTo>
                  <a:pt x="1640099" y="94945"/>
                </a:lnTo>
                <a:lnTo>
                  <a:pt x="1640265" y="95261"/>
                </a:lnTo>
                <a:lnTo>
                  <a:pt x="1640444" y="95563"/>
                </a:lnTo>
                <a:lnTo>
                  <a:pt x="1640634" y="95851"/>
                </a:lnTo>
                <a:lnTo>
                  <a:pt x="1640836" y="96124"/>
                </a:lnTo>
                <a:lnTo>
                  <a:pt x="1641050" y="96383"/>
                </a:lnTo>
                <a:lnTo>
                  <a:pt x="1641276" y="96627"/>
                </a:lnTo>
                <a:lnTo>
                  <a:pt x="1641514" y="96857"/>
                </a:lnTo>
                <a:lnTo>
                  <a:pt x="1641763" y="97073"/>
                </a:lnTo>
                <a:lnTo>
                  <a:pt x="1642025" y="97275"/>
                </a:lnTo>
                <a:lnTo>
                  <a:pt x="1642298" y="97462"/>
                </a:lnTo>
                <a:lnTo>
                  <a:pt x="1642584" y="97635"/>
                </a:lnTo>
                <a:lnTo>
                  <a:pt x="1642895" y="97794"/>
                </a:lnTo>
                <a:lnTo>
                  <a:pt x="1643246" y="97939"/>
                </a:lnTo>
                <a:lnTo>
                  <a:pt x="1643638" y="98070"/>
                </a:lnTo>
                <a:lnTo>
                  <a:pt x="1644070" y="98188"/>
                </a:lnTo>
                <a:lnTo>
                  <a:pt x="1644541" y="98291"/>
                </a:lnTo>
                <a:lnTo>
                  <a:pt x="1645053" y="98381"/>
                </a:lnTo>
                <a:lnTo>
                  <a:pt x="1645605" y="98457"/>
                </a:lnTo>
                <a:lnTo>
                  <a:pt x="1646198" y="98519"/>
                </a:lnTo>
                <a:lnTo>
                  <a:pt x="1646830" y="98568"/>
                </a:lnTo>
                <a:lnTo>
                  <a:pt x="1647502" y="98602"/>
                </a:lnTo>
                <a:lnTo>
                  <a:pt x="1648215" y="98623"/>
                </a:lnTo>
                <a:lnTo>
                  <a:pt x="1648968" y="98630"/>
                </a:lnTo>
                <a:lnTo>
                  <a:pt x="1648968" y="101265"/>
                </a:lnTo>
                <a:lnTo>
                  <a:pt x="1617226" y="101265"/>
                </a:lnTo>
                <a:lnTo>
                  <a:pt x="1617226" y="98630"/>
                </a:lnTo>
                <a:lnTo>
                  <a:pt x="1618001" y="98623"/>
                </a:lnTo>
                <a:lnTo>
                  <a:pt x="1618732" y="98604"/>
                </a:lnTo>
                <a:lnTo>
                  <a:pt x="1619419" y="98572"/>
                </a:lnTo>
                <a:lnTo>
                  <a:pt x="1620063" y="98527"/>
                </a:lnTo>
                <a:lnTo>
                  <a:pt x="1620664" y="98469"/>
                </a:lnTo>
                <a:lnTo>
                  <a:pt x="1621220" y="98399"/>
                </a:lnTo>
                <a:lnTo>
                  <a:pt x="1621734" y="98315"/>
                </a:lnTo>
                <a:lnTo>
                  <a:pt x="1622203" y="98219"/>
                </a:lnTo>
                <a:lnTo>
                  <a:pt x="1622629" y="98110"/>
                </a:lnTo>
                <a:lnTo>
                  <a:pt x="1623012" y="97988"/>
                </a:lnTo>
                <a:lnTo>
                  <a:pt x="1623350" y="97854"/>
                </a:lnTo>
                <a:lnTo>
                  <a:pt x="1623646" y="97706"/>
                </a:lnTo>
                <a:lnTo>
                  <a:pt x="1623914" y="97544"/>
                </a:lnTo>
                <a:lnTo>
                  <a:pt x="1624174" y="97365"/>
                </a:lnTo>
                <a:lnTo>
                  <a:pt x="1624424" y="97169"/>
                </a:lnTo>
                <a:lnTo>
                  <a:pt x="1624664" y="96956"/>
                </a:lnTo>
                <a:lnTo>
                  <a:pt x="1624895" y="96727"/>
                </a:lnTo>
                <a:lnTo>
                  <a:pt x="1625117" y="96481"/>
                </a:lnTo>
                <a:lnTo>
                  <a:pt x="1625329" y="96218"/>
                </a:lnTo>
                <a:lnTo>
                  <a:pt x="1625532" y="95938"/>
                </a:lnTo>
                <a:lnTo>
                  <a:pt x="1625725" y="95641"/>
                </a:lnTo>
                <a:lnTo>
                  <a:pt x="1625909" y="95328"/>
                </a:lnTo>
                <a:lnTo>
                  <a:pt x="1626084" y="94998"/>
                </a:lnTo>
                <a:lnTo>
                  <a:pt x="1626249" y="94651"/>
                </a:lnTo>
                <a:lnTo>
                  <a:pt x="1626403" y="94268"/>
                </a:lnTo>
                <a:lnTo>
                  <a:pt x="1626543" y="93831"/>
                </a:lnTo>
                <a:lnTo>
                  <a:pt x="1626670" y="93340"/>
                </a:lnTo>
                <a:lnTo>
                  <a:pt x="1626784" y="92795"/>
                </a:lnTo>
                <a:lnTo>
                  <a:pt x="1626884" y="92196"/>
                </a:lnTo>
                <a:lnTo>
                  <a:pt x="1626971" y="91542"/>
                </a:lnTo>
                <a:lnTo>
                  <a:pt x="1627045" y="90834"/>
                </a:lnTo>
                <a:lnTo>
                  <a:pt x="1627105" y="90071"/>
                </a:lnTo>
                <a:lnTo>
                  <a:pt x="1627152" y="89255"/>
                </a:lnTo>
                <a:lnTo>
                  <a:pt x="1627185" y="88384"/>
                </a:lnTo>
                <a:lnTo>
                  <a:pt x="1627205" y="87459"/>
                </a:lnTo>
                <a:lnTo>
                  <a:pt x="1627212" y="86479"/>
                </a:lnTo>
                <a:lnTo>
                  <a:pt x="1627212" y="61397"/>
                </a:lnTo>
                <a:lnTo>
                  <a:pt x="1627208" y="59684"/>
                </a:lnTo>
                <a:lnTo>
                  <a:pt x="1627194" y="58074"/>
                </a:lnTo>
                <a:lnTo>
                  <a:pt x="1627172" y="56569"/>
                </a:lnTo>
                <a:lnTo>
                  <a:pt x="1627141" y="55167"/>
                </a:lnTo>
                <a:lnTo>
                  <a:pt x="1627101" y="53869"/>
                </a:lnTo>
                <a:lnTo>
                  <a:pt x="1627052" y="52674"/>
                </a:lnTo>
                <a:lnTo>
                  <a:pt x="1626994" y="51583"/>
                </a:lnTo>
                <a:lnTo>
                  <a:pt x="1626927" y="50596"/>
                </a:lnTo>
                <a:lnTo>
                  <a:pt x="1626851" y="49712"/>
                </a:lnTo>
                <a:lnTo>
                  <a:pt x="1626766" y="48932"/>
                </a:lnTo>
                <a:lnTo>
                  <a:pt x="1626673" y="48256"/>
                </a:lnTo>
                <a:lnTo>
                  <a:pt x="1626570" y="47684"/>
                </a:lnTo>
                <a:lnTo>
                  <a:pt x="1626483" y="47314"/>
                </a:lnTo>
                <a:lnTo>
                  <a:pt x="1626388" y="46964"/>
                </a:lnTo>
                <a:lnTo>
                  <a:pt x="1626285" y="46633"/>
                </a:lnTo>
                <a:lnTo>
                  <a:pt x="1626174" y="46321"/>
                </a:lnTo>
                <a:lnTo>
                  <a:pt x="1626055" y="46029"/>
                </a:lnTo>
                <a:lnTo>
                  <a:pt x="1625928" y="45756"/>
                </a:lnTo>
                <a:lnTo>
                  <a:pt x="1625793" y="45502"/>
                </a:lnTo>
                <a:lnTo>
                  <a:pt x="1625651" y="45267"/>
                </a:lnTo>
                <a:lnTo>
                  <a:pt x="1625500" y="45052"/>
                </a:lnTo>
                <a:lnTo>
                  <a:pt x="1625342" y="44856"/>
                </a:lnTo>
                <a:lnTo>
                  <a:pt x="1625175" y="44679"/>
                </a:lnTo>
                <a:lnTo>
                  <a:pt x="1625001" y="44521"/>
                </a:lnTo>
                <a:lnTo>
                  <a:pt x="1624817" y="44380"/>
                </a:lnTo>
                <a:lnTo>
                  <a:pt x="1624622" y="44250"/>
                </a:lnTo>
                <a:lnTo>
                  <a:pt x="1624417" y="44133"/>
                </a:lnTo>
                <a:lnTo>
                  <a:pt x="1624200" y="44028"/>
                </a:lnTo>
                <a:lnTo>
                  <a:pt x="1623973" y="43936"/>
                </a:lnTo>
                <a:lnTo>
                  <a:pt x="1623735" y="43855"/>
                </a:lnTo>
                <a:lnTo>
                  <a:pt x="1623486" y="43788"/>
                </a:lnTo>
                <a:lnTo>
                  <a:pt x="1623226" y="43732"/>
                </a:lnTo>
                <a:lnTo>
                  <a:pt x="1622955" y="43689"/>
                </a:lnTo>
                <a:lnTo>
                  <a:pt x="1622673" y="43658"/>
                </a:lnTo>
                <a:lnTo>
                  <a:pt x="1622380" y="43640"/>
                </a:lnTo>
                <a:lnTo>
                  <a:pt x="1622076" y="43633"/>
                </a:lnTo>
                <a:lnTo>
                  <a:pt x="1621738" y="43641"/>
                </a:lnTo>
                <a:lnTo>
                  <a:pt x="1621387" y="43663"/>
                </a:lnTo>
                <a:lnTo>
                  <a:pt x="1621024" y="43700"/>
                </a:lnTo>
                <a:lnTo>
                  <a:pt x="1620650" y="43752"/>
                </a:lnTo>
                <a:lnTo>
                  <a:pt x="1620263" y="43818"/>
                </a:lnTo>
                <a:lnTo>
                  <a:pt x="1619865" y="43900"/>
                </a:lnTo>
                <a:lnTo>
                  <a:pt x="1619455" y="43996"/>
                </a:lnTo>
                <a:lnTo>
                  <a:pt x="1619033" y="44107"/>
                </a:lnTo>
                <a:lnTo>
                  <a:pt x="1618599" y="44233"/>
                </a:lnTo>
                <a:lnTo>
                  <a:pt x="1618153" y="44374"/>
                </a:lnTo>
                <a:lnTo>
                  <a:pt x="1617696" y="44529"/>
                </a:lnTo>
                <a:lnTo>
                  <a:pt x="1617226" y="44699"/>
                </a:lnTo>
                <a:lnTo>
                  <a:pt x="1616227" y="42140"/>
                </a:lnTo>
                <a:lnTo>
                  <a:pt x="1635914" y="34182"/>
                </a:lnTo>
                <a:lnTo>
                  <a:pt x="1639053" y="34182"/>
                </a:lnTo>
                <a:close/>
                <a:moveTo>
                  <a:pt x="1675730" y="47997"/>
                </a:moveTo>
                <a:lnTo>
                  <a:pt x="1677637" y="45791"/>
                </a:lnTo>
                <a:lnTo>
                  <a:pt x="1679529" y="43776"/>
                </a:lnTo>
                <a:lnTo>
                  <a:pt x="1681406" y="41953"/>
                </a:lnTo>
                <a:lnTo>
                  <a:pt x="1683268" y="40322"/>
                </a:lnTo>
                <a:lnTo>
                  <a:pt x="1685115" y="38883"/>
                </a:lnTo>
                <a:lnTo>
                  <a:pt x="1686947" y="37636"/>
                </a:lnTo>
                <a:lnTo>
                  <a:pt x="1688764" y="36581"/>
                </a:lnTo>
                <a:lnTo>
                  <a:pt x="1690567" y="35717"/>
                </a:lnTo>
                <a:lnTo>
                  <a:pt x="1692355" y="35046"/>
                </a:lnTo>
                <a:lnTo>
                  <a:pt x="1694127" y="34566"/>
                </a:lnTo>
                <a:lnTo>
                  <a:pt x="1695885" y="34278"/>
                </a:lnTo>
                <a:lnTo>
                  <a:pt x="1697629" y="34182"/>
                </a:lnTo>
                <a:lnTo>
                  <a:pt x="1698510" y="34201"/>
                </a:lnTo>
                <a:lnTo>
                  <a:pt x="1699370" y="34256"/>
                </a:lnTo>
                <a:lnTo>
                  <a:pt x="1700210" y="34349"/>
                </a:lnTo>
                <a:lnTo>
                  <a:pt x="1701029" y="34478"/>
                </a:lnTo>
                <a:lnTo>
                  <a:pt x="1701827" y="34645"/>
                </a:lnTo>
                <a:lnTo>
                  <a:pt x="1702604" y="34849"/>
                </a:lnTo>
                <a:lnTo>
                  <a:pt x="1703360" y="35089"/>
                </a:lnTo>
                <a:lnTo>
                  <a:pt x="1704096" y="35367"/>
                </a:lnTo>
                <a:lnTo>
                  <a:pt x="1704811" y="35682"/>
                </a:lnTo>
                <a:lnTo>
                  <a:pt x="1705505" y="36034"/>
                </a:lnTo>
                <a:lnTo>
                  <a:pt x="1706178" y="36422"/>
                </a:lnTo>
                <a:lnTo>
                  <a:pt x="1706830" y="36848"/>
                </a:lnTo>
                <a:lnTo>
                  <a:pt x="1707461" y="37316"/>
                </a:lnTo>
                <a:lnTo>
                  <a:pt x="1708070" y="37832"/>
                </a:lnTo>
                <a:lnTo>
                  <a:pt x="1708658" y="38396"/>
                </a:lnTo>
                <a:lnTo>
                  <a:pt x="1709224" y="39007"/>
                </a:lnTo>
                <a:lnTo>
                  <a:pt x="1709767" y="39666"/>
                </a:lnTo>
                <a:lnTo>
                  <a:pt x="1710290" y="40374"/>
                </a:lnTo>
                <a:lnTo>
                  <a:pt x="1710790" y="41129"/>
                </a:lnTo>
                <a:lnTo>
                  <a:pt x="1711268" y="41932"/>
                </a:lnTo>
                <a:lnTo>
                  <a:pt x="1711725" y="42783"/>
                </a:lnTo>
                <a:lnTo>
                  <a:pt x="1712160" y="43682"/>
                </a:lnTo>
                <a:lnTo>
                  <a:pt x="1712573" y="44628"/>
                </a:lnTo>
                <a:lnTo>
                  <a:pt x="1712964" y="45623"/>
                </a:lnTo>
                <a:lnTo>
                  <a:pt x="1713215" y="46365"/>
                </a:lnTo>
                <a:lnTo>
                  <a:pt x="1713444" y="47170"/>
                </a:lnTo>
                <a:lnTo>
                  <a:pt x="1713651" y="48038"/>
                </a:lnTo>
                <a:lnTo>
                  <a:pt x="1713836" y="48970"/>
                </a:lnTo>
                <a:lnTo>
                  <a:pt x="1714000" y="49964"/>
                </a:lnTo>
                <a:lnTo>
                  <a:pt x="1714141" y="51022"/>
                </a:lnTo>
                <a:lnTo>
                  <a:pt x="1714261" y="52143"/>
                </a:lnTo>
                <a:lnTo>
                  <a:pt x="1714359" y="53328"/>
                </a:lnTo>
                <a:lnTo>
                  <a:pt x="1714436" y="54575"/>
                </a:lnTo>
                <a:lnTo>
                  <a:pt x="1714490" y="55886"/>
                </a:lnTo>
                <a:lnTo>
                  <a:pt x="1714523" y="57260"/>
                </a:lnTo>
                <a:lnTo>
                  <a:pt x="1714534" y="58697"/>
                </a:lnTo>
                <a:lnTo>
                  <a:pt x="1714534" y="86479"/>
                </a:lnTo>
                <a:lnTo>
                  <a:pt x="1714541" y="87482"/>
                </a:lnTo>
                <a:lnTo>
                  <a:pt x="1714561" y="88429"/>
                </a:lnTo>
                <a:lnTo>
                  <a:pt x="1714596" y="89321"/>
                </a:lnTo>
                <a:lnTo>
                  <a:pt x="1714645" y="90158"/>
                </a:lnTo>
                <a:lnTo>
                  <a:pt x="1714707" y="90940"/>
                </a:lnTo>
                <a:lnTo>
                  <a:pt x="1714783" y="91666"/>
                </a:lnTo>
                <a:lnTo>
                  <a:pt x="1714873" y="92338"/>
                </a:lnTo>
                <a:lnTo>
                  <a:pt x="1714977" y="92953"/>
                </a:lnTo>
                <a:lnTo>
                  <a:pt x="1715095" y="93514"/>
                </a:lnTo>
                <a:lnTo>
                  <a:pt x="1715227" y="94019"/>
                </a:lnTo>
                <a:lnTo>
                  <a:pt x="1715373" y="94470"/>
                </a:lnTo>
                <a:lnTo>
                  <a:pt x="1715532" y="94864"/>
                </a:lnTo>
                <a:lnTo>
                  <a:pt x="1715670" y="95155"/>
                </a:lnTo>
                <a:lnTo>
                  <a:pt x="1715821" y="95435"/>
                </a:lnTo>
                <a:lnTo>
                  <a:pt x="1715985" y="95703"/>
                </a:lnTo>
                <a:lnTo>
                  <a:pt x="1716162" y="95961"/>
                </a:lnTo>
                <a:lnTo>
                  <a:pt x="1716353" y="96209"/>
                </a:lnTo>
                <a:lnTo>
                  <a:pt x="1716558" y="96445"/>
                </a:lnTo>
                <a:lnTo>
                  <a:pt x="1716775" y="96670"/>
                </a:lnTo>
                <a:lnTo>
                  <a:pt x="1717006" y="96885"/>
                </a:lnTo>
                <a:lnTo>
                  <a:pt x="1717251" y="97089"/>
                </a:lnTo>
                <a:lnTo>
                  <a:pt x="1717509" y="97282"/>
                </a:lnTo>
                <a:lnTo>
                  <a:pt x="1717780" y="97464"/>
                </a:lnTo>
                <a:lnTo>
                  <a:pt x="1718064" y="97635"/>
                </a:lnTo>
                <a:lnTo>
                  <a:pt x="1718376" y="97794"/>
                </a:lnTo>
                <a:lnTo>
                  <a:pt x="1718729" y="97939"/>
                </a:lnTo>
                <a:lnTo>
                  <a:pt x="1719123" y="98070"/>
                </a:lnTo>
                <a:lnTo>
                  <a:pt x="1719558" y="98188"/>
                </a:lnTo>
                <a:lnTo>
                  <a:pt x="1720035" y="98291"/>
                </a:lnTo>
                <a:lnTo>
                  <a:pt x="1720552" y="98381"/>
                </a:lnTo>
                <a:lnTo>
                  <a:pt x="1721111" y="98457"/>
                </a:lnTo>
                <a:lnTo>
                  <a:pt x="1721710" y="98519"/>
                </a:lnTo>
                <a:lnTo>
                  <a:pt x="1722351" y="98568"/>
                </a:lnTo>
                <a:lnTo>
                  <a:pt x="1723033" y="98602"/>
                </a:lnTo>
                <a:lnTo>
                  <a:pt x="1723756" y="98623"/>
                </a:lnTo>
                <a:lnTo>
                  <a:pt x="1724520" y="98630"/>
                </a:lnTo>
                <a:lnTo>
                  <a:pt x="1724520" y="101265"/>
                </a:lnTo>
                <a:lnTo>
                  <a:pt x="1692208" y="101265"/>
                </a:lnTo>
                <a:lnTo>
                  <a:pt x="1692208" y="98630"/>
                </a:lnTo>
                <a:lnTo>
                  <a:pt x="1693563" y="98630"/>
                </a:lnTo>
                <a:lnTo>
                  <a:pt x="1694305" y="98620"/>
                </a:lnTo>
                <a:lnTo>
                  <a:pt x="1695008" y="98591"/>
                </a:lnTo>
                <a:lnTo>
                  <a:pt x="1695674" y="98543"/>
                </a:lnTo>
                <a:lnTo>
                  <a:pt x="1696301" y="98476"/>
                </a:lnTo>
                <a:lnTo>
                  <a:pt x="1696890" y="98390"/>
                </a:lnTo>
                <a:lnTo>
                  <a:pt x="1697441" y="98284"/>
                </a:lnTo>
                <a:lnTo>
                  <a:pt x="1697954" y="98159"/>
                </a:lnTo>
                <a:lnTo>
                  <a:pt x="1698429" y="98015"/>
                </a:lnTo>
                <a:lnTo>
                  <a:pt x="1698866" y="97852"/>
                </a:lnTo>
                <a:lnTo>
                  <a:pt x="1699264" y="97670"/>
                </a:lnTo>
                <a:lnTo>
                  <a:pt x="1699625" y="97468"/>
                </a:lnTo>
                <a:lnTo>
                  <a:pt x="1699947" y="97248"/>
                </a:lnTo>
                <a:lnTo>
                  <a:pt x="1700242" y="97008"/>
                </a:lnTo>
                <a:lnTo>
                  <a:pt x="1700522" y="96751"/>
                </a:lnTo>
                <a:lnTo>
                  <a:pt x="1700787" y="96475"/>
                </a:lnTo>
                <a:lnTo>
                  <a:pt x="1701037" y="96181"/>
                </a:lnTo>
                <a:lnTo>
                  <a:pt x="1701271" y="95869"/>
                </a:lnTo>
                <a:lnTo>
                  <a:pt x="1701489" y="95539"/>
                </a:lnTo>
                <a:lnTo>
                  <a:pt x="1701693" y="95190"/>
                </a:lnTo>
                <a:lnTo>
                  <a:pt x="1701881" y="94824"/>
                </a:lnTo>
                <a:lnTo>
                  <a:pt x="1702053" y="94439"/>
                </a:lnTo>
                <a:lnTo>
                  <a:pt x="1702210" y="94036"/>
                </a:lnTo>
                <a:lnTo>
                  <a:pt x="1702352" y="93615"/>
                </a:lnTo>
                <a:lnTo>
                  <a:pt x="1702479" y="93175"/>
                </a:lnTo>
                <a:lnTo>
                  <a:pt x="1702525" y="92966"/>
                </a:lnTo>
                <a:lnTo>
                  <a:pt x="1702566" y="92695"/>
                </a:lnTo>
                <a:lnTo>
                  <a:pt x="1702604" y="92360"/>
                </a:lnTo>
                <a:lnTo>
                  <a:pt x="1702637" y="91962"/>
                </a:lnTo>
                <a:lnTo>
                  <a:pt x="1702667" y="91502"/>
                </a:lnTo>
                <a:lnTo>
                  <a:pt x="1702693" y="90978"/>
                </a:lnTo>
                <a:lnTo>
                  <a:pt x="1702715" y="90392"/>
                </a:lnTo>
                <a:lnTo>
                  <a:pt x="1702733" y="89742"/>
                </a:lnTo>
                <a:lnTo>
                  <a:pt x="1702746" y="89030"/>
                </a:lnTo>
                <a:lnTo>
                  <a:pt x="1702756" y="88254"/>
                </a:lnTo>
                <a:lnTo>
                  <a:pt x="1702762" y="87416"/>
                </a:lnTo>
                <a:lnTo>
                  <a:pt x="1702764" y="86515"/>
                </a:lnTo>
                <a:lnTo>
                  <a:pt x="1702764" y="59946"/>
                </a:lnTo>
                <a:lnTo>
                  <a:pt x="1702748" y="58503"/>
                </a:lnTo>
                <a:lnTo>
                  <a:pt x="1702700" y="57129"/>
                </a:lnTo>
                <a:lnTo>
                  <a:pt x="1702619" y="55821"/>
                </a:lnTo>
                <a:lnTo>
                  <a:pt x="1702507" y="54581"/>
                </a:lnTo>
                <a:lnTo>
                  <a:pt x="1702362" y="53409"/>
                </a:lnTo>
                <a:lnTo>
                  <a:pt x="1702185" y="52304"/>
                </a:lnTo>
                <a:lnTo>
                  <a:pt x="1701975" y="51266"/>
                </a:lnTo>
                <a:lnTo>
                  <a:pt x="1701734" y="50295"/>
                </a:lnTo>
                <a:lnTo>
                  <a:pt x="1701460" y="49392"/>
                </a:lnTo>
                <a:lnTo>
                  <a:pt x="1701154" y="48556"/>
                </a:lnTo>
                <a:lnTo>
                  <a:pt x="1700816" y="47788"/>
                </a:lnTo>
                <a:lnTo>
                  <a:pt x="1700446" y="47087"/>
                </a:lnTo>
                <a:lnTo>
                  <a:pt x="1700038" y="46448"/>
                </a:lnTo>
                <a:lnTo>
                  <a:pt x="1699585" y="45864"/>
                </a:lnTo>
                <a:lnTo>
                  <a:pt x="1699089" y="45336"/>
                </a:lnTo>
                <a:lnTo>
                  <a:pt x="1698548" y="44863"/>
                </a:lnTo>
                <a:lnTo>
                  <a:pt x="1697963" y="44446"/>
                </a:lnTo>
                <a:lnTo>
                  <a:pt x="1697334" y="44085"/>
                </a:lnTo>
                <a:lnTo>
                  <a:pt x="1696661" y="43779"/>
                </a:lnTo>
                <a:lnTo>
                  <a:pt x="1695944" y="43529"/>
                </a:lnTo>
                <a:lnTo>
                  <a:pt x="1695183" y="43334"/>
                </a:lnTo>
                <a:lnTo>
                  <a:pt x="1694378" y="43195"/>
                </a:lnTo>
                <a:lnTo>
                  <a:pt x="1693529" y="43112"/>
                </a:lnTo>
                <a:lnTo>
                  <a:pt x="1692635" y="43084"/>
                </a:lnTo>
                <a:lnTo>
                  <a:pt x="1691221" y="43148"/>
                </a:lnTo>
                <a:lnTo>
                  <a:pt x="1689808" y="43340"/>
                </a:lnTo>
                <a:lnTo>
                  <a:pt x="1688396" y="43659"/>
                </a:lnTo>
                <a:lnTo>
                  <a:pt x="1686985" y="44107"/>
                </a:lnTo>
                <a:lnTo>
                  <a:pt x="1685574" y="44683"/>
                </a:lnTo>
                <a:lnTo>
                  <a:pt x="1684165" y="45386"/>
                </a:lnTo>
                <a:lnTo>
                  <a:pt x="1682757" y="46218"/>
                </a:lnTo>
                <a:lnTo>
                  <a:pt x="1681350" y="47177"/>
                </a:lnTo>
                <a:lnTo>
                  <a:pt x="1679943" y="48265"/>
                </a:lnTo>
                <a:lnTo>
                  <a:pt x="1678538" y="49480"/>
                </a:lnTo>
                <a:lnTo>
                  <a:pt x="1677134" y="50823"/>
                </a:lnTo>
                <a:lnTo>
                  <a:pt x="1675730" y="52295"/>
                </a:lnTo>
                <a:lnTo>
                  <a:pt x="1675730" y="86515"/>
                </a:lnTo>
                <a:lnTo>
                  <a:pt x="1675736" y="87578"/>
                </a:lnTo>
                <a:lnTo>
                  <a:pt x="1675752" y="88571"/>
                </a:lnTo>
                <a:lnTo>
                  <a:pt x="1675779" y="89495"/>
                </a:lnTo>
                <a:lnTo>
                  <a:pt x="1675818" y="90348"/>
                </a:lnTo>
                <a:lnTo>
                  <a:pt x="1675867" y="91132"/>
                </a:lnTo>
                <a:lnTo>
                  <a:pt x="1675927" y="91846"/>
                </a:lnTo>
                <a:lnTo>
                  <a:pt x="1675997" y="92490"/>
                </a:lnTo>
                <a:lnTo>
                  <a:pt x="1676079" y="93064"/>
                </a:lnTo>
                <a:lnTo>
                  <a:pt x="1676172" y="93568"/>
                </a:lnTo>
                <a:lnTo>
                  <a:pt x="1676275" y="94003"/>
                </a:lnTo>
                <a:lnTo>
                  <a:pt x="1676390" y="94367"/>
                </a:lnTo>
                <a:lnTo>
                  <a:pt x="1676515" y="94662"/>
                </a:lnTo>
                <a:lnTo>
                  <a:pt x="1676687" y="94997"/>
                </a:lnTo>
                <a:lnTo>
                  <a:pt x="1676869" y="95316"/>
                </a:lnTo>
                <a:lnTo>
                  <a:pt x="1677061" y="95620"/>
                </a:lnTo>
                <a:lnTo>
                  <a:pt x="1677264" y="95909"/>
                </a:lnTo>
                <a:lnTo>
                  <a:pt x="1677477" y="96183"/>
                </a:lnTo>
                <a:lnTo>
                  <a:pt x="1677701" y="96442"/>
                </a:lnTo>
                <a:lnTo>
                  <a:pt x="1677935" y="96685"/>
                </a:lnTo>
                <a:lnTo>
                  <a:pt x="1678179" y="96913"/>
                </a:lnTo>
                <a:lnTo>
                  <a:pt x="1678434" y="97126"/>
                </a:lnTo>
                <a:lnTo>
                  <a:pt x="1678699" y="97323"/>
                </a:lnTo>
                <a:lnTo>
                  <a:pt x="1678975" y="97506"/>
                </a:lnTo>
                <a:lnTo>
                  <a:pt x="1679261" y="97673"/>
                </a:lnTo>
                <a:lnTo>
                  <a:pt x="1679577" y="97826"/>
                </a:lnTo>
                <a:lnTo>
                  <a:pt x="1679944" y="97965"/>
                </a:lnTo>
                <a:lnTo>
                  <a:pt x="1680360" y="98091"/>
                </a:lnTo>
                <a:lnTo>
                  <a:pt x="1680826" y="98204"/>
                </a:lnTo>
                <a:lnTo>
                  <a:pt x="1681343" y="98304"/>
                </a:lnTo>
                <a:lnTo>
                  <a:pt x="1681909" y="98390"/>
                </a:lnTo>
                <a:lnTo>
                  <a:pt x="1682526" y="98464"/>
                </a:lnTo>
                <a:lnTo>
                  <a:pt x="1683192" y="98523"/>
                </a:lnTo>
                <a:lnTo>
                  <a:pt x="1683909" y="98570"/>
                </a:lnTo>
                <a:lnTo>
                  <a:pt x="1684675" y="98603"/>
                </a:lnTo>
                <a:lnTo>
                  <a:pt x="1685492" y="98623"/>
                </a:lnTo>
                <a:lnTo>
                  <a:pt x="1686358" y="98630"/>
                </a:lnTo>
                <a:lnTo>
                  <a:pt x="1686358" y="101265"/>
                </a:lnTo>
                <a:lnTo>
                  <a:pt x="1654046" y="101265"/>
                </a:lnTo>
                <a:lnTo>
                  <a:pt x="1654046" y="98630"/>
                </a:lnTo>
                <a:lnTo>
                  <a:pt x="1655473" y="98630"/>
                </a:lnTo>
                <a:lnTo>
                  <a:pt x="1656282" y="98612"/>
                </a:lnTo>
                <a:lnTo>
                  <a:pt x="1657047" y="98560"/>
                </a:lnTo>
                <a:lnTo>
                  <a:pt x="1657766" y="98472"/>
                </a:lnTo>
                <a:lnTo>
                  <a:pt x="1658441" y="98350"/>
                </a:lnTo>
                <a:lnTo>
                  <a:pt x="1659070" y="98192"/>
                </a:lnTo>
                <a:lnTo>
                  <a:pt x="1659654" y="97999"/>
                </a:lnTo>
                <a:lnTo>
                  <a:pt x="1660194" y="97772"/>
                </a:lnTo>
                <a:lnTo>
                  <a:pt x="1660688" y="97509"/>
                </a:lnTo>
                <a:lnTo>
                  <a:pt x="1661137" y="97211"/>
                </a:lnTo>
                <a:lnTo>
                  <a:pt x="1661541" y="96879"/>
                </a:lnTo>
                <a:lnTo>
                  <a:pt x="1661900" y="96511"/>
                </a:lnTo>
                <a:lnTo>
                  <a:pt x="1662213" y="96108"/>
                </a:lnTo>
                <a:lnTo>
                  <a:pt x="1662493" y="95656"/>
                </a:lnTo>
                <a:lnTo>
                  <a:pt x="1662747" y="95140"/>
                </a:lnTo>
                <a:lnTo>
                  <a:pt x="1662978" y="94560"/>
                </a:lnTo>
                <a:lnTo>
                  <a:pt x="1663184" y="93917"/>
                </a:lnTo>
                <a:lnTo>
                  <a:pt x="1663366" y="93210"/>
                </a:lnTo>
                <a:lnTo>
                  <a:pt x="1663524" y="92439"/>
                </a:lnTo>
                <a:lnTo>
                  <a:pt x="1663658" y="91605"/>
                </a:lnTo>
                <a:lnTo>
                  <a:pt x="1663767" y="90707"/>
                </a:lnTo>
                <a:lnTo>
                  <a:pt x="1663852" y="89745"/>
                </a:lnTo>
                <a:lnTo>
                  <a:pt x="1663912" y="88720"/>
                </a:lnTo>
                <a:lnTo>
                  <a:pt x="1663949" y="87631"/>
                </a:lnTo>
                <a:lnTo>
                  <a:pt x="1663961" y="86479"/>
                </a:lnTo>
                <a:lnTo>
                  <a:pt x="1663961" y="62320"/>
                </a:lnTo>
                <a:lnTo>
                  <a:pt x="1663957" y="60430"/>
                </a:lnTo>
                <a:lnTo>
                  <a:pt x="1663946" y="58667"/>
                </a:lnTo>
                <a:lnTo>
                  <a:pt x="1663928" y="57031"/>
                </a:lnTo>
                <a:lnTo>
                  <a:pt x="1663902" y="55523"/>
                </a:lnTo>
                <a:lnTo>
                  <a:pt x="1663868" y="54142"/>
                </a:lnTo>
                <a:lnTo>
                  <a:pt x="1663827" y="52888"/>
                </a:lnTo>
                <a:lnTo>
                  <a:pt x="1663779" y="51762"/>
                </a:lnTo>
                <a:lnTo>
                  <a:pt x="1663723" y="50763"/>
                </a:lnTo>
                <a:lnTo>
                  <a:pt x="1663660" y="49891"/>
                </a:lnTo>
                <a:lnTo>
                  <a:pt x="1663590" y="49147"/>
                </a:lnTo>
                <a:lnTo>
                  <a:pt x="1663511" y="48530"/>
                </a:lnTo>
                <a:lnTo>
                  <a:pt x="1663426" y="48040"/>
                </a:lnTo>
                <a:lnTo>
                  <a:pt x="1663333" y="47625"/>
                </a:lnTo>
                <a:lnTo>
                  <a:pt x="1663232" y="47232"/>
                </a:lnTo>
                <a:lnTo>
                  <a:pt x="1663123" y="46862"/>
                </a:lnTo>
                <a:lnTo>
                  <a:pt x="1663006" y="46515"/>
                </a:lnTo>
                <a:lnTo>
                  <a:pt x="1662881" y="46191"/>
                </a:lnTo>
                <a:lnTo>
                  <a:pt x="1662748" y="45889"/>
                </a:lnTo>
                <a:lnTo>
                  <a:pt x="1662608" y="45611"/>
                </a:lnTo>
                <a:lnTo>
                  <a:pt x="1662459" y="45354"/>
                </a:lnTo>
                <a:lnTo>
                  <a:pt x="1662303" y="45121"/>
                </a:lnTo>
                <a:lnTo>
                  <a:pt x="1662138" y="44910"/>
                </a:lnTo>
                <a:lnTo>
                  <a:pt x="1661966" y="44722"/>
                </a:lnTo>
                <a:lnTo>
                  <a:pt x="1661785" y="44557"/>
                </a:lnTo>
                <a:lnTo>
                  <a:pt x="1661596" y="44409"/>
                </a:lnTo>
                <a:lnTo>
                  <a:pt x="1661396" y="44275"/>
                </a:lnTo>
                <a:lnTo>
                  <a:pt x="1661186" y="44153"/>
                </a:lnTo>
                <a:lnTo>
                  <a:pt x="1660965" y="44044"/>
                </a:lnTo>
                <a:lnTo>
                  <a:pt x="1660734" y="43948"/>
                </a:lnTo>
                <a:lnTo>
                  <a:pt x="1660493" y="43864"/>
                </a:lnTo>
                <a:lnTo>
                  <a:pt x="1660241" y="43794"/>
                </a:lnTo>
                <a:lnTo>
                  <a:pt x="1659978" y="43736"/>
                </a:lnTo>
                <a:lnTo>
                  <a:pt x="1659706" y="43691"/>
                </a:lnTo>
                <a:lnTo>
                  <a:pt x="1659423" y="43659"/>
                </a:lnTo>
                <a:lnTo>
                  <a:pt x="1659129" y="43640"/>
                </a:lnTo>
                <a:lnTo>
                  <a:pt x="1658825" y="43633"/>
                </a:lnTo>
                <a:lnTo>
                  <a:pt x="1658487" y="43641"/>
                </a:lnTo>
                <a:lnTo>
                  <a:pt x="1658138" y="43663"/>
                </a:lnTo>
                <a:lnTo>
                  <a:pt x="1657778" y="43700"/>
                </a:lnTo>
                <a:lnTo>
                  <a:pt x="1657407" y="43752"/>
                </a:lnTo>
                <a:lnTo>
                  <a:pt x="1657025" y="43818"/>
                </a:lnTo>
                <a:lnTo>
                  <a:pt x="1656632" y="43900"/>
                </a:lnTo>
                <a:lnTo>
                  <a:pt x="1656228" y="43996"/>
                </a:lnTo>
                <a:lnTo>
                  <a:pt x="1655814" y="44107"/>
                </a:lnTo>
                <a:lnTo>
                  <a:pt x="1655388" y="44233"/>
                </a:lnTo>
                <a:lnTo>
                  <a:pt x="1654952" y="44374"/>
                </a:lnTo>
                <a:lnTo>
                  <a:pt x="1654504" y="44529"/>
                </a:lnTo>
                <a:lnTo>
                  <a:pt x="1654046" y="44699"/>
                </a:lnTo>
                <a:lnTo>
                  <a:pt x="1652976" y="42140"/>
                </a:lnTo>
                <a:lnTo>
                  <a:pt x="1672663" y="34182"/>
                </a:lnTo>
                <a:lnTo>
                  <a:pt x="1675730" y="34182"/>
                </a:lnTo>
                <a:lnTo>
                  <a:pt x="1675730" y="47997"/>
                </a:lnTo>
                <a:close/>
                <a:moveTo>
                  <a:pt x="1747203" y="77495"/>
                </a:moveTo>
                <a:lnTo>
                  <a:pt x="1746223" y="76993"/>
                </a:lnTo>
                <a:lnTo>
                  <a:pt x="1745283" y="76459"/>
                </a:lnTo>
                <a:lnTo>
                  <a:pt x="1744381" y="75893"/>
                </a:lnTo>
                <a:lnTo>
                  <a:pt x="1743517" y="75295"/>
                </a:lnTo>
                <a:lnTo>
                  <a:pt x="1742692" y="74664"/>
                </a:lnTo>
                <a:lnTo>
                  <a:pt x="1741906" y="74002"/>
                </a:lnTo>
                <a:lnTo>
                  <a:pt x="1741159" y="73307"/>
                </a:lnTo>
                <a:lnTo>
                  <a:pt x="1740450" y="72580"/>
                </a:lnTo>
                <a:lnTo>
                  <a:pt x="1739780" y="71822"/>
                </a:lnTo>
                <a:lnTo>
                  <a:pt x="1739148" y="71031"/>
                </a:lnTo>
                <a:lnTo>
                  <a:pt x="1738555" y="70208"/>
                </a:lnTo>
                <a:lnTo>
                  <a:pt x="1738001" y="69352"/>
                </a:lnTo>
                <a:lnTo>
                  <a:pt x="1737488" y="68473"/>
                </a:lnTo>
                <a:lnTo>
                  <a:pt x="1737020" y="67579"/>
                </a:lnTo>
                <a:lnTo>
                  <a:pt x="1736597" y="66670"/>
                </a:lnTo>
                <a:lnTo>
                  <a:pt x="1736218" y="65745"/>
                </a:lnTo>
                <a:lnTo>
                  <a:pt x="1735883" y="64804"/>
                </a:lnTo>
                <a:lnTo>
                  <a:pt x="1735594" y="63849"/>
                </a:lnTo>
                <a:lnTo>
                  <a:pt x="1735348" y="62878"/>
                </a:lnTo>
                <a:lnTo>
                  <a:pt x="1735148" y="61892"/>
                </a:lnTo>
                <a:lnTo>
                  <a:pt x="1734992" y="60890"/>
                </a:lnTo>
                <a:lnTo>
                  <a:pt x="1734880" y="59873"/>
                </a:lnTo>
                <a:lnTo>
                  <a:pt x="1734813" y="58841"/>
                </a:lnTo>
                <a:lnTo>
                  <a:pt x="1734791" y="57794"/>
                </a:lnTo>
                <a:lnTo>
                  <a:pt x="1734842" y="56200"/>
                </a:lnTo>
                <a:lnTo>
                  <a:pt x="1734994" y="54645"/>
                </a:lnTo>
                <a:lnTo>
                  <a:pt x="1735248" y="53127"/>
                </a:lnTo>
                <a:lnTo>
                  <a:pt x="1735604" y="51646"/>
                </a:lnTo>
                <a:lnTo>
                  <a:pt x="1736061" y="50203"/>
                </a:lnTo>
                <a:lnTo>
                  <a:pt x="1736619" y="48797"/>
                </a:lnTo>
                <a:lnTo>
                  <a:pt x="1737279" y="47429"/>
                </a:lnTo>
                <a:lnTo>
                  <a:pt x="1738041" y="46099"/>
                </a:lnTo>
                <a:lnTo>
                  <a:pt x="1738904" y="44806"/>
                </a:lnTo>
                <a:lnTo>
                  <a:pt x="1739868" y="43550"/>
                </a:lnTo>
                <a:lnTo>
                  <a:pt x="1740935" y="42333"/>
                </a:lnTo>
                <a:lnTo>
                  <a:pt x="1742102" y="41152"/>
                </a:lnTo>
                <a:lnTo>
                  <a:pt x="1743350" y="40039"/>
                </a:lnTo>
                <a:lnTo>
                  <a:pt x="1744654" y="39022"/>
                </a:lnTo>
                <a:lnTo>
                  <a:pt x="1746014" y="38103"/>
                </a:lnTo>
                <a:lnTo>
                  <a:pt x="1747432" y="37280"/>
                </a:lnTo>
                <a:lnTo>
                  <a:pt x="1748907" y="36554"/>
                </a:lnTo>
                <a:lnTo>
                  <a:pt x="1750439" y="35925"/>
                </a:lnTo>
                <a:lnTo>
                  <a:pt x="1752028" y="35392"/>
                </a:lnTo>
                <a:lnTo>
                  <a:pt x="1753674" y="34957"/>
                </a:lnTo>
                <a:lnTo>
                  <a:pt x="1755376" y="34618"/>
                </a:lnTo>
                <a:lnTo>
                  <a:pt x="1757136" y="34376"/>
                </a:lnTo>
                <a:lnTo>
                  <a:pt x="1758953" y="34231"/>
                </a:lnTo>
                <a:lnTo>
                  <a:pt x="1760826" y="34182"/>
                </a:lnTo>
                <a:lnTo>
                  <a:pt x="1762367" y="34214"/>
                </a:lnTo>
                <a:lnTo>
                  <a:pt x="1763872" y="34309"/>
                </a:lnTo>
                <a:lnTo>
                  <a:pt x="1765343" y="34467"/>
                </a:lnTo>
                <a:lnTo>
                  <a:pt x="1766779" y="34689"/>
                </a:lnTo>
                <a:lnTo>
                  <a:pt x="1768180" y="34973"/>
                </a:lnTo>
                <a:lnTo>
                  <a:pt x="1769547" y="35322"/>
                </a:lnTo>
                <a:lnTo>
                  <a:pt x="1770879" y="35733"/>
                </a:lnTo>
                <a:lnTo>
                  <a:pt x="1772176" y="36208"/>
                </a:lnTo>
                <a:lnTo>
                  <a:pt x="1773438" y="36746"/>
                </a:lnTo>
                <a:lnTo>
                  <a:pt x="1774666" y="37347"/>
                </a:lnTo>
                <a:lnTo>
                  <a:pt x="1775860" y="38012"/>
                </a:lnTo>
                <a:lnTo>
                  <a:pt x="1777018" y="38740"/>
                </a:lnTo>
                <a:lnTo>
                  <a:pt x="1790856" y="38740"/>
                </a:lnTo>
                <a:lnTo>
                  <a:pt x="1791350" y="38741"/>
                </a:lnTo>
                <a:lnTo>
                  <a:pt x="1791807" y="38745"/>
                </a:lnTo>
                <a:lnTo>
                  <a:pt x="1792229" y="38751"/>
                </a:lnTo>
                <a:lnTo>
                  <a:pt x="1792616" y="38759"/>
                </a:lnTo>
                <a:lnTo>
                  <a:pt x="1792966" y="38770"/>
                </a:lnTo>
                <a:lnTo>
                  <a:pt x="1793281" y="38784"/>
                </a:lnTo>
                <a:lnTo>
                  <a:pt x="1793561" y="38800"/>
                </a:lnTo>
                <a:lnTo>
                  <a:pt x="1793805" y="38818"/>
                </a:lnTo>
                <a:lnTo>
                  <a:pt x="1794013" y="38839"/>
                </a:lnTo>
                <a:lnTo>
                  <a:pt x="1794185" y="38862"/>
                </a:lnTo>
                <a:lnTo>
                  <a:pt x="1794322" y="38887"/>
                </a:lnTo>
                <a:lnTo>
                  <a:pt x="1794423" y="38916"/>
                </a:lnTo>
                <a:lnTo>
                  <a:pt x="1794504" y="38947"/>
                </a:lnTo>
                <a:lnTo>
                  <a:pt x="1794581" y="38981"/>
                </a:lnTo>
                <a:lnTo>
                  <a:pt x="1794655" y="39019"/>
                </a:lnTo>
                <a:lnTo>
                  <a:pt x="1794724" y="39060"/>
                </a:lnTo>
                <a:lnTo>
                  <a:pt x="1794789" y="39105"/>
                </a:lnTo>
                <a:lnTo>
                  <a:pt x="1794851" y="39153"/>
                </a:lnTo>
                <a:lnTo>
                  <a:pt x="1794908" y="39205"/>
                </a:lnTo>
                <a:lnTo>
                  <a:pt x="1794962" y="39260"/>
                </a:lnTo>
                <a:lnTo>
                  <a:pt x="1795011" y="39318"/>
                </a:lnTo>
                <a:lnTo>
                  <a:pt x="1795057" y="39380"/>
                </a:lnTo>
                <a:lnTo>
                  <a:pt x="1795098" y="39445"/>
                </a:lnTo>
                <a:lnTo>
                  <a:pt x="1795136" y="39514"/>
                </a:lnTo>
                <a:lnTo>
                  <a:pt x="1795204" y="39627"/>
                </a:lnTo>
                <a:lnTo>
                  <a:pt x="1795267" y="39753"/>
                </a:lnTo>
                <a:lnTo>
                  <a:pt x="1795323" y="39893"/>
                </a:lnTo>
                <a:lnTo>
                  <a:pt x="1795374" y="40047"/>
                </a:lnTo>
                <a:lnTo>
                  <a:pt x="1795418" y="40214"/>
                </a:lnTo>
                <a:lnTo>
                  <a:pt x="1795457" y="40395"/>
                </a:lnTo>
                <a:lnTo>
                  <a:pt x="1795490" y="40590"/>
                </a:lnTo>
                <a:lnTo>
                  <a:pt x="1795516" y="40798"/>
                </a:lnTo>
                <a:lnTo>
                  <a:pt x="1795537" y="41020"/>
                </a:lnTo>
                <a:lnTo>
                  <a:pt x="1795552" y="41256"/>
                </a:lnTo>
                <a:lnTo>
                  <a:pt x="1795561" y="41505"/>
                </a:lnTo>
                <a:lnTo>
                  <a:pt x="1795564" y="41769"/>
                </a:lnTo>
                <a:lnTo>
                  <a:pt x="1795562" y="42066"/>
                </a:lnTo>
                <a:lnTo>
                  <a:pt x="1795554" y="42347"/>
                </a:lnTo>
                <a:lnTo>
                  <a:pt x="1795542" y="42613"/>
                </a:lnTo>
                <a:lnTo>
                  <a:pt x="1795524" y="42863"/>
                </a:lnTo>
                <a:lnTo>
                  <a:pt x="1795502" y="43098"/>
                </a:lnTo>
                <a:lnTo>
                  <a:pt x="1795475" y="43317"/>
                </a:lnTo>
                <a:lnTo>
                  <a:pt x="1795443" y="43520"/>
                </a:lnTo>
                <a:lnTo>
                  <a:pt x="1795405" y="43708"/>
                </a:lnTo>
                <a:lnTo>
                  <a:pt x="1795363" y="43880"/>
                </a:lnTo>
                <a:lnTo>
                  <a:pt x="1795316" y="44037"/>
                </a:lnTo>
                <a:lnTo>
                  <a:pt x="1795264" y="44178"/>
                </a:lnTo>
                <a:lnTo>
                  <a:pt x="1795207" y="44303"/>
                </a:lnTo>
                <a:lnTo>
                  <a:pt x="1795169" y="44361"/>
                </a:lnTo>
                <a:lnTo>
                  <a:pt x="1795127" y="44417"/>
                </a:lnTo>
                <a:lnTo>
                  <a:pt x="1795080" y="44470"/>
                </a:lnTo>
                <a:lnTo>
                  <a:pt x="1795029" y="44522"/>
                </a:lnTo>
                <a:lnTo>
                  <a:pt x="1794973" y="44572"/>
                </a:lnTo>
                <a:lnTo>
                  <a:pt x="1794913" y="44620"/>
                </a:lnTo>
                <a:lnTo>
                  <a:pt x="1794848" y="44666"/>
                </a:lnTo>
                <a:lnTo>
                  <a:pt x="1794779" y="44710"/>
                </a:lnTo>
                <a:lnTo>
                  <a:pt x="1794706" y="44752"/>
                </a:lnTo>
                <a:lnTo>
                  <a:pt x="1794628" y="44792"/>
                </a:lnTo>
                <a:lnTo>
                  <a:pt x="1794545" y="44830"/>
                </a:lnTo>
                <a:lnTo>
                  <a:pt x="1794458" y="44866"/>
                </a:lnTo>
                <a:lnTo>
                  <a:pt x="1794352" y="44900"/>
                </a:lnTo>
                <a:lnTo>
                  <a:pt x="1794210" y="44931"/>
                </a:lnTo>
                <a:lnTo>
                  <a:pt x="1794033" y="44959"/>
                </a:lnTo>
                <a:lnTo>
                  <a:pt x="1793820" y="44984"/>
                </a:lnTo>
                <a:lnTo>
                  <a:pt x="1793573" y="45006"/>
                </a:lnTo>
                <a:lnTo>
                  <a:pt x="1793290" y="45025"/>
                </a:lnTo>
                <a:lnTo>
                  <a:pt x="1792973" y="45041"/>
                </a:lnTo>
                <a:lnTo>
                  <a:pt x="1792620" y="45054"/>
                </a:lnTo>
                <a:lnTo>
                  <a:pt x="1792232" y="45064"/>
                </a:lnTo>
                <a:lnTo>
                  <a:pt x="1791808" y="45072"/>
                </a:lnTo>
                <a:lnTo>
                  <a:pt x="1791350" y="45076"/>
                </a:lnTo>
                <a:lnTo>
                  <a:pt x="1790856" y="45078"/>
                </a:lnTo>
                <a:lnTo>
                  <a:pt x="1782368" y="45078"/>
                </a:lnTo>
                <a:lnTo>
                  <a:pt x="1783006" y="45954"/>
                </a:lnTo>
                <a:lnTo>
                  <a:pt x="1783589" y="46870"/>
                </a:lnTo>
                <a:lnTo>
                  <a:pt x="1784116" y="47825"/>
                </a:lnTo>
                <a:lnTo>
                  <a:pt x="1784587" y="48820"/>
                </a:lnTo>
                <a:lnTo>
                  <a:pt x="1785003" y="49855"/>
                </a:lnTo>
                <a:lnTo>
                  <a:pt x="1785364" y="50929"/>
                </a:lnTo>
                <a:lnTo>
                  <a:pt x="1785669" y="52043"/>
                </a:lnTo>
                <a:lnTo>
                  <a:pt x="1785919" y="53197"/>
                </a:lnTo>
                <a:lnTo>
                  <a:pt x="1786113" y="54390"/>
                </a:lnTo>
                <a:lnTo>
                  <a:pt x="1786252" y="55623"/>
                </a:lnTo>
                <a:lnTo>
                  <a:pt x="1786335" y="56895"/>
                </a:lnTo>
                <a:lnTo>
                  <a:pt x="1786362" y="58208"/>
                </a:lnTo>
                <a:lnTo>
                  <a:pt x="1786314" y="59711"/>
                </a:lnTo>
                <a:lnTo>
                  <a:pt x="1786168" y="61179"/>
                </a:lnTo>
                <a:lnTo>
                  <a:pt x="1785926" y="62609"/>
                </a:lnTo>
                <a:lnTo>
                  <a:pt x="1785586" y="64003"/>
                </a:lnTo>
                <a:lnTo>
                  <a:pt x="1785149" y="65360"/>
                </a:lnTo>
                <a:lnTo>
                  <a:pt x="1784615" y="66681"/>
                </a:lnTo>
                <a:lnTo>
                  <a:pt x="1783984" y="67965"/>
                </a:lnTo>
                <a:lnTo>
                  <a:pt x="1783256" y="69212"/>
                </a:lnTo>
                <a:lnTo>
                  <a:pt x="1782430" y="70422"/>
                </a:lnTo>
                <a:lnTo>
                  <a:pt x="1781508" y="71596"/>
                </a:lnTo>
                <a:lnTo>
                  <a:pt x="1780489" y="72734"/>
                </a:lnTo>
                <a:lnTo>
                  <a:pt x="1779372" y="73834"/>
                </a:lnTo>
                <a:lnTo>
                  <a:pt x="1778174" y="74871"/>
                </a:lnTo>
                <a:lnTo>
                  <a:pt x="1776909" y="75818"/>
                </a:lnTo>
                <a:lnTo>
                  <a:pt x="1775578" y="76675"/>
                </a:lnTo>
                <a:lnTo>
                  <a:pt x="1774181" y="77442"/>
                </a:lnTo>
                <a:lnTo>
                  <a:pt x="1772717" y="78118"/>
                </a:lnTo>
                <a:lnTo>
                  <a:pt x="1771187" y="78705"/>
                </a:lnTo>
                <a:lnTo>
                  <a:pt x="1769591" y="79201"/>
                </a:lnTo>
                <a:lnTo>
                  <a:pt x="1767928" y="79606"/>
                </a:lnTo>
                <a:lnTo>
                  <a:pt x="1766199" y="79922"/>
                </a:lnTo>
                <a:lnTo>
                  <a:pt x="1764403" y="80148"/>
                </a:lnTo>
                <a:lnTo>
                  <a:pt x="1762541" y="80283"/>
                </a:lnTo>
                <a:lnTo>
                  <a:pt x="1760613" y="80328"/>
                </a:lnTo>
                <a:lnTo>
                  <a:pt x="1759803" y="80318"/>
                </a:lnTo>
                <a:lnTo>
                  <a:pt x="1758990" y="80288"/>
                </a:lnTo>
                <a:lnTo>
                  <a:pt x="1758174" y="80237"/>
                </a:lnTo>
                <a:lnTo>
                  <a:pt x="1757355" y="80167"/>
                </a:lnTo>
                <a:lnTo>
                  <a:pt x="1756533" y="80076"/>
                </a:lnTo>
                <a:lnTo>
                  <a:pt x="1755709" y="79965"/>
                </a:lnTo>
                <a:lnTo>
                  <a:pt x="1754881" y="79834"/>
                </a:lnTo>
                <a:lnTo>
                  <a:pt x="1754050" y="79682"/>
                </a:lnTo>
                <a:lnTo>
                  <a:pt x="1753217" y="79511"/>
                </a:lnTo>
                <a:lnTo>
                  <a:pt x="1752380" y="79319"/>
                </a:lnTo>
                <a:lnTo>
                  <a:pt x="1751540" y="79107"/>
                </a:lnTo>
                <a:lnTo>
                  <a:pt x="1750698" y="78875"/>
                </a:lnTo>
                <a:lnTo>
                  <a:pt x="1750189" y="79321"/>
                </a:lnTo>
                <a:lnTo>
                  <a:pt x="1749708" y="79757"/>
                </a:lnTo>
                <a:lnTo>
                  <a:pt x="1749256" y="80185"/>
                </a:lnTo>
                <a:lnTo>
                  <a:pt x="1748831" y="80602"/>
                </a:lnTo>
                <a:lnTo>
                  <a:pt x="1748435" y="81011"/>
                </a:lnTo>
                <a:lnTo>
                  <a:pt x="1748067" y="81410"/>
                </a:lnTo>
                <a:lnTo>
                  <a:pt x="1747728" y="81800"/>
                </a:lnTo>
                <a:lnTo>
                  <a:pt x="1747417" y="82180"/>
                </a:lnTo>
                <a:lnTo>
                  <a:pt x="1747133" y="82551"/>
                </a:lnTo>
                <a:lnTo>
                  <a:pt x="1746879" y="82913"/>
                </a:lnTo>
                <a:lnTo>
                  <a:pt x="1746652" y="83265"/>
                </a:lnTo>
                <a:lnTo>
                  <a:pt x="1746454" y="83608"/>
                </a:lnTo>
                <a:lnTo>
                  <a:pt x="1746277" y="83942"/>
                </a:lnTo>
                <a:lnTo>
                  <a:pt x="1746116" y="84267"/>
                </a:lnTo>
                <a:lnTo>
                  <a:pt x="1745970" y="84584"/>
                </a:lnTo>
                <a:lnTo>
                  <a:pt x="1745839" y="84893"/>
                </a:lnTo>
                <a:lnTo>
                  <a:pt x="1745724" y="85193"/>
                </a:lnTo>
                <a:lnTo>
                  <a:pt x="1745624" y="85484"/>
                </a:lnTo>
                <a:lnTo>
                  <a:pt x="1745540" y="85768"/>
                </a:lnTo>
                <a:lnTo>
                  <a:pt x="1745471" y="86042"/>
                </a:lnTo>
                <a:lnTo>
                  <a:pt x="1745417" y="86309"/>
                </a:lnTo>
                <a:lnTo>
                  <a:pt x="1745379" y="86567"/>
                </a:lnTo>
                <a:lnTo>
                  <a:pt x="1745356" y="86816"/>
                </a:lnTo>
                <a:lnTo>
                  <a:pt x="1745348" y="87058"/>
                </a:lnTo>
                <a:lnTo>
                  <a:pt x="1745356" y="87259"/>
                </a:lnTo>
                <a:lnTo>
                  <a:pt x="1745381" y="87459"/>
                </a:lnTo>
                <a:lnTo>
                  <a:pt x="1745422" y="87658"/>
                </a:lnTo>
                <a:lnTo>
                  <a:pt x="1745479" y="87857"/>
                </a:lnTo>
                <a:lnTo>
                  <a:pt x="1745552" y="88054"/>
                </a:lnTo>
                <a:lnTo>
                  <a:pt x="1745642" y="88250"/>
                </a:lnTo>
                <a:lnTo>
                  <a:pt x="1745748" y="88446"/>
                </a:lnTo>
                <a:lnTo>
                  <a:pt x="1745871" y="88640"/>
                </a:lnTo>
                <a:lnTo>
                  <a:pt x="1746010" y="88833"/>
                </a:lnTo>
                <a:lnTo>
                  <a:pt x="1746165" y="89026"/>
                </a:lnTo>
                <a:lnTo>
                  <a:pt x="1746337" y="89217"/>
                </a:lnTo>
                <a:lnTo>
                  <a:pt x="1746525" y="89408"/>
                </a:lnTo>
                <a:lnTo>
                  <a:pt x="1746737" y="89593"/>
                </a:lnTo>
                <a:lnTo>
                  <a:pt x="1746980" y="89769"/>
                </a:lnTo>
                <a:lnTo>
                  <a:pt x="1747254" y="89936"/>
                </a:lnTo>
                <a:lnTo>
                  <a:pt x="1747559" y="90095"/>
                </a:lnTo>
                <a:lnTo>
                  <a:pt x="1747896" y="90244"/>
                </a:lnTo>
                <a:lnTo>
                  <a:pt x="1748264" y="90385"/>
                </a:lnTo>
                <a:lnTo>
                  <a:pt x="1748663" y="90517"/>
                </a:lnTo>
                <a:lnTo>
                  <a:pt x="1749093" y="90640"/>
                </a:lnTo>
                <a:lnTo>
                  <a:pt x="1749554" y="90754"/>
                </a:lnTo>
                <a:lnTo>
                  <a:pt x="1750047" y="90859"/>
                </a:lnTo>
                <a:lnTo>
                  <a:pt x="1750571" y="90956"/>
                </a:lnTo>
                <a:lnTo>
                  <a:pt x="1751126" y="91043"/>
                </a:lnTo>
                <a:lnTo>
                  <a:pt x="1751500" y="91090"/>
                </a:lnTo>
                <a:lnTo>
                  <a:pt x="1751958" y="91136"/>
                </a:lnTo>
                <a:lnTo>
                  <a:pt x="1752499" y="91181"/>
                </a:lnTo>
                <a:lnTo>
                  <a:pt x="1753123" y="91225"/>
                </a:lnTo>
                <a:lnTo>
                  <a:pt x="1753830" y="91268"/>
                </a:lnTo>
                <a:lnTo>
                  <a:pt x="1754621" y="91310"/>
                </a:lnTo>
                <a:lnTo>
                  <a:pt x="1755495" y="91351"/>
                </a:lnTo>
                <a:lnTo>
                  <a:pt x="1756452" y="91391"/>
                </a:lnTo>
                <a:lnTo>
                  <a:pt x="1757492" y="91431"/>
                </a:lnTo>
                <a:lnTo>
                  <a:pt x="1758615" y="91469"/>
                </a:lnTo>
                <a:lnTo>
                  <a:pt x="1759822" y="91506"/>
                </a:lnTo>
                <a:lnTo>
                  <a:pt x="1761112" y="91542"/>
                </a:lnTo>
                <a:lnTo>
                  <a:pt x="1763489" y="91603"/>
                </a:lnTo>
                <a:lnTo>
                  <a:pt x="1765722" y="91668"/>
                </a:lnTo>
                <a:lnTo>
                  <a:pt x="1767812" y="91737"/>
                </a:lnTo>
                <a:lnTo>
                  <a:pt x="1769759" y="91810"/>
                </a:lnTo>
                <a:lnTo>
                  <a:pt x="1771561" y="91887"/>
                </a:lnTo>
                <a:lnTo>
                  <a:pt x="1773220" y="91967"/>
                </a:lnTo>
                <a:lnTo>
                  <a:pt x="1774735" y="92052"/>
                </a:lnTo>
                <a:lnTo>
                  <a:pt x="1776107" y="92141"/>
                </a:lnTo>
                <a:lnTo>
                  <a:pt x="1777335" y="92234"/>
                </a:lnTo>
                <a:lnTo>
                  <a:pt x="1778419" y="92331"/>
                </a:lnTo>
                <a:lnTo>
                  <a:pt x="1779360" y="92432"/>
                </a:lnTo>
                <a:lnTo>
                  <a:pt x="1780157" y="92537"/>
                </a:lnTo>
                <a:lnTo>
                  <a:pt x="1781244" y="92712"/>
                </a:lnTo>
                <a:lnTo>
                  <a:pt x="1782294" y="92930"/>
                </a:lnTo>
                <a:lnTo>
                  <a:pt x="1783306" y="93191"/>
                </a:lnTo>
                <a:lnTo>
                  <a:pt x="1784282" y="93494"/>
                </a:lnTo>
                <a:lnTo>
                  <a:pt x="1785220" y="93839"/>
                </a:lnTo>
                <a:lnTo>
                  <a:pt x="1786122" y="94227"/>
                </a:lnTo>
                <a:lnTo>
                  <a:pt x="1786986" y="94658"/>
                </a:lnTo>
                <a:lnTo>
                  <a:pt x="1787813" y="95131"/>
                </a:lnTo>
                <a:lnTo>
                  <a:pt x="1788603" y="95646"/>
                </a:lnTo>
                <a:lnTo>
                  <a:pt x="1789355" y="96204"/>
                </a:lnTo>
                <a:lnTo>
                  <a:pt x="1790071" y="96805"/>
                </a:lnTo>
                <a:lnTo>
                  <a:pt x="1790749" y="97448"/>
                </a:lnTo>
                <a:lnTo>
                  <a:pt x="1791382" y="98125"/>
                </a:lnTo>
                <a:lnTo>
                  <a:pt x="1791959" y="98827"/>
                </a:lnTo>
                <a:lnTo>
                  <a:pt x="1792481" y="99555"/>
                </a:lnTo>
                <a:lnTo>
                  <a:pt x="1792949" y="100309"/>
                </a:lnTo>
                <a:lnTo>
                  <a:pt x="1793361" y="101089"/>
                </a:lnTo>
                <a:lnTo>
                  <a:pt x="1793718" y="101894"/>
                </a:lnTo>
                <a:lnTo>
                  <a:pt x="1794021" y="102725"/>
                </a:lnTo>
                <a:lnTo>
                  <a:pt x="1794268" y="103582"/>
                </a:lnTo>
                <a:lnTo>
                  <a:pt x="1794461" y="104465"/>
                </a:lnTo>
                <a:lnTo>
                  <a:pt x="1794598" y="105373"/>
                </a:lnTo>
                <a:lnTo>
                  <a:pt x="1794681" y="106307"/>
                </a:lnTo>
                <a:lnTo>
                  <a:pt x="1794708" y="107266"/>
                </a:lnTo>
                <a:lnTo>
                  <a:pt x="1794656" y="108600"/>
                </a:lnTo>
                <a:lnTo>
                  <a:pt x="1794498" y="109919"/>
                </a:lnTo>
                <a:lnTo>
                  <a:pt x="1794235" y="111224"/>
                </a:lnTo>
                <a:lnTo>
                  <a:pt x="1793868" y="112516"/>
                </a:lnTo>
                <a:lnTo>
                  <a:pt x="1793395" y="113794"/>
                </a:lnTo>
                <a:lnTo>
                  <a:pt x="1792818" y="115058"/>
                </a:lnTo>
                <a:lnTo>
                  <a:pt x="1792135" y="116308"/>
                </a:lnTo>
                <a:lnTo>
                  <a:pt x="1791348" y="117545"/>
                </a:lnTo>
                <a:lnTo>
                  <a:pt x="1790455" y="118767"/>
                </a:lnTo>
                <a:lnTo>
                  <a:pt x="1789457" y="119976"/>
                </a:lnTo>
                <a:lnTo>
                  <a:pt x="1788355" y="121171"/>
                </a:lnTo>
                <a:lnTo>
                  <a:pt x="1787147" y="122352"/>
                </a:lnTo>
                <a:lnTo>
                  <a:pt x="1785245" y="124012"/>
                </a:lnTo>
                <a:lnTo>
                  <a:pt x="1783250" y="125527"/>
                </a:lnTo>
                <a:lnTo>
                  <a:pt x="1781160" y="126897"/>
                </a:lnTo>
                <a:lnTo>
                  <a:pt x="1778976" y="128124"/>
                </a:lnTo>
                <a:lnTo>
                  <a:pt x="1776698" y="129206"/>
                </a:lnTo>
                <a:lnTo>
                  <a:pt x="1774326" y="130144"/>
                </a:lnTo>
                <a:lnTo>
                  <a:pt x="1771859" y="130937"/>
                </a:lnTo>
                <a:lnTo>
                  <a:pt x="1769299" y="131586"/>
                </a:lnTo>
                <a:lnTo>
                  <a:pt x="1766644" y="132091"/>
                </a:lnTo>
                <a:lnTo>
                  <a:pt x="1763896" y="132452"/>
                </a:lnTo>
                <a:lnTo>
                  <a:pt x="1761053" y="132668"/>
                </a:lnTo>
                <a:lnTo>
                  <a:pt x="1758116" y="132741"/>
                </a:lnTo>
                <a:lnTo>
                  <a:pt x="1755851" y="132698"/>
                </a:lnTo>
                <a:lnTo>
                  <a:pt x="1753646" y="132569"/>
                </a:lnTo>
                <a:lnTo>
                  <a:pt x="1751500" y="132354"/>
                </a:lnTo>
                <a:lnTo>
                  <a:pt x="1749414" y="132053"/>
                </a:lnTo>
                <a:lnTo>
                  <a:pt x="1747387" y="131667"/>
                </a:lnTo>
                <a:lnTo>
                  <a:pt x="1745419" y="131194"/>
                </a:lnTo>
                <a:lnTo>
                  <a:pt x="1743511" y="130635"/>
                </a:lnTo>
                <a:lnTo>
                  <a:pt x="1741663" y="129991"/>
                </a:lnTo>
                <a:lnTo>
                  <a:pt x="1739873" y="129261"/>
                </a:lnTo>
                <a:lnTo>
                  <a:pt x="1738144" y="128444"/>
                </a:lnTo>
                <a:lnTo>
                  <a:pt x="1736473" y="127542"/>
                </a:lnTo>
                <a:lnTo>
                  <a:pt x="1734863" y="126554"/>
                </a:lnTo>
                <a:lnTo>
                  <a:pt x="1734008" y="125959"/>
                </a:lnTo>
                <a:lnTo>
                  <a:pt x="1733228" y="125361"/>
                </a:lnTo>
                <a:lnTo>
                  <a:pt x="1732522" y="124758"/>
                </a:lnTo>
                <a:lnTo>
                  <a:pt x="1731890" y="124152"/>
                </a:lnTo>
                <a:lnTo>
                  <a:pt x="1731333" y="123541"/>
                </a:lnTo>
                <a:lnTo>
                  <a:pt x="1730850" y="122927"/>
                </a:lnTo>
                <a:lnTo>
                  <a:pt x="1730442" y="122308"/>
                </a:lnTo>
                <a:lnTo>
                  <a:pt x="1730107" y="121686"/>
                </a:lnTo>
                <a:lnTo>
                  <a:pt x="1729847" y="121060"/>
                </a:lnTo>
                <a:lnTo>
                  <a:pt x="1729661" y="120429"/>
                </a:lnTo>
                <a:lnTo>
                  <a:pt x="1729550" y="119795"/>
                </a:lnTo>
                <a:lnTo>
                  <a:pt x="1729513" y="119157"/>
                </a:lnTo>
                <a:lnTo>
                  <a:pt x="1729518" y="118873"/>
                </a:lnTo>
                <a:lnTo>
                  <a:pt x="1729535" y="118589"/>
                </a:lnTo>
                <a:lnTo>
                  <a:pt x="1729562" y="118304"/>
                </a:lnTo>
                <a:lnTo>
                  <a:pt x="1729600" y="118020"/>
                </a:lnTo>
                <a:lnTo>
                  <a:pt x="1729649" y="117736"/>
                </a:lnTo>
                <a:lnTo>
                  <a:pt x="1729709" y="117452"/>
                </a:lnTo>
                <a:lnTo>
                  <a:pt x="1729780" y="117167"/>
                </a:lnTo>
                <a:lnTo>
                  <a:pt x="1729862" y="116883"/>
                </a:lnTo>
                <a:lnTo>
                  <a:pt x="1729954" y="116599"/>
                </a:lnTo>
                <a:lnTo>
                  <a:pt x="1730058" y="116314"/>
                </a:lnTo>
                <a:lnTo>
                  <a:pt x="1730172" y="116030"/>
                </a:lnTo>
                <a:lnTo>
                  <a:pt x="1730297" y="115745"/>
                </a:lnTo>
                <a:lnTo>
                  <a:pt x="1730517" y="115292"/>
                </a:lnTo>
                <a:lnTo>
                  <a:pt x="1730773" y="114810"/>
                </a:lnTo>
                <a:lnTo>
                  <a:pt x="1731064" y="114300"/>
                </a:lnTo>
                <a:lnTo>
                  <a:pt x="1731391" y="113761"/>
                </a:lnTo>
                <a:lnTo>
                  <a:pt x="1731754" y="113194"/>
                </a:lnTo>
                <a:lnTo>
                  <a:pt x="1732152" y="112597"/>
                </a:lnTo>
                <a:lnTo>
                  <a:pt x="1732586" y="111973"/>
                </a:lnTo>
                <a:lnTo>
                  <a:pt x="1733056" y="111319"/>
                </a:lnTo>
                <a:lnTo>
                  <a:pt x="1733561" y="110637"/>
                </a:lnTo>
                <a:lnTo>
                  <a:pt x="1734102" y="109926"/>
                </a:lnTo>
                <a:lnTo>
                  <a:pt x="1734678" y="109187"/>
                </a:lnTo>
                <a:lnTo>
                  <a:pt x="1735291" y="108419"/>
                </a:lnTo>
                <a:lnTo>
                  <a:pt x="1735417" y="108268"/>
                </a:lnTo>
                <a:lnTo>
                  <a:pt x="1735631" y="108028"/>
                </a:lnTo>
                <a:lnTo>
                  <a:pt x="1735932" y="107700"/>
                </a:lnTo>
                <a:lnTo>
                  <a:pt x="1736321" y="107282"/>
                </a:lnTo>
                <a:lnTo>
                  <a:pt x="1736796" y="106775"/>
                </a:lnTo>
                <a:lnTo>
                  <a:pt x="1737359" y="106180"/>
                </a:lnTo>
                <a:lnTo>
                  <a:pt x="1738009" y="105495"/>
                </a:lnTo>
                <a:lnTo>
                  <a:pt x="1738746" y="104722"/>
                </a:lnTo>
                <a:lnTo>
                  <a:pt x="1739570" y="103860"/>
                </a:lnTo>
                <a:lnTo>
                  <a:pt x="1740482" y="102909"/>
                </a:lnTo>
                <a:lnTo>
                  <a:pt x="1741480" y="101868"/>
                </a:lnTo>
                <a:lnTo>
                  <a:pt x="1742566" y="100739"/>
                </a:lnTo>
                <a:lnTo>
                  <a:pt x="1741963" y="100374"/>
                </a:lnTo>
                <a:lnTo>
                  <a:pt x="1741390" y="100016"/>
                </a:lnTo>
                <a:lnTo>
                  <a:pt x="1740848" y="99663"/>
                </a:lnTo>
                <a:lnTo>
                  <a:pt x="1740335" y="99318"/>
                </a:lnTo>
                <a:lnTo>
                  <a:pt x="1739853" y="98978"/>
                </a:lnTo>
                <a:lnTo>
                  <a:pt x="1739401" y="98645"/>
                </a:lnTo>
                <a:lnTo>
                  <a:pt x="1738979" y="98319"/>
                </a:lnTo>
                <a:lnTo>
                  <a:pt x="1738588" y="97999"/>
                </a:lnTo>
                <a:lnTo>
                  <a:pt x="1738226" y="97685"/>
                </a:lnTo>
                <a:lnTo>
                  <a:pt x="1737895" y="97378"/>
                </a:lnTo>
                <a:lnTo>
                  <a:pt x="1737594" y="97077"/>
                </a:lnTo>
                <a:lnTo>
                  <a:pt x="1737323" y="96783"/>
                </a:lnTo>
                <a:lnTo>
                  <a:pt x="1737078" y="96488"/>
                </a:lnTo>
                <a:lnTo>
                  <a:pt x="1736855" y="96187"/>
                </a:lnTo>
                <a:lnTo>
                  <a:pt x="1736652" y="95880"/>
                </a:lnTo>
                <a:lnTo>
                  <a:pt x="1736471" y="95567"/>
                </a:lnTo>
                <a:lnTo>
                  <a:pt x="1736312" y="95246"/>
                </a:lnTo>
                <a:lnTo>
                  <a:pt x="1736173" y="94920"/>
                </a:lnTo>
                <a:lnTo>
                  <a:pt x="1736056" y="94587"/>
                </a:lnTo>
                <a:lnTo>
                  <a:pt x="1735960" y="94248"/>
                </a:lnTo>
                <a:lnTo>
                  <a:pt x="1735886" y="93902"/>
                </a:lnTo>
                <a:lnTo>
                  <a:pt x="1735832" y="93550"/>
                </a:lnTo>
                <a:lnTo>
                  <a:pt x="1735800" y="93191"/>
                </a:lnTo>
                <a:lnTo>
                  <a:pt x="1735790" y="92826"/>
                </a:lnTo>
                <a:lnTo>
                  <a:pt x="1735804" y="92404"/>
                </a:lnTo>
                <a:lnTo>
                  <a:pt x="1735846" y="91970"/>
                </a:lnTo>
                <a:lnTo>
                  <a:pt x="1735917" y="91524"/>
                </a:lnTo>
                <a:lnTo>
                  <a:pt x="1736016" y="91066"/>
                </a:lnTo>
                <a:lnTo>
                  <a:pt x="1736143" y="90597"/>
                </a:lnTo>
                <a:lnTo>
                  <a:pt x="1736298" y="90115"/>
                </a:lnTo>
                <a:lnTo>
                  <a:pt x="1736482" y="89622"/>
                </a:lnTo>
                <a:lnTo>
                  <a:pt x="1736693" y="89117"/>
                </a:lnTo>
                <a:lnTo>
                  <a:pt x="1736933" y="88600"/>
                </a:lnTo>
                <a:lnTo>
                  <a:pt x="1737202" y="88071"/>
                </a:lnTo>
                <a:lnTo>
                  <a:pt x="1737498" y="87530"/>
                </a:lnTo>
                <a:lnTo>
                  <a:pt x="1737823" y="86978"/>
                </a:lnTo>
                <a:lnTo>
                  <a:pt x="1738198" y="86400"/>
                </a:lnTo>
                <a:lnTo>
                  <a:pt x="1738648" y="85783"/>
                </a:lnTo>
                <a:lnTo>
                  <a:pt x="1739171" y="85128"/>
                </a:lnTo>
                <a:lnTo>
                  <a:pt x="1739768" y="84434"/>
                </a:lnTo>
                <a:lnTo>
                  <a:pt x="1740439" y="83702"/>
                </a:lnTo>
                <a:lnTo>
                  <a:pt x="1741184" y="82931"/>
                </a:lnTo>
                <a:lnTo>
                  <a:pt x="1742003" y="82122"/>
                </a:lnTo>
                <a:lnTo>
                  <a:pt x="1742895" y="81274"/>
                </a:lnTo>
                <a:lnTo>
                  <a:pt x="1743861" y="80387"/>
                </a:lnTo>
                <a:lnTo>
                  <a:pt x="1744901" y="79462"/>
                </a:lnTo>
                <a:lnTo>
                  <a:pt x="1746015" y="78498"/>
                </a:lnTo>
                <a:lnTo>
                  <a:pt x="1747203" y="77495"/>
                </a:lnTo>
                <a:moveTo>
                  <a:pt x="1759614" y="37743"/>
                </a:moveTo>
                <a:lnTo>
                  <a:pt x="1758746" y="37772"/>
                </a:lnTo>
                <a:lnTo>
                  <a:pt x="1757902" y="37859"/>
                </a:lnTo>
                <a:lnTo>
                  <a:pt x="1757082" y="38004"/>
                </a:lnTo>
                <a:lnTo>
                  <a:pt x="1756285" y="38207"/>
                </a:lnTo>
                <a:lnTo>
                  <a:pt x="1755512" y="38468"/>
                </a:lnTo>
                <a:lnTo>
                  <a:pt x="1754763" y="38788"/>
                </a:lnTo>
                <a:lnTo>
                  <a:pt x="1754038" y="39165"/>
                </a:lnTo>
                <a:lnTo>
                  <a:pt x="1753337" y="39600"/>
                </a:lnTo>
                <a:lnTo>
                  <a:pt x="1752659" y="40094"/>
                </a:lnTo>
                <a:lnTo>
                  <a:pt x="1752005" y="40645"/>
                </a:lnTo>
                <a:lnTo>
                  <a:pt x="1751375" y="41255"/>
                </a:lnTo>
                <a:lnTo>
                  <a:pt x="1750769" y="41922"/>
                </a:lnTo>
                <a:lnTo>
                  <a:pt x="1750199" y="42649"/>
                </a:lnTo>
                <a:lnTo>
                  <a:pt x="1749679" y="43438"/>
                </a:lnTo>
                <a:lnTo>
                  <a:pt x="1749209" y="44290"/>
                </a:lnTo>
                <a:lnTo>
                  <a:pt x="1748788" y="45203"/>
                </a:lnTo>
                <a:lnTo>
                  <a:pt x="1748416" y="46178"/>
                </a:lnTo>
                <a:lnTo>
                  <a:pt x="1748094" y="47215"/>
                </a:lnTo>
                <a:lnTo>
                  <a:pt x="1747822" y="48314"/>
                </a:lnTo>
                <a:lnTo>
                  <a:pt x="1747599" y="49476"/>
                </a:lnTo>
                <a:lnTo>
                  <a:pt x="1747425" y="50699"/>
                </a:lnTo>
                <a:lnTo>
                  <a:pt x="1747302" y="51984"/>
                </a:lnTo>
                <a:lnTo>
                  <a:pt x="1747227" y="53331"/>
                </a:lnTo>
                <a:lnTo>
                  <a:pt x="1747203" y="54740"/>
                </a:lnTo>
                <a:lnTo>
                  <a:pt x="1747236" y="56571"/>
                </a:lnTo>
                <a:lnTo>
                  <a:pt x="1747337" y="58331"/>
                </a:lnTo>
                <a:lnTo>
                  <a:pt x="1747506" y="60022"/>
                </a:lnTo>
                <a:lnTo>
                  <a:pt x="1747741" y="61642"/>
                </a:lnTo>
                <a:lnTo>
                  <a:pt x="1748045" y="63193"/>
                </a:lnTo>
                <a:lnTo>
                  <a:pt x="1748415" y="64674"/>
                </a:lnTo>
                <a:lnTo>
                  <a:pt x="1748853" y="66085"/>
                </a:lnTo>
                <a:lnTo>
                  <a:pt x="1749358" y="67426"/>
                </a:lnTo>
                <a:lnTo>
                  <a:pt x="1749931" y="68697"/>
                </a:lnTo>
                <a:lnTo>
                  <a:pt x="1750571" y="69899"/>
                </a:lnTo>
                <a:lnTo>
                  <a:pt x="1751278" y="71030"/>
                </a:lnTo>
                <a:lnTo>
                  <a:pt x="1752053" y="72092"/>
                </a:lnTo>
                <a:lnTo>
                  <a:pt x="1752685" y="72839"/>
                </a:lnTo>
                <a:lnTo>
                  <a:pt x="1753345" y="73520"/>
                </a:lnTo>
                <a:lnTo>
                  <a:pt x="1754032" y="74137"/>
                </a:lnTo>
                <a:lnTo>
                  <a:pt x="1754748" y="74689"/>
                </a:lnTo>
                <a:lnTo>
                  <a:pt x="1755491" y="75176"/>
                </a:lnTo>
                <a:lnTo>
                  <a:pt x="1756261" y="75598"/>
                </a:lnTo>
                <a:lnTo>
                  <a:pt x="1757060" y="75956"/>
                </a:lnTo>
                <a:lnTo>
                  <a:pt x="1757886" y="76248"/>
                </a:lnTo>
                <a:lnTo>
                  <a:pt x="1758740" y="76475"/>
                </a:lnTo>
                <a:lnTo>
                  <a:pt x="1759622" y="76638"/>
                </a:lnTo>
                <a:lnTo>
                  <a:pt x="1760531" y="76735"/>
                </a:lnTo>
                <a:lnTo>
                  <a:pt x="1761468" y="76767"/>
                </a:lnTo>
                <a:lnTo>
                  <a:pt x="1762359" y="76739"/>
                </a:lnTo>
                <a:lnTo>
                  <a:pt x="1763222" y="76655"/>
                </a:lnTo>
                <a:lnTo>
                  <a:pt x="1764059" y="76515"/>
                </a:lnTo>
                <a:lnTo>
                  <a:pt x="1764869" y="76319"/>
                </a:lnTo>
                <a:lnTo>
                  <a:pt x="1765652" y="76067"/>
                </a:lnTo>
                <a:lnTo>
                  <a:pt x="1766408" y="75758"/>
                </a:lnTo>
                <a:lnTo>
                  <a:pt x="1767138" y="75394"/>
                </a:lnTo>
                <a:lnTo>
                  <a:pt x="1767841" y="74973"/>
                </a:lnTo>
                <a:lnTo>
                  <a:pt x="1768517" y="74497"/>
                </a:lnTo>
                <a:lnTo>
                  <a:pt x="1769166" y="73964"/>
                </a:lnTo>
                <a:lnTo>
                  <a:pt x="1769789" y="73375"/>
                </a:lnTo>
                <a:lnTo>
                  <a:pt x="1770385" y="72731"/>
                </a:lnTo>
                <a:lnTo>
                  <a:pt x="1770943" y="72026"/>
                </a:lnTo>
                <a:lnTo>
                  <a:pt x="1771453" y="71257"/>
                </a:lnTo>
                <a:lnTo>
                  <a:pt x="1771914" y="70424"/>
                </a:lnTo>
                <a:lnTo>
                  <a:pt x="1772326" y="69528"/>
                </a:lnTo>
                <a:lnTo>
                  <a:pt x="1772690" y="68567"/>
                </a:lnTo>
                <a:lnTo>
                  <a:pt x="1773006" y="67543"/>
                </a:lnTo>
                <a:lnTo>
                  <a:pt x="1773273" y="66454"/>
                </a:lnTo>
                <a:lnTo>
                  <a:pt x="1773491" y="65302"/>
                </a:lnTo>
                <a:lnTo>
                  <a:pt x="1773661" y="64085"/>
                </a:lnTo>
                <a:lnTo>
                  <a:pt x="1773783" y="62805"/>
                </a:lnTo>
                <a:lnTo>
                  <a:pt x="1773856" y="61461"/>
                </a:lnTo>
                <a:lnTo>
                  <a:pt x="1773880" y="60052"/>
                </a:lnTo>
                <a:lnTo>
                  <a:pt x="1773846" y="58210"/>
                </a:lnTo>
                <a:lnTo>
                  <a:pt x="1773743" y="56435"/>
                </a:lnTo>
                <a:lnTo>
                  <a:pt x="1773572" y="54727"/>
                </a:lnTo>
                <a:lnTo>
                  <a:pt x="1773333" y="53088"/>
                </a:lnTo>
                <a:lnTo>
                  <a:pt x="1773025" y="51517"/>
                </a:lnTo>
                <a:lnTo>
                  <a:pt x="1772649" y="50013"/>
                </a:lnTo>
                <a:lnTo>
                  <a:pt x="1772205" y="48577"/>
                </a:lnTo>
                <a:lnTo>
                  <a:pt x="1771692" y="47209"/>
                </a:lnTo>
                <a:lnTo>
                  <a:pt x="1771111" y="45909"/>
                </a:lnTo>
                <a:lnTo>
                  <a:pt x="1770462" y="44677"/>
                </a:lnTo>
                <a:lnTo>
                  <a:pt x="1769744" y="43513"/>
                </a:lnTo>
                <a:lnTo>
                  <a:pt x="1768958" y="42416"/>
                </a:lnTo>
                <a:lnTo>
                  <a:pt x="1768337" y="41670"/>
                </a:lnTo>
                <a:lnTo>
                  <a:pt x="1767688" y="40988"/>
                </a:lnTo>
                <a:lnTo>
                  <a:pt x="1767010" y="40372"/>
                </a:lnTo>
                <a:lnTo>
                  <a:pt x="1766303" y="39820"/>
                </a:lnTo>
                <a:lnTo>
                  <a:pt x="1765567" y="39333"/>
                </a:lnTo>
                <a:lnTo>
                  <a:pt x="1764803" y="38911"/>
                </a:lnTo>
                <a:lnTo>
                  <a:pt x="1764010" y="38554"/>
                </a:lnTo>
                <a:lnTo>
                  <a:pt x="1763188" y="38262"/>
                </a:lnTo>
                <a:lnTo>
                  <a:pt x="1762338" y="38035"/>
                </a:lnTo>
                <a:lnTo>
                  <a:pt x="1761459" y="37873"/>
                </a:lnTo>
                <a:lnTo>
                  <a:pt x="1760551" y="37775"/>
                </a:lnTo>
                <a:lnTo>
                  <a:pt x="1759614" y="37743"/>
                </a:lnTo>
                <a:moveTo>
                  <a:pt x="1746489" y="101307"/>
                </a:moveTo>
                <a:lnTo>
                  <a:pt x="1745942" y="101908"/>
                </a:lnTo>
                <a:lnTo>
                  <a:pt x="1745417" y="102501"/>
                </a:lnTo>
                <a:lnTo>
                  <a:pt x="1744916" y="103088"/>
                </a:lnTo>
                <a:lnTo>
                  <a:pt x="1744437" y="103668"/>
                </a:lnTo>
                <a:lnTo>
                  <a:pt x="1743980" y="104241"/>
                </a:lnTo>
                <a:lnTo>
                  <a:pt x="1743547" y="104807"/>
                </a:lnTo>
                <a:lnTo>
                  <a:pt x="1743136" y="105367"/>
                </a:lnTo>
                <a:lnTo>
                  <a:pt x="1742748" y="105919"/>
                </a:lnTo>
                <a:lnTo>
                  <a:pt x="1742383" y="106464"/>
                </a:lnTo>
                <a:lnTo>
                  <a:pt x="1742041" y="107003"/>
                </a:lnTo>
                <a:lnTo>
                  <a:pt x="1741722" y="107534"/>
                </a:lnTo>
                <a:lnTo>
                  <a:pt x="1741425" y="108059"/>
                </a:lnTo>
                <a:lnTo>
                  <a:pt x="1741151" y="108577"/>
                </a:lnTo>
                <a:lnTo>
                  <a:pt x="1740902" y="109088"/>
                </a:lnTo>
                <a:lnTo>
                  <a:pt x="1740676" y="109592"/>
                </a:lnTo>
                <a:lnTo>
                  <a:pt x="1740474" y="110089"/>
                </a:lnTo>
                <a:lnTo>
                  <a:pt x="1740295" y="110580"/>
                </a:lnTo>
                <a:lnTo>
                  <a:pt x="1740141" y="111063"/>
                </a:lnTo>
                <a:lnTo>
                  <a:pt x="1740010" y="111539"/>
                </a:lnTo>
                <a:lnTo>
                  <a:pt x="1739903" y="112009"/>
                </a:lnTo>
                <a:lnTo>
                  <a:pt x="1739820" y="112472"/>
                </a:lnTo>
                <a:lnTo>
                  <a:pt x="1739761" y="112927"/>
                </a:lnTo>
                <a:lnTo>
                  <a:pt x="1739725" y="113376"/>
                </a:lnTo>
                <a:lnTo>
                  <a:pt x="1739713" y="113818"/>
                </a:lnTo>
                <a:lnTo>
                  <a:pt x="1739742" y="114381"/>
                </a:lnTo>
                <a:lnTo>
                  <a:pt x="1739828" y="114932"/>
                </a:lnTo>
                <a:lnTo>
                  <a:pt x="1739972" y="115471"/>
                </a:lnTo>
                <a:lnTo>
                  <a:pt x="1740173" y="115998"/>
                </a:lnTo>
                <a:lnTo>
                  <a:pt x="1740431" y="116513"/>
                </a:lnTo>
                <a:lnTo>
                  <a:pt x="1740747" y="117017"/>
                </a:lnTo>
                <a:lnTo>
                  <a:pt x="1741121" y="117508"/>
                </a:lnTo>
                <a:lnTo>
                  <a:pt x="1741552" y="117988"/>
                </a:lnTo>
                <a:lnTo>
                  <a:pt x="1742040" y="118456"/>
                </a:lnTo>
                <a:lnTo>
                  <a:pt x="1742586" y="118912"/>
                </a:lnTo>
                <a:lnTo>
                  <a:pt x="1743189" y="119356"/>
                </a:lnTo>
                <a:lnTo>
                  <a:pt x="1743850" y="119789"/>
                </a:lnTo>
                <a:lnTo>
                  <a:pt x="1745083" y="120493"/>
                </a:lnTo>
                <a:lnTo>
                  <a:pt x="1746404" y="121135"/>
                </a:lnTo>
                <a:lnTo>
                  <a:pt x="1747813" y="121717"/>
                </a:lnTo>
                <a:lnTo>
                  <a:pt x="1749311" y="122237"/>
                </a:lnTo>
                <a:lnTo>
                  <a:pt x="1750896" y="122696"/>
                </a:lnTo>
                <a:lnTo>
                  <a:pt x="1752570" y="123094"/>
                </a:lnTo>
                <a:lnTo>
                  <a:pt x="1754332" y="123430"/>
                </a:lnTo>
                <a:lnTo>
                  <a:pt x="1756182" y="123705"/>
                </a:lnTo>
                <a:lnTo>
                  <a:pt x="1758120" y="123920"/>
                </a:lnTo>
                <a:lnTo>
                  <a:pt x="1760147" y="124073"/>
                </a:lnTo>
                <a:lnTo>
                  <a:pt x="1762262" y="124164"/>
                </a:lnTo>
                <a:lnTo>
                  <a:pt x="1764464" y="124195"/>
                </a:lnTo>
                <a:lnTo>
                  <a:pt x="1766557" y="124164"/>
                </a:lnTo>
                <a:lnTo>
                  <a:pt x="1768557" y="124070"/>
                </a:lnTo>
                <a:lnTo>
                  <a:pt x="1770463" y="123913"/>
                </a:lnTo>
                <a:lnTo>
                  <a:pt x="1772275" y="123693"/>
                </a:lnTo>
                <a:lnTo>
                  <a:pt x="1773993" y="123411"/>
                </a:lnTo>
                <a:lnTo>
                  <a:pt x="1775618" y="123066"/>
                </a:lnTo>
                <a:lnTo>
                  <a:pt x="1777150" y="122659"/>
                </a:lnTo>
                <a:lnTo>
                  <a:pt x="1778588" y="122188"/>
                </a:lnTo>
                <a:lnTo>
                  <a:pt x="1779932" y="121655"/>
                </a:lnTo>
                <a:lnTo>
                  <a:pt x="1781182" y="121059"/>
                </a:lnTo>
                <a:lnTo>
                  <a:pt x="1782339" y="120401"/>
                </a:lnTo>
                <a:lnTo>
                  <a:pt x="1783402" y="119680"/>
                </a:lnTo>
                <a:lnTo>
                  <a:pt x="1784376" y="118923"/>
                </a:lnTo>
                <a:lnTo>
                  <a:pt x="1785266" y="118159"/>
                </a:lnTo>
                <a:lnTo>
                  <a:pt x="1786070" y="117386"/>
                </a:lnTo>
                <a:lnTo>
                  <a:pt x="1786790" y="116604"/>
                </a:lnTo>
                <a:lnTo>
                  <a:pt x="1787426" y="115814"/>
                </a:lnTo>
                <a:lnTo>
                  <a:pt x="1787976" y="115016"/>
                </a:lnTo>
                <a:lnTo>
                  <a:pt x="1788442" y="114209"/>
                </a:lnTo>
                <a:lnTo>
                  <a:pt x="1788823" y="113394"/>
                </a:lnTo>
                <a:lnTo>
                  <a:pt x="1789120" y="112571"/>
                </a:lnTo>
                <a:lnTo>
                  <a:pt x="1789332" y="111739"/>
                </a:lnTo>
                <a:lnTo>
                  <a:pt x="1789459" y="110899"/>
                </a:lnTo>
                <a:lnTo>
                  <a:pt x="1789501" y="110050"/>
                </a:lnTo>
                <a:lnTo>
                  <a:pt x="1789476" y="109449"/>
                </a:lnTo>
                <a:lnTo>
                  <a:pt x="1789400" y="108878"/>
                </a:lnTo>
                <a:lnTo>
                  <a:pt x="1789274" y="108336"/>
                </a:lnTo>
                <a:lnTo>
                  <a:pt x="1789097" y="107823"/>
                </a:lnTo>
                <a:lnTo>
                  <a:pt x="1788869" y="107340"/>
                </a:lnTo>
                <a:lnTo>
                  <a:pt x="1788592" y="106887"/>
                </a:lnTo>
                <a:lnTo>
                  <a:pt x="1788263" y="106463"/>
                </a:lnTo>
                <a:lnTo>
                  <a:pt x="1787884" y="106069"/>
                </a:lnTo>
                <a:lnTo>
                  <a:pt x="1787455" y="105705"/>
                </a:lnTo>
                <a:lnTo>
                  <a:pt x="1786975" y="105370"/>
                </a:lnTo>
                <a:lnTo>
                  <a:pt x="1786444" y="105065"/>
                </a:lnTo>
                <a:lnTo>
                  <a:pt x="1785863" y="104790"/>
                </a:lnTo>
                <a:lnTo>
                  <a:pt x="1785194" y="104538"/>
                </a:lnTo>
                <a:lnTo>
                  <a:pt x="1784425" y="104304"/>
                </a:lnTo>
                <a:lnTo>
                  <a:pt x="1783554" y="104087"/>
                </a:lnTo>
                <a:lnTo>
                  <a:pt x="1782582" y="103889"/>
                </a:lnTo>
                <a:lnTo>
                  <a:pt x="1781509" y="103708"/>
                </a:lnTo>
                <a:lnTo>
                  <a:pt x="1780335" y="103546"/>
                </a:lnTo>
                <a:lnTo>
                  <a:pt x="1779060" y="103401"/>
                </a:lnTo>
                <a:lnTo>
                  <a:pt x="1777684" y="103273"/>
                </a:lnTo>
                <a:lnTo>
                  <a:pt x="1776207" y="103164"/>
                </a:lnTo>
                <a:lnTo>
                  <a:pt x="1774629" y="103072"/>
                </a:lnTo>
                <a:lnTo>
                  <a:pt x="1772950" y="102999"/>
                </a:lnTo>
                <a:lnTo>
                  <a:pt x="1771169" y="102943"/>
                </a:lnTo>
                <a:lnTo>
                  <a:pt x="1768546" y="102866"/>
                </a:lnTo>
                <a:lnTo>
                  <a:pt x="1766026" y="102778"/>
                </a:lnTo>
                <a:lnTo>
                  <a:pt x="1763608" y="102680"/>
                </a:lnTo>
                <a:lnTo>
                  <a:pt x="1761294" y="102571"/>
                </a:lnTo>
                <a:lnTo>
                  <a:pt x="1759083" y="102451"/>
                </a:lnTo>
                <a:lnTo>
                  <a:pt x="1756975" y="102320"/>
                </a:lnTo>
                <a:lnTo>
                  <a:pt x="1754970" y="102178"/>
                </a:lnTo>
                <a:lnTo>
                  <a:pt x="1753067" y="102026"/>
                </a:lnTo>
                <a:lnTo>
                  <a:pt x="1751268" y="101862"/>
                </a:lnTo>
                <a:lnTo>
                  <a:pt x="1749572" y="101688"/>
                </a:lnTo>
                <a:lnTo>
                  <a:pt x="1747979" y="101503"/>
                </a:lnTo>
                <a:lnTo>
                  <a:pt x="1746489" y="1013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5" name="Original vector context 65">
            <a:extLst xmlns:a="http://schemas.openxmlformats.org/drawingml/2006/main">
              <a:ext uri="{FF2B5EF4-FFF2-40B4-BE49-F238E27FC236}">
                <a16:creationId xmlns:a16="http://schemas.microsoft.com/office/drawing/2014/main" id="{F2525046-1382-41F0-AF81-6CCDFB19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18" y="8944043"/>
            <a:ext cx="1395092" cy="408363"/>
          </a:xfrm>
          <a:custGeom xmlns:a="http://schemas.openxmlformats.org/drawingml/2006/main">
            <a:pathLst>
              <a:path w="1395092" h="408363">
                <a:moveTo>
                  <a:pt x="0" y="68062"/>
                </a:moveTo>
                <a:lnTo>
                  <a:pt x="622" y="58827"/>
                </a:lnTo>
                <a:lnTo>
                  <a:pt x="2435" y="49969"/>
                </a:lnTo>
                <a:lnTo>
                  <a:pt x="5357" y="41569"/>
                </a:lnTo>
                <a:lnTo>
                  <a:pt x="9308" y="33710"/>
                </a:lnTo>
                <a:lnTo>
                  <a:pt x="14205" y="26472"/>
                </a:lnTo>
                <a:lnTo>
                  <a:pt x="19968" y="19935"/>
                </a:lnTo>
                <a:lnTo>
                  <a:pt x="26515" y="14182"/>
                </a:lnTo>
                <a:lnTo>
                  <a:pt x="33765" y="9293"/>
                </a:lnTo>
                <a:lnTo>
                  <a:pt x="41638" y="5349"/>
                </a:lnTo>
                <a:lnTo>
                  <a:pt x="50051" y="2431"/>
                </a:lnTo>
                <a:lnTo>
                  <a:pt x="58923" y="621"/>
                </a:lnTo>
                <a:lnTo>
                  <a:pt x="68174" y="0"/>
                </a:lnTo>
                <a:lnTo>
                  <a:pt x="1326918" y="0"/>
                </a:lnTo>
                <a:lnTo>
                  <a:pt x="1336169" y="621"/>
                </a:lnTo>
                <a:lnTo>
                  <a:pt x="1345041" y="2431"/>
                </a:lnTo>
                <a:lnTo>
                  <a:pt x="1353454" y="5349"/>
                </a:lnTo>
                <a:lnTo>
                  <a:pt x="1361326" y="9293"/>
                </a:lnTo>
                <a:lnTo>
                  <a:pt x="1368577" y="14182"/>
                </a:lnTo>
                <a:lnTo>
                  <a:pt x="1375124" y="19935"/>
                </a:lnTo>
                <a:lnTo>
                  <a:pt x="1380887" y="26472"/>
                </a:lnTo>
                <a:lnTo>
                  <a:pt x="1385784" y="33710"/>
                </a:lnTo>
                <a:lnTo>
                  <a:pt x="1389734" y="41569"/>
                </a:lnTo>
                <a:lnTo>
                  <a:pt x="1392657" y="49969"/>
                </a:lnTo>
                <a:lnTo>
                  <a:pt x="1394470" y="58827"/>
                </a:lnTo>
                <a:lnTo>
                  <a:pt x="1395092" y="68062"/>
                </a:lnTo>
                <a:lnTo>
                  <a:pt x="1395092" y="340300"/>
                </a:lnTo>
                <a:lnTo>
                  <a:pt x="1394470" y="349536"/>
                </a:lnTo>
                <a:lnTo>
                  <a:pt x="1392657" y="358394"/>
                </a:lnTo>
                <a:lnTo>
                  <a:pt x="1389734" y="366793"/>
                </a:lnTo>
                <a:lnTo>
                  <a:pt x="1385784" y="374652"/>
                </a:lnTo>
                <a:lnTo>
                  <a:pt x="1380887" y="381891"/>
                </a:lnTo>
                <a:lnTo>
                  <a:pt x="1375124" y="388427"/>
                </a:lnTo>
                <a:lnTo>
                  <a:pt x="1368577" y="394181"/>
                </a:lnTo>
                <a:lnTo>
                  <a:pt x="1361326" y="399070"/>
                </a:lnTo>
                <a:lnTo>
                  <a:pt x="1353454" y="403014"/>
                </a:lnTo>
                <a:lnTo>
                  <a:pt x="1345041" y="405931"/>
                </a:lnTo>
                <a:lnTo>
                  <a:pt x="1336169" y="407741"/>
                </a:lnTo>
                <a:lnTo>
                  <a:pt x="1326918" y="408363"/>
                </a:lnTo>
                <a:lnTo>
                  <a:pt x="68174" y="408363"/>
                </a:lnTo>
                <a:lnTo>
                  <a:pt x="58923" y="407741"/>
                </a:lnTo>
                <a:lnTo>
                  <a:pt x="50051" y="405931"/>
                </a:lnTo>
                <a:lnTo>
                  <a:pt x="41638" y="403014"/>
                </a:lnTo>
                <a:lnTo>
                  <a:pt x="33765" y="399070"/>
                </a:lnTo>
                <a:lnTo>
                  <a:pt x="26515" y="394181"/>
                </a:lnTo>
                <a:lnTo>
                  <a:pt x="19968" y="388427"/>
                </a:lnTo>
                <a:lnTo>
                  <a:pt x="14205" y="381891"/>
                </a:lnTo>
                <a:lnTo>
                  <a:pt x="9308" y="374652"/>
                </a:lnTo>
                <a:lnTo>
                  <a:pt x="5357" y="366793"/>
                </a:lnTo>
                <a:lnTo>
                  <a:pt x="2435" y="358394"/>
                </a:lnTo>
                <a:lnTo>
                  <a:pt x="622" y="349536"/>
                </a:lnTo>
                <a:lnTo>
                  <a:pt x="0" y="340300"/>
                </a:lnTo>
                <a:lnTo>
                  <a:pt x="0" y="680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66" name="Original vector context 66">
            <a:extLst xmlns:a="http://schemas.openxmlformats.org/drawingml/2006/main">
              <a:ext uri="{FF2B5EF4-FFF2-40B4-BE49-F238E27FC236}">
                <a16:creationId xmlns:a16="http://schemas.microsoft.com/office/drawing/2014/main" id="{09A768EF-10A3-4A75-8AF7-387F1000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610" y="8993179"/>
            <a:ext cx="841131" cy="145844"/>
          </a:xfrm>
          <a:custGeom xmlns:a="http://schemas.openxmlformats.org/drawingml/2006/main">
            <a:pathLst>
              <a:path w="841131" h="145844">
                <a:moveTo>
                  <a:pt x="0" y="114937"/>
                </a:moveTo>
                <a:lnTo>
                  <a:pt x="0" y="35322"/>
                </a:lnTo>
                <a:lnTo>
                  <a:pt x="11627" y="35322"/>
                </a:lnTo>
                <a:lnTo>
                  <a:pt x="11627" y="53623"/>
                </a:lnTo>
                <a:lnTo>
                  <a:pt x="12537" y="51739"/>
                </a:lnTo>
                <a:lnTo>
                  <a:pt x="13437" y="49954"/>
                </a:lnTo>
                <a:lnTo>
                  <a:pt x="14326" y="48269"/>
                </a:lnTo>
                <a:lnTo>
                  <a:pt x="15205" y="46684"/>
                </a:lnTo>
                <a:lnTo>
                  <a:pt x="16074" y="45199"/>
                </a:lnTo>
                <a:lnTo>
                  <a:pt x="16932" y="43814"/>
                </a:lnTo>
                <a:lnTo>
                  <a:pt x="17780" y="42528"/>
                </a:lnTo>
                <a:lnTo>
                  <a:pt x="18617" y="41343"/>
                </a:lnTo>
                <a:lnTo>
                  <a:pt x="19444" y="40257"/>
                </a:lnTo>
                <a:lnTo>
                  <a:pt x="20261" y="39272"/>
                </a:lnTo>
                <a:lnTo>
                  <a:pt x="21067" y="38386"/>
                </a:lnTo>
                <a:lnTo>
                  <a:pt x="21863" y="37600"/>
                </a:lnTo>
                <a:lnTo>
                  <a:pt x="22654" y="36895"/>
                </a:lnTo>
                <a:lnTo>
                  <a:pt x="23447" y="36251"/>
                </a:lnTo>
                <a:lnTo>
                  <a:pt x="24241" y="35669"/>
                </a:lnTo>
                <a:lnTo>
                  <a:pt x="25037" y="35147"/>
                </a:lnTo>
                <a:lnTo>
                  <a:pt x="25834" y="34688"/>
                </a:lnTo>
                <a:lnTo>
                  <a:pt x="26633" y="34289"/>
                </a:lnTo>
                <a:lnTo>
                  <a:pt x="27433" y="33952"/>
                </a:lnTo>
                <a:lnTo>
                  <a:pt x="28235" y="33676"/>
                </a:lnTo>
                <a:lnTo>
                  <a:pt x="29038" y="33461"/>
                </a:lnTo>
                <a:lnTo>
                  <a:pt x="29842" y="33308"/>
                </a:lnTo>
                <a:lnTo>
                  <a:pt x="30649" y="33216"/>
                </a:lnTo>
                <a:lnTo>
                  <a:pt x="31456" y="33185"/>
                </a:lnTo>
                <a:lnTo>
                  <a:pt x="32404" y="33217"/>
                </a:lnTo>
                <a:lnTo>
                  <a:pt x="33320" y="33311"/>
                </a:lnTo>
                <a:lnTo>
                  <a:pt x="34205" y="33468"/>
                </a:lnTo>
                <a:lnTo>
                  <a:pt x="35058" y="33688"/>
                </a:lnTo>
                <a:lnTo>
                  <a:pt x="35881" y="33970"/>
                </a:lnTo>
                <a:lnTo>
                  <a:pt x="36672" y="34316"/>
                </a:lnTo>
                <a:lnTo>
                  <a:pt x="37432" y="34724"/>
                </a:lnTo>
                <a:lnTo>
                  <a:pt x="38161" y="35195"/>
                </a:lnTo>
                <a:lnTo>
                  <a:pt x="38859" y="35729"/>
                </a:lnTo>
                <a:lnTo>
                  <a:pt x="39525" y="36325"/>
                </a:lnTo>
                <a:lnTo>
                  <a:pt x="40161" y="36985"/>
                </a:lnTo>
                <a:lnTo>
                  <a:pt x="40765" y="37707"/>
                </a:lnTo>
                <a:lnTo>
                  <a:pt x="41329" y="38487"/>
                </a:lnTo>
                <a:lnTo>
                  <a:pt x="41844" y="39320"/>
                </a:lnTo>
                <a:lnTo>
                  <a:pt x="42310" y="40206"/>
                </a:lnTo>
                <a:lnTo>
                  <a:pt x="42726" y="41145"/>
                </a:lnTo>
                <a:lnTo>
                  <a:pt x="43094" y="42137"/>
                </a:lnTo>
                <a:lnTo>
                  <a:pt x="43413" y="43182"/>
                </a:lnTo>
                <a:lnTo>
                  <a:pt x="43683" y="44279"/>
                </a:lnTo>
                <a:lnTo>
                  <a:pt x="43903" y="45430"/>
                </a:lnTo>
                <a:lnTo>
                  <a:pt x="44075" y="46633"/>
                </a:lnTo>
                <a:lnTo>
                  <a:pt x="44198" y="47890"/>
                </a:lnTo>
                <a:lnTo>
                  <a:pt x="44271" y="49199"/>
                </a:lnTo>
                <a:lnTo>
                  <a:pt x="44296" y="50561"/>
                </a:lnTo>
                <a:lnTo>
                  <a:pt x="44296" y="54834"/>
                </a:lnTo>
                <a:lnTo>
                  <a:pt x="44695" y="53642"/>
                </a:lnTo>
                <a:lnTo>
                  <a:pt x="45107" y="52489"/>
                </a:lnTo>
                <a:lnTo>
                  <a:pt x="45533" y="51373"/>
                </a:lnTo>
                <a:lnTo>
                  <a:pt x="45972" y="50296"/>
                </a:lnTo>
                <a:lnTo>
                  <a:pt x="46424" y="49257"/>
                </a:lnTo>
                <a:lnTo>
                  <a:pt x="46890" y="48256"/>
                </a:lnTo>
                <a:lnTo>
                  <a:pt x="47370" y="47292"/>
                </a:lnTo>
                <a:lnTo>
                  <a:pt x="47862" y="46367"/>
                </a:lnTo>
                <a:lnTo>
                  <a:pt x="48368" y="45480"/>
                </a:lnTo>
                <a:lnTo>
                  <a:pt x="48887" y="44632"/>
                </a:lnTo>
                <a:lnTo>
                  <a:pt x="49420" y="43821"/>
                </a:lnTo>
                <a:lnTo>
                  <a:pt x="49966" y="43048"/>
                </a:lnTo>
                <a:lnTo>
                  <a:pt x="50521" y="42307"/>
                </a:lnTo>
                <a:lnTo>
                  <a:pt x="51079" y="41592"/>
                </a:lnTo>
                <a:lnTo>
                  <a:pt x="51640" y="40903"/>
                </a:lnTo>
                <a:lnTo>
                  <a:pt x="52205" y="40239"/>
                </a:lnTo>
                <a:lnTo>
                  <a:pt x="52774" y="39601"/>
                </a:lnTo>
                <a:lnTo>
                  <a:pt x="53346" y="38989"/>
                </a:lnTo>
                <a:lnTo>
                  <a:pt x="53921" y="38402"/>
                </a:lnTo>
                <a:lnTo>
                  <a:pt x="54500" y="37842"/>
                </a:lnTo>
                <a:lnTo>
                  <a:pt x="55082" y="37307"/>
                </a:lnTo>
                <a:lnTo>
                  <a:pt x="55668" y="36797"/>
                </a:lnTo>
                <a:lnTo>
                  <a:pt x="56257" y="36314"/>
                </a:lnTo>
                <a:lnTo>
                  <a:pt x="56850" y="35856"/>
                </a:lnTo>
                <a:lnTo>
                  <a:pt x="57451" y="35429"/>
                </a:lnTo>
                <a:lnTo>
                  <a:pt x="58068" y="35040"/>
                </a:lnTo>
                <a:lnTo>
                  <a:pt x="58700" y="34687"/>
                </a:lnTo>
                <a:lnTo>
                  <a:pt x="59346" y="34372"/>
                </a:lnTo>
                <a:lnTo>
                  <a:pt x="60007" y="34094"/>
                </a:lnTo>
                <a:lnTo>
                  <a:pt x="60684" y="33853"/>
                </a:lnTo>
                <a:lnTo>
                  <a:pt x="61375" y="33649"/>
                </a:lnTo>
                <a:lnTo>
                  <a:pt x="62080" y="33482"/>
                </a:lnTo>
                <a:lnTo>
                  <a:pt x="62801" y="33352"/>
                </a:lnTo>
                <a:lnTo>
                  <a:pt x="63537" y="33259"/>
                </a:lnTo>
                <a:lnTo>
                  <a:pt x="64287" y="33204"/>
                </a:lnTo>
                <a:lnTo>
                  <a:pt x="65053" y="33185"/>
                </a:lnTo>
                <a:lnTo>
                  <a:pt x="65898" y="33215"/>
                </a:lnTo>
                <a:lnTo>
                  <a:pt x="66723" y="33306"/>
                </a:lnTo>
                <a:lnTo>
                  <a:pt x="67527" y="33457"/>
                </a:lnTo>
                <a:lnTo>
                  <a:pt x="68310" y="33668"/>
                </a:lnTo>
                <a:lnTo>
                  <a:pt x="69072" y="33939"/>
                </a:lnTo>
                <a:lnTo>
                  <a:pt x="69814" y="34271"/>
                </a:lnTo>
                <a:lnTo>
                  <a:pt x="70535" y="34663"/>
                </a:lnTo>
                <a:lnTo>
                  <a:pt x="71234" y="35116"/>
                </a:lnTo>
                <a:lnTo>
                  <a:pt x="71914" y="35629"/>
                </a:lnTo>
                <a:lnTo>
                  <a:pt x="72572" y="36202"/>
                </a:lnTo>
                <a:lnTo>
                  <a:pt x="73209" y="36835"/>
                </a:lnTo>
                <a:lnTo>
                  <a:pt x="73826" y="37529"/>
                </a:lnTo>
                <a:lnTo>
                  <a:pt x="74407" y="38313"/>
                </a:lnTo>
                <a:lnTo>
                  <a:pt x="74938" y="39216"/>
                </a:lnTo>
                <a:lnTo>
                  <a:pt x="75418" y="40240"/>
                </a:lnTo>
                <a:lnTo>
                  <a:pt x="75847" y="41383"/>
                </a:lnTo>
                <a:lnTo>
                  <a:pt x="76226" y="42645"/>
                </a:lnTo>
                <a:lnTo>
                  <a:pt x="76554" y="44027"/>
                </a:lnTo>
                <a:lnTo>
                  <a:pt x="76832" y="45529"/>
                </a:lnTo>
                <a:lnTo>
                  <a:pt x="77060" y="47151"/>
                </a:lnTo>
                <a:lnTo>
                  <a:pt x="77237" y="48892"/>
                </a:lnTo>
                <a:lnTo>
                  <a:pt x="77363" y="50753"/>
                </a:lnTo>
                <a:lnTo>
                  <a:pt x="77439" y="52734"/>
                </a:lnTo>
                <a:lnTo>
                  <a:pt x="77464" y="54834"/>
                </a:lnTo>
                <a:lnTo>
                  <a:pt x="77464" y="114937"/>
                </a:lnTo>
                <a:lnTo>
                  <a:pt x="65837" y="114937"/>
                </a:lnTo>
                <a:lnTo>
                  <a:pt x="65837" y="60602"/>
                </a:lnTo>
                <a:lnTo>
                  <a:pt x="65834" y="59516"/>
                </a:lnTo>
                <a:lnTo>
                  <a:pt x="65825" y="58488"/>
                </a:lnTo>
                <a:lnTo>
                  <a:pt x="65810" y="57520"/>
                </a:lnTo>
                <a:lnTo>
                  <a:pt x="65790" y="56610"/>
                </a:lnTo>
                <a:lnTo>
                  <a:pt x="65763" y="55759"/>
                </a:lnTo>
                <a:lnTo>
                  <a:pt x="65730" y="54967"/>
                </a:lnTo>
                <a:lnTo>
                  <a:pt x="65692" y="54234"/>
                </a:lnTo>
                <a:lnTo>
                  <a:pt x="65647" y="53560"/>
                </a:lnTo>
                <a:lnTo>
                  <a:pt x="65596" y="52944"/>
                </a:lnTo>
                <a:lnTo>
                  <a:pt x="65540" y="52388"/>
                </a:lnTo>
                <a:lnTo>
                  <a:pt x="65478" y="51890"/>
                </a:lnTo>
                <a:lnTo>
                  <a:pt x="65409" y="51451"/>
                </a:lnTo>
                <a:lnTo>
                  <a:pt x="65332" y="51050"/>
                </a:lnTo>
                <a:lnTo>
                  <a:pt x="65243" y="50665"/>
                </a:lnTo>
                <a:lnTo>
                  <a:pt x="65142" y="50296"/>
                </a:lnTo>
                <a:lnTo>
                  <a:pt x="65029" y="49944"/>
                </a:lnTo>
                <a:lnTo>
                  <a:pt x="64904" y="49608"/>
                </a:lnTo>
                <a:lnTo>
                  <a:pt x="64767" y="49288"/>
                </a:lnTo>
                <a:lnTo>
                  <a:pt x="64619" y="48985"/>
                </a:lnTo>
                <a:lnTo>
                  <a:pt x="64458" y="48698"/>
                </a:lnTo>
                <a:lnTo>
                  <a:pt x="64286" y="48427"/>
                </a:lnTo>
                <a:lnTo>
                  <a:pt x="64101" y="48172"/>
                </a:lnTo>
                <a:lnTo>
                  <a:pt x="63905" y="47934"/>
                </a:lnTo>
                <a:lnTo>
                  <a:pt x="63697" y="47713"/>
                </a:lnTo>
                <a:lnTo>
                  <a:pt x="63482" y="47508"/>
                </a:lnTo>
                <a:lnTo>
                  <a:pt x="63263" y="47321"/>
                </a:lnTo>
                <a:lnTo>
                  <a:pt x="63042" y="47152"/>
                </a:lnTo>
                <a:lnTo>
                  <a:pt x="62818" y="47000"/>
                </a:lnTo>
                <a:lnTo>
                  <a:pt x="62590" y="46867"/>
                </a:lnTo>
                <a:lnTo>
                  <a:pt x="62360" y="46751"/>
                </a:lnTo>
                <a:lnTo>
                  <a:pt x="62127" y="46653"/>
                </a:lnTo>
                <a:lnTo>
                  <a:pt x="61890" y="46573"/>
                </a:lnTo>
                <a:lnTo>
                  <a:pt x="61651" y="46511"/>
                </a:lnTo>
                <a:lnTo>
                  <a:pt x="61409" y="46466"/>
                </a:lnTo>
                <a:lnTo>
                  <a:pt x="61164" y="46440"/>
                </a:lnTo>
                <a:lnTo>
                  <a:pt x="60915" y="46431"/>
                </a:lnTo>
                <a:lnTo>
                  <a:pt x="60294" y="46470"/>
                </a:lnTo>
                <a:lnTo>
                  <a:pt x="59664" y="46588"/>
                </a:lnTo>
                <a:lnTo>
                  <a:pt x="59027" y="46785"/>
                </a:lnTo>
                <a:lnTo>
                  <a:pt x="58383" y="47060"/>
                </a:lnTo>
                <a:lnTo>
                  <a:pt x="57732" y="47414"/>
                </a:lnTo>
                <a:lnTo>
                  <a:pt x="57073" y="47846"/>
                </a:lnTo>
                <a:lnTo>
                  <a:pt x="56406" y="48357"/>
                </a:lnTo>
                <a:lnTo>
                  <a:pt x="55732" y="48947"/>
                </a:lnTo>
                <a:lnTo>
                  <a:pt x="55051" y="49615"/>
                </a:lnTo>
                <a:lnTo>
                  <a:pt x="54362" y="50362"/>
                </a:lnTo>
                <a:lnTo>
                  <a:pt x="53666" y="51188"/>
                </a:lnTo>
                <a:lnTo>
                  <a:pt x="52962" y="52092"/>
                </a:lnTo>
                <a:lnTo>
                  <a:pt x="52254" y="53087"/>
                </a:lnTo>
                <a:lnTo>
                  <a:pt x="51543" y="54186"/>
                </a:lnTo>
                <a:lnTo>
                  <a:pt x="50829" y="55388"/>
                </a:lnTo>
                <a:lnTo>
                  <a:pt x="50113" y="56693"/>
                </a:lnTo>
                <a:lnTo>
                  <a:pt x="49394" y="58102"/>
                </a:lnTo>
                <a:lnTo>
                  <a:pt x="48673" y="59614"/>
                </a:lnTo>
                <a:lnTo>
                  <a:pt x="47950" y="61229"/>
                </a:lnTo>
                <a:lnTo>
                  <a:pt x="47224" y="62948"/>
                </a:lnTo>
                <a:lnTo>
                  <a:pt x="46496" y="64770"/>
                </a:lnTo>
                <a:lnTo>
                  <a:pt x="45765" y="66696"/>
                </a:lnTo>
                <a:lnTo>
                  <a:pt x="45031" y="68725"/>
                </a:lnTo>
                <a:lnTo>
                  <a:pt x="44296" y="70857"/>
                </a:lnTo>
                <a:lnTo>
                  <a:pt x="44296" y="114937"/>
                </a:lnTo>
                <a:lnTo>
                  <a:pt x="33168" y="114937"/>
                </a:lnTo>
                <a:lnTo>
                  <a:pt x="33168" y="60673"/>
                </a:lnTo>
                <a:lnTo>
                  <a:pt x="33154" y="58977"/>
                </a:lnTo>
                <a:lnTo>
                  <a:pt x="33111" y="57401"/>
                </a:lnTo>
                <a:lnTo>
                  <a:pt x="33039" y="55947"/>
                </a:lnTo>
                <a:lnTo>
                  <a:pt x="32938" y="54612"/>
                </a:lnTo>
                <a:lnTo>
                  <a:pt x="32809" y="53399"/>
                </a:lnTo>
                <a:lnTo>
                  <a:pt x="32651" y="52306"/>
                </a:lnTo>
                <a:lnTo>
                  <a:pt x="32464" y="51334"/>
                </a:lnTo>
                <a:lnTo>
                  <a:pt x="32249" y="50482"/>
                </a:lnTo>
                <a:lnTo>
                  <a:pt x="32005" y="49751"/>
                </a:lnTo>
                <a:lnTo>
                  <a:pt x="31732" y="49141"/>
                </a:lnTo>
                <a:lnTo>
                  <a:pt x="31430" y="48651"/>
                </a:lnTo>
                <a:lnTo>
                  <a:pt x="31100" y="48282"/>
                </a:lnTo>
                <a:lnTo>
                  <a:pt x="30758" y="47987"/>
                </a:lnTo>
                <a:lnTo>
                  <a:pt x="30422" y="47717"/>
                </a:lnTo>
                <a:lnTo>
                  <a:pt x="30092" y="47472"/>
                </a:lnTo>
                <a:lnTo>
                  <a:pt x="29768" y="47254"/>
                </a:lnTo>
                <a:lnTo>
                  <a:pt x="29450" y="47061"/>
                </a:lnTo>
                <a:lnTo>
                  <a:pt x="29138" y="46894"/>
                </a:lnTo>
                <a:lnTo>
                  <a:pt x="28832" y="46752"/>
                </a:lnTo>
                <a:lnTo>
                  <a:pt x="28532" y="46636"/>
                </a:lnTo>
                <a:lnTo>
                  <a:pt x="28238" y="46546"/>
                </a:lnTo>
                <a:lnTo>
                  <a:pt x="27949" y="46482"/>
                </a:lnTo>
                <a:lnTo>
                  <a:pt x="27667" y="46444"/>
                </a:lnTo>
                <a:lnTo>
                  <a:pt x="27391" y="46431"/>
                </a:lnTo>
                <a:lnTo>
                  <a:pt x="26781" y="46475"/>
                </a:lnTo>
                <a:lnTo>
                  <a:pt x="26163" y="46607"/>
                </a:lnTo>
                <a:lnTo>
                  <a:pt x="25538" y="46827"/>
                </a:lnTo>
                <a:lnTo>
                  <a:pt x="24906" y="47135"/>
                </a:lnTo>
                <a:lnTo>
                  <a:pt x="24266" y="47531"/>
                </a:lnTo>
                <a:lnTo>
                  <a:pt x="23619" y="48015"/>
                </a:lnTo>
                <a:lnTo>
                  <a:pt x="22964" y="48587"/>
                </a:lnTo>
                <a:lnTo>
                  <a:pt x="22302" y="49248"/>
                </a:lnTo>
                <a:lnTo>
                  <a:pt x="21633" y="49996"/>
                </a:lnTo>
                <a:lnTo>
                  <a:pt x="20956" y="50832"/>
                </a:lnTo>
                <a:lnTo>
                  <a:pt x="20272" y="51756"/>
                </a:lnTo>
                <a:lnTo>
                  <a:pt x="19580" y="52769"/>
                </a:lnTo>
                <a:lnTo>
                  <a:pt x="18887" y="53850"/>
                </a:lnTo>
                <a:lnTo>
                  <a:pt x="18200" y="54980"/>
                </a:lnTo>
                <a:lnTo>
                  <a:pt x="17518" y="56160"/>
                </a:lnTo>
                <a:lnTo>
                  <a:pt x="16842" y="57390"/>
                </a:lnTo>
                <a:lnTo>
                  <a:pt x="16171" y="58668"/>
                </a:lnTo>
                <a:lnTo>
                  <a:pt x="15505" y="59997"/>
                </a:lnTo>
                <a:lnTo>
                  <a:pt x="14845" y="61375"/>
                </a:lnTo>
                <a:lnTo>
                  <a:pt x="14191" y="62802"/>
                </a:lnTo>
                <a:lnTo>
                  <a:pt x="13541" y="64278"/>
                </a:lnTo>
                <a:lnTo>
                  <a:pt x="12898" y="65805"/>
                </a:lnTo>
                <a:lnTo>
                  <a:pt x="12260" y="67380"/>
                </a:lnTo>
                <a:lnTo>
                  <a:pt x="11627" y="69005"/>
                </a:lnTo>
                <a:lnTo>
                  <a:pt x="11627" y="114937"/>
                </a:lnTo>
                <a:lnTo>
                  <a:pt x="0" y="114937"/>
                </a:lnTo>
                <a:close/>
                <a:moveTo>
                  <a:pt x="145997" y="96912"/>
                </a:moveTo>
                <a:lnTo>
                  <a:pt x="144970" y="98546"/>
                </a:lnTo>
                <a:lnTo>
                  <a:pt x="143908" y="100111"/>
                </a:lnTo>
                <a:lnTo>
                  <a:pt x="142812" y="101608"/>
                </a:lnTo>
                <a:lnTo>
                  <a:pt x="141682" y="103037"/>
                </a:lnTo>
                <a:lnTo>
                  <a:pt x="140517" y="104397"/>
                </a:lnTo>
                <a:lnTo>
                  <a:pt x="139319" y="105688"/>
                </a:lnTo>
                <a:lnTo>
                  <a:pt x="138086" y="106911"/>
                </a:lnTo>
                <a:lnTo>
                  <a:pt x="136819" y="108065"/>
                </a:lnTo>
                <a:lnTo>
                  <a:pt x="135518" y="109151"/>
                </a:lnTo>
                <a:lnTo>
                  <a:pt x="134183" y="110169"/>
                </a:lnTo>
                <a:lnTo>
                  <a:pt x="132814" y="111117"/>
                </a:lnTo>
                <a:lnTo>
                  <a:pt x="131410" y="111998"/>
                </a:lnTo>
                <a:lnTo>
                  <a:pt x="129999" y="112808"/>
                </a:lnTo>
                <a:lnTo>
                  <a:pt x="128608" y="113549"/>
                </a:lnTo>
                <a:lnTo>
                  <a:pt x="127235" y="114218"/>
                </a:lnTo>
                <a:lnTo>
                  <a:pt x="125882" y="114818"/>
                </a:lnTo>
                <a:lnTo>
                  <a:pt x="124548" y="115347"/>
                </a:lnTo>
                <a:lnTo>
                  <a:pt x="123234" y="115805"/>
                </a:lnTo>
                <a:lnTo>
                  <a:pt x="121939" y="116193"/>
                </a:lnTo>
                <a:lnTo>
                  <a:pt x="120663" y="116510"/>
                </a:lnTo>
                <a:lnTo>
                  <a:pt x="119407" y="116757"/>
                </a:lnTo>
                <a:lnTo>
                  <a:pt x="118170" y="116933"/>
                </a:lnTo>
                <a:lnTo>
                  <a:pt x="116952" y="117039"/>
                </a:lnTo>
                <a:lnTo>
                  <a:pt x="115753" y="117074"/>
                </a:lnTo>
                <a:lnTo>
                  <a:pt x="114103" y="117014"/>
                </a:lnTo>
                <a:lnTo>
                  <a:pt x="112481" y="116834"/>
                </a:lnTo>
                <a:lnTo>
                  <a:pt x="110887" y="116535"/>
                </a:lnTo>
                <a:lnTo>
                  <a:pt x="109322" y="116116"/>
                </a:lnTo>
                <a:lnTo>
                  <a:pt x="107785" y="115578"/>
                </a:lnTo>
                <a:lnTo>
                  <a:pt x="106275" y="114920"/>
                </a:lnTo>
                <a:lnTo>
                  <a:pt x="104795" y="114142"/>
                </a:lnTo>
                <a:lnTo>
                  <a:pt x="103342" y="113244"/>
                </a:lnTo>
                <a:lnTo>
                  <a:pt x="101918" y="112227"/>
                </a:lnTo>
                <a:lnTo>
                  <a:pt x="100522" y="111090"/>
                </a:lnTo>
                <a:lnTo>
                  <a:pt x="99154" y="109833"/>
                </a:lnTo>
                <a:lnTo>
                  <a:pt x="97814" y="108457"/>
                </a:lnTo>
                <a:lnTo>
                  <a:pt x="96544" y="106959"/>
                </a:lnTo>
                <a:lnTo>
                  <a:pt x="95384" y="105338"/>
                </a:lnTo>
                <a:lnTo>
                  <a:pt x="94334" y="103592"/>
                </a:lnTo>
                <a:lnTo>
                  <a:pt x="93396" y="101723"/>
                </a:lnTo>
                <a:lnTo>
                  <a:pt x="92567" y="99731"/>
                </a:lnTo>
                <a:lnTo>
                  <a:pt x="91849" y="97615"/>
                </a:lnTo>
                <a:lnTo>
                  <a:pt x="91242" y="95375"/>
                </a:lnTo>
                <a:lnTo>
                  <a:pt x="90744" y="93012"/>
                </a:lnTo>
                <a:lnTo>
                  <a:pt x="90358" y="90525"/>
                </a:lnTo>
                <a:lnTo>
                  <a:pt x="90082" y="87914"/>
                </a:lnTo>
                <a:lnTo>
                  <a:pt x="89916" y="85180"/>
                </a:lnTo>
                <a:lnTo>
                  <a:pt x="89861" y="82322"/>
                </a:lnTo>
                <a:lnTo>
                  <a:pt x="89897" y="80040"/>
                </a:lnTo>
                <a:lnTo>
                  <a:pt x="90007" y="77799"/>
                </a:lnTo>
                <a:lnTo>
                  <a:pt x="90191" y="75599"/>
                </a:lnTo>
                <a:lnTo>
                  <a:pt x="90447" y="73440"/>
                </a:lnTo>
                <a:lnTo>
                  <a:pt x="90777" y="71322"/>
                </a:lnTo>
                <a:lnTo>
                  <a:pt x="91180" y="69246"/>
                </a:lnTo>
                <a:lnTo>
                  <a:pt x="91657" y="67210"/>
                </a:lnTo>
                <a:lnTo>
                  <a:pt x="92207" y="65215"/>
                </a:lnTo>
                <a:lnTo>
                  <a:pt x="92830" y="63261"/>
                </a:lnTo>
                <a:lnTo>
                  <a:pt x="93526" y="61349"/>
                </a:lnTo>
                <a:lnTo>
                  <a:pt x="94296" y="59477"/>
                </a:lnTo>
                <a:lnTo>
                  <a:pt x="95139" y="57647"/>
                </a:lnTo>
                <a:lnTo>
                  <a:pt x="96044" y="55868"/>
                </a:lnTo>
                <a:lnTo>
                  <a:pt x="96998" y="54153"/>
                </a:lnTo>
                <a:lnTo>
                  <a:pt x="98001" y="52502"/>
                </a:lnTo>
                <a:lnTo>
                  <a:pt x="99054" y="50913"/>
                </a:lnTo>
                <a:lnTo>
                  <a:pt x="100157" y="49388"/>
                </a:lnTo>
                <a:lnTo>
                  <a:pt x="101309" y="47926"/>
                </a:lnTo>
                <a:lnTo>
                  <a:pt x="102511" y="46528"/>
                </a:lnTo>
                <a:lnTo>
                  <a:pt x="103762" y="45192"/>
                </a:lnTo>
                <a:lnTo>
                  <a:pt x="105063" y="43920"/>
                </a:lnTo>
                <a:lnTo>
                  <a:pt x="106413" y="42712"/>
                </a:lnTo>
                <a:lnTo>
                  <a:pt x="107813" y="41567"/>
                </a:lnTo>
                <a:lnTo>
                  <a:pt x="109262" y="40484"/>
                </a:lnTo>
                <a:lnTo>
                  <a:pt x="110766" y="39478"/>
                </a:lnTo>
                <a:lnTo>
                  <a:pt x="112328" y="38559"/>
                </a:lnTo>
                <a:lnTo>
                  <a:pt x="113948" y="37727"/>
                </a:lnTo>
                <a:lnTo>
                  <a:pt x="115627" y="36983"/>
                </a:lnTo>
                <a:lnTo>
                  <a:pt x="117364" y="36327"/>
                </a:lnTo>
                <a:lnTo>
                  <a:pt x="119159" y="35758"/>
                </a:lnTo>
                <a:lnTo>
                  <a:pt x="121013" y="35276"/>
                </a:lnTo>
                <a:lnTo>
                  <a:pt x="122926" y="34882"/>
                </a:lnTo>
                <a:lnTo>
                  <a:pt x="124897" y="34576"/>
                </a:lnTo>
                <a:lnTo>
                  <a:pt x="126926" y="34357"/>
                </a:lnTo>
                <a:lnTo>
                  <a:pt x="129014" y="34226"/>
                </a:lnTo>
                <a:lnTo>
                  <a:pt x="131161" y="34182"/>
                </a:lnTo>
                <a:lnTo>
                  <a:pt x="131817" y="34188"/>
                </a:lnTo>
                <a:lnTo>
                  <a:pt x="132528" y="34204"/>
                </a:lnTo>
                <a:lnTo>
                  <a:pt x="133292" y="34231"/>
                </a:lnTo>
                <a:lnTo>
                  <a:pt x="134109" y="34269"/>
                </a:lnTo>
                <a:lnTo>
                  <a:pt x="134980" y="34318"/>
                </a:lnTo>
                <a:lnTo>
                  <a:pt x="135904" y="34378"/>
                </a:lnTo>
                <a:lnTo>
                  <a:pt x="136882" y="34449"/>
                </a:lnTo>
                <a:lnTo>
                  <a:pt x="137913" y="34530"/>
                </a:lnTo>
                <a:lnTo>
                  <a:pt x="138998" y="34623"/>
                </a:lnTo>
                <a:lnTo>
                  <a:pt x="140136" y="34726"/>
                </a:lnTo>
                <a:lnTo>
                  <a:pt x="141328" y="34840"/>
                </a:lnTo>
                <a:lnTo>
                  <a:pt x="142573" y="34965"/>
                </a:lnTo>
                <a:lnTo>
                  <a:pt x="142771" y="34990"/>
                </a:lnTo>
                <a:lnTo>
                  <a:pt x="142985" y="35015"/>
                </a:lnTo>
                <a:lnTo>
                  <a:pt x="143215" y="35041"/>
                </a:lnTo>
                <a:lnTo>
                  <a:pt x="143461" y="35068"/>
                </a:lnTo>
                <a:lnTo>
                  <a:pt x="143722" y="35097"/>
                </a:lnTo>
                <a:lnTo>
                  <a:pt x="144000" y="35126"/>
                </a:lnTo>
                <a:lnTo>
                  <a:pt x="144293" y="35156"/>
                </a:lnTo>
                <a:lnTo>
                  <a:pt x="144602" y="35187"/>
                </a:lnTo>
                <a:lnTo>
                  <a:pt x="144927" y="35219"/>
                </a:lnTo>
                <a:lnTo>
                  <a:pt x="145268" y="35252"/>
                </a:lnTo>
                <a:lnTo>
                  <a:pt x="145625" y="35286"/>
                </a:lnTo>
                <a:lnTo>
                  <a:pt x="145997" y="35322"/>
                </a:lnTo>
                <a:lnTo>
                  <a:pt x="159336" y="35322"/>
                </a:lnTo>
                <a:lnTo>
                  <a:pt x="159336" y="91508"/>
                </a:lnTo>
                <a:lnTo>
                  <a:pt x="159357" y="93876"/>
                </a:lnTo>
                <a:lnTo>
                  <a:pt x="159419" y="96167"/>
                </a:lnTo>
                <a:lnTo>
                  <a:pt x="159523" y="98384"/>
                </a:lnTo>
                <a:lnTo>
                  <a:pt x="159669" y="100525"/>
                </a:lnTo>
                <a:lnTo>
                  <a:pt x="159856" y="102590"/>
                </a:lnTo>
                <a:lnTo>
                  <a:pt x="160085" y="104580"/>
                </a:lnTo>
                <a:lnTo>
                  <a:pt x="160355" y="106495"/>
                </a:lnTo>
                <a:lnTo>
                  <a:pt x="160667" y="108334"/>
                </a:lnTo>
                <a:lnTo>
                  <a:pt x="161021" y="110098"/>
                </a:lnTo>
                <a:lnTo>
                  <a:pt x="161416" y="111787"/>
                </a:lnTo>
                <a:lnTo>
                  <a:pt x="161853" y="113400"/>
                </a:lnTo>
                <a:lnTo>
                  <a:pt x="162332" y="114937"/>
                </a:lnTo>
                <a:lnTo>
                  <a:pt x="148494" y="114937"/>
                </a:lnTo>
                <a:lnTo>
                  <a:pt x="148237" y="113803"/>
                </a:lnTo>
                <a:lnTo>
                  <a:pt x="147988" y="112601"/>
                </a:lnTo>
                <a:lnTo>
                  <a:pt x="147749" y="111333"/>
                </a:lnTo>
                <a:lnTo>
                  <a:pt x="147519" y="109998"/>
                </a:lnTo>
                <a:lnTo>
                  <a:pt x="147297" y="108596"/>
                </a:lnTo>
                <a:lnTo>
                  <a:pt x="147085" y="107127"/>
                </a:lnTo>
                <a:lnTo>
                  <a:pt x="146881" y="105592"/>
                </a:lnTo>
                <a:lnTo>
                  <a:pt x="146687" y="103989"/>
                </a:lnTo>
                <a:lnTo>
                  <a:pt x="146501" y="102320"/>
                </a:lnTo>
                <a:lnTo>
                  <a:pt x="146324" y="100584"/>
                </a:lnTo>
                <a:lnTo>
                  <a:pt x="146156" y="98781"/>
                </a:lnTo>
                <a:lnTo>
                  <a:pt x="145997" y="96912"/>
                </a:lnTo>
                <a:moveTo>
                  <a:pt x="145997" y="81254"/>
                </a:moveTo>
                <a:lnTo>
                  <a:pt x="145997" y="47143"/>
                </a:lnTo>
                <a:lnTo>
                  <a:pt x="144827" y="46847"/>
                </a:lnTo>
                <a:lnTo>
                  <a:pt x="143671" y="46577"/>
                </a:lnTo>
                <a:lnTo>
                  <a:pt x="142529" y="46333"/>
                </a:lnTo>
                <a:lnTo>
                  <a:pt x="141400" y="46114"/>
                </a:lnTo>
                <a:lnTo>
                  <a:pt x="140286" y="45921"/>
                </a:lnTo>
                <a:lnTo>
                  <a:pt x="139185" y="45754"/>
                </a:lnTo>
                <a:lnTo>
                  <a:pt x="138098" y="45613"/>
                </a:lnTo>
                <a:lnTo>
                  <a:pt x="137025" y="45497"/>
                </a:lnTo>
                <a:lnTo>
                  <a:pt x="135966" y="45407"/>
                </a:lnTo>
                <a:lnTo>
                  <a:pt x="134921" y="45343"/>
                </a:lnTo>
                <a:lnTo>
                  <a:pt x="133890" y="45304"/>
                </a:lnTo>
                <a:lnTo>
                  <a:pt x="132872" y="45291"/>
                </a:lnTo>
                <a:lnTo>
                  <a:pt x="130856" y="45357"/>
                </a:lnTo>
                <a:lnTo>
                  <a:pt x="128897" y="45554"/>
                </a:lnTo>
                <a:lnTo>
                  <a:pt x="126994" y="45883"/>
                </a:lnTo>
                <a:lnTo>
                  <a:pt x="125149" y="46344"/>
                </a:lnTo>
                <a:lnTo>
                  <a:pt x="123361" y="46936"/>
                </a:lnTo>
                <a:lnTo>
                  <a:pt x="121629" y="47659"/>
                </a:lnTo>
                <a:lnTo>
                  <a:pt x="119955" y="48514"/>
                </a:lnTo>
                <a:lnTo>
                  <a:pt x="118337" y="49501"/>
                </a:lnTo>
                <a:lnTo>
                  <a:pt x="116777" y="50619"/>
                </a:lnTo>
                <a:lnTo>
                  <a:pt x="115273" y="51869"/>
                </a:lnTo>
                <a:lnTo>
                  <a:pt x="113826" y="53250"/>
                </a:lnTo>
                <a:lnTo>
                  <a:pt x="112437" y="54763"/>
                </a:lnTo>
                <a:lnTo>
                  <a:pt x="111132" y="56389"/>
                </a:lnTo>
                <a:lnTo>
                  <a:pt x="109941" y="58110"/>
                </a:lnTo>
                <a:lnTo>
                  <a:pt x="108863" y="59926"/>
                </a:lnTo>
                <a:lnTo>
                  <a:pt x="107899" y="61836"/>
                </a:lnTo>
                <a:lnTo>
                  <a:pt x="107048" y="63842"/>
                </a:lnTo>
                <a:lnTo>
                  <a:pt x="106311" y="65943"/>
                </a:lnTo>
                <a:lnTo>
                  <a:pt x="105687" y="68139"/>
                </a:lnTo>
                <a:lnTo>
                  <a:pt x="105177" y="70429"/>
                </a:lnTo>
                <a:lnTo>
                  <a:pt x="104780" y="72815"/>
                </a:lnTo>
                <a:lnTo>
                  <a:pt x="104496" y="75296"/>
                </a:lnTo>
                <a:lnTo>
                  <a:pt x="104326" y="77871"/>
                </a:lnTo>
                <a:lnTo>
                  <a:pt x="104269" y="80542"/>
                </a:lnTo>
                <a:lnTo>
                  <a:pt x="104300" y="82472"/>
                </a:lnTo>
                <a:lnTo>
                  <a:pt x="104393" y="84321"/>
                </a:lnTo>
                <a:lnTo>
                  <a:pt x="104548" y="86090"/>
                </a:lnTo>
                <a:lnTo>
                  <a:pt x="104765" y="87778"/>
                </a:lnTo>
                <a:lnTo>
                  <a:pt x="105043" y="89385"/>
                </a:lnTo>
                <a:lnTo>
                  <a:pt x="105384" y="90912"/>
                </a:lnTo>
                <a:lnTo>
                  <a:pt x="105786" y="92358"/>
                </a:lnTo>
                <a:lnTo>
                  <a:pt x="106251" y="93724"/>
                </a:lnTo>
                <a:lnTo>
                  <a:pt x="106777" y="95009"/>
                </a:lnTo>
                <a:lnTo>
                  <a:pt x="107365" y="96213"/>
                </a:lnTo>
                <a:lnTo>
                  <a:pt x="108015" y="97337"/>
                </a:lnTo>
                <a:lnTo>
                  <a:pt x="108727" y="98380"/>
                </a:lnTo>
                <a:lnTo>
                  <a:pt x="109479" y="99342"/>
                </a:lnTo>
                <a:lnTo>
                  <a:pt x="110248" y="100219"/>
                </a:lnTo>
                <a:lnTo>
                  <a:pt x="111034" y="101013"/>
                </a:lnTo>
                <a:lnTo>
                  <a:pt x="111838" y="101723"/>
                </a:lnTo>
                <a:lnTo>
                  <a:pt x="112659" y="102350"/>
                </a:lnTo>
                <a:lnTo>
                  <a:pt x="113498" y="102894"/>
                </a:lnTo>
                <a:lnTo>
                  <a:pt x="114353" y="103353"/>
                </a:lnTo>
                <a:lnTo>
                  <a:pt x="115226" y="103729"/>
                </a:lnTo>
                <a:lnTo>
                  <a:pt x="116117" y="104022"/>
                </a:lnTo>
                <a:lnTo>
                  <a:pt x="117024" y="104231"/>
                </a:lnTo>
                <a:lnTo>
                  <a:pt x="117949" y="104356"/>
                </a:lnTo>
                <a:lnTo>
                  <a:pt x="118892" y="104398"/>
                </a:lnTo>
                <a:lnTo>
                  <a:pt x="119935" y="104354"/>
                </a:lnTo>
                <a:lnTo>
                  <a:pt x="120996" y="104224"/>
                </a:lnTo>
                <a:lnTo>
                  <a:pt x="122075" y="104006"/>
                </a:lnTo>
                <a:lnTo>
                  <a:pt x="123172" y="103702"/>
                </a:lnTo>
                <a:lnTo>
                  <a:pt x="124286" y="103310"/>
                </a:lnTo>
                <a:lnTo>
                  <a:pt x="125419" y="102831"/>
                </a:lnTo>
                <a:lnTo>
                  <a:pt x="126569" y="102266"/>
                </a:lnTo>
                <a:lnTo>
                  <a:pt x="127737" y="101613"/>
                </a:lnTo>
                <a:lnTo>
                  <a:pt x="128923" y="100873"/>
                </a:lnTo>
                <a:lnTo>
                  <a:pt x="130126" y="100046"/>
                </a:lnTo>
                <a:lnTo>
                  <a:pt x="131348" y="99132"/>
                </a:lnTo>
                <a:lnTo>
                  <a:pt x="132587" y="98131"/>
                </a:lnTo>
                <a:lnTo>
                  <a:pt x="133825" y="97057"/>
                </a:lnTo>
                <a:lnTo>
                  <a:pt x="135040" y="95922"/>
                </a:lnTo>
                <a:lnTo>
                  <a:pt x="136234" y="94726"/>
                </a:lnTo>
                <a:lnTo>
                  <a:pt x="137406" y="93471"/>
                </a:lnTo>
                <a:lnTo>
                  <a:pt x="138556" y="92155"/>
                </a:lnTo>
                <a:lnTo>
                  <a:pt x="139684" y="90778"/>
                </a:lnTo>
                <a:lnTo>
                  <a:pt x="140791" y="89342"/>
                </a:lnTo>
                <a:lnTo>
                  <a:pt x="141876" y="87845"/>
                </a:lnTo>
                <a:lnTo>
                  <a:pt x="142939" y="86288"/>
                </a:lnTo>
                <a:lnTo>
                  <a:pt x="143980" y="84670"/>
                </a:lnTo>
                <a:lnTo>
                  <a:pt x="144999" y="82992"/>
                </a:lnTo>
                <a:lnTo>
                  <a:pt x="145997" y="81254"/>
                </a:lnTo>
                <a:close/>
                <a:moveTo>
                  <a:pt x="247913" y="111626"/>
                </a:moveTo>
                <a:lnTo>
                  <a:pt x="246391" y="112261"/>
                </a:lnTo>
                <a:lnTo>
                  <a:pt x="244941" y="112852"/>
                </a:lnTo>
                <a:lnTo>
                  <a:pt x="243562" y="113398"/>
                </a:lnTo>
                <a:lnTo>
                  <a:pt x="242254" y="113900"/>
                </a:lnTo>
                <a:lnTo>
                  <a:pt x="241018" y="114358"/>
                </a:lnTo>
                <a:lnTo>
                  <a:pt x="239853" y="114772"/>
                </a:lnTo>
                <a:lnTo>
                  <a:pt x="238759" y="115141"/>
                </a:lnTo>
                <a:lnTo>
                  <a:pt x="237736" y="115466"/>
                </a:lnTo>
                <a:lnTo>
                  <a:pt x="236785" y="115746"/>
                </a:lnTo>
                <a:lnTo>
                  <a:pt x="235906" y="115982"/>
                </a:lnTo>
                <a:lnTo>
                  <a:pt x="235097" y="116174"/>
                </a:lnTo>
                <a:lnTo>
                  <a:pt x="234360" y="116322"/>
                </a:lnTo>
                <a:lnTo>
                  <a:pt x="233661" y="116442"/>
                </a:lnTo>
                <a:lnTo>
                  <a:pt x="232965" y="116551"/>
                </a:lnTo>
                <a:lnTo>
                  <a:pt x="232274" y="116651"/>
                </a:lnTo>
                <a:lnTo>
                  <a:pt x="231586" y="116740"/>
                </a:lnTo>
                <a:lnTo>
                  <a:pt x="230903" y="116818"/>
                </a:lnTo>
                <a:lnTo>
                  <a:pt x="230223" y="116886"/>
                </a:lnTo>
                <a:lnTo>
                  <a:pt x="229547" y="116943"/>
                </a:lnTo>
                <a:lnTo>
                  <a:pt x="228876" y="116990"/>
                </a:lnTo>
                <a:lnTo>
                  <a:pt x="228208" y="117027"/>
                </a:lnTo>
                <a:lnTo>
                  <a:pt x="227544" y="117053"/>
                </a:lnTo>
                <a:lnTo>
                  <a:pt x="226884" y="117069"/>
                </a:lnTo>
                <a:lnTo>
                  <a:pt x="226229" y="117074"/>
                </a:lnTo>
                <a:lnTo>
                  <a:pt x="224848" y="117052"/>
                </a:lnTo>
                <a:lnTo>
                  <a:pt x="223486" y="116985"/>
                </a:lnTo>
                <a:lnTo>
                  <a:pt x="222145" y="116874"/>
                </a:lnTo>
                <a:lnTo>
                  <a:pt x="220823" y="116718"/>
                </a:lnTo>
                <a:lnTo>
                  <a:pt x="219522" y="116517"/>
                </a:lnTo>
                <a:lnTo>
                  <a:pt x="218240" y="116273"/>
                </a:lnTo>
                <a:lnTo>
                  <a:pt x="216978" y="115983"/>
                </a:lnTo>
                <a:lnTo>
                  <a:pt x="215735" y="115650"/>
                </a:lnTo>
                <a:lnTo>
                  <a:pt x="214513" y="115271"/>
                </a:lnTo>
                <a:lnTo>
                  <a:pt x="213310" y="114848"/>
                </a:lnTo>
                <a:lnTo>
                  <a:pt x="212127" y="114381"/>
                </a:lnTo>
                <a:lnTo>
                  <a:pt x="210964" y="113869"/>
                </a:lnTo>
                <a:lnTo>
                  <a:pt x="209834" y="113314"/>
                </a:lnTo>
                <a:lnTo>
                  <a:pt x="208752" y="112716"/>
                </a:lnTo>
                <a:lnTo>
                  <a:pt x="207716" y="112076"/>
                </a:lnTo>
                <a:lnTo>
                  <a:pt x="206728" y="111393"/>
                </a:lnTo>
                <a:lnTo>
                  <a:pt x="205787" y="110667"/>
                </a:lnTo>
                <a:lnTo>
                  <a:pt x="204892" y="109899"/>
                </a:lnTo>
                <a:lnTo>
                  <a:pt x="204045" y="109089"/>
                </a:lnTo>
                <a:lnTo>
                  <a:pt x="203245" y="108236"/>
                </a:lnTo>
                <a:lnTo>
                  <a:pt x="202491" y="107340"/>
                </a:lnTo>
                <a:lnTo>
                  <a:pt x="201785" y="106402"/>
                </a:lnTo>
                <a:lnTo>
                  <a:pt x="201126" y="105421"/>
                </a:lnTo>
                <a:lnTo>
                  <a:pt x="200514" y="104398"/>
                </a:lnTo>
                <a:lnTo>
                  <a:pt x="199950" y="103306"/>
                </a:lnTo>
                <a:lnTo>
                  <a:pt x="199435" y="102119"/>
                </a:lnTo>
                <a:lnTo>
                  <a:pt x="198970" y="100837"/>
                </a:lnTo>
                <a:lnTo>
                  <a:pt x="198553" y="99461"/>
                </a:lnTo>
                <a:lnTo>
                  <a:pt x="198185" y="97989"/>
                </a:lnTo>
                <a:lnTo>
                  <a:pt x="197866" y="96422"/>
                </a:lnTo>
                <a:lnTo>
                  <a:pt x="197597" y="94760"/>
                </a:lnTo>
                <a:lnTo>
                  <a:pt x="197376" y="93004"/>
                </a:lnTo>
                <a:lnTo>
                  <a:pt x="197204" y="91152"/>
                </a:lnTo>
                <a:lnTo>
                  <a:pt x="197082" y="89206"/>
                </a:lnTo>
                <a:lnTo>
                  <a:pt x="197008" y="87164"/>
                </a:lnTo>
                <a:lnTo>
                  <a:pt x="196984" y="85028"/>
                </a:lnTo>
                <a:lnTo>
                  <a:pt x="196984" y="52982"/>
                </a:lnTo>
                <a:lnTo>
                  <a:pt x="177083" y="52982"/>
                </a:lnTo>
                <a:lnTo>
                  <a:pt x="177083" y="41873"/>
                </a:lnTo>
                <a:lnTo>
                  <a:pt x="196984" y="41873"/>
                </a:lnTo>
                <a:lnTo>
                  <a:pt x="196984" y="9827"/>
                </a:lnTo>
                <a:lnTo>
                  <a:pt x="210251" y="9827"/>
                </a:lnTo>
                <a:lnTo>
                  <a:pt x="210251" y="41873"/>
                </a:lnTo>
                <a:lnTo>
                  <a:pt x="245702" y="41873"/>
                </a:lnTo>
                <a:lnTo>
                  <a:pt x="245702" y="52982"/>
                </a:lnTo>
                <a:lnTo>
                  <a:pt x="210251" y="52982"/>
                </a:lnTo>
                <a:lnTo>
                  <a:pt x="210251" y="84772"/>
                </a:lnTo>
                <a:lnTo>
                  <a:pt x="210267" y="86333"/>
                </a:lnTo>
                <a:lnTo>
                  <a:pt x="210314" y="87815"/>
                </a:lnTo>
                <a:lnTo>
                  <a:pt x="210393" y="89219"/>
                </a:lnTo>
                <a:lnTo>
                  <a:pt x="210504" y="90544"/>
                </a:lnTo>
                <a:lnTo>
                  <a:pt x="210647" y="91791"/>
                </a:lnTo>
                <a:lnTo>
                  <a:pt x="210821" y="92959"/>
                </a:lnTo>
                <a:lnTo>
                  <a:pt x="211028" y="94049"/>
                </a:lnTo>
                <a:lnTo>
                  <a:pt x="211265" y="95060"/>
                </a:lnTo>
                <a:lnTo>
                  <a:pt x="211535" y="95993"/>
                </a:lnTo>
                <a:lnTo>
                  <a:pt x="211836" y="96847"/>
                </a:lnTo>
                <a:lnTo>
                  <a:pt x="212169" y="97623"/>
                </a:lnTo>
                <a:lnTo>
                  <a:pt x="212533" y="98320"/>
                </a:lnTo>
                <a:lnTo>
                  <a:pt x="212924" y="98963"/>
                </a:lnTo>
                <a:lnTo>
                  <a:pt x="213337" y="99577"/>
                </a:lnTo>
                <a:lnTo>
                  <a:pt x="213770" y="100162"/>
                </a:lnTo>
                <a:lnTo>
                  <a:pt x="214225" y="100718"/>
                </a:lnTo>
                <a:lnTo>
                  <a:pt x="214702" y="101244"/>
                </a:lnTo>
                <a:lnTo>
                  <a:pt x="215199" y="101742"/>
                </a:lnTo>
                <a:lnTo>
                  <a:pt x="215718" y="102210"/>
                </a:lnTo>
                <a:lnTo>
                  <a:pt x="216258" y="102650"/>
                </a:lnTo>
                <a:lnTo>
                  <a:pt x="216820" y="103060"/>
                </a:lnTo>
                <a:lnTo>
                  <a:pt x="217403" y="103441"/>
                </a:lnTo>
                <a:lnTo>
                  <a:pt x="218007" y="103793"/>
                </a:lnTo>
                <a:lnTo>
                  <a:pt x="218632" y="104115"/>
                </a:lnTo>
                <a:lnTo>
                  <a:pt x="219278" y="104411"/>
                </a:lnTo>
                <a:lnTo>
                  <a:pt x="219943" y="104680"/>
                </a:lnTo>
                <a:lnTo>
                  <a:pt x="220627" y="104924"/>
                </a:lnTo>
                <a:lnTo>
                  <a:pt x="221331" y="105143"/>
                </a:lnTo>
                <a:lnTo>
                  <a:pt x="222054" y="105335"/>
                </a:lnTo>
                <a:lnTo>
                  <a:pt x="222796" y="105502"/>
                </a:lnTo>
                <a:lnTo>
                  <a:pt x="223557" y="105644"/>
                </a:lnTo>
                <a:lnTo>
                  <a:pt x="224338" y="105759"/>
                </a:lnTo>
                <a:lnTo>
                  <a:pt x="225139" y="105849"/>
                </a:lnTo>
                <a:lnTo>
                  <a:pt x="225958" y="105913"/>
                </a:lnTo>
                <a:lnTo>
                  <a:pt x="226797" y="105952"/>
                </a:lnTo>
                <a:lnTo>
                  <a:pt x="227655" y="105965"/>
                </a:lnTo>
                <a:lnTo>
                  <a:pt x="229267" y="105923"/>
                </a:lnTo>
                <a:lnTo>
                  <a:pt x="230893" y="105797"/>
                </a:lnTo>
                <a:lnTo>
                  <a:pt x="232532" y="105587"/>
                </a:lnTo>
                <a:lnTo>
                  <a:pt x="234186" y="105293"/>
                </a:lnTo>
                <a:lnTo>
                  <a:pt x="235853" y="104915"/>
                </a:lnTo>
                <a:lnTo>
                  <a:pt x="237534" y="104454"/>
                </a:lnTo>
                <a:lnTo>
                  <a:pt x="239229" y="103908"/>
                </a:lnTo>
                <a:lnTo>
                  <a:pt x="240938" y="103278"/>
                </a:lnTo>
                <a:lnTo>
                  <a:pt x="242661" y="102565"/>
                </a:lnTo>
                <a:lnTo>
                  <a:pt x="244398" y="101767"/>
                </a:lnTo>
                <a:lnTo>
                  <a:pt x="246148" y="100886"/>
                </a:lnTo>
                <a:lnTo>
                  <a:pt x="247913" y="99920"/>
                </a:lnTo>
                <a:lnTo>
                  <a:pt x="247913" y="111626"/>
                </a:lnTo>
                <a:close/>
                <a:moveTo>
                  <a:pt x="268941" y="114937"/>
                </a:moveTo>
                <a:lnTo>
                  <a:pt x="268941" y="0"/>
                </a:lnTo>
                <a:lnTo>
                  <a:pt x="282208" y="0"/>
                </a:lnTo>
                <a:lnTo>
                  <a:pt x="282208" y="52833"/>
                </a:lnTo>
                <a:lnTo>
                  <a:pt x="283176" y="51325"/>
                </a:lnTo>
                <a:lnTo>
                  <a:pt x="284176" y="49872"/>
                </a:lnTo>
                <a:lnTo>
                  <a:pt x="285208" y="48475"/>
                </a:lnTo>
                <a:lnTo>
                  <a:pt x="286274" y="47133"/>
                </a:lnTo>
                <a:lnTo>
                  <a:pt x="287372" y="45847"/>
                </a:lnTo>
                <a:lnTo>
                  <a:pt x="288503" y="44616"/>
                </a:lnTo>
                <a:lnTo>
                  <a:pt x="289667" y="43442"/>
                </a:lnTo>
                <a:lnTo>
                  <a:pt x="290863" y="42322"/>
                </a:lnTo>
                <a:lnTo>
                  <a:pt x="292092" y="41259"/>
                </a:lnTo>
                <a:lnTo>
                  <a:pt x="293353" y="40251"/>
                </a:lnTo>
                <a:lnTo>
                  <a:pt x="294648" y="39298"/>
                </a:lnTo>
                <a:lnTo>
                  <a:pt x="295975" y="38401"/>
                </a:lnTo>
                <a:lnTo>
                  <a:pt x="297318" y="37568"/>
                </a:lnTo>
                <a:lnTo>
                  <a:pt x="298661" y="36808"/>
                </a:lnTo>
                <a:lnTo>
                  <a:pt x="300005" y="36119"/>
                </a:lnTo>
                <a:lnTo>
                  <a:pt x="301348" y="35504"/>
                </a:lnTo>
                <a:lnTo>
                  <a:pt x="302692" y="34960"/>
                </a:lnTo>
                <a:lnTo>
                  <a:pt x="304035" y="34489"/>
                </a:lnTo>
                <a:lnTo>
                  <a:pt x="305378" y="34091"/>
                </a:lnTo>
                <a:lnTo>
                  <a:pt x="306722" y="33765"/>
                </a:lnTo>
                <a:lnTo>
                  <a:pt x="308065" y="33511"/>
                </a:lnTo>
                <a:lnTo>
                  <a:pt x="309408" y="33330"/>
                </a:lnTo>
                <a:lnTo>
                  <a:pt x="310752" y="33221"/>
                </a:lnTo>
                <a:lnTo>
                  <a:pt x="312095" y="33185"/>
                </a:lnTo>
                <a:lnTo>
                  <a:pt x="313216" y="33209"/>
                </a:lnTo>
                <a:lnTo>
                  <a:pt x="314321" y="33281"/>
                </a:lnTo>
                <a:lnTo>
                  <a:pt x="315410" y="33401"/>
                </a:lnTo>
                <a:lnTo>
                  <a:pt x="316482" y="33569"/>
                </a:lnTo>
                <a:lnTo>
                  <a:pt x="317538" y="33785"/>
                </a:lnTo>
                <a:lnTo>
                  <a:pt x="318577" y="34049"/>
                </a:lnTo>
                <a:lnTo>
                  <a:pt x="319600" y="34360"/>
                </a:lnTo>
                <a:lnTo>
                  <a:pt x="320607" y="34720"/>
                </a:lnTo>
                <a:lnTo>
                  <a:pt x="321598" y="35128"/>
                </a:lnTo>
                <a:lnTo>
                  <a:pt x="322572" y="35584"/>
                </a:lnTo>
                <a:lnTo>
                  <a:pt x="323529" y="36087"/>
                </a:lnTo>
                <a:lnTo>
                  <a:pt x="324471" y="36639"/>
                </a:lnTo>
                <a:lnTo>
                  <a:pt x="325381" y="37225"/>
                </a:lnTo>
                <a:lnTo>
                  <a:pt x="326243" y="37831"/>
                </a:lnTo>
                <a:lnTo>
                  <a:pt x="327059" y="38457"/>
                </a:lnTo>
                <a:lnTo>
                  <a:pt x="327827" y="39104"/>
                </a:lnTo>
                <a:lnTo>
                  <a:pt x="328549" y="39771"/>
                </a:lnTo>
                <a:lnTo>
                  <a:pt x="329223" y="40458"/>
                </a:lnTo>
                <a:lnTo>
                  <a:pt x="329851" y="41165"/>
                </a:lnTo>
                <a:lnTo>
                  <a:pt x="330431" y="41893"/>
                </a:lnTo>
                <a:lnTo>
                  <a:pt x="330964" y="42641"/>
                </a:lnTo>
                <a:lnTo>
                  <a:pt x="331450" y="43409"/>
                </a:lnTo>
                <a:lnTo>
                  <a:pt x="331889" y="44198"/>
                </a:lnTo>
                <a:lnTo>
                  <a:pt x="332281" y="45006"/>
                </a:lnTo>
                <a:lnTo>
                  <a:pt x="332571" y="45639"/>
                </a:lnTo>
                <a:lnTo>
                  <a:pt x="332844" y="46277"/>
                </a:lnTo>
                <a:lnTo>
                  <a:pt x="333102" y="46923"/>
                </a:lnTo>
                <a:lnTo>
                  <a:pt x="333343" y="47574"/>
                </a:lnTo>
                <a:lnTo>
                  <a:pt x="333569" y="48232"/>
                </a:lnTo>
                <a:lnTo>
                  <a:pt x="333779" y="48896"/>
                </a:lnTo>
                <a:lnTo>
                  <a:pt x="333974" y="49567"/>
                </a:lnTo>
                <a:lnTo>
                  <a:pt x="334152" y="50245"/>
                </a:lnTo>
                <a:lnTo>
                  <a:pt x="334314" y="50928"/>
                </a:lnTo>
                <a:lnTo>
                  <a:pt x="334461" y="51618"/>
                </a:lnTo>
                <a:lnTo>
                  <a:pt x="334592" y="52315"/>
                </a:lnTo>
                <a:lnTo>
                  <a:pt x="334707" y="53018"/>
                </a:lnTo>
                <a:lnTo>
                  <a:pt x="334809" y="53787"/>
                </a:lnTo>
                <a:lnTo>
                  <a:pt x="334903" y="54681"/>
                </a:lnTo>
                <a:lnTo>
                  <a:pt x="334988" y="55700"/>
                </a:lnTo>
                <a:lnTo>
                  <a:pt x="335063" y="56844"/>
                </a:lnTo>
                <a:lnTo>
                  <a:pt x="335130" y="58113"/>
                </a:lnTo>
                <a:lnTo>
                  <a:pt x="335188" y="59507"/>
                </a:lnTo>
                <a:lnTo>
                  <a:pt x="335237" y="61027"/>
                </a:lnTo>
                <a:lnTo>
                  <a:pt x="335277" y="62671"/>
                </a:lnTo>
                <a:lnTo>
                  <a:pt x="335309" y="64441"/>
                </a:lnTo>
                <a:lnTo>
                  <a:pt x="335331" y="66336"/>
                </a:lnTo>
                <a:lnTo>
                  <a:pt x="335344" y="68356"/>
                </a:lnTo>
                <a:lnTo>
                  <a:pt x="335349" y="70501"/>
                </a:lnTo>
                <a:lnTo>
                  <a:pt x="335349" y="114937"/>
                </a:lnTo>
                <a:lnTo>
                  <a:pt x="322081" y="114937"/>
                </a:lnTo>
                <a:lnTo>
                  <a:pt x="322081" y="68909"/>
                </a:lnTo>
                <a:lnTo>
                  <a:pt x="322074" y="67055"/>
                </a:lnTo>
                <a:lnTo>
                  <a:pt x="322051" y="65308"/>
                </a:lnTo>
                <a:lnTo>
                  <a:pt x="322012" y="63669"/>
                </a:lnTo>
                <a:lnTo>
                  <a:pt x="321958" y="62139"/>
                </a:lnTo>
                <a:lnTo>
                  <a:pt x="321889" y="60717"/>
                </a:lnTo>
                <a:lnTo>
                  <a:pt x="321805" y="59403"/>
                </a:lnTo>
                <a:lnTo>
                  <a:pt x="321705" y="58197"/>
                </a:lnTo>
                <a:lnTo>
                  <a:pt x="321590" y="57100"/>
                </a:lnTo>
                <a:lnTo>
                  <a:pt x="321459" y="56111"/>
                </a:lnTo>
                <a:lnTo>
                  <a:pt x="321314" y="55230"/>
                </a:lnTo>
                <a:lnTo>
                  <a:pt x="321152" y="54457"/>
                </a:lnTo>
                <a:lnTo>
                  <a:pt x="320976" y="53792"/>
                </a:lnTo>
                <a:lnTo>
                  <a:pt x="320779" y="53191"/>
                </a:lnTo>
                <a:lnTo>
                  <a:pt x="320556" y="52608"/>
                </a:lnTo>
                <a:lnTo>
                  <a:pt x="320307" y="52043"/>
                </a:lnTo>
                <a:lnTo>
                  <a:pt x="320033" y="51496"/>
                </a:lnTo>
                <a:lnTo>
                  <a:pt x="319732" y="50968"/>
                </a:lnTo>
                <a:lnTo>
                  <a:pt x="319406" y="50458"/>
                </a:lnTo>
                <a:lnTo>
                  <a:pt x="319055" y="49966"/>
                </a:lnTo>
                <a:lnTo>
                  <a:pt x="318677" y="49493"/>
                </a:lnTo>
                <a:lnTo>
                  <a:pt x="318274" y="49038"/>
                </a:lnTo>
                <a:lnTo>
                  <a:pt x="317845" y="48601"/>
                </a:lnTo>
                <a:lnTo>
                  <a:pt x="317390" y="48182"/>
                </a:lnTo>
                <a:lnTo>
                  <a:pt x="316910" y="47782"/>
                </a:lnTo>
                <a:lnTo>
                  <a:pt x="316413" y="47407"/>
                </a:lnTo>
                <a:lnTo>
                  <a:pt x="315908" y="47064"/>
                </a:lnTo>
                <a:lnTo>
                  <a:pt x="315396" y="46754"/>
                </a:lnTo>
                <a:lnTo>
                  <a:pt x="314877" y="46477"/>
                </a:lnTo>
                <a:lnTo>
                  <a:pt x="314350" y="46233"/>
                </a:lnTo>
                <a:lnTo>
                  <a:pt x="313816" y="46021"/>
                </a:lnTo>
                <a:lnTo>
                  <a:pt x="313274" y="45841"/>
                </a:lnTo>
                <a:lnTo>
                  <a:pt x="312725" y="45695"/>
                </a:lnTo>
                <a:lnTo>
                  <a:pt x="312169" y="45580"/>
                </a:lnTo>
                <a:lnTo>
                  <a:pt x="311605" y="45499"/>
                </a:lnTo>
                <a:lnTo>
                  <a:pt x="311033" y="45450"/>
                </a:lnTo>
                <a:lnTo>
                  <a:pt x="310455" y="45434"/>
                </a:lnTo>
                <a:lnTo>
                  <a:pt x="309282" y="45480"/>
                </a:lnTo>
                <a:lnTo>
                  <a:pt x="308096" y="45618"/>
                </a:lnTo>
                <a:lnTo>
                  <a:pt x="306895" y="45847"/>
                </a:lnTo>
                <a:lnTo>
                  <a:pt x="305680" y="46169"/>
                </a:lnTo>
                <a:lnTo>
                  <a:pt x="304450" y="46582"/>
                </a:lnTo>
                <a:lnTo>
                  <a:pt x="303206" y="47088"/>
                </a:lnTo>
                <a:lnTo>
                  <a:pt x="301947" y="47685"/>
                </a:lnTo>
                <a:lnTo>
                  <a:pt x="300675" y="48374"/>
                </a:lnTo>
                <a:lnTo>
                  <a:pt x="299387" y="49155"/>
                </a:lnTo>
                <a:lnTo>
                  <a:pt x="298086" y="50028"/>
                </a:lnTo>
                <a:lnTo>
                  <a:pt x="296770" y="50993"/>
                </a:lnTo>
                <a:lnTo>
                  <a:pt x="295440" y="52050"/>
                </a:lnTo>
                <a:lnTo>
                  <a:pt x="294122" y="53176"/>
                </a:lnTo>
                <a:lnTo>
                  <a:pt x="292843" y="54348"/>
                </a:lnTo>
                <a:lnTo>
                  <a:pt x="291604" y="55567"/>
                </a:lnTo>
                <a:lnTo>
                  <a:pt x="290403" y="56832"/>
                </a:lnTo>
                <a:lnTo>
                  <a:pt x="289242" y="58144"/>
                </a:lnTo>
                <a:lnTo>
                  <a:pt x="288120" y="59502"/>
                </a:lnTo>
                <a:lnTo>
                  <a:pt x="287036" y="60906"/>
                </a:lnTo>
                <a:lnTo>
                  <a:pt x="285993" y="62357"/>
                </a:lnTo>
                <a:lnTo>
                  <a:pt x="284988" y="63854"/>
                </a:lnTo>
                <a:lnTo>
                  <a:pt x="284022" y="65398"/>
                </a:lnTo>
                <a:lnTo>
                  <a:pt x="283096" y="66988"/>
                </a:lnTo>
                <a:lnTo>
                  <a:pt x="282208" y="68625"/>
                </a:lnTo>
                <a:lnTo>
                  <a:pt x="282208" y="114937"/>
                </a:lnTo>
                <a:lnTo>
                  <a:pt x="268941" y="114937"/>
                </a:lnTo>
                <a:close/>
                <a:moveTo>
                  <a:pt x="375778" y="145844"/>
                </a:moveTo>
                <a:lnTo>
                  <a:pt x="375778" y="137013"/>
                </a:lnTo>
                <a:lnTo>
                  <a:pt x="376617" y="136780"/>
                </a:lnTo>
                <a:lnTo>
                  <a:pt x="377422" y="136530"/>
                </a:lnTo>
                <a:lnTo>
                  <a:pt x="378192" y="136263"/>
                </a:lnTo>
                <a:lnTo>
                  <a:pt x="378928" y="135981"/>
                </a:lnTo>
                <a:lnTo>
                  <a:pt x="379631" y="135682"/>
                </a:lnTo>
                <a:lnTo>
                  <a:pt x="380299" y="135367"/>
                </a:lnTo>
                <a:lnTo>
                  <a:pt x="380932" y="135035"/>
                </a:lnTo>
                <a:lnTo>
                  <a:pt x="381532" y="134687"/>
                </a:lnTo>
                <a:lnTo>
                  <a:pt x="382097" y="134323"/>
                </a:lnTo>
                <a:lnTo>
                  <a:pt x="382629" y="133942"/>
                </a:lnTo>
                <a:lnTo>
                  <a:pt x="383126" y="133545"/>
                </a:lnTo>
                <a:lnTo>
                  <a:pt x="383589" y="133132"/>
                </a:lnTo>
                <a:lnTo>
                  <a:pt x="384027" y="132702"/>
                </a:lnTo>
                <a:lnTo>
                  <a:pt x="384450" y="132252"/>
                </a:lnTo>
                <a:lnTo>
                  <a:pt x="384859" y="131784"/>
                </a:lnTo>
                <a:lnTo>
                  <a:pt x="385253" y="131297"/>
                </a:lnTo>
                <a:lnTo>
                  <a:pt x="385632" y="130791"/>
                </a:lnTo>
                <a:lnTo>
                  <a:pt x="385996" y="130266"/>
                </a:lnTo>
                <a:lnTo>
                  <a:pt x="386345" y="129722"/>
                </a:lnTo>
                <a:lnTo>
                  <a:pt x="386680" y="129160"/>
                </a:lnTo>
                <a:lnTo>
                  <a:pt x="386999" y="128579"/>
                </a:lnTo>
                <a:lnTo>
                  <a:pt x="387304" y="127979"/>
                </a:lnTo>
                <a:lnTo>
                  <a:pt x="387593" y="127361"/>
                </a:lnTo>
                <a:lnTo>
                  <a:pt x="387868" y="126723"/>
                </a:lnTo>
                <a:lnTo>
                  <a:pt x="388125" y="126065"/>
                </a:lnTo>
                <a:lnTo>
                  <a:pt x="388359" y="125385"/>
                </a:lnTo>
                <a:lnTo>
                  <a:pt x="388571" y="124682"/>
                </a:lnTo>
                <a:lnTo>
                  <a:pt x="388760" y="123958"/>
                </a:lnTo>
                <a:lnTo>
                  <a:pt x="388927" y="123211"/>
                </a:lnTo>
                <a:lnTo>
                  <a:pt x="389072" y="122441"/>
                </a:lnTo>
                <a:lnTo>
                  <a:pt x="389195" y="121650"/>
                </a:lnTo>
                <a:lnTo>
                  <a:pt x="389295" y="120836"/>
                </a:lnTo>
                <a:lnTo>
                  <a:pt x="389373" y="120000"/>
                </a:lnTo>
                <a:lnTo>
                  <a:pt x="389429" y="119142"/>
                </a:lnTo>
                <a:lnTo>
                  <a:pt x="389462" y="118261"/>
                </a:lnTo>
                <a:lnTo>
                  <a:pt x="389473" y="117359"/>
                </a:lnTo>
                <a:lnTo>
                  <a:pt x="388392" y="117333"/>
                </a:lnTo>
                <a:lnTo>
                  <a:pt x="387359" y="117254"/>
                </a:lnTo>
                <a:lnTo>
                  <a:pt x="386375" y="117124"/>
                </a:lnTo>
                <a:lnTo>
                  <a:pt x="385439" y="116942"/>
                </a:lnTo>
                <a:lnTo>
                  <a:pt x="384552" y="116708"/>
                </a:lnTo>
                <a:lnTo>
                  <a:pt x="383713" y="116421"/>
                </a:lnTo>
                <a:lnTo>
                  <a:pt x="382923" y="116083"/>
                </a:lnTo>
                <a:lnTo>
                  <a:pt x="382182" y="115692"/>
                </a:lnTo>
                <a:lnTo>
                  <a:pt x="381489" y="115249"/>
                </a:lnTo>
                <a:lnTo>
                  <a:pt x="380844" y="114755"/>
                </a:lnTo>
                <a:lnTo>
                  <a:pt x="380248" y="114208"/>
                </a:lnTo>
                <a:lnTo>
                  <a:pt x="379701" y="113609"/>
                </a:lnTo>
                <a:lnTo>
                  <a:pt x="379200" y="112980"/>
                </a:lnTo>
                <a:lnTo>
                  <a:pt x="378742" y="112344"/>
                </a:lnTo>
                <a:lnTo>
                  <a:pt x="378328" y="111700"/>
                </a:lnTo>
                <a:lnTo>
                  <a:pt x="377958" y="111049"/>
                </a:lnTo>
                <a:lnTo>
                  <a:pt x="377631" y="110391"/>
                </a:lnTo>
                <a:lnTo>
                  <a:pt x="377347" y="109725"/>
                </a:lnTo>
                <a:lnTo>
                  <a:pt x="377108" y="109052"/>
                </a:lnTo>
                <a:lnTo>
                  <a:pt x="376911" y="108371"/>
                </a:lnTo>
                <a:lnTo>
                  <a:pt x="376759" y="107682"/>
                </a:lnTo>
                <a:lnTo>
                  <a:pt x="376650" y="106987"/>
                </a:lnTo>
                <a:lnTo>
                  <a:pt x="376584" y="106284"/>
                </a:lnTo>
                <a:lnTo>
                  <a:pt x="376563" y="105573"/>
                </a:lnTo>
                <a:lnTo>
                  <a:pt x="376587" y="104762"/>
                </a:lnTo>
                <a:lnTo>
                  <a:pt x="376660" y="103973"/>
                </a:lnTo>
                <a:lnTo>
                  <a:pt x="376781" y="103204"/>
                </a:lnTo>
                <a:lnTo>
                  <a:pt x="376951" y="102458"/>
                </a:lnTo>
                <a:lnTo>
                  <a:pt x="377169" y="101732"/>
                </a:lnTo>
                <a:lnTo>
                  <a:pt x="377436" y="101028"/>
                </a:lnTo>
                <a:lnTo>
                  <a:pt x="377752" y="100345"/>
                </a:lnTo>
                <a:lnTo>
                  <a:pt x="378116" y="99684"/>
                </a:lnTo>
                <a:lnTo>
                  <a:pt x="378529" y="99044"/>
                </a:lnTo>
                <a:lnTo>
                  <a:pt x="378990" y="98425"/>
                </a:lnTo>
                <a:lnTo>
                  <a:pt x="379500" y="97828"/>
                </a:lnTo>
                <a:lnTo>
                  <a:pt x="380058" y="97252"/>
                </a:lnTo>
                <a:lnTo>
                  <a:pt x="380648" y="96710"/>
                </a:lnTo>
                <a:lnTo>
                  <a:pt x="381255" y="96215"/>
                </a:lnTo>
                <a:lnTo>
                  <a:pt x="381877" y="95767"/>
                </a:lnTo>
                <a:lnTo>
                  <a:pt x="382515" y="95367"/>
                </a:lnTo>
                <a:lnTo>
                  <a:pt x="383169" y="95013"/>
                </a:lnTo>
                <a:lnTo>
                  <a:pt x="383838" y="94707"/>
                </a:lnTo>
                <a:lnTo>
                  <a:pt x="384524" y="94448"/>
                </a:lnTo>
                <a:lnTo>
                  <a:pt x="385225" y="94236"/>
                </a:lnTo>
                <a:lnTo>
                  <a:pt x="385942" y="94071"/>
                </a:lnTo>
                <a:lnTo>
                  <a:pt x="386676" y="93953"/>
                </a:lnTo>
                <a:lnTo>
                  <a:pt x="387425" y="93882"/>
                </a:lnTo>
                <a:lnTo>
                  <a:pt x="388189" y="93858"/>
                </a:lnTo>
                <a:lnTo>
                  <a:pt x="389177" y="93894"/>
                </a:lnTo>
                <a:lnTo>
                  <a:pt x="390141" y="94002"/>
                </a:lnTo>
                <a:lnTo>
                  <a:pt x="391083" y="94182"/>
                </a:lnTo>
                <a:lnTo>
                  <a:pt x="392002" y="94433"/>
                </a:lnTo>
                <a:lnTo>
                  <a:pt x="392898" y="94756"/>
                </a:lnTo>
                <a:lnTo>
                  <a:pt x="393771" y="95151"/>
                </a:lnTo>
                <a:lnTo>
                  <a:pt x="394621" y="95618"/>
                </a:lnTo>
                <a:lnTo>
                  <a:pt x="395449" y="96156"/>
                </a:lnTo>
                <a:lnTo>
                  <a:pt x="396254" y="96766"/>
                </a:lnTo>
                <a:lnTo>
                  <a:pt x="397036" y="97448"/>
                </a:lnTo>
                <a:lnTo>
                  <a:pt x="397796" y="98202"/>
                </a:lnTo>
                <a:lnTo>
                  <a:pt x="398532" y="99028"/>
                </a:lnTo>
                <a:lnTo>
                  <a:pt x="399227" y="99916"/>
                </a:lnTo>
                <a:lnTo>
                  <a:pt x="399862" y="100857"/>
                </a:lnTo>
                <a:lnTo>
                  <a:pt x="400436" y="101851"/>
                </a:lnTo>
                <a:lnTo>
                  <a:pt x="400949" y="102899"/>
                </a:lnTo>
                <a:lnTo>
                  <a:pt x="401403" y="103999"/>
                </a:lnTo>
                <a:lnTo>
                  <a:pt x="401795" y="105152"/>
                </a:lnTo>
                <a:lnTo>
                  <a:pt x="402128" y="106358"/>
                </a:lnTo>
                <a:lnTo>
                  <a:pt x="402400" y="107617"/>
                </a:lnTo>
                <a:lnTo>
                  <a:pt x="402611" y="108929"/>
                </a:lnTo>
                <a:lnTo>
                  <a:pt x="402762" y="110294"/>
                </a:lnTo>
                <a:lnTo>
                  <a:pt x="402853" y="111713"/>
                </a:lnTo>
                <a:lnTo>
                  <a:pt x="402883" y="113184"/>
                </a:lnTo>
                <a:lnTo>
                  <a:pt x="402859" y="114485"/>
                </a:lnTo>
                <a:lnTo>
                  <a:pt x="402788" y="115774"/>
                </a:lnTo>
                <a:lnTo>
                  <a:pt x="402669" y="117050"/>
                </a:lnTo>
                <a:lnTo>
                  <a:pt x="402503" y="118314"/>
                </a:lnTo>
                <a:lnTo>
                  <a:pt x="402289" y="119566"/>
                </a:lnTo>
                <a:lnTo>
                  <a:pt x="402027" y="120805"/>
                </a:lnTo>
                <a:lnTo>
                  <a:pt x="401718" y="122032"/>
                </a:lnTo>
                <a:lnTo>
                  <a:pt x="401362" y="123247"/>
                </a:lnTo>
                <a:lnTo>
                  <a:pt x="400957" y="124449"/>
                </a:lnTo>
                <a:lnTo>
                  <a:pt x="400506" y="125638"/>
                </a:lnTo>
                <a:lnTo>
                  <a:pt x="400006" y="126816"/>
                </a:lnTo>
                <a:lnTo>
                  <a:pt x="399459" y="127980"/>
                </a:lnTo>
                <a:lnTo>
                  <a:pt x="398872" y="129125"/>
                </a:lnTo>
                <a:lnTo>
                  <a:pt x="398250" y="130241"/>
                </a:lnTo>
                <a:lnTo>
                  <a:pt x="397594" y="131330"/>
                </a:lnTo>
                <a:lnTo>
                  <a:pt x="396903" y="132390"/>
                </a:lnTo>
                <a:lnTo>
                  <a:pt x="396179" y="133421"/>
                </a:lnTo>
                <a:lnTo>
                  <a:pt x="395420" y="134425"/>
                </a:lnTo>
                <a:lnTo>
                  <a:pt x="394628" y="135400"/>
                </a:lnTo>
                <a:lnTo>
                  <a:pt x="393801" y="136347"/>
                </a:lnTo>
                <a:lnTo>
                  <a:pt x="392939" y="137266"/>
                </a:lnTo>
                <a:lnTo>
                  <a:pt x="392044" y="138156"/>
                </a:lnTo>
                <a:lnTo>
                  <a:pt x="391115" y="139019"/>
                </a:lnTo>
                <a:lnTo>
                  <a:pt x="390151" y="139853"/>
                </a:lnTo>
                <a:lnTo>
                  <a:pt x="389152" y="140646"/>
                </a:lnTo>
                <a:lnTo>
                  <a:pt x="388117" y="141386"/>
                </a:lnTo>
                <a:lnTo>
                  <a:pt x="387046" y="142073"/>
                </a:lnTo>
                <a:lnTo>
                  <a:pt x="385939" y="142705"/>
                </a:lnTo>
                <a:lnTo>
                  <a:pt x="384795" y="143285"/>
                </a:lnTo>
                <a:lnTo>
                  <a:pt x="383615" y="143811"/>
                </a:lnTo>
                <a:lnTo>
                  <a:pt x="382400" y="144283"/>
                </a:lnTo>
                <a:lnTo>
                  <a:pt x="381148" y="144702"/>
                </a:lnTo>
                <a:lnTo>
                  <a:pt x="379859" y="145068"/>
                </a:lnTo>
                <a:lnTo>
                  <a:pt x="378535" y="145380"/>
                </a:lnTo>
                <a:lnTo>
                  <a:pt x="377175" y="145639"/>
                </a:lnTo>
                <a:lnTo>
                  <a:pt x="375778" y="145844"/>
                </a:lnTo>
                <a:close/>
                <a:moveTo>
                  <a:pt x="510862" y="111626"/>
                </a:moveTo>
                <a:lnTo>
                  <a:pt x="509341" y="112261"/>
                </a:lnTo>
                <a:lnTo>
                  <a:pt x="507890" y="112852"/>
                </a:lnTo>
                <a:lnTo>
                  <a:pt x="506511" y="113398"/>
                </a:lnTo>
                <a:lnTo>
                  <a:pt x="505203" y="113900"/>
                </a:lnTo>
                <a:lnTo>
                  <a:pt x="503967" y="114358"/>
                </a:lnTo>
                <a:lnTo>
                  <a:pt x="502802" y="114772"/>
                </a:lnTo>
                <a:lnTo>
                  <a:pt x="501708" y="115141"/>
                </a:lnTo>
                <a:lnTo>
                  <a:pt x="500686" y="115466"/>
                </a:lnTo>
                <a:lnTo>
                  <a:pt x="499735" y="115746"/>
                </a:lnTo>
                <a:lnTo>
                  <a:pt x="498855" y="115982"/>
                </a:lnTo>
                <a:lnTo>
                  <a:pt x="498047" y="116174"/>
                </a:lnTo>
                <a:lnTo>
                  <a:pt x="497310" y="116322"/>
                </a:lnTo>
                <a:lnTo>
                  <a:pt x="496610" y="116442"/>
                </a:lnTo>
                <a:lnTo>
                  <a:pt x="495915" y="116551"/>
                </a:lnTo>
                <a:lnTo>
                  <a:pt x="495223" y="116651"/>
                </a:lnTo>
                <a:lnTo>
                  <a:pt x="494536" y="116740"/>
                </a:lnTo>
                <a:lnTo>
                  <a:pt x="493852" y="116818"/>
                </a:lnTo>
                <a:lnTo>
                  <a:pt x="493173" y="116886"/>
                </a:lnTo>
                <a:lnTo>
                  <a:pt x="492497" y="116943"/>
                </a:lnTo>
                <a:lnTo>
                  <a:pt x="491825" y="116990"/>
                </a:lnTo>
                <a:lnTo>
                  <a:pt x="491157" y="117027"/>
                </a:lnTo>
                <a:lnTo>
                  <a:pt x="490494" y="117053"/>
                </a:lnTo>
                <a:lnTo>
                  <a:pt x="489834" y="117069"/>
                </a:lnTo>
                <a:lnTo>
                  <a:pt x="489178" y="117074"/>
                </a:lnTo>
                <a:lnTo>
                  <a:pt x="487797" y="117052"/>
                </a:lnTo>
                <a:lnTo>
                  <a:pt x="486436" y="116985"/>
                </a:lnTo>
                <a:lnTo>
                  <a:pt x="485094" y="116874"/>
                </a:lnTo>
                <a:lnTo>
                  <a:pt x="483773" y="116718"/>
                </a:lnTo>
                <a:lnTo>
                  <a:pt x="482471" y="116517"/>
                </a:lnTo>
                <a:lnTo>
                  <a:pt x="481189" y="116273"/>
                </a:lnTo>
                <a:lnTo>
                  <a:pt x="479927" y="115983"/>
                </a:lnTo>
                <a:lnTo>
                  <a:pt x="478685" y="115650"/>
                </a:lnTo>
                <a:lnTo>
                  <a:pt x="477462" y="115271"/>
                </a:lnTo>
                <a:lnTo>
                  <a:pt x="476259" y="114848"/>
                </a:lnTo>
                <a:lnTo>
                  <a:pt x="475077" y="114381"/>
                </a:lnTo>
                <a:lnTo>
                  <a:pt x="473914" y="113869"/>
                </a:lnTo>
                <a:lnTo>
                  <a:pt x="472784" y="113314"/>
                </a:lnTo>
                <a:lnTo>
                  <a:pt x="471701" y="112716"/>
                </a:lnTo>
                <a:lnTo>
                  <a:pt x="470666" y="112076"/>
                </a:lnTo>
                <a:lnTo>
                  <a:pt x="469677" y="111393"/>
                </a:lnTo>
                <a:lnTo>
                  <a:pt x="468736" y="110667"/>
                </a:lnTo>
                <a:lnTo>
                  <a:pt x="467842" y="109899"/>
                </a:lnTo>
                <a:lnTo>
                  <a:pt x="466994" y="109089"/>
                </a:lnTo>
                <a:lnTo>
                  <a:pt x="466194" y="108236"/>
                </a:lnTo>
                <a:lnTo>
                  <a:pt x="465441" y="107340"/>
                </a:lnTo>
                <a:lnTo>
                  <a:pt x="464735" y="106402"/>
                </a:lnTo>
                <a:lnTo>
                  <a:pt x="464076" y="105421"/>
                </a:lnTo>
                <a:lnTo>
                  <a:pt x="463464" y="104398"/>
                </a:lnTo>
                <a:lnTo>
                  <a:pt x="462900" y="103306"/>
                </a:lnTo>
                <a:lnTo>
                  <a:pt x="462385" y="102119"/>
                </a:lnTo>
                <a:lnTo>
                  <a:pt x="461919" y="100837"/>
                </a:lnTo>
                <a:lnTo>
                  <a:pt x="461502" y="99461"/>
                </a:lnTo>
                <a:lnTo>
                  <a:pt x="461134" y="97989"/>
                </a:lnTo>
                <a:lnTo>
                  <a:pt x="460816" y="96422"/>
                </a:lnTo>
                <a:lnTo>
                  <a:pt x="460546" y="94760"/>
                </a:lnTo>
                <a:lnTo>
                  <a:pt x="460325" y="93004"/>
                </a:lnTo>
                <a:lnTo>
                  <a:pt x="460154" y="91152"/>
                </a:lnTo>
                <a:lnTo>
                  <a:pt x="460031" y="89206"/>
                </a:lnTo>
                <a:lnTo>
                  <a:pt x="459957" y="87164"/>
                </a:lnTo>
                <a:lnTo>
                  <a:pt x="459933" y="85028"/>
                </a:lnTo>
                <a:lnTo>
                  <a:pt x="459933" y="52982"/>
                </a:lnTo>
                <a:lnTo>
                  <a:pt x="440032" y="52982"/>
                </a:lnTo>
                <a:lnTo>
                  <a:pt x="440032" y="41873"/>
                </a:lnTo>
                <a:lnTo>
                  <a:pt x="459933" y="41873"/>
                </a:lnTo>
                <a:lnTo>
                  <a:pt x="459933" y="9827"/>
                </a:lnTo>
                <a:lnTo>
                  <a:pt x="473200" y="9827"/>
                </a:lnTo>
                <a:lnTo>
                  <a:pt x="473200" y="41873"/>
                </a:lnTo>
                <a:lnTo>
                  <a:pt x="508651" y="41873"/>
                </a:lnTo>
                <a:lnTo>
                  <a:pt x="508651" y="52982"/>
                </a:lnTo>
                <a:lnTo>
                  <a:pt x="473200" y="52982"/>
                </a:lnTo>
                <a:lnTo>
                  <a:pt x="473200" y="84772"/>
                </a:lnTo>
                <a:lnTo>
                  <a:pt x="473216" y="86333"/>
                </a:lnTo>
                <a:lnTo>
                  <a:pt x="473264" y="87815"/>
                </a:lnTo>
                <a:lnTo>
                  <a:pt x="473343" y="89219"/>
                </a:lnTo>
                <a:lnTo>
                  <a:pt x="473454" y="90544"/>
                </a:lnTo>
                <a:lnTo>
                  <a:pt x="473597" y="91791"/>
                </a:lnTo>
                <a:lnTo>
                  <a:pt x="473771" y="92959"/>
                </a:lnTo>
                <a:lnTo>
                  <a:pt x="473977" y="94049"/>
                </a:lnTo>
                <a:lnTo>
                  <a:pt x="474215" y="95060"/>
                </a:lnTo>
                <a:lnTo>
                  <a:pt x="474484" y="95993"/>
                </a:lnTo>
                <a:lnTo>
                  <a:pt x="474785" y="96847"/>
                </a:lnTo>
                <a:lnTo>
                  <a:pt x="475118" y="97623"/>
                </a:lnTo>
                <a:lnTo>
                  <a:pt x="475483" y="98320"/>
                </a:lnTo>
                <a:lnTo>
                  <a:pt x="475874" y="98963"/>
                </a:lnTo>
                <a:lnTo>
                  <a:pt x="476286" y="99577"/>
                </a:lnTo>
                <a:lnTo>
                  <a:pt x="476720" y="100162"/>
                </a:lnTo>
                <a:lnTo>
                  <a:pt x="477175" y="100718"/>
                </a:lnTo>
                <a:lnTo>
                  <a:pt x="477651" y="101244"/>
                </a:lnTo>
                <a:lnTo>
                  <a:pt x="478149" y="101742"/>
                </a:lnTo>
                <a:lnTo>
                  <a:pt x="478668" y="102210"/>
                </a:lnTo>
                <a:lnTo>
                  <a:pt x="479208" y="102650"/>
                </a:lnTo>
                <a:lnTo>
                  <a:pt x="479769" y="103060"/>
                </a:lnTo>
                <a:lnTo>
                  <a:pt x="480352" y="103441"/>
                </a:lnTo>
                <a:lnTo>
                  <a:pt x="480956" y="103793"/>
                </a:lnTo>
                <a:lnTo>
                  <a:pt x="481581" y="104115"/>
                </a:lnTo>
                <a:lnTo>
                  <a:pt x="482227" y="104411"/>
                </a:lnTo>
                <a:lnTo>
                  <a:pt x="482892" y="104680"/>
                </a:lnTo>
                <a:lnTo>
                  <a:pt x="483576" y="104924"/>
                </a:lnTo>
                <a:lnTo>
                  <a:pt x="484280" y="105143"/>
                </a:lnTo>
                <a:lnTo>
                  <a:pt x="485003" y="105335"/>
                </a:lnTo>
                <a:lnTo>
                  <a:pt x="485745" y="105502"/>
                </a:lnTo>
                <a:lnTo>
                  <a:pt x="486507" y="105644"/>
                </a:lnTo>
                <a:lnTo>
                  <a:pt x="487288" y="105759"/>
                </a:lnTo>
                <a:lnTo>
                  <a:pt x="488088" y="105849"/>
                </a:lnTo>
                <a:lnTo>
                  <a:pt x="488908" y="105913"/>
                </a:lnTo>
                <a:lnTo>
                  <a:pt x="489746" y="105952"/>
                </a:lnTo>
                <a:lnTo>
                  <a:pt x="490605" y="105965"/>
                </a:lnTo>
                <a:lnTo>
                  <a:pt x="492217" y="105923"/>
                </a:lnTo>
                <a:lnTo>
                  <a:pt x="493842" y="105797"/>
                </a:lnTo>
                <a:lnTo>
                  <a:pt x="495482" y="105587"/>
                </a:lnTo>
                <a:lnTo>
                  <a:pt x="497135" y="105293"/>
                </a:lnTo>
                <a:lnTo>
                  <a:pt x="498803" y="104915"/>
                </a:lnTo>
                <a:lnTo>
                  <a:pt x="500484" y="104454"/>
                </a:lnTo>
                <a:lnTo>
                  <a:pt x="502179" y="103908"/>
                </a:lnTo>
                <a:lnTo>
                  <a:pt x="503888" y="103278"/>
                </a:lnTo>
                <a:lnTo>
                  <a:pt x="505611" y="102565"/>
                </a:lnTo>
                <a:lnTo>
                  <a:pt x="507347" y="101767"/>
                </a:lnTo>
                <a:lnTo>
                  <a:pt x="509098" y="100886"/>
                </a:lnTo>
                <a:lnTo>
                  <a:pt x="510862" y="99920"/>
                </a:lnTo>
                <a:lnTo>
                  <a:pt x="510862" y="111626"/>
                </a:lnTo>
                <a:close/>
                <a:moveTo>
                  <a:pt x="564702" y="117074"/>
                </a:moveTo>
                <a:lnTo>
                  <a:pt x="561896" y="116991"/>
                </a:lnTo>
                <a:lnTo>
                  <a:pt x="559185" y="116743"/>
                </a:lnTo>
                <a:lnTo>
                  <a:pt x="556570" y="116329"/>
                </a:lnTo>
                <a:lnTo>
                  <a:pt x="554050" y="115750"/>
                </a:lnTo>
                <a:lnTo>
                  <a:pt x="551624" y="115005"/>
                </a:lnTo>
                <a:lnTo>
                  <a:pt x="549294" y="114095"/>
                </a:lnTo>
                <a:lnTo>
                  <a:pt x="547059" y="113019"/>
                </a:lnTo>
                <a:lnTo>
                  <a:pt x="544920" y="111777"/>
                </a:lnTo>
                <a:lnTo>
                  <a:pt x="542875" y="110370"/>
                </a:lnTo>
                <a:lnTo>
                  <a:pt x="540925" y="108798"/>
                </a:lnTo>
                <a:lnTo>
                  <a:pt x="539070" y="107060"/>
                </a:lnTo>
                <a:lnTo>
                  <a:pt x="537311" y="105157"/>
                </a:lnTo>
                <a:lnTo>
                  <a:pt x="535670" y="103127"/>
                </a:lnTo>
                <a:lnTo>
                  <a:pt x="534173" y="101011"/>
                </a:lnTo>
                <a:lnTo>
                  <a:pt x="532817" y="98808"/>
                </a:lnTo>
                <a:lnTo>
                  <a:pt x="531605" y="96519"/>
                </a:lnTo>
                <a:lnTo>
                  <a:pt x="530535" y="94143"/>
                </a:lnTo>
                <a:lnTo>
                  <a:pt x="529607" y="91681"/>
                </a:lnTo>
                <a:lnTo>
                  <a:pt x="528823" y="89133"/>
                </a:lnTo>
                <a:lnTo>
                  <a:pt x="528181" y="86498"/>
                </a:lnTo>
                <a:lnTo>
                  <a:pt x="527682" y="83777"/>
                </a:lnTo>
                <a:lnTo>
                  <a:pt x="527325" y="80969"/>
                </a:lnTo>
                <a:lnTo>
                  <a:pt x="527111" y="78075"/>
                </a:lnTo>
                <a:lnTo>
                  <a:pt x="527040" y="75094"/>
                </a:lnTo>
                <a:lnTo>
                  <a:pt x="527111" y="72113"/>
                </a:lnTo>
                <a:lnTo>
                  <a:pt x="527325" y="69220"/>
                </a:lnTo>
                <a:lnTo>
                  <a:pt x="527682" y="66413"/>
                </a:lnTo>
                <a:lnTo>
                  <a:pt x="528181" y="63694"/>
                </a:lnTo>
                <a:lnTo>
                  <a:pt x="528823" y="61061"/>
                </a:lnTo>
                <a:lnTo>
                  <a:pt x="529607" y="58516"/>
                </a:lnTo>
                <a:lnTo>
                  <a:pt x="530535" y="56057"/>
                </a:lnTo>
                <a:lnTo>
                  <a:pt x="531605" y="53686"/>
                </a:lnTo>
                <a:lnTo>
                  <a:pt x="532817" y="51401"/>
                </a:lnTo>
                <a:lnTo>
                  <a:pt x="534173" y="49203"/>
                </a:lnTo>
                <a:lnTo>
                  <a:pt x="535670" y="47093"/>
                </a:lnTo>
                <a:lnTo>
                  <a:pt x="537311" y="45069"/>
                </a:lnTo>
                <a:lnTo>
                  <a:pt x="539070" y="43171"/>
                </a:lnTo>
                <a:lnTo>
                  <a:pt x="540925" y="41438"/>
                </a:lnTo>
                <a:lnTo>
                  <a:pt x="542875" y="39870"/>
                </a:lnTo>
                <a:lnTo>
                  <a:pt x="544920" y="38467"/>
                </a:lnTo>
                <a:lnTo>
                  <a:pt x="547059" y="37229"/>
                </a:lnTo>
                <a:lnTo>
                  <a:pt x="549294" y="36156"/>
                </a:lnTo>
                <a:lnTo>
                  <a:pt x="551624" y="35248"/>
                </a:lnTo>
                <a:lnTo>
                  <a:pt x="554050" y="34506"/>
                </a:lnTo>
                <a:lnTo>
                  <a:pt x="556570" y="33928"/>
                </a:lnTo>
                <a:lnTo>
                  <a:pt x="559185" y="33515"/>
                </a:lnTo>
                <a:lnTo>
                  <a:pt x="561896" y="33268"/>
                </a:lnTo>
                <a:lnTo>
                  <a:pt x="564702" y="33185"/>
                </a:lnTo>
                <a:lnTo>
                  <a:pt x="567496" y="33268"/>
                </a:lnTo>
                <a:lnTo>
                  <a:pt x="570196" y="33515"/>
                </a:lnTo>
                <a:lnTo>
                  <a:pt x="572802" y="33928"/>
                </a:lnTo>
                <a:lnTo>
                  <a:pt x="575314" y="34506"/>
                </a:lnTo>
                <a:lnTo>
                  <a:pt x="577732" y="35248"/>
                </a:lnTo>
                <a:lnTo>
                  <a:pt x="580055" y="36156"/>
                </a:lnTo>
                <a:lnTo>
                  <a:pt x="582285" y="37229"/>
                </a:lnTo>
                <a:lnTo>
                  <a:pt x="584420" y="38467"/>
                </a:lnTo>
                <a:lnTo>
                  <a:pt x="586462" y="39870"/>
                </a:lnTo>
                <a:lnTo>
                  <a:pt x="588409" y="41438"/>
                </a:lnTo>
                <a:lnTo>
                  <a:pt x="590262" y="43171"/>
                </a:lnTo>
                <a:lnTo>
                  <a:pt x="592021" y="45069"/>
                </a:lnTo>
                <a:lnTo>
                  <a:pt x="593661" y="47093"/>
                </a:lnTo>
                <a:lnTo>
                  <a:pt x="595159" y="49203"/>
                </a:lnTo>
                <a:lnTo>
                  <a:pt x="596515" y="51401"/>
                </a:lnTo>
                <a:lnTo>
                  <a:pt x="597727" y="53686"/>
                </a:lnTo>
                <a:lnTo>
                  <a:pt x="598797" y="56057"/>
                </a:lnTo>
                <a:lnTo>
                  <a:pt x="599724" y="58516"/>
                </a:lnTo>
                <a:lnTo>
                  <a:pt x="600509" y="61061"/>
                </a:lnTo>
                <a:lnTo>
                  <a:pt x="601151" y="63694"/>
                </a:lnTo>
                <a:lnTo>
                  <a:pt x="601650" y="66413"/>
                </a:lnTo>
                <a:lnTo>
                  <a:pt x="602007" y="69220"/>
                </a:lnTo>
                <a:lnTo>
                  <a:pt x="602221" y="72113"/>
                </a:lnTo>
                <a:lnTo>
                  <a:pt x="602292" y="75094"/>
                </a:lnTo>
                <a:lnTo>
                  <a:pt x="602221" y="78075"/>
                </a:lnTo>
                <a:lnTo>
                  <a:pt x="602007" y="80969"/>
                </a:lnTo>
                <a:lnTo>
                  <a:pt x="601650" y="83777"/>
                </a:lnTo>
                <a:lnTo>
                  <a:pt x="601151" y="86498"/>
                </a:lnTo>
                <a:lnTo>
                  <a:pt x="600509" y="89133"/>
                </a:lnTo>
                <a:lnTo>
                  <a:pt x="599724" y="91681"/>
                </a:lnTo>
                <a:lnTo>
                  <a:pt x="598797" y="94143"/>
                </a:lnTo>
                <a:lnTo>
                  <a:pt x="597727" y="96519"/>
                </a:lnTo>
                <a:lnTo>
                  <a:pt x="596515" y="98808"/>
                </a:lnTo>
                <a:lnTo>
                  <a:pt x="595159" y="101011"/>
                </a:lnTo>
                <a:lnTo>
                  <a:pt x="593661" y="103127"/>
                </a:lnTo>
                <a:lnTo>
                  <a:pt x="592021" y="105157"/>
                </a:lnTo>
                <a:lnTo>
                  <a:pt x="590262" y="107060"/>
                </a:lnTo>
                <a:lnTo>
                  <a:pt x="588409" y="108798"/>
                </a:lnTo>
                <a:lnTo>
                  <a:pt x="586462" y="110370"/>
                </a:lnTo>
                <a:lnTo>
                  <a:pt x="584420" y="111777"/>
                </a:lnTo>
                <a:lnTo>
                  <a:pt x="582285" y="113019"/>
                </a:lnTo>
                <a:lnTo>
                  <a:pt x="580055" y="114095"/>
                </a:lnTo>
                <a:lnTo>
                  <a:pt x="577732" y="115005"/>
                </a:lnTo>
                <a:lnTo>
                  <a:pt x="575314" y="115750"/>
                </a:lnTo>
                <a:lnTo>
                  <a:pt x="572802" y="116329"/>
                </a:lnTo>
                <a:lnTo>
                  <a:pt x="570196" y="116743"/>
                </a:lnTo>
                <a:lnTo>
                  <a:pt x="567496" y="116991"/>
                </a:lnTo>
                <a:lnTo>
                  <a:pt x="564702" y="117074"/>
                </a:lnTo>
                <a:moveTo>
                  <a:pt x="564702" y="105965"/>
                </a:moveTo>
                <a:lnTo>
                  <a:pt x="566443" y="105907"/>
                </a:lnTo>
                <a:lnTo>
                  <a:pt x="568123" y="105736"/>
                </a:lnTo>
                <a:lnTo>
                  <a:pt x="569744" y="105450"/>
                </a:lnTo>
                <a:lnTo>
                  <a:pt x="571304" y="105050"/>
                </a:lnTo>
                <a:lnTo>
                  <a:pt x="572803" y="104535"/>
                </a:lnTo>
                <a:lnTo>
                  <a:pt x="574242" y="103907"/>
                </a:lnTo>
                <a:lnTo>
                  <a:pt x="575620" y="103164"/>
                </a:lnTo>
                <a:lnTo>
                  <a:pt x="576939" y="102306"/>
                </a:lnTo>
                <a:lnTo>
                  <a:pt x="578196" y="101334"/>
                </a:lnTo>
                <a:lnTo>
                  <a:pt x="579393" y="100248"/>
                </a:lnTo>
                <a:lnTo>
                  <a:pt x="580530" y="99048"/>
                </a:lnTo>
                <a:lnTo>
                  <a:pt x="581607" y="97733"/>
                </a:lnTo>
                <a:lnTo>
                  <a:pt x="582609" y="96318"/>
                </a:lnTo>
                <a:lnTo>
                  <a:pt x="583525" y="94817"/>
                </a:lnTo>
                <a:lnTo>
                  <a:pt x="584353" y="93231"/>
                </a:lnTo>
                <a:lnTo>
                  <a:pt x="585094" y="91559"/>
                </a:lnTo>
                <a:lnTo>
                  <a:pt x="585748" y="89801"/>
                </a:lnTo>
                <a:lnTo>
                  <a:pt x="586314" y="87957"/>
                </a:lnTo>
                <a:lnTo>
                  <a:pt x="586794" y="86028"/>
                </a:lnTo>
                <a:lnTo>
                  <a:pt x="587186" y="84013"/>
                </a:lnTo>
                <a:lnTo>
                  <a:pt x="587491" y="81912"/>
                </a:lnTo>
                <a:lnTo>
                  <a:pt x="587709" y="79725"/>
                </a:lnTo>
                <a:lnTo>
                  <a:pt x="587840" y="77452"/>
                </a:lnTo>
                <a:lnTo>
                  <a:pt x="587884" y="75094"/>
                </a:lnTo>
                <a:lnTo>
                  <a:pt x="587840" y="72747"/>
                </a:lnTo>
                <a:lnTo>
                  <a:pt x="587709" y="70485"/>
                </a:lnTo>
                <a:lnTo>
                  <a:pt x="587491" y="68307"/>
                </a:lnTo>
                <a:lnTo>
                  <a:pt x="587186" y="66215"/>
                </a:lnTo>
                <a:lnTo>
                  <a:pt x="586794" y="64207"/>
                </a:lnTo>
                <a:lnTo>
                  <a:pt x="586314" y="62284"/>
                </a:lnTo>
                <a:lnTo>
                  <a:pt x="585748" y="60446"/>
                </a:lnTo>
                <a:lnTo>
                  <a:pt x="585094" y="58692"/>
                </a:lnTo>
                <a:lnTo>
                  <a:pt x="584353" y="57023"/>
                </a:lnTo>
                <a:lnTo>
                  <a:pt x="583525" y="55440"/>
                </a:lnTo>
                <a:lnTo>
                  <a:pt x="582609" y="53940"/>
                </a:lnTo>
                <a:lnTo>
                  <a:pt x="581607" y="52526"/>
                </a:lnTo>
                <a:lnTo>
                  <a:pt x="580530" y="51211"/>
                </a:lnTo>
                <a:lnTo>
                  <a:pt x="579393" y="50011"/>
                </a:lnTo>
                <a:lnTo>
                  <a:pt x="578196" y="48925"/>
                </a:lnTo>
                <a:lnTo>
                  <a:pt x="576939" y="47953"/>
                </a:lnTo>
                <a:lnTo>
                  <a:pt x="575620" y="47095"/>
                </a:lnTo>
                <a:lnTo>
                  <a:pt x="574242" y="46352"/>
                </a:lnTo>
                <a:lnTo>
                  <a:pt x="572803" y="45723"/>
                </a:lnTo>
                <a:lnTo>
                  <a:pt x="571304" y="45209"/>
                </a:lnTo>
                <a:lnTo>
                  <a:pt x="569744" y="44809"/>
                </a:lnTo>
                <a:lnTo>
                  <a:pt x="568123" y="44523"/>
                </a:lnTo>
                <a:lnTo>
                  <a:pt x="566443" y="44352"/>
                </a:lnTo>
                <a:lnTo>
                  <a:pt x="564702" y="44294"/>
                </a:lnTo>
                <a:lnTo>
                  <a:pt x="562949" y="44352"/>
                </a:lnTo>
                <a:lnTo>
                  <a:pt x="561258" y="44523"/>
                </a:lnTo>
                <a:lnTo>
                  <a:pt x="559628" y="44809"/>
                </a:lnTo>
                <a:lnTo>
                  <a:pt x="558060" y="45209"/>
                </a:lnTo>
                <a:lnTo>
                  <a:pt x="556553" y="45723"/>
                </a:lnTo>
                <a:lnTo>
                  <a:pt x="555108" y="46352"/>
                </a:lnTo>
                <a:lnTo>
                  <a:pt x="553724" y="47095"/>
                </a:lnTo>
                <a:lnTo>
                  <a:pt x="552401" y="47953"/>
                </a:lnTo>
                <a:lnTo>
                  <a:pt x="551140" y="48925"/>
                </a:lnTo>
                <a:lnTo>
                  <a:pt x="549940" y="50011"/>
                </a:lnTo>
                <a:lnTo>
                  <a:pt x="548802" y="51211"/>
                </a:lnTo>
                <a:lnTo>
                  <a:pt x="547725" y="52526"/>
                </a:lnTo>
                <a:lnTo>
                  <a:pt x="546723" y="53940"/>
                </a:lnTo>
                <a:lnTo>
                  <a:pt x="545807" y="55440"/>
                </a:lnTo>
                <a:lnTo>
                  <a:pt x="544979" y="57023"/>
                </a:lnTo>
                <a:lnTo>
                  <a:pt x="544238" y="58692"/>
                </a:lnTo>
                <a:lnTo>
                  <a:pt x="543584" y="60446"/>
                </a:lnTo>
                <a:lnTo>
                  <a:pt x="543017" y="62284"/>
                </a:lnTo>
                <a:lnTo>
                  <a:pt x="542538" y="64207"/>
                </a:lnTo>
                <a:lnTo>
                  <a:pt x="542146" y="66215"/>
                </a:lnTo>
                <a:lnTo>
                  <a:pt x="541840" y="68307"/>
                </a:lnTo>
                <a:lnTo>
                  <a:pt x="541623" y="70485"/>
                </a:lnTo>
                <a:lnTo>
                  <a:pt x="541492" y="72747"/>
                </a:lnTo>
                <a:lnTo>
                  <a:pt x="541448" y="75094"/>
                </a:lnTo>
                <a:lnTo>
                  <a:pt x="541492" y="77452"/>
                </a:lnTo>
                <a:lnTo>
                  <a:pt x="541623" y="79725"/>
                </a:lnTo>
                <a:lnTo>
                  <a:pt x="541840" y="81912"/>
                </a:lnTo>
                <a:lnTo>
                  <a:pt x="542146" y="84013"/>
                </a:lnTo>
                <a:lnTo>
                  <a:pt x="542538" y="86028"/>
                </a:lnTo>
                <a:lnTo>
                  <a:pt x="543017" y="87957"/>
                </a:lnTo>
                <a:lnTo>
                  <a:pt x="543584" y="89801"/>
                </a:lnTo>
                <a:lnTo>
                  <a:pt x="544238" y="91559"/>
                </a:lnTo>
                <a:lnTo>
                  <a:pt x="544979" y="93231"/>
                </a:lnTo>
                <a:lnTo>
                  <a:pt x="545807" y="94817"/>
                </a:lnTo>
                <a:lnTo>
                  <a:pt x="546723" y="96318"/>
                </a:lnTo>
                <a:lnTo>
                  <a:pt x="547725" y="97733"/>
                </a:lnTo>
                <a:lnTo>
                  <a:pt x="548802" y="99048"/>
                </a:lnTo>
                <a:lnTo>
                  <a:pt x="549940" y="100248"/>
                </a:lnTo>
                <a:lnTo>
                  <a:pt x="551140" y="101334"/>
                </a:lnTo>
                <a:lnTo>
                  <a:pt x="552401" y="102306"/>
                </a:lnTo>
                <a:lnTo>
                  <a:pt x="553724" y="103164"/>
                </a:lnTo>
                <a:lnTo>
                  <a:pt x="555108" y="103907"/>
                </a:lnTo>
                <a:lnTo>
                  <a:pt x="556553" y="104535"/>
                </a:lnTo>
                <a:lnTo>
                  <a:pt x="558060" y="105050"/>
                </a:lnTo>
                <a:lnTo>
                  <a:pt x="559628" y="105450"/>
                </a:lnTo>
                <a:lnTo>
                  <a:pt x="561258" y="105736"/>
                </a:lnTo>
                <a:lnTo>
                  <a:pt x="562949" y="105907"/>
                </a:lnTo>
                <a:lnTo>
                  <a:pt x="564702" y="105965"/>
                </a:lnTo>
                <a:close/>
                <a:moveTo>
                  <a:pt x="620467" y="110622"/>
                </a:moveTo>
                <a:lnTo>
                  <a:pt x="620467" y="96565"/>
                </a:lnTo>
                <a:lnTo>
                  <a:pt x="621805" y="97409"/>
                </a:lnTo>
                <a:lnTo>
                  <a:pt x="623156" y="98211"/>
                </a:lnTo>
                <a:lnTo>
                  <a:pt x="624519" y="98970"/>
                </a:lnTo>
                <a:lnTo>
                  <a:pt x="625896" y="99686"/>
                </a:lnTo>
                <a:lnTo>
                  <a:pt x="627285" y="100359"/>
                </a:lnTo>
                <a:lnTo>
                  <a:pt x="628688" y="100989"/>
                </a:lnTo>
                <a:lnTo>
                  <a:pt x="630103" y="101575"/>
                </a:lnTo>
                <a:lnTo>
                  <a:pt x="631531" y="102119"/>
                </a:lnTo>
                <a:lnTo>
                  <a:pt x="632972" y="102620"/>
                </a:lnTo>
                <a:lnTo>
                  <a:pt x="634426" y="103078"/>
                </a:lnTo>
                <a:lnTo>
                  <a:pt x="635893" y="103492"/>
                </a:lnTo>
                <a:lnTo>
                  <a:pt x="637372" y="103864"/>
                </a:lnTo>
                <a:lnTo>
                  <a:pt x="638839" y="104199"/>
                </a:lnTo>
                <a:lnTo>
                  <a:pt x="640269" y="104506"/>
                </a:lnTo>
                <a:lnTo>
                  <a:pt x="641661" y="104783"/>
                </a:lnTo>
                <a:lnTo>
                  <a:pt x="643015" y="105031"/>
                </a:lnTo>
                <a:lnTo>
                  <a:pt x="644332" y="105250"/>
                </a:lnTo>
                <a:lnTo>
                  <a:pt x="645611" y="105439"/>
                </a:lnTo>
                <a:lnTo>
                  <a:pt x="646852" y="105600"/>
                </a:lnTo>
                <a:lnTo>
                  <a:pt x="648056" y="105731"/>
                </a:lnTo>
                <a:lnTo>
                  <a:pt x="649222" y="105833"/>
                </a:lnTo>
                <a:lnTo>
                  <a:pt x="650350" y="105906"/>
                </a:lnTo>
                <a:lnTo>
                  <a:pt x="651441" y="105950"/>
                </a:lnTo>
                <a:lnTo>
                  <a:pt x="652494" y="105965"/>
                </a:lnTo>
                <a:lnTo>
                  <a:pt x="654131" y="105942"/>
                </a:lnTo>
                <a:lnTo>
                  <a:pt x="655690" y="105875"/>
                </a:lnTo>
                <a:lnTo>
                  <a:pt x="657171" y="105763"/>
                </a:lnTo>
                <a:lnTo>
                  <a:pt x="658573" y="105606"/>
                </a:lnTo>
                <a:lnTo>
                  <a:pt x="659897" y="105404"/>
                </a:lnTo>
                <a:lnTo>
                  <a:pt x="661143" y="105157"/>
                </a:lnTo>
                <a:lnTo>
                  <a:pt x="662310" y="104866"/>
                </a:lnTo>
                <a:lnTo>
                  <a:pt x="663400" y="104529"/>
                </a:lnTo>
                <a:lnTo>
                  <a:pt x="664411" y="104148"/>
                </a:lnTo>
                <a:lnTo>
                  <a:pt x="665343" y="103722"/>
                </a:lnTo>
                <a:lnTo>
                  <a:pt x="666198" y="103251"/>
                </a:lnTo>
                <a:lnTo>
                  <a:pt x="666974" y="102736"/>
                </a:lnTo>
                <a:lnTo>
                  <a:pt x="667680" y="102186"/>
                </a:lnTo>
                <a:lnTo>
                  <a:pt x="668325" y="101615"/>
                </a:lnTo>
                <a:lnTo>
                  <a:pt x="668909" y="101021"/>
                </a:lnTo>
                <a:lnTo>
                  <a:pt x="669431" y="100406"/>
                </a:lnTo>
                <a:lnTo>
                  <a:pt x="669892" y="99768"/>
                </a:lnTo>
                <a:lnTo>
                  <a:pt x="670291" y="99108"/>
                </a:lnTo>
                <a:lnTo>
                  <a:pt x="670629" y="98425"/>
                </a:lnTo>
                <a:lnTo>
                  <a:pt x="670905" y="97721"/>
                </a:lnTo>
                <a:lnTo>
                  <a:pt x="671120" y="96994"/>
                </a:lnTo>
                <a:lnTo>
                  <a:pt x="671274" y="96246"/>
                </a:lnTo>
                <a:lnTo>
                  <a:pt x="671366" y="95475"/>
                </a:lnTo>
                <a:lnTo>
                  <a:pt x="671396" y="94682"/>
                </a:lnTo>
                <a:lnTo>
                  <a:pt x="671382" y="94156"/>
                </a:lnTo>
                <a:lnTo>
                  <a:pt x="671339" y="93643"/>
                </a:lnTo>
                <a:lnTo>
                  <a:pt x="671267" y="93143"/>
                </a:lnTo>
                <a:lnTo>
                  <a:pt x="671167" y="92655"/>
                </a:lnTo>
                <a:lnTo>
                  <a:pt x="671037" y="92181"/>
                </a:lnTo>
                <a:lnTo>
                  <a:pt x="670879" y="91719"/>
                </a:lnTo>
                <a:lnTo>
                  <a:pt x="670692" y="91270"/>
                </a:lnTo>
                <a:lnTo>
                  <a:pt x="670477" y="90833"/>
                </a:lnTo>
                <a:lnTo>
                  <a:pt x="670233" y="90410"/>
                </a:lnTo>
                <a:lnTo>
                  <a:pt x="669960" y="89999"/>
                </a:lnTo>
                <a:lnTo>
                  <a:pt x="669658" y="89601"/>
                </a:lnTo>
                <a:lnTo>
                  <a:pt x="669328" y="89216"/>
                </a:lnTo>
                <a:lnTo>
                  <a:pt x="668940" y="88831"/>
                </a:lnTo>
                <a:lnTo>
                  <a:pt x="668468" y="88430"/>
                </a:lnTo>
                <a:lnTo>
                  <a:pt x="667910" y="88015"/>
                </a:lnTo>
                <a:lnTo>
                  <a:pt x="667267" y="87585"/>
                </a:lnTo>
                <a:lnTo>
                  <a:pt x="666539" y="87140"/>
                </a:lnTo>
                <a:lnTo>
                  <a:pt x="665726" y="86680"/>
                </a:lnTo>
                <a:lnTo>
                  <a:pt x="664827" y="86205"/>
                </a:lnTo>
                <a:lnTo>
                  <a:pt x="663843" y="85716"/>
                </a:lnTo>
                <a:lnTo>
                  <a:pt x="662774" y="85212"/>
                </a:lnTo>
                <a:lnTo>
                  <a:pt x="661620" y="84693"/>
                </a:lnTo>
                <a:lnTo>
                  <a:pt x="660381" y="84159"/>
                </a:lnTo>
                <a:lnTo>
                  <a:pt x="659056" y="83610"/>
                </a:lnTo>
                <a:lnTo>
                  <a:pt x="654491" y="81766"/>
                </a:lnTo>
                <a:lnTo>
                  <a:pt x="645290" y="78145"/>
                </a:lnTo>
                <a:lnTo>
                  <a:pt x="642893" y="77193"/>
                </a:lnTo>
                <a:lnTo>
                  <a:pt x="640649" y="76252"/>
                </a:lnTo>
                <a:lnTo>
                  <a:pt x="638558" y="75323"/>
                </a:lnTo>
                <a:lnTo>
                  <a:pt x="636619" y="74406"/>
                </a:lnTo>
                <a:lnTo>
                  <a:pt x="634833" y="73500"/>
                </a:lnTo>
                <a:lnTo>
                  <a:pt x="633199" y="72606"/>
                </a:lnTo>
                <a:lnTo>
                  <a:pt x="631718" y="71724"/>
                </a:lnTo>
                <a:lnTo>
                  <a:pt x="630390" y="70854"/>
                </a:lnTo>
                <a:lnTo>
                  <a:pt x="629214" y="69995"/>
                </a:lnTo>
                <a:lnTo>
                  <a:pt x="628190" y="69147"/>
                </a:lnTo>
                <a:lnTo>
                  <a:pt x="627320" y="68311"/>
                </a:lnTo>
                <a:lnTo>
                  <a:pt x="626601" y="67487"/>
                </a:lnTo>
                <a:lnTo>
                  <a:pt x="625975" y="66666"/>
                </a:lnTo>
                <a:lnTo>
                  <a:pt x="625403" y="65815"/>
                </a:lnTo>
                <a:lnTo>
                  <a:pt x="624885" y="64934"/>
                </a:lnTo>
                <a:lnTo>
                  <a:pt x="624422" y="64024"/>
                </a:lnTo>
                <a:lnTo>
                  <a:pt x="624013" y="63083"/>
                </a:lnTo>
                <a:lnTo>
                  <a:pt x="623659" y="62114"/>
                </a:lnTo>
                <a:lnTo>
                  <a:pt x="623359" y="61114"/>
                </a:lnTo>
                <a:lnTo>
                  <a:pt x="623114" y="60085"/>
                </a:lnTo>
                <a:lnTo>
                  <a:pt x="622923" y="59027"/>
                </a:lnTo>
                <a:lnTo>
                  <a:pt x="622787" y="57938"/>
                </a:lnTo>
                <a:lnTo>
                  <a:pt x="622706" y="56820"/>
                </a:lnTo>
                <a:lnTo>
                  <a:pt x="622678" y="55673"/>
                </a:lnTo>
                <a:lnTo>
                  <a:pt x="622731" y="54060"/>
                </a:lnTo>
                <a:lnTo>
                  <a:pt x="622889" y="52496"/>
                </a:lnTo>
                <a:lnTo>
                  <a:pt x="623153" y="50980"/>
                </a:lnTo>
                <a:lnTo>
                  <a:pt x="623522" y="49513"/>
                </a:lnTo>
                <a:lnTo>
                  <a:pt x="623997" y="48094"/>
                </a:lnTo>
                <a:lnTo>
                  <a:pt x="624577" y="46724"/>
                </a:lnTo>
                <a:lnTo>
                  <a:pt x="625263" y="45402"/>
                </a:lnTo>
                <a:lnTo>
                  <a:pt x="626055" y="44128"/>
                </a:lnTo>
                <a:lnTo>
                  <a:pt x="626951" y="42903"/>
                </a:lnTo>
                <a:lnTo>
                  <a:pt x="627954" y="41727"/>
                </a:lnTo>
                <a:lnTo>
                  <a:pt x="629062" y="40598"/>
                </a:lnTo>
                <a:lnTo>
                  <a:pt x="630275" y="39519"/>
                </a:lnTo>
                <a:lnTo>
                  <a:pt x="631607" y="38507"/>
                </a:lnTo>
                <a:lnTo>
                  <a:pt x="633070" y="37583"/>
                </a:lnTo>
                <a:lnTo>
                  <a:pt x="634664" y="36748"/>
                </a:lnTo>
                <a:lnTo>
                  <a:pt x="636389" y="36000"/>
                </a:lnTo>
                <a:lnTo>
                  <a:pt x="638246" y="35340"/>
                </a:lnTo>
                <a:lnTo>
                  <a:pt x="640234" y="34769"/>
                </a:lnTo>
                <a:lnTo>
                  <a:pt x="642354" y="34285"/>
                </a:lnTo>
                <a:lnTo>
                  <a:pt x="644604" y="33889"/>
                </a:lnTo>
                <a:lnTo>
                  <a:pt x="646986" y="33581"/>
                </a:lnTo>
                <a:lnTo>
                  <a:pt x="649499" y="33361"/>
                </a:lnTo>
                <a:lnTo>
                  <a:pt x="652144" y="33229"/>
                </a:lnTo>
                <a:lnTo>
                  <a:pt x="654919" y="33185"/>
                </a:lnTo>
                <a:lnTo>
                  <a:pt x="657038" y="33211"/>
                </a:lnTo>
                <a:lnTo>
                  <a:pt x="659138" y="33288"/>
                </a:lnTo>
                <a:lnTo>
                  <a:pt x="661219" y="33417"/>
                </a:lnTo>
                <a:lnTo>
                  <a:pt x="663281" y="33597"/>
                </a:lnTo>
                <a:lnTo>
                  <a:pt x="665324" y="33828"/>
                </a:lnTo>
                <a:lnTo>
                  <a:pt x="667348" y="34111"/>
                </a:lnTo>
                <a:lnTo>
                  <a:pt x="669354" y="34445"/>
                </a:lnTo>
                <a:lnTo>
                  <a:pt x="671341" y="34831"/>
                </a:lnTo>
                <a:lnTo>
                  <a:pt x="673309" y="35268"/>
                </a:lnTo>
                <a:lnTo>
                  <a:pt x="675258" y="35757"/>
                </a:lnTo>
                <a:lnTo>
                  <a:pt x="677188" y="36297"/>
                </a:lnTo>
                <a:lnTo>
                  <a:pt x="679100" y="36888"/>
                </a:lnTo>
                <a:lnTo>
                  <a:pt x="679100" y="48994"/>
                </a:lnTo>
                <a:lnTo>
                  <a:pt x="676923" y="48244"/>
                </a:lnTo>
                <a:lnTo>
                  <a:pt x="674769" y="47558"/>
                </a:lnTo>
                <a:lnTo>
                  <a:pt x="672636" y="46938"/>
                </a:lnTo>
                <a:lnTo>
                  <a:pt x="670525" y="46383"/>
                </a:lnTo>
                <a:lnTo>
                  <a:pt x="668435" y="45894"/>
                </a:lnTo>
                <a:lnTo>
                  <a:pt x="666368" y="45469"/>
                </a:lnTo>
                <a:lnTo>
                  <a:pt x="664322" y="45110"/>
                </a:lnTo>
                <a:lnTo>
                  <a:pt x="662298" y="44817"/>
                </a:lnTo>
                <a:lnTo>
                  <a:pt x="660296" y="44588"/>
                </a:lnTo>
                <a:lnTo>
                  <a:pt x="658315" y="44425"/>
                </a:lnTo>
                <a:lnTo>
                  <a:pt x="656357" y="44327"/>
                </a:lnTo>
                <a:lnTo>
                  <a:pt x="654420" y="44294"/>
                </a:lnTo>
                <a:lnTo>
                  <a:pt x="653043" y="44315"/>
                </a:lnTo>
                <a:lnTo>
                  <a:pt x="651716" y="44376"/>
                </a:lnTo>
                <a:lnTo>
                  <a:pt x="650441" y="44479"/>
                </a:lnTo>
                <a:lnTo>
                  <a:pt x="649217" y="44622"/>
                </a:lnTo>
                <a:lnTo>
                  <a:pt x="648044" y="44806"/>
                </a:lnTo>
                <a:lnTo>
                  <a:pt x="646921" y="45031"/>
                </a:lnTo>
                <a:lnTo>
                  <a:pt x="645850" y="45297"/>
                </a:lnTo>
                <a:lnTo>
                  <a:pt x="644830" y="45604"/>
                </a:lnTo>
                <a:lnTo>
                  <a:pt x="643861" y="45952"/>
                </a:lnTo>
                <a:lnTo>
                  <a:pt x="642943" y="46340"/>
                </a:lnTo>
                <a:lnTo>
                  <a:pt x="642076" y="46770"/>
                </a:lnTo>
                <a:lnTo>
                  <a:pt x="641260" y="47241"/>
                </a:lnTo>
                <a:lnTo>
                  <a:pt x="640502" y="47742"/>
                </a:lnTo>
                <a:lnTo>
                  <a:pt x="639810" y="48263"/>
                </a:lnTo>
                <a:lnTo>
                  <a:pt x="639184" y="48804"/>
                </a:lnTo>
                <a:lnTo>
                  <a:pt x="638624" y="49365"/>
                </a:lnTo>
                <a:lnTo>
                  <a:pt x="638130" y="49947"/>
                </a:lnTo>
                <a:lnTo>
                  <a:pt x="637702" y="50549"/>
                </a:lnTo>
                <a:lnTo>
                  <a:pt x="637340" y="51171"/>
                </a:lnTo>
                <a:lnTo>
                  <a:pt x="637043" y="51813"/>
                </a:lnTo>
                <a:lnTo>
                  <a:pt x="636813" y="52476"/>
                </a:lnTo>
                <a:lnTo>
                  <a:pt x="636648" y="53158"/>
                </a:lnTo>
                <a:lnTo>
                  <a:pt x="636549" y="53861"/>
                </a:lnTo>
                <a:lnTo>
                  <a:pt x="636516" y="54585"/>
                </a:lnTo>
                <a:lnTo>
                  <a:pt x="636545" y="55282"/>
                </a:lnTo>
                <a:lnTo>
                  <a:pt x="636631" y="55956"/>
                </a:lnTo>
                <a:lnTo>
                  <a:pt x="636775" y="56607"/>
                </a:lnTo>
                <a:lnTo>
                  <a:pt x="636976" y="57234"/>
                </a:lnTo>
                <a:lnTo>
                  <a:pt x="637234" y="57837"/>
                </a:lnTo>
                <a:lnTo>
                  <a:pt x="637551" y="58416"/>
                </a:lnTo>
                <a:lnTo>
                  <a:pt x="637924" y="58972"/>
                </a:lnTo>
                <a:lnTo>
                  <a:pt x="638355" y="59504"/>
                </a:lnTo>
                <a:lnTo>
                  <a:pt x="638843" y="60013"/>
                </a:lnTo>
                <a:lnTo>
                  <a:pt x="639389" y="60498"/>
                </a:lnTo>
                <a:lnTo>
                  <a:pt x="639993" y="60959"/>
                </a:lnTo>
                <a:lnTo>
                  <a:pt x="640653" y="61397"/>
                </a:lnTo>
                <a:lnTo>
                  <a:pt x="641367" y="61828"/>
                </a:lnTo>
                <a:lnTo>
                  <a:pt x="642151" y="62270"/>
                </a:lnTo>
                <a:lnTo>
                  <a:pt x="643007" y="62723"/>
                </a:lnTo>
                <a:lnTo>
                  <a:pt x="643934" y="63187"/>
                </a:lnTo>
                <a:lnTo>
                  <a:pt x="644933" y="63661"/>
                </a:lnTo>
                <a:lnTo>
                  <a:pt x="646003" y="64147"/>
                </a:lnTo>
                <a:lnTo>
                  <a:pt x="647144" y="64643"/>
                </a:lnTo>
                <a:lnTo>
                  <a:pt x="648357" y="65150"/>
                </a:lnTo>
                <a:lnTo>
                  <a:pt x="649641" y="65668"/>
                </a:lnTo>
                <a:lnTo>
                  <a:pt x="650996" y="66197"/>
                </a:lnTo>
                <a:lnTo>
                  <a:pt x="652423" y="66737"/>
                </a:lnTo>
                <a:lnTo>
                  <a:pt x="653921" y="67287"/>
                </a:lnTo>
                <a:lnTo>
                  <a:pt x="662908" y="70552"/>
                </a:lnTo>
                <a:lnTo>
                  <a:pt x="664914" y="71302"/>
                </a:lnTo>
                <a:lnTo>
                  <a:pt x="666817" y="72064"/>
                </a:lnTo>
                <a:lnTo>
                  <a:pt x="668619" y="72837"/>
                </a:lnTo>
                <a:lnTo>
                  <a:pt x="670319" y="73621"/>
                </a:lnTo>
                <a:lnTo>
                  <a:pt x="671916" y="74415"/>
                </a:lnTo>
                <a:lnTo>
                  <a:pt x="673411" y="75221"/>
                </a:lnTo>
                <a:lnTo>
                  <a:pt x="674805" y="76038"/>
                </a:lnTo>
                <a:lnTo>
                  <a:pt x="676096" y="76866"/>
                </a:lnTo>
                <a:lnTo>
                  <a:pt x="677286" y="77705"/>
                </a:lnTo>
                <a:lnTo>
                  <a:pt x="678373" y="78555"/>
                </a:lnTo>
                <a:lnTo>
                  <a:pt x="679358" y="79416"/>
                </a:lnTo>
                <a:lnTo>
                  <a:pt x="680241" y="80288"/>
                </a:lnTo>
                <a:lnTo>
                  <a:pt x="681039" y="81184"/>
                </a:lnTo>
                <a:lnTo>
                  <a:pt x="681767" y="82116"/>
                </a:lnTo>
                <a:lnTo>
                  <a:pt x="682426" y="83085"/>
                </a:lnTo>
                <a:lnTo>
                  <a:pt x="683015" y="84091"/>
                </a:lnTo>
                <a:lnTo>
                  <a:pt x="683535" y="85133"/>
                </a:lnTo>
                <a:lnTo>
                  <a:pt x="683986" y="86211"/>
                </a:lnTo>
                <a:lnTo>
                  <a:pt x="684367" y="87327"/>
                </a:lnTo>
                <a:lnTo>
                  <a:pt x="684680" y="88478"/>
                </a:lnTo>
                <a:lnTo>
                  <a:pt x="684922" y="89667"/>
                </a:lnTo>
                <a:lnTo>
                  <a:pt x="685096" y="90892"/>
                </a:lnTo>
                <a:lnTo>
                  <a:pt x="685200" y="92153"/>
                </a:lnTo>
                <a:lnTo>
                  <a:pt x="685234" y="93451"/>
                </a:lnTo>
                <a:lnTo>
                  <a:pt x="685179" y="95145"/>
                </a:lnTo>
                <a:lnTo>
                  <a:pt x="685013" y="96788"/>
                </a:lnTo>
                <a:lnTo>
                  <a:pt x="684737" y="98381"/>
                </a:lnTo>
                <a:lnTo>
                  <a:pt x="684351" y="99922"/>
                </a:lnTo>
                <a:lnTo>
                  <a:pt x="683854" y="101413"/>
                </a:lnTo>
                <a:lnTo>
                  <a:pt x="683246" y="102852"/>
                </a:lnTo>
                <a:lnTo>
                  <a:pt x="682528" y="104241"/>
                </a:lnTo>
                <a:lnTo>
                  <a:pt x="681700" y="105579"/>
                </a:lnTo>
                <a:lnTo>
                  <a:pt x="680761" y="106866"/>
                </a:lnTo>
                <a:lnTo>
                  <a:pt x="679711" y="108102"/>
                </a:lnTo>
                <a:lnTo>
                  <a:pt x="678551" y="109288"/>
                </a:lnTo>
                <a:lnTo>
                  <a:pt x="677281" y="110422"/>
                </a:lnTo>
                <a:lnTo>
                  <a:pt x="675889" y="111485"/>
                </a:lnTo>
                <a:lnTo>
                  <a:pt x="674365" y="112455"/>
                </a:lnTo>
                <a:lnTo>
                  <a:pt x="672709" y="113332"/>
                </a:lnTo>
                <a:lnTo>
                  <a:pt x="670921" y="114117"/>
                </a:lnTo>
                <a:lnTo>
                  <a:pt x="669000" y="114810"/>
                </a:lnTo>
                <a:lnTo>
                  <a:pt x="666947" y="115411"/>
                </a:lnTo>
                <a:lnTo>
                  <a:pt x="664762" y="115919"/>
                </a:lnTo>
                <a:lnTo>
                  <a:pt x="662445" y="116335"/>
                </a:lnTo>
                <a:lnTo>
                  <a:pt x="659995" y="116658"/>
                </a:lnTo>
                <a:lnTo>
                  <a:pt x="657413" y="116889"/>
                </a:lnTo>
                <a:lnTo>
                  <a:pt x="654699" y="117028"/>
                </a:lnTo>
                <a:lnTo>
                  <a:pt x="651852" y="117074"/>
                </a:lnTo>
                <a:lnTo>
                  <a:pt x="649302" y="117029"/>
                </a:lnTo>
                <a:lnTo>
                  <a:pt x="646740" y="116895"/>
                </a:lnTo>
                <a:lnTo>
                  <a:pt x="644166" y="116671"/>
                </a:lnTo>
                <a:lnTo>
                  <a:pt x="641581" y="116357"/>
                </a:lnTo>
                <a:lnTo>
                  <a:pt x="638983" y="115954"/>
                </a:lnTo>
                <a:lnTo>
                  <a:pt x="636374" y="115461"/>
                </a:lnTo>
                <a:lnTo>
                  <a:pt x="633752" y="114879"/>
                </a:lnTo>
                <a:lnTo>
                  <a:pt x="631119" y="114207"/>
                </a:lnTo>
                <a:lnTo>
                  <a:pt x="628474" y="113445"/>
                </a:lnTo>
                <a:lnTo>
                  <a:pt x="625817" y="112594"/>
                </a:lnTo>
                <a:lnTo>
                  <a:pt x="623148" y="111653"/>
                </a:lnTo>
                <a:lnTo>
                  <a:pt x="620467" y="110622"/>
                </a:lnTo>
                <a:close/>
                <a:moveTo>
                  <a:pt x="759545" y="96912"/>
                </a:moveTo>
                <a:lnTo>
                  <a:pt x="758518" y="98546"/>
                </a:lnTo>
                <a:lnTo>
                  <a:pt x="757456" y="100111"/>
                </a:lnTo>
                <a:lnTo>
                  <a:pt x="756360" y="101608"/>
                </a:lnTo>
                <a:lnTo>
                  <a:pt x="755230" y="103037"/>
                </a:lnTo>
                <a:lnTo>
                  <a:pt x="754066" y="104397"/>
                </a:lnTo>
                <a:lnTo>
                  <a:pt x="752867" y="105688"/>
                </a:lnTo>
                <a:lnTo>
                  <a:pt x="751635" y="106911"/>
                </a:lnTo>
                <a:lnTo>
                  <a:pt x="750368" y="108065"/>
                </a:lnTo>
                <a:lnTo>
                  <a:pt x="749067" y="109151"/>
                </a:lnTo>
                <a:lnTo>
                  <a:pt x="747732" y="110169"/>
                </a:lnTo>
                <a:lnTo>
                  <a:pt x="746362" y="111117"/>
                </a:lnTo>
                <a:lnTo>
                  <a:pt x="744959" y="111998"/>
                </a:lnTo>
                <a:lnTo>
                  <a:pt x="743548" y="112808"/>
                </a:lnTo>
                <a:lnTo>
                  <a:pt x="742156" y="113549"/>
                </a:lnTo>
                <a:lnTo>
                  <a:pt x="740784" y="114218"/>
                </a:lnTo>
                <a:lnTo>
                  <a:pt x="739431" y="114818"/>
                </a:lnTo>
                <a:lnTo>
                  <a:pt x="738097" y="115347"/>
                </a:lnTo>
                <a:lnTo>
                  <a:pt x="736782" y="115805"/>
                </a:lnTo>
                <a:lnTo>
                  <a:pt x="735487" y="116193"/>
                </a:lnTo>
                <a:lnTo>
                  <a:pt x="734212" y="116510"/>
                </a:lnTo>
                <a:lnTo>
                  <a:pt x="732955" y="116757"/>
                </a:lnTo>
                <a:lnTo>
                  <a:pt x="731718" y="116933"/>
                </a:lnTo>
                <a:lnTo>
                  <a:pt x="730500" y="117039"/>
                </a:lnTo>
                <a:lnTo>
                  <a:pt x="729302" y="117074"/>
                </a:lnTo>
                <a:lnTo>
                  <a:pt x="727652" y="117014"/>
                </a:lnTo>
                <a:lnTo>
                  <a:pt x="726030" y="116834"/>
                </a:lnTo>
                <a:lnTo>
                  <a:pt x="724436" y="116535"/>
                </a:lnTo>
                <a:lnTo>
                  <a:pt x="722870" y="116116"/>
                </a:lnTo>
                <a:lnTo>
                  <a:pt x="721333" y="115578"/>
                </a:lnTo>
                <a:lnTo>
                  <a:pt x="719824" y="114920"/>
                </a:lnTo>
                <a:lnTo>
                  <a:pt x="718343" y="114142"/>
                </a:lnTo>
                <a:lnTo>
                  <a:pt x="716890" y="113244"/>
                </a:lnTo>
                <a:lnTo>
                  <a:pt x="715466" y="112227"/>
                </a:lnTo>
                <a:lnTo>
                  <a:pt x="714070" y="111090"/>
                </a:lnTo>
                <a:lnTo>
                  <a:pt x="712702" y="109833"/>
                </a:lnTo>
                <a:lnTo>
                  <a:pt x="711362" y="108457"/>
                </a:lnTo>
                <a:lnTo>
                  <a:pt x="710092" y="106959"/>
                </a:lnTo>
                <a:lnTo>
                  <a:pt x="708932" y="105338"/>
                </a:lnTo>
                <a:lnTo>
                  <a:pt x="707883" y="103592"/>
                </a:lnTo>
                <a:lnTo>
                  <a:pt x="706944" y="101723"/>
                </a:lnTo>
                <a:lnTo>
                  <a:pt x="706115" y="99731"/>
                </a:lnTo>
                <a:lnTo>
                  <a:pt x="705397" y="97615"/>
                </a:lnTo>
                <a:lnTo>
                  <a:pt x="704790" y="95375"/>
                </a:lnTo>
                <a:lnTo>
                  <a:pt x="704293" y="93012"/>
                </a:lnTo>
                <a:lnTo>
                  <a:pt x="703906" y="90525"/>
                </a:lnTo>
                <a:lnTo>
                  <a:pt x="703630" y="87914"/>
                </a:lnTo>
                <a:lnTo>
                  <a:pt x="703464" y="85180"/>
                </a:lnTo>
                <a:lnTo>
                  <a:pt x="703409" y="82322"/>
                </a:lnTo>
                <a:lnTo>
                  <a:pt x="703446" y="80040"/>
                </a:lnTo>
                <a:lnTo>
                  <a:pt x="703556" y="77799"/>
                </a:lnTo>
                <a:lnTo>
                  <a:pt x="703739" y="75599"/>
                </a:lnTo>
                <a:lnTo>
                  <a:pt x="703996" y="73440"/>
                </a:lnTo>
                <a:lnTo>
                  <a:pt x="704326" y="71322"/>
                </a:lnTo>
                <a:lnTo>
                  <a:pt x="704729" y="69246"/>
                </a:lnTo>
                <a:lnTo>
                  <a:pt x="705205" y="67210"/>
                </a:lnTo>
                <a:lnTo>
                  <a:pt x="705755" y="65215"/>
                </a:lnTo>
                <a:lnTo>
                  <a:pt x="706378" y="63261"/>
                </a:lnTo>
                <a:lnTo>
                  <a:pt x="707075" y="61349"/>
                </a:lnTo>
                <a:lnTo>
                  <a:pt x="707844" y="59477"/>
                </a:lnTo>
                <a:lnTo>
                  <a:pt x="708688" y="57647"/>
                </a:lnTo>
                <a:lnTo>
                  <a:pt x="709592" y="55868"/>
                </a:lnTo>
                <a:lnTo>
                  <a:pt x="710546" y="54153"/>
                </a:lnTo>
                <a:lnTo>
                  <a:pt x="711550" y="52502"/>
                </a:lnTo>
                <a:lnTo>
                  <a:pt x="712603" y="50913"/>
                </a:lnTo>
                <a:lnTo>
                  <a:pt x="713705" y="49388"/>
                </a:lnTo>
                <a:lnTo>
                  <a:pt x="714858" y="47926"/>
                </a:lnTo>
                <a:lnTo>
                  <a:pt x="716059" y="46528"/>
                </a:lnTo>
                <a:lnTo>
                  <a:pt x="717310" y="45192"/>
                </a:lnTo>
                <a:lnTo>
                  <a:pt x="718611" y="43920"/>
                </a:lnTo>
                <a:lnTo>
                  <a:pt x="719962" y="42712"/>
                </a:lnTo>
                <a:lnTo>
                  <a:pt x="721361" y="41567"/>
                </a:lnTo>
                <a:lnTo>
                  <a:pt x="722811" y="40484"/>
                </a:lnTo>
                <a:lnTo>
                  <a:pt x="724314" y="39478"/>
                </a:lnTo>
                <a:lnTo>
                  <a:pt x="725876" y="38559"/>
                </a:lnTo>
                <a:lnTo>
                  <a:pt x="727496" y="37727"/>
                </a:lnTo>
                <a:lnTo>
                  <a:pt x="729175" y="36983"/>
                </a:lnTo>
                <a:lnTo>
                  <a:pt x="730912" y="36327"/>
                </a:lnTo>
                <a:lnTo>
                  <a:pt x="732708" y="35758"/>
                </a:lnTo>
                <a:lnTo>
                  <a:pt x="734562" y="35276"/>
                </a:lnTo>
                <a:lnTo>
                  <a:pt x="736474" y="34882"/>
                </a:lnTo>
                <a:lnTo>
                  <a:pt x="738445" y="34576"/>
                </a:lnTo>
                <a:lnTo>
                  <a:pt x="740475" y="34357"/>
                </a:lnTo>
                <a:lnTo>
                  <a:pt x="742563" y="34226"/>
                </a:lnTo>
                <a:lnTo>
                  <a:pt x="744709" y="34182"/>
                </a:lnTo>
                <a:lnTo>
                  <a:pt x="745366" y="34188"/>
                </a:lnTo>
                <a:lnTo>
                  <a:pt x="746076" y="34204"/>
                </a:lnTo>
                <a:lnTo>
                  <a:pt x="746840" y="34231"/>
                </a:lnTo>
                <a:lnTo>
                  <a:pt x="747657" y="34269"/>
                </a:lnTo>
                <a:lnTo>
                  <a:pt x="748528" y="34318"/>
                </a:lnTo>
                <a:lnTo>
                  <a:pt x="749452" y="34378"/>
                </a:lnTo>
                <a:lnTo>
                  <a:pt x="750430" y="34449"/>
                </a:lnTo>
                <a:lnTo>
                  <a:pt x="751461" y="34530"/>
                </a:lnTo>
                <a:lnTo>
                  <a:pt x="752546" y="34623"/>
                </a:lnTo>
                <a:lnTo>
                  <a:pt x="753685" y="34726"/>
                </a:lnTo>
                <a:lnTo>
                  <a:pt x="754876" y="34840"/>
                </a:lnTo>
                <a:lnTo>
                  <a:pt x="756122" y="34965"/>
                </a:lnTo>
                <a:lnTo>
                  <a:pt x="756320" y="34990"/>
                </a:lnTo>
                <a:lnTo>
                  <a:pt x="756534" y="35015"/>
                </a:lnTo>
                <a:lnTo>
                  <a:pt x="756764" y="35041"/>
                </a:lnTo>
                <a:lnTo>
                  <a:pt x="757009" y="35068"/>
                </a:lnTo>
                <a:lnTo>
                  <a:pt x="757271" y="35097"/>
                </a:lnTo>
                <a:lnTo>
                  <a:pt x="757548" y="35126"/>
                </a:lnTo>
                <a:lnTo>
                  <a:pt x="757842" y="35156"/>
                </a:lnTo>
                <a:lnTo>
                  <a:pt x="758151" y="35187"/>
                </a:lnTo>
                <a:lnTo>
                  <a:pt x="758476" y="35219"/>
                </a:lnTo>
                <a:lnTo>
                  <a:pt x="758816" y="35252"/>
                </a:lnTo>
                <a:lnTo>
                  <a:pt x="759173" y="35286"/>
                </a:lnTo>
                <a:lnTo>
                  <a:pt x="759545" y="35322"/>
                </a:lnTo>
                <a:lnTo>
                  <a:pt x="772884" y="35322"/>
                </a:lnTo>
                <a:lnTo>
                  <a:pt x="772884" y="91508"/>
                </a:lnTo>
                <a:lnTo>
                  <a:pt x="772905" y="93876"/>
                </a:lnTo>
                <a:lnTo>
                  <a:pt x="772967" y="96167"/>
                </a:lnTo>
                <a:lnTo>
                  <a:pt x="773071" y="98384"/>
                </a:lnTo>
                <a:lnTo>
                  <a:pt x="773217" y="100525"/>
                </a:lnTo>
                <a:lnTo>
                  <a:pt x="773404" y="102590"/>
                </a:lnTo>
                <a:lnTo>
                  <a:pt x="773633" y="104580"/>
                </a:lnTo>
                <a:lnTo>
                  <a:pt x="773904" y="106495"/>
                </a:lnTo>
                <a:lnTo>
                  <a:pt x="774216" y="108334"/>
                </a:lnTo>
                <a:lnTo>
                  <a:pt x="774569" y="110098"/>
                </a:lnTo>
                <a:lnTo>
                  <a:pt x="774965" y="111787"/>
                </a:lnTo>
                <a:lnTo>
                  <a:pt x="775401" y="113400"/>
                </a:lnTo>
                <a:lnTo>
                  <a:pt x="775880" y="114937"/>
                </a:lnTo>
                <a:lnTo>
                  <a:pt x="762042" y="114937"/>
                </a:lnTo>
                <a:lnTo>
                  <a:pt x="761785" y="113803"/>
                </a:lnTo>
                <a:lnTo>
                  <a:pt x="761537" y="112601"/>
                </a:lnTo>
                <a:lnTo>
                  <a:pt x="761298" y="111333"/>
                </a:lnTo>
                <a:lnTo>
                  <a:pt x="761067" y="109998"/>
                </a:lnTo>
                <a:lnTo>
                  <a:pt x="760846" y="108596"/>
                </a:lnTo>
                <a:lnTo>
                  <a:pt x="760633" y="107127"/>
                </a:lnTo>
                <a:lnTo>
                  <a:pt x="760430" y="105592"/>
                </a:lnTo>
                <a:lnTo>
                  <a:pt x="760235" y="103989"/>
                </a:lnTo>
                <a:lnTo>
                  <a:pt x="760049" y="102320"/>
                </a:lnTo>
                <a:lnTo>
                  <a:pt x="759872" y="100584"/>
                </a:lnTo>
                <a:lnTo>
                  <a:pt x="759705" y="98781"/>
                </a:lnTo>
                <a:lnTo>
                  <a:pt x="759545" y="96912"/>
                </a:lnTo>
                <a:moveTo>
                  <a:pt x="759545" y="81254"/>
                </a:moveTo>
                <a:lnTo>
                  <a:pt x="759545" y="47143"/>
                </a:lnTo>
                <a:lnTo>
                  <a:pt x="758375" y="46847"/>
                </a:lnTo>
                <a:lnTo>
                  <a:pt x="757219" y="46577"/>
                </a:lnTo>
                <a:lnTo>
                  <a:pt x="756077" y="46333"/>
                </a:lnTo>
                <a:lnTo>
                  <a:pt x="754949" y="46114"/>
                </a:lnTo>
                <a:lnTo>
                  <a:pt x="753834" y="45921"/>
                </a:lnTo>
                <a:lnTo>
                  <a:pt x="752734" y="45754"/>
                </a:lnTo>
                <a:lnTo>
                  <a:pt x="751647" y="45613"/>
                </a:lnTo>
                <a:lnTo>
                  <a:pt x="750574" y="45497"/>
                </a:lnTo>
                <a:lnTo>
                  <a:pt x="749515" y="45407"/>
                </a:lnTo>
                <a:lnTo>
                  <a:pt x="748470" y="45343"/>
                </a:lnTo>
                <a:lnTo>
                  <a:pt x="747438" y="45304"/>
                </a:lnTo>
                <a:lnTo>
                  <a:pt x="746421" y="45291"/>
                </a:lnTo>
                <a:lnTo>
                  <a:pt x="744405" y="45357"/>
                </a:lnTo>
                <a:lnTo>
                  <a:pt x="742445" y="45554"/>
                </a:lnTo>
                <a:lnTo>
                  <a:pt x="740543" y="45883"/>
                </a:lnTo>
                <a:lnTo>
                  <a:pt x="738697" y="46344"/>
                </a:lnTo>
                <a:lnTo>
                  <a:pt x="736909" y="46936"/>
                </a:lnTo>
                <a:lnTo>
                  <a:pt x="735178" y="47659"/>
                </a:lnTo>
                <a:lnTo>
                  <a:pt x="733503" y="48514"/>
                </a:lnTo>
                <a:lnTo>
                  <a:pt x="731885" y="49501"/>
                </a:lnTo>
                <a:lnTo>
                  <a:pt x="730325" y="50619"/>
                </a:lnTo>
                <a:lnTo>
                  <a:pt x="728821" y="51869"/>
                </a:lnTo>
                <a:lnTo>
                  <a:pt x="727375" y="53250"/>
                </a:lnTo>
                <a:lnTo>
                  <a:pt x="725985" y="54763"/>
                </a:lnTo>
                <a:lnTo>
                  <a:pt x="724680" y="56389"/>
                </a:lnTo>
                <a:lnTo>
                  <a:pt x="723489" y="58110"/>
                </a:lnTo>
                <a:lnTo>
                  <a:pt x="722412" y="59926"/>
                </a:lnTo>
                <a:lnTo>
                  <a:pt x="721448" y="61836"/>
                </a:lnTo>
                <a:lnTo>
                  <a:pt x="720597" y="63842"/>
                </a:lnTo>
                <a:lnTo>
                  <a:pt x="719860" y="65943"/>
                </a:lnTo>
                <a:lnTo>
                  <a:pt x="719236" y="68139"/>
                </a:lnTo>
                <a:lnTo>
                  <a:pt x="718725" y="70429"/>
                </a:lnTo>
                <a:lnTo>
                  <a:pt x="718328" y="72815"/>
                </a:lnTo>
                <a:lnTo>
                  <a:pt x="718045" y="75296"/>
                </a:lnTo>
                <a:lnTo>
                  <a:pt x="717874" y="77871"/>
                </a:lnTo>
                <a:lnTo>
                  <a:pt x="717818" y="80542"/>
                </a:lnTo>
                <a:lnTo>
                  <a:pt x="717849" y="82472"/>
                </a:lnTo>
                <a:lnTo>
                  <a:pt x="717942" y="84321"/>
                </a:lnTo>
                <a:lnTo>
                  <a:pt x="718096" y="86090"/>
                </a:lnTo>
                <a:lnTo>
                  <a:pt x="718313" y="87778"/>
                </a:lnTo>
                <a:lnTo>
                  <a:pt x="718592" y="89385"/>
                </a:lnTo>
                <a:lnTo>
                  <a:pt x="718932" y="90912"/>
                </a:lnTo>
                <a:lnTo>
                  <a:pt x="719335" y="92358"/>
                </a:lnTo>
                <a:lnTo>
                  <a:pt x="719799" y="93724"/>
                </a:lnTo>
                <a:lnTo>
                  <a:pt x="720325" y="95009"/>
                </a:lnTo>
                <a:lnTo>
                  <a:pt x="720914" y="96213"/>
                </a:lnTo>
                <a:lnTo>
                  <a:pt x="721564" y="97337"/>
                </a:lnTo>
                <a:lnTo>
                  <a:pt x="722276" y="98380"/>
                </a:lnTo>
                <a:lnTo>
                  <a:pt x="723027" y="99342"/>
                </a:lnTo>
                <a:lnTo>
                  <a:pt x="723797" y="100219"/>
                </a:lnTo>
                <a:lnTo>
                  <a:pt x="724583" y="101013"/>
                </a:lnTo>
                <a:lnTo>
                  <a:pt x="725387" y="101723"/>
                </a:lnTo>
                <a:lnTo>
                  <a:pt x="726208" y="102350"/>
                </a:lnTo>
                <a:lnTo>
                  <a:pt x="727046" y="102894"/>
                </a:lnTo>
                <a:lnTo>
                  <a:pt x="727902" y="103353"/>
                </a:lnTo>
                <a:lnTo>
                  <a:pt x="728775" y="103729"/>
                </a:lnTo>
                <a:lnTo>
                  <a:pt x="729665" y="104022"/>
                </a:lnTo>
                <a:lnTo>
                  <a:pt x="730573" y="104231"/>
                </a:lnTo>
                <a:lnTo>
                  <a:pt x="731498" y="104356"/>
                </a:lnTo>
                <a:lnTo>
                  <a:pt x="732440" y="104398"/>
                </a:lnTo>
                <a:lnTo>
                  <a:pt x="733483" y="104354"/>
                </a:lnTo>
                <a:lnTo>
                  <a:pt x="734544" y="104224"/>
                </a:lnTo>
                <a:lnTo>
                  <a:pt x="735623" y="104006"/>
                </a:lnTo>
                <a:lnTo>
                  <a:pt x="736720" y="103702"/>
                </a:lnTo>
                <a:lnTo>
                  <a:pt x="737835" y="103310"/>
                </a:lnTo>
                <a:lnTo>
                  <a:pt x="738967" y="102831"/>
                </a:lnTo>
                <a:lnTo>
                  <a:pt x="740117" y="102266"/>
                </a:lnTo>
                <a:lnTo>
                  <a:pt x="741285" y="101613"/>
                </a:lnTo>
                <a:lnTo>
                  <a:pt x="742471" y="100873"/>
                </a:lnTo>
                <a:lnTo>
                  <a:pt x="743675" y="100046"/>
                </a:lnTo>
                <a:lnTo>
                  <a:pt x="744896" y="99132"/>
                </a:lnTo>
                <a:lnTo>
                  <a:pt x="746136" y="98131"/>
                </a:lnTo>
                <a:lnTo>
                  <a:pt x="747373" y="97057"/>
                </a:lnTo>
                <a:lnTo>
                  <a:pt x="748588" y="95922"/>
                </a:lnTo>
                <a:lnTo>
                  <a:pt x="749782" y="94726"/>
                </a:lnTo>
                <a:lnTo>
                  <a:pt x="750954" y="93471"/>
                </a:lnTo>
                <a:lnTo>
                  <a:pt x="752104" y="92155"/>
                </a:lnTo>
                <a:lnTo>
                  <a:pt x="753233" y="90778"/>
                </a:lnTo>
                <a:lnTo>
                  <a:pt x="754339" y="89342"/>
                </a:lnTo>
                <a:lnTo>
                  <a:pt x="755424" y="87845"/>
                </a:lnTo>
                <a:lnTo>
                  <a:pt x="756487" y="86288"/>
                </a:lnTo>
                <a:lnTo>
                  <a:pt x="757528" y="84670"/>
                </a:lnTo>
                <a:lnTo>
                  <a:pt x="758548" y="82992"/>
                </a:lnTo>
                <a:lnTo>
                  <a:pt x="759545" y="81254"/>
                </a:lnTo>
                <a:close/>
                <a:moveTo>
                  <a:pt x="814026" y="145844"/>
                </a:moveTo>
                <a:lnTo>
                  <a:pt x="814026" y="137013"/>
                </a:lnTo>
                <a:lnTo>
                  <a:pt x="814865" y="136780"/>
                </a:lnTo>
                <a:lnTo>
                  <a:pt x="815669" y="136530"/>
                </a:lnTo>
                <a:lnTo>
                  <a:pt x="816440" y="136263"/>
                </a:lnTo>
                <a:lnTo>
                  <a:pt x="817176" y="135981"/>
                </a:lnTo>
                <a:lnTo>
                  <a:pt x="817878" y="135682"/>
                </a:lnTo>
                <a:lnTo>
                  <a:pt x="818546" y="135367"/>
                </a:lnTo>
                <a:lnTo>
                  <a:pt x="819180" y="135035"/>
                </a:lnTo>
                <a:lnTo>
                  <a:pt x="819780" y="134687"/>
                </a:lnTo>
                <a:lnTo>
                  <a:pt x="820345" y="134323"/>
                </a:lnTo>
                <a:lnTo>
                  <a:pt x="820877" y="133942"/>
                </a:lnTo>
                <a:lnTo>
                  <a:pt x="821374" y="133545"/>
                </a:lnTo>
                <a:lnTo>
                  <a:pt x="821837" y="133132"/>
                </a:lnTo>
                <a:lnTo>
                  <a:pt x="822275" y="132702"/>
                </a:lnTo>
                <a:lnTo>
                  <a:pt x="822698" y="132252"/>
                </a:lnTo>
                <a:lnTo>
                  <a:pt x="823107" y="131784"/>
                </a:lnTo>
                <a:lnTo>
                  <a:pt x="823501" y="131297"/>
                </a:lnTo>
                <a:lnTo>
                  <a:pt x="823880" y="130791"/>
                </a:lnTo>
                <a:lnTo>
                  <a:pt x="824244" y="130266"/>
                </a:lnTo>
                <a:lnTo>
                  <a:pt x="824593" y="129722"/>
                </a:lnTo>
                <a:lnTo>
                  <a:pt x="824927" y="129160"/>
                </a:lnTo>
                <a:lnTo>
                  <a:pt x="825247" y="128579"/>
                </a:lnTo>
                <a:lnTo>
                  <a:pt x="825552" y="127979"/>
                </a:lnTo>
                <a:lnTo>
                  <a:pt x="825841" y="127361"/>
                </a:lnTo>
                <a:lnTo>
                  <a:pt x="826116" y="126723"/>
                </a:lnTo>
                <a:lnTo>
                  <a:pt x="826373" y="126065"/>
                </a:lnTo>
                <a:lnTo>
                  <a:pt x="826607" y="125385"/>
                </a:lnTo>
                <a:lnTo>
                  <a:pt x="826818" y="124682"/>
                </a:lnTo>
                <a:lnTo>
                  <a:pt x="827008" y="123958"/>
                </a:lnTo>
                <a:lnTo>
                  <a:pt x="827175" y="123211"/>
                </a:lnTo>
                <a:lnTo>
                  <a:pt x="827320" y="122441"/>
                </a:lnTo>
                <a:lnTo>
                  <a:pt x="827443" y="121650"/>
                </a:lnTo>
                <a:lnTo>
                  <a:pt x="827543" y="120836"/>
                </a:lnTo>
                <a:lnTo>
                  <a:pt x="827621" y="120000"/>
                </a:lnTo>
                <a:lnTo>
                  <a:pt x="827677" y="119142"/>
                </a:lnTo>
                <a:lnTo>
                  <a:pt x="827710" y="118261"/>
                </a:lnTo>
                <a:lnTo>
                  <a:pt x="827721" y="117359"/>
                </a:lnTo>
                <a:lnTo>
                  <a:pt x="826640" y="117333"/>
                </a:lnTo>
                <a:lnTo>
                  <a:pt x="825607" y="117254"/>
                </a:lnTo>
                <a:lnTo>
                  <a:pt x="824623" y="117124"/>
                </a:lnTo>
                <a:lnTo>
                  <a:pt x="823687" y="116942"/>
                </a:lnTo>
                <a:lnTo>
                  <a:pt x="822800" y="116708"/>
                </a:lnTo>
                <a:lnTo>
                  <a:pt x="821961" y="116421"/>
                </a:lnTo>
                <a:lnTo>
                  <a:pt x="821171" y="116083"/>
                </a:lnTo>
                <a:lnTo>
                  <a:pt x="820430" y="115692"/>
                </a:lnTo>
                <a:lnTo>
                  <a:pt x="819737" y="115249"/>
                </a:lnTo>
                <a:lnTo>
                  <a:pt x="819092" y="114755"/>
                </a:lnTo>
                <a:lnTo>
                  <a:pt x="818496" y="114208"/>
                </a:lnTo>
                <a:lnTo>
                  <a:pt x="817949" y="113609"/>
                </a:lnTo>
                <a:lnTo>
                  <a:pt x="817448" y="112980"/>
                </a:lnTo>
                <a:lnTo>
                  <a:pt x="816990" y="112344"/>
                </a:lnTo>
                <a:lnTo>
                  <a:pt x="816576" y="111700"/>
                </a:lnTo>
                <a:lnTo>
                  <a:pt x="816205" y="111049"/>
                </a:lnTo>
                <a:lnTo>
                  <a:pt x="815879" y="110391"/>
                </a:lnTo>
                <a:lnTo>
                  <a:pt x="815595" y="109725"/>
                </a:lnTo>
                <a:lnTo>
                  <a:pt x="815355" y="109052"/>
                </a:lnTo>
                <a:lnTo>
                  <a:pt x="815159" y="108371"/>
                </a:lnTo>
                <a:lnTo>
                  <a:pt x="815007" y="107682"/>
                </a:lnTo>
                <a:lnTo>
                  <a:pt x="814898" y="106987"/>
                </a:lnTo>
                <a:lnTo>
                  <a:pt x="814832" y="106284"/>
                </a:lnTo>
                <a:lnTo>
                  <a:pt x="814811" y="105573"/>
                </a:lnTo>
                <a:lnTo>
                  <a:pt x="814835" y="104762"/>
                </a:lnTo>
                <a:lnTo>
                  <a:pt x="814908" y="103973"/>
                </a:lnTo>
                <a:lnTo>
                  <a:pt x="815029" y="103204"/>
                </a:lnTo>
                <a:lnTo>
                  <a:pt x="815199" y="102458"/>
                </a:lnTo>
                <a:lnTo>
                  <a:pt x="815417" y="101732"/>
                </a:lnTo>
                <a:lnTo>
                  <a:pt x="815684" y="101028"/>
                </a:lnTo>
                <a:lnTo>
                  <a:pt x="816000" y="100345"/>
                </a:lnTo>
                <a:lnTo>
                  <a:pt x="816364" y="99684"/>
                </a:lnTo>
                <a:lnTo>
                  <a:pt x="816777" y="99044"/>
                </a:lnTo>
                <a:lnTo>
                  <a:pt x="817238" y="98425"/>
                </a:lnTo>
                <a:lnTo>
                  <a:pt x="817747" y="97828"/>
                </a:lnTo>
                <a:lnTo>
                  <a:pt x="818306" y="97252"/>
                </a:lnTo>
                <a:lnTo>
                  <a:pt x="818896" y="96710"/>
                </a:lnTo>
                <a:lnTo>
                  <a:pt x="819502" y="96215"/>
                </a:lnTo>
                <a:lnTo>
                  <a:pt x="820125" y="95767"/>
                </a:lnTo>
                <a:lnTo>
                  <a:pt x="820763" y="95367"/>
                </a:lnTo>
                <a:lnTo>
                  <a:pt x="821416" y="95013"/>
                </a:lnTo>
                <a:lnTo>
                  <a:pt x="822086" y="94707"/>
                </a:lnTo>
                <a:lnTo>
                  <a:pt x="822772" y="94448"/>
                </a:lnTo>
                <a:lnTo>
                  <a:pt x="823473" y="94236"/>
                </a:lnTo>
                <a:lnTo>
                  <a:pt x="824190" y="94071"/>
                </a:lnTo>
                <a:lnTo>
                  <a:pt x="824923" y="93953"/>
                </a:lnTo>
                <a:lnTo>
                  <a:pt x="825672" y="93882"/>
                </a:lnTo>
                <a:lnTo>
                  <a:pt x="826437" y="93858"/>
                </a:lnTo>
                <a:lnTo>
                  <a:pt x="827424" y="93894"/>
                </a:lnTo>
                <a:lnTo>
                  <a:pt x="828389" y="94002"/>
                </a:lnTo>
                <a:lnTo>
                  <a:pt x="829331" y="94182"/>
                </a:lnTo>
                <a:lnTo>
                  <a:pt x="830249" y="94433"/>
                </a:lnTo>
                <a:lnTo>
                  <a:pt x="831146" y="94756"/>
                </a:lnTo>
                <a:lnTo>
                  <a:pt x="832019" y="95151"/>
                </a:lnTo>
                <a:lnTo>
                  <a:pt x="832869" y="95618"/>
                </a:lnTo>
                <a:lnTo>
                  <a:pt x="833697" y="96156"/>
                </a:lnTo>
                <a:lnTo>
                  <a:pt x="834502" y="96766"/>
                </a:lnTo>
                <a:lnTo>
                  <a:pt x="835284" y="97448"/>
                </a:lnTo>
                <a:lnTo>
                  <a:pt x="836043" y="98202"/>
                </a:lnTo>
                <a:lnTo>
                  <a:pt x="836780" y="99028"/>
                </a:lnTo>
                <a:lnTo>
                  <a:pt x="837475" y="99916"/>
                </a:lnTo>
                <a:lnTo>
                  <a:pt x="838110" y="100857"/>
                </a:lnTo>
                <a:lnTo>
                  <a:pt x="838684" y="101851"/>
                </a:lnTo>
                <a:lnTo>
                  <a:pt x="839197" y="102899"/>
                </a:lnTo>
                <a:lnTo>
                  <a:pt x="839651" y="103999"/>
                </a:lnTo>
                <a:lnTo>
                  <a:pt x="840043" y="105152"/>
                </a:lnTo>
                <a:lnTo>
                  <a:pt x="840376" y="106358"/>
                </a:lnTo>
                <a:lnTo>
                  <a:pt x="840648" y="107617"/>
                </a:lnTo>
                <a:lnTo>
                  <a:pt x="840859" y="108929"/>
                </a:lnTo>
                <a:lnTo>
                  <a:pt x="841010" y="110294"/>
                </a:lnTo>
                <a:lnTo>
                  <a:pt x="841101" y="111713"/>
                </a:lnTo>
                <a:lnTo>
                  <a:pt x="841131" y="113184"/>
                </a:lnTo>
                <a:lnTo>
                  <a:pt x="841107" y="114485"/>
                </a:lnTo>
                <a:lnTo>
                  <a:pt x="841036" y="115774"/>
                </a:lnTo>
                <a:lnTo>
                  <a:pt x="840917" y="117050"/>
                </a:lnTo>
                <a:lnTo>
                  <a:pt x="840751" y="118314"/>
                </a:lnTo>
                <a:lnTo>
                  <a:pt x="840537" y="119566"/>
                </a:lnTo>
                <a:lnTo>
                  <a:pt x="840275" y="120805"/>
                </a:lnTo>
                <a:lnTo>
                  <a:pt x="839966" y="122032"/>
                </a:lnTo>
                <a:lnTo>
                  <a:pt x="839609" y="123247"/>
                </a:lnTo>
                <a:lnTo>
                  <a:pt x="839205" y="124449"/>
                </a:lnTo>
                <a:lnTo>
                  <a:pt x="838754" y="125638"/>
                </a:lnTo>
                <a:lnTo>
                  <a:pt x="838254" y="126816"/>
                </a:lnTo>
                <a:lnTo>
                  <a:pt x="837707" y="127980"/>
                </a:lnTo>
                <a:lnTo>
                  <a:pt x="837120" y="129125"/>
                </a:lnTo>
                <a:lnTo>
                  <a:pt x="836498" y="130241"/>
                </a:lnTo>
                <a:lnTo>
                  <a:pt x="835842" y="131330"/>
                </a:lnTo>
                <a:lnTo>
                  <a:pt x="835151" y="132390"/>
                </a:lnTo>
                <a:lnTo>
                  <a:pt x="834427" y="133421"/>
                </a:lnTo>
                <a:lnTo>
                  <a:pt x="833668" y="134425"/>
                </a:lnTo>
                <a:lnTo>
                  <a:pt x="832876" y="135400"/>
                </a:lnTo>
                <a:lnTo>
                  <a:pt x="832049" y="136347"/>
                </a:lnTo>
                <a:lnTo>
                  <a:pt x="831187" y="137266"/>
                </a:lnTo>
                <a:lnTo>
                  <a:pt x="830292" y="138156"/>
                </a:lnTo>
                <a:lnTo>
                  <a:pt x="829363" y="139019"/>
                </a:lnTo>
                <a:lnTo>
                  <a:pt x="828399" y="139853"/>
                </a:lnTo>
                <a:lnTo>
                  <a:pt x="827400" y="140646"/>
                </a:lnTo>
                <a:lnTo>
                  <a:pt x="826365" y="141386"/>
                </a:lnTo>
                <a:lnTo>
                  <a:pt x="825294" y="142073"/>
                </a:lnTo>
                <a:lnTo>
                  <a:pt x="824186" y="142705"/>
                </a:lnTo>
                <a:lnTo>
                  <a:pt x="823043" y="143285"/>
                </a:lnTo>
                <a:lnTo>
                  <a:pt x="821863" y="143811"/>
                </a:lnTo>
                <a:lnTo>
                  <a:pt x="820647" y="144283"/>
                </a:lnTo>
                <a:lnTo>
                  <a:pt x="819395" y="144702"/>
                </a:lnTo>
                <a:lnTo>
                  <a:pt x="818107" y="145068"/>
                </a:lnTo>
                <a:lnTo>
                  <a:pt x="816783" y="145380"/>
                </a:lnTo>
                <a:lnTo>
                  <a:pt x="815423" y="145639"/>
                </a:lnTo>
                <a:lnTo>
                  <a:pt x="814026" y="145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7" name="Original vector context 67">
            <a:extLst xmlns:a="http://schemas.openxmlformats.org/drawingml/2006/main">
              <a:ext uri="{FF2B5EF4-FFF2-40B4-BE49-F238E27FC236}">
                <a16:creationId xmlns:a16="http://schemas.microsoft.com/office/drawing/2014/main" id="{D6E5D474-BD10-4908-BB59-8D577534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876" y="9166056"/>
            <a:ext cx="1208422" cy="150117"/>
          </a:xfrm>
          <a:custGeom xmlns:a="http://schemas.openxmlformats.org/drawingml/2006/main">
            <a:pathLst>
              <a:path w="1208422" h="150117">
                <a:moveTo>
                  <a:pt x="23824" y="117074"/>
                </a:moveTo>
                <a:lnTo>
                  <a:pt x="23824" y="13246"/>
                </a:lnTo>
                <a:lnTo>
                  <a:pt x="0" y="13246"/>
                </a:lnTo>
                <a:lnTo>
                  <a:pt x="0" y="2136"/>
                </a:lnTo>
                <a:lnTo>
                  <a:pt x="37091" y="2136"/>
                </a:lnTo>
                <a:lnTo>
                  <a:pt x="37091" y="105965"/>
                </a:lnTo>
                <a:lnTo>
                  <a:pt x="61985" y="105965"/>
                </a:lnTo>
                <a:lnTo>
                  <a:pt x="61985" y="117074"/>
                </a:lnTo>
                <a:lnTo>
                  <a:pt x="23824" y="117074"/>
                </a:lnTo>
                <a:close/>
                <a:moveTo>
                  <a:pt x="112401" y="117074"/>
                </a:moveTo>
                <a:lnTo>
                  <a:pt x="112401" y="48567"/>
                </a:lnTo>
                <a:lnTo>
                  <a:pt x="90289" y="48567"/>
                </a:lnTo>
                <a:lnTo>
                  <a:pt x="90289" y="37458"/>
                </a:lnTo>
                <a:lnTo>
                  <a:pt x="125668" y="37458"/>
                </a:lnTo>
                <a:lnTo>
                  <a:pt x="125668" y="105965"/>
                </a:lnTo>
                <a:lnTo>
                  <a:pt x="147852" y="105965"/>
                </a:lnTo>
                <a:lnTo>
                  <a:pt x="147852" y="117074"/>
                </a:lnTo>
                <a:lnTo>
                  <a:pt x="112401" y="117074"/>
                </a:lnTo>
                <a:moveTo>
                  <a:pt x="110190" y="8866"/>
                </a:moveTo>
                <a:lnTo>
                  <a:pt x="110211" y="8137"/>
                </a:lnTo>
                <a:lnTo>
                  <a:pt x="110275" y="7440"/>
                </a:lnTo>
                <a:lnTo>
                  <a:pt x="110381" y="6774"/>
                </a:lnTo>
                <a:lnTo>
                  <a:pt x="110530" y="6139"/>
                </a:lnTo>
                <a:lnTo>
                  <a:pt x="110722" y="5536"/>
                </a:lnTo>
                <a:lnTo>
                  <a:pt x="110956" y="4965"/>
                </a:lnTo>
                <a:lnTo>
                  <a:pt x="111233" y="4425"/>
                </a:lnTo>
                <a:lnTo>
                  <a:pt x="111553" y="3917"/>
                </a:lnTo>
                <a:lnTo>
                  <a:pt x="111915" y="3440"/>
                </a:lnTo>
                <a:lnTo>
                  <a:pt x="112320" y="2995"/>
                </a:lnTo>
                <a:lnTo>
                  <a:pt x="112767" y="2581"/>
                </a:lnTo>
                <a:lnTo>
                  <a:pt x="113257" y="2199"/>
                </a:lnTo>
                <a:lnTo>
                  <a:pt x="113766" y="1848"/>
                </a:lnTo>
                <a:lnTo>
                  <a:pt x="114269" y="1527"/>
                </a:lnTo>
                <a:lnTo>
                  <a:pt x="114768" y="1237"/>
                </a:lnTo>
                <a:lnTo>
                  <a:pt x="115262" y="977"/>
                </a:lnTo>
                <a:lnTo>
                  <a:pt x="115751" y="748"/>
                </a:lnTo>
                <a:lnTo>
                  <a:pt x="116235" y="550"/>
                </a:lnTo>
                <a:lnTo>
                  <a:pt x="116714" y="382"/>
                </a:lnTo>
                <a:lnTo>
                  <a:pt x="117188" y="244"/>
                </a:lnTo>
                <a:lnTo>
                  <a:pt x="117657" y="137"/>
                </a:lnTo>
                <a:lnTo>
                  <a:pt x="118121" y="61"/>
                </a:lnTo>
                <a:lnTo>
                  <a:pt x="118580" y="15"/>
                </a:lnTo>
                <a:lnTo>
                  <a:pt x="119035" y="0"/>
                </a:lnTo>
                <a:lnTo>
                  <a:pt x="119500" y="15"/>
                </a:lnTo>
                <a:lnTo>
                  <a:pt x="119970" y="61"/>
                </a:lnTo>
                <a:lnTo>
                  <a:pt x="120443" y="137"/>
                </a:lnTo>
                <a:lnTo>
                  <a:pt x="120921" y="244"/>
                </a:lnTo>
                <a:lnTo>
                  <a:pt x="121402" y="382"/>
                </a:lnTo>
                <a:lnTo>
                  <a:pt x="121888" y="550"/>
                </a:lnTo>
                <a:lnTo>
                  <a:pt x="122377" y="748"/>
                </a:lnTo>
                <a:lnTo>
                  <a:pt x="122870" y="977"/>
                </a:lnTo>
                <a:lnTo>
                  <a:pt x="123368" y="1237"/>
                </a:lnTo>
                <a:lnTo>
                  <a:pt x="123869" y="1527"/>
                </a:lnTo>
                <a:lnTo>
                  <a:pt x="124374" y="1848"/>
                </a:lnTo>
                <a:lnTo>
                  <a:pt x="124884" y="2199"/>
                </a:lnTo>
                <a:lnTo>
                  <a:pt x="125373" y="2581"/>
                </a:lnTo>
                <a:lnTo>
                  <a:pt x="125821" y="2995"/>
                </a:lnTo>
                <a:lnTo>
                  <a:pt x="126225" y="3440"/>
                </a:lnTo>
                <a:lnTo>
                  <a:pt x="126588" y="3917"/>
                </a:lnTo>
                <a:lnTo>
                  <a:pt x="126907" y="4425"/>
                </a:lnTo>
                <a:lnTo>
                  <a:pt x="127184" y="4965"/>
                </a:lnTo>
                <a:lnTo>
                  <a:pt x="127418" y="5536"/>
                </a:lnTo>
                <a:lnTo>
                  <a:pt x="127610" y="6139"/>
                </a:lnTo>
                <a:lnTo>
                  <a:pt x="127759" y="6774"/>
                </a:lnTo>
                <a:lnTo>
                  <a:pt x="127866" y="7440"/>
                </a:lnTo>
                <a:lnTo>
                  <a:pt x="127929" y="8137"/>
                </a:lnTo>
                <a:lnTo>
                  <a:pt x="127951" y="8866"/>
                </a:lnTo>
                <a:lnTo>
                  <a:pt x="127929" y="9584"/>
                </a:lnTo>
                <a:lnTo>
                  <a:pt x="127866" y="10271"/>
                </a:lnTo>
                <a:lnTo>
                  <a:pt x="127759" y="10927"/>
                </a:lnTo>
                <a:lnTo>
                  <a:pt x="127610" y="11553"/>
                </a:lnTo>
                <a:lnTo>
                  <a:pt x="127418" y="12149"/>
                </a:lnTo>
                <a:lnTo>
                  <a:pt x="127184" y="12714"/>
                </a:lnTo>
                <a:lnTo>
                  <a:pt x="126907" y="13248"/>
                </a:lnTo>
                <a:lnTo>
                  <a:pt x="126588" y="13752"/>
                </a:lnTo>
                <a:lnTo>
                  <a:pt x="126225" y="14225"/>
                </a:lnTo>
                <a:lnTo>
                  <a:pt x="125821" y="14668"/>
                </a:lnTo>
                <a:lnTo>
                  <a:pt x="125373" y="15080"/>
                </a:lnTo>
                <a:lnTo>
                  <a:pt x="124884" y="15462"/>
                </a:lnTo>
                <a:lnTo>
                  <a:pt x="124374" y="15813"/>
                </a:lnTo>
                <a:lnTo>
                  <a:pt x="123869" y="16134"/>
                </a:lnTo>
                <a:lnTo>
                  <a:pt x="123368" y="16424"/>
                </a:lnTo>
                <a:lnTo>
                  <a:pt x="122870" y="16684"/>
                </a:lnTo>
                <a:lnTo>
                  <a:pt x="122377" y="16913"/>
                </a:lnTo>
                <a:lnTo>
                  <a:pt x="121888" y="17111"/>
                </a:lnTo>
                <a:lnTo>
                  <a:pt x="121402" y="17279"/>
                </a:lnTo>
                <a:lnTo>
                  <a:pt x="120921" y="17416"/>
                </a:lnTo>
                <a:lnTo>
                  <a:pt x="120443" y="17523"/>
                </a:lnTo>
                <a:lnTo>
                  <a:pt x="119970" y="17600"/>
                </a:lnTo>
                <a:lnTo>
                  <a:pt x="119500" y="17646"/>
                </a:lnTo>
                <a:lnTo>
                  <a:pt x="119035" y="17661"/>
                </a:lnTo>
                <a:lnTo>
                  <a:pt x="118580" y="17646"/>
                </a:lnTo>
                <a:lnTo>
                  <a:pt x="118121" y="17600"/>
                </a:lnTo>
                <a:lnTo>
                  <a:pt x="117657" y="17523"/>
                </a:lnTo>
                <a:lnTo>
                  <a:pt x="117188" y="17416"/>
                </a:lnTo>
                <a:lnTo>
                  <a:pt x="116714" y="17279"/>
                </a:lnTo>
                <a:lnTo>
                  <a:pt x="116235" y="17111"/>
                </a:lnTo>
                <a:lnTo>
                  <a:pt x="115751" y="16913"/>
                </a:lnTo>
                <a:lnTo>
                  <a:pt x="115262" y="16684"/>
                </a:lnTo>
                <a:lnTo>
                  <a:pt x="114768" y="16424"/>
                </a:lnTo>
                <a:lnTo>
                  <a:pt x="114269" y="16134"/>
                </a:lnTo>
                <a:lnTo>
                  <a:pt x="113766" y="15813"/>
                </a:lnTo>
                <a:lnTo>
                  <a:pt x="113257" y="15462"/>
                </a:lnTo>
                <a:lnTo>
                  <a:pt x="112767" y="15080"/>
                </a:lnTo>
                <a:lnTo>
                  <a:pt x="112320" y="14668"/>
                </a:lnTo>
                <a:lnTo>
                  <a:pt x="111915" y="14225"/>
                </a:lnTo>
                <a:lnTo>
                  <a:pt x="111553" y="13752"/>
                </a:lnTo>
                <a:lnTo>
                  <a:pt x="111233" y="13248"/>
                </a:lnTo>
                <a:lnTo>
                  <a:pt x="110956" y="12714"/>
                </a:lnTo>
                <a:lnTo>
                  <a:pt x="110722" y="12149"/>
                </a:lnTo>
                <a:lnTo>
                  <a:pt x="110530" y="11553"/>
                </a:lnTo>
                <a:lnTo>
                  <a:pt x="110381" y="10927"/>
                </a:lnTo>
                <a:lnTo>
                  <a:pt x="110275" y="10271"/>
                </a:lnTo>
                <a:lnTo>
                  <a:pt x="110211" y="9584"/>
                </a:lnTo>
                <a:lnTo>
                  <a:pt x="110190" y="8866"/>
                </a:lnTo>
                <a:close/>
                <a:moveTo>
                  <a:pt x="177725" y="117074"/>
                </a:moveTo>
                <a:lnTo>
                  <a:pt x="177725" y="37458"/>
                </a:lnTo>
                <a:lnTo>
                  <a:pt x="190992" y="37458"/>
                </a:lnTo>
                <a:lnTo>
                  <a:pt x="190992" y="54970"/>
                </a:lnTo>
                <a:lnTo>
                  <a:pt x="191960" y="53461"/>
                </a:lnTo>
                <a:lnTo>
                  <a:pt x="192960" y="52008"/>
                </a:lnTo>
                <a:lnTo>
                  <a:pt x="193992" y="50611"/>
                </a:lnTo>
                <a:lnTo>
                  <a:pt x="195058" y="49269"/>
                </a:lnTo>
                <a:lnTo>
                  <a:pt x="196156" y="47983"/>
                </a:lnTo>
                <a:lnTo>
                  <a:pt x="197287" y="46753"/>
                </a:lnTo>
                <a:lnTo>
                  <a:pt x="198451" y="45578"/>
                </a:lnTo>
                <a:lnTo>
                  <a:pt x="199647" y="44459"/>
                </a:lnTo>
                <a:lnTo>
                  <a:pt x="200876" y="43395"/>
                </a:lnTo>
                <a:lnTo>
                  <a:pt x="202137" y="42387"/>
                </a:lnTo>
                <a:lnTo>
                  <a:pt x="203432" y="41435"/>
                </a:lnTo>
                <a:lnTo>
                  <a:pt x="204759" y="40538"/>
                </a:lnTo>
                <a:lnTo>
                  <a:pt x="206102" y="39705"/>
                </a:lnTo>
                <a:lnTo>
                  <a:pt x="207445" y="38944"/>
                </a:lnTo>
                <a:lnTo>
                  <a:pt x="208789" y="38256"/>
                </a:lnTo>
                <a:lnTo>
                  <a:pt x="210132" y="37640"/>
                </a:lnTo>
                <a:lnTo>
                  <a:pt x="211476" y="37097"/>
                </a:lnTo>
                <a:lnTo>
                  <a:pt x="212819" y="36626"/>
                </a:lnTo>
                <a:lnTo>
                  <a:pt x="214162" y="36227"/>
                </a:lnTo>
                <a:lnTo>
                  <a:pt x="215506" y="35901"/>
                </a:lnTo>
                <a:lnTo>
                  <a:pt x="216849" y="35648"/>
                </a:lnTo>
                <a:lnTo>
                  <a:pt x="218192" y="35466"/>
                </a:lnTo>
                <a:lnTo>
                  <a:pt x="219536" y="35358"/>
                </a:lnTo>
                <a:lnTo>
                  <a:pt x="220879" y="35322"/>
                </a:lnTo>
                <a:lnTo>
                  <a:pt x="222047" y="35348"/>
                </a:lnTo>
                <a:lnTo>
                  <a:pt x="223197" y="35425"/>
                </a:lnTo>
                <a:lnTo>
                  <a:pt x="224330" y="35555"/>
                </a:lnTo>
                <a:lnTo>
                  <a:pt x="225444" y="35737"/>
                </a:lnTo>
                <a:lnTo>
                  <a:pt x="226541" y="35971"/>
                </a:lnTo>
                <a:lnTo>
                  <a:pt x="227620" y="36256"/>
                </a:lnTo>
                <a:lnTo>
                  <a:pt x="228681" y="36594"/>
                </a:lnTo>
                <a:lnTo>
                  <a:pt x="229724" y="36983"/>
                </a:lnTo>
                <a:lnTo>
                  <a:pt x="230749" y="37425"/>
                </a:lnTo>
                <a:lnTo>
                  <a:pt x="231757" y="37918"/>
                </a:lnTo>
                <a:lnTo>
                  <a:pt x="232747" y="38463"/>
                </a:lnTo>
                <a:lnTo>
                  <a:pt x="233719" y="39060"/>
                </a:lnTo>
                <a:lnTo>
                  <a:pt x="234657" y="39699"/>
                </a:lnTo>
                <a:lnTo>
                  <a:pt x="235548" y="40371"/>
                </a:lnTo>
                <a:lnTo>
                  <a:pt x="236391" y="41074"/>
                </a:lnTo>
                <a:lnTo>
                  <a:pt x="237186" y="41810"/>
                </a:lnTo>
                <a:lnTo>
                  <a:pt x="237933" y="42578"/>
                </a:lnTo>
                <a:lnTo>
                  <a:pt x="238631" y="43377"/>
                </a:lnTo>
                <a:lnTo>
                  <a:pt x="239282" y="44210"/>
                </a:lnTo>
                <a:lnTo>
                  <a:pt x="239885" y="45074"/>
                </a:lnTo>
                <a:lnTo>
                  <a:pt x="240439" y="45970"/>
                </a:lnTo>
                <a:lnTo>
                  <a:pt x="240946" y="46899"/>
                </a:lnTo>
                <a:lnTo>
                  <a:pt x="241404" y="47859"/>
                </a:lnTo>
                <a:lnTo>
                  <a:pt x="241814" y="48852"/>
                </a:lnTo>
                <a:lnTo>
                  <a:pt x="242185" y="49942"/>
                </a:lnTo>
                <a:lnTo>
                  <a:pt x="242523" y="51194"/>
                </a:lnTo>
                <a:lnTo>
                  <a:pt x="242829" y="52608"/>
                </a:lnTo>
                <a:lnTo>
                  <a:pt x="243102" y="54185"/>
                </a:lnTo>
                <a:lnTo>
                  <a:pt x="243344" y="55924"/>
                </a:lnTo>
                <a:lnTo>
                  <a:pt x="243553" y="57825"/>
                </a:lnTo>
                <a:lnTo>
                  <a:pt x="243730" y="59888"/>
                </a:lnTo>
                <a:lnTo>
                  <a:pt x="243875" y="62113"/>
                </a:lnTo>
                <a:lnTo>
                  <a:pt x="243988" y="64501"/>
                </a:lnTo>
                <a:lnTo>
                  <a:pt x="244068" y="67051"/>
                </a:lnTo>
                <a:lnTo>
                  <a:pt x="244117" y="69763"/>
                </a:lnTo>
                <a:lnTo>
                  <a:pt x="244133" y="72637"/>
                </a:lnTo>
                <a:lnTo>
                  <a:pt x="244133" y="117074"/>
                </a:lnTo>
                <a:lnTo>
                  <a:pt x="230865" y="117074"/>
                </a:lnTo>
                <a:lnTo>
                  <a:pt x="230865" y="71046"/>
                </a:lnTo>
                <a:lnTo>
                  <a:pt x="230858" y="69191"/>
                </a:lnTo>
                <a:lnTo>
                  <a:pt x="230835" y="67444"/>
                </a:lnTo>
                <a:lnTo>
                  <a:pt x="230796" y="65806"/>
                </a:lnTo>
                <a:lnTo>
                  <a:pt x="230742" y="64275"/>
                </a:lnTo>
                <a:lnTo>
                  <a:pt x="230673" y="62853"/>
                </a:lnTo>
                <a:lnTo>
                  <a:pt x="230589" y="61540"/>
                </a:lnTo>
                <a:lnTo>
                  <a:pt x="230489" y="60334"/>
                </a:lnTo>
                <a:lnTo>
                  <a:pt x="230374" y="59236"/>
                </a:lnTo>
                <a:lnTo>
                  <a:pt x="230243" y="58247"/>
                </a:lnTo>
                <a:lnTo>
                  <a:pt x="230098" y="57366"/>
                </a:lnTo>
                <a:lnTo>
                  <a:pt x="229936" y="56593"/>
                </a:lnTo>
                <a:lnTo>
                  <a:pt x="229760" y="55929"/>
                </a:lnTo>
                <a:lnTo>
                  <a:pt x="229563" y="55327"/>
                </a:lnTo>
                <a:lnTo>
                  <a:pt x="229340" y="54744"/>
                </a:lnTo>
                <a:lnTo>
                  <a:pt x="229091" y="54179"/>
                </a:lnTo>
                <a:lnTo>
                  <a:pt x="228817" y="53633"/>
                </a:lnTo>
                <a:lnTo>
                  <a:pt x="228516" y="53105"/>
                </a:lnTo>
                <a:lnTo>
                  <a:pt x="228190" y="52595"/>
                </a:lnTo>
                <a:lnTo>
                  <a:pt x="227839" y="52103"/>
                </a:lnTo>
                <a:lnTo>
                  <a:pt x="227461" y="51629"/>
                </a:lnTo>
                <a:lnTo>
                  <a:pt x="227058" y="51174"/>
                </a:lnTo>
                <a:lnTo>
                  <a:pt x="226629" y="50737"/>
                </a:lnTo>
                <a:lnTo>
                  <a:pt x="226174" y="50318"/>
                </a:lnTo>
                <a:lnTo>
                  <a:pt x="225694" y="49918"/>
                </a:lnTo>
                <a:lnTo>
                  <a:pt x="225197" y="49543"/>
                </a:lnTo>
                <a:lnTo>
                  <a:pt x="224692" y="49201"/>
                </a:lnTo>
                <a:lnTo>
                  <a:pt x="224180" y="48891"/>
                </a:lnTo>
                <a:lnTo>
                  <a:pt x="223661" y="48614"/>
                </a:lnTo>
                <a:lnTo>
                  <a:pt x="223134" y="48369"/>
                </a:lnTo>
                <a:lnTo>
                  <a:pt x="222600" y="48157"/>
                </a:lnTo>
                <a:lnTo>
                  <a:pt x="222058" y="47978"/>
                </a:lnTo>
                <a:lnTo>
                  <a:pt x="221509" y="47831"/>
                </a:lnTo>
                <a:lnTo>
                  <a:pt x="220953" y="47717"/>
                </a:lnTo>
                <a:lnTo>
                  <a:pt x="220389" y="47635"/>
                </a:lnTo>
                <a:lnTo>
                  <a:pt x="219817" y="47586"/>
                </a:lnTo>
                <a:lnTo>
                  <a:pt x="219239" y="47570"/>
                </a:lnTo>
                <a:lnTo>
                  <a:pt x="218066" y="47616"/>
                </a:lnTo>
                <a:lnTo>
                  <a:pt x="216880" y="47754"/>
                </a:lnTo>
                <a:lnTo>
                  <a:pt x="215679" y="47984"/>
                </a:lnTo>
                <a:lnTo>
                  <a:pt x="214464" y="48305"/>
                </a:lnTo>
                <a:lnTo>
                  <a:pt x="213234" y="48719"/>
                </a:lnTo>
                <a:lnTo>
                  <a:pt x="211990" y="49224"/>
                </a:lnTo>
                <a:lnTo>
                  <a:pt x="210731" y="49821"/>
                </a:lnTo>
                <a:lnTo>
                  <a:pt x="209459" y="50511"/>
                </a:lnTo>
                <a:lnTo>
                  <a:pt x="208171" y="51292"/>
                </a:lnTo>
                <a:lnTo>
                  <a:pt x="206870" y="52165"/>
                </a:lnTo>
                <a:lnTo>
                  <a:pt x="205554" y="53130"/>
                </a:lnTo>
                <a:lnTo>
                  <a:pt x="204224" y="54186"/>
                </a:lnTo>
                <a:lnTo>
                  <a:pt x="202906" y="55312"/>
                </a:lnTo>
                <a:lnTo>
                  <a:pt x="201627" y="56484"/>
                </a:lnTo>
                <a:lnTo>
                  <a:pt x="200388" y="57703"/>
                </a:lnTo>
                <a:lnTo>
                  <a:pt x="199187" y="58968"/>
                </a:lnTo>
                <a:lnTo>
                  <a:pt x="198026" y="60280"/>
                </a:lnTo>
                <a:lnTo>
                  <a:pt x="196904" y="61638"/>
                </a:lnTo>
                <a:lnTo>
                  <a:pt x="195820" y="63042"/>
                </a:lnTo>
                <a:lnTo>
                  <a:pt x="194777" y="64493"/>
                </a:lnTo>
                <a:lnTo>
                  <a:pt x="193772" y="65991"/>
                </a:lnTo>
                <a:lnTo>
                  <a:pt x="192806" y="67534"/>
                </a:lnTo>
                <a:lnTo>
                  <a:pt x="191880" y="69124"/>
                </a:lnTo>
                <a:lnTo>
                  <a:pt x="190992" y="70761"/>
                </a:lnTo>
                <a:lnTo>
                  <a:pt x="190992" y="117074"/>
                </a:lnTo>
                <a:lnTo>
                  <a:pt x="177725" y="117074"/>
                </a:lnTo>
                <a:close/>
                <a:moveTo>
                  <a:pt x="317730" y="99048"/>
                </a:moveTo>
                <a:lnTo>
                  <a:pt x="316703" y="100682"/>
                </a:lnTo>
                <a:lnTo>
                  <a:pt x="315641" y="102248"/>
                </a:lnTo>
                <a:lnTo>
                  <a:pt x="314545" y="103745"/>
                </a:lnTo>
                <a:lnTo>
                  <a:pt x="313415" y="105173"/>
                </a:lnTo>
                <a:lnTo>
                  <a:pt x="312251" y="106533"/>
                </a:lnTo>
                <a:lnTo>
                  <a:pt x="311052" y="107824"/>
                </a:lnTo>
                <a:lnTo>
                  <a:pt x="309819" y="109047"/>
                </a:lnTo>
                <a:lnTo>
                  <a:pt x="308553" y="110202"/>
                </a:lnTo>
                <a:lnTo>
                  <a:pt x="307251" y="111288"/>
                </a:lnTo>
                <a:lnTo>
                  <a:pt x="305916" y="112305"/>
                </a:lnTo>
                <a:lnTo>
                  <a:pt x="304547" y="113254"/>
                </a:lnTo>
                <a:lnTo>
                  <a:pt x="303143" y="114134"/>
                </a:lnTo>
                <a:lnTo>
                  <a:pt x="301732" y="114945"/>
                </a:lnTo>
                <a:lnTo>
                  <a:pt x="300341" y="115685"/>
                </a:lnTo>
                <a:lnTo>
                  <a:pt x="298968" y="116355"/>
                </a:lnTo>
                <a:lnTo>
                  <a:pt x="297615" y="116954"/>
                </a:lnTo>
                <a:lnTo>
                  <a:pt x="296282" y="117483"/>
                </a:lnTo>
                <a:lnTo>
                  <a:pt x="294967" y="117941"/>
                </a:lnTo>
                <a:lnTo>
                  <a:pt x="293672" y="118329"/>
                </a:lnTo>
                <a:lnTo>
                  <a:pt x="292396" y="118646"/>
                </a:lnTo>
                <a:lnTo>
                  <a:pt x="291140" y="118893"/>
                </a:lnTo>
                <a:lnTo>
                  <a:pt x="289903" y="119069"/>
                </a:lnTo>
                <a:lnTo>
                  <a:pt x="288685" y="119175"/>
                </a:lnTo>
                <a:lnTo>
                  <a:pt x="287487" y="119210"/>
                </a:lnTo>
                <a:lnTo>
                  <a:pt x="285836" y="119150"/>
                </a:lnTo>
                <a:lnTo>
                  <a:pt x="284214" y="118971"/>
                </a:lnTo>
                <a:lnTo>
                  <a:pt x="282621" y="118672"/>
                </a:lnTo>
                <a:lnTo>
                  <a:pt x="281055" y="118253"/>
                </a:lnTo>
                <a:lnTo>
                  <a:pt x="279518" y="117714"/>
                </a:lnTo>
                <a:lnTo>
                  <a:pt x="278009" y="117056"/>
                </a:lnTo>
                <a:lnTo>
                  <a:pt x="276528" y="116278"/>
                </a:lnTo>
                <a:lnTo>
                  <a:pt x="275075" y="115381"/>
                </a:lnTo>
                <a:lnTo>
                  <a:pt x="273651" y="114363"/>
                </a:lnTo>
                <a:lnTo>
                  <a:pt x="272255" y="113226"/>
                </a:lnTo>
                <a:lnTo>
                  <a:pt x="270887" y="111970"/>
                </a:lnTo>
                <a:lnTo>
                  <a:pt x="269547" y="110593"/>
                </a:lnTo>
                <a:lnTo>
                  <a:pt x="268277" y="109096"/>
                </a:lnTo>
                <a:lnTo>
                  <a:pt x="267117" y="107474"/>
                </a:lnTo>
                <a:lnTo>
                  <a:pt x="266068" y="105729"/>
                </a:lnTo>
                <a:lnTo>
                  <a:pt x="265129" y="103860"/>
                </a:lnTo>
                <a:lnTo>
                  <a:pt x="264300" y="101867"/>
                </a:lnTo>
                <a:lnTo>
                  <a:pt x="263582" y="99751"/>
                </a:lnTo>
                <a:lnTo>
                  <a:pt x="262975" y="97512"/>
                </a:lnTo>
                <a:lnTo>
                  <a:pt x="262478" y="95148"/>
                </a:lnTo>
                <a:lnTo>
                  <a:pt x="262091" y="92661"/>
                </a:lnTo>
                <a:lnTo>
                  <a:pt x="261815" y="90051"/>
                </a:lnTo>
                <a:lnTo>
                  <a:pt x="261649" y="87316"/>
                </a:lnTo>
                <a:lnTo>
                  <a:pt x="261594" y="84458"/>
                </a:lnTo>
                <a:lnTo>
                  <a:pt x="261631" y="82176"/>
                </a:lnTo>
                <a:lnTo>
                  <a:pt x="261741" y="79935"/>
                </a:lnTo>
                <a:lnTo>
                  <a:pt x="261924" y="77735"/>
                </a:lnTo>
                <a:lnTo>
                  <a:pt x="262180" y="75577"/>
                </a:lnTo>
                <a:lnTo>
                  <a:pt x="262510" y="73459"/>
                </a:lnTo>
                <a:lnTo>
                  <a:pt x="262913" y="71382"/>
                </a:lnTo>
                <a:lnTo>
                  <a:pt x="263390" y="69346"/>
                </a:lnTo>
                <a:lnTo>
                  <a:pt x="263940" y="67351"/>
                </a:lnTo>
                <a:lnTo>
                  <a:pt x="264563" y="65398"/>
                </a:lnTo>
                <a:lnTo>
                  <a:pt x="265259" y="63485"/>
                </a:lnTo>
                <a:lnTo>
                  <a:pt x="266029" y="61614"/>
                </a:lnTo>
                <a:lnTo>
                  <a:pt x="266872" y="59783"/>
                </a:lnTo>
                <a:lnTo>
                  <a:pt x="267777" y="58005"/>
                </a:lnTo>
                <a:lnTo>
                  <a:pt x="268731" y="56290"/>
                </a:lnTo>
                <a:lnTo>
                  <a:pt x="269734" y="54638"/>
                </a:lnTo>
                <a:lnTo>
                  <a:pt x="270787" y="53050"/>
                </a:lnTo>
                <a:lnTo>
                  <a:pt x="271890" y="51524"/>
                </a:lnTo>
                <a:lnTo>
                  <a:pt x="273042" y="50063"/>
                </a:lnTo>
                <a:lnTo>
                  <a:pt x="274244" y="48664"/>
                </a:lnTo>
                <a:lnTo>
                  <a:pt x="275495" y="47329"/>
                </a:lnTo>
                <a:lnTo>
                  <a:pt x="276796" y="46057"/>
                </a:lnTo>
                <a:lnTo>
                  <a:pt x="278146" y="44848"/>
                </a:lnTo>
                <a:lnTo>
                  <a:pt x="279546" y="43703"/>
                </a:lnTo>
                <a:lnTo>
                  <a:pt x="280996" y="42621"/>
                </a:lnTo>
                <a:lnTo>
                  <a:pt x="282499" y="41614"/>
                </a:lnTo>
                <a:lnTo>
                  <a:pt x="284061" y="40695"/>
                </a:lnTo>
                <a:lnTo>
                  <a:pt x="285681" y="39864"/>
                </a:lnTo>
                <a:lnTo>
                  <a:pt x="287360" y="39120"/>
                </a:lnTo>
                <a:lnTo>
                  <a:pt x="289097" y="38463"/>
                </a:lnTo>
                <a:lnTo>
                  <a:pt x="290893" y="37894"/>
                </a:lnTo>
                <a:lnTo>
                  <a:pt x="292747" y="37413"/>
                </a:lnTo>
                <a:lnTo>
                  <a:pt x="294659" y="37019"/>
                </a:lnTo>
                <a:lnTo>
                  <a:pt x="296630" y="36712"/>
                </a:lnTo>
                <a:lnTo>
                  <a:pt x="298659" y="36494"/>
                </a:lnTo>
                <a:lnTo>
                  <a:pt x="300747" y="36362"/>
                </a:lnTo>
                <a:lnTo>
                  <a:pt x="302894" y="36319"/>
                </a:lnTo>
                <a:lnTo>
                  <a:pt x="303551" y="36324"/>
                </a:lnTo>
                <a:lnTo>
                  <a:pt x="304261" y="36340"/>
                </a:lnTo>
                <a:lnTo>
                  <a:pt x="305025" y="36367"/>
                </a:lnTo>
                <a:lnTo>
                  <a:pt x="305842" y="36406"/>
                </a:lnTo>
                <a:lnTo>
                  <a:pt x="306713" y="36455"/>
                </a:lnTo>
                <a:lnTo>
                  <a:pt x="307637" y="36514"/>
                </a:lnTo>
                <a:lnTo>
                  <a:pt x="308615" y="36585"/>
                </a:lnTo>
                <a:lnTo>
                  <a:pt x="309646" y="36667"/>
                </a:lnTo>
                <a:lnTo>
                  <a:pt x="310731" y="36759"/>
                </a:lnTo>
                <a:lnTo>
                  <a:pt x="311869" y="36863"/>
                </a:lnTo>
                <a:lnTo>
                  <a:pt x="313061" y="36977"/>
                </a:lnTo>
                <a:lnTo>
                  <a:pt x="314306" y="37102"/>
                </a:lnTo>
                <a:lnTo>
                  <a:pt x="314505" y="37126"/>
                </a:lnTo>
                <a:lnTo>
                  <a:pt x="314719" y="37151"/>
                </a:lnTo>
                <a:lnTo>
                  <a:pt x="314948" y="37178"/>
                </a:lnTo>
                <a:lnTo>
                  <a:pt x="315194" y="37205"/>
                </a:lnTo>
                <a:lnTo>
                  <a:pt x="315456" y="37233"/>
                </a:lnTo>
                <a:lnTo>
                  <a:pt x="315733" y="37262"/>
                </a:lnTo>
                <a:lnTo>
                  <a:pt x="316026" y="37292"/>
                </a:lnTo>
                <a:lnTo>
                  <a:pt x="316335" y="37323"/>
                </a:lnTo>
                <a:lnTo>
                  <a:pt x="316660" y="37356"/>
                </a:lnTo>
                <a:lnTo>
                  <a:pt x="317001" y="37389"/>
                </a:lnTo>
                <a:lnTo>
                  <a:pt x="317358" y="37423"/>
                </a:lnTo>
                <a:lnTo>
                  <a:pt x="317730" y="37458"/>
                </a:lnTo>
                <a:lnTo>
                  <a:pt x="331069" y="37458"/>
                </a:lnTo>
                <a:lnTo>
                  <a:pt x="331069" y="93645"/>
                </a:lnTo>
                <a:lnTo>
                  <a:pt x="331090" y="96012"/>
                </a:lnTo>
                <a:lnTo>
                  <a:pt x="331152" y="98304"/>
                </a:lnTo>
                <a:lnTo>
                  <a:pt x="331256" y="100520"/>
                </a:lnTo>
                <a:lnTo>
                  <a:pt x="331402" y="102661"/>
                </a:lnTo>
                <a:lnTo>
                  <a:pt x="331589" y="104727"/>
                </a:lnTo>
                <a:lnTo>
                  <a:pt x="331818" y="106717"/>
                </a:lnTo>
                <a:lnTo>
                  <a:pt x="332088" y="108632"/>
                </a:lnTo>
                <a:lnTo>
                  <a:pt x="332400" y="110471"/>
                </a:lnTo>
                <a:lnTo>
                  <a:pt x="332754" y="112235"/>
                </a:lnTo>
                <a:lnTo>
                  <a:pt x="333149" y="113923"/>
                </a:lnTo>
                <a:lnTo>
                  <a:pt x="333586" y="115536"/>
                </a:lnTo>
                <a:lnTo>
                  <a:pt x="334065" y="117074"/>
                </a:lnTo>
                <a:lnTo>
                  <a:pt x="320227" y="117074"/>
                </a:lnTo>
                <a:lnTo>
                  <a:pt x="319970" y="115939"/>
                </a:lnTo>
                <a:lnTo>
                  <a:pt x="319722" y="114738"/>
                </a:lnTo>
                <a:lnTo>
                  <a:pt x="319482" y="113469"/>
                </a:lnTo>
                <a:lnTo>
                  <a:pt x="319252" y="112134"/>
                </a:lnTo>
                <a:lnTo>
                  <a:pt x="319031" y="110733"/>
                </a:lnTo>
                <a:lnTo>
                  <a:pt x="318818" y="109264"/>
                </a:lnTo>
                <a:lnTo>
                  <a:pt x="318614" y="107728"/>
                </a:lnTo>
                <a:lnTo>
                  <a:pt x="318420" y="106126"/>
                </a:lnTo>
                <a:lnTo>
                  <a:pt x="318234" y="104457"/>
                </a:lnTo>
                <a:lnTo>
                  <a:pt x="318057" y="102721"/>
                </a:lnTo>
                <a:lnTo>
                  <a:pt x="317889" y="100918"/>
                </a:lnTo>
                <a:lnTo>
                  <a:pt x="317730" y="99048"/>
                </a:lnTo>
                <a:moveTo>
                  <a:pt x="317730" y="83390"/>
                </a:moveTo>
                <a:lnTo>
                  <a:pt x="317730" y="49279"/>
                </a:lnTo>
                <a:lnTo>
                  <a:pt x="316560" y="48984"/>
                </a:lnTo>
                <a:lnTo>
                  <a:pt x="315404" y="48713"/>
                </a:lnTo>
                <a:lnTo>
                  <a:pt x="314262" y="48469"/>
                </a:lnTo>
                <a:lnTo>
                  <a:pt x="313133" y="48251"/>
                </a:lnTo>
                <a:lnTo>
                  <a:pt x="312019" y="48058"/>
                </a:lnTo>
                <a:lnTo>
                  <a:pt x="310918" y="47891"/>
                </a:lnTo>
                <a:lnTo>
                  <a:pt x="309831" y="47749"/>
                </a:lnTo>
                <a:lnTo>
                  <a:pt x="308759" y="47633"/>
                </a:lnTo>
                <a:lnTo>
                  <a:pt x="307700" y="47543"/>
                </a:lnTo>
                <a:lnTo>
                  <a:pt x="306654" y="47479"/>
                </a:lnTo>
                <a:lnTo>
                  <a:pt x="305623" y="47441"/>
                </a:lnTo>
                <a:lnTo>
                  <a:pt x="304606" y="47428"/>
                </a:lnTo>
                <a:lnTo>
                  <a:pt x="302589" y="47493"/>
                </a:lnTo>
                <a:lnTo>
                  <a:pt x="300630" y="47691"/>
                </a:lnTo>
                <a:lnTo>
                  <a:pt x="298728" y="48020"/>
                </a:lnTo>
                <a:lnTo>
                  <a:pt x="296882" y="48480"/>
                </a:lnTo>
                <a:lnTo>
                  <a:pt x="295094" y="49072"/>
                </a:lnTo>
                <a:lnTo>
                  <a:pt x="293362" y="49796"/>
                </a:lnTo>
                <a:lnTo>
                  <a:pt x="291688" y="50651"/>
                </a:lnTo>
                <a:lnTo>
                  <a:pt x="290070" y="51637"/>
                </a:lnTo>
                <a:lnTo>
                  <a:pt x="288510" y="52755"/>
                </a:lnTo>
                <a:lnTo>
                  <a:pt x="287006" y="54005"/>
                </a:lnTo>
                <a:lnTo>
                  <a:pt x="285559" y="55386"/>
                </a:lnTo>
                <a:lnTo>
                  <a:pt x="284170" y="56899"/>
                </a:lnTo>
                <a:lnTo>
                  <a:pt x="282865" y="58525"/>
                </a:lnTo>
                <a:lnTo>
                  <a:pt x="281674" y="60246"/>
                </a:lnTo>
                <a:lnTo>
                  <a:pt x="280597" y="62062"/>
                </a:lnTo>
                <a:lnTo>
                  <a:pt x="279632" y="63973"/>
                </a:lnTo>
                <a:lnTo>
                  <a:pt x="278782" y="65979"/>
                </a:lnTo>
                <a:lnTo>
                  <a:pt x="278044" y="68079"/>
                </a:lnTo>
                <a:lnTo>
                  <a:pt x="277420" y="70275"/>
                </a:lnTo>
                <a:lnTo>
                  <a:pt x="276910" y="72566"/>
                </a:lnTo>
                <a:lnTo>
                  <a:pt x="276513" y="74951"/>
                </a:lnTo>
                <a:lnTo>
                  <a:pt x="276229" y="77432"/>
                </a:lnTo>
                <a:lnTo>
                  <a:pt x="276059" y="80008"/>
                </a:lnTo>
                <a:lnTo>
                  <a:pt x="276002" y="82678"/>
                </a:lnTo>
                <a:lnTo>
                  <a:pt x="276033" y="84608"/>
                </a:lnTo>
                <a:lnTo>
                  <a:pt x="276126" y="86457"/>
                </a:lnTo>
                <a:lnTo>
                  <a:pt x="276281" y="88226"/>
                </a:lnTo>
                <a:lnTo>
                  <a:pt x="276498" y="89914"/>
                </a:lnTo>
                <a:lnTo>
                  <a:pt x="276776" y="91522"/>
                </a:lnTo>
                <a:lnTo>
                  <a:pt x="277117" y="93048"/>
                </a:lnTo>
                <a:lnTo>
                  <a:pt x="277519" y="94495"/>
                </a:lnTo>
                <a:lnTo>
                  <a:pt x="277984" y="95860"/>
                </a:lnTo>
                <a:lnTo>
                  <a:pt x="278510" y="97145"/>
                </a:lnTo>
                <a:lnTo>
                  <a:pt x="279098" y="98350"/>
                </a:lnTo>
                <a:lnTo>
                  <a:pt x="279748" y="99474"/>
                </a:lnTo>
                <a:lnTo>
                  <a:pt x="280461" y="100517"/>
                </a:lnTo>
                <a:lnTo>
                  <a:pt x="281212" y="101478"/>
                </a:lnTo>
                <a:lnTo>
                  <a:pt x="281981" y="102356"/>
                </a:lnTo>
                <a:lnTo>
                  <a:pt x="282768" y="103149"/>
                </a:lnTo>
                <a:lnTo>
                  <a:pt x="283571" y="103860"/>
                </a:lnTo>
                <a:lnTo>
                  <a:pt x="284392" y="104487"/>
                </a:lnTo>
                <a:lnTo>
                  <a:pt x="285231" y="105030"/>
                </a:lnTo>
                <a:lnTo>
                  <a:pt x="286086" y="105490"/>
                </a:lnTo>
                <a:lnTo>
                  <a:pt x="286959" y="105866"/>
                </a:lnTo>
                <a:lnTo>
                  <a:pt x="287850" y="106158"/>
                </a:lnTo>
                <a:lnTo>
                  <a:pt x="288758" y="106367"/>
                </a:lnTo>
                <a:lnTo>
                  <a:pt x="289683" y="106493"/>
                </a:lnTo>
                <a:lnTo>
                  <a:pt x="290625" y="106534"/>
                </a:lnTo>
                <a:lnTo>
                  <a:pt x="291668" y="106491"/>
                </a:lnTo>
                <a:lnTo>
                  <a:pt x="292729" y="106360"/>
                </a:lnTo>
                <a:lnTo>
                  <a:pt x="293808" y="106143"/>
                </a:lnTo>
                <a:lnTo>
                  <a:pt x="294905" y="105838"/>
                </a:lnTo>
                <a:lnTo>
                  <a:pt x="296019" y="105446"/>
                </a:lnTo>
                <a:lnTo>
                  <a:pt x="297152" y="104968"/>
                </a:lnTo>
                <a:lnTo>
                  <a:pt x="298302" y="104402"/>
                </a:lnTo>
                <a:lnTo>
                  <a:pt x="299470" y="103749"/>
                </a:lnTo>
                <a:lnTo>
                  <a:pt x="300656" y="103009"/>
                </a:lnTo>
                <a:lnTo>
                  <a:pt x="301859" y="102182"/>
                </a:lnTo>
                <a:lnTo>
                  <a:pt x="303081" y="101269"/>
                </a:lnTo>
                <a:lnTo>
                  <a:pt x="304320" y="100268"/>
                </a:lnTo>
                <a:lnTo>
                  <a:pt x="305558" y="99193"/>
                </a:lnTo>
                <a:lnTo>
                  <a:pt x="306773" y="98058"/>
                </a:lnTo>
                <a:lnTo>
                  <a:pt x="307967" y="96863"/>
                </a:lnTo>
                <a:lnTo>
                  <a:pt x="309139" y="95607"/>
                </a:lnTo>
                <a:lnTo>
                  <a:pt x="310289" y="94291"/>
                </a:lnTo>
                <a:lnTo>
                  <a:pt x="311418" y="92915"/>
                </a:lnTo>
                <a:lnTo>
                  <a:pt x="312524" y="91478"/>
                </a:lnTo>
                <a:lnTo>
                  <a:pt x="313609" y="89981"/>
                </a:lnTo>
                <a:lnTo>
                  <a:pt x="314672" y="88424"/>
                </a:lnTo>
                <a:lnTo>
                  <a:pt x="315713" y="86806"/>
                </a:lnTo>
                <a:lnTo>
                  <a:pt x="316733" y="85128"/>
                </a:lnTo>
                <a:lnTo>
                  <a:pt x="317730" y="83390"/>
                </a:lnTo>
                <a:close/>
                <a:moveTo>
                  <a:pt x="374423" y="117074"/>
                </a:moveTo>
                <a:lnTo>
                  <a:pt x="374423" y="13246"/>
                </a:lnTo>
                <a:lnTo>
                  <a:pt x="350599" y="13246"/>
                </a:lnTo>
                <a:lnTo>
                  <a:pt x="350599" y="2136"/>
                </a:lnTo>
                <a:lnTo>
                  <a:pt x="387690" y="2136"/>
                </a:lnTo>
                <a:lnTo>
                  <a:pt x="387690" y="105965"/>
                </a:lnTo>
                <a:lnTo>
                  <a:pt x="412584" y="105965"/>
                </a:lnTo>
                <a:lnTo>
                  <a:pt x="412584" y="117074"/>
                </a:lnTo>
                <a:lnTo>
                  <a:pt x="374423" y="117074"/>
                </a:lnTo>
                <a:close/>
                <a:moveTo>
                  <a:pt x="493886" y="99128"/>
                </a:moveTo>
                <a:lnTo>
                  <a:pt x="492858" y="100756"/>
                </a:lnTo>
                <a:lnTo>
                  <a:pt x="491796" y="102315"/>
                </a:lnTo>
                <a:lnTo>
                  <a:pt x="490701" y="103806"/>
                </a:lnTo>
                <a:lnTo>
                  <a:pt x="489570" y="105229"/>
                </a:lnTo>
                <a:lnTo>
                  <a:pt x="488406" y="106583"/>
                </a:lnTo>
                <a:lnTo>
                  <a:pt x="487208" y="107870"/>
                </a:lnTo>
                <a:lnTo>
                  <a:pt x="485975" y="109088"/>
                </a:lnTo>
                <a:lnTo>
                  <a:pt x="484708" y="110237"/>
                </a:lnTo>
                <a:lnTo>
                  <a:pt x="483407" y="111319"/>
                </a:lnTo>
                <a:lnTo>
                  <a:pt x="482072" y="112332"/>
                </a:lnTo>
                <a:lnTo>
                  <a:pt x="480702" y="113277"/>
                </a:lnTo>
                <a:lnTo>
                  <a:pt x="479299" y="114154"/>
                </a:lnTo>
                <a:lnTo>
                  <a:pt x="477888" y="114962"/>
                </a:lnTo>
                <a:lnTo>
                  <a:pt x="476496" y="115699"/>
                </a:lnTo>
                <a:lnTo>
                  <a:pt x="475124" y="116366"/>
                </a:lnTo>
                <a:lnTo>
                  <a:pt x="473771" y="116963"/>
                </a:lnTo>
                <a:lnTo>
                  <a:pt x="472437" y="117490"/>
                </a:lnTo>
                <a:lnTo>
                  <a:pt x="471123" y="117946"/>
                </a:lnTo>
                <a:lnTo>
                  <a:pt x="469828" y="118332"/>
                </a:lnTo>
                <a:lnTo>
                  <a:pt x="468552" y="118648"/>
                </a:lnTo>
                <a:lnTo>
                  <a:pt x="467296" y="118894"/>
                </a:lnTo>
                <a:lnTo>
                  <a:pt x="466058" y="119070"/>
                </a:lnTo>
                <a:lnTo>
                  <a:pt x="464841" y="119175"/>
                </a:lnTo>
                <a:lnTo>
                  <a:pt x="463642" y="119210"/>
                </a:lnTo>
                <a:lnTo>
                  <a:pt x="461992" y="119150"/>
                </a:lnTo>
                <a:lnTo>
                  <a:pt x="460370" y="118971"/>
                </a:lnTo>
                <a:lnTo>
                  <a:pt x="458776" y="118672"/>
                </a:lnTo>
                <a:lnTo>
                  <a:pt x="457211" y="118253"/>
                </a:lnTo>
                <a:lnTo>
                  <a:pt x="455673" y="117714"/>
                </a:lnTo>
                <a:lnTo>
                  <a:pt x="454164" y="117056"/>
                </a:lnTo>
                <a:lnTo>
                  <a:pt x="452683" y="116278"/>
                </a:lnTo>
                <a:lnTo>
                  <a:pt x="451231" y="115381"/>
                </a:lnTo>
                <a:lnTo>
                  <a:pt x="449806" y="114363"/>
                </a:lnTo>
                <a:lnTo>
                  <a:pt x="448410" y="113226"/>
                </a:lnTo>
                <a:lnTo>
                  <a:pt x="447042" y="111970"/>
                </a:lnTo>
                <a:lnTo>
                  <a:pt x="445703" y="110593"/>
                </a:lnTo>
                <a:lnTo>
                  <a:pt x="444432" y="109096"/>
                </a:lnTo>
                <a:lnTo>
                  <a:pt x="443273" y="107474"/>
                </a:lnTo>
                <a:lnTo>
                  <a:pt x="442223" y="105729"/>
                </a:lnTo>
                <a:lnTo>
                  <a:pt x="441284" y="103860"/>
                </a:lnTo>
                <a:lnTo>
                  <a:pt x="440456" y="101867"/>
                </a:lnTo>
                <a:lnTo>
                  <a:pt x="439738" y="99751"/>
                </a:lnTo>
                <a:lnTo>
                  <a:pt x="439130" y="97512"/>
                </a:lnTo>
                <a:lnTo>
                  <a:pt x="438633" y="95148"/>
                </a:lnTo>
                <a:lnTo>
                  <a:pt x="438247" y="92661"/>
                </a:lnTo>
                <a:lnTo>
                  <a:pt x="437970" y="90051"/>
                </a:lnTo>
                <a:lnTo>
                  <a:pt x="437805" y="87316"/>
                </a:lnTo>
                <a:lnTo>
                  <a:pt x="437749" y="84458"/>
                </a:lnTo>
                <a:lnTo>
                  <a:pt x="437786" y="82176"/>
                </a:lnTo>
                <a:lnTo>
                  <a:pt x="437896" y="79935"/>
                </a:lnTo>
                <a:lnTo>
                  <a:pt x="438079" y="77735"/>
                </a:lnTo>
                <a:lnTo>
                  <a:pt x="438336" y="75577"/>
                </a:lnTo>
                <a:lnTo>
                  <a:pt x="438666" y="73459"/>
                </a:lnTo>
                <a:lnTo>
                  <a:pt x="439069" y="71382"/>
                </a:lnTo>
                <a:lnTo>
                  <a:pt x="439546" y="69346"/>
                </a:lnTo>
                <a:lnTo>
                  <a:pt x="440095" y="67351"/>
                </a:lnTo>
                <a:lnTo>
                  <a:pt x="440719" y="65398"/>
                </a:lnTo>
                <a:lnTo>
                  <a:pt x="441415" y="63485"/>
                </a:lnTo>
                <a:lnTo>
                  <a:pt x="442185" y="61614"/>
                </a:lnTo>
                <a:lnTo>
                  <a:pt x="443028" y="59783"/>
                </a:lnTo>
                <a:lnTo>
                  <a:pt x="443932" y="58005"/>
                </a:lnTo>
                <a:lnTo>
                  <a:pt x="444886" y="56290"/>
                </a:lnTo>
                <a:lnTo>
                  <a:pt x="445890" y="54638"/>
                </a:lnTo>
                <a:lnTo>
                  <a:pt x="446943" y="53050"/>
                </a:lnTo>
                <a:lnTo>
                  <a:pt x="448046" y="51524"/>
                </a:lnTo>
                <a:lnTo>
                  <a:pt x="449198" y="50063"/>
                </a:lnTo>
                <a:lnTo>
                  <a:pt x="450400" y="48664"/>
                </a:lnTo>
                <a:lnTo>
                  <a:pt x="451651" y="47329"/>
                </a:lnTo>
                <a:lnTo>
                  <a:pt x="452952" y="46057"/>
                </a:lnTo>
                <a:lnTo>
                  <a:pt x="454302" y="44848"/>
                </a:lnTo>
                <a:lnTo>
                  <a:pt x="455702" y="43703"/>
                </a:lnTo>
                <a:lnTo>
                  <a:pt x="457151" y="42621"/>
                </a:lnTo>
                <a:lnTo>
                  <a:pt x="458654" y="41614"/>
                </a:lnTo>
                <a:lnTo>
                  <a:pt x="460216" y="40695"/>
                </a:lnTo>
                <a:lnTo>
                  <a:pt x="461837" y="39864"/>
                </a:lnTo>
                <a:lnTo>
                  <a:pt x="463515" y="39120"/>
                </a:lnTo>
                <a:lnTo>
                  <a:pt x="465252" y="38463"/>
                </a:lnTo>
                <a:lnTo>
                  <a:pt x="467048" y="37894"/>
                </a:lnTo>
                <a:lnTo>
                  <a:pt x="468902" y="37413"/>
                </a:lnTo>
                <a:lnTo>
                  <a:pt x="470815" y="37019"/>
                </a:lnTo>
                <a:lnTo>
                  <a:pt x="472786" y="36712"/>
                </a:lnTo>
                <a:lnTo>
                  <a:pt x="474815" y="36494"/>
                </a:lnTo>
                <a:lnTo>
                  <a:pt x="476903" y="36362"/>
                </a:lnTo>
                <a:lnTo>
                  <a:pt x="479049" y="36319"/>
                </a:lnTo>
                <a:lnTo>
                  <a:pt x="479706" y="36324"/>
                </a:lnTo>
                <a:lnTo>
                  <a:pt x="480416" y="36340"/>
                </a:lnTo>
                <a:lnTo>
                  <a:pt x="481180" y="36367"/>
                </a:lnTo>
                <a:lnTo>
                  <a:pt x="481998" y="36406"/>
                </a:lnTo>
                <a:lnTo>
                  <a:pt x="482868" y="36455"/>
                </a:lnTo>
                <a:lnTo>
                  <a:pt x="483793" y="36514"/>
                </a:lnTo>
                <a:lnTo>
                  <a:pt x="484771" y="36585"/>
                </a:lnTo>
                <a:lnTo>
                  <a:pt x="485802" y="36667"/>
                </a:lnTo>
                <a:lnTo>
                  <a:pt x="486887" y="36759"/>
                </a:lnTo>
                <a:lnTo>
                  <a:pt x="488025" y="36863"/>
                </a:lnTo>
                <a:lnTo>
                  <a:pt x="489217" y="36977"/>
                </a:lnTo>
                <a:lnTo>
                  <a:pt x="490462" y="37102"/>
                </a:lnTo>
                <a:lnTo>
                  <a:pt x="490660" y="37126"/>
                </a:lnTo>
                <a:lnTo>
                  <a:pt x="490874" y="37151"/>
                </a:lnTo>
                <a:lnTo>
                  <a:pt x="491104" y="37178"/>
                </a:lnTo>
                <a:lnTo>
                  <a:pt x="491350" y="37205"/>
                </a:lnTo>
                <a:lnTo>
                  <a:pt x="491611" y="37233"/>
                </a:lnTo>
                <a:lnTo>
                  <a:pt x="491889" y="37262"/>
                </a:lnTo>
                <a:lnTo>
                  <a:pt x="492182" y="37292"/>
                </a:lnTo>
                <a:lnTo>
                  <a:pt x="492491" y="37323"/>
                </a:lnTo>
                <a:lnTo>
                  <a:pt x="492816" y="37356"/>
                </a:lnTo>
                <a:lnTo>
                  <a:pt x="493157" y="37389"/>
                </a:lnTo>
                <a:lnTo>
                  <a:pt x="493513" y="37423"/>
                </a:lnTo>
                <a:lnTo>
                  <a:pt x="493886" y="37458"/>
                </a:lnTo>
                <a:lnTo>
                  <a:pt x="507224" y="37458"/>
                </a:lnTo>
                <a:lnTo>
                  <a:pt x="507224" y="93716"/>
                </a:lnTo>
                <a:lnTo>
                  <a:pt x="507221" y="96954"/>
                </a:lnTo>
                <a:lnTo>
                  <a:pt x="507210" y="99976"/>
                </a:lnTo>
                <a:lnTo>
                  <a:pt x="507191" y="102780"/>
                </a:lnTo>
                <a:lnTo>
                  <a:pt x="507165" y="105367"/>
                </a:lnTo>
                <a:lnTo>
                  <a:pt x="507132" y="107737"/>
                </a:lnTo>
                <a:lnTo>
                  <a:pt x="507091" y="109890"/>
                </a:lnTo>
                <a:lnTo>
                  <a:pt x="507042" y="111826"/>
                </a:lnTo>
                <a:lnTo>
                  <a:pt x="506987" y="113545"/>
                </a:lnTo>
                <a:lnTo>
                  <a:pt x="506924" y="115046"/>
                </a:lnTo>
                <a:lnTo>
                  <a:pt x="506853" y="116331"/>
                </a:lnTo>
                <a:lnTo>
                  <a:pt x="506775" y="117398"/>
                </a:lnTo>
                <a:lnTo>
                  <a:pt x="506689" y="118249"/>
                </a:lnTo>
                <a:lnTo>
                  <a:pt x="506596" y="118991"/>
                </a:lnTo>
                <a:lnTo>
                  <a:pt x="506492" y="119735"/>
                </a:lnTo>
                <a:lnTo>
                  <a:pt x="506380" y="120481"/>
                </a:lnTo>
                <a:lnTo>
                  <a:pt x="506258" y="121228"/>
                </a:lnTo>
                <a:lnTo>
                  <a:pt x="506126" y="121976"/>
                </a:lnTo>
                <a:lnTo>
                  <a:pt x="505985" y="122726"/>
                </a:lnTo>
                <a:lnTo>
                  <a:pt x="505835" y="123478"/>
                </a:lnTo>
                <a:lnTo>
                  <a:pt x="505675" y="124231"/>
                </a:lnTo>
                <a:lnTo>
                  <a:pt x="505506" y="124985"/>
                </a:lnTo>
                <a:lnTo>
                  <a:pt x="505327" y="125741"/>
                </a:lnTo>
                <a:lnTo>
                  <a:pt x="505139" y="126498"/>
                </a:lnTo>
                <a:lnTo>
                  <a:pt x="504942" y="127257"/>
                </a:lnTo>
                <a:lnTo>
                  <a:pt x="504416" y="128995"/>
                </a:lnTo>
                <a:lnTo>
                  <a:pt x="503788" y="130670"/>
                </a:lnTo>
                <a:lnTo>
                  <a:pt x="503058" y="132282"/>
                </a:lnTo>
                <a:lnTo>
                  <a:pt x="502227" y="133833"/>
                </a:lnTo>
                <a:lnTo>
                  <a:pt x="501295" y="135321"/>
                </a:lnTo>
                <a:lnTo>
                  <a:pt x="500261" y="136746"/>
                </a:lnTo>
                <a:lnTo>
                  <a:pt x="499125" y="138110"/>
                </a:lnTo>
                <a:lnTo>
                  <a:pt x="497888" y="139411"/>
                </a:lnTo>
                <a:lnTo>
                  <a:pt x="496550" y="140650"/>
                </a:lnTo>
                <a:lnTo>
                  <a:pt x="495109" y="141826"/>
                </a:lnTo>
                <a:lnTo>
                  <a:pt x="493568" y="142940"/>
                </a:lnTo>
                <a:lnTo>
                  <a:pt x="491924" y="143992"/>
                </a:lnTo>
                <a:lnTo>
                  <a:pt x="490201" y="144970"/>
                </a:lnTo>
                <a:lnTo>
                  <a:pt x="488418" y="145864"/>
                </a:lnTo>
                <a:lnTo>
                  <a:pt x="486577" y="146672"/>
                </a:lnTo>
                <a:lnTo>
                  <a:pt x="484676" y="147395"/>
                </a:lnTo>
                <a:lnTo>
                  <a:pt x="482717" y="148033"/>
                </a:lnTo>
                <a:lnTo>
                  <a:pt x="480699" y="148585"/>
                </a:lnTo>
                <a:lnTo>
                  <a:pt x="478622" y="149053"/>
                </a:lnTo>
                <a:lnTo>
                  <a:pt x="476485" y="149436"/>
                </a:lnTo>
                <a:lnTo>
                  <a:pt x="474290" y="149734"/>
                </a:lnTo>
                <a:lnTo>
                  <a:pt x="472036" y="149946"/>
                </a:lnTo>
                <a:lnTo>
                  <a:pt x="469723" y="150074"/>
                </a:lnTo>
                <a:lnTo>
                  <a:pt x="467351" y="150117"/>
                </a:lnTo>
                <a:lnTo>
                  <a:pt x="464935" y="150065"/>
                </a:lnTo>
                <a:lnTo>
                  <a:pt x="462515" y="149910"/>
                </a:lnTo>
                <a:lnTo>
                  <a:pt x="460089" y="149651"/>
                </a:lnTo>
                <a:lnTo>
                  <a:pt x="457658" y="149288"/>
                </a:lnTo>
                <a:lnTo>
                  <a:pt x="455223" y="148823"/>
                </a:lnTo>
                <a:lnTo>
                  <a:pt x="452782" y="148253"/>
                </a:lnTo>
                <a:lnTo>
                  <a:pt x="450337" y="147580"/>
                </a:lnTo>
                <a:lnTo>
                  <a:pt x="447886" y="146804"/>
                </a:lnTo>
                <a:lnTo>
                  <a:pt x="445431" y="145924"/>
                </a:lnTo>
                <a:lnTo>
                  <a:pt x="442970" y="144941"/>
                </a:lnTo>
                <a:lnTo>
                  <a:pt x="440505" y="143854"/>
                </a:lnTo>
                <a:lnTo>
                  <a:pt x="438035" y="142664"/>
                </a:lnTo>
                <a:lnTo>
                  <a:pt x="438035" y="129287"/>
                </a:lnTo>
                <a:lnTo>
                  <a:pt x="438992" y="129919"/>
                </a:lnTo>
                <a:lnTo>
                  <a:pt x="439985" y="130540"/>
                </a:lnTo>
                <a:lnTo>
                  <a:pt x="441015" y="131147"/>
                </a:lnTo>
                <a:lnTo>
                  <a:pt x="442081" y="131743"/>
                </a:lnTo>
                <a:lnTo>
                  <a:pt x="443183" y="132326"/>
                </a:lnTo>
                <a:lnTo>
                  <a:pt x="444321" y="132897"/>
                </a:lnTo>
                <a:lnTo>
                  <a:pt x="445495" y="133455"/>
                </a:lnTo>
                <a:lnTo>
                  <a:pt x="446705" y="134002"/>
                </a:lnTo>
                <a:lnTo>
                  <a:pt x="447952" y="134536"/>
                </a:lnTo>
                <a:lnTo>
                  <a:pt x="449235" y="135057"/>
                </a:lnTo>
                <a:lnTo>
                  <a:pt x="450553" y="135566"/>
                </a:lnTo>
                <a:lnTo>
                  <a:pt x="451908" y="136063"/>
                </a:lnTo>
                <a:lnTo>
                  <a:pt x="453278" y="136533"/>
                </a:lnTo>
                <a:lnTo>
                  <a:pt x="454640" y="136963"/>
                </a:lnTo>
                <a:lnTo>
                  <a:pt x="455994" y="137351"/>
                </a:lnTo>
                <a:lnTo>
                  <a:pt x="457341" y="137699"/>
                </a:lnTo>
                <a:lnTo>
                  <a:pt x="458681" y="138005"/>
                </a:lnTo>
                <a:lnTo>
                  <a:pt x="460013" y="138271"/>
                </a:lnTo>
                <a:lnTo>
                  <a:pt x="461338" y="138496"/>
                </a:lnTo>
                <a:lnTo>
                  <a:pt x="462655" y="138680"/>
                </a:lnTo>
                <a:lnTo>
                  <a:pt x="463965" y="138823"/>
                </a:lnTo>
                <a:lnTo>
                  <a:pt x="465268" y="138926"/>
                </a:lnTo>
                <a:lnTo>
                  <a:pt x="466563" y="138987"/>
                </a:lnTo>
                <a:lnTo>
                  <a:pt x="467851" y="139007"/>
                </a:lnTo>
                <a:lnTo>
                  <a:pt x="468857" y="138994"/>
                </a:lnTo>
                <a:lnTo>
                  <a:pt x="469854" y="138954"/>
                </a:lnTo>
                <a:lnTo>
                  <a:pt x="470842" y="138887"/>
                </a:lnTo>
                <a:lnTo>
                  <a:pt x="471821" y="138794"/>
                </a:lnTo>
                <a:lnTo>
                  <a:pt x="472792" y="138674"/>
                </a:lnTo>
                <a:lnTo>
                  <a:pt x="473753" y="138527"/>
                </a:lnTo>
                <a:lnTo>
                  <a:pt x="474706" y="138354"/>
                </a:lnTo>
                <a:lnTo>
                  <a:pt x="475649" y="138154"/>
                </a:lnTo>
                <a:lnTo>
                  <a:pt x="476584" y="137927"/>
                </a:lnTo>
                <a:lnTo>
                  <a:pt x="477510" y="137674"/>
                </a:lnTo>
                <a:lnTo>
                  <a:pt x="478427" y="137394"/>
                </a:lnTo>
                <a:lnTo>
                  <a:pt x="479335" y="137087"/>
                </a:lnTo>
                <a:lnTo>
                  <a:pt x="480224" y="136755"/>
                </a:lnTo>
                <a:lnTo>
                  <a:pt x="481084" y="136400"/>
                </a:lnTo>
                <a:lnTo>
                  <a:pt x="481916" y="136021"/>
                </a:lnTo>
                <a:lnTo>
                  <a:pt x="482719" y="135618"/>
                </a:lnTo>
                <a:lnTo>
                  <a:pt x="483493" y="135192"/>
                </a:lnTo>
                <a:lnTo>
                  <a:pt x="484239" y="134742"/>
                </a:lnTo>
                <a:lnTo>
                  <a:pt x="484955" y="134268"/>
                </a:lnTo>
                <a:lnTo>
                  <a:pt x="485643" y="133770"/>
                </a:lnTo>
                <a:lnTo>
                  <a:pt x="486303" y="133249"/>
                </a:lnTo>
                <a:lnTo>
                  <a:pt x="486933" y="132704"/>
                </a:lnTo>
                <a:lnTo>
                  <a:pt x="487535" y="132136"/>
                </a:lnTo>
                <a:lnTo>
                  <a:pt x="488108" y="131543"/>
                </a:lnTo>
                <a:lnTo>
                  <a:pt x="488652" y="130931"/>
                </a:lnTo>
                <a:lnTo>
                  <a:pt x="489166" y="130302"/>
                </a:lnTo>
                <a:lnTo>
                  <a:pt x="489651" y="129657"/>
                </a:lnTo>
                <a:lnTo>
                  <a:pt x="490105" y="128996"/>
                </a:lnTo>
                <a:lnTo>
                  <a:pt x="490530" y="128319"/>
                </a:lnTo>
                <a:lnTo>
                  <a:pt x="490926" y="127625"/>
                </a:lnTo>
                <a:lnTo>
                  <a:pt x="491291" y="126915"/>
                </a:lnTo>
                <a:lnTo>
                  <a:pt x="491627" y="126189"/>
                </a:lnTo>
                <a:lnTo>
                  <a:pt x="491933" y="125446"/>
                </a:lnTo>
                <a:lnTo>
                  <a:pt x="492210" y="124687"/>
                </a:lnTo>
                <a:lnTo>
                  <a:pt x="492456" y="123912"/>
                </a:lnTo>
                <a:lnTo>
                  <a:pt x="492673" y="123120"/>
                </a:lnTo>
                <a:lnTo>
                  <a:pt x="492867" y="122299"/>
                </a:lnTo>
                <a:lnTo>
                  <a:pt x="493044" y="121433"/>
                </a:lnTo>
                <a:lnTo>
                  <a:pt x="493204" y="120523"/>
                </a:lnTo>
                <a:lnTo>
                  <a:pt x="493347" y="119570"/>
                </a:lnTo>
                <a:lnTo>
                  <a:pt x="493473" y="118573"/>
                </a:lnTo>
                <a:lnTo>
                  <a:pt x="493583" y="117531"/>
                </a:lnTo>
                <a:lnTo>
                  <a:pt x="493675" y="116446"/>
                </a:lnTo>
                <a:lnTo>
                  <a:pt x="493751" y="115316"/>
                </a:lnTo>
                <a:lnTo>
                  <a:pt x="493810" y="114143"/>
                </a:lnTo>
                <a:lnTo>
                  <a:pt x="493852" y="112926"/>
                </a:lnTo>
                <a:lnTo>
                  <a:pt x="493877" y="111665"/>
                </a:lnTo>
                <a:lnTo>
                  <a:pt x="493886" y="110360"/>
                </a:lnTo>
                <a:lnTo>
                  <a:pt x="493886" y="99128"/>
                </a:lnTo>
                <a:moveTo>
                  <a:pt x="493886" y="83390"/>
                </a:moveTo>
                <a:lnTo>
                  <a:pt x="493886" y="49279"/>
                </a:lnTo>
                <a:lnTo>
                  <a:pt x="492716" y="48984"/>
                </a:lnTo>
                <a:lnTo>
                  <a:pt x="491560" y="48713"/>
                </a:lnTo>
                <a:lnTo>
                  <a:pt x="490417" y="48469"/>
                </a:lnTo>
                <a:lnTo>
                  <a:pt x="489289" y="48251"/>
                </a:lnTo>
                <a:lnTo>
                  <a:pt x="488175" y="48058"/>
                </a:lnTo>
                <a:lnTo>
                  <a:pt x="487074" y="47891"/>
                </a:lnTo>
                <a:lnTo>
                  <a:pt x="485987" y="47749"/>
                </a:lnTo>
                <a:lnTo>
                  <a:pt x="484914" y="47633"/>
                </a:lnTo>
                <a:lnTo>
                  <a:pt x="483855" y="47543"/>
                </a:lnTo>
                <a:lnTo>
                  <a:pt x="482810" y="47479"/>
                </a:lnTo>
                <a:lnTo>
                  <a:pt x="481779" y="47441"/>
                </a:lnTo>
                <a:lnTo>
                  <a:pt x="480761" y="47428"/>
                </a:lnTo>
                <a:lnTo>
                  <a:pt x="478745" y="47493"/>
                </a:lnTo>
                <a:lnTo>
                  <a:pt x="476786" y="47691"/>
                </a:lnTo>
                <a:lnTo>
                  <a:pt x="474883" y="48020"/>
                </a:lnTo>
                <a:lnTo>
                  <a:pt x="473038" y="48480"/>
                </a:lnTo>
                <a:lnTo>
                  <a:pt x="471249" y="49072"/>
                </a:lnTo>
                <a:lnTo>
                  <a:pt x="469518" y="49796"/>
                </a:lnTo>
                <a:lnTo>
                  <a:pt x="467843" y="50651"/>
                </a:lnTo>
                <a:lnTo>
                  <a:pt x="466226" y="51637"/>
                </a:lnTo>
                <a:lnTo>
                  <a:pt x="464665" y="52755"/>
                </a:lnTo>
                <a:lnTo>
                  <a:pt x="463162" y="54005"/>
                </a:lnTo>
                <a:lnTo>
                  <a:pt x="461715" y="55386"/>
                </a:lnTo>
                <a:lnTo>
                  <a:pt x="460325" y="56899"/>
                </a:lnTo>
                <a:lnTo>
                  <a:pt x="459021" y="58525"/>
                </a:lnTo>
                <a:lnTo>
                  <a:pt x="457830" y="60246"/>
                </a:lnTo>
                <a:lnTo>
                  <a:pt x="456752" y="62062"/>
                </a:lnTo>
                <a:lnTo>
                  <a:pt x="455788" y="63973"/>
                </a:lnTo>
                <a:lnTo>
                  <a:pt x="454937" y="65979"/>
                </a:lnTo>
                <a:lnTo>
                  <a:pt x="454200" y="68079"/>
                </a:lnTo>
                <a:lnTo>
                  <a:pt x="453576" y="70275"/>
                </a:lnTo>
                <a:lnTo>
                  <a:pt x="453066" y="72566"/>
                </a:lnTo>
                <a:lnTo>
                  <a:pt x="452668" y="74951"/>
                </a:lnTo>
                <a:lnTo>
                  <a:pt x="452385" y="77432"/>
                </a:lnTo>
                <a:lnTo>
                  <a:pt x="452215" y="80008"/>
                </a:lnTo>
                <a:lnTo>
                  <a:pt x="452158" y="82678"/>
                </a:lnTo>
                <a:lnTo>
                  <a:pt x="452189" y="84608"/>
                </a:lnTo>
                <a:lnTo>
                  <a:pt x="452282" y="86457"/>
                </a:lnTo>
                <a:lnTo>
                  <a:pt x="452437" y="88226"/>
                </a:lnTo>
                <a:lnTo>
                  <a:pt x="452653" y="89914"/>
                </a:lnTo>
                <a:lnTo>
                  <a:pt x="452932" y="91522"/>
                </a:lnTo>
                <a:lnTo>
                  <a:pt x="453273" y="93048"/>
                </a:lnTo>
                <a:lnTo>
                  <a:pt x="453675" y="94495"/>
                </a:lnTo>
                <a:lnTo>
                  <a:pt x="454139" y="95860"/>
                </a:lnTo>
                <a:lnTo>
                  <a:pt x="454666" y="97145"/>
                </a:lnTo>
                <a:lnTo>
                  <a:pt x="455254" y="98350"/>
                </a:lnTo>
                <a:lnTo>
                  <a:pt x="455904" y="99474"/>
                </a:lnTo>
                <a:lnTo>
                  <a:pt x="456616" y="100517"/>
                </a:lnTo>
                <a:lnTo>
                  <a:pt x="457368" y="101478"/>
                </a:lnTo>
                <a:lnTo>
                  <a:pt x="458137" y="102356"/>
                </a:lnTo>
                <a:lnTo>
                  <a:pt x="458923" y="103149"/>
                </a:lnTo>
                <a:lnTo>
                  <a:pt x="459727" y="103860"/>
                </a:lnTo>
                <a:lnTo>
                  <a:pt x="460548" y="104487"/>
                </a:lnTo>
                <a:lnTo>
                  <a:pt x="461386" y="105030"/>
                </a:lnTo>
                <a:lnTo>
                  <a:pt x="462242" y="105490"/>
                </a:lnTo>
                <a:lnTo>
                  <a:pt x="463115" y="105866"/>
                </a:lnTo>
                <a:lnTo>
                  <a:pt x="464005" y="106158"/>
                </a:lnTo>
                <a:lnTo>
                  <a:pt x="464913" y="106367"/>
                </a:lnTo>
                <a:lnTo>
                  <a:pt x="465838" y="106493"/>
                </a:lnTo>
                <a:lnTo>
                  <a:pt x="466781" y="106534"/>
                </a:lnTo>
                <a:lnTo>
                  <a:pt x="467824" y="106491"/>
                </a:lnTo>
                <a:lnTo>
                  <a:pt x="468885" y="106360"/>
                </a:lnTo>
                <a:lnTo>
                  <a:pt x="469964" y="106143"/>
                </a:lnTo>
                <a:lnTo>
                  <a:pt x="471060" y="105838"/>
                </a:lnTo>
                <a:lnTo>
                  <a:pt x="472175" y="105446"/>
                </a:lnTo>
                <a:lnTo>
                  <a:pt x="473307" y="104968"/>
                </a:lnTo>
                <a:lnTo>
                  <a:pt x="474457" y="104402"/>
                </a:lnTo>
                <a:lnTo>
                  <a:pt x="475625" y="103749"/>
                </a:lnTo>
                <a:lnTo>
                  <a:pt x="476811" y="103009"/>
                </a:lnTo>
                <a:lnTo>
                  <a:pt x="478015" y="102182"/>
                </a:lnTo>
                <a:lnTo>
                  <a:pt x="479237" y="101269"/>
                </a:lnTo>
                <a:lnTo>
                  <a:pt x="480476" y="100268"/>
                </a:lnTo>
                <a:lnTo>
                  <a:pt x="481713" y="99193"/>
                </a:lnTo>
                <a:lnTo>
                  <a:pt x="482929" y="98058"/>
                </a:lnTo>
                <a:lnTo>
                  <a:pt x="484123" y="96863"/>
                </a:lnTo>
                <a:lnTo>
                  <a:pt x="485295" y="95607"/>
                </a:lnTo>
                <a:lnTo>
                  <a:pt x="486445" y="94291"/>
                </a:lnTo>
                <a:lnTo>
                  <a:pt x="487573" y="92915"/>
                </a:lnTo>
                <a:lnTo>
                  <a:pt x="488680" y="91478"/>
                </a:lnTo>
                <a:lnTo>
                  <a:pt x="489765" y="89981"/>
                </a:lnTo>
                <a:lnTo>
                  <a:pt x="490828" y="88424"/>
                </a:lnTo>
                <a:lnTo>
                  <a:pt x="491869" y="86806"/>
                </a:lnTo>
                <a:lnTo>
                  <a:pt x="492888" y="85128"/>
                </a:lnTo>
                <a:lnTo>
                  <a:pt x="493886" y="83390"/>
                </a:lnTo>
                <a:close/>
                <a:moveTo>
                  <a:pt x="547511" y="147980"/>
                </a:moveTo>
                <a:lnTo>
                  <a:pt x="547511" y="139150"/>
                </a:lnTo>
                <a:lnTo>
                  <a:pt x="548350" y="138916"/>
                </a:lnTo>
                <a:lnTo>
                  <a:pt x="549155" y="138666"/>
                </a:lnTo>
                <a:lnTo>
                  <a:pt x="549925" y="138400"/>
                </a:lnTo>
                <a:lnTo>
                  <a:pt x="550662" y="138117"/>
                </a:lnTo>
                <a:lnTo>
                  <a:pt x="551364" y="137818"/>
                </a:lnTo>
                <a:lnTo>
                  <a:pt x="552032" y="137503"/>
                </a:lnTo>
                <a:lnTo>
                  <a:pt x="552665" y="137171"/>
                </a:lnTo>
                <a:lnTo>
                  <a:pt x="553265" y="136823"/>
                </a:lnTo>
                <a:lnTo>
                  <a:pt x="553831" y="136459"/>
                </a:lnTo>
                <a:lnTo>
                  <a:pt x="554362" y="136079"/>
                </a:lnTo>
                <a:lnTo>
                  <a:pt x="554859" y="135682"/>
                </a:lnTo>
                <a:lnTo>
                  <a:pt x="555322" y="135269"/>
                </a:lnTo>
                <a:lnTo>
                  <a:pt x="555760" y="134838"/>
                </a:lnTo>
                <a:lnTo>
                  <a:pt x="556184" y="134388"/>
                </a:lnTo>
                <a:lnTo>
                  <a:pt x="556592" y="133920"/>
                </a:lnTo>
                <a:lnTo>
                  <a:pt x="556986" y="133433"/>
                </a:lnTo>
                <a:lnTo>
                  <a:pt x="557365" y="132927"/>
                </a:lnTo>
                <a:lnTo>
                  <a:pt x="557729" y="132402"/>
                </a:lnTo>
                <a:lnTo>
                  <a:pt x="558078" y="131859"/>
                </a:lnTo>
                <a:lnTo>
                  <a:pt x="558413" y="131297"/>
                </a:lnTo>
                <a:lnTo>
                  <a:pt x="558732" y="130716"/>
                </a:lnTo>
                <a:lnTo>
                  <a:pt x="559037" y="130116"/>
                </a:lnTo>
                <a:lnTo>
                  <a:pt x="559327" y="129497"/>
                </a:lnTo>
                <a:lnTo>
                  <a:pt x="559602" y="128860"/>
                </a:lnTo>
                <a:lnTo>
                  <a:pt x="559858" y="128202"/>
                </a:lnTo>
                <a:lnTo>
                  <a:pt x="560092" y="127521"/>
                </a:lnTo>
                <a:lnTo>
                  <a:pt x="560304" y="126819"/>
                </a:lnTo>
                <a:lnTo>
                  <a:pt x="560493" y="126094"/>
                </a:lnTo>
                <a:lnTo>
                  <a:pt x="560660" y="125347"/>
                </a:lnTo>
                <a:lnTo>
                  <a:pt x="560805" y="124578"/>
                </a:lnTo>
                <a:lnTo>
                  <a:pt x="560928" y="123786"/>
                </a:lnTo>
                <a:lnTo>
                  <a:pt x="561028" y="122973"/>
                </a:lnTo>
                <a:lnTo>
                  <a:pt x="561106" y="122137"/>
                </a:lnTo>
                <a:lnTo>
                  <a:pt x="561162" y="121278"/>
                </a:lnTo>
                <a:lnTo>
                  <a:pt x="561195" y="120398"/>
                </a:lnTo>
                <a:lnTo>
                  <a:pt x="561206" y="119495"/>
                </a:lnTo>
                <a:lnTo>
                  <a:pt x="560125" y="119469"/>
                </a:lnTo>
                <a:lnTo>
                  <a:pt x="559092" y="119391"/>
                </a:lnTo>
                <a:lnTo>
                  <a:pt x="558108" y="119261"/>
                </a:lnTo>
                <a:lnTo>
                  <a:pt x="557172" y="119078"/>
                </a:lnTo>
                <a:lnTo>
                  <a:pt x="556285" y="118844"/>
                </a:lnTo>
                <a:lnTo>
                  <a:pt x="555447" y="118558"/>
                </a:lnTo>
                <a:lnTo>
                  <a:pt x="554656" y="118219"/>
                </a:lnTo>
                <a:lnTo>
                  <a:pt x="553915" y="117828"/>
                </a:lnTo>
                <a:lnTo>
                  <a:pt x="553222" y="117386"/>
                </a:lnTo>
                <a:lnTo>
                  <a:pt x="552578" y="116891"/>
                </a:lnTo>
                <a:lnTo>
                  <a:pt x="551982" y="116344"/>
                </a:lnTo>
                <a:lnTo>
                  <a:pt x="551434" y="115745"/>
                </a:lnTo>
                <a:lnTo>
                  <a:pt x="550933" y="115117"/>
                </a:lnTo>
                <a:lnTo>
                  <a:pt x="550475" y="114480"/>
                </a:lnTo>
                <a:lnTo>
                  <a:pt x="550061" y="113837"/>
                </a:lnTo>
                <a:lnTo>
                  <a:pt x="549691" y="113186"/>
                </a:lnTo>
                <a:lnTo>
                  <a:pt x="549364" y="112527"/>
                </a:lnTo>
                <a:lnTo>
                  <a:pt x="549080" y="111861"/>
                </a:lnTo>
                <a:lnTo>
                  <a:pt x="548841" y="111188"/>
                </a:lnTo>
                <a:lnTo>
                  <a:pt x="548645" y="110507"/>
                </a:lnTo>
                <a:lnTo>
                  <a:pt x="548492" y="109819"/>
                </a:lnTo>
                <a:lnTo>
                  <a:pt x="548383" y="109123"/>
                </a:lnTo>
                <a:lnTo>
                  <a:pt x="548318" y="108420"/>
                </a:lnTo>
                <a:lnTo>
                  <a:pt x="548296" y="107709"/>
                </a:lnTo>
                <a:lnTo>
                  <a:pt x="548320" y="106898"/>
                </a:lnTo>
                <a:lnTo>
                  <a:pt x="548393" y="106109"/>
                </a:lnTo>
                <a:lnTo>
                  <a:pt x="548514" y="105341"/>
                </a:lnTo>
                <a:lnTo>
                  <a:pt x="548684" y="104594"/>
                </a:lnTo>
                <a:lnTo>
                  <a:pt x="548903" y="103869"/>
                </a:lnTo>
                <a:lnTo>
                  <a:pt x="549170" y="103165"/>
                </a:lnTo>
                <a:lnTo>
                  <a:pt x="549485" y="102482"/>
                </a:lnTo>
                <a:lnTo>
                  <a:pt x="549849" y="101820"/>
                </a:lnTo>
                <a:lnTo>
                  <a:pt x="550262" y="101180"/>
                </a:lnTo>
                <a:lnTo>
                  <a:pt x="550723" y="100562"/>
                </a:lnTo>
                <a:lnTo>
                  <a:pt x="551233" y="99964"/>
                </a:lnTo>
                <a:lnTo>
                  <a:pt x="551791" y="99389"/>
                </a:lnTo>
                <a:lnTo>
                  <a:pt x="552381" y="98847"/>
                </a:lnTo>
                <a:lnTo>
                  <a:pt x="552988" y="98352"/>
                </a:lnTo>
                <a:lnTo>
                  <a:pt x="553610" y="97904"/>
                </a:lnTo>
                <a:lnTo>
                  <a:pt x="554248" y="97503"/>
                </a:lnTo>
                <a:lnTo>
                  <a:pt x="554902" y="97150"/>
                </a:lnTo>
                <a:lnTo>
                  <a:pt x="555571" y="96843"/>
                </a:lnTo>
                <a:lnTo>
                  <a:pt x="556257" y="96584"/>
                </a:lnTo>
                <a:lnTo>
                  <a:pt x="556958" y="96372"/>
                </a:lnTo>
                <a:lnTo>
                  <a:pt x="557676" y="96207"/>
                </a:lnTo>
                <a:lnTo>
                  <a:pt x="558409" y="96089"/>
                </a:lnTo>
                <a:lnTo>
                  <a:pt x="559158" y="96018"/>
                </a:lnTo>
                <a:lnTo>
                  <a:pt x="559922" y="95995"/>
                </a:lnTo>
                <a:lnTo>
                  <a:pt x="560910" y="96031"/>
                </a:lnTo>
                <a:lnTo>
                  <a:pt x="561874" y="96138"/>
                </a:lnTo>
                <a:lnTo>
                  <a:pt x="562816" y="96318"/>
                </a:lnTo>
                <a:lnTo>
                  <a:pt x="563735" y="96569"/>
                </a:lnTo>
                <a:lnTo>
                  <a:pt x="564631" y="96892"/>
                </a:lnTo>
                <a:lnTo>
                  <a:pt x="565504" y="97287"/>
                </a:lnTo>
                <a:lnTo>
                  <a:pt x="566355" y="97754"/>
                </a:lnTo>
                <a:lnTo>
                  <a:pt x="567182" y="98292"/>
                </a:lnTo>
                <a:lnTo>
                  <a:pt x="567987" y="98903"/>
                </a:lnTo>
                <a:lnTo>
                  <a:pt x="568769" y="99585"/>
                </a:lnTo>
                <a:lnTo>
                  <a:pt x="569529" y="100339"/>
                </a:lnTo>
                <a:lnTo>
                  <a:pt x="570265" y="101164"/>
                </a:lnTo>
                <a:lnTo>
                  <a:pt x="570960" y="102053"/>
                </a:lnTo>
                <a:lnTo>
                  <a:pt x="571595" y="102994"/>
                </a:lnTo>
                <a:lnTo>
                  <a:pt x="572169" y="103988"/>
                </a:lnTo>
                <a:lnTo>
                  <a:pt x="572683" y="105035"/>
                </a:lnTo>
                <a:lnTo>
                  <a:pt x="573136" y="106135"/>
                </a:lnTo>
                <a:lnTo>
                  <a:pt x="573529" y="107288"/>
                </a:lnTo>
                <a:lnTo>
                  <a:pt x="573861" y="108494"/>
                </a:lnTo>
                <a:lnTo>
                  <a:pt x="574133" y="109753"/>
                </a:lnTo>
                <a:lnTo>
                  <a:pt x="574344" y="111066"/>
                </a:lnTo>
                <a:lnTo>
                  <a:pt x="574496" y="112431"/>
                </a:lnTo>
                <a:lnTo>
                  <a:pt x="574586" y="113849"/>
                </a:lnTo>
                <a:lnTo>
                  <a:pt x="574616" y="115320"/>
                </a:lnTo>
                <a:lnTo>
                  <a:pt x="574593" y="116621"/>
                </a:lnTo>
                <a:lnTo>
                  <a:pt x="574521" y="117910"/>
                </a:lnTo>
                <a:lnTo>
                  <a:pt x="574402" y="119187"/>
                </a:lnTo>
                <a:lnTo>
                  <a:pt x="574236" y="120451"/>
                </a:lnTo>
                <a:lnTo>
                  <a:pt x="574022" y="121702"/>
                </a:lnTo>
                <a:lnTo>
                  <a:pt x="573760" y="122942"/>
                </a:lnTo>
                <a:lnTo>
                  <a:pt x="573451" y="124168"/>
                </a:lnTo>
                <a:lnTo>
                  <a:pt x="573095" y="125383"/>
                </a:lnTo>
                <a:lnTo>
                  <a:pt x="572690" y="126585"/>
                </a:lnTo>
                <a:lnTo>
                  <a:pt x="572239" y="127775"/>
                </a:lnTo>
                <a:lnTo>
                  <a:pt x="571739" y="128952"/>
                </a:lnTo>
                <a:lnTo>
                  <a:pt x="571193" y="130117"/>
                </a:lnTo>
                <a:lnTo>
                  <a:pt x="570605" y="131261"/>
                </a:lnTo>
                <a:lnTo>
                  <a:pt x="569983" y="132378"/>
                </a:lnTo>
                <a:lnTo>
                  <a:pt x="569327" y="133466"/>
                </a:lnTo>
                <a:lnTo>
                  <a:pt x="568637" y="134526"/>
                </a:lnTo>
                <a:lnTo>
                  <a:pt x="567912" y="135558"/>
                </a:lnTo>
                <a:lnTo>
                  <a:pt x="567154" y="136561"/>
                </a:lnTo>
                <a:lnTo>
                  <a:pt x="566361" y="137536"/>
                </a:lnTo>
                <a:lnTo>
                  <a:pt x="565534" y="138483"/>
                </a:lnTo>
                <a:lnTo>
                  <a:pt x="564673" y="139402"/>
                </a:lnTo>
                <a:lnTo>
                  <a:pt x="563777" y="140293"/>
                </a:lnTo>
                <a:lnTo>
                  <a:pt x="562848" y="141155"/>
                </a:lnTo>
                <a:lnTo>
                  <a:pt x="561884" y="141989"/>
                </a:lnTo>
                <a:lnTo>
                  <a:pt x="560885" y="142783"/>
                </a:lnTo>
                <a:lnTo>
                  <a:pt x="559850" y="143523"/>
                </a:lnTo>
                <a:lnTo>
                  <a:pt x="558779" y="144209"/>
                </a:lnTo>
                <a:lnTo>
                  <a:pt x="557672" y="144842"/>
                </a:lnTo>
                <a:lnTo>
                  <a:pt x="556528" y="145421"/>
                </a:lnTo>
                <a:lnTo>
                  <a:pt x="555348" y="145947"/>
                </a:lnTo>
                <a:lnTo>
                  <a:pt x="554133" y="146420"/>
                </a:lnTo>
                <a:lnTo>
                  <a:pt x="552881" y="146839"/>
                </a:lnTo>
                <a:lnTo>
                  <a:pt x="551593" y="147204"/>
                </a:lnTo>
                <a:lnTo>
                  <a:pt x="550268" y="147516"/>
                </a:lnTo>
                <a:lnTo>
                  <a:pt x="548908" y="147775"/>
                </a:lnTo>
                <a:lnTo>
                  <a:pt x="547511" y="147980"/>
                </a:lnTo>
                <a:close/>
                <a:moveTo>
                  <a:pt x="770245" y="113762"/>
                </a:moveTo>
                <a:lnTo>
                  <a:pt x="768723" y="114397"/>
                </a:lnTo>
                <a:lnTo>
                  <a:pt x="767273" y="114988"/>
                </a:lnTo>
                <a:lnTo>
                  <a:pt x="765894" y="115535"/>
                </a:lnTo>
                <a:lnTo>
                  <a:pt x="764586" y="116037"/>
                </a:lnTo>
                <a:lnTo>
                  <a:pt x="763350" y="116495"/>
                </a:lnTo>
                <a:lnTo>
                  <a:pt x="762185" y="116908"/>
                </a:lnTo>
                <a:lnTo>
                  <a:pt x="761091" y="117277"/>
                </a:lnTo>
                <a:lnTo>
                  <a:pt x="760069" y="117602"/>
                </a:lnTo>
                <a:lnTo>
                  <a:pt x="759118" y="117882"/>
                </a:lnTo>
                <a:lnTo>
                  <a:pt x="758238" y="118119"/>
                </a:lnTo>
                <a:lnTo>
                  <a:pt x="757429" y="118310"/>
                </a:lnTo>
                <a:lnTo>
                  <a:pt x="756692" y="118458"/>
                </a:lnTo>
                <a:lnTo>
                  <a:pt x="755993" y="118578"/>
                </a:lnTo>
                <a:lnTo>
                  <a:pt x="755297" y="118688"/>
                </a:lnTo>
                <a:lnTo>
                  <a:pt x="754606" y="118787"/>
                </a:lnTo>
                <a:lnTo>
                  <a:pt x="753918" y="118876"/>
                </a:lnTo>
                <a:lnTo>
                  <a:pt x="753235" y="118954"/>
                </a:lnTo>
                <a:lnTo>
                  <a:pt x="752555" y="119022"/>
                </a:lnTo>
                <a:lnTo>
                  <a:pt x="751880" y="119080"/>
                </a:lnTo>
                <a:lnTo>
                  <a:pt x="751208" y="119127"/>
                </a:lnTo>
                <a:lnTo>
                  <a:pt x="750540" y="119163"/>
                </a:lnTo>
                <a:lnTo>
                  <a:pt x="749876" y="119189"/>
                </a:lnTo>
                <a:lnTo>
                  <a:pt x="749217" y="119205"/>
                </a:lnTo>
                <a:lnTo>
                  <a:pt x="748561" y="119210"/>
                </a:lnTo>
                <a:lnTo>
                  <a:pt x="747180" y="119188"/>
                </a:lnTo>
                <a:lnTo>
                  <a:pt x="745819" y="119121"/>
                </a:lnTo>
                <a:lnTo>
                  <a:pt x="744477" y="119010"/>
                </a:lnTo>
                <a:lnTo>
                  <a:pt x="743156" y="118854"/>
                </a:lnTo>
                <a:lnTo>
                  <a:pt x="741854" y="118654"/>
                </a:lnTo>
                <a:lnTo>
                  <a:pt x="740572" y="118409"/>
                </a:lnTo>
                <a:lnTo>
                  <a:pt x="739310" y="118120"/>
                </a:lnTo>
                <a:lnTo>
                  <a:pt x="738067" y="117786"/>
                </a:lnTo>
                <a:lnTo>
                  <a:pt x="736845" y="117408"/>
                </a:lnTo>
                <a:lnTo>
                  <a:pt x="735642" y="116985"/>
                </a:lnTo>
                <a:lnTo>
                  <a:pt x="734459" y="116517"/>
                </a:lnTo>
                <a:lnTo>
                  <a:pt x="733296" y="116006"/>
                </a:lnTo>
                <a:lnTo>
                  <a:pt x="732167" y="115450"/>
                </a:lnTo>
                <a:lnTo>
                  <a:pt x="731084" y="114852"/>
                </a:lnTo>
                <a:lnTo>
                  <a:pt x="730048" y="114212"/>
                </a:lnTo>
                <a:lnTo>
                  <a:pt x="729060" y="113529"/>
                </a:lnTo>
                <a:lnTo>
                  <a:pt x="728119" y="112804"/>
                </a:lnTo>
                <a:lnTo>
                  <a:pt x="727224" y="112036"/>
                </a:lnTo>
                <a:lnTo>
                  <a:pt x="726377" y="111225"/>
                </a:lnTo>
                <a:lnTo>
                  <a:pt x="725577" y="110372"/>
                </a:lnTo>
                <a:lnTo>
                  <a:pt x="724824" y="109476"/>
                </a:lnTo>
                <a:lnTo>
                  <a:pt x="724117" y="108538"/>
                </a:lnTo>
                <a:lnTo>
                  <a:pt x="723458" y="107558"/>
                </a:lnTo>
                <a:lnTo>
                  <a:pt x="722846" y="106534"/>
                </a:lnTo>
                <a:lnTo>
                  <a:pt x="722282" y="105442"/>
                </a:lnTo>
                <a:lnTo>
                  <a:pt x="721768" y="104256"/>
                </a:lnTo>
                <a:lnTo>
                  <a:pt x="721302" y="102974"/>
                </a:lnTo>
                <a:lnTo>
                  <a:pt x="720885" y="101597"/>
                </a:lnTo>
                <a:lnTo>
                  <a:pt x="720517" y="100125"/>
                </a:lnTo>
                <a:lnTo>
                  <a:pt x="720198" y="98558"/>
                </a:lnTo>
                <a:lnTo>
                  <a:pt x="719929" y="96897"/>
                </a:lnTo>
                <a:lnTo>
                  <a:pt x="719708" y="95140"/>
                </a:lnTo>
                <a:lnTo>
                  <a:pt x="719536" y="93289"/>
                </a:lnTo>
                <a:lnTo>
                  <a:pt x="719414" y="91342"/>
                </a:lnTo>
                <a:lnTo>
                  <a:pt x="719340" y="89301"/>
                </a:lnTo>
                <a:lnTo>
                  <a:pt x="719316" y="87164"/>
                </a:lnTo>
                <a:lnTo>
                  <a:pt x="719316" y="55119"/>
                </a:lnTo>
                <a:lnTo>
                  <a:pt x="699415" y="55119"/>
                </a:lnTo>
                <a:lnTo>
                  <a:pt x="699415" y="44009"/>
                </a:lnTo>
                <a:lnTo>
                  <a:pt x="719316" y="44009"/>
                </a:lnTo>
                <a:lnTo>
                  <a:pt x="719316" y="11964"/>
                </a:lnTo>
                <a:lnTo>
                  <a:pt x="732583" y="11964"/>
                </a:lnTo>
                <a:lnTo>
                  <a:pt x="732583" y="44009"/>
                </a:lnTo>
                <a:lnTo>
                  <a:pt x="768034" y="44009"/>
                </a:lnTo>
                <a:lnTo>
                  <a:pt x="768034" y="55119"/>
                </a:lnTo>
                <a:lnTo>
                  <a:pt x="732583" y="55119"/>
                </a:lnTo>
                <a:lnTo>
                  <a:pt x="732583" y="86909"/>
                </a:lnTo>
                <a:lnTo>
                  <a:pt x="732599" y="88469"/>
                </a:lnTo>
                <a:lnTo>
                  <a:pt x="732646" y="89952"/>
                </a:lnTo>
                <a:lnTo>
                  <a:pt x="732726" y="91355"/>
                </a:lnTo>
                <a:lnTo>
                  <a:pt x="732837" y="92681"/>
                </a:lnTo>
                <a:lnTo>
                  <a:pt x="732979" y="93927"/>
                </a:lnTo>
                <a:lnTo>
                  <a:pt x="733154" y="95096"/>
                </a:lnTo>
                <a:lnTo>
                  <a:pt x="733360" y="96186"/>
                </a:lnTo>
                <a:lnTo>
                  <a:pt x="733597" y="97197"/>
                </a:lnTo>
                <a:lnTo>
                  <a:pt x="733867" y="98130"/>
                </a:lnTo>
                <a:lnTo>
                  <a:pt x="734168" y="98984"/>
                </a:lnTo>
                <a:lnTo>
                  <a:pt x="734501" y="99760"/>
                </a:lnTo>
                <a:lnTo>
                  <a:pt x="734865" y="100457"/>
                </a:lnTo>
                <a:lnTo>
                  <a:pt x="735257" y="101100"/>
                </a:lnTo>
                <a:lnTo>
                  <a:pt x="735669" y="101714"/>
                </a:lnTo>
                <a:lnTo>
                  <a:pt x="736103" y="102299"/>
                </a:lnTo>
                <a:lnTo>
                  <a:pt x="736558" y="102854"/>
                </a:lnTo>
                <a:lnTo>
                  <a:pt x="737034" y="103381"/>
                </a:lnTo>
                <a:lnTo>
                  <a:pt x="737531" y="103878"/>
                </a:lnTo>
                <a:lnTo>
                  <a:pt x="738050" y="104347"/>
                </a:lnTo>
                <a:lnTo>
                  <a:pt x="738590" y="104786"/>
                </a:lnTo>
                <a:lnTo>
                  <a:pt x="739152" y="105196"/>
                </a:lnTo>
                <a:lnTo>
                  <a:pt x="739735" y="105577"/>
                </a:lnTo>
                <a:lnTo>
                  <a:pt x="740339" y="105929"/>
                </a:lnTo>
                <a:lnTo>
                  <a:pt x="740964" y="106252"/>
                </a:lnTo>
                <a:lnTo>
                  <a:pt x="741610" y="106547"/>
                </a:lnTo>
                <a:lnTo>
                  <a:pt x="742275" y="106817"/>
                </a:lnTo>
                <a:lnTo>
                  <a:pt x="742959" y="107061"/>
                </a:lnTo>
                <a:lnTo>
                  <a:pt x="743663" y="107279"/>
                </a:lnTo>
                <a:lnTo>
                  <a:pt x="744386" y="107472"/>
                </a:lnTo>
                <a:lnTo>
                  <a:pt x="745128" y="107639"/>
                </a:lnTo>
                <a:lnTo>
                  <a:pt x="745890" y="107780"/>
                </a:lnTo>
                <a:lnTo>
                  <a:pt x="746671" y="107896"/>
                </a:lnTo>
                <a:lnTo>
                  <a:pt x="747471" y="107985"/>
                </a:lnTo>
                <a:lnTo>
                  <a:pt x="748290" y="108050"/>
                </a:lnTo>
                <a:lnTo>
                  <a:pt x="749129" y="108088"/>
                </a:lnTo>
                <a:lnTo>
                  <a:pt x="749987" y="108101"/>
                </a:lnTo>
                <a:lnTo>
                  <a:pt x="751599" y="108059"/>
                </a:lnTo>
                <a:lnTo>
                  <a:pt x="753225" y="107933"/>
                </a:lnTo>
                <a:lnTo>
                  <a:pt x="754864" y="107723"/>
                </a:lnTo>
                <a:lnTo>
                  <a:pt x="756518" y="107429"/>
                </a:lnTo>
                <a:lnTo>
                  <a:pt x="758185" y="107052"/>
                </a:lnTo>
                <a:lnTo>
                  <a:pt x="759866" y="106590"/>
                </a:lnTo>
                <a:lnTo>
                  <a:pt x="761562" y="106044"/>
                </a:lnTo>
                <a:lnTo>
                  <a:pt x="763270" y="105415"/>
                </a:lnTo>
                <a:lnTo>
                  <a:pt x="764993" y="104701"/>
                </a:lnTo>
                <a:lnTo>
                  <a:pt x="766730" y="103904"/>
                </a:lnTo>
                <a:lnTo>
                  <a:pt x="768481" y="103022"/>
                </a:lnTo>
                <a:lnTo>
                  <a:pt x="770245" y="102057"/>
                </a:lnTo>
                <a:lnTo>
                  <a:pt x="770245" y="113762"/>
                </a:lnTo>
                <a:close/>
                <a:moveTo>
                  <a:pt x="857538" y="111662"/>
                </a:moveTo>
                <a:lnTo>
                  <a:pt x="854899" y="112867"/>
                </a:lnTo>
                <a:lnTo>
                  <a:pt x="852283" y="113968"/>
                </a:lnTo>
                <a:lnTo>
                  <a:pt x="849692" y="114964"/>
                </a:lnTo>
                <a:lnTo>
                  <a:pt x="847124" y="115855"/>
                </a:lnTo>
                <a:lnTo>
                  <a:pt x="844580" y="116642"/>
                </a:lnTo>
                <a:lnTo>
                  <a:pt x="842059" y="117323"/>
                </a:lnTo>
                <a:lnTo>
                  <a:pt x="839563" y="117900"/>
                </a:lnTo>
                <a:lnTo>
                  <a:pt x="837090" y="118371"/>
                </a:lnTo>
                <a:lnTo>
                  <a:pt x="834641" y="118738"/>
                </a:lnTo>
                <a:lnTo>
                  <a:pt x="832216" y="119001"/>
                </a:lnTo>
                <a:lnTo>
                  <a:pt x="829814" y="119158"/>
                </a:lnTo>
                <a:lnTo>
                  <a:pt x="827437" y="119210"/>
                </a:lnTo>
                <a:lnTo>
                  <a:pt x="825657" y="119173"/>
                </a:lnTo>
                <a:lnTo>
                  <a:pt x="823910" y="119062"/>
                </a:lnTo>
                <a:lnTo>
                  <a:pt x="822194" y="118877"/>
                </a:lnTo>
                <a:lnTo>
                  <a:pt x="820510" y="118618"/>
                </a:lnTo>
                <a:lnTo>
                  <a:pt x="818857" y="118284"/>
                </a:lnTo>
                <a:lnTo>
                  <a:pt x="817237" y="117877"/>
                </a:lnTo>
                <a:lnTo>
                  <a:pt x="815648" y="117396"/>
                </a:lnTo>
                <a:lnTo>
                  <a:pt x="814090" y="116840"/>
                </a:lnTo>
                <a:lnTo>
                  <a:pt x="812565" y="116211"/>
                </a:lnTo>
                <a:lnTo>
                  <a:pt x="811071" y="115507"/>
                </a:lnTo>
                <a:lnTo>
                  <a:pt x="809608" y="114730"/>
                </a:lnTo>
                <a:lnTo>
                  <a:pt x="808178" y="113878"/>
                </a:lnTo>
                <a:lnTo>
                  <a:pt x="806787" y="112958"/>
                </a:lnTo>
                <a:lnTo>
                  <a:pt x="805442" y="111973"/>
                </a:lnTo>
                <a:lnTo>
                  <a:pt x="804145" y="110926"/>
                </a:lnTo>
                <a:lnTo>
                  <a:pt x="802895" y="109814"/>
                </a:lnTo>
                <a:lnTo>
                  <a:pt x="801692" y="108639"/>
                </a:lnTo>
                <a:lnTo>
                  <a:pt x="800537" y="107400"/>
                </a:lnTo>
                <a:lnTo>
                  <a:pt x="799428" y="106097"/>
                </a:lnTo>
                <a:lnTo>
                  <a:pt x="798366" y="104731"/>
                </a:lnTo>
                <a:lnTo>
                  <a:pt x="797351" y="103301"/>
                </a:lnTo>
                <a:lnTo>
                  <a:pt x="796384" y="101808"/>
                </a:lnTo>
                <a:lnTo>
                  <a:pt x="795463" y="100251"/>
                </a:lnTo>
                <a:lnTo>
                  <a:pt x="794589" y="98630"/>
                </a:lnTo>
                <a:lnTo>
                  <a:pt x="793775" y="96967"/>
                </a:lnTo>
                <a:lnTo>
                  <a:pt x="793031" y="95285"/>
                </a:lnTo>
                <a:lnTo>
                  <a:pt x="792358" y="93584"/>
                </a:lnTo>
                <a:lnTo>
                  <a:pt x="791756" y="91863"/>
                </a:lnTo>
                <a:lnTo>
                  <a:pt x="791225" y="90124"/>
                </a:lnTo>
                <a:lnTo>
                  <a:pt x="790764" y="88365"/>
                </a:lnTo>
                <a:lnTo>
                  <a:pt x="790375" y="86587"/>
                </a:lnTo>
                <a:lnTo>
                  <a:pt x="790056" y="84790"/>
                </a:lnTo>
                <a:lnTo>
                  <a:pt x="789808" y="82973"/>
                </a:lnTo>
                <a:lnTo>
                  <a:pt x="789631" y="81137"/>
                </a:lnTo>
                <a:lnTo>
                  <a:pt x="789525" y="79282"/>
                </a:lnTo>
                <a:lnTo>
                  <a:pt x="789489" y="77408"/>
                </a:lnTo>
                <a:lnTo>
                  <a:pt x="789523" y="75601"/>
                </a:lnTo>
                <a:lnTo>
                  <a:pt x="789624" y="73806"/>
                </a:lnTo>
                <a:lnTo>
                  <a:pt x="789793" y="72023"/>
                </a:lnTo>
                <a:lnTo>
                  <a:pt x="790028" y="70251"/>
                </a:lnTo>
                <a:lnTo>
                  <a:pt x="790332" y="68492"/>
                </a:lnTo>
                <a:lnTo>
                  <a:pt x="790702" y="66744"/>
                </a:lnTo>
                <a:lnTo>
                  <a:pt x="791140" y="65008"/>
                </a:lnTo>
                <a:lnTo>
                  <a:pt x="791645" y="63284"/>
                </a:lnTo>
                <a:lnTo>
                  <a:pt x="792218" y="61572"/>
                </a:lnTo>
                <a:lnTo>
                  <a:pt x="792858" y="59872"/>
                </a:lnTo>
                <a:lnTo>
                  <a:pt x="793565" y="58184"/>
                </a:lnTo>
                <a:lnTo>
                  <a:pt x="794340" y="56507"/>
                </a:lnTo>
                <a:lnTo>
                  <a:pt x="795175" y="54867"/>
                </a:lnTo>
                <a:lnTo>
                  <a:pt x="796064" y="53289"/>
                </a:lnTo>
                <a:lnTo>
                  <a:pt x="797006" y="51773"/>
                </a:lnTo>
                <a:lnTo>
                  <a:pt x="798001" y="50318"/>
                </a:lnTo>
                <a:lnTo>
                  <a:pt x="799051" y="48925"/>
                </a:lnTo>
                <a:lnTo>
                  <a:pt x="800153" y="47594"/>
                </a:lnTo>
                <a:lnTo>
                  <a:pt x="801309" y="46324"/>
                </a:lnTo>
                <a:lnTo>
                  <a:pt x="802519" y="45116"/>
                </a:lnTo>
                <a:lnTo>
                  <a:pt x="803782" y="43970"/>
                </a:lnTo>
                <a:lnTo>
                  <a:pt x="805099" y="42886"/>
                </a:lnTo>
                <a:lnTo>
                  <a:pt x="806469" y="41864"/>
                </a:lnTo>
                <a:lnTo>
                  <a:pt x="807892" y="40903"/>
                </a:lnTo>
                <a:lnTo>
                  <a:pt x="809357" y="40011"/>
                </a:lnTo>
                <a:lnTo>
                  <a:pt x="810849" y="39197"/>
                </a:lnTo>
                <a:lnTo>
                  <a:pt x="812368" y="38461"/>
                </a:lnTo>
                <a:lnTo>
                  <a:pt x="813916" y="37802"/>
                </a:lnTo>
                <a:lnTo>
                  <a:pt x="815491" y="37221"/>
                </a:lnTo>
                <a:lnTo>
                  <a:pt x="817094" y="36717"/>
                </a:lnTo>
                <a:lnTo>
                  <a:pt x="818725" y="36291"/>
                </a:lnTo>
                <a:lnTo>
                  <a:pt x="820383" y="35942"/>
                </a:lnTo>
                <a:lnTo>
                  <a:pt x="822069" y="35670"/>
                </a:lnTo>
                <a:lnTo>
                  <a:pt x="823783" y="35477"/>
                </a:lnTo>
                <a:lnTo>
                  <a:pt x="825525" y="35360"/>
                </a:lnTo>
                <a:lnTo>
                  <a:pt x="827294" y="35322"/>
                </a:lnTo>
                <a:lnTo>
                  <a:pt x="829621" y="35392"/>
                </a:lnTo>
                <a:lnTo>
                  <a:pt x="831870" y="35602"/>
                </a:lnTo>
                <a:lnTo>
                  <a:pt x="834041" y="35952"/>
                </a:lnTo>
                <a:lnTo>
                  <a:pt x="836135" y="36442"/>
                </a:lnTo>
                <a:lnTo>
                  <a:pt x="838151" y="37072"/>
                </a:lnTo>
                <a:lnTo>
                  <a:pt x="840089" y="37842"/>
                </a:lnTo>
                <a:lnTo>
                  <a:pt x="841949" y="38752"/>
                </a:lnTo>
                <a:lnTo>
                  <a:pt x="843732" y="39802"/>
                </a:lnTo>
                <a:lnTo>
                  <a:pt x="845436" y="40992"/>
                </a:lnTo>
                <a:lnTo>
                  <a:pt x="847063" y="42322"/>
                </a:lnTo>
                <a:lnTo>
                  <a:pt x="848612" y="43792"/>
                </a:lnTo>
                <a:lnTo>
                  <a:pt x="850084" y="45403"/>
                </a:lnTo>
                <a:lnTo>
                  <a:pt x="851457" y="47158"/>
                </a:lnTo>
                <a:lnTo>
                  <a:pt x="852710" y="49066"/>
                </a:lnTo>
                <a:lnTo>
                  <a:pt x="853844" y="51125"/>
                </a:lnTo>
                <a:lnTo>
                  <a:pt x="854859" y="53336"/>
                </a:lnTo>
                <a:lnTo>
                  <a:pt x="855754" y="55699"/>
                </a:lnTo>
                <a:lnTo>
                  <a:pt x="856530" y="58214"/>
                </a:lnTo>
                <a:lnTo>
                  <a:pt x="857187" y="60881"/>
                </a:lnTo>
                <a:lnTo>
                  <a:pt x="857724" y="63699"/>
                </a:lnTo>
                <a:lnTo>
                  <a:pt x="858142" y="66670"/>
                </a:lnTo>
                <a:lnTo>
                  <a:pt x="858440" y="69792"/>
                </a:lnTo>
                <a:lnTo>
                  <a:pt x="858619" y="73066"/>
                </a:lnTo>
                <a:lnTo>
                  <a:pt x="858679" y="76491"/>
                </a:lnTo>
                <a:lnTo>
                  <a:pt x="858679" y="79331"/>
                </a:lnTo>
                <a:lnTo>
                  <a:pt x="803755" y="79331"/>
                </a:lnTo>
                <a:lnTo>
                  <a:pt x="803779" y="80698"/>
                </a:lnTo>
                <a:lnTo>
                  <a:pt x="803851" y="82045"/>
                </a:lnTo>
                <a:lnTo>
                  <a:pt x="803972" y="83372"/>
                </a:lnTo>
                <a:lnTo>
                  <a:pt x="804140" y="84680"/>
                </a:lnTo>
                <a:lnTo>
                  <a:pt x="804356" y="85968"/>
                </a:lnTo>
                <a:lnTo>
                  <a:pt x="804620" y="87236"/>
                </a:lnTo>
                <a:lnTo>
                  <a:pt x="804933" y="88484"/>
                </a:lnTo>
                <a:lnTo>
                  <a:pt x="805293" y="89712"/>
                </a:lnTo>
                <a:lnTo>
                  <a:pt x="805701" y="90921"/>
                </a:lnTo>
                <a:lnTo>
                  <a:pt x="806158" y="92110"/>
                </a:lnTo>
                <a:lnTo>
                  <a:pt x="806662" y="93279"/>
                </a:lnTo>
                <a:lnTo>
                  <a:pt x="807215" y="94428"/>
                </a:lnTo>
                <a:lnTo>
                  <a:pt x="807806" y="95544"/>
                </a:lnTo>
                <a:lnTo>
                  <a:pt x="808428" y="96612"/>
                </a:lnTo>
                <a:lnTo>
                  <a:pt x="809081" y="97633"/>
                </a:lnTo>
                <a:lnTo>
                  <a:pt x="809763" y="98606"/>
                </a:lnTo>
                <a:lnTo>
                  <a:pt x="810475" y="99532"/>
                </a:lnTo>
                <a:lnTo>
                  <a:pt x="811218" y="100410"/>
                </a:lnTo>
                <a:lnTo>
                  <a:pt x="811991" y="101241"/>
                </a:lnTo>
                <a:lnTo>
                  <a:pt x="812794" y="102024"/>
                </a:lnTo>
                <a:lnTo>
                  <a:pt x="813628" y="102760"/>
                </a:lnTo>
                <a:lnTo>
                  <a:pt x="814491" y="103448"/>
                </a:lnTo>
                <a:lnTo>
                  <a:pt x="815385" y="104089"/>
                </a:lnTo>
                <a:lnTo>
                  <a:pt x="816309" y="104683"/>
                </a:lnTo>
                <a:lnTo>
                  <a:pt x="817259" y="105229"/>
                </a:lnTo>
                <a:lnTo>
                  <a:pt x="818231" y="105727"/>
                </a:lnTo>
                <a:lnTo>
                  <a:pt x="819225" y="106178"/>
                </a:lnTo>
                <a:lnTo>
                  <a:pt x="820240" y="106582"/>
                </a:lnTo>
                <a:lnTo>
                  <a:pt x="821278" y="106938"/>
                </a:lnTo>
                <a:lnTo>
                  <a:pt x="822337" y="107246"/>
                </a:lnTo>
                <a:lnTo>
                  <a:pt x="823418" y="107508"/>
                </a:lnTo>
                <a:lnTo>
                  <a:pt x="824520" y="107721"/>
                </a:lnTo>
                <a:lnTo>
                  <a:pt x="825645" y="107887"/>
                </a:lnTo>
                <a:lnTo>
                  <a:pt x="826791" y="108006"/>
                </a:lnTo>
                <a:lnTo>
                  <a:pt x="827959" y="108077"/>
                </a:lnTo>
                <a:lnTo>
                  <a:pt x="829149" y="108101"/>
                </a:lnTo>
                <a:lnTo>
                  <a:pt x="831307" y="108042"/>
                </a:lnTo>
                <a:lnTo>
                  <a:pt x="833504" y="107864"/>
                </a:lnTo>
                <a:lnTo>
                  <a:pt x="835738" y="107567"/>
                </a:lnTo>
                <a:lnTo>
                  <a:pt x="838009" y="107151"/>
                </a:lnTo>
                <a:lnTo>
                  <a:pt x="840319" y="106617"/>
                </a:lnTo>
                <a:lnTo>
                  <a:pt x="842666" y="105965"/>
                </a:lnTo>
                <a:lnTo>
                  <a:pt x="845050" y="105193"/>
                </a:lnTo>
                <a:lnTo>
                  <a:pt x="847472" y="104303"/>
                </a:lnTo>
                <a:lnTo>
                  <a:pt x="849932" y="103294"/>
                </a:lnTo>
                <a:lnTo>
                  <a:pt x="852430" y="102167"/>
                </a:lnTo>
                <a:lnTo>
                  <a:pt x="854965" y="100920"/>
                </a:lnTo>
                <a:lnTo>
                  <a:pt x="857538" y="99555"/>
                </a:lnTo>
                <a:lnTo>
                  <a:pt x="857538" y="111662"/>
                </a:lnTo>
                <a:moveTo>
                  <a:pt x="804540" y="69361"/>
                </a:moveTo>
                <a:lnTo>
                  <a:pt x="844271" y="69361"/>
                </a:lnTo>
                <a:lnTo>
                  <a:pt x="844271" y="67463"/>
                </a:lnTo>
                <a:lnTo>
                  <a:pt x="844237" y="65884"/>
                </a:lnTo>
                <a:lnTo>
                  <a:pt x="844138" y="64360"/>
                </a:lnTo>
                <a:lnTo>
                  <a:pt x="843972" y="62890"/>
                </a:lnTo>
                <a:lnTo>
                  <a:pt x="843740" y="61475"/>
                </a:lnTo>
                <a:lnTo>
                  <a:pt x="843441" y="60115"/>
                </a:lnTo>
                <a:lnTo>
                  <a:pt x="843076" y="58810"/>
                </a:lnTo>
                <a:lnTo>
                  <a:pt x="842644" y="57560"/>
                </a:lnTo>
                <a:lnTo>
                  <a:pt x="842146" y="56364"/>
                </a:lnTo>
                <a:lnTo>
                  <a:pt x="841582" y="55223"/>
                </a:lnTo>
                <a:lnTo>
                  <a:pt x="840952" y="54136"/>
                </a:lnTo>
                <a:lnTo>
                  <a:pt x="840255" y="53105"/>
                </a:lnTo>
                <a:lnTo>
                  <a:pt x="839491" y="52128"/>
                </a:lnTo>
                <a:lnTo>
                  <a:pt x="838673" y="51218"/>
                </a:lnTo>
                <a:lnTo>
                  <a:pt x="837809" y="50387"/>
                </a:lnTo>
                <a:lnTo>
                  <a:pt x="836901" y="49635"/>
                </a:lnTo>
                <a:lnTo>
                  <a:pt x="835949" y="48963"/>
                </a:lnTo>
                <a:lnTo>
                  <a:pt x="834952" y="48369"/>
                </a:lnTo>
                <a:lnTo>
                  <a:pt x="833910" y="47855"/>
                </a:lnTo>
                <a:lnTo>
                  <a:pt x="832824" y="47420"/>
                </a:lnTo>
                <a:lnTo>
                  <a:pt x="831693" y="47064"/>
                </a:lnTo>
                <a:lnTo>
                  <a:pt x="830517" y="46787"/>
                </a:lnTo>
                <a:lnTo>
                  <a:pt x="829297" y="46589"/>
                </a:lnTo>
                <a:lnTo>
                  <a:pt x="828033" y="46470"/>
                </a:lnTo>
                <a:lnTo>
                  <a:pt x="826723" y="46431"/>
                </a:lnTo>
                <a:lnTo>
                  <a:pt x="825395" y="46471"/>
                </a:lnTo>
                <a:lnTo>
                  <a:pt x="824097" y="46592"/>
                </a:lnTo>
                <a:lnTo>
                  <a:pt x="822829" y="46793"/>
                </a:lnTo>
                <a:lnTo>
                  <a:pt x="821592" y="47076"/>
                </a:lnTo>
                <a:lnTo>
                  <a:pt x="820384" y="47438"/>
                </a:lnTo>
                <a:lnTo>
                  <a:pt x="819207" y="47882"/>
                </a:lnTo>
                <a:lnTo>
                  <a:pt x="818060" y="48406"/>
                </a:lnTo>
                <a:lnTo>
                  <a:pt x="816943" y="49010"/>
                </a:lnTo>
                <a:lnTo>
                  <a:pt x="815857" y="49695"/>
                </a:lnTo>
                <a:lnTo>
                  <a:pt x="814801" y="50461"/>
                </a:lnTo>
                <a:lnTo>
                  <a:pt x="813774" y="51308"/>
                </a:lnTo>
                <a:lnTo>
                  <a:pt x="812779" y="52235"/>
                </a:lnTo>
                <a:lnTo>
                  <a:pt x="811822" y="53240"/>
                </a:lnTo>
                <a:lnTo>
                  <a:pt x="810915" y="54322"/>
                </a:lnTo>
                <a:lnTo>
                  <a:pt x="810057" y="55481"/>
                </a:lnTo>
                <a:lnTo>
                  <a:pt x="809248" y="56716"/>
                </a:lnTo>
                <a:lnTo>
                  <a:pt x="808488" y="58028"/>
                </a:lnTo>
                <a:lnTo>
                  <a:pt x="807777" y="59417"/>
                </a:lnTo>
                <a:lnTo>
                  <a:pt x="807115" y="60883"/>
                </a:lnTo>
                <a:lnTo>
                  <a:pt x="806502" y="62425"/>
                </a:lnTo>
                <a:lnTo>
                  <a:pt x="805938" y="64044"/>
                </a:lnTo>
                <a:lnTo>
                  <a:pt x="805423" y="65740"/>
                </a:lnTo>
                <a:lnTo>
                  <a:pt x="804957" y="67512"/>
                </a:lnTo>
                <a:lnTo>
                  <a:pt x="804540" y="69361"/>
                </a:lnTo>
                <a:close/>
                <a:moveTo>
                  <a:pt x="878922" y="117074"/>
                </a:moveTo>
                <a:lnTo>
                  <a:pt x="878922" y="37458"/>
                </a:lnTo>
                <a:lnTo>
                  <a:pt x="892189" y="37458"/>
                </a:lnTo>
                <a:lnTo>
                  <a:pt x="892189" y="54970"/>
                </a:lnTo>
                <a:lnTo>
                  <a:pt x="893157" y="53461"/>
                </a:lnTo>
                <a:lnTo>
                  <a:pt x="894157" y="52008"/>
                </a:lnTo>
                <a:lnTo>
                  <a:pt x="895190" y="50611"/>
                </a:lnTo>
                <a:lnTo>
                  <a:pt x="896255" y="49269"/>
                </a:lnTo>
                <a:lnTo>
                  <a:pt x="897353" y="47983"/>
                </a:lnTo>
                <a:lnTo>
                  <a:pt x="898484" y="46753"/>
                </a:lnTo>
                <a:lnTo>
                  <a:pt x="899648" y="45578"/>
                </a:lnTo>
                <a:lnTo>
                  <a:pt x="900844" y="44459"/>
                </a:lnTo>
                <a:lnTo>
                  <a:pt x="902073" y="43395"/>
                </a:lnTo>
                <a:lnTo>
                  <a:pt x="903335" y="42387"/>
                </a:lnTo>
                <a:lnTo>
                  <a:pt x="904629" y="41435"/>
                </a:lnTo>
                <a:lnTo>
                  <a:pt x="905956" y="40538"/>
                </a:lnTo>
                <a:lnTo>
                  <a:pt x="907299" y="39705"/>
                </a:lnTo>
                <a:lnTo>
                  <a:pt x="908643" y="38944"/>
                </a:lnTo>
                <a:lnTo>
                  <a:pt x="909986" y="38256"/>
                </a:lnTo>
                <a:lnTo>
                  <a:pt x="911330" y="37640"/>
                </a:lnTo>
                <a:lnTo>
                  <a:pt x="912673" y="37097"/>
                </a:lnTo>
                <a:lnTo>
                  <a:pt x="914016" y="36626"/>
                </a:lnTo>
                <a:lnTo>
                  <a:pt x="915360" y="36227"/>
                </a:lnTo>
                <a:lnTo>
                  <a:pt x="916703" y="35901"/>
                </a:lnTo>
                <a:lnTo>
                  <a:pt x="918046" y="35648"/>
                </a:lnTo>
                <a:lnTo>
                  <a:pt x="919390" y="35466"/>
                </a:lnTo>
                <a:lnTo>
                  <a:pt x="920733" y="35358"/>
                </a:lnTo>
                <a:lnTo>
                  <a:pt x="922077" y="35322"/>
                </a:lnTo>
                <a:lnTo>
                  <a:pt x="923245" y="35348"/>
                </a:lnTo>
                <a:lnTo>
                  <a:pt x="924395" y="35425"/>
                </a:lnTo>
                <a:lnTo>
                  <a:pt x="925527" y="35555"/>
                </a:lnTo>
                <a:lnTo>
                  <a:pt x="926642" y="35737"/>
                </a:lnTo>
                <a:lnTo>
                  <a:pt x="927738" y="35971"/>
                </a:lnTo>
                <a:lnTo>
                  <a:pt x="928817" y="36256"/>
                </a:lnTo>
                <a:lnTo>
                  <a:pt x="929878" y="36594"/>
                </a:lnTo>
                <a:lnTo>
                  <a:pt x="930921" y="36983"/>
                </a:lnTo>
                <a:lnTo>
                  <a:pt x="931947" y="37425"/>
                </a:lnTo>
                <a:lnTo>
                  <a:pt x="932954" y="37918"/>
                </a:lnTo>
                <a:lnTo>
                  <a:pt x="933944" y="38463"/>
                </a:lnTo>
                <a:lnTo>
                  <a:pt x="934916" y="39060"/>
                </a:lnTo>
                <a:lnTo>
                  <a:pt x="935855" y="39699"/>
                </a:lnTo>
                <a:lnTo>
                  <a:pt x="936746" y="40371"/>
                </a:lnTo>
                <a:lnTo>
                  <a:pt x="937589" y="41074"/>
                </a:lnTo>
                <a:lnTo>
                  <a:pt x="938383" y="41810"/>
                </a:lnTo>
                <a:lnTo>
                  <a:pt x="939130" y="42578"/>
                </a:lnTo>
                <a:lnTo>
                  <a:pt x="939829" y="43377"/>
                </a:lnTo>
                <a:lnTo>
                  <a:pt x="940479" y="44210"/>
                </a:lnTo>
                <a:lnTo>
                  <a:pt x="941082" y="45074"/>
                </a:lnTo>
                <a:lnTo>
                  <a:pt x="941636" y="45970"/>
                </a:lnTo>
                <a:lnTo>
                  <a:pt x="942143" y="46899"/>
                </a:lnTo>
                <a:lnTo>
                  <a:pt x="942601" y="47859"/>
                </a:lnTo>
                <a:lnTo>
                  <a:pt x="943012" y="48852"/>
                </a:lnTo>
                <a:lnTo>
                  <a:pt x="943382" y="49942"/>
                </a:lnTo>
                <a:lnTo>
                  <a:pt x="943720" y="51194"/>
                </a:lnTo>
                <a:lnTo>
                  <a:pt x="944026" y="52608"/>
                </a:lnTo>
                <a:lnTo>
                  <a:pt x="944300" y="54185"/>
                </a:lnTo>
                <a:lnTo>
                  <a:pt x="944541" y="55924"/>
                </a:lnTo>
                <a:lnTo>
                  <a:pt x="944750" y="57825"/>
                </a:lnTo>
                <a:lnTo>
                  <a:pt x="944928" y="59888"/>
                </a:lnTo>
                <a:lnTo>
                  <a:pt x="945072" y="62113"/>
                </a:lnTo>
                <a:lnTo>
                  <a:pt x="945185" y="64501"/>
                </a:lnTo>
                <a:lnTo>
                  <a:pt x="945266" y="67051"/>
                </a:lnTo>
                <a:lnTo>
                  <a:pt x="945314" y="69763"/>
                </a:lnTo>
                <a:lnTo>
                  <a:pt x="945330" y="72637"/>
                </a:lnTo>
                <a:lnTo>
                  <a:pt x="945330" y="117074"/>
                </a:lnTo>
                <a:lnTo>
                  <a:pt x="932063" y="117074"/>
                </a:lnTo>
                <a:lnTo>
                  <a:pt x="932063" y="71046"/>
                </a:lnTo>
                <a:lnTo>
                  <a:pt x="932055" y="69191"/>
                </a:lnTo>
                <a:lnTo>
                  <a:pt x="932032" y="67444"/>
                </a:lnTo>
                <a:lnTo>
                  <a:pt x="931994" y="65806"/>
                </a:lnTo>
                <a:lnTo>
                  <a:pt x="931940" y="64275"/>
                </a:lnTo>
                <a:lnTo>
                  <a:pt x="931871" y="62853"/>
                </a:lnTo>
                <a:lnTo>
                  <a:pt x="931786" y="61540"/>
                </a:lnTo>
                <a:lnTo>
                  <a:pt x="931686" y="60334"/>
                </a:lnTo>
                <a:lnTo>
                  <a:pt x="931571" y="59236"/>
                </a:lnTo>
                <a:lnTo>
                  <a:pt x="931441" y="58247"/>
                </a:lnTo>
                <a:lnTo>
                  <a:pt x="931295" y="57366"/>
                </a:lnTo>
                <a:lnTo>
                  <a:pt x="931134" y="56593"/>
                </a:lnTo>
                <a:lnTo>
                  <a:pt x="930957" y="55929"/>
                </a:lnTo>
                <a:lnTo>
                  <a:pt x="930760" y="55327"/>
                </a:lnTo>
                <a:lnTo>
                  <a:pt x="930537" y="54744"/>
                </a:lnTo>
                <a:lnTo>
                  <a:pt x="930288" y="54179"/>
                </a:lnTo>
                <a:lnTo>
                  <a:pt x="930014" y="53633"/>
                </a:lnTo>
                <a:lnTo>
                  <a:pt x="929714" y="53105"/>
                </a:lnTo>
                <a:lnTo>
                  <a:pt x="929388" y="52595"/>
                </a:lnTo>
                <a:lnTo>
                  <a:pt x="929036" y="52103"/>
                </a:lnTo>
                <a:lnTo>
                  <a:pt x="928659" y="51629"/>
                </a:lnTo>
                <a:lnTo>
                  <a:pt x="928255" y="51174"/>
                </a:lnTo>
                <a:lnTo>
                  <a:pt x="927827" y="50737"/>
                </a:lnTo>
                <a:lnTo>
                  <a:pt x="927372" y="50318"/>
                </a:lnTo>
                <a:lnTo>
                  <a:pt x="926891" y="49918"/>
                </a:lnTo>
                <a:lnTo>
                  <a:pt x="926394" y="49543"/>
                </a:lnTo>
                <a:lnTo>
                  <a:pt x="925890" y="49201"/>
                </a:lnTo>
                <a:lnTo>
                  <a:pt x="925378" y="48891"/>
                </a:lnTo>
                <a:lnTo>
                  <a:pt x="924858" y="48614"/>
                </a:lnTo>
                <a:lnTo>
                  <a:pt x="924332" y="48369"/>
                </a:lnTo>
                <a:lnTo>
                  <a:pt x="923797" y="48157"/>
                </a:lnTo>
                <a:lnTo>
                  <a:pt x="923256" y="47978"/>
                </a:lnTo>
                <a:lnTo>
                  <a:pt x="922707" y="47831"/>
                </a:lnTo>
                <a:lnTo>
                  <a:pt x="922150" y="47717"/>
                </a:lnTo>
                <a:lnTo>
                  <a:pt x="921586" y="47635"/>
                </a:lnTo>
                <a:lnTo>
                  <a:pt x="921015" y="47586"/>
                </a:lnTo>
                <a:lnTo>
                  <a:pt x="920436" y="47570"/>
                </a:lnTo>
                <a:lnTo>
                  <a:pt x="919264" y="47616"/>
                </a:lnTo>
                <a:lnTo>
                  <a:pt x="918077" y="47754"/>
                </a:lnTo>
                <a:lnTo>
                  <a:pt x="916876" y="47984"/>
                </a:lnTo>
                <a:lnTo>
                  <a:pt x="915661" y="48305"/>
                </a:lnTo>
                <a:lnTo>
                  <a:pt x="914431" y="48719"/>
                </a:lnTo>
                <a:lnTo>
                  <a:pt x="913187" y="49224"/>
                </a:lnTo>
                <a:lnTo>
                  <a:pt x="911929" y="49821"/>
                </a:lnTo>
                <a:lnTo>
                  <a:pt x="910656" y="50511"/>
                </a:lnTo>
                <a:lnTo>
                  <a:pt x="909369" y="51292"/>
                </a:lnTo>
                <a:lnTo>
                  <a:pt x="908067" y="52165"/>
                </a:lnTo>
                <a:lnTo>
                  <a:pt x="906751" y="53130"/>
                </a:lnTo>
                <a:lnTo>
                  <a:pt x="905421" y="54186"/>
                </a:lnTo>
                <a:lnTo>
                  <a:pt x="904103" y="55312"/>
                </a:lnTo>
                <a:lnTo>
                  <a:pt x="902825" y="56484"/>
                </a:lnTo>
                <a:lnTo>
                  <a:pt x="901585" y="57703"/>
                </a:lnTo>
                <a:lnTo>
                  <a:pt x="900384" y="58968"/>
                </a:lnTo>
                <a:lnTo>
                  <a:pt x="899223" y="60280"/>
                </a:lnTo>
                <a:lnTo>
                  <a:pt x="898101" y="61638"/>
                </a:lnTo>
                <a:lnTo>
                  <a:pt x="897018" y="63042"/>
                </a:lnTo>
                <a:lnTo>
                  <a:pt x="895974" y="64493"/>
                </a:lnTo>
                <a:lnTo>
                  <a:pt x="894969" y="65991"/>
                </a:lnTo>
                <a:lnTo>
                  <a:pt x="894003" y="67534"/>
                </a:lnTo>
                <a:lnTo>
                  <a:pt x="893077" y="69124"/>
                </a:lnTo>
                <a:lnTo>
                  <a:pt x="892189" y="70761"/>
                </a:lnTo>
                <a:lnTo>
                  <a:pt x="892189" y="117074"/>
                </a:lnTo>
                <a:lnTo>
                  <a:pt x="878922" y="117074"/>
                </a:lnTo>
                <a:close/>
                <a:moveTo>
                  <a:pt x="967500" y="112759"/>
                </a:moveTo>
                <a:lnTo>
                  <a:pt x="967500" y="98701"/>
                </a:lnTo>
                <a:lnTo>
                  <a:pt x="968837" y="99546"/>
                </a:lnTo>
                <a:lnTo>
                  <a:pt x="970188" y="100348"/>
                </a:lnTo>
                <a:lnTo>
                  <a:pt x="971552" y="101107"/>
                </a:lnTo>
                <a:lnTo>
                  <a:pt x="972929" y="101822"/>
                </a:lnTo>
                <a:lnTo>
                  <a:pt x="974318" y="102495"/>
                </a:lnTo>
                <a:lnTo>
                  <a:pt x="975720" y="103125"/>
                </a:lnTo>
                <a:lnTo>
                  <a:pt x="977135" y="103712"/>
                </a:lnTo>
                <a:lnTo>
                  <a:pt x="978564" y="104256"/>
                </a:lnTo>
                <a:lnTo>
                  <a:pt x="980005" y="104756"/>
                </a:lnTo>
                <a:lnTo>
                  <a:pt x="981458" y="105214"/>
                </a:lnTo>
                <a:lnTo>
                  <a:pt x="982925" y="105629"/>
                </a:lnTo>
                <a:lnTo>
                  <a:pt x="984405" y="106000"/>
                </a:lnTo>
                <a:lnTo>
                  <a:pt x="985872" y="106336"/>
                </a:lnTo>
                <a:lnTo>
                  <a:pt x="987301" y="106642"/>
                </a:lnTo>
                <a:lnTo>
                  <a:pt x="988693" y="106919"/>
                </a:lnTo>
                <a:lnTo>
                  <a:pt x="990048" y="107167"/>
                </a:lnTo>
                <a:lnTo>
                  <a:pt x="991364" y="107386"/>
                </a:lnTo>
                <a:lnTo>
                  <a:pt x="992643" y="107576"/>
                </a:lnTo>
                <a:lnTo>
                  <a:pt x="993885" y="107736"/>
                </a:lnTo>
                <a:lnTo>
                  <a:pt x="995088" y="107868"/>
                </a:lnTo>
                <a:lnTo>
                  <a:pt x="996254" y="107970"/>
                </a:lnTo>
                <a:lnTo>
                  <a:pt x="997383" y="108043"/>
                </a:lnTo>
                <a:lnTo>
                  <a:pt x="998473" y="108086"/>
                </a:lnTo>
                <a:lnTo>
                  <a:pt x="999527" y="108101"/>
                </a:lnTo>
                <a:lnTo>
                  <a:pt x="1001164" y="108079"/>
                </a:lnTo>
                <a:lnTo>
                  <a:pt x="1002722" y="108011"/>
                </a:lnTo>
                <a:lnTo>
                  <a:pt x="1004203" y="107899"/>
                </a:lnTo>
                <a:lnTo>
                  <a:pt x="1005605" y="107742"/>
                </a:lnTo>
                <a:lnTo>
                  <a:pt x="1006929" y="107540"/>
                </a:lnTo>
                <a:lnTo>
                  <a:pt x="1008175" y="107294"/>
                </a:lnTo>
                <a:lnTo>
                  <a:pt x="1009343" y="107002"/>
                </a:lnTo>
                <a:lnTo>
                  <a:pt x="1010432" y="106666"/>
                </a:lnTo>
                <a:lnTo>
                  <a:pt x="1011443" y="106285"/>
                </a:lnTo>
                <a:lnTo>
                  <a:pt x="1012376" y="105859"/>
                </a:lnTo>
                <a:lnTo>
                  <a:pt x="1013230" y="105388"/>
                </a:lnTo>
                <a:lnTo>
                  <a:pt x="1014006" y="104872"/>
                </a:lnTo>
                <a:lnTo>
                  <a:pt x="1014713" y="104323"/>
                </a:lnTo>
                <a:lnTo>
                  <a:pt x="1015358" y="103751"/>
                </a:lnTo>
                <a:lnTo>
                  <a:pt x="1015941" y="103158"/>
                </a:lnTo>
                <a:lnTo>
                  <a:pt x="1016463" y="102542"/>
                </a:lnTo>
                <a:lnTo>
                  <a:pt x="1016924" y="101904"/>
                </a:lnTo>
                <a:lnTo>
                  <a:pt x="1017323" y="101244"/>
                </a:lnTo>
                <a:lnTo>
                  <a:pt x="1017661" y="100562"/>
                </a:lnTo>
                <a:lnTo>
                  <a:pt x="1017937" y="99857"/>
                </a:lnTo>
                <a:lnTo>
                  <a:pt x="1018152" y="99131"/>
                </a:lnTo>
                <a:lnTo>
                  <a:pt x="1018306" y="98382"/>
                </a:lnTo>
                <a:lnTo>
                  <a:pt x="1018398" y="97611"/>
                </a:lnTo>
                <a:lnTo>
                  <a:pt x="1018429" y="96818"/>
                </a:lnTo>
                <a:lnTo>
                  <a:pt x="1018414" y="96292"/>
                </a:lnTo>
                <a:lnTo>
                  <a:pt x="1018371" y="95779"/>
                </a:lnTo>
                <a:lnTo>
                  <a:pt x="1018300" y="95279"/>
                </a:lnTo>
                <a:lnTo>
                  <a:pt x="1018199" y="94792"/>
                </a:lnTo>
                <a:lnTo>
                  <a:pt x="1018070" y="94317"/>
                </a:lnTo>
                <a:lnTo>
                  <a:pt x="1017912" y="93855"/>
                </a:lnTo>
                <a:lnTo>
                  <a:pt x="1017725" y="93406"/>
                </a:lnTo>
                <a:lnTo>
                  <a:pt x="1017510" y="92970"/>
                </a:lnTo>
                <a:lnTo>
                  <a:pt x="1017265" y="92546"/>
                </a:lnTo>
                <a:lnTo>
                  <a:pt x="1016992" y="92136"/>
                </a:lnTo>
                <a:lnTo>
                  <a:pt x="1016691" y="91738"/>
                </a:lnTo>
                <a:lnTo>
                  <a:pt x="1016360" y="91353"/>
                </a:lnTo>
                <a:lnTo>
                  <a:pt x="1015973" y="90967"/>
                </a:lnTo>
                <a:lnTo>
                  <a:pt x="1015500" y="90566"/>
                </a:lnTo>
                <a:lnTo>
                  <a:pt x="1014943" y="90151"/>
                </a:lnTo>
                <a:lnTo>
                  <a:pt x="1014300" y="89721"/>
                </a:lnTo>
                <a:lnTo>
                  <a:pt x="1013572" y="89276"/>
                </a:lnTo>
                <a:lnTo>
                  <a:pt x="1012758" y="88816"/>
                </a:lnTo>
                <a:lnTo>
                  <a:pt x="1011860" y="88342"/>
                </a:lnTo>
                <a:lnTo>
                  <a:pt x="1010876" y="87852"/>
                </a:lnTo>
                <a:lnTo>
                  <a:pt x="1009807" y="87348"/>
                </a:lnTo>
                <a:lnTo>
                  <a:pt x="1008653" y="86829"/>
                </a:lnTo>
                <a:lnTo>
                  <a:pt x="1007413" y="86295"/>
                </a:lnTo>
                <a:lnTo>
                  <a:pt x="1006089" y="85747"/>
                </a:lnTo>
                <a:lnTo>
                  <a:pt x="1001524" y="83902"/>
                </a:lnTo>
                <a:lnTo>
                  <a:pt x="992322" y="80281"/>
                </a:lnTo>
                <a:lnTo>
                  <a:pt x="989926" y="79329"/>
                </a:lnTo>
                <a:lnTo>
                  <a:pt x="987682" y="78389"/>
                </a:lnTo>
                <a:lnTo>
                  <a:pt x="985591" y="77460"/>
                </a:lnTo>
                <a:lnTo>
                  <a:pt x="983652" y="76542"/>
                </a:lnTo>
                <a:lnTo>
                  <a:pt x="981866" y="75637"/>
                </a:lnTo>
                <a:lnTo>
                  <a:pt x="980232" y="74743"/>
                </a:lnTo>
                <a:lnTo>
                  <a:pt x="978751" y="73861"/>
                </a:lnTo>
                <a:lnTo>
                  <a:pt x="977422" y="72990"/>
                </a:lnTo>
                <a:lnTo>
                  <a:pt x="976246" y="72131"/>
                </a:lnTo>
                <a:lnTo>
                  <a:pt x="975223" y="71284"/>
                </a:lnTo>
                <a:lnTo>
                  <a:pt x="974352" y="70448"/>
                </a:lnTo>
                <a:lnTo>
                  <a:pt x="973634" y="69624"/>
                </a:lnTo>
                <a:lnTo>
                  <a:pt x="973007" y="68802"/>
                </a:lnTo>
                <a:lnTo>
                  <a:pt x="972435" y="67951"/>
                </a:lnTo>
                <a:lnTo>
                  <a:pt x="971918" y="67070"/>
                </a:lnTo>
                <a:lnTo>
                  <a:pt x="971454" y="66160"/>
                </a:lnTo>
                <a:lnTo>
                  <a:pt x="971046" y="65220"/>
                </a:lnTo>
                <a:lnTo>
                  <a:pt x="970692" y="64250"/>
                </a:lnTo>
                <a:lnTo>
                  <a:pt x="970392" y="63251"/>
                </a:lnTo>
                <a:lnTo>
                  <a:pt x="970147" y="62222"/>
                </a:lnTo>
                <a:lnTo>
                  <a:pt x="969956" y="61163"/>
                </a:lnTo>
                <a:lnTo>
                  <a:pt x="969820" y="60075"/>
                </a:lnTo>
                <a:lnTo>
                  <a:pt x="969738" y="58957"/>
                </a:lnTo>
                <a:lnTo>
                  <a:pt x="969711" y="57809"/>
                </a:lnTo>
                <a:lnTo>
                  <a:pt x="969764" y="56197"/>
                </a:lnTo>
                <a:lnTo>
                  <a:pt x="969922" y="54633"/>
                </a:lnTo>
                <a:lnTo>
                  <a:pt x="970186" y="53117"/>
                </a:lnTo>
                <a:lnTo>
                  <a:pt x="970555" y="51650"/>
                </a:lnTo>
                <a:lnTo>
                  <a:pt x="971030" y="50231"/>
                </a:lnTo>
                <a:lnTo>
                  <a:pt x="971610" y="48860"/>
                </a:lnTo>
                <a:lnTo>
                  <a:pt x="972296" y="47538"/>
                </a:lnTo>
                <a:lnTo>
                  <a:pt x="973087" y="46265"/>
                </a:lnTo>
                <a:lnTo>
                  <a:pt x="973984" y="45040"/>
                </a:lnTo>
                <a:lnTo>
                  <a:pt x="974986" y="43863"/>
                </a:lnTo>
                <a:lnTo>
                  <a:pt x="976094" y="42735"/>
                </a:lnTo>
                <a:lnTo>
                  <a:pt x="977307" y="41655"/>
                </a:lnTo>
                <a:lnTo>
                  <a:pt x="978639" y="40643"/>
                </a:lnTo>
                <a:lnTo>
                  <a:pt x="980102" y="39720"/>
                </a:lnTo>
                <a:lnTo>
                  <a:pt x="981696" y="38884"/>
                </a:lnTo>
                <a:lnTo>
                  <a:pt x="983422" y="38136"/>
                </a:lnTo>
                <a:lnTo>
                  <a:pt x="985279" y="37477"/>
                </a:lnTo>
                <a:lnTo>
                  <a:pt x="987267" y="36905"/>
                </a:lnTo>
                <a:lnTo>
                  <a:pt x="989386" y="36421"/>
                </a:lnTo>
                <a:lnTo>
                  <a:pt x="991637" y="36025"/>
                </a:lnTo>
                <a:lnTo>
                  <a:pt x="994019" y="35717"/>
                </a:lnTo>
                <a:lnTo>
                  <a:pt x="996532" y="35497"/>
                </a:lnTo>
                <a:lnTo>
                  <a:pt x="999176" y="35366"/>
                </a:lnTo>
                <a:lnTo>
                  <a:pt x="1001952" y="35322"/>
                </a:lnTo>
                <a:lnTo>
                  <a:pt x="1004070" y="35347"/>
                </a:lnTo>
                <a:lnTo>
                  <a:pt x="1006170" y="35424"/>
                </a:lnTo>
                <a:lnTo>
                  <a:pt x="1008251" y="35553"/>
                </a:lnTo>
                <a:lnTo>
                  <a:pt x="1010313" y="35733"/>
                </a:lnTo>
                <a:lnTo>
                  <a:pt x="1012356" y="35964"/>
                </a:lnTo>
                <a:lnTo>
                  <a:pt x="1014381" y="36247"/>
                </a:lnTo>
                <a:lnTo>
                  <a:pt x="1016387" y="36582"/>
                </a:lnTo>
                <a:lnTo>
                  <a:pt x="1018373" y="36967"/>
                </a:lnTo>
                <a:lnTo>
                  <a:pt x="1020341" y="37405"/>
                </a:lnTo>
                <a:lnTo>
                  <a:pt x="1022291" y="37893"/>
                </a:lnTo>
                <a:lnTo>
                  <a:pt x="1024221" y="38433"/>
                </a:lnTo>
                <a:lnTo>
                  <a:pt x="1026132" y="39025"/>
                </a:lnTo>
                <a:lnTo>
                  <a:pt x="1026132" y="51131"/>
                </a:lnTo>
                <a:lnTo>
                  <a:pt x="1023956" y="50380"/>
                </a:lnTo>
                <a:lnTo>
                  <a:pt x="1021801" y="49695"/>
                </a:lnTo>
                <a:lnTo>
                  <a:pt x="1019668" y="49075"/>
                </a:lnTo>
                <a:lnTo>
                  <a:pt x="1017557" y="48520"/>
                </a:lnTo>
                <a:lnTo>
                  <a:pt x="1015468" y="48030"/>
                </a:lnTo>
                <a:lnTo>
                  <a:pt x="1013400" y="47606"/>
                </a:lnTo>
                <a:lnTo>
                  <a:pt x="1011354" y="47247"/>
                </a:lnTo>
                <a:lnTo>
                  <a:pt x="1009330" y="46953"/>
                </a:lnTo>
                <a:lnTo>
                  <a:pt x="1007328" y="46724"/>
                </a:lnTo>
                <a:lnTo>
                  <a:pt x="1005348" y="46561"/>
                </a:lnTo>
                <a:lnTo>
                  <a:pt x="1003389" y="46463"/>
                </a:lnTo>
                <a:lnTo>
                  <a:pt x="1001452" y="46431"/>
                </a:lnTo>
                <a:lnTo>
                  <a:pt x="1000075" y="46451"/>
                </a:lnTo>
                <a:lnTo>
                  <a:pt x="998749" y="46513"/>
                </a:lnTo>
                <a:lnTo>
                  <a:pt x="997474" y="46615"/>
                </a:lnTo>
                <a:lnTo>
                  <a:pt x="996249" y="46758"/>
                </a:lnTo>
                <a:lnTo>
                  <a:pt x="995076" y="46942"/>
                </a:lnTo>
                <a:lnTo>
                  <a:pt x="993954" y="47167"/>
                </a:lnTo>
                <a:lnTo>
                  <a:pt x="992883" y="47433"/>
                </a:lnTo>
                <a:lnTo>
                  <a:pt x="991863" y="47740"/>
                </a:lnTo>
                <a:lnTo>
                  <a:pt x="990893" y="48088"/>
                </a:lnTo>
                <a:lnTo>
                  <a:pt x="989975" y="48477"/>
                </a:lnTo>
                <a:lnTo>
                  <a:pt x="989108" y="48907"/>
                </a:lnTo>
                <a:lnTo>
                  <a:pt x="988292" y="49377"/>
                </a:lnTo>
                <a:lnTo>
                  <a:pt x="987534" y="49878"/>
                </a:lnTo>
                <a:lnTo>
                  <a:pt x="986843" y="50399"/>
                </a:lnTo>
                <a:lnTo>
                  <a:pt x="986217" y="50940"/>
                </a:lnTo>
                <a:lnTo>
                  <a:pt x="985657" y="51502"/>
                </a:lnTo>
                <a:lnTo>
                  <a:pt x="985163" y="52083"/>
                </a:lnTo>
                <a:lnTo>
                  <a:pt x="984735" y="52685"/>
                </a:lnTo>
                <a:lnTo>
                  <a:pt x="984372" y="53307"/>
                </a:lnTo>
                <a:lnTo>
                  <a:pt x="984076" y="53950"/>
                </a:lnTo>
                <a:lnTo>
                  <a:pt x="983845" y="54612"/>
                </a:lnTo>
                <a:lnTo>
                  <a:pt x="983680" y="55295"/>
                </a:lnTo>
                <a:lnTo>
                  <a:pt x="983582" y="55998"/>
                </a:lnTo>
                <a:lnTo>
                  <a:pt x="983549" y="56721"/>
                </a:lnTo>
                <a:lnTo>
                  <a:pt x="983577" y="57419"/>
                </a:lnTo>
                <a:lnTo>
                  <a:pt x="983664" y="58093"/>
                </a:lnTo>
                <a:lnTo>
                  <a:pt x="983807" y="58743"/>
                </a:lnTo>
                <a:lnTo>
                  <a:pt x="984008" y="59370"/>
                </a:lnTo>
                <a:lnTo>
                  <a:pt x="984267" y="59973"/>
                </a:lnTo>
                <a:lnTo>
                  <a:pt x="984583" y="60553"/>
                </a:lnTo>
                <a:lnTo>
                  <a:pt x="984956" y="61108"/>
                </a:lnTo>
                <a:lnTo>
                  <a:pt x="985387" y="61641"/>
                </a:lnTo>
                <a:lnTo>
                  <a:pt x="985876" y="62149"/>
                </a:lnTo>
                <a:lnTo>
                  <a:pt x="986422" y="62634"/>
                </a:lnTo>
                <a:lnTo>
                  <a:pt x="987025" y="63095"/>
                </a:lnTo>
                <a:lnTo>
                  <a:pt x="987686" y="63533"/>
                </a:lnTo>
                <a:lnTo>
                  <a:pt x="988399" y="63964"/>
                </a:lnTo>
                <a:lnTo>
                  <a:pt x="989184" y="64406"/>
                </a:lnTo>
                <a:lnTo>
                  <a:pt x="990040" y="64859"/>
                </a:lnTo>
                <a:lnTo>
                  <a:pt x="990967" y="65323"/>
                </a:lnTo>
                <a:lnTo>
                  <a:pt x="991966" y="65798"/>
                </a:lnTo>
                <a:lnTo>
                  <a:pt x="993036" y="66283"/>
                </a:lnTo>
                <a:lnTo>
                  <a:pt x="994177" y="66779"/>
                </a:lnTo>
                <a:lnTo>
                  <a:pt x="995389" y="67286"/>
                </a:lnTo>
                <a:lnTo>
                  <a:pt x="996673" y="67804"/>
                </a:lnTo>
                <a:lnTo>
                  <a:pt x="998029" y="68333"/>
                </a:lnTo>
                <a:lnTo>
                  <a:pt x="999455" y="68873"/>
                </a:lnTo>
                <a:lnTo>
                  <a:pt x="1000953" y="69424"/>
                </a:lnTo>
                <a:lnTo>
                  <a:pt x="1009941" y="72688"/>
                </a:lnTo>
                <a:lnTo>
                  <a:pt x="1011946" y="73439"/>
                </a:lnTo>
                <a:lnTo>
                  <a:pt x="1013850" y="74201"/>
                </a:lnTo>
                <a:lnTo>
                  <a:pt x="1015651" y="74973"/>
                </a:lnTo>
                <a:lnTo>
                  <a:pt x="1017351" y="75757"/>
                </a:lnTo>
                <a:lnTo>
                  <a:pt x="1018948" y="76552"/>
                </a:lnTo>
                <a:lnTo>
                  <a:pt x="1020444" y="77358"/>
                </a:lnTo>
                <a:lnTo>
                  <a:pt x="1021837" y="78175"/>
                </a:lnTo>
                <a:lnTo>
                  <a:pt x="1023129" y="79002"/>
                </a:lnTo>
                <a:lnTo>
                  <a:pt x="1024318" y="79841"/>
                </a:lnTo>
                <a:lnTo>
                  <a:pt x="1025405" y="80691"/>
                </a:lnTo>
                <a:lnTo>
                  <a:pt x="1026391" y="81552"/>
                </a:lnTo>
                <a:lnTo>
                  <a:pt x="1027274" y="82424"/>
                </a:lnTo>
                <a:lnTo>
                  <a:pt x="1028071" y="83320"/>
                </a:lnTo>
                <a:lnTo>
                  <a:pt x="1028799" y="84253"/>
                </a:lnTo>
                <a:lnTo>
                  <a:pt x="1029458" y="85222"/>
                </a:lnTo>
                <a:lnTo>
                  <a:pt x="1030048" y="86227"/>
                </a:lnTo>
                <a:lnTo>
                  <a:pt x="1030568" y="87269"/>
                </a:lnTo>
                <a:lnTo>
                  <a:pt x="1031019" y="88348"/>
                </a:lnTo>
                <a:lnTo>
                  <a:pt x="1031400" y="89463"/>
                </a:lnTo>
                <a:lnTo>
                  <a:pt x="1031712" y="90615"/>
                </a:lnTo>
                <a:lnTo>
                  <a:pt x="1031955" y="91803"/>
                </a:lnTo>
                <a:lnTo>
                  <a:pt x="1032128" y="93028"/>
                </a:lnTo>
                <a:lnTo>
                  <a:pt x="1032232" y="94290"/>
                </a:lnTo>
                <a:lnTo>
                  <a:pt x="1032267" y="95588"/>
                </a:lnTo>
                <a:lnTo>
                  <a:pt x="1032212" y="97282"/>
                </a:lnTo>
                <a:lnTo>
                  <a:pt x="1032046" y="98925"/>
                </a:lnTo>
                <a:lnTo>
                  <a:pt x="1031770" y="100517"/>
                </a:lnTo>
                <a:lnTo>
                  <a:pt x="1031383" y="102059"/>
                </a:lnTo>
                <a:lnTo>
                  <a:pt x="1030886" y="103549"/>
                </a:lnTo>
                <a:lnTo>
                  <a:pt x="1030278" y="104989"/>
                </a:lnTo>
                <a:lnTo>
                  <a:pt x="1029560" y="106378"/>
                </a:lnTo>
                <a:lnTo>
                  <a:pt x="1028732" y="107716"/>
                </a:lnTo>
                <a:lnTo>
                  <a:pt x="1027793" y="109003"/>
                </a:lnTo>
                <a:lnTo>
                  <a:pt x="1026744" y="110239"/>
                </a:lnTo>
                <a:lnTo>
                  <a:pt x="1025584" y="111424"/>
                </a:lnTo>
                <a:lnTo>
                  <a:pt x="1024314" y="112558"/>
                </a:lnTo>
                <a:lnTo>
                  <a:pt x="1022922" y="113621"/>
                </a:lnTo>
                <a:lnTo>
                  <a:pt x="1021398" y="114591"/>
                </a:lnTo>
                <a:lnTo>
                  <a:pt x="1019742" y="115469"/>
                </a:lnTo>
                <a:lnTo>
                  <a:pt x="1017953" y="116254"/>
                </a:lnTo>
                <a:lnTo>
                  <a:pt x="1016033" y="116947"/>
                </a:lnTo>
                <a:lnTo>
                  <a:pt x="1013980" y="117547"/>
                </a:lnTo>
                <a:lnTo>
                  <a:pt x="1011794" y="118055"/>
                </a:lnTo>
                <a:lnTo>
                  <a:pt x="1009477" y="118471"/>
                </a:lnTo>
                <a:lnTo>
                  <a:pt x="1007027" y="118794"/>
                </a:lnTo>
                <a:lnTo>
                  <a:pt x="1004445" y="119025"/>
                </a:lnTo>
                <a:lnTo>
                  <a:pt x="1001731" y="119164"/>
                </a:lnTo>
                <a:lnTo>
                  <a:pt x="998885" y="119210"/>
                </a:lnTo>
                <a:lnTo>
                  <a:pt x="996335" y="119165"/>
                </a:lnTo>
                <a:lnTo>
                  <a:pt x="993773" y="119031"/>
                </a:lnTo>
                <a:lnTo>
                  <a:pt x="991199" y="118807"/>
                </a:lnTo>
                <a:lnTo>
                  <a:pt x="988613" y="118493"/>
                </a:lnTo>
                <a:lnTo>
                  <a:pt x="986016" y="118090"/>
                </a:lnTo>
                <a:lnTo>
                  <a:pt x="983406" y="117597"/>
                </a:lnTo>
                <a:lnTo>
                  <a:pt x="980785" y="117015"/>
                </a:lnTo>
                <a:lnTo>
                  <a:pt x="978151" y="116343"/>
                </a:lnTo>
                <a:lnTo>
                  <a:pt x="975506" y="115581"/>
                </a:lnTo>
                <a:lnTo>
                  <a:pt x="972849" y="114730"/>
                </a:lnTo>
                <a:lnTo>
                  <a:pt x="970180" y="113789"/>
                </a:lnTo>
                <a:lnTo>
                  <a:pt x="967500" y="112759"/>
                </a:lnTo>
                <a:close/>
                <a:moveTo>
                  <a:pt x="1087034" y="119210"/>
                </a:moveTo>
                <a:lnTo>
                  <a:pt x="1084228" y="119127"/>
                </a:lnTo>
                <a:lnTo>
                  <a:pt x="1081518" y="118879"/>
                </a:lnTo>
                <a:lnTo>
                  <a:pt x="1078902" y="118465"/>
                </a:lnTo>
                <a:lnTo>
                  <a:pt x="1076382" y="117886"/>
                </a:lnTo>
                <a:lnTo>
                  <a:pt x="1073957" y="117141"/>
                </a:lnTo>
                <a:lnTo>
                  <a:pt x="1071627" y="116231"/>
                </a:lnTo>
                <a:lnTo>
                  <a:pt x="1069392" y="115155"/>
                </a:lnTo>
                <a:lnTo>
                  <a:pt x="1067252" y="113914"/>
                </a:lnTo>
                <a:lnTo>
                  <a:pt x="1065207" y="112507"/>
                </a:lnTo>
                <a:lnTo>
                  <a:pt x="1063257" y="110934"/>
                </a:lnTo>
                <a:lnTo>
                  <a:pt x="1061403" y="109197"/>
                </a:lnTo>
                <a:lnTo>
                  <a:pt x="1059643" y="107293"/>
                </a:lnTo>
                <a:lnTo>
                  <a:pt x="1058003" y="105263"/>
                </a:lnTo>
                <a:lnTo>
                  <a:pt x="1056505" y="103147"/>
                </a:lnTo>
                <a:lnTo>
                  <a:pt x="1055149" y="100945"/>
                </a:lnTo>
                <a:lnTo>
                  <a:pt x="1053937" y="98655"/>
                </a:lnTo>
                <a:lnTo>
                  <a:pt x="1052867" y="96280"/>
                </a:lnTo>
                <a:lnTo>
                  <a:pt x="1051940" y="93818"/>
                </a:lnTo>
                <a:lnTo>
                  <a:pt x="1051155" y="91269"/>
                </a:lnTo>
                <a:lnTo>
                  <a:pt x="1050513" y="88634"/>
                </a:lnTo>
                <a:lnTo>
                  <a:pt x="1050014" y="85913"/>
                </a:lnTo>
                <a:lnTo>
                  <a:pt x="1049657" y="83105"/>
                </a:lnTo>
                <a:lnTo>
                  <a:pt x="1049443" y="80211"/>
                </a:lnTo>
                <a:lnTo>
                  <a:pt x="1049372" y="77230"/>
                </a:lnTo>
                <a:lnTo>
                  <a:pt x="1049443" y="74250"/>
                </a:lnTo>
                <a:lnTo>
                  <a:pt x="1049657" y="71356"/>
                </a:lnTo>
                <a:lnTo>
                  <a:pt x="1050014" y="68550"/>
                </a:lnTo>
                <a:lnTo>
                  <a:pt x="1050513" y="65830"/>
                </a:lnTo>
                <a:lnTo>
                  <a:pt x="1051155" y="63198"/>
                </a:lnTo>
                <a:lnTo>
                  <a:pt x="1051940" y="60652"/>
                </a:lnTo>
                <a:lnTo>
                  <a:pt x="1052867" y="58194"/>
                </a:lnTo>
                <a:lnTo>
                  <a:pt x="1053937" y="55822"/>
                </a:lnTo>
                <a:lnTo>
                  <a:pt x="1055149" y="53537"/>
                </a:lnTo>
                <a:lnTo>
                  <a:pt x="1056505" y="51340"/>
                </a:lnTo>
                <a:lnTo>
                  <a:pt x="1058003" y="49229"/>
                </a:lnTo>
                <a:lnTo>
                  <a:pt x="1059643" y="47205"/>
                </a:lnTo>
                <a:lnTo>
                  <a:pt x="1061403" y="45307"/>
                </a:lnTo>
                <a:lnTo>
                  <a:pt x="1063257" y="43574"/>
                </a:lnTo>
                <a:lnTo>
                  <a:pt x="1065207" y="42006"/>
                </a:lnTo>
                <a:lnTo>
                  <a:pt x="1067252" y="40603"/>
                </a:lnTo>
                <a:lnTo>
                  <a:pt x="1069392" y="39365"/>
                </a:lnTo>
                <a:lnTo>
                  <a:pt x="1071627" y="38292"/>
                </a:lnTo>
                <a:lnTo>
                  <a:pt x="1073957" y="37385"/>
                </a:lnTo>
                <a:lnTo>
                  <a:pt x="1076382" y="36642"/>
                </a:lnTo>
                <a:lnTo>
                  <a:pt x="1078902" y="36064"/>
                </a:lnTo>
                <a:lnTo>
                  <a:pt x="1081518" y="35652"/>
                </a:lnTo>
                <a:lnTo>
                  <a:pt x="1084228" y="35404"/>
                </a:lnTo>
                <a:lnTo>
                  <a:pt x="1087034" y="35322"/>
                </a:lnTo>
                <a:lnTo>
                  <a:pt x="1089828" y="35404"/>
                </a:lnTo>
                <a:lnTo>
                  <a:pt x="1092528" y="35652"/>
                </a:lnTo>
                <a:lnTo>
                  <a:pt x="1095134" y="36064"/>
                </a:lnTo>
                <a:lnTo>
                  <a:pt x="1097646" y="36642"/>
                </a:lnTo>
                <a:lnTo>
                  <a:pt x="1100064" y="37385"/>
                </a:lnTo>
                <a:lnTo>
                  <a:pt x="1102387" y="38292"/>
                </a:lnTo>
                <a:lnTo>
                  <a:pt x="1104617" y="39365"/>
                </a:lnTo>
                <a:lnTo>
                  <a:pt x="1106752" y="40603"/>
                </a:lnTo>
                <a:lnTo>
                  <a:pt x="1108794" y="42006"/>
                </a:lnTo>
                <a:lnTo>
                  <a:pt x="1110741" y="43574"/>
                </a:lnTo>
                <a:lnTo>
                  <a:pt x="1112594" y="45307"/>
                </a:lnTo>
                <a:lnTo>
                  <a:pt x="1114353" y="47205"/>
                </a:lnTo>
                <a:lnTo>
                  <a:pt x="1115993" y="49229"/>
                </a:lnTo>
                <a:lnTo>
                  <a:pt x="1117491" y="51340"/>
                </a:lnTo>
                <a:lnTo>
                  <a:pt x="1118847" y="53537"/>
                </a:lnTo>
                <a:lnTo>
                  <a:pt x="1120059" y="55822"/>
                </a:lnTo>
                <a:lnTo>
                  <a:pt x="1121129" y="58194"/>
                </a:lnTo>
                <a:lnTo>
                  <a:pt x="1122056" y="60652"/>
                </a:lnTo>
                <a:lnTo>
                  <a:pt x="1122841" y="63198"/>
                </a:lnTo>
                <a:lnTo>
                  <a:pt x="1123483" y="65830"/>
                </a:lnTo>
                <a:lnTo>
                  <a:pt x="1123982" y="68550"/>
                </a:lnTo>
                <a:lnTo>
                  <a:pt x="1124339" y="71356"/>
                </a:lnTo>
                <a:lnTo>
                  <a:pt x="1124553" y="74250"/>
                </a:lnTo>
                <a:lnTo>
                  <a:pt x="1124624" y="77230"/>
                </a:lnTo>
                <a:lnTo>
                  <a:pt x="1124553" y="80211"/>
                </a:lnTo>
                <a:lnTo>
                  <a:pt x="1124339" y="83105"/>
                </a:lnTo>
                <a:lnTo>
                  <a:pt x="1123982" y="85913"/>
                </a:lnTo>
                <a:lnTo>
                  <a:pt x="1123483" y="88634"/>
                </a:lnTo>
                <a:lnTo>
                  <a:pt x="1122841" y="91269"/>
                </a:lnTo>
                <a:lnTo>
                  <a:pt x="1122056" y="93818"/>
                </a:lnTo>
                <a:lnTo>
                  <a:pt x="1121129" y="96280"/>
                </a:lnTo>
                <a:lnTo>
                  <a:pt x="1120059" y="98655"/>
                </a:lnTo>
                <a:lnTo>
                  <a:pt x="1118847" y="100945"/>
                </a:lnTo>
                <a:lnTo>
                  <a:pt x="1117491" y="103147"/>
                </a:lnTo>
                <a:lnTo>
                  <a:pt x="1115993" y="105263"/>
                </a:lnTo>
                <a:lnTo>
                  <a:pt x="1114353" y="107293"/>
                </a:lnTo>
                <a:lnTo>
                  <a:pt x="1112594" y="109197"/>
                </a:lnTo>
                <a:lnTo>
                  <a:pt x="1110741" y="110934"/>
                </a:lnTo>
                <a:lnTo>
                  <a:pt x="1108794" y="112507"/>
                </a:lnTo>
                <a:lnTo>
                  <a:pt x="1106752" y="113914"/>
                </a:lnTo>
                <a:lnTo>
                  <a:pt x="1104617" y="115155"/>
                </a:lnTo>
                <a:lnTo>
                  <a:pt x="1102387" y="116231"/>
                </a:lnTo>
                <a:lnTo>
                  <a:pt x="1100064" y="117141"/>
                </a:lnTo>
                <a:lnTo>
                  <a:pt x="1097646" y="117886"/>
                </a:lnTo>
                <a:lnTo>
                  <a:pt x="1095134" y="118465"/>
                </a:lnTo>
                <a:lnTo>
                  <a:pt x="1092528" y="118879"/>
                </a:lnTo>
                <a:lnTo>
                  <a:pt x="1089828" y="119127"/>
                </a:lnTo>
                <a:lnTo>
                  <a:pt x="1087034" y="119210"/>
                </a:lnTo>
                <a:moveTo>
                  <a:pt x="1087034" y="108101"/>
                </a:moveTo>
                <a:lnTo>
                  <a:pt x="1088775" y="108044"/>
                </a:lnTo>
                <a:lnTo>
                  <a:pt x="1090456" y="107872"/>
                </a:lnTo>
                <a:lnTo>
                  <a:pt x="1092076" y="107587"/>
                </a:lnTo>
                <a:lnTo>
                  <a:pt x="1093636" y="107186"/>
                </a:lnTo>
                <a:lnTo>
                  <a:pt x="1095135" y="106672"/>
                </a:lnTo>
                <a:lnTo>
                  <a:pt x="1096574" y="106043"/>
                </a:lnTo>
                <a:lnTo>
                  <a:pt x="1097953" y="105300"/>
                </a:lnTo>
                <a:lnTo>
                  <a:pt x="1099271" y="104442"/>
                </a:lnTo>
                <a:lnTo>
                  <a:pt x="1100528" y="103471"/>
                </a:lnTo>
                <a:lnTo>
                  <a:pt x="1101726" y="102385"/>
                </a:lnTo>
                <a:lnTo>
                  <a:pt x="1102862" y="101184"/>
                </a:lnTo>
                <a:lnTo>
                  <a:pt x="1103939" y="99869"/>
                </a:lnTo>
                <a:lnTo>
                  <a:pt x="1104941" y="98454"/>
                </a:lnTo>
                <a:lnTo>
                  <a:pt x="1105857" y="96954"/>
                </a:lnTo>
                <a:lnTo>
                  <a:pt x="1106685" y="95367"/>
                </a:lnTo>
                <a:lnTo>
                  <a:pt x="1107426" y="93695"/>
                </a:lnTo>
                <a:lnTo>
                  <a:pt x="1108080" y="91937"/>
                </a:lnTo>
                <a:lnTo>
                  <a:pt x="1108647" y="90094"/>
                </a:lnTo>
                <a:lnTo>
                  <a:pt x="1109126" y="88164"/>
                </a:lnTo>
                <a:lnTo>
                  <a:pt x="1109518" y="86149"/>
                </a:lnTo>
                <a:lnTo>
                  <a:pt x="1109823" y="84048"/>
                </a:lnTo>
                <a:lnTo>
                  <a:pt x="1110041" y="81861"/>
                </a:lnTo>
                <a:lnTo>
                  <a:pt x="1110172" y="79589"/>
                </a:lnTo>
                <a:lnTo>
                  <a:pt x="1110216" y="77230"/>
                </a:lnTo>
                <a:lnTo>
                  <a:pt x="1110172" y="74883"/>
                </a:lnTo>
                <a:lnTo>
                  <a:pt x="1110041" y="72621"/>
                </a:lnTo>
                <a:lnTo>
                  <a:pt x="1109823" y="70444"/>
                </a:lnTo>
                <a:lnTo>
                  <a:pt x="1109518" y="68351"/>
                </a:lnTo>
                <a:lnTo>
                  <a:pt x="1109126" y="66343"/>
                </a:lnTo>
                <a:lnTo>
                  <a:pt x="1108647" y="64420"/>
                </a:lnTo>
                <a:lnTo>
                  <a:pt x="1108080" y="62582"/>
                </a:lnTo>
                <a:lnTo>
                  <a:pt x="1107426" y="60829"/>
                </a:lnTo>
                <a:lnTo>
                  <a:pt x="1106685" y="59160"/>
                </a:lnTo>
                <a:lnTo>
                  <a:pt x="1105857" y="57576"/>
                </a:lnTo>
                <a:lnTo>
                  <a:pt x="1104941" y="56077"/>
                </a:lnTo>
                <a:lnTo>
                  <a:pt x="1103939" y="54662"/>
                </a:lnTo>
                <a:lnTo>
                  <a:pt x="1102862" y="53348"/>
                </a:lnTo>
                <a:lnTo>
                  <a:pt x="1101726" y="52147"/>
                </a:lnTo>
                <a:lnTo>
                  <a:pt x="1100528" y="51061"/>
                </a:lnTo>
                <a:lnTo>
                  <a:pt x="1099271" y="50089"/>
                </a:lnTo>
                <a:lnTo>
                  <a:pt x="1097953" y="49232"/>
                </a:lnTo>
                <a:lnTo>
                  <a:pt x="1096574" y="48489"/>
                </a:lnTo>
                <a:lnTo>
                  <a:pt x="1095135" y="47860"/>
                </a:lnTo>
                <a:lnTo>
                  <a:pt x="1093636" y="47345"/>
                </a:lnTo>
                <a:lnTo>
                  <a:pt x="1092076" y="46945"/>
                </a:lnTo>
                <a:lnTo>
                  <a:pt x="1090456" y="46659"/>
                </a:lnTo>
                <a:lnTo>
                  <a:pt x="1088775" y="46488"/>
                </a:lnTo>
                <a:lnTo>
                  <a:pt x="1087034" y="46431"/>
                </a:lnTo>
                <a:lnTo>
                  <a:pt x="1085281" y="46488"/>
                </a:lnTo>
                <a:lnTo>
                  <a:pt x="1083590" y="46659"/>
                </a:lnTo>
                <a:lnTo>
                  <a:pt x="1081960" y="46945"/>
                </a:lnTo>
                <a:lnTo>
                  <a:pt x="1080392" y="47345"/>
                </a:lnTo>
                <a:lnTo>
                  <a:pt x="1078885" y="47860"/>
                </a:lnTo>
                <a:lnTo>
                  <a:pt x="1077440" y="48489"/>
                </a:lnTo>
                <a:lnTo>
                  <a:pt x="1076056" y="49232"/>
                </a:lnTo>
                <a:lnTo>
                  <a:pt x="1074733" y="50089"/>
                </a:lnTo>
                <a:lnTo>
                  <a:pt x="1073472" y="51061"/>
                </a:lnTo>
                <a:lnTo>
                  <a:pt x="1072272" y="52147"/>
                </a:lnTo>
                <a:lnTo>
                  <a:pt x="1071134" y="53348"/>
                </a:lnTo>
                <a:lnTo>
                  <a:pt x="1070057" y="54662"/>
                </a:lnTo>
                <a:lnTo>
                  <a:pt x="1069055" y="56077"/>
                </a:lnTo>
                <a:lnTo>
                  <a:pt x="1068139" y="57576"/>
                </a:lnTo>
                <a:lnTo>
                  <a:pt x="1067311" y="59160"/>
                </a:lnTo>
                <a:lnTo>
                  <a:pt x="1066570" y="60829"/>
                </a:lnTo>
                <a:lnTo>
                  <a:pt x="1065916" y="62582"/>
                </a:lnTo>
                <a:lnTo>
                  <a:pt x="1065350" y="64420"/>
                </a:lnTo>
                <a:lnTo>
                  <a:pt x="1064870" y="66343"/>
                </a:lnTo>
                <a:lnTo>
                  <a:pt x="1064478" y="68351"/>
                </a:lnTo>
                <a:lnTo>
                  <a:pt x="1064173" y="70444"/>
                </a:lnTo>
                <a:lnTo>
                  <a:pt x="1063955" y="72621"/>
                </a:lnTo>
                <a:lnTo>
                  <a:pt x="1063824" y="74883"/>
                </a:lnTo>
                <a:lnTo>
                  <a:pt x="1063780" y="77230"/>
                </a:lnTo>
                <a:lnTo>
                  <a:pt x="1063824" y="79589"/>
                </a:lnTo>
                <a:lnTo>
                  <a:pt x="1063955" y="81861"/>
                </a:lnTo>
                <a:lnTo>
                  <a:pt x="1064173" y="84048"/>
                </a:lnTo>
                <a:lnTo>
                  <a:pt x="1064478" y="86149"/>
                </a:lnTo>
                <a:lnTo>
                  <a:pt x="1064870" y="88164"/>
                </a:lnTo>
                <a:lnTo>
                  <a:pt x="1065350" y="90094"/>
                </a:lnTo>
                <a:lnTo>
                  <a:pt x="1065916" y="91937"/>
                </a:lnTo>
                <a:lnTo>
                  <a:pt x="1066570" y="93695"/>
                </a:lnTo>
                <a:lnTo>
                  <a:pt x="1067311" y="95367"/>
                </a:lnTo>
                <a:lnTo>
                  <a:pt x="1068139" y="96954"/>
                </a:lnTo>
                <a:lnTo>
                  <a:pt x="1069055" y="98454"/>
                </a:lnTo>
                <a:lnTo>
                  <a:pt x="1070057" y="99869"/>
                </a:lnTo>
                <a:lnTo>
                  <a:pt x="1071134" y="101184"/>
                </a:lnTo>
                <a:lnTo>
                  <a:pt x="1072272" y="102385"/>
                </a:lnTo>
                <a:lnTo>
                  <a:pt x="1073472" y="103471"/>
                </a:lnTo>
                <a:lnTo>
                  <a:pt x="1074733" y="104442"/>
                </a:lnTo>
                <a:lnTo>
                  <a:pt x="1076056" y="105300"/>
                </a:lnTo>
                <a:lnTo>
                  <a:pt x="1077440" y="106043"/>
                </a:lnTo>
                <a:lnTo>
                  <a:pt x="1078885" y="106672"/>
                </a:lnTo>
                <a:lnTo>
                  <a:pt x="1080392" y="107186"/>
                </a:lnTo>
                <a:lnTo>
                  <a:pt x="1081960" y="107587"/>
                </a:lnTo>
                <a:lnTo>
                  <a:pt x="1083590" y="107872"/>
                </a:lnTo>
                <a:lnTo>
                  <a:pt x="1085281" y="108044"/>
                </a:lnTo>
                <a:lnTo>
                  <a:pt x="1087034" y="108101"/>
                </a:lnTo>
                <a:close/>
                <a:moveTo>
                  <a:pt x="1148648" y="117074"/>
                </a:moveTo>
                <a:lnTo>
                  <a:pt x="1148648" y="37458"/>
                </a:lnTo>
                <a:lnTo>
                  <a:pt x="1161916" y="37458"/>
                </a:lnTo>
                <a:lnTo>
                  <a:pt x="1161916" y="54947"/>
                </a:lnTo>
                <a:lnTo>
                  <a:pt x="1162962" y="53340"/>
                </a:lnTo>
                <a:lnTo>
                  <a:pt x="1164035" y="51802"/>
                </a:lnTo>
                <a:lnTo>
                  <a:pt x="1165132" y="50333"/>
                </a:lnTo>
                <a:lnTo>
                  <a:pt x="1166255" y="48932"/>
                </a:lnTo>
                <a:lnTo>
                  <a:pt x="1167403" y="47601"/>
                </a:lnTo>
                <a:lnTo>
                  <a:pt x="1168576" y="46338"/>
                </a:lnTo>
                <a:lnTo>
                  <a:pt x="1169774" y="45145"/>
                </a:lnTo>
                <a:lnTo>
                  <a:pt x="1170998" y="44020"/>
                </a:lnTo>
                <a:lnTo>
                  <a:pt x="1172247" y="42964"/>
                </a:lnTo>
                <a:lnTo>
                  <a:pt x="1173521" y="41978"/>
                </a:lnTo>
                <a:lnTo>
                  <a:pt x="1174821" y="41060"/>
                </a:lnTo>
                <a:lnTo>
                  <a:pt x="1176146" y="40211"/>
                </a:lnTo>
                <a:lnTo>
                  <a:pt x="1177496" y="39430"/>
                </a:lnTo>
                <a:lnTo>
                  <a:pt x="1178871" y="38717"/>
                </a:lnTo>
                <a:lnTo>
                  <a:pt x="1180272" y="38072"/>
                </a:lnTo>
                <a:lnTo>
                  <a:pt x="1181698" y="37495"/>
                </a:lnTo>
                <a:lnTo>
                  <a:pt x="1183149" y="36985"/>
                </a:lnTo>
                <a:lnTo>
                  <a:pt x="1184625" y="36544"/>
                </a:lnTo>
                <a:lnTo>
                  <a:pt x="1186127" y="36170"/>
                </a:lnTo>
                <a:lnTo>
                  <a:pt x="1187654" y="35865"/>
                </a:lnTo>
                <a:lnTo>
                  <a:pt x="1189206" y="35627"/>
                </a:lnTo>
                <a:lnTo>
                  <a:pt x="1190783" y="35457"/>
                </a:lnTo>
                <a:lnTo>
                  <a:pt x="1192386" y="35355"/>
                </a:lnTo>
                <a:lnTo>
                  <a:pt x="1194014" y="35322"/>
                </a:lnTo>
                <a:lnTo>
                  <a:pt x="1195215" y="35336"/>
                </a:lnTo>
                <a:lnTo>
                  <a:pt x="1196415" y="35381"/>
                </a:lnTo>
                <a:lnTo>
                  <a:pt x="1197616" y="35455"/>
                </a:lnTo>
                <a:lnTo>
                  <a:pt x="1198817" y="35559"/>
                </a:lnTo>
                <a:lnTo>
                  <a:pt x="1200017" y="35692"/>
                </a:lnTo>
                <a:lnTo>
                  <a:pt x="1201218" y="35856"/>
                </a:lnTo>
                <a:lnTo>
                  <a:pt x="1202419" y="36049"/>
                </a:lnTo>
                <a:lnTo>
                  <a:pt x="1203620" y="36271"/>
                </a:lnTo>
                <a:lnTo>
                  <a:pt x="1204820" y="36523"/>
                </a:lnTo>
                <a:lnTo>
                  <a:pt x="1206021" y="36805"/>
                </a:lnTo>
                <a:lnTo>
                  <a:pt x="1207222" y="37117"/>
                </a:lnTo>
                <a:lnTo>
                  <a:pt x="1208422" y="37458"/>
                </a:lnTo>
                <a:lnTo>
                  <a:pt x="1208422" y="66228"/>
                </a:lnTo>
                <a:lnTo>
                  <a:pt x="1195654" y="66228"/>
                </a:lnTo>
                <a:lnTo>
                  <a:pt x="1195654" y="48138"/>
                </a:lnTo>
                <a:lnTo>
                  <a:pt x="1195106" y="48047"/>
                </a:lnTo>
                <a:lnTo>
                  <a:pt x="1194577" y="47964"/>
                </a:lnTo>
                <a:lnTo>
                  <a:pt x="1194067" y="47889"/>
                </a:lnTo>
                <a:lnTo>
                  <a:pt x="1193578" y="47822"/>
                </a:lnTo>
                <a:lnTo>
                  <a:pt x="1193108" y="47763"/>
                </a:lnTo>
                <a:lnTo>
                  <a:pt x="1192659" y="47712"/>
                </a:lnTo>
                <a:lnTo>
                  <a:pt x="1192229" y="47669"/>
                </a:lnTo>
                <a:lnTo>
                  <a:pt x="1191818" y="47633"/>
                </a:lnTo>
                <a:lnTo>
                  <a:pt x="1191428" y="47606"/>
                </a:lnTo>
                <a:lnTo>
                  <a:pt x="1191058" y="47586"/>
                </a:lnTo>
                <a:lnTo>
                  <a:pt x="1190707" y="47574"/>
                </a:lnTo>
                <a:lnTo>
                  <a:pt x="1190376" y="47570"/>
                </a:lnTo>
                <a:lnTo>
                  <a:pt x="1189142" y="47611"/>
                </a:lnTo>
                <a:lnTo>
                  <a:pt x="1187911" y="47732"/>
                </a:lnTo>
                <a:lnTo>
                  <a:pt x="1186685" y="47934"/>
                </a:lnTo>
                <a:lnTo>
                  <a:pt x="1185462" y="48217"/>
                </a:lnTo>
                <a:lnTo>
                  <a:pt x="1184244" y="48581"/>
                </a:lnTo>
                <a:lnTo>
                  <a:pt x="1183029" y="49026"/>
                </a:lnTo>
                <a:lnTo>
                  <a:pt x="1181818" y="49551"/>
                </a:lnTo>
                <a:lnTo>
                  <a:pt x="1180612" y="50158"/>
                </a:lnTo>
                <a:lnTo>
                  <a:pt x="1179409" y="50845"/>
                </a:lnTo>
                <a:lnTo>
                  <a:pt x="1178210" y="51613"/>
                </a:lnTo>
                <a:lnTo>
                  <a:pt x="1177016" y="52462"/>
                </a:lnTo>
                <a:lnTo>
                  <a:pt x="1175825" y="53392"/>
                </a:lnTo>
                <a:lnTo>
                  <a:pt x="1174638" y="54402"/>
                </a:lnTo>
                <a:lnTo>
                  <a:pt x="1173457" y="55494"/>
                </a:lnTo>
                <a:lnTo>
                  <a:pt x="1172281" y="56666"/>
                </a:lnTo>
                <a:lnTo>
                  <a:pt x="1171109" y="57920"/>
                </a:lnTo>
                <a:lnTo>
                  <a:pt x="1169943" y="59254"/>
                </a:lnTo>
                <a:lnTo>
                  <a:pt x="1168781" y="60669"/>
                </a:lnTo>
                <a:lnTo>
                  <a:pt x="1167624" y="62165"/>
                </a:lnTo>
                <a:lnTo>
                  <a:pt x="1166473" y="63741"/>
                </a:lnTo>
                <a:lnTo>
                  <a:pt x="1165326" y="65399"/>
                </a:lnTo>
                <a:lnTo>
                  <a:pt x="1164184" y="67137"/>
                </a:lnTo>
                <a:lnTo>
                  <a:pt x="1163047" y="68957"/>
                </a:lnTo>
                <a:lnTo>
                  <a:pt x="1161916" y="70857"/>
                </a:lnTo>
                <a:lnTo>
                  <a:pt x="1161916" y="117074"/>
                </a:lnTo>
                <a:lnTo>
                  <a:pt x="1148648" y="117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8" name="Original vector context 68">
            <a:extLst xmlns:a="http://schemas.openxmlformats.org/drawingml/2006/main">
              <a:ext uri="{FF2B5EF4-FFF2-40B4-BE49-F238E27FC236}">
                <a16:creationId xmlns:a16="http://schemas.microsoft.com/office/drawing/2014/main" id="{E6198CBB-3BB6-41F3-8CE7-0F8BA2E2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976" y="8780795"/>
            <a:ext cx="815888" cy="132741"/>
          </a:xfrm>
          <a:custGeom xmlns:a="http://schemas.openxmlformats.org/drawingml/2006/main">
            <a:pathLst>
              <a:path w="815888" h="132741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66008" y="14527"/>
                </a:moveTo>
                <a:lnTo>
                  <a:pt x="66008" y="36034"/>
                </a:lnTo>
                <a:lnTo>
                  <a:pt x="81273" y="36034"/>
                </a:lnTo>
                <a:lnTo>
                  <a:pt x="81273" y="41019"/>
                </a:lnTo>
                <a:lnTo>
                  <a:pt x="66008" y="41019"/>
                </a:lnTo>
                <a:lnTo>
                  <a:pt x="66008" y="83261"/>
                </a:lnTo>
                <a:lnTo>
                  <a:pt x="66021" y="84288"/>
                </a:lnTo>
                <a:lnTo>
                  <a:pt x="66059" y="85257"/>
                </a:lnTo>
                <a:lnTo>
                  <a:pt x="66122" y="86169"/>
                </a:lnTo>
                <a:lnTo>
                  <a:pt x="66210" y="87024"/>
                </a:lnTo>
                <a:lnTo>
                  <a:pt x="66324" y="87821"/>
                </a:lnTo>
                <a:lnTo>
                  <a:pt x="66463" y="88561"/>
                </a:lnTo>
                <a:lnTo>
                  <a:pt x="66627" y="89244"/>
                </a:lnTo>
                <a:lnTo>
                  <a:pt x="66817" y="89869"/>
                </a:lnTo>
                <a:lnTo>
                  <a:pt x="67031" y="90437"/>
                </a:lnTo>
                <a:lnTo>
                  <a:pt x="67271" y="90948"/>
                </a:lnTo>
                <a:lnTo>
                  <a:pt x="67537" y="91402"/>
                </a:lnTo>
                <a:lnTo>
                  <a:pt x="67827" y="91798"/>
                </a:lnTo>
                <a:lnTo>
                  <a:pt x="68137" y="92150"/>
                </a:lnTo>
                <a:lnTo>
                  <a:pt x="68462" y="92471"/>
                </a:lnTo>
                <a:lnTo>
                  <a:pt x="68801" y="92762"/>
                </a:lnTo>
                <a:lnTo>
                  <a:pt x="69155" y="93022"/>
                </a:lnTo>
                <a:lnTo>
                  <a:pt x="69522" y="93251"/>
                </a:lnTo>
                <a:lnTo>
                  <a:pt x="69905" y="93450"/>
                </a:lnTo>
                <a:lnTo>
                  <a:pt x="70301" y="93618"/>
                </a:lnTo>
                <a:lnTo>
                  <a:pt x="70712" y="93756"/>
                </a:lnTo>
                <a:lnTo>
                  <a:pt x="71137" y="93863"/>
                </a:lnTo>
                <a:lnTo>
                  <a:pt x="71577" y="93940"/>
                </a:lnTo>
                <a:lnTo>
                  <a:pt x="72031" y="93986"/>
                </a:lnTo>
                <a:lnTo>
                  <a:pt x="72499" y="94001"/>
                </a:lnTo>
                <a:lnTo>
                  <a:pt x="72890" y="93991"/>
                </a:lnTo>
                <a:lnTo>
                  <a:pt x="73280" y="93960"/>
                </a:lnTo>
                <a:lnTo>
                  <a:pt x="73667" y="93910"/>
                </a:lnTo>
                <a:lnTo>
                  <a:pt x="74053" y="93839"/>
                </a:lnTo>
                <a:lnTo>
                  <a:pt x="74436" y="93747"/>
                </a:lnTo>
                <a:lnTo>
                  <a:pt x="74817" y="93636"/>
                </a:lnTo>
                <a:lnTo>
                  <a:pt x="75197" y="93504"/>
                </a:lnTo>
                <a:lnTo>
                  <a:pt x="75574" y="93352"/>
                </a:lnTo>
                <a:lnTo>
                  <a:pt x="75950" y="93180"/>
                </a:lnTo>
                <a:lnTo>
                  <a:pt x="76323" y="92987"/>
                </a:lnTo>
                <a:lnTo>
                  <a:pt x="76695" y="92774"/>
                </a:lnTo>
                <a:lnTo>
                  <a:pt x="77064" y="92541"/>
                </a:lnTo>
                <a:lnTo>
                  <a:pt x="77426" y="92288"/>
                </a:lnTo>
                <a:lnTo>
                  <a:pt x="77774" y="92016"/>
                </a:lnTo>
                <a:lnTo>
                  <a:pt x="78107" y="91724"/>
                </a:lnTo>
                <a:lnTo>
                  <a:pt x="78427" y="91413"/>
                </a:lnTo>
                <a:lnTo>
                  <a:pt x="78734" y="91083"/>
                </a:lnTo>
                <a:lnTo>
                  <a:pt x="79026" y="90734"/>
                </a:lnTo>
                <a:lnTo>
                  <a:pt x="79304" y="90365"/>
                </a:lnTo>
                <a:lnTo>
                  <a:pt x="79569" y="89977"/>
                </a:lnTo>
                <a:lnTo>
                  <a:pt x="79819" y="89570"/>
                </a:lnTo>
                <a:lnTo>
                  <a:pt x="80056" y="89144"/>
                </a:lnTo>
                <a:lnTo>
                  <a:pt x="80279" y="88698"/>
                </a:lnTo>
                <a:lnTo>
                  <a:pt x="80488" y="88233"/>
                </a:lnTo>
                <a:lnTo>
                  <a:pt x="83270" y="88233"/>
                </a:lnTo>
                <a:lnTo>
                  <a:pt x="82839" y="89375"/>
                </a:lnTo>
                <a:lnTo>
                  <a:pt x="82380" y="90471"/>
                </a:lnTo>
                <a:lnTo>
                  <a:pt x="81892" y="91519"/>
                </a:lnTo>
                <a:lnTo>
                  <a:pt x="81376" y="92519"/>
                </a:lnTo>
                <a:lnTo>
                  <a:pt x="80830" y="93473"/>
                </a:lnTo>
                <a:lnTo>
                  <a:pt x="80256" y="94379"/>
                </a:lnTo>
                <a:lnTo>
                  <a:pt x="79653" y="95237"/>
                </a:lnTo>
                <a:lnTo>
                  <a:pt x="79022" y="96048"/>
                </a:lnTo>
                <a:lnTo>
                  <a:pt x="78362" y="96812"/>
                </a:lnTo>
                <a:lnTo>
                  <a:pt x="77673" y="97528"/>
                </a:lnTo>
                <a:lnTo>
                  <a:pt x="76955" y="98197"/>
                </a:lnTo>
                <a:lnTo>
                  <a:pt x="76208" y="98819"/>
                </a:lnTo>
                <a:lnTo>
                  <a:pt x="75445" y="99391"/>
                </a:lnTo>
                <a:lnTo>
                  <a:pt x="74679" y="99914"/>
                </a:lnTo>
                <a:lnTo>
                  <a:pt x="73908" y="100387"/>
                </a:lnTo>
                <a:lnTo>
                  <a:pt x="73133" y="100811"/>
                </a:lnTo>
                <a:lnTo>
                  <a:pt x="72355" y="101184"/>
                </a:lnTo>
                <a:lnTo>
                  <a:pt x="71572" y="101508"/>
                </a:lnTo>
                <a:lnTo>
                  <a:pt x="70785" y="101782"/>
                </a:lnTo>
                <a:lnTo>
                  <a:pt x="69995" y="102006"/>
                </a:lnTo>
                <a:lnTo>
                  <a:pt x="69200" y="102180"/>
                </a:lnTo>
                <a:lnTo>
                  <a:pt x="68402" y="102304"/>
                </a:lnTo>
                <a:lnTo>
                  <a:pt x="67599" y="102379"/>
                </a:lnTo>
                <a:lnTo>
                  <a:pt x="66793" y="102404"/>
                </a:lnTo>
                <a:lnTo>
                  <a:pt x="66247" y="102391"/>
                </a:lnTo>
                <a:lnTo>
                  <a:pt x="65703" y="102353"/>
                </a:lnTo>
                <a:lnTo>
                  <a:pt x="65161" y="102290"/>
                </a:lnTo>
                <a:lnTo>
                  <a:pt x="64621" y="102202"/>
                </a:lnTo>
                <a:lnTo>
                  <a:pt x="64083" y="102088"/>
                </a:lnTo>
                <a:lnTo>
                  <a:pt x="63547" y="101949"/>
                </a:lnTo>
                <a:lnTo>
                  <a:pt x="63013" y="101785"/>
                </a:lnTo>
                <a:lnTo>
                  <a:pt x="62481" y="101596"/>
                </a:lnTo>
                <a:lnTo>
                  <a:pt x="61951" y="101381"/>
                </a:lnTo>
                <a:lnTo>
                  <a:pt x="61423" y="101141"/>
                </a:lnTo>
                <a:lnTo>
                  <a:pt x="60897" y="100876"/>
                </a:lnTo>
                <a:lnTo>
                  <a:pt x="60373" y="100586"/>
                </a:lnTo>
                <a:lnTo>
                  <a:pt x="59861" y="100272"/>
                </a:lnTo>
                <a:lnTo>
                  <a:pt x="59373" y="99936"/>
                </a:lnTo>
                <a:lnTo>
                  <a:pt x="58906" y="99579"/>
                </a:lnTo>
                <a:lnTo>
                  <a:pt x="58463" y="99200"/>
                </a:lnTo>
                <a:lnTo>
                  <a:pt x="58043" y="98799"/>
                </a:lnTo>
                <a:lnTo>
                  <a:pt x="57645" y="98376"/>
                </a:lnTo>
                <a:lnTo>
                  <a:pt x="57270" y="97932"/>
                </a:lnTo>
                <a:lnTo>
                  <a:pt x="56918" y="97465"/>
                </a:lnTo>
                <a:lnTo>
                  <a:pt x="56588" y="96977"/>
                </a:lnTo>
                <a:lnTo>
                  <a:pt x="56282" y="96468"/>
                </a:lnTo>
                <a:lnTo>
                  <a:pt x="55998" y="95936"/>
                </a:lnTo>
                <a:lnTo>
                  <a:pt x="55737" y="95383"/>
                </a:lnTo>
                <a:lnTo>
                  <a:pt x="55497" y="94793"/>
                </a:lnTo>
                <a:lnTo>
                  <a:pt x="55279" y="94152"/>
                </a:lnTo>
                <a:lnTo>
                  <a:pt x="55081" y="93460"/>
                </a:lnTo>
                <a:lnTo>
                  <a:pt x="54905" y="92717"/>
                </a:lnTo>
                <a:lnTo>
                  <a:pt x="54748" y="91923"/>
                </a:lnTo>
                <a:lnTo>
                  <a:pt x="54613" y="91078"/>
                </a:lnTo>
                <a:lnTo>
                  <a:pt x="54499" y="90182"/>
                </a:lnTo>
                <a:lnTo>
                  <a:pt x="54405" y="89235"/>
                </a:lnTo>
                <a:lnTo>
                  <a:pt x="54332" y="88237"/>
                </a:lnTo>
                <a:lnTo>
                  <a:pt x="54280" y="87188"/>
                </a:lnTo>
                <a:lnTo>
                  <a:pt x="54249" y="86088"/>
                </a:lnTo>
                <a:lnTo>
                  <a:pt x="54239" y="84937"/>
                </a:lnTo>
                <a:lnTo>
                  <a:pt x="54239" y="41019"/>
                </a:lnTo>
                <a:lnTo>
                  <a:pt x="43896" y="41019"/>
                </a:lnTo>
                <a:lnTo>
                  <a:pt x="43896" y="38669"/>
                </a:lnTo>
                <a:lnTo>
                  <a:pt x="44551" y="38392"/>
                </a:lnTo>
                <a:lnTo>
                  <a:pt x="45209" y="38084"/>
                </a:lnTo>
                <a:lnTo>
                  <a:pt x="45869" y="37747"/>
                </a:lnTo>
                <a:lnTo>
                  <a:pt x="46531" y="37379"/>
                </a:lnTo>
                <a:lnTo>
                  <a:pt x="47196" y="36981"/>
                </a:lnTo>
                <a:lnTo>
                  <a:pt x="47864" y="36553"/>
                </a:lnTo>
                <a:lnTo>
                  <a:pt x="48534" y="36094"/>
                </a:lnTo>
                <a:lnTo>
                  <a:pt x="49206" y="35605"/>
                </a:lnTo>
                <a:lnTo>
                  <a:pt x="49881" y="35086"/>
                </a:lnTo>
                <a:lnTo>
                  <a:pt x="50558" y="34537"/>
                </a:lnTo>
                <a:lnTo>
                  <a:pt x="51238" y="33957"/>
                </a:lnTo>
                <a:lnTo>
                  <a:pt x="51921" y="33348"/>
                </a:lnTo>
                <a:lnTo>
                  <a:pt x="52598" y="32713"/>
                </a:lnTo>
                <a:lnTo>
                  <a:pt x="53263" y="32059"/>
                </a:lnTo>
                <a:lnTo>
                  <a:pt x="53916" y="31386"/>
                </a:lnTo>
                <a:lnTo>
                  <a:pt x="54556" y="30693"/>
                </a:lnTo>
                <a:lnTo>
                  <a:pt x="55184" y="29981"/>
                </a:lnTo>
                <a:lnTo>
                  <a:pt x="55799" y="29250"/>
                </a:lnTo>
                <a:lnTo>
                  <a:pt x="56402" y="28499"/>
                </a:lnTo>
                <a:lnTo>
                  <a:pt x="56993" y="27729"/>
                </a:lnTo>
                <a:lnTo>
                  <a:pt x="57571" y="26939"/>
                </a:lnTo>
                <a:lnTo>
                  <a:pt x="58137" y="26131"/>
                </a:lnTo>
                <a:lnTo>
                  <a:pt x="58691" y="25302"/>
                </a:lnTo>
                <a:lnTo>
                  <a:pt x="59232" y="24455"/>
                </a:lnTo>
                <a:lnTo>
                  <a:pt x="59514" y="23972"/>
                </a:lnTo>
                <a:lnTo>
                  <a:pt x="59814" y="23426"/>
                </a:lnTo>
                <a:lnTo>
                  <a:pt x="60132" y="22817"/>
                </a:lnTo>
                <a:lnTo>
                  <a:pt x="60468" y="22146"/>
                </a:lnTo>
                <a:lnTo>
                  <a:pt x="60822" y="21413"/>
                </a:lnTo>
                <a:lnTo>
                  <a:pt x="61193" y="20617"/>
                </a:lnTo>
                <a:lnTo>
                  <a:pt x="61583" y="19758"/>
                </a:lnTo>
                <a:lnTo>
                  <a:pt x="61990" y="18837"/>
                </a:lnTo>
                <a:lnTo>
                  <a:pt x="62415" y="17853"/>
                </a:lnTo>
                <a:lnTo>
                  <a:pt x="62858" y="16807"/>
                </a:lnTo>
                <a:lnTo>
                  <a:pt x="63318" y="15699"/>
                </a:lnTo>
                <a:lnTo>
                  <a:pt x="63797" y="14527"/>
                </a:lnTo>
                <a:lnTo>
                  <a:pt x="66008" y="14527"/>
                </a:lnTo>
                <a:close/>
                <a:moveTo>
                  <a:pt x="119163" y="34182"/>
                </a:moveTo>
                <a:lnTo>
                  <a:pt x="121595" y="34260"/>
                </a:lnTo>
                <a:lnTo>
                  <a:pt x="123946" y="34494"/>
                </a:lnTo>
                <a:lnTo>
                  <a:pt x="126216" y="34885"/>
                </a:lnTo>
                <a:lnTo>
                  <a:pt x="128404" y="35431"/>
                </a:lnTo>
                <a:lnTo>
                  <a:pt x="130511" y="36134"/>
                </a:lnTo>
                <a:lnTo>
                  <a:pt x="132537" y="36992"/>
                </a:lnTo>
                <a:lnTo>
                  <a:pt x="134482" y="38007"/>
                </a:lnTo>
                <a:lnTo>
                  <a:pt x="136345" y="39178"/>
                </a:lnTo>
                <a:lnTo>
                  <a:pt x="138128" y="40505"/>
                </a:lnTo>
                <a:lnTo>
                  <a:pt x="139829" y="41988"/>
                </a:lnTo>
                <a:lnTo>
                  <a:pt x="141448" y="43627"/>
                </a:lnTo>
                <a:lnTo>
                  <a:pt x="142987" y="45423"/>
                </a:lnTo>
                <a:lnTo>
                  <a:pt x="144206" y="47043"/>
                </a:lnTo>
                <a:lnTo>
                  <a:pt x="145319" y="48703"/>
                </a:lnTo>
                <a:lnTo>
                  <a:pt x="146326" y="50402"/>
                </a:lnTo>
                <a:lnTo>
                  <a:pt x="147227" y="52141"/>
                </a:lnTo>
                <a:lnTo>
                  <a:pt x="148022" y="53919"/>
                </a:lnTo>
                <a:lnTo>
                  <a:pt x="148711" y="55737"/>
                </a:lnTo>
                <a:lnTo>
                  <a:pt x="149294" y="57595"/>
                </a:lnTo>
                <a:lnTo>
                  <a:pt x="149771" y="59492"/>
                </a:lnTo>
                <a:lnTo>
                  <a:pt x="150142" y="61429"/>
                </a:lnTo>
                <a:lnTo>
                  <a:pt x="150407" y="63405"/>
                </a:lnTo>
                <a:lnTo>
                  <a:pt x="150566" y="65421"/>
                </a:lnTo>
                <a:lnTo>
                  <a:pt x="150619" y="67476"/>
                </a:lnTo>
                <a:lnTo>
                  <a:pt x="150590" y="68936"/>
                </a:lnTo>
                <a:lnTo>
                  <a:pt x="150502" y="70399"/>
                </a:lnTo>
                <a:lnTo>
                  <a:pt x="150356" y="71865"/>
                </a:lnTo>
                <a:lnTo>
                  <a:pt x="150152" y="73334"/>
                </a:lnTo>
                <a:lnTo>
                  <a:pt x="149889" y="74805"/>
                </a:lnTo>
                <a:lnTo>
                  <a:pt x="149567" y="76280"/>
                </a:lnTo>
                <a:lnTo>
                  <a:pt x="149187" y="77758"/>
                </a:lnTo>
                <a:lnTo>
                  <a:pt x="148749" y="79238"/>
                </a:lnTo>
                <a:lnTo>
                  <a:pt x="148252" y="80722"/>
                </a:lnTo>
                <a:lnTo>
                  <a:pt x="147697" y="82208"/>
                </a:lnTo>
                <a:lnTo>
                  <a:pt x="147083" y="83698"/>
                </a:lnTo>
                <a:lnTo>
                  <a:pt x="146411" y="85191"/>
                </a:lnTo>
                <a:lnTo>
                  <a:pt x="145687" y="86654"/>
                </a:lnTo>
                <a:lnTo>
                  <a:pt x="144920" y="88055"/>
                </a:lnTo>
                <a:lnTo>
                  <a:pt x="144108" y="89396"/>
                </a:lnTo>
                <a:lnTo>
                  <a:pt x="143252" y="90675"/>
                </a:lnTo>
                <a:lnTo>
                  <a:pt x="142353" y="91893"/>
                </a:lnTo>
                <a:lnTo>
                  <a:pt x="141409" y="93050"/>
                </a:lnTo>
                <a:lnTo>
                  <a:pt x="140421" y="94146"/>
                </a:lnTo>
                <a:lnTo>
                  <a:pt x="139389" y="95180"/>
                </a:lnTo>
                <a:lnTo>
                  <a:pt x="138313" y="96153"/>
                </a:lnTo>
                <a:lnTo>
                  <a:pt x="137192" y="97065"/>
                </a:lnTo>
                <a:lnTo>
                  <a:pt x="136028" y="97916"/>
                </a:lnTo>
                <a:lnTo>
                  <a:pt x="134820" y="98705"/>
                </a:lnTo>
                <a:lnTo>
                  <a:pt x="133578" y="99433"/>
                </a:lnTo>
                <a:lnTo>
                  <a:pt x="132312" y="100097"/>
                </a:lnTo>
                <a:lnTo>
                  <a:pt x="131024" y="100697"/>
                </a:lnTo>
                <a:lnTo>
                  <a:pt x="129712" y="101235"/>
                </a:lnTo>
                <a:lnTo>
                  <a:pt x="128377" y="101709"/>
                </a:lnTo>
                <a:lnTo>
                  <a:pt x="127018" y="102120"/>
                </a:lnTo>
                <a:lnTo>
                  <a:pt x="125636" y="102468"/>
                </a:lnTo>
                <a:lnTo>
                  <a:pt x="124231" y="102753"/>
                </a:lnTo>
                <a:lnTo>
                  <a:pt x="122803" y="102974"/>
                </a:lnTo>
                <a:lnTo>
                  <a:pt x="121351" y="103132"/>
                </a:lnTo>
                <a:lnTo>
                  <a:pt x="119876" y="103227"/>
                </a:lnTo>
                <a:lnTo>
                  <a:pt x="118378" y="103259"/>
                </a:lnTo>
                <a:lnTo>
                  <a:pt x="115959" y="103177"/>
                </a:lnTo>
                <a:lnTo>
                  <a:pt x="113625" y="102932"/>
                </a:lnTo>
                <a:lnTo>
                  <a:pt x="111375" y="102525"/>
                </a:lnTo>
                <a:lnTo>
                  <a:pt x="109208" y="101954"/>
                </a:lnTo>
                <a:lnTo>
                  <a:pt x="107127" y="101221"/>
                </a:lnTo>
                <a:lnTo>
                  <a:pt x="105129" y="100324"/>
                </a:lnTo>
                <a:lnTo>
                  <a:pt x="103215" y="99264"/>
                </a:lnTo>
                <a:lnTo>
                  <a:pt x="101386" y="98041"/>
                </a:lnTo>
                <a:lnTo>
                  <a:pt x="99641" y="96655"/>
                </a:lnTo>
                <a:lnTo>
                  <a:pt x="97980" y="95106"/>
                </a:lnTo>
                <a:lnTo>
                  <a:pt x="96403" y="93395"/>
                </a:lnTo>
                <a:lnTo>
                  <a:pt x="94911" y="91520"/>
                </a:lnTo>
                <a:lnTo>
                  <a:pt x="93737" y="89855"/>
                </a:lnTo>
                <a:lnTo>
                  <a:pt x="92666" y="88157"/>
                </a:lnTo>
                <a:lnTo>
                  <a:pt x="91697" y="86425"/>
                </a:lnTo>
                <a:lnTo>
                  <a:pt x="90829" y="84659"/>
                </a:lnTo>
                <a:lnTo>
                  <a:pt x="90064" y="82860"/>
                </a:lnTo>
                <a:lnTo>
                  <a:pt x="89401" y="81027"/>
                </a:lnTo>
                <a:lnTo>
                  <a:pt x="88839" y="79161"/>
                </a:lnTo>
                <a:lnTo>
                  <a:pt x="88380" y="77261"/>
                </a:lnTo>
                <a:lnTo>
                  <a:pt x="88023" y="75328"/>
                </a:lnTo>
                <a:lnTo>
                  <a:pt x="87768" y="73361"/>
                </a:lnTo>
                <a:lnTo>
                  <a:pt x="87615" y="71360"/>
                </a:lnTo>
                <a:lnTo>
                  <a:pt x="87564" y="69326"/>
                </a:lnTo>
                <a:lnTo>
                  <a:pt x="87595" y="67832"/>
                </a:lnTo>
                <a:lnTo>
                  <a:pt x="87688" y="66341"/>
                </a:lnTo>
                <a:lnTo>
                  <a:pt x="87843" y="64850"/>
                </a:lnTo>
                <a:lnTo>
                  <a:pt x="88059" y="63362"/>
                </a:lnTo>
                <a:lnTo>
                  <a:pt x="88338" y="61874"/>
                </a:lnTo>
                <a:lnTo>
                  <a:pt x="88678" y="60388"/>
                </a:lnTo>
                <a:lnTo>
                  <a:pt x="89081" y="58904"/>
                </a:lnTo>
                <a:lnTo>
                  <a:pt x="89545" y="57421"/>
                </a:lnTo>
                <a:lnTo>
                  <a:pt x="90072" y="55940"/>
                </a:lnTo>
                <a:lnTo>
                  <a:pt x="90660" y="54460"/>
                </a:lnTo>
                <a:lnTo>
                  <a:pt x="91310" y="52982"/>
                </a:lnTo>
                <a:lnTo>
                  <a:pt x="92022" y="51505"/>
                </a:lnTo>
                <a:lnTo>
                  <a:pt x="92785" y="50061"/>
                </a:lnTo>
                <a:lnTo>
                  <a:pt x="93586" y="48681"/>
                </a:lnTo>
                <a:lnTo>
                  <a:pt x="94427" y="47365"/>
                </a:lnTo>
                <a:lnTo>
                  <a:pt x="95307" y="46114"/>
                </a:lnTo>
                <a:lnTo>
                  <a:pt x="96226" y="44927"/>
                </a:lnTo>
                <a:lnTo>
                  <a:pt x="97184" y="43804"/>
                </a:lnTo>
                <a:lnTo>
                  <a:pt x="98182" y="42745"/>
                </a:lnTo>
                <a:lnTo>
                  <a:pt x="99218" y="41750"/>
                </a:lnTo>
                <a:lnTo>
                  <a:pt x="100294" y="40820"/>
                </a:lnTo>
                <a:lnTo>
                  <a:pt x="101409" y="39954"/>
                </a:lnTo>
                <a:lnTo>
                  <a:pt x="102563" y="39152"/>
                </a:lnTo>
                <a:lnTo>
                  <a:pt x="103756" y="38415"/>
                </a:lnTo>
                <a:lnTo>
                  <a:pt x="104974" y="37739"/>
                </a:lnTo>
                <a:lnTo>
                  <a:pt x="106205" y="37122"/>
                </a:lnTo>
                <a:lnTo>
                  <a:pt x="107447" y="36563"/>
                </a:lnTo>
                <a:lnTo>
                  <a:pt x="108701" y="36063"/>
                </a:lnTo>
                <a:lnTo>
                  <a:pt x="109967" y="35622"/>
                </a:lnTo>
                <a:lnTo>
                  <a:pt x="111245" y="35240"/>
                </a:lnTo>
                <a:lnTo>
                  <a:pt x="112535" y="34917"/>
                </a:lnTo>
                <a:lnTo>
                  <a:pt x="113837" y="34652"/>
                </a:lnTo>
                <a:lnTo>
                  <a:pt x="115151" y="34447"/>
                </a:lnTo>
                <a:lnTo>
                  <a:pt x="116476" y="34300"/>
                </a:lnTo>
                <a:lnTo>
                  <a:pt x="117814" y="34212"/>
                </a:lnTo>
                <a:lnTo>
                  <a:pt x="119163" y="34182"/>
                </a:lnTo>
                <a:moveTo>
                  <a:pt x="116952" y="38882"/>
                </a:moveTo>
                <a:lnTo>
                  <a:pt x="116321" y="38898"/>
                </a:lnTo>
                <a:lnTo>
                  <a:pt x="115691" y="38944"/>
                </a:lnTo>
                <a:lnTo>
                  <a:pt x="115059" y="39022"/>
                </a:lnTo>
                <a:lnTo>
                  <a:pt x="114427" y="39131"/>
                </a:lnTo>
                <a:lnTo>
                  <a:pt x="113795" y="39271"/>
                </a:lnTo>
                <a:lnTo>
                  <a:pt x="113162" y="39442"/>
                </a:lnTo>
                <a:lnTo>
                  <a:pt x="112529" y="39645"/>
                </a:lnTo>
                <a:lnTo>
                  <a:pt x="111895" y="39878"/>
                </a:lnTo>
                <a:lnTo>
                  <a:pt x="111261" y="40143"/>
                </a:lnTo>
                <a:lnTo>
                  <a:pt x="110626" y="40438"/>
                </a:lnTo>
                <a:lnTo>
                  <a:pt x="109991" y="40765"/>
                </a:lnTo>
                <a:lnTo>
                  <a:pt x="109355" y="41123"/>
                </a:lnTo>
                <a:lnTo>
                  <a:pt x="108729" y="41520"/>
                </a:lnTo>
                <a:lnTo>
                  <a:pt x="108124" y="41964"/>
                </a:lnTo>
                <a:lnTo>
                  <a:pt x="107538" y="42455"/>
                </a:lnTo>
                <a:lnTo>
                  <a:pt x="106973" y="42992"/>
                </a:lnTo>
                <a:lnTo>
                  <a:pt x="106429" y="43577"/>
                </a:lnTo>
                <a:lnTo>
                  <a:pt x="105904" y="44209"/>
                </a:lnTo>
                <a:lnTo>
                  <a:pt x="105400" y="44887"/>
                </a:lnTo>
                <a:lnTo>
                  <a:pt x="104917" y="45613"/>
                </a:lnTo>
                <a:lnTo>
                  <a:pt x="104453" y="46385"/>
                </a:lnTo>
                <a:lnTo>
                  <a:pt x="104010" y="47204"/>
                </a:lnTo>
                <a:lnTo>
                  <a:pt x="103588" y="48070"/>
                </a:lnTo>
                <a:lnTo>
                  <a:pt x="103185" y="48983"/>
                </a:lnTo>
                <a:lnTo>
                  <a:pt x="102809" y="49942"/>
                </a:lnTo>
                <a:lnTo>
                  <a:pt x="102466" y="50945"/>
                </a:lnTo>
                <a:lnTo>
                  <a:pt x="102155" y="51993"/>
                </a:lnTo>
                <a:lnTo>
                  <a:pt x="101877" y="53085"/>
                </a:lnTo>
                <a:lnTo>
                  <a:pt x="101632" y="54221"/>
                </a:lnTo>
                <a:lnTo>
                  <a:pt x="101420" y="55402"/>
                </a:lnTo>
                <a:lnTo>
                  <a:pt x="101240" y="56628"/>
                </a:lnTo>
                <a:lnTo>
                  <a:pt x="101093" y="57898"/>
                </a:lnTo>
                <a:lnTo>
                  <a:pt x="100978" y="59212"/>
                </a:lnTo>
                <a:lnTo>
                  <a:pt x="100897" y="60571"/>
                </a:lnTo>
                <a:lnTo>
                  <a:pt x="100848" y="61974"/>
                </a:lnTo>
                <a:lnTo>
                  <a:pt x="100831" y="63422"/>
                </a:lnTo>
                <a:lnTo>
                  <a:pt x="100871" y="65765"/>
                </a:lnTo>
                <a:lnTo>
                  <a:pt x="100989" y="68055"/>
                </a:lnTo>
                <a:lnTo>
                  <a:pt x="101186" y="70290"/>
                </a:lnTo>
                <a:lnTo>
                  <a:pt x="101461" y="72470"/>
                </a:lnTo>
                <a:lnTo>
                  <a:pt x="101816" y="74597"/>
                </a:lnTo>
                <a:lnTo>
                  <a:pt x="102249" y="76669"/>
                </a:lnTo>
                <a:lnTo>
                  <a:pt x="102761" y="78687"/>
                </a:lnTo>
                <a:lnTo>
                  <a:pt x="103351" y="80650"/>
                </a:lnTo>
                <a:lnTo>
                  <a:pt x="104021" y="82559"/>
                </a:lnTo>
                <a:lnTo>
                  <a:pt x="104769" y="84414"/>
                </a:lnTo>
                <a:lnTo>
                  <a:pt x="105596" y="86215"/>
                </a:lnTo>
                <a:lnTo>
                  <a:pt x="106502" y="87961"/>
                </a:lnTo>
                <a:lnTo>
                  <a:pt x="107472" y="89608"/>
                </a:lnTo>
                <a:lnTo>
                  <a:pt x="108492" y="91112"/>
                </a:lnTo>
                <a:lnTo>
                  <a:pt x="109562" y="92473"/>
                </a:lnTo>
                <a:lnTo>
                  <a:pt x="110683" y="93690"/>
                </a:lnTo>
                <a:lnTo>
                  <a:pt x="111853" y="94765"/>
                </a:lnTo>
                <a:lnTo>
                  <a:pt x="113073" y="95696"/>
                </a:lnTo>
                <a:lnTo>
                  <a:pt x="114343" y="96483"/>
                </a:lnTo>
                <a:lnTo>
                  <a:pt x="115664" y="97128"/>
                </a:lnTo>
                <a:lnTo>
                  <a:pt x="117034" y="97629"/>
                </a:lnTo>
                <a:lnTo>
                  <a:pt x="118455" y="97987"/>
                </a:lnTo>
                <a:lnTo>
                  <a:pt x="119925" y="98202"/>
                </a:lnTo>
                <a:lnTo>
                  <a:pt x="121445" y="98274"/>
                </a:lnTo>
                <a:lnTo>
                  <a:pt x="122582" y="98234"/>
                </a:lnTo>
                <a:lnTo>
                  <a:pt x="123684" y="98116"/>
                </a:lnTo>
                <a:lnTo>
                  <a:pt x="124753" y="97918"/>
                </a:lnTo>
                <a:lnTo>
                  <a:pt x="125789" y="97641"/>
                </a:lnTo>
                <a:lnTo>
                  <a:pt x="126790" y="97286"/>
                </a:lnTo>
                <a:lnTo>
                  <a:pt x="127758" y="96851"/>
                </a:lnTo>
                <a:lnTo>
                  <a:pt x="128692" y="96337"/>
                </a:lnTo>
                <a:lnTo>
                  <a:pt x="129593" y="95745"/>
                </a:lnTo>
                <a:lnTo>
                  <a:pt x="130460" y="95073"/>
                </a:lnTo>
                <a:lnTo>
                  <a:pt x="131293" y="94322"/>
                </a:lnTo>
                <a:lnTo>
                  <a:pt x="132092" y="93492"/>
                </a:lnTo>
                <a:lnTo>
                  <a:pt x="132858" y="92583"/>
                </a:lnTo>
                <a:lnTo>
                  <a:pt x="133576" y="91578"/>
                </a:lnTo>
                <a:lnTo>
                  <a:pt x="134231" y="90459"/>
                </a:lnTo>
                <a:lnTo>
                  <a:pt x="134824" y="89227"/>
                </a:lnTo>
                <a:lnTo>
                  <a:pt x="135355" y="87881"/>
                </a:lnTo>
                <a:lnTo>
                  <a:pt x="135823" y="86421"/>
                </a:lnTo>
                <a:lnTo>
                  <a:pt x="136228" y="84848"/>
                </a:lnTo>
                <a:lnTo>
                  <a:pt x="136572" y="83162"/>
                </a:lnTo>
                <a:lnTo>
                  <a:pt x="136853" y="81361"/>
                </a:lnTo>
                <a:lnTo>
                  <a:pt x="137071" y="79447"/>
                </a:lnTo>
                <a:lnTo>
                  <a:pt x="137227" y="77420"/>
                </a:lnTo>
                <a:lnTo>
                  <a:pt x="137321" y="75279"/>
                </a:lnTo>
                <a:lnTo>
                  <a:pt x="137352" y="73024"/>
                </a:lnTo>
                <a:lnTo>
                  <a:pt x="137300" y="70183"/>
                </a:lnTo>
                <a:lnTo>
                  <a:pt x="137144" y="67444"/>
                </a:lnTo>
                <a:lnTo>
                  <a:pt x="136884" y="64809"/>
                </a:lnTo>
                <a:lnTo>
                  <a:pt x="136520" y="62276"/>
                </a:lnTo>
                <a:lnTo>
                  <a:pt x="136052" y="59845"/>
                </a:lnTo>
                <a:lnTo>
                  <a:pt x="135480" y="57518"/>
                </a:lnTo>
                <a:lnTo>
                  <a:pt x="134803" y="55293"/>
                </a:lnTo>
                <a:lnTo>
                  <a:pt x="134023" y="53171"/>
                </a:lnTo>
                <a:lnTo>
                  <a:pt x="133139" y="51151"/>
                </a:lnTo>
                <a:lnTo>
                  <a:pt x="132151" y="49235"/>
                </a:lnTo>
                <a:lnTo>
                  <a:pt x="131059" y="47421"/>
                </a:lnTo>
                <a:lnTo>
                  <a:pt x="129862" y="45710"/>
                </a:lnTo>
                <a:lnTo>
                  <a:pt x="128999" y="44619"/>
                </a:lnTo>
                <a:lnTo>
                  <a:pt x="128097" y="43624"/>
                </a:lnTo>
                <a:lnTo>
                  <a:pt x="127156" y="42723"/>
                </a:lnTo>
                <a:lnTo>
                  <a:pt x="126177" y="41917"/>
                </a:lnTo>
                <a:lnTo>
                  <a:pt x="125159" y="41205"/>
                </a:lnTo>
                <a:lnTo>
                  <a:pt x="124102" y="40589"/>
                </a:lnTo>
                <a:lnTo>
                  <a:pt x="123007" y="40068"/>
                </a:lnTo>
                <a:lnTo>
                  <a:pt x="121873" y="39641"/>
                </a:lnTo>
                <a:lnTo>
                  <a:pt x="120701" y="39309"/>
                </a:lnTo>
                <a:lnTo>
                  <a:pt x="119490" y="39072"/>
                </a:lnTo>
                <a:lnTo>
                  <a:pt x="118240" y="38930"/>
                </a:lnTo>
                <a:lnTo>
                  <a:pt x="116952" y="38882"/>
                </a:lnTo>
                <a:close/>
                <a:moveTo>
                  <a:pt x="202476" y="34182"/>
                </a:moveTo>
                <a:lnTo>
                  <a:pt x="202476" y="56258"/>
                </a:lnTo>
                <a:lnTo>
                  <a:pt x="200122" y="56258"/>
                </a:lnTo>
                <a:lnTo>
                  <a:pt x="199660" y="54573"/>
                </a:lnTo>
                <a:lnTo>
                  <a:pt x="199176" y="52981"/>
                </a:lnTo>
                <a:lnTo>
                  <a:pt x="198671" y="51480"/>
                </a:lnTo>
                <a:lnTo>
                  <a:pt x="198145" y="50072"/>
                </a:lnTo>
                <a:lnTo>
                  <a:pt x="197597" y="48756"/>
                </a:lnTo>
                <a:lnTo>
                  <a:pt x="197028" y="47533"/>
                </a:lnTo>
                <a:lnTo>
                  <a:pt x="196438" y="46402"/>
                </a:lnTo>
                <a:lnTo>
                  <a:pt x="195827" y="45363"/>
                </a:lnTo>
                <a:lnTo>
                  <a:pt x="195194" y="44416"/>
                </a:lnTo>
                <a:lnTo>
                  <a:pt x="194540" y="43561"/>
                </a:lnTo>
                <a:lnTo>
                  <a:pt x="193864" y="42799"/>
                </a:lnTo>
                <a:lnTo>
                  <a:pt x="193168" y="42129"/>
                </a:lnTo>
                <a:lnTo>
                  <a:pt x="192444" y="41531"/>
                </a:lnTo>
                <a:lnTo>
                  <a:pt x="191688" y="40985"/>
                </a:lnTo>
                <a:lnTo>
                  <a:pt x="190901" y="40490"/>
                </a:lnTo>
                <a:lnTo>
                  <a:pt x="190081" y="40048"/>
                </a:lnTo>
                <a:lnTo>
                  <a:pt x="189228" y="39658"/>
                </a:lnTo>
                <a:lnTo>
                  <a:pt x="188344" y="39320"/>
                </a:lnTo>
                <a:lnTo>
                  <a:pt x="187427" y="39034"/>
                </a:lnTo>
                <a:lnTo>
                  <a:pt x="186478" y="38800"/>
                </a:lnTo>
                <a:lnTo>
                  <a:pt x="185497" y="38618"/>
                </a:lnTo>
                <a:lnTo>
                  <a:pt x="184484" y="38488"/>
                </a:lnTo>
                <a:lnTo>
                  <a:pt x="183439" y="38410"/>
                </a:lnTo>
                <a:lnTo>
                  <a:pt x="182361" y="38384"/>
                </a:lnTo>
                <a:lnTo>
                  <a:pt x="181542" y="38402"/>
                </a:lnTo>
                <a:lnTo>
                  <a:pt x="180750" y="38457"/>
                </a:lnTo>
                <a:lnTo>
                  <a:pt x="179985" y="38548"/>
                </a:lnTo>
                <a:lnTo>
                  <a:pt x="179246" y="38676"/>
                </a:lnTo>
                <a:lnTo>
                  <a:pt x="178535" y="38841"/>
                </a:lnTo>
                <a:lnTo>
                  <a:pt x="177850" y="39042"/>
                </a:lnTo>
                <a:lnTo>
                  <a:pt x="177191" y="39280"/>
                </a:lnTo>
                <a:lnTo>
                  <a:pt x="176560" y="39554"/>
                </a:lnTo>
                <a:lnTo>
                  <a:pt x="175955" y="39865"/>
                </a:lnTo>
                <a:lnTo>
                  <a:pt x="175377" y="40212"/>
                </a:lnTo>
                <a:lnTo>
                  <a:pt x="174825" y="40596"/>
                </a:lnTo>
                <a:lnTo>
                  <a:pt x="174301" y="41016"/>
                </a:lnTo>
                <a:lnTo>
                  <a:pt x="173811" y="41459"/>
                </a:lnTo>
                <a:lnTo>
                  <a:pt x="173364" y="41909"/>
                </a:lnTo>
                <a:lnTo>
                  <a:pt x="172959" y="42367"/>
                </a:lnTo>
                <a:lnTo>
                  <a:pt x="172597" y="42833"/>
                </a:lnTo>
                <a:lnTo>
                  <a:pt x="172277" y="43308"/>
                </a:lnTo>
                <a:lnTo>
                  <a:pt x="172000" y="43790"/>
                </a:lnTo>
                <a:lnTo>
                  <a:pt x="171766" y="44280"/>
                </a:lnTo>
                <a:lnTo>
                  <a:pt x="171574" y="44778"/>
                </a:lnTo>
                <a:lnTo>
                  <a:pt x="171425" y="45284"/>
                </a:lnTo>
                <a:lnTo>
                  <a:pt x="171319" y="45798"/>
                </a:lnTo>
                <a:lnTo>
                  <a:pt x="171255" y="46319"/>
                </a:lnTo>
                <a:lnTo>
                  <a:pt x="171234" y="46849"/>
                </a:lnTo>
                <a:lnTo>
                  <a:pt x="171250" y="47505"/>
                </a:lnTo>
                <a:lnTo>
                  <a:pt x="171297" y="48145"/>
                </a:lnTo>
                <a:lnTo>
                  <a:pt x="171376" y="48770"/>
                </a:lnTo>
                <a:lnTo>
                  <a:pt x="171487" y="49378"/>
                </a:lnTo>
                <a:lnTo>
                  <a:pt x="171630" y="49971"/>
                </a:lnTo>
                <a:lnTo>
                  <a:pt x="171804" y="50548"/>
                </a:lnTo>
                <a:lnTo>
                  <a:pt x="172010" y="51109"/>
                </a:lnTo>
                <a:lnTo>
                  <a:pt x="172248" y="51654"/>
                </a:lnTo>
                <a:lnTo>
                  <a:pt x="172518" y="52183"/>
                </a:lnTo>
                <a:lnTo>
                  <a:pt x="172819" y="52697"/>
                </a:lnTo>
                <a:lnTo>
                  <a:pt x="173152" y="53195"/>
                </a:lnTo>
                <a:lnTo>
                  <a:pt x="173516" y="53677"/>
                </a:lnTo>
                <a:lnTo>
                  <a:pt x="173916" y="54165"/>
                </a:lnTo>
                <a:lnTo>
                  <a:pt x="174380" y="54659"/>
                </a:lnTo>
                <a:lnTo>
                  <a:pt x="174907" y="55157"/>
                </a:lnTo>
                <a:lnTo>
                  <a:pt x="175498" y="55661"/>
                </a:lnTo>
                <a:lnTo>
                  <a:pt x="176151" y="56169"/>
                </a:lnTo>
                <a:lnTo>
                  <a:pt x="176869" y="56683"/>
                </a:lnTo>
                <a:lnTo>
                  <a:pt x="177649" y="57201"/>
                </a:lnTo>
                <a:lnTo>
                  <a:pt x="178493" y="57724"/>
                </a:lnTo>
                <a:lnTo>
                  <a:pt x="179401" y="58252"/>
                </a:lnTo>
                <a:lnTo>
                  <a:pt x="180372" y="58785"/>
                </a:lnTo>
                <a:lnTo>
                  <a:pt x="181406" y="59323"/>
                </a:lnTo>
                <a:lnTo>
                  <a:pt x="182504" y="59865"/>
                </a:lnTo>
                <a:lnTo>
                  <a:pt x="192918" y="64917"/>
                </a:lnTo>
                <a:lnTo>
                  <a:pt x="195231" y="66122"/>
                </a:lnTo>
                <a:lnTo>
                  <a:pt x="197342" y="67389"/>
                </a:lnTo>
                <a:lnTo>
                  <a:pt x="199253" y="68718"/>
                </a:lnTo>
                <a:lnTo>
                  <a:pt x="200962" y="70109"/>
                </a:lnTo>
                <a:lnTo>
                  <a:pt x="202471" y="71563"/>
                </a:lnTo>
                <a:lnTo>
                  <a:pt x="203778" y="73079"/>
                </a:lnTo>
                <a:lnTo>
                  <a:pt x="204884" y="74658"/>
                </a:lnTo>
                <a:lnTo>
                  <a:pt x="205789" y="76298"/>
                </a:lnTo>
                <a:lnTo>
                  <a:pt x="206493" y="78001"/>
                </a:lnTo>
                <a:lnTo>
                  <a:pt x="206996" y="79766"/>
                </a:lnTo>
                <a:lnTo>
                  <a:pt x="207297" y="81594"/>
                </a:lnTo>
                <a:lnTo>
                  <a:pt x="207398" y="83484"/>
                </a:lnTo>
                <a:lnTo>
                  <a:pt x="207351" y="84941"/>
                </a:lnTo>
                <a:lnTo>
                  <a:pt x="207211" y="86351"/>
                </a:lnTo>
                <a:lnTo>
                  <a:pt x="206976" y="87713"/>
                </a:lnTo>
                <a:lnTo>
                  <a:pt x="206649" y="89028"/>
                </a:lnTo>
                <a:lnTo>
                  <a:pt x="206228" y="90294"/>
                </a:lnTo>
                <a:lnTo>
                  <a:pt x="205713" y="91512"/>
                </a:lnTo>
                <a:lnTo>
                  <a:pt x="205104" y="92683"/>
                </a:lnTo>
                <a:lnTo>
                  <a:pt x="204402" y="93806"/>
                </a:lnTo>
                <a:lnTo>
                  <a:pt x="203606" y="94880"/>
                </a:lnTo>
                <a:lnTo>
                  <a:pt x="202717" y="95907"/>
                </a:lnTo>
                <a:lnTo>
                  <a:pt x="201734" y="96886"/>
                </a:lnTo>
                <a:lnTo>
                  <a:pt x="200657" y="97817"/>
                </a:lnTo>
                <a:lnTo>
                  <a:pt x="199523" y="98686"/>
                </a:lnTo>
                <a:lnTo>
                  <a:pt x="198366" y="99480"/>
                </a:lnTo>
                <a:lnTo>
                  <a:pt x="197186" y="100198"/>
                </a:lnTo>
                <a:lnTo>
                  <a:pt x="195985" y="100840"/>
                </a:lnTo>
                <a:lnTo>
                  <a:pt x="194761" y="101407"/>
                </a:lnTo>
                <a:lnTo>
                  <a:pt x="193515" y="101898"/>
                </a:lnTo>
                <a:lnTo>
                  <a:pt x="192247" y="102314"/>
                </a:lnTo>
                <a:lnTo>
                  <a:pt x="190956" y="102654"/>
                </a:lnTo>
                <a:lnTo>
                  <a:pt x="189643" y="102918"/>
                </a:lnTo>
                <a:lnTo>
                  <a:pt x="188308" y="103107"/>
                </a:lnTo>
                <a:lnTo>
                  <a:pt x="186951" y="103221"/>
                </a:lnTo>
                <a:lnTo>
                  <a:pt x="185571" y="103259"/>
                </a:lnTo>
                <a:lnTo>
                  <a:pt x="184560" y="103244"/>
                </a:lnTo>
                <a:lnTo>
                  <a:pt x="183526" y="103199"/>
                </a:lnTo>
                <a:lnTo>
                  <a:pt x="182468" y="103125"/>
                </a:lnTo>
                <a:lnTo>
                  <a:pt x="181386" y="103021"/>
                </a:lnTo>
                <a:lnTo>
                  <a:pt x="180281" y="102888"/>
                </a:lnTo>
                <a:lnTo>
                  <a:pt x="179151" y="102724"/>
                </a:lnTo>
                <a:lnTo>
                  <a:pt x="177998" y="102532"/>
                </a:lnTo>
                <a:lnTo>
                  <a:pt x="176821" y="102309"/>
                </a:lnTo>
                <a:lnTo>
                  <a:pt x="175620" y="102057"/>
                </a:lnTo>
                <a:lnTo>
                  <a:pt x="174396" y="101775"/>
                </a:lnTo>
                <a:lnTo>
                  <a:pt x="173148" y="101463"/>
                </a:lnTo>
                <a:lnTo>
                  <a:pt x="171876" y="101122"/>
                </a:lnTo>
                <a:lnTo>
                  <a:pt x="171489" y="101008"/>
                </a:lnTo>
                <a:lnTo>
                  <a:pt x="171115" y="100905"/>
                </a:lnTo>
                <a:lnTo>
                  <a:pt x="170752" y="100811"/>
                </a:lnTo>
                <a:lnTo>
                  <a:pt x="170402" y="100727"/>
                </a:lnTo>
                <a:lnTo>
                  <a:pt x="170063" y="100652"/>
                </a:lnTo>
                <a:lnTo>
                  <a:pt x="169736" y="100588"/>
                </a:lnTo>
                <a:lnTo>
                  <a:pt x="169421" y="100534"/>
                </a:lnTo>
                <a:lnTo>
                  <a:pt x="169118" y="100489"/>
                </a:lnTo>
                <a:lnTo>
                  <a:pt x="168826" y="100455"/>
                </a:lnTo>
                <a:lnTo>
                  <a:pt x="168547" y="100430"/>
                </a:lnTo>
                <a:lnTo>
                  <a:pt x="168279" y="100415"/>
                </a:lnTo>
                <a:lnTo>
                  <a:pt x="168024" y="100410"/>
                </a:lnTo>
                <a:lnTo>
                  <a:pt x="167755" y="100423"/>
                </a:lnTo>
                <a:lnTo>
                  <a:pt x="167497" y="100461"/>
                </a:lnTo>
                <a:lnTo>
                  <a:pt x="167248" y="100526"/>
                </a:lnTo>
                <a:lnTo>
                  <a:pt x="167009" y="100616"/>
                </a:lnTo>
                <a:lnTo>
                  <a:pt x="166781" y="100731"/>
                </a:lnTo>
                <a:lnTo>
                  <a:pt x="166562" y="100873"/>
                </a:lnTo>
                <a:lnTo>
                  <a:pt x="166353" y="101040"/>
                </a:lnTo>
                <a:lnTo>
                  <a:pt x="166153" y="101233"/>
                </a:lnTo>
                <a:lnTo>
                  <a:pt x="165964" y="101452"/>
                </a:lnTo>
                <a:lnTo>
                  <a:pt x="165785" y="101696"/>
                </a:lnTo>
                <a:lnTo>
                  <a:pt x="165615" y="101966"/>
                </a:lnTo>
                <a:lnTo>
                  <a:pt x="165456" y="102262"/>
                </a:lnTo>
                <a:lnTo>
                  <a:pt x="163102" y="102262"/>
                </a:lnTo>
                <a:lnTo>
                  <a:pt x="163102" y="78904"/>
                </a:lnTo>
                <a:lnTo>
                  <a:pt x="165456" y="78904"/>
                </a:lnTo>
                <a:lnTo>
                  <a:pt x="165814" y="80537"/>
                </a:lnTo>
                <a:lnTo>
                  <a:pt x="166223" y="82102"/>
                </a:lnTo>
                <a:lnTo>
                  <a:pt x="166682" y="83598"/>
                </a:lnTo>
                <a:lnTo>
                  <a:pt x="167192" y="85026"/>
                </a:lnTo>
                <a:lnTo>
                  <a:pt x="167752" y="86385"/>
                </a:lnTo>
                <a:lnTo>
                  <a:pt x="168363" y="87676"/>
                </a:lnTo>
                <a:lnTo>
                  <a:pt x="169024" y="88899"/>
                </a:lnTo>
                <a:lnTo>
                  <a:pt x="169736" y="90053"/>
                </a:lnTo>
                <a:lnTo>
                  <a:pt x="170498" y="91138"/>
                </a:lnTo>
                <a:lnTo>
                  <a:pt x="171311" y="92155"/>
                </a:lnTo>
                <a:lnTo>
                  <a:pt x="172174" y="93103"/>
                </a:lnTo>
                <a:lnTo>
                  <a:pt x="173088" y="93983"/>
                </a:lnTo>
                <a:lnTo>
                  <a:pt x="174037" y="94793"/>
                </a:lnTo>
                <a:lnTo>
                  <a:pt x="175004" y="95533"/>
                </a:lnTo>
                <a:lnTo>
                  <a:pt x="175990" y="96203"/>
                </a:lnTo>
                <a:lnTo>
                  <a:pt x="176996" y="96802"/>
                </a:lnTo>
                <a:lnTo>
                  <a:pt x="178019" y="97330"/>
                </a:lnTo>
                <a:lnTo>
                  <a:pt x="179062" y="97788"/>
                </a:lnTo>
                <a:lnTo>
                  <a:pt x="180124" y="98176"/>
                </a:lnTo>
                <a:lnTo>
                  <a:pt x="181204" y="98493"/>
                </a:lnTo>
                <a:lnTo>
                  <a:pt x="182303" y="98740"/>
                </a:lnTo>
                <a:lnTo>
                  <a:pt x="183421" y="98916"/>
                </a:lnTo>
                <a:lnTo>
                  <a:pt x="184558" y="99022"/>
                </a:lnTo>
                <a:lnTo>
                  <a:pt x="185714" y="99057"/>
                </a:lnTo>
                <a:lnTo>
                  <a:pt x="186521" y="99037"/>
                </a:lnTo>
                <a:lnTo>
                  <a:pt x="187304" y="98977"/>
                </a:lnTo>
                <a:lnTo>
                  <a:pt x="188061" y="98877"/>
                </a:lnTo>
                <a:lnTo>
                  <a:pt x="188793" y="98737"/>
                </a:lnTo>
                <a:lnTo>
                  <a:pt x="189499" y="98557"/>
                </a:lnTo>
                <a:lnTo>
                  <a:pt x="190181" y="98337"/>
                </a:lnTo>
                <a:lnTo>
                  <a:pt x="190837" y="98077"/>
                </a:lnTo>
                <a:lnTo>
                  <a:pt x="191468" y="97777"/>
                </a:lnTo>
                <a:lnTo>
                  <a:pt x="192073" y="97437"/>
                </a:lnTo>
                <a:lnTo>
                  <a:pt x="192653" y="97057"/>
                </a:lnTo>
                <a:lnTo>
                  <a:pt x="193208" y="96637"/>
                </a:lnTo>
                <a:lnTo>
                  <a:pt x="193738" y="96177"/>
                </a:lnTo>
                <a:lnTo>
                  <a:pt x="194234" y="95689"/>
                </a:lnTo>
                <a:lnTo>
                  <a:pt x="194686" y="95184"/>
                </a:lnTo>
                <a:lnTo>
                  <a:pt x="195096" y="94663"/>
                </a:lnTo>
                <a:lnTo>
                  <a:pt x="195462" y="94126"/>
                </a:lnTo>
                <a:lnTo>
                  <a:pt x="195785" y="93572"/>
                </a:lnTo>
                <a:lnTo>
                  <a:pt x="196065" y="93002"/>
                </a:lnTo>
                <a:lnTo>
                  <a:pt x="196302" y="92416"/>
                </a:lnTo>
                <a:lnTo>
                  <a:pt x="196496" y="91814"/>
                </a:lnTo>
                <a:lnTo>
                  <a:pt x="196647" y="91195"/>
                </a:lnTo>
                <a:lnTo>
                  <a:pt x="196755" y="90560"/>
                </a:lnTo>
                <a:lnTo>
                  <a:pt x="196819" y="89908"/>
                </a:lnTo>
                <a:lnTo>
                  <a:pt x="196841" y="89241"/>
                </a:lnTo>
                <a:lnTo>
                  <a:pt x="196817" y="88433"/>
                </a:lnTo>
                <a:lnTo>
                  <a:pt x="196745" y="87648"/>
                </a:lnTo>
                <a:lnTo>
                  <a:pt x="196625" y="86884"/>
                </a:lnTo>
                <a:lnTo>
                  <a:pt x="196457" y="86142"/>
                </a:lnTo>
                <a:lnTo>
                  <a:pt x="196240" y="85422"/>
                </a:lnTo>
                <a:lnTo>
                  <a:pt x="195976" y="84723"/>
                </a:lnTo>
                <a:lnTo>
                  <a:pt x="195664" y="84046"/>
                </a:lnTo>
                <a:lnTo>
                  <a:pt x="195303" y="83391"/>
                </a:lnTo>
                <a:lnTo>
                  <a:pt x="194895" y="82758"/>
                </a:lnTo>
                <a:lnTo>
                  <a:pt x="194439" y="82147"/>
                </a:lnTo>
                <a:lnTo>
                  <a:pt x="193934" y="81557"/>
                </a:lnTo>
                <a:lnTo>
                  <a:pt x="193382" y="80989"/>
                </a:lnTo>
                <a:lnTo>
                  <a:pt x="192757" y="80420"/>
                </a:lnTo>
                <a:lnTo>
                  <a:pt x="192037" y="79825"/>
                </a:lnTo>
                <a:lnTo>
                  <a:pt x="191222" y="79207"/>
                </a:lnTo>
                <a:lnTo>
                  <a:pt x="190310" y="78563"/>
                </a:lnTo>
                <a:lnTo>
                  <a:pt x="189304" y="77895"/>
                </a:lnTo>
                <a:lnTo>
                  <a:pt x="188201" y="77202"/>
                </a:lnTo>
                <a:lnTo>
                  <a:pt x="187003" y="76484"/>
                </a:lnTo>
                <a:lnTo>
                  <a:pt x="185710" y="75742"/>
                </a:lnTo>
                <a:lnTo>
                  <a:pt x="184320" y="74975"/>
                </a:lnTo>
                <a:lnTo>
                  <a:pt x="182836" y="74183"/>
                </a:lnTo>
                <a:lnTo>
                  <a:pt x="181255" y="73367"/>
                </a:lnTo>
                <a:lnTo>
                  <a:pt x="179579" y="72526"/>
                </a:lnTo>
                <a:lnTo>
                  <a:pt x="177905" y="71679"/>
                </a:lnTo>
                <a:lnTo>
                  <a:pt x="176330" y="70846"/>
                </a:lnTo>
                <a:lnTo>
                  <a:pt x="174854" y="70027"/>
                </a:lnTo>
                <a:lnTo>
                  <a:pt x="173477" y="69221"/>
                </a:lnTo>
                <a:lnTo>
                  <a:pt x="172199" y="68430"/>
                </a:lnTo>
                <a:lnTo>
                  <a:pt x="171020" y="67652"/>
                </a:lnTo>
                <a:lnTo>
                  <a:pt x="169940" y="66888"/>
                </a:lnTo>
                <a:lnTo>
                  <a:pt x="168959" y="66138"/>
                </a:lnTo>
                <a:lnTo>
                  <a:pt x="168077" y="65402"/>
                </a:lnTo>
                <a:lnTo>
                  <a:pt x="167295" y="64680"/>
                </a:lnTo>
                <a:lnTo>
                  <a:pt x="166611" y="63972"/>
                </a:lnTo>
                <a:lnTo>
                  <a:pt x="166027" y="63277"/>
                </a:lnTo>
                <a:lnTo>
                  <a:pt x="165514" y="62586"/>
                </a:lnTo>
                <a:lnTo>
                  <a:pt x="165046" y="61866"/>
                </a:lnTo>
                <a:lnTo>
                  <a:pt x="164622" y="61116"/>
                </a:lnTo>
                <a:lnTo>
                  <a:pt x="164243" y="60337"/>
                </a:lnTo>
                <a:lnTo>
                  <a:pt x="163909" y="59528"/>
                </a:lnTo>
                <a:lnTo>
                  <a:pt x="163619" y="58689"/>
                </a:lnTo>
                <a:lnTo>
                  <a:pt x="163374" y="57820"/>
                </a:lnTo>
                <a:lnTo>
                  <a:pt x="163173" y="56922"/>
                </a:lnTo>
                <a:lnTo>
                  <a:pt x="163017" y="55995"/>
                </a:lnTo>
                <a:lnTo>
                  <a:pt x="162906" y="55037"/>
                </a:lnTo>
                <a:lnTo>
                  <a:pt x="162839" y="54050"/>
                </a:lnTo>
                <a:lnTo>
                  <a:pt x="162817" y="53033"/>
                </a:lnTo>
                <a:lnTo>
                  <a:pt x="162855" y="51712"/>
                </a:lnTo>
                <a:lnTo>
                  <a:pt x="162970" y="50427"/>
                </a:lnTo>
                <a:lnTo>
                  <a:pt x="163162" y="49179"/>
                </a:lnTo>
                <a:lnTo>
                  <a:pt x="163431" y="47967"/>
                </a:lnTo>
                <a:lnTo>
                  <a:pt x="163777" y="46792"/>
                </a:lnTo>
                <a:lnTo>
                  <a:pt x="164199" y="45654"/>
                </a:lnTo>
                <a:lnTo>
                  <a:pt x="164698" y="44551"/>
                </a:lnTo>
                <a:lnTo>
                  <a:pt x="165274" y="43486"/>
                </a:lnTo>
                <a:lnTo>
                  <a:pt x="165926" y="42457"/>
                </a:lnTo>
                <a:lnTo>
                  <a:pt x="166656" y="41465"/>
                </a:lnTo>
                <a:lnTo>
                  <a:pt x="167462" y="40509"/>
                </a:lnTo>
                <a:lnTo>
                  <a:pt x="168345" y="39590"/>
                </a:lnTo>
                <a:lnTo>
                  <a:pt x="169289" y="38726"/>
                </a:lnTo>
                <a:lnTo>
                  <a:pt x="170278" y="37937"/>
                </a:lnTo>
                <a:lnTo>
                  <a:pt x="171312" y="37224"/>
                </a:lnTo>
                <a:lnTo>
                  <a:pt x="172391" y="36586"/>
                </a:lnTo>
                <a:lnTo>
                  <a:pt x="173515" y="36022"/>
                </a:lnTo>
                <a:lnTo>
                  <a:pt x="174684" y="35534"/>
                </a:lnTo>
                <a:lnTo>
                  <a:pt x="175899" y="35121"/>
                </a:lnTo>
                <a:lnTo>
                  <a:pt x="177158" y="34783"/>
                </a:lnTo>
                <a:lnTo>
                  <a:pt x="178462" y="34520"/>
                </a:lnTo>
                <a:lnTo>
                  <a:pt x="179812" y="34332"/>
                </a:lnTo>
                <a:lnTo>
                  <a:pt x="181207" y="34220"/>
                </a:lnTo>
                <a:lnTo>
                  <a:pt x="182646" y="34182"/>
                </a:lnTo>
                <a:lnTo>
                  <a:pt x="183300" y="34194"/>
                </a:lnTo>
                <a:lnTo>
                  <a:pt x="183976" y="34228"/>
                </a:lnTo>
                <a:lnTo>
                  <a:pt x="184675" y="34285"/>
                </a:lnTo>
                <a:lnTo>
                  <a:pt x="185397" y="34364"/>
                </a:lnTo>
                <a:lnTo>
                  <a:pt x="186141" y="34466"/>
                </a:lnTo>
                <a:lnTo>
                  <a:pt x="186908" y="34592"/>
                </a:lnTo>
                <a:lnTo>
                  <a:pt x="187698" y="34739"/>
                </a:lnTo>
                <a:lnTo>
                  <a:pt x="188511" y="34910"/>
                </a:lnTo>
                <a:lnTo>
                  <a:pt x="189347" y="35103"/>
                </a:lnTo>
                <a:lnTo>
                  <a:pt x="190205" y="35320"/>
                </a:lnTo>
                <a:lnTo>
                  <a:pt x="191087" y="35558"/>
                </a:lnTo>
                <a:lnTo>
                  <a:pt x="191991" y="35820"/>
                </a:lnTo>
                <a:lnTo>
                  <a:pt x="192580" y="35991"/>
                </a:lnTo>
                <a:lnTo>
                  <a:pt x="193136" y="36146"/>
                </a:lnTo>
                <a:lnTo>
                  <a:pt x="193658" y="36287"/>
                </a:lnTo>
                <a:lnTo>
                  <a:pt x="194146" y="36413"/>
                </a:lnTo>
                <a:lnTo>
                  <a:pt x="194601" y="36525"/>
                </a:lnTo>
                <a:lnTo>
                  <a:pt x="195022" y="36621"/>
                </a:lnTo>
                <a:lnTo>
                  <a:pt x="195409" y="36703"/>
                </a:lnTo>
                <a:lnTo>
                  <a:pt x="195763" y="36770"/>
                </a:lnTo>
                <a:lnTo>
                  <a:pt x="196083" y="36821"/>
                </a:lnTo>
                <a:lnTo>
                  <a:pt x="196369" y="36859"/>
                </a:lnTo>
                <a:lnTo>
                  <a:pt x="196622" y="36881"/>
                </a:lnTo>
                <a:lnTo>
                  <a:pt x="196841" y="36888"/>
                </a:lnTo>
                <a:lnTo>
                  <a:pt x="197028" y="36885"/>
                </a:lnTo>
                <a:lnTo>
                  <a:pt x="197208" y="36874"/>
                </a:lnTo>
                <a:lnTo>
                  <a:pt x="197380" y="36857"/>
                </a:lnTo>
                <a:lnTo>
                  <a:pt x="197546" y="36833"/>
                </a:lnTo>
                <a:lnTo>
                  <a:pt x="197705" y="36802"/>
                </a:lnTo>
                <a:lnTo>
                  <a:pt x="197857" y="36764"/>
                </a:lnTo>
                <a:lnTo>
                  <a:pt x="198003" y="36719"/>
                </a:lnTo>
                <a:lnTo>
                  <a:pt x="198141" y="36667"/>
                </a:lnTo>
                <a:lnTo>
                  <a:pt x="198272" y="36608"/>
                </a:lnTo>
                <a:lnTo>
                  <a:pt x="198396" y="36542"/>
                </a:lnTo>
                <a:lnTo>
                  <a:pt x="198514" y="36469"/>
                </a:lnTo>
                <a:lnTo>
                  <a:pt x="198624" y="36390"/>
                </a:lnTo>
                <a:lnTo>
                  <a:pt x="198733" y="36298"/>
                </a:lnTo>
                <a:lnTo>
                  <a:pt x="198844" y="36190"/>
                </a:lnTo>
                <a:lnTo>
                  <a:pt x="198959" y="36065"/>
                </a:lnTo>
                <a:lnTo>
                  <a:pt x="199076" y="35923"/>
                </a:lnTo>
                <a:lnTo>
                  <a:pt x="199196" y="35764"/>
                </a:lnTo>
                <a:lnTo>
                  <a:pt x="199320" y="35589"/>
                </a:lnTo>
                <a:lnTo>
                  <a:pt x="199446" y="35396"/>
                </a:lnTo>
                <a:lnTo>
                  <a:pt x="199575" y="35187"/>
                </a:lnTo>
                <a:lnTo>
                  <a:pt x="199708" y="34961"/>
                </a:lnTo>
                <a:lnTo>
                  <a:pt x="199843" y="34718"/>
                </a:lnTo>
                <a:lnTo>
                  <a:pt x="199981" y="34459"/>
                </a:lnTo>
                <a:lnTo>
                  <a:pt x="200122" y="34182"/>
                </a:lnTo>
                <a:lnTo>
                  <a:pt x="202476" y="34182"/>
                </a:lnTo>
                <a:close/>
                <a:moveTo>
                  <a:pt x="253876" y="91864"/>
                </a:moveTo>
                <a:lnTo>
                  <a:pt x="252252" y="93113"/>
                </a:lnTo>
                <a:lnTo>
                  <a:pt x="250732" y="94270"/>
                </a:lnTo>
                <a:lnTo>
                  <a:pt x="249315" y="95336"/>
                </a:lnTo>
                <a:lnTo>
                  <a:pt x="248003" y="96311"/>
                </a:lnTo>
                <a:lnTo>
                  <a:pt x="246795" y="97196"/>
                </a:lnTo>
                <a:lnTo>
                  <a:pt x="245691" y="97989"/>
                </a:lnTo>
                <a:lnTo>
                  <a:pt x="244691" y="98691"/>
                </a:lnTo>
                <a:lnTo>
                  <a:pt x="243795" y="99302"/>
                </a:lnTo>
                <a:lnTo>
                  <a:pt x="243003" y="99823"/>
                </a:lnTo>
                <a:lnTo>
                  <a:pt x="242315" y="100252"/>
                </a:lnTo>
                <a:lnTo>
                  <a:pt x="241731" y="100590"/>
                </a:lnTo>
                <a:lnTo>
                  <a:pt x="241251" y="100837"/>
                </a:lnTo>
                <a:lnTo>
                  <a:pt x="240605" y="101133"/>
                </a:lnTo>
                <a:lnTo>
                  <a:pt x="239953" y="101403"/>
                </a:lnTo>
                <a:lnTo>
                  <a:pt x="239294" y="101647"/>
                </a:lnTo>
                <a:lnTo>
                  <a:pt x="238627" y="101866"/>
                </a:lnTo>
                <a:lnTo>
                  <a:pt x="237954" y="102059"/>
                </a:lnTo>
                <a:lnTo>
                  <a:pt x="237274" y="102226"/>
                </a:lnTo>
                <a:lnTo>
                  <a:pt x="236587" y="102367"/>
                </a:lnTo>
                <a:lnTo>
                  <a:pt x="235893" y="102483"/>
                </a:lnTo>
                <a:lnTo>
                  <a:pt x="235192" y="102573"/>
                </a:lnTo>
                <a:lnTo>
                  <a:pt x="234484" y="102637"/>
                </a:lnTo>
                <a:lnTo>
                  <a:pt x="233770" y="102676"/>
                </a:lnTo>
                <a:lnTo>
                  <a:pt x="233048" y="102689"/>
                </a:lnTo>
                <a:lnTo>
                  <a:pt x="231935" y="102657"/>
                </a:lnTo>
                <a:lnTo>
                  <a:pt x="230855" y="102560"/>
                </a:lnTo>
                <a:lnTo>
                  <a:pt x="229809" y="102400"/>
                </a:lnTo>
                <a:lnTo>
                  <a:pt x="228796" y="102175"/>
                </a:lnTo>
                <a:lnTo>
                  <a:pt x="227816" y="101885"/>
                </a:lnTo>
                <a:lnTo>
                  <a:pt x="226869" y="101532"/>
                </a:lnTo>
                <a:lnTo>
                  <a:pt x="225955" y="101114"/>
                </a:lnTo>
                <a:lnTo>
                  <a:pt x="225075" y="100632"/>
                </a:lnTo>
                <a:lnTo>
                  <a:pt x="224227" y="100085"/>
                </a:lnTo>
                <a:lnTo>
                  <a:pt x="223413" y="99474"/>
                </a:lnTo>
                <a:lnTo>
                  <a:pt x="222632" y="98799"/>
                </a:lnTo>
                <a:lnTo>
                  <a:pt x="221885" y="98060"/>
                </a:lnTo>
                <a:lnTo>
                  <a:pt x="221184" y="97268"/>
                </a:lnTo>
                <a:lnTo>
                  <a:pt x="220544" y="96436"/>
                </a:lnTo>
                <a:lnTo>
                  <a:pt x="219966" y="95563"/>
                </a:lnTo>
                <a:lnTo>
                  <a:pt x="219448" y="94650"/>
                </a:lnTo>
                <a:lnTo>
                  <a:pt x="218991" y="93696"/>
                </a:lnTo>
                <a:lnTo>
                  <a:pt x="218595" y="92701"/>
                </a:lnTo>
                <a:lnTo>
                  <a:pt x="218260" y="91666"/>
                </a:lnTo>
                <a:lnTo>
                  <a:pt x="217985" y="90591"/>
                </a:lnTo>
                <a:lnTo>
                  <a:pt x="217772" y="89474"/>
                </a:lnTo>
                <a:lnTo>
                  <a:pt x="217620" y="88318"/>
                </a:lnTo>
                <a:lnTo>
                  <a:pt x="217528" y="87120"/>
                </a:lnTo>
                <a:lnTo>
                  <a:pt x="217498" y="85883"/>
                </a:lnTo>
                <a:lnTo>
                  <a:pt x="217513" y="85096"/>
                </a:lnTo>
                <a:lnTo>
                  <a:pt x="217557" y="84328"/>
                </a:lnTo>
                <a:lnTo>
                  <a:pt x="217632" y="83577"/>
                </a:lnTo>
                <a:lnTo>
                  <a:pt x="217736" y="82844"/>
                </a:lnTo>
                <a:lnTo>
                  <a:pt x="217869" y="82129"/>
                </a:lnTo>
                <a:lnTo>
                  <a:pt x="218033" y="81432"/>
                </a:lnTo>
                <a:lnTo>
                  <a:pt x="218226" y="80752"/>
                </a:lnTo>
                <a:lnTo>
                  <a:pt x="218449" y="80091"/>
                </a:lnTo>
                <a:lnTo>
                  <a:pt x="218702" y="79447"/>
                </a:lnTo>
                <a:lnTo>
                  <a:pt x="218984" y="78821"/>
                </a:lnTo>
                <a:lnTo>
                  <a:pt x="219296" y="78212"/>
                </a:lnTo>
                <a:lnTo>
                  <a:pt x="219638" y="77622"/>
                </a:lnTo>
                <a:lnTo>
                  <a:pt x="220155" y="76819"/>
                </a:lnTo>
                <a:lnTo>
                  <a:pt x="220733" y="76024"/>
                </a:lnTo>
                <a:lnTo>
                  <a:pt x="221370" y="75236"/>
                </a:lnTo>
                <a:lnTo>
                  <a:pt x="222067" y="74457"/>
                </a:lnTo>
                <a:lnTo>
                  <a:pt x="222824" y="73685"/>
                </a:lnTo>
                <a:lnTo>
                  <a:pt x="223641" y="72922"/>
                </a:lnTo>
                <a:lnTo>
                  <a:pt x="224518" y="72166"/>
                </a:lnTo>
                <a:lnTo>
                  <a:pt x="225455" y="71419"/>
                </a:lnTo>
                <a:lnTo>
                  <a:pt x="226452" y="70679"/>
                </a:lnTo>
                <a:lnTo>
                  <a:pt x="227509" y="69947"/>
                </a:lnTo>
                <a:lnTo>
                  <a:pt x="228626" y="69223"/>
                </a:lnTo>
                <a:lnTo>
                  <a:pt x="229802" y="68507"/>
                </a:lnTo>
                <a:lnTo>
                  <a:pt x="231076" y="67782"/>
                </a:lnTo>
                <a:lnTo>
                  <a:pt x="232482" y="67031"/>
                </a:lnTo>
                <a:lnTo>
                  <a:pt x="234022" y="66255"/>
                </a:lnTo>
                <a:lnTo>
                  <a:pt x="235695" y="65452"/>
                </a:lnTo>
                <a:lnTo>
                  <a:pt x="237501" y="64625"/>
                </a:lnTo>
                <a:lnTo>
                  <a:pt x="239441" y="63771"/>
                </a:lnTo>
                <a:lnTo>
                  <a:pt x="241513" y="62892"/>
                </a:lnTo>
                <a:lnTo>
                  <a:pt x="243720" y="61987"/>
                </a:lnTo>
                <a:lnTo>
                  <a:pt x="246059" y="61056"/>
                </a:lnTo>
                <a:lnTo>
                  <a:pt x="248531" y="60100"/>
                </a:lnTo>
                <a:lnTo>
                  <a:pt x="251137" y="59117"/>
                </a:lnTo>
                <a:lnTo>
                  <a:pt x="253876" y="58110"/>
                </a:lnTo>
                <a:lnTo>
                  <a:pt x="253876" y="55546"/>
                </a:lnTo>
                <a:lnTo>
                  <a:pt x="253855" y="53962"/>
                </a:lnTo>
                <a:lnTo>
                  <a:pt x="253790" y="52464"/>
                </a:lnTo>
                <a:lnTo>
                  <a:pt x="253682" y="51051"/>
                </a:lnTo>
                <a:lnTo>
                  <a:pt x="253531" y="49722"/>
                </a:lnTo>
                <a:lnTo>
                  <a:pt x="253337" y="48479"/>
                </a:lnTo>
                <a:lnTo>
                  <a:pt x="253100" y="47321"/>
                </a:lnTo>
                <a:lnTo>
                  <a:pt x="252820" y="46248"/>
                </a:lnTo>
                <a:lnTo>
                  <a:pt x="252497" y="45260"/>
                </a:lnTo>
                <a:lnTo>
                  <a:pt x="252131" y="44357"/>
                </a:lnTo>
                <a:lnTo>
                  <a:pt x="251721" y="43539"/>
                </a:lnTo>
                <a:lnTo>
                  <a:pt x="251269" y="42806"/>
                </a:lnTo>
                <a:lnTo>
                  <a:pt x="250773" y="42158"/>
                </a:lnTo>
                <a:lnTo>
                  <a:pt x="250237" y="41578"/>
                </a:lnTo>
                <a:lnTo>
                  <a:pt x="249661" y="41048"/>
                </a:lnTo>
                <a:lnTo>
                  <a:pt x="249046" y="40569"/>
                </a:lnTo>
                <a:lnTo>
                  <a:pt x="248392" y="40140"/>
                </a:lnTo>
                <a:lnTo>
                  <a:pt x="247698" y="39762"/>
                </a:lnTo>
                <a:lnTo>
                  <a:pt x="246966" y="39434"/>
                </a:lnTo>
                <a:lnTo>
                  <a:pt x="246194" y="39157"/>
                </a:lnTo>
                <a:lnTo>
                  <a:pt x="245384" y="38930"/>
                </a:lnTo>
                <a:lnTo>
                  <a:pt x="244534" y="38753"/>
                </a:lnTo>
                <a:lnTo>
                  <a:pt x="243645" y="38627"/>
                </a:lnTo>
                <a:lnTo>
                  <a:pt x="242717" y="38551"/>
                </a:lnTo>
                <a:lnTo>
                  <a:pt x="241750" y="38526"/>
                </a:lnTo>
                <a:lnTo>
                  <a:pt x="241014" y="38543"/>
                </a:lnTo>
                <a:lnTo>
                  <a:pt x="240304" y="38593"/>
                </a:lnTo>
                <a:lnTo>
                  <a:pt x="239619" y="38677"/>
                </a:lnTo>
                <a:lnTo>
                  <a:pt x="238960" y="38794"/>
                </a:lnTo>
                <a:lnTo>
                  <a:pt x="238327" y="38945"/>
                </a:lnTo>
                <a:lnTo>
                  <a:pt x="237720" y="39129"/>
                </a:lnTo>
                <a:lnTo>
                  <a:pt x="237138" y="39347"/>
                </a:lnTo>
                <a:lnTo>
                  <a:pt x="236583" y="39598"/>
                </a:lnTo>
                <a:lnTo>
                  <a:pt x="236053" y="39883"/>
                </a:lnTo>
                <a:lnTo>
                  <a:pt x="235548" y="40201"/>
                </a:lnTo>
                <a:lnTo>
                  <a:pt x="235070" y="40553"/>
                </a:lnTo>
                <a:lnTo>
                  <a:pt x="234617" y="40938"/>
                </a:lnTo>
                <a:lnTo>
                  <a:pt x="234184" y="41345"/>
                </a:lnTo>
                <a:lnTo>
                  <a:pt x="233789" y="41762"/>
                </a:lnTo>
                <a:lnTo>
                  <a:pt x="233431" y="42189"/>
                </a:lnTo>
                <a:lnTo>
                  <a:pt x="233111" y="42626"/>
                </a:lnTo>
                <a:lnTo>
                  <a:pt x="232829" y="43072"/>
                </a:lnTo>
                <a:lnTo>
                  <a:pt x="232584" y="43528"/>
                </a:lnTo>
                <a:lnTo>
                  <a:pt x="232377" y="43994"/>
                </a:lnTo>
                <a:lnTo>
                  <a:pt x="232208" y="44470"/>
                </a:lnTo>
                <a:lnTo>
                  <a:pt x="232076" y="44956"/>
                </a:lnTo>
                <a:lnTo>
                  <a:pt x="231982" y="45452"/>
                </a:lnTo>
                <a:lnTo>
                  <a:pt x="231925" y="45958"/>
                </a:lnTo>
                <a:lnTo>
                  <a:pt x="231907" y="46473"/>
                </a:lnTo>
                <a:lnTo>
                  <a:pt x="232049" y="50588"/>
                </a:lnTo>
                <a:lnTo>
                  <a:pt x="232038" y="51121"/>
                </a:lnTo>
                <a:lnTo>
                  <a:pt x="232003" y="51634"/>
                </a:lnTo>
                <a:lnTo>
                  <a:pt x="231944" y="52126"/>
                </a:lnTo>
                <a:lnTo>
                  <a:pt x="231863" y="52597"/>
                </a:lnTo>
                <a:lnTo>
                  <a:pt x="231758" y="53048"/>
                </a:lnTo>
                <a:lnTo>
                  <a:pt x="231630" y="53478"/>
                </a:lnTo>
                <a:lnTo>
                  <a:pt x="231479" y="53887"/>
                </a:lnTo>
                <a:lnTo>
                  <a:pt x="231304" y="54276"/>
                </a:lnTo>
                <a:lnTo>
                  <a:pt x="231106" y="54644"/>
                </a:lnTo>
                <a:lnTo>
                  <a:pt x="230885" y="54991"/>
                </a:lnTo>
                <a:lnTo>
                  <a:pt x="230641" y="55318"/>
                </a:lnTo>
                <a:lnTo>
                  <a:pt x="230373" y="55624"/>
                </a:lnTo>
                <a:lnTo>
                  <a:pt x="230086" y="55907"/>
                </a:lnTo>
                <a:lnTo>
                  <a:pt x="229785" y="56166"/>
                </a:lnTo>
                <a:lnTo>
                  <a:pt x="229470" y="56400"/>
                </a:lnTo>
                <a:lnTo>
                  <a:pt x="229141" y="56609"/>
                </a:lnTo>
                <a:lnTo>
                  <a:pt x="228797" y="56794"/>
                </a:lnTo>
                <a:lnTo>
                  <a:pt x="228438" y="56954"/>
                </a:lnTo>
                <a:lnTo>
                  <a:pt x="228065" y="57090"/>
                </a:lnTo>
                <a:lnTo>
                  <a:pt x="227678" y="57200"/>
                </a:lnTo>
                <a:lnTo>
                  <a:pt x="227277" y="57287"/>
                </a:lnTo>
                <a:lnTo>
                  <a:pt x="226861" y="57348"/>
                </a:lnTo>
                <a:lnTo>
                  <a:pt x="226431" y="57385"/>
                </a:lnTo>
                <a:lnTo>
                  <a:pt x="225986" y="57398"/>
                </a:lnTo>
                <a:lnTo>
                  <a:pt x="225553" y="57385"/>
                </a:lnTo>
                <a:lnTo>
                  <a:pt x="225133" y="57346"/>
                </a:lnTo>
                <a:lnTo>
                  <a:pt x="224727" y="57282"/>
                </a:lnTo>
                <a:lnTo>
                  <a:pt x="224334" y="57193"/>
                </a:lnTo>
                <a:lnTo>
                  <a:pt x="223954" y="57077"/>
                </a:lnTo>
                <a:lnTo>
                  <a:pt x="223588" y="56936"/>
                </a:lnTo>
                <a:lnTo>
                  <a:pt x="223235" y="56770"/>
                </a:lnTo>
                <a:lnTo>
                  <a:pt x="222895" y="56578"/>
                </a:lnTo>
                <a:lnTo>
                  <a:pt x="222569" y="56360"/>
                </a:lnTo>
                <a:lnTo>
                  <a:pt x="222256" y="56116"/>
                </a:lnTo>
                <a:lnTo>
                  <a:pt x="221957" y="55847"/>
                </a:lnTo>
                <a:lnTo>
                  <a:pt x="221671" y="55553"/>
                </a:lnTo>
                <a:lnTo>
                  <a:pt x="221403" y="55235"/>
                </a:lnTo>
                <a:lnTo>
                  <a:pt x="221159" y="54899"/>
                </a:lnTo>
                <a:lnTo>
                  <a:pt x="220937" y="54545"/>
                </a:lnTo>
                <a:lnTo>
                  <a:pt x="220740" y="54171"/>
                </a:lnTo>
                <a:lnTo>
                  <a:pt x="220565" y="53779"/>
                </a:lnTo>
                <a:lnTo>
                  <a:pt x="220414" y="53368"/>
                </a:lnTo>
                <a:lnTo>
                  <a:pt x="220286" y="52939"/>
                </a:lnTo>
                <a:lnTo>
                  <a:pt x="220181" y="52490"/>
                </a:lnTo>
                <a:lnTo>
                  <a:pt x="220099" y="52023"/>
                </a:lnTo>
                <a:lnTo>
                  <a:pt x="220041" y="51538"/>
                </a:lnTo>
                <a:lnTo>
                  <a:pt x="220006" y="51033"/>
                </a:lnTo>
                <a:lnTo>
                  <a:pt x="219995" y="50510"/>
                </a:lnTo>
                <a:lnTo>
                  <a:pt x="220038" y="49499"/>
                </a:lnTo>
                <a:lnTo>
                  <a:pt x="220169" y="48503"/>
                </a:lnTo>
                <a:lnTo>
                  <a:pt x="220387" y="47520"/>
                </a:lnTo>
                <a:lnTo>
                  <a:pt x="220692" y="46551"/>
                </a:lnTo>
                <a:lnTo>
                  <a:pt x="221084" y="45595"/>
                </a:lnTo>
                <a:lnTo>
                  <a:pt x="221564" y="44654"/>
                </a:lnTo>
                <a:lnTo>
                  <a:pt x="222130" y="43726"/>
                </a:lnTo>
                <a:lnTo>
                  <a:pt x="222784" y="42812"/>
                </a:lnTo>
                <a:lnTo>
                  <a:pt x="223525" y="41912"/>
                </a:lnTo>
                <a:lnTo>
                  <a:pt x="224354" y="41025"/>
                </a:lnTo>
                <a:lnTo>
                  <a:pt x="225269" y="40153"/>
                </a:lnTo>
                <a:lnTo>
                  <a:pt x="226272" y="39294"/>
                </a:lnTo>
                <a:lnTo>
                  <a:pt x="227353" y="38477"/>
                </a:lnTo>
                <a:lnTo>
                  <a:pt x="228505" y="37732"/>
                </a:lnTo>
                <a:lnTo>
                  <a:pt x="229727" y="37057"/>
                </a:lnTo>
                <a:lnTo>
                  <a:pt x="231019" y="36454"/>
                </a:lnTo>
                <a:lnTo>
                  <a:pt x="232382" y="35922"/>
                </a:lnTo>
                <a:lnTo>
                  <a:pt x="233815" y="35460"/>
                </a:lnTo>
                <a:lnTo>
                  <a:pt x="235318" y="35070"/>
                </a:lnTo>
                <a:lnTo>
                  <a:pt x="236892" y="34750"/>
                </a:lnTo>
                <a:lnTo>
                  <a:pt x="238536" y="34502"/>
                </a:lnTo>
                <a:lnTo>
                  <a:pt x="240250" y="34324"/>
                </a:lnTo>
                <a:lnTo>
                  <a:pt x="242035" y="34218"/>
                </a:lnTo>
                <a:lnTo>
                  <a:pt x="243890" y="34182"/>
                </a:lnTo>
                <a:lnTo>
                  <a:pt x="245318" y="34202"/>
                </a:lnTo>
                <a:lnTo>
                  <a:pt x="246703" y="34263"/>
                </a:lnTo>
                <a:lnTo>
                  <a:pt x="248045" y="34364"/>
                </a:lnTo>
                <a:lnTo>
                  <a:pt x="249343" y="34506"/>
                </a:lnTo>
                <a:lnTo>
                  <a:pt x="250597" y="34688"/>
                </a:lnTo>
                <a:lnTo>
                  <a:pt x="251807" y="34911"/>
                </a:lnTo>
                <a:lnTo>
                  <a:pt x="252975" y="35174"/>
                </a:lnTo>
                <a:lnTo>
                  <a:pt x="254098" y="35478"/>
                </a:lnTo>
                <a:lnTo>
                  <a:pt x="255178" y="35822"/>
                </a:lnTo>
                <a:lnTo>
                  <a:pt x="256214" y="36207"/>
                </a:lnTo>
                <a:lnTo>
                  <a:pt x="257207" y="36632"/>
                </a:lnTo>
                <a:lnTo>
                  <a:pt x="258156" y="37097"/>
                </a:lnTo>
                <a:lnTo>
                  <a:pt x="258842" y="37482"/>
                </a:lnTo>
                <a:lnTo>
                  <a:pt x="259497" y="37902"/>
                </a:lnTo>
                <a:lnTo>
                  <a:pt x="260122" y="38356"/>
                </a:lnTo>
                <a:lnTo>
                  <a:pt x="260716" y="38844"/>
                </a:lnTo>
                <a:lnTo>
                  <a:pt x="261279" y="39368"/>
                </a:lnTo>
                <a:lnTo>
                  <a:pt x="261811" y="39925"/>
                </a:lnTo>
                <a:lnTo>
                  <a:pt x="262313" y="40518"/>
                </a:lnTo>
                <a:lnTo>
                  <a:pt x="262784" y="41145"/>
                </a:lnTo>
                <a:lnTo>
                  <a:pt x="263225" y="41806"/>
                </a:lnTo>
                <a:lnTo>
                  <a:pt x="263634" y="42502"/>
                </a:lnTo>
                <a:lnTo>
                  <a:pt x="264013" y="43233"/>
                </a:lnTo>
                <a:lnTo>
                  <a:pt x="264361" y="43998"/>
                </a:lnTo>
                <a:lnTo>
                  <a:pt x="264567" y="44552"/>
                </a:lnTo>
                <a:lnTo>
                  <a:pt x="264754" y="45195"/>
                </a:lnTo>
                <a:lnTo>
                  <a:pt x="264923" y="45927"/>
                </a:lnTo>
                <a:lnTo>
                  <a:pt x="265075" y="46748"/>
                </a:lnTo>
                <a:lnTo>
                  <a:pt x="265209" y="47658"/>
                </a:lnTo>
                <a:lnTo>
                  <a:pt x="265324" y="48657"/>
                </a:lnTo>
                <a:lnTo>
                  <a:pt x="265423" y="49744"/>
                </a:lnTo>
                <a:lnTo>
                  <a:pt x="265503" y="50921"/>
                </a:lnTo>
                <a:lnTo>
                  <a:pt x="265565" y="52186"/>
                </a:lnTo>
                <a:lnTo>
                  <a:pt x="265610" y="53541"/>
                </a:lnTo>
                <a:lnTo>
                  <a:pt x="265637" y="54984"/>
                </a:lnTo>
                <a:lnTo>
                  <a:pt x="265645" y="56516"/>
                </a:lnTo>
                <a:lnTo>
                  <a:pt x="265645" y="78637"/>
                </a:lnTo>
                <a:lnTo>
                  <a:pt x="265648" y="80140"/>
                </a:lnTo>
                <a:lnTo>
                  <a:pt x="265655" y="81542"/>
                </a:lnTo>
                <a:lnTo>
                  <a:pt x="265668" y="82844"/>
                </a:lnTo>
                <a:lnTo>
                  <a:pt x="265685" y="84046"/>
                </a:lnTo>
                <a:lnTo>
                  <a:pt x="265707" y="85148"/>
                </a:lnTo>
                <a:lnTo>
                  <a:pt x="265735" y="86150"/>
                </a:lnTo>
                <a:lnTo>
                  <a:pt x="265767" y="87051"/>
                </a:lnTo>
                <a:lnTo>
                  <a:pt x="265804" y="87852"/>
                </a:lnTo>
                <a:lnTo>
                  <a:pt x="265846" y="88553"/>
                </a:lnTo>
                <a:lnTo>
                  <a:pt x="265893" y="89153"/>
                </a:lnTo>
                <a:lnTo>
                  <a:pt x="265945" y="89653"/>
                </a:lnTo>
                <a:lnTo>
                  <a:pt x="266002" y="90053"/>
                </a:lnTo>
                <a:lnTo>
                  <a:pt x="266065" y="90393"/>
                </a:lnTo>
                <a:lnTo>
                  <a:pt x="266134" y="90714"/>
                </a:lnTo>
                <a:lnTo>
                  <a:pt x="266209" y="91016"/>
                </a:lnTo>
                <a:lnTo>
                  <a:pt x="266291" y="91298"/>
                </a:lnTo>
                <a:lnTo>
                  <a:pt x="266380" y="91561"/>
                </a:lnTo>
                <a:lnTo>
                  <a:pt x="266475" y="91805"/>
                </a:lnTo>
                <a:lnTo>
                  <a:pt x="266576" y="92030"/>
                </a:lnTo>
                <a:lnTo>
                  <a:pt x="266684" y="92235"/>
                </a:lnTo>
                <a:lnTo>
                  <a:pt x="266798" y="92421"/>
                </a:lnTo>
                <a:lnTo>
                  <a:pt x="266918" y="92588"/>
                </a:lnTo>
                <a:lnTo>
                  <a:pt x="267046" y="92735"/>
                </a:lnTo>
                <a:lnTo>
                  <a:pt x="267179" y="92864"/>
                </a:lnTo>
                <a:lnTo>
                  <a:pt x="267317" y="92977"/>
                </a:lnTo>
                <a:lnTo>
                  <a:pt x="267459" y="93081"/>
                </a:lnTo>
                <a:lnTo>
                  <a:pt x="267605" y="93174"/>
                </a:lnTo>
                <a:lnTo>
                  <a:pt x="267754" y="93258"/>
                </a:lnTo>
                <a:lnTo>
                  <a:pt x="267906" y="93332"/>
                </a:lnTo>
                <a:lnTo>
                  <a:pt x="268062" y="93396"/>
                </a:lnTo>
                <a:lnTo>
                  <a:pt x="268221" y="93450"/>
                </a:lnTo>
                <a:lnTo>
                  <a:pt x="268384" y="93495"/>
                </a:lnTo>
                <a:lnTo>
                  <a:pt x="268550" y="93529"/>
                </a:lnTo>
                <a:lnTo>
                  <a:pt x="268720" y="93554"/>
                </a:lnTo>
                <a:lnTo>
                  <a:pt x="268893" y="93569"/>
                </a:lnTo>
                <a:lnTo>
                  <a:pt x="269069" y="93574"/>
                </a:lnTo>
                <a:lnTo>
                  <a:pt x="269257" y="93570"/>
                </a:lnTo>
                <a:lnTo>
                  <a:pt x="269442" y="93560"/>
                </a:lnTo>
                <a:lnTo>
                  <a:pt x="269622" y="93542"/>
                </a:lnTo>
                <a:lnTo>
                  <a:pt x="269798" y="93518"/>
                </a:lnTo>
                <a:lnTo>
                  <a:pt x="269971" y="93487"/>
                </a:lnTo>
                <a:lnTo>
                  <a:pt x="270139" y="93449"/>
                </a:lnTo>
                <a:lnTo>
                  <a:pt x="270304" y="93404"/>
                </a:lnTo>
                <a:lnTo>
                  <a:pt x="270464" y="93352"/>
                </a:lnTo>
                <a:lnTo>
                  <a:pt x="270621" y="93293"/>
                </a:lnTo>
                <a:lnTo>
                  <a:pt x="270773" y="93227"/>
                </a:lnTo>
                <a:lnTo>
                  <a:pt x="270922" y="93155"/>
                </a:lnTo>
                <a:lnTo>
                  <a:pt x="271066" y="93075"/>
                </a:lnTo>
                <a:lnTo>
                  <a:pt x="271335" y="92898"/>
                </a:lnTo>
                <a:lnTo>
                  <a:pt x="271643" y="92674"/>
                </a:lnTo>
                <a:lnTo>
                  <a:pt x="271989" y="92403"/>
                </a:lnTo>
                <a:lnTo>
                  <a:pt x="272374" y="92086"/>
                </a:lnTo>
                <a:lnTo>
                  <a:pt x="272798" y="91723"/>
                </a:lnTo>
                <a:lnTo>
                  <a:pt x="273260" y="91313"/>
                </a:lnTo>
                <a:lnTo>
                  <a:pt x="273761" y="90856"/>
                </a:lnTo>
                <a:lnTo>
                  <a:pt x="274300" y="90353"/>
                </a:lnTo>
                <a:lnTo>
                  <a:pt x="274878" y="89804"/>
                </a:lnTo>
                <a:lnTo>
                  <a:pt x="275495" y="89208"/>
                </a:lnTo>
                <a:lnTo>
                  <a:pt x="276150" y="88565"/>
                </a:lnTo>
                <a:lnTo>
                  <a:pt x="276844" y="87877"/>
                </a:lnTo>
                <a:lnTo>
                  <a:pt x="276844" y="91864"/>
                </a:lnTo>
                <a:lnTo>
                  <a:pt x="275518" y="93571"/>
                </a:lnTo>
                <a:lnTo>
                  <a:pt x="274201" y="95128"/>
                </a:lnTo>
                <a:lnTo>
                  <a:pt x="272894" y="96538"/>
                </a:lnTo>
                <a:lnTo>
                  <a:pt x="271597" y="97799"/>
                </a:lnTo>
                <a:lnTo>
                  <a:pt x="270311" y="98912"/>
                </a:lnTo>
                <a:lnTo>
                  <a:pt x="269034" y="99876"/>
                </a:lnTo>
                <a:lnTo>
                  <a:pt x="267766" y="100692"/>
                </a:lnTo>
                <a:lnTo>
                  <a:pt x="266509" y="101360"/>
                </a:lnTo>
                <a:lnTo>
                  <a:pt x="265262" y="101879"/>
                </a:lnTo>
                <a:lnTo>
                  <a:pt x="264025" y="102250"/>
                </a:lnTo>
                <a:lnTo>
                  <a:pt x="262797" y="102472"/>
                </a:lnTo>
                <a:lnTo>
                  <a:pt x="261580" y="102546"/>
                </a:lnTo>
                <a:lnTo>
                  <a:pt x="261007" y="102530"/>
                </a:lnTo>
                <a:lnTo>
                  <a:pt x="260454" y="102479"/>
                </a:lnTo>
                <a:lnTo>
                  <a:pt x="259921" y="102395"/>
                </a:lnTo>
                <a:lnTo>
                  <a:pt x="259408" y="102277"/>
                </a:lnTo>
                <a:lnTo>
                  <a:pt x="258915" y="102126"/>
                </a:lnTo>
                <a:lnTo>
                  <a:pt x="258441" y="101941"/>
                </a:lnTo>
                <a:lnTo>
                  <a:pt x="257987" y="101723"/>
                </a:lnTo>
                <a:lnTo>
                  <a:pt x="257553" y="101470"/>
                </a:lnTo>
                <a:lnTo>
                  <a:pt x="257139" y="101184"/>
                </a:lnTo>
                <a:lnTo>
                  <a:pt x="256745" y="100865"/>
                </a:lnTo>
                <a:lnTo>
                  <a:pt x="256371" y="100512"/>
                </a:lnTo>
                <a:lnTo>
                  <a:pt x="256016" y="100125"/>
                </a:lnTo>
                <a:lnTo>
                  <a:pt x="255685" y="99698"/>
                </a:lnTo>
                <a:lnTo>
                  <a:pt x="255382" y="99223"/>
                </a:lnTo>
                <a:lnTo>
                  <a:pt x="255106" y="98701"/>
                </a:lnTo>
                <a:lnTo>
                  <a:pt x="254859" y="98131"/>
                </a:lnTo>
                <a:lnTo>
                  <a:pt x="254639" y="97514"/>
                </a:lnTo>
                <a:lnTo>
                  <a:pt x="254447" y="96849"/>
                </a:lnTo>
                <a:lnTo>
                  <a:pt x="254282" y="96137"/>
                </a:lnTo>
                <a:lnTo>
                  <a:pt x="254146" y="95378"/>
                </a:lnTo>
                <a:lnTo>
                  <a:pt x="254037" y="94571"/>
                </a:lnTo>
                <a:lnTo>
                  <a:pt x="253955" y="93716"/>
                </a:lnTo>
                <a:lnTo>
                  <a:pt x="253902" y="92814"/>
                </a:lnTo>
                <a:lnTo>
                  <a:pt x="253876" y="91864"/>
                </a:lnTo>
                <a:moveTo>
                  <a:pt x="253876" y="87196"/>
                </a:moveTo>
                <a:lnTo>
                  <a:pt x="253876" y="62454"/>
                </a:lnTo>
                <a:lnTo>
                  <a:pt x="252134" y="63145"/>
                </a:lnTo>
                <a:lnTo>
                  <a:pt x="250498" y="63802"/>
                </a:lnTo>
                <a:lnTo>
                  <a:pt x="248968" y="64425"/>
                </a:lnTo>
                <a:lnTo>
                  <a:pt x="247544" y="65013"/>
                </a:lnTo>
                <a:lnTo>
                  <a:pt x="246225" y="65567"/>
                </a:lnTo>
                <a:lnTo>
                  <a:pt x="245013" y="66087"/>
                </a:lnTo>
                <a:lnTo>
                  <a:pt x="243907" y="66572"/>
                </a:lnTo>
                <a:lnTo>
                  <a:pt x="242907" y="67022"/>
                </a:lnTo>
                <a:lnTo>
                  <a:pt x="242013" y="67438"/>
                </a:lnTo>
                <a:lnTo>
                  <a:pt x="241225" y="67820"/>
                </a:lnTo>
                <a:lnTo>
                  <a:pt x="240543" y="68167"/>
                </a:lnTo>
                <a:lnTo>
                  <a:pt x="239967" y="68480"/>
                </a:lnTo>
                <a:lnTo>
                  <a:pt x="239050" y="69002"/>
                </a:lnTo>
                <a:lnTo>
                  <a:pt x="238178" y="69528"/>
                </a:lnTo>
                <a:lnTo>
                  <a:pt x="237350" y="70058"/>
                </a:lnTo>
                <a:lnTo>
                  <a:pt x="236567" y="70591"/>
                </a:lnTo>
                <a:lnTo>
                  <a:pt x="235828" y="71129"/>
                </a:lnTo>
                <a:lnTo>
                  <a:pt x="235134" y="71671"/>
                </a:lnTo>
                <a:lnTo>
                  <a:pt x="234485" y="72216"/>
                </a:lnTo>
                <a:lnTo>
                  <a:pt x="233880" y="72766"/>
                </a:lnTo>
                <a:lnTo>
                  <a:pt x="233320" y="73319"/>
                </a:lnTo>
                <a:lnTo>
                  <a:pt x="232804" y="73876"/>
                </a:lnTo>
                <a:lnTo>
                  <a:pt x="232333" y="74437"/>
                </a:lnTo>
                <a:lnTo>
                  <a:pt x="231907" y="75003"/>
                </a:lnTo>
                <a:lnTo>
                  <a:pt x="231519" y="75574"/>
                </a:lnTo>
                <a:lnTo>
                  <a:pt x="231166" y="76155"/>
                </a:lnTo>
                <a:lnTo>
                  <a:pt x="230846" y="76744"/>
                </a:lnTo>
                <a:lnTo>
                  <a:pt x="230559" y="77342"/>
                </a:lnTo>
                <a:lnTo>
                  <a:pt x="230307" y="77949"/>
                </a:lnTo>
                <a:lnTo>
                  <a:pt x="230088" y="78565"/>
                </a:lnTo>
                <a:lnTo>
                  <a:pt x="229902" y="79190"/>
                </a:lnTo>
                <a:lnTo>
                  <a:pt x="229751" y="79823"/>
                </a:lnTo>
                <a:lnTo>
                  <a:pt x="229633" y="80466"/>
                </a:lnTo>
                <a:lnTo>
                  <a:pt x="229549" y="81117"/>
                </a:lnTo>
                <a:lnTo>
                  <a:pt x="229498" y="81777"/>
                </a:lnTo>
                <a:lnTo>
                  <a:pt x="229481" y="82447"/>
                </a:lnTo>
                <a:lnTo>
                  <a:pt x="229503" y="83285"/>
                </a:lnTo>
                <a:lnTo>
                  <a:pt x="229567" y="84100"/>
                </a:lnTo>
                <a:lnTo>
                  <a:pt x="229673" y="84891"/>
                </a:lnTo>
                <a:lnTo>
                  <a:pt x="229822" y="85657"/>
                </a:lnTo>
                <a:lnTo>
                  <a:pt x="230014" y="86399"/>
                </a:lnTo>
                <a:lnTo>
                  <a:pt x="230248" y="87117"/>
                </a:lnTo>
                <a:lnTo>
                  <a:pt x="230525" y="87811"/>
                </a:lnTo>
                <a:lnTo>
                  <a:pt x="230845" y="88481"/>
                </a:lnTo>
                <a:lnTo>
                  <a:pt x="231207" y="89127"/>
                </a:lnTo>
                <a:lnTo>
                  <a:pt x="231611" y="89748"/>
                </a:lnTo>
                <a:lnTo>
                  <a:pt x="232059" y="90345"/>
                </a:lnTo>
                <a:lnTo>
                  <a:pt x="232549" y="90919"/>
                </a:lnTo>
                <a:lnTo>
                  <a:pt x="233066" y="91456"/>
                </a:lnTo>
                <a:lnTo>
                  <a:pt x="233597" y="91948"/>
                </a:lnTo>
                <a:lnTo>
                  <a:pt x="234140" y="92392"/>
                </a:lnTo>
                <a:lnTo>
                  <a:pt x="234696" y="92789"/>
                </a:lnTo>
                <a:lnTo>
                  <a:pt x="235265" y="93140"/>
                </a:lnTo>
                <a:lnTo>
                  <a:pt x="235848" y="93444"/>
                </a:lnTo>
                <a:lnTo>
                  <a:pt x="236442" y="93701"/>
                </a:lnTo>
                <a:lnTo>
                  <a:pt x="237050" y="93912"/>
                </a:lnTo>
                <a:lnTo>
                  <a:pt x="237671" y="94075"/>
                </a:lnTo>
                <a:lnTo>
                  <a:pt x="238304" y="94192"/>
                </a:lnTo>
                <a:lnTo>
                  <a:pt x="238951" y="94262"/>
                </a:lnTo>
                <a:lnTo>
                  <a:pt x="239610" y="94286"/>
                </a:lnTo>
                <a:lnTo>
                  <a:pt x="240537" y="94236"/>
                </a:lnTo>
                <a:lnTo>
                  <a:pt x="241512" y="94089"/>
                </a:lnTo>
                <a:lnTo>
                  <a:pt x="242535" y="93843"/>
                </a:lnTo>
                <a:lnTo>
                  <a:pt x="243605" y="93498"/>
                </a:lnTo>
                <a:lnTo>
                  <a:pt x="244722" y="93055"/>
                </a:lnTo>
                <a:lnTo>
                  <a:pt x="245887" y="92513"/>
                </a:lnTo>
                <a:lnTo>
                  <a:pt x="247100" y="91873"/>
                </a:lnTo>
                <a:lnTo>
                  <a:pt x="248360" y="91135"/>
                </a:lnTo>
                <a:lnTo>
                  <a:pt x="249668" y="90298"/>
                </a:lnTo>
                <a:lnTo>
                  <a:pt x="251023" y="89362"/>
                </a:lnTo>
                <a:lnTo>
                  <a:pt x="252426" y="88328"/>
                </a:lnTo>
                <a:lnTo>
                  <a:pt x="253876" y="87196"/>
                </a:lnTo>
                <a:close/>
                <a:moveTo>
                  <a:pt x="283035" y="63095"/>
                </a:moveTo>
                <a:lnTo>
                  <a:pt x="319913" y="63095"/>
                </a:lnTo>
                <a:lnTo>
                  <a:pt x="319913" y="73848"/>
                </a:lnTo>
                <a:lnTo>
                  <a:pt x="283035" y="73848"/>
                </a:lnTo>
                <a:lnTo>
                  <a:pt x="283035" y="63095"/>
                </a:lnTo>
                <a:close/>
                <a:moveTo>
                  <a:pt x="349044" y="14527"/>
                </a:moveTo>
                <a:lnTo>
                  <a:pt x="349044" y="36034"/>
                </a:lnTo>
                <a:lnTo>
                  <a:pt x="364308" y="36034"/>
                </a:lnTo>
                <a:lnTo>
                  <a:pt x="364308" y="41019"/>
                </a:lnTo>
                <a:lnTo>
                  <a:pt x="349044" y="41019"/>
                </a:lnTo>
                <a:lnTo>
                  <a:pt x="349044" y="83261"/>
                </a:lnTo>
                <a:lnTo>
                  <a:pt x="349056" y="84288"/>
                </a:lnTo>
                <a:lnTo>
                  <a:pt x="349094" y="85257"/>
                </a:lnTo>
                <a:lnTo>
                  <a:pt x="349157" y="86169"/>
                </a:lnTo>
                <a:lnTo>
                  <a:pt x="349246" y="87024"/>
                </a:lnTo>
                <a:lnTo>
                  <a:pt x="349359" y="87821"/>
                </a:lnTo>
                <a:lnTo>
                  <a:pt x="349498" y="88561"/>
                </a:lnTo>
                <a:lnTo>
                  <a:pt x="349662" y="89244"/>
                </a:lnTo>
                <a:lnTo>
                  <a:pt x="349852" y="89869"/>
                </a:lnTo>
                <a:lnTo>
                  <a:pt x="350067" y="90437"/>
                </a:lnTo>
                <a:lnTo>
                  <a:pt x="350307" y="90948"/>
                </a:lnTo>
                <a:lnTo>
                  <a:pt x="350572" y="91402"/>
                </a:lnTo>
                <a:lnTo>
                  <a:pt x="350862" y="91798"/>
                </a:lnTo>
                <a:lnTo>
                  <a:pt x="351173" y="92150"/>
                </a:lnTo>
                <a:lnTo>
                  <a:pt x="351497" y="92471"/>
                </a:lnTo>
                <a:lnTo>
                  <a:pt x="351837" y="92762"/>
                </a:lnTo>
                <a:lnTo>
                  <a:pt x="352190" y="93022"/>
                </a:lnTo>
                <a:lnTo>
                  <a:pt x="352558" y="93251"/>
                </a:lnTo>
                <a:lnTo>
                  <a:pt x="352940" y="93450"/>
                </a:lnTo>
                <a:lnTo>
                  <a:pt x="353336" y="93618"/>
                </a:lnTo>
                <a:lnTo>
                  <a:pt x="353747" y="93756"/>
                </a:lnTo>
                <a:lnTo>
                  <a:pt x="354173" y="93863"/>
                </a:lnTo>
                <a:lnTo>
                  <a:pt x="354612" y="93940"/>
                </a:lnTo>
                <a:lnTo>
                  <a:pt x="355066" y="93986"/>
                </a:lnTo>
                <a:lnTo>
                  <a:pt x="355535" y="94001"/>
                </a:lnTo>
                <a:lnTo>
                  <a:pt x="355926" y="93991"/>
                </a:lnTo>
                <a:lnTo>
                  <a:pt x="356315" y="93960"/>
                </a:lnTo>
                <a:lnTo>
                  <a:pt x="356703" y="93910"/>
                </a:lnTo>
                <a:lnTo>
                  <a:pt x="357088" y="93839"/>
                </a:lnTo>
                <a:lnTo>
                  <a:pt x="357471" y="93747"/>
                </a:lnTo>
                <a:lnTo>
                  <a:pt x="357853" y="93636"/>
                </a:lnTo>
                <a:lnTo>
                  <a:pt x="358232" y="93504"/>
                </a:lnTo>
                <a:lnTo>
                  <a:pt x="358610" y="93352"/>
                </a:lnTo>
                <a:lnTo>
                  <a:pt x="358985" y="93180"/>
                </a:lnTo>
                <a:lnTo>
                  <a:pt x="359359" y="92987"/>
                </a:lnTo>
                <a:lnTo>
                  <a:pt x="359730" y="92774"/>
                </a:lnTo>
                <a:lnTo>
                  <a:pt x="360100" y="92541"/>
                </a:lnTo>
                <a:lnTo>
                  <a:pt x="360461" y="92288"/>
                </a:lnTo>
                <a:lnTo>
                  <a:pt x="360809" y="92016"/>
                </a:lnTo>
                <a:lnTo>
                  <a:pt x="361143" y="91724"/>
                </a:lnTo>
                <a:lnTo>
                  <a:pt x="361463" y="91413"/>
                </a:lnTo>
                <a:lnTo>
                  <a:pt x="361769" y="91083"/>
                </a:lnTo>
                <a:lnTo>
                  <a:pt x="362061" y="90734"/>
                </a:lnTo>
                <a:lnTo>
                  <a:pt x="362340" y="90365"/>
                </a:lnTo>
                <a:lnTo>
                  <a:pt x="362604" y="89977"/>
                </a:lnTo>
                <a:lnTo>
                  <a:pt x="362855" y="89570"/>
                </a:lnTo>
                <a:lnTo>
                  <a:pt x="363091" y="89144"/>
                </a:lnTo>
                <a:lnTo>
                  <a:pt x="363314" y="88698"/>
                </a:lnTo>
                <a:lnTo>
                  <a:pt x="363523" y="88233"/>
                </a:lnTo>
                <a:lnTo>
                  <a:pt x="366305" y="88233"/>
                </a:lnTo>
                <a:lnTo>
                  <a:pt x="365875" y="89375"/>
                </a:lnTo>
                <a:lnTo>
                  <a:pt x="365416" y="90471"/>
                </a:lnTo>
                <a:lnTo>
                  <a:pt x="364928" y="91519"/>
                </a:lnTo>
                <a:lnTo>
                  <a:pt x="364411" y="92519"/>
                </a:lnTo>
                <a:lnTo>
                  <a:pt x="363866" y="93473"/>
                </a:lnTo>
                <a:lnTo>
                  <a:pt x="363292" y="94379"/>
                </a:lnTo>
                <a:lnTo>
                  <a:pt x="362689" y="95237"/>
                </a:lnTo>
                <a:lnTo>
                  <a:pt x="362057" y="96048"/>
                </a:lnTo>
                <a:lnTo>
                  <a:pt x="361397" y="96812"/>
                </a:lnTo>
                <a:lnTo>
                  <a:pt x="360708" y="97528"/>
                </a:lnTo>
                <a:lnTo>
                  <a:pt x="359990" y="98197"/>
                </a:lnTo>
                <a:lnTo>
                  <a:pt x="359244" y="98819"/>
                </a:lnTo>
                <a:lnTo>
                  <a:pt x="358481" y="99391"/>
                </a:lnTo>
                <a:lnTo>
                  <a:pt x="357714" y="99914"/>
                </a:lnTo>
                <a:lnTo>
                  <a:pt x="356943" y="100387"/>
                </a:lnTo>
                <a:lnTo>
                  <a:pt x="356169" y="100811"/>
                </a:lnTo>
                <a:lnTo>
                  <a:pt x="355390" y="101184"/>
                </a:lnTo>
                <a:lnTo>
                  <a:pt x="354607" y="101508"/>
                </a:lnTo>
                <a:lnTo>
                  <a:pt x="353821" y="101782"/>
                </a:lnTo>
                <a:lnTo>
                  <a:pt x="353030" y="102006"/>
                </a:lnTo>
                <a:lnTo>
                  <a:pt x="352236" y="102180"/>
                </a:lnTo>
                <a:lnTo>
                  <a:pt x="351437" y="102304"/>
                </a:lnTo>
                <a:lnTo>
                  <a:pt x="350635" y="102379"/>
                </a:lnTo>
                <a:lnTo>
                  <a:pt x="349828" y="102404"/>
                </a:lnTo>
                <a:lnTo>
                  <a:pt x="349282" y="102391"/>
                </a:lnTo>
                <a:lnTo>
                  <a:pt x="348738" y="102353"/>
                </a:lnTo>
                <a:lnTo>
                  <a:pt x="348196" y="102290"/>
                </a:lnTo>
                <a:lnTo>
                  <a:pt x="347657" y="102202"/>
                </a:lnTo>
                <a:lnTo>
                  <a:pt x="347119" y="102088"/>
                </a:lnTo>
                <a:lnTo>
                  <a:pt x="346583" y="101949"/>
                </a:lnTo>
                <a:lnTo>
                  <a:pt x="346049" y="101785"/>
                </a:lnTo>
                <a:lnTo>
                  <a:pt x="345517" y="101596"/>
                </a:lnTo>
                <a:lnTo>
                  <a:pt x="344987" y="101381"/>
                </a:lnTo>
                <a:lnTo>
                  <a:pt x="344459" y="101141"/>
                </a:lnTo>
                <a:lnTo>
                  <a:pt x="343933" y="100876"/>
                </a:lnTo>
                <a:lnTo>
                  <a:pt x="343409" y="100586"/>
                </a:lnTo>
                <a:lnTo>
                  <a:pt x="342897" y="100272"/>
                </a:lnTo>
                <a:lnTo>
                  <a:pt x="342408" y="99936"/>
                </a:lnTo>
                <a:lnTo>
                  <a:pt x="341942" y="99579"/>
                </a:lnTo>
                <a:lnTo>
                  <a:pt x="341498" y="99200"/>
                </a:lnTo>
                <a:lnTo>
                  <a:pt x="341078" y="98799"/>
                </a:lnTo>
                <a:lnTo>
                  <a:pt x="340680" y="98376"/>
                </a:lnTo>
                <a:lnTo>
                  <a:pt x="340305" y="97932"/>
                </a:lnTo>
                <a:lnTo>
                  <a:pt x="339953" y="97465"/>
                </a:lnTo>
                <a:lnTo>
                  <a:pt x="339624" y="96977"/>
                </a:lnTo>
                <a:lnTo>
                  <a:pt x="339317" y="96468"/>
                </a:lnTo>
                <a:lnTo>
                  <a:pt x="339033" y="95936"/>
                </a:lnTo>
                <a:lnTo>
                  <a:pt x="338772" y="95383"/>
                </a:lnTo>
                <a:lnTo>
                  <a:pt x="338533" y="94793"/>
                </a:lnTo>
                <a:lnTo>
                  <a:pt x="338314" y="94152"/>
                </a:lnTo>
                <a:lnTo>
                  <a:pt x="338117" y="93460"/>
                </a:lnTo>
                <a:lnTo>
                  <a:pt x="337940" y="92717"/>
                </a:lnTo>
                <a:lnTo>
                  <a:pt x="337784" y="91923"/>
                </a:lnTo>
                <a:lnTo>
                  <a:pt x="337649" y="91078"/>
                </a:lnTo>
                <a:lnTo>
                  <a:pt x="337534" y="90182"/>
                </a:lnTo>
                <a:lnTo>
                  <a:pt x="337441" y="89235"/>
                </a:lnTo>
                <a:lnTo>
                  <a:pt x="337368" y="88237"/>
                </a:lnTo>
                <a:lnTo>
                  <a:pt x="337316" y="87188"/>
                </a:lnTo>
                <a:lnTo>
                  <a:pt x="337285" y="86088"/>
                </a:lnTo>
                <a:lnTo>
                  <a:pt x="337274" y="84937"/>
                </a:lnTo>
                <a:lnTo>
                  <a:pt x="337274" y="41019"/>
                </a:lnTo>
                <a:lnTo>
                  <a:pt x="326931" y="41019"/>
                </a:lnTo>
                <a:lnTo>
                  <a:pt x="326931" y="38669"/>
                </a:lnTo>
                <a:lnTo>
                  <a:pt x="327586" y="38392"/>
                </a:lnTo>
                <a:lnTo>
                  <a:pt x="328244" y="38084"/>
                </a:lnTo>
                <a:lnTo>
                  <a:pt x="328904" y="37747"/>
                </a:lnTo>
                <a:lnTo>
                  <a:pt x="329567" y="37379"/>
                </a:lnTo>
                <a:lnTo>
                  <a:pt x="330232" y="36981"/>
                </a:lnTo>
                <a:lnTo>
                  <a:pt x="330899" y="36553"/>
                </a:lnTo>
                <a:lnTo>
                  <a:pt x="331569" y="36094"/>
                </a:lnTo>
                <a:lnTo>
                  <a:pt x="332241" y="35605"/>
                </a:lnTo>
                <a:lnTo>
                  <a:pt x="332916" y="35086"/>
                </a:lnTo>
                <a:lnTo>
                  <a:pt x="333594" y="34537"/>
                </a:lnTo>
                <a:lnTo>
                  <a:pt x="334274" y="33957"/>
                </a:lnTo>
                <a:lnTo>
                  <a:pt x="334956" y="33348"/>
                </a:lnTo>
                <a:lnTo>
                  <a:pt x="335633" y="32713"/>
                </a:lnTo>
                <a:lnTo>
                  <a:pt x="336298" y="32059"/>
                </a:lnTo>
                <a:lnTo>
                  <a:pt x="336951" y="31386"/>
                </a:lnTo>
                <a:lnTo>
                  <a:pt x="337591" y="30693"/>
                </a:lnTo>
                <a:lnTo>
                  <a:pt x="338219" y="29981"/>
                </a:lnTo>
                <a:lnTo>
                  <a:pt x="338834" y="29250"/>
                </a:lnTo>
                <a:lnTo>
                  <a:pt x="339438" y="28499"/>
                </a:lnTo>
                <a:lnTo>
                  <a:pt x="340028" y="27729"/>
                </a:lnTo>
                <a:lnTo>
                  <a:pt x="340607" y="26939"/>
                </a:lnTo>
                <a:lnTo>
                  <a:pt x="341173" y="26131"/>
                </a:lnTo>
                <a:lnTo>
                  <a:pt x="341726" y="25302"/>
                </a:lnTo>
                <a:lnTo>
                  <a:pt x="342267" y="24455"/>
                </a:lnTo>
                <a:lnTo>
                  <a:pt x="342550" y="23972"/>
                </a:lnTo>
                <a:lnTo>
                  <a:pt x="342850" y="23426"/>
                </a:lnTo>
                <a:lnTo>
                  <a:pt x="343168" y="22817"/>
                </a:lnTo>
                <a:lnTo>
                  <a:pt x="343504" y="22146"/>
                </a:lnTo>
                <a:lnTo>
                  <a:pt x="343857" y="21413"/>
                </a:lnTo>
                <a:lnTo>
                  <a:pt x="344229" y="20617"/>
                </a:lnTo>
                <a:lnTo>
                  <a:pt x="344618" y="19758"/>
                </a:lnTo>
                <a:lnTo>
                  <a:pt x="345025" y="18837"/>
                </a:lnTo>
                <a:lnTo>
                  <a:pt x="345450" y="17853"/>
                </a:lnTo>
                <a:lnTo>
                  <a:pt x="345893" y="16807"/>
                </a:lnTo>
                <a:lnTo>
                  <a:pt x="346354" y="15699"/>
                </a:lnTo>
                <a:lnTo>
                  <a:pt x="346832" y="14527"/>
                </a:lnTo>
                <a:lnTo>
                  <a:pt x="349044" y="14527"/>
                </a:lnTo>
                <a:close/>
                <a:moveTo>
                  <a:pt x="402198" y="34182"/>
                </a:moveTo>
                <a:lnTo>
                  <a:pt x="404630" y="34260"/>
                </a:lnTo>
                <a:lnTo>
                  <a:pt x="406981" y="34494"/>
                </a:lnTo>
                <a:lnTo>
                  <a:pt x="409251" y="34885"/>
                </a:lnTo>
                <a:lnTo>
                  <a:pt x="411439" y="35431"/>
                </a:lnTo>
                <a:lnTo>
                  <a:pt x="413547" y="36134"/>
                </a:lnTo>
                <a:lnTo>
                  <a:pt x="415573" y="36992"/>
                </a:lnTo>
                <a:lnTo>
                  <a:pt x="417517" y="38007"/>
                </a:lnTo>
                <a:lnTo>
                  <a:pt x="419381" y="39178"/>
                </a:lnTo>
                <a:lnTo>
                  <a:pt x="421163" y="40505"/>
                </a:lnTo>
                <a:lnTo>
                  <a:pt x="422864" y="41988"/>
                </a:lnTo>
                <a:lnTo>
                  <a:pt x="424484" y="43627"/>
                </a:lnTo>
                <a:lnTo>
                  <a:pt x="426022" y="45423"/>
                </a:lnTo>
                <a:lnTo>
                  <a:pt x="427241" y="47043"/>
                </a:lnTo>
                <a:lnTo>
                  <a:pt x="428354" y="48703"/>
                </a:lnTo>
                <a:lnTo>
                  <a:pt x="429361" y="50402"/>
                </a:lnTo>
                <a:lnTo>
                  <a:pt x="430262" y="52141"/>
                </a:lnTo>
                <a:lnTo>
                  <a:pt x="431057" y="53919"/>
                </a:lnTo>
                <a:lnTo>
                  <a:pt x="431747" y="55737"/>
                </a:lnTo>
                <a:lnTo>
                  <a:pt x="432330" y="57595"/>
                </a:lnTo>
                <a:lnTo>
                  <a:pt x="432807" y="59492"/>
                </a:lnTo>
                <a:lnTo>
                  <a:pt x="433178" y="61429"/>
                </a:lnTo>
                <a:lnTo>
                  <a:pt x="433443" y="63405"/>
                </a:lnTo>
                <a:lnTo>
                  <a:pt x="433602" y="65421"/>
                </a:lnTo>
                <a:lnTo>
                  <a:pt x="433655" y="67476"/>
                </a:lnTo>
                <a:lnTo>
                  <a:pt x="433625" y="68936"/>
                </a:lnTo>
                <a:lnTo>
                  <a:pt x="433538" y="70399"/>
                </a:lnTo>
                <a:lnTo>
                  <a:pt x="433392" y="71865"/>
                </a:lnTo>
                <a:lnTo>
                  <a:pt x="433187" y="73334"/>
                </a:lnTo>
                <a:lnTo>
                  <a:pt x="432924" y="74805"/>
                </a:lnTo>
                <a:lnTo>
                  <a:pt x="432602" y="76280"/>
                </a:lnTo>
                <a:lnTo>
                  <a:pt x="432223" y="77758"/>
                </a:lnTo>
                <a:lnTo>
                  <a:pt x="431784" y="79238"/>
                </a:lnTo>
                <a:lnTo>
                  <a:pt x="431287" y="80722"/>
                </a:lnTo>
                <a:lnTo>
                  <a:pt x="430732" y="82208"/>
                </a:lnTo>
                <a:lnTo>
                  <a:pt x="430118" y="83698"/>
                </a:lnTo>
                <a:lnTo>
                  <a:pt x="429446" y="85191"/>
                </a:lnTo>
                <a:lnTo>
                  <a:pt x="428723" y="86654"/>
                </a:lnTo>
                <a:lnTo>
                  <a:pt x="427955" y="88055"/>
                </a:lnTo>
                <a:lnTo>
                  <a:pt x="427144" y="89396"/>
                </a:lnTo>
                <a:lnTo>
                  <a:pt x="426288" y="90675"/>
                </a:lnTo>
                <a:lnTo>
                  <a:pt x="425388" y="91893"/>
                </a:lnTo>
                <a:lnTo>
                  <a:pt x="424444" y="93050"/>
                </a:lnTo>
                <a:lnTo>
                  <a:pt x="423456" y="94146"/>
                </a:lnTo>
                <a:lnTo>
                  <a:pt x="422424" y="95180"/>
                </a:lnTo>
                <a:lnTo>
                  <a:pt x="421348" y="96153"/>
                </a:lnTo>
                <a:lnTo>
                  <a:pt x="420228" y="97065"/>
                </a:lnTo>
                <a:lnTo>
                  <a:pt x="419063" y="97916"/>
                </a:lnTo>
                <a:lnTo>
                  <a:pt x="417855" y="98705"/>
                </a:lnTo>
                <a:lnTo>
                  <a:pt x="416613" y="99433"/>
                </a:lnTo>
                <a:lnTo>
                  <a:pt x="415348" y="100097"/>
                </a:lnTo>
                <a:lnTo>
                  <a:pt x="414059" y="100697"/>
                </a:lnTo>
                <a:lnTo>
                  <a:pt x="412747" y="101235"/>
                </a:lnTo>
                <a:lnTo>
                  <a:pt x="411412" y="101709"/>
                </a:lnTo>
                <a:lnTo>
                  <a:pt x="410053" y="102120"/>
                </a:lnTo>
                <a:lnTo>
                  <a:pt x="408672" y="102468"/>
                </a:lnTo>
                <a:lnTo>
                  <a:pt x="407267" y="102753"/>
                </a:lnTo>
                <a:lnTo>
                  <a:pt x="405838" y="102974"/>
                </a:lnTo>
                <a:lnTo>
                  <a:pt x="404387" y="103132"/>
                </a:lnTo>
                <a:lnTo>
                  <a:pt x="402912" y="103227"/>
                </a:lnTo>
                <a:lnTo>
                  <a:pt x="401414" y="103259"/>
                </a:lnTo>
                <a:lnTo>
                  <a:pt x="398995" y="103177"/>
                </a:lnTo>
                <a:lnTo>
                  <a:pt x="396660" y="102932"/>
                </a:lnTo>
                <a:lnTo>
                  <a:pt x="394410" y="102525"/>
                </a:lnTo>
                <a:lnTo>
                  <a:pt x="392244" y="101954"/>
                </a:lnTo>
                <a:lnTo>
                  <a:pt x="390162" y="101221"/>
                </a:lnTo>
                <a:lnTo>
                  <a:pt x="388164" y="100324"/>
                </a:lnTo>
                <a:lnTo>
                  <a:pt x="386251" y="99264"/>
                </a:lnTo>
                <a:lnTo>
                  <a:pt x="384421" y="98041"/>
                </a:lnTo>
                <a:lnTo>
                  <a:pt x="382676" y="96655"/>
                </a:lnTo>
                <a:lnTo>
                  <a:pt x="381015" y="95106"/>
                </a:lnTo>
                <a:lnTo>
                  <a:pt x="379439" y="93395"/>
                </a:lnTo>
                <a:lnTo>
                  <a:pt x="377946" y="91520"/>
                </a:lnTo>
                <a:lnTo>
                  <a:pt x="376773" y="89855"/>
                </a:lnTo>
                <a:lnTo>
                  <a:pt x="375701" y="88157"/>
                </a:lnTo>
                <a:lnTo>
                  <a:pt x="374732" y="86425"/>
                </a:lnTo>
                <a:lnTo>
                  <a:pt x="373865" y="84659"/>
                </a:lnTo>
                <a:lnTo>
                  <a:pt x="373099" y="82860"/>
                </a:lnTo>
                <a:lnTo>
                  <a:pt x="372436" y="81027"/>
                </a:lnTo>
                <a:lnTo>
                  <a:pt x="371875" y="79161"/>
                </a:lnTo>
                <a:lnTo>
                  <a:pt x="371416" y="77261"/>
                </a:lnTo>
                <a:lnTo>
                  <a:pt x="371058" y="75328"/>
                </a:lnTo>
                <a:lnTo>
                  <a:pt x="370803" y="73361"/>
                </a:lnTo>
                <a:lnTo>
                  <a:pt x="370650" y="71360"/>
                </a:lnTo>
                <a:lnTo>
                  <a:pt x="370599" y="69326"/>
                </a:lnTo>
                <a:lnTo>
                  <a:pt x="370630" y="67832"/>
                </a:lnTo>
                <a:lnTo>
                  <a:pt x="370723" y="66341"/>
                </a:lnTo>
                <a:lnTo>
                  <a:pt x="370878" y="64850"/>
                </a:lnTo>
                <a:lnTo>
                  <a:pt x="371095" y="63362"/>
                </a:lnTo>
                <a:lnTo>
                  <a:pt x="371373" y="61874"/>
                </a:lnTo>
                <a:lnTo>
                  <a:pt x="371714" y="60388"/>
                </a:lnTo>
                <a:lnTo>
                  <a:pt x="372116" y="58904"/>
                </a:lnTo>
                <a:lnTo>
                  <a:pt x="372581" y="57421"/>
                </a:lnTo>
                <a:lnTo>
                  <a:pt x="373107" y="55940"/>
                </a:lnTo>
                <a:lnTo>
                  <a:pt x="373695" y="54460"/>
                </a:lnTo>
                <a:lnTo>
                  <a:pt x="374345" y="52982"/>
                </a:lnTo>
                <a:lnTo>
                  <a:pt x="375057" y="51505"/>
                </a:lnTo>
                <a:lnTo>
                  <a:pt x="375820" y="50061"/>
                </a:lnTo>
                <a:lnTo>
                  <a:pt x="376622" y="48681"/>
                </a:lnTo>
                <a:lnTo>
                  <a:pt x="377462" y="47365"/>
                </a:lnTo>
                <a:lnTo>
                  <a:pt x="378342" y="46114"/>
                </a:lnTo>
                <a:lnTo>
                  <a:pt x="379262" y="44927"/>
                </a:lnTo>
                <a:lnTo>
                  <a:pt x="380220" y="43804"/>
                </a:lnTo>
                <a:lnTo>
                  <a:pt x="381217" y="42745"/>
                </a:lnTo>
                <a:lnTo>
                  <a:pt x="382254" y="41750"/>
                </a:lnTo>
                <a:lnTo>
                  <a:pt x="383329" y="40820"/>
                </a:lnTo>
                <a:lnTo>
                  <a:pt x="384444" y="39954"/>
                </a:lnTo>
                <a:lnTo>
                  <a:pt x="385598" y="39152"/>
                </a:lnTo>
                <a:lnTo>
                  <a:pt x="386791" y="38415"/>
                </a:lnTo>
                <a:lnTo>
                  <a:pt x="388010" y="37739"/>
                </a:lnTo>
                <a:lnTo>
                  <a:pt x="389240" y="37122"/>
                </a:lnTo>
                <a:lnTo>
                  <a:pt x="390482" y="36563"/>
                </a:lnTo>
                <a:lnTo>
                  <a:pt x="391737" y="36063"/>
                </a:lnTo>
                <a:lnTo>
                  <a:pt x="393003" y="35622"/>
                </a:lnTo>
                <a:lnTo>
                  <a:pt x="394281" y="35240"/>
                </a:lnTo>
                <a:lnTo>
                  <a:pt x="395571" y="34917"/>
                </a:lnTo>
                <a:lnTo>
                  <a:pt x="396872" y="34652"/>
                </a:lnTo>
                <a:lnTo>
                  <a:pt x="398186" y="34447"/>
                </a:lnTo>
                <a:lnTo>
                  <a:pt x="399512" y="34300"/>
                </a:lnTo>
                <a:lnTo>
                  <a:pt x="400849" y="34212"/>
                </a:lnTo>
                <a:lnTo>
                  <a:pt x="402198" y="34182"/>
                </a:lnTo>
                <a:moveTo>
                  <a:pt x="399987" y="38882"/>
                </a:moveTo>
                <a:lnTo>
                  <a:pt x="399357" y="38898"/>
                </a:lnTo>
                <a:lnTo>
                  <a:pt x="398726" y="38944"/>
                </a:lnTo>
                <a:lnTo>
                  <a:pt x="398095" y="39022"/>
                </a:lnTo>
                <a:lnTo>
                  <a:pt x="397463" y="39131"/>
                </a:lnTo>
                <a:lnTo>
                  <a:pt x="396830" y="39271"/>
                </a:lnTo>
                <a:lnTo>
                  <a:pt x="396198" y="39442"/>
                </a:lnTo>
                <a:lnTo>
                  <a:pt x="395564" y="39645"/>
                </a:lnTo>
                <a:lnTo>
                  <a:pt x="394931" y="39878"/>
                </a:lnTo>
                <a:lnTo>
                  <a:pt x="394296" y="40143"/>
                </a:lnTo>
                <a:lnTo>
                  <a:pt x="393661" y="40438"/>
                </a:lnTo>
                <a:lnTo>
                  <a:pt x="393026" y="40765"/>
                </a:lnTo>
                <a:lnTo>
                  <a:pt x="392390" y="41123"/>
                </a:lnTo>
                <a:lnTo>
                  <a:pt x="391765" y="41520"/>
                </a:lnTo>
                <a:lnTo>
                  <a:pt x="391159" y="41964"/>
                </a:lnTo>
                <a:lnTo>
                  <a:pt x="390574" y="42455"/>
                </a:lnTo>
                <a:lnTo>
                  <a:pt x="390009" y="42992"/>
                </a:lnTo>
                <a:lnTo>
                  <a:pt x="389464" y="43577"/>
                </a:lnTo>
                <a:lnTo>
                  <a:pt x="388940" y="44209"/>
                </a:lnTo>
                <a:lnTo>
                  <a:pt x="388436" y="44887"/>
                </a:lnTo>
                <a:lnTo>
                  <a:pt x="387952" y="45613"/>
                </a:lnTo>
                <a:lnTo>
                  <a:pt x="387489" y="46385"/>
                </a:lnTo>
                <a:lnTo>
                  <a:pt x="387046" y="47204"/>
                </a:lnTo>
                <a:lnTo>
                  <a:pt x="386623" y="48070"/>
                </a:lnTo>
                <a:lnTo>
                  <a:pt x="386220" y="48983"/>
                </a:lnTo>
                <a:lnTo>
                  <a:pt x="385844" y="49942"/>
                </a:lnTo>
                <a:lnTo>
                  <a:pt x="385501" y="50945"/>
                </a:lnTo>
                <a:lnTo>
                  <a:pt x="385191" y="51993"/>
                </a:lnTo>
                <a:lnTo>
                  <a:pt x="384913" y="53085"/>
                </a:lnTo>
                <a:lnTo>
                  <a:pt x="384668" y="54221"/>
                </a:lnTo>
                <a:lnTo>
                  <a:pt x="384455" y="55402"/>
                </a:lnTo>
                <a:lnTo>
                  <a:pt x="384275" y="56628"/>
                </a:lnTo>
                <a:lnTo>
                  <a:pt x="384128" y="57898"/>
                </a:lnTo>
                <a:lnTo>
                  <a:pt x="384014" y="59212"/>
                </a:lnTo>
                <a:lnTo>
                  <a:pt x="383932" y="60571"/>
                </a:lnTo>
                <a:lnTo>
                  <a:pt x="383883" y="61974"/>
                </a:lnTo>
                <a:lnTo>
                  <a:pt x="383867" y="63422"/>
                </a:lnTo>
                <a:lnTo>
                  <a:pt x="383906" y="65765"/>
                </a:lnTo>
                <a:lnTo>
                  <a:pt x="384024" y="68055"/>
                </a:lnTo>
                <a:lnTo>
                  <a:pt x="384221" y="70290"/>
                </a:lnTo>
                <a:lnTo>
                  <a:pt x="384497" y="72470"/>
                </a:lnTo>
                <a:lnTo>
                  <a:pt x="384851" y="74597"/>
                </a:lnTo>
                <a:lnTo>
                  <a:pt x="385284" y="76669"/>
                </a:lnTo>
                <a:lnTo>
                  <a:pt x="385796" y="78687"/>
                </a:lnTo>
                <a:lnTo>
                  <a:pt x="386387" y="80650"/>
                </a:lnTo>
                <a:lnTo>
                  <a:pt x="387056" y="82559"/>
                </a:lnTo>
                <a:lnTo>
                  <a:pt x="387805" y="84414"/>
                </a:lnTo>
                <a:lnTo>
                  <a:pt x="388632" y="86215"/>
                </a:lnTo>
                <a:lnTo>
                  <a:pt x="389537" y="87961"/>
                </a:lnTo>
                <a:lnTo>
                  <a:pt x="390507" y="89608"/>
                </a:lnTo>
                <a:lnTo>
                  <a:pt x="391528" y="91112"/>
                </a:lnTo>
                <a:lnTo>
                  <a:pt x="392598" y="92473"/>
                </a:lnTo>
                <a:lnTo>
                  <a:pt x="393718" y="93690"/>
                </a:lnTo>
                <a:lnTo>
                  <a:pt x="394888" y="94765"/>
                </a:lnTo>
                <a:lnTo>
                  <a:pt x="396108" y="95696"/>
                </a:lnTo>
                <a:lnTo>
                  <a:pt x="397379" y="96483"/>
                </a:lnTo>
                <a:lnTo>
                  <a:pt x="398699" y="97128"/>
                </a:lnTo>
                <a:lnTo>
                  <a:pt x="400070" y="97629"/>
                </a:lnTo>
                <a:lnTo>
                  <a:pt x="401490" y="97987"/>
                </a:lnTo>
                <a:lnTo>
                  <a:pt x="402960" y="98202"/>
                </a:lnTo>
                <a:lnTo>
                  <a:pt x="404481" y="98274"/>
                </a:lnTo>
                <a:lnTo>
                  <a:pt x="405617" y="98234"/>
                </a:lnTo>
                <a:lnTo>
                  <a:pt x="406720" y="98116"/>
                </a:lnTo>
                <a:lnTo>
                  <a:pt x="407789" y="97918"/>
                </a:lnTo>
                <a:lnTo>
                  <a:pt x="408824" y="97641"/>
                </a:lnTo>
                <a:lnTo>
                  <a:pt x="409826" y="97286"/>
                </a:lnTo>
                <a:lnTo>
                  <a:pt x="410793" y="96851"/>
                </a:lnTo>
                <a:lnTo>
                  <a:pt x="411728" y="96337"/>
                </a:lnTo>
                <a:lnTo>
                  <a:pt x="412628" y="95745"/>
                </a:lnTo>
                <a:lnTo>
                  <a:pt x="413495" y="95073"/>
                </a:lnTo>
                <a:lnTo>
                  <a:pt x="414328" y="94322"/>
                </a:lnTo>
                <a:lnTo>
                  <a:pt x="415128" y="93492"/>
                </a:lnTo>
                <a:lnTo>
                  <a:pt x="415894" y="92583"/>
                </a:lnTo>
                <a:lnTo>
                  <a:pt x="416611" y="91578"/>
                </a:lnTo>
                <a:lnTo>
                  <a:pt x="417267" y="90459"/>
                </a:lnTo>
                <a:lnTo>
                  <a:pt x="417860" y="89227"/>
                </a:lnTo>
                <a:lnTo>
                  <a:pt x="418390" y="87881"/>
                </a:lnTo>
                <a:lnTo>
                  <a:pt x="418858" y="86421"/>
                </a:lnTo>
                <a:lnTo>
                  <a:pt x="419264" y="84848"/>
                </a:lnTo>
                <a:lnTo>
                  <a:pt x="419607" y="83162"/>
                </a:lnTo>
                <a:lnTo>
                  <a:pt x="419888" y="81361"/>
                </a:lnTo>
                <a:lnTo>
                  <a:pt x="420106" y="79447"/>
                </a:lnTo>
                <a:lnTo>
                  <a:pt x="420262" y="77420"/>
                </a:lnTo>
                <a:lnTo>
                  <a:pt x="420356" y="75279"/>
                </a:lnTo>
                <a:lnTo>
                  <a:pt x="420387" y="73024"/>
                </a:lnTo>
                <a:lnTo>
                  <a:pt x="420335" y="70183"/>
                </a:lnTo>
                <a:lnTo>
                  <a:pt x="420179" y="67444"/>
                </a:lnTo>
                <a:lnTo>
                  <a:pt x="419919" y="64809"/>
                </a:lnTo>
                <a:lnTo>
                  <a:pt x="419555" y="62276"/>
                </a:lnTo>
                <a:lnTo>
                  <a:pt x="419087" y="59845"/>
                </a:lnTo>
                <a:lnTo>
                  <a:pt x="418515" y="57518"/>
                </a:lnTo>
                <a:lnTo>
                  <a:pt x="417839" y="55293"/>
                </a:lnTo>
                <a:lnTo>
                  <a:pt x="417059" y="53171"/>
                </a:lnTo>
                <a:lnTo>
                  <a:pt x="416174" y="51151"/>
                </a:lnTo>
                <a:lnTo>
                  <a:pt x="415186" y="49235"/>
                </a:lnTo>
                <a:lnTo>
                  <a:pt x="414094" y="47421"/>
                </a:lnTo>
                <a:lnTo>
                  <a:pt x="412898" y="45710"/>
                </a:lnTo>
                <a:lnTo>
                  <a:pt x="412034" y="44619"/>
                </a:lnTo>
                <a:lnTo>
                  <a:pt x="411132" y="43624"/>
                </a:lnTo>
                <a:lnTo>
                  <a:pt x="410192" y="42723"/>
                </a:lnTo>
                <a:lnTo>
                  <a:pt x="409212" y="41917"/>
                </a:lnTo>
                <a:lnTo>
                  <a:pt x="408194" y="41205"/>
                </a:lnTo>
                <a:lnTo>
                  <a:pt x="407138" y="40589"/>
                </a:lnTo>
                <a:lnTo>
                  <a:pt x="406043" y="40068"/>
                </a:lnTo>
                <a:lnTo>
                  <a:pt x="404909" y="39641"/>
                </a:lnTo>
                <a:lnTo>
                  <a:pt x="403736" y="39309"/>
                </a:lnTo>
                <a:lnTo>
                  <a:pt x="402525" y="39072"/>
                </a:lnTo>
                <a:lnTo>
                  <a:pt x="401275" y="38930"/>
                </a:lnTo>
                <a:lnTo>
                  <a:pt x="399987" y="38882"/>
                </a:lnTo>
                <a:close/>
                <a:moveTo>
                  <a:pt x="444640" y="63095"/>
                </a:moveTo>
                <a:lnTo>
                  <a:pt x="481517" y="63095"/>
                </a:lnTo>
                <a:lnTo>
                  <a:pt x="481517" y="73848"/>
                </a:lnTo>
                <a:lnTo>
                  <a:pt x="444640" y="73848"/>
                </a:lnTo>
                <a:lnTo>
                  <a:pt x="444640" y="63095"/>
                </a:lnTo>
                <a:close/>
                <a:moveTo>
                  <a:pt x="514143" y="0"/>
                </a:moveTo>
                <a:lnTo>
                  <a:pt x="514143" y="86461"/>
                </a:lnTo>
                <a:lnTo>
                  <a:pt x="514149" y="87453"/>
                </a:lnTo>
                <a:lnTo>
                  <a:pt x="514168" y="88387"/>
                </a:lnTo>
                <a:lnTo>
                  <a:pt x="514199" y="89263"/>
                </a:lnTo>
                <a:lnTo>
                  <a:pt x="514242" y="90083"/>
                </a:lnTo>
                <a:lnTo>
                  <a:pt x="514298" y="90845"/>
                </a:lnTo>
                <a:lnTo>
                  <a:pt x="514366" y="91550"/>
                </a:lnTo>
                <a:lnTo>
                  <a:pt x="514447" y="92197"/>
                </a:lnTo>
                <a:lnTo>
                  <a:pt x="514539" y="92787"/>
                </a:lnTo>
                <a:lnTo>
                  <a:pt x="514645" y="93320"/>
                </a:lnTo>
                <a:lnTo>
                  <a:pt x="514762" y="93796"/>
                </a:lnTo>
                <a:lnTo>
                  <a:pt x="514892" y="94214"/>
                </a:lnTo>
                <a:lnTo>
                  <a:pt x="515035" y="94575"/>
                </a:lnTo>
                <a:lnTo>
                  <a:pt x="515190" y="94900"/>
                </a:lnTo>
                <a:lnTo>
                  <a:pt x="515359" y="95212"/>
                </a:lnTo>
                <a:lnTo>
                  <a:pt x="515541" y="95511"/>
                </a:lnTo>
                <a:lnTo>
                  <a:pt x="515736" y="95796"/>
                </a:lnTo>
                <a:lnTo>
                  <a:pt x="515945" y="96068"/>
                </a:lnTo>
                <a:lnTo>
                  <a:pt x="516167" y="96327"/>
                </a:lnTo>
                <a:lnTo>
                  <a:pt x="516403" y="96572"/>
                </a:lnTo>
                <a:lnTo>
                  <a:pt x="516652" y="96804"/>
                </a:lnTo>
                <a:lnTo>
                  <a:pt x="516914" y="97023"/>
                </a:lnTo>
                <a:lnTo>
                  <a:pt x="517190" y="97229"/>
                </a:lnTo>
                <a:lnTo>
                  <a:pt x="517479" y="97421"/>
                </a:lnTo>
                <a:lnTo>
                  <a:pt x="517781" y="97599"/>
                </a:lnTo>
                <a:lnTo>
                  <a:pt x="518112" y="97764"/>
                </a:lnTo>
                <a:lnTo>
                  <a:pt x="518488" y="97914"/>
                </a:lnTo>
                <a:lnTo>
                  <a:pt x="518909" y="98050"/>
                </a:lnTo>
                <a:lnTo>
                  <a:pt x="519374" y="98172"/>
                </a:lnTo>
                <a:lnTo>
                  <a:pt x="519884" y="98279"/>
                </a:lnTo>
                <a:lnTo>
                  <a:pt x="520438" y="98372"/>
                </a:lnTo>
                <a:lnTo>
                  <a:pt x="521037" y="98451"/>
                </a:lnTo>
                <a:lnTo>
                  <a:pt x="521680" y="98515"/>
                </a:lnTo>
                <a:lnTo>
                  <a:pt x="522368" y="98565"/>
                </a:lnTo>
                <a:lnTo>
                  <a:pt x="523101" y="98601"/>
                </a:lnTo>
                <a:lnTo>
                  <a:pt x="523878" y="98623"/>
                </a:lnTo>
                <a:lnTo>
                  <a:pt x="524700" y="98630"/>
                </a:lnTo>
                <a:lnTo>
                  <a:pt x="524700" y="101265"/>
                </a:lnTo>
                <a:lnTo>
                  <a:pt x="492673" y="101265"/>
                </a:lnTo>
                <a:lnTo>
                  <a:pt x="492673" y="98630"/>
                </a:lnTo>
                <a:lnTo>
                  <a:pt x="493402" y="98623"/>
                </a:lnTo>
                <a:lnTo>
                  <a:pt x="494092" y="98604"/>
                </a:lnTo>
                <a:lnTo>
                  <a:pt x="494742" y="98572"/>
                </a:lnTo>
                <a:lnTo>
                  <a:pt x="495352" y="98527"/>
                </a:lnTo>
                <a:lnTo>
                  <a:pt x="495922" y="98469"/>
                </a:lnTo>
                <a:lnTo>
                  <a:pt x="496453" y="98399"/>
                </a:lnTo>
                <a:lnTo>
                  <a:pt x="496945" y="98315"/>
                </a:lnTo>
                <a:lnTo>
                  <a:pt x="497397" y="98219"/>
                </a:lnTo>
                <a:lnTo>
                  <a:pt x="497809" y="98110"/>
                </a:lnTo>
                <a:lnTo>
                  <a:pt x="498181" y="97988"/>
                </a:lnTo>
                <a:lnTo>
                  <a:pt x="498514" y="97854"/>
                </a:lnTo>
                <a:lnTo>
                  <a:pt x="498807" y="97706"/>
                </a:lnTo>
                <a:lnTo>
                  <a:pt x="499076" y="97543"/>
                </a:lnTo>
                <a:lnTo>
                  <a:pt x="499334" y="97364"/>
                </a:lnTo>
                <a:lnTo>
                  <a:pt x="499583" y="97168"/>
                </a:lnTo>
                <a:lnTo>
                  <a:pt x="499822" y="96955"/>
                </a:lnTo>
                <a:lnTo>
                  <a:pt x="500051" y="96725"/>
                </a:lnTo>
                <a:lnTo>
                  <a:pt x="500270" y="96478"/>
                </a:lnTo>
                <a:lnTo>
                  <a:pt x="500479" y="96215"/>
                </a:lnTo>
                <a:lnTo>
                  <a:pt x="500678" y="95935"/>
                </a:lnTo>
                <a:lnTo>
                  <a:pt x="500867" y="95638"/>
                </a:lnTo>
                <a:lnTo>
                  <a:pt x="501046" y="95324"/>
                </a:lnTo>
                <a:lnTo>
                  <a:pt x="501216" y="94994"/>
                </a:lnTo>
                <a:lnTo>
                  <a:pt x="501375" y="94646"/>
                </a:lnTo>
                <a:lnTo>
                  <a:pt x="501523" y="94263"/>
                </a:lnTo>
                <a:lnTo>
                  <a:pt x="501659" y="93825"/>
                </a:lnTo>
                <a:lnTo>
                  <a:pt x="501781" y="93334"/>
                </a:lnTo>
                <a:lnTo>
                  <a:pt x="501890" y="92787"/>
                </a:lnTo>
                <a:lnTo>
                  <a:pt x="501987" y="92187"/>
                </a:lnTo>
                <a:lnTo>
                  <a:pt x="502071" y="91532"/>
                </a:lnTo>
                <a:lnTo>
                  <a:pt x="502141" y="90823"/>
                </a:lnTo>
                <a:lnTo>
                  <a:pt x="502199" y="90059"/>
                </a:lnTo>
                <a:lnTo>
                  <a:pt x="502245" y="89241"/>
                </a:lnTo>
                <a:lnTo>
                  <a:pt x="502277" y="88369"/>
                </a:lnTo>
                <a:lnTo>
                  <a:pt x="502296" y="87442"/>
                </a:lnTo>
                <a:lnTo>
                  <a:pt x="502302" y="86461"/>
                </a:lnTo>
                <a:lnTo>
                  <a:pt x="502302" y="27254"/>
                </a:lnTo>
                <a:lnTo>
                  <a:pt x="502299" y="25475"/>
                </a:lnTo>
                <a:lnTo>
                  <a:pt x="502289" y="23814"/>
                </a:lnTo>
                <a:lnTo>
                  <a:pt x="502271" y="22271"/>
                </a:lnTo>
                <a:lnTo>
                  <a:pt x="502247" y="20847"/>
                </a:lnTo>
                <a:lnTo>
                  <a:pt x="502216" y="19540"/>
                </a:lnTo>
                <a:lnTo>
                  <a:pt x="502178" y="18351"/>
                </a:lnTo>
                <a:lnTo>
                  <a:pt x="502133" y="17281"/>
                </a:lnTo>
                <a:lnTo>
                  <a:pt x="502081" y="16328"/>
                </a:lnTo>
                <a:lnTo>
                  <a:pt x="502022" y="15494"/>
                </a:lnTo>
                <a:lnTo>
                  <a:pt x="501956" y="14778"/>
                </a:lnTo>
                <a:lnTo>
                  <a:pt x="501883" y="14180"/>
                </a:lnTo>
                <a:lnTo>
                  <a:pt x="501803" y="13700"/>
                </a:lnTo>
                <a:lnTo>
                  <a:pt x="501716" y="13289"/>
                </a:lnTo>
                <a:lnTo>
                  <a:pt x="501620" y="12901"/>
                </a:lnTo>
                <a:lnTo>
                  <a:pt x="501516" y="12536"/>
                </a:lnTo>
                <a:lnTo>
                  <a:pt x="501403" y="12192"/>
                </a:lnTo>
                <a:lnTo>
                  <a:pt x="501282" y="11871"/>
                </a:lnTo>
                <a:lnTo>
                  <a:pt x="501152" y="11573"/>
                </a:lnTo>
                <a:lnTo>
                  <a:pt x="501014" y="11296"/>
                </a:lnTo>
                <a:lnTo>
                  <a:pt x="500868" y="11042"/>
                </a:lnTo>
                <a:lnTo>
                  <a:pt x="500713" y="10810"/>
                </a:lnTo>
                <a:lnTo>
                  <a:pt x="500550" y="10600"/>
                </a:lnTo>
                <a:lnTo>
                  <a:pt x="500378" y="10413"/>
                </a:lnTo>
                <a:lnTo>
                  <a:pt x="500198" y="10248"/>
                </a:lnTo>
                <a:lnTo>
                  <a:pt x="500010" y="10100"/>
                </a:lnTo>
                <a:lnTo>
                  <a:pt x="499813" y="9965"/>
                </a:lnTo>
                <a:lnTo>
                  <a:pt x="499608" y="9843"/>
                </a:lnTo>
                <a:lnTo>
                  <a:pt x="499394" y="9734"/>
                </a:lnTo>
                <a:lnTo>
                  <a:pt x="499172" y="9637"/>
                </a:lnTo>
                <a:lnTo>
                  <a:pt x="498941" y="9554"/>
                </a:lnTo>
                <a:lnTo>
                  <a:pt x="498702" y="9483"/>
                </a:lnTo>
                <a:lnTo>
                  <a:pt x="498455" y="9425"/>
                </a:lnTo>
                <a:lnTo>
                  <a:pt x="498199" y="9380"/>
                </a:lnTo>
                <a:lnTo>
                  <a:pt x="497935" y="9348"/>
                </a:lnTo>
                <a:lnTo>
                  <a:pt x="497662" y="9329"/>
                </a:lnTo>
                <a:lnTo>
                  <a:pt x="497381" y="9322"/>
                </a:lnTo>
                <a:lnTo>
                  <a:pt x="497065" y="9330"/>
                </a:lnTo>
                <a:lnTo>
                  <a:pt x="496735" y="9354"/>
                </a:lnTo>
                <a:lnTo>
                  <a:pt x="496391" y="9393"/>
                </a:lnTo>
                <a:lnTo>
                  <a:pt x="496033" y="9449"/>
                </a:lnTo>
                <a:lnTo>
                  <a:pt x="495662" y="9520"/>
                </a:lnTo>
                <a:lnTo>
                  <a:pt x="495277" y="9607"/>
                </a:lnTo>
                <a:lnTo>
                  <a:pt x="494877" y="9710"/>
                </a:lnTo>
                <a:lnTo>
                  <a:pt x="494464" y="9829"/>
                </a:lnTo>
                <a:lnTo>
                  <a:pt x="494037" y="9963"/>
                </a:lnTo>
                <a:lnTo>
                  <a:pt x="493596" y="10113"/>
                </a:lnTo>
                <a:lnTo>
                  <a:pt x="493142" y="10280"/>
                </a:lnTo>
                <a:lnTo>
                  <a:pt x="492673" y="10462"/>
                </a:lnTo>
                <a:lnTo>
                  <a:pt x="491460" y="7969"/>
                </a:lnTo>
                <a:lnTo>
                  <a:pt x="510933" y="0"/>
                </a:lnTo>
                <a:lnTo>
                  <a:pt x="514143" y="0"/>
                </a:lnTo>
                <a:close/>
                <a:moveTo>
                  <a:pt x="548467" y="0"/>
                </a:moveTo>
                <a:lnTo>
                  <a:pt x="548960" y="15"/>
                </a:lnTo>
                <a:lnTo>
                  <a:pt x="549441" y="59"/>
                </a:lnTo>
                <a:lnTo>
                  <a:pt x="549909" y="132"/>
                </a:lnTo>
                <a:lnTo>
                  <a:pt x="550365" y="235"/>
                </a:lnTo>
                <a:lnTo>
                  <a:pt x="550809" y="367"/>
                </a:lnTo>
                <a:lnTo>
                  <a:pt x="551240" y="528"/>
                </a:lnTo>
                <a:lnTo>
                  <a:pt x="551659" y="719"/>
                </a:lnTo>
                <a:lnTo>
                  <a:pt x="552065" y="939"/>
                </a:lnTo>
                <a:lnTo>
                  <a:pt x="552459" y="1188"/>
                </a:lnTo>
                <a:lnTo>
                  <a:pt x="552841" y="1467"/>
                </a:lnTo>
                <a:lnTo>
                  <a:pt x="553210" y="1775"/>
                </a:lnTo>
                <a:lnTo>
                  <a:pt x="553567" y="2112"/>
                </a:lnTo>
                <a:lnTo>
                  <a:pt x="553903" y="2470"/>
                </a:lnTo>
                <a:lnTo>
                  <a:pt x="554210" y="2840"/>
                </a:lnTo>
                <a:lnTo>
                  <a:pt x="554488" y="3223"/>
                </a:lnTo>
                <a:lnTo>
                  <a:pt x="554736" y="3618"/>
                </a:lnTo>
                <a:lnTo>
                  <a:pt x="554955" y="4026"/>
                </a:lnTo>
                <a:lnTo>
                  <a:pt x="555145" y="4446"/>
                </a:lnTo>
                <a:lnTo>
                  <a:pt x="555306" y="4878"/>
                </a:lnTo>
                <a:lnTo>
                  <a:pt x="555438" y="5323"/>
                </a:lnTo>
                <a:lnTo>
                  <a:pt x="555540" y="5781"/>
                </a:lnTo>
                <a:lnTo>
                  <a:pt x="555613" y="6251"/>
                </a:lnTo>
                <a:lnTo>
                  <a:pt x="555657" y="6733"/>
                </a:lnTo>
                <a:lnTo>
                  <a:pt x="555671" y="7228"/>
                </a:lnTo>
                <a:lnTo>
                  <a:pt x="555657" y="7723"/>
                </a:lnTo>
                <a:lnTo>
                  <a:pt x="555613" y="8206"/>
                </a:lnTo>
                <a:lnTo>
                  <a:pt x="555540" y="8678"/>
                </a:lnTo>
                <a:lnTo>
                  <a:pt x="555438" y="9137"/>
                </a:lnTo>
                <a:lnTo>
                  <a:pt x="555306" y="9584"/>
                </a:lnTo>
                <a:lnTo>
                  <a:pt x="555145" y="10020"/>
                </a:lnTo>
                <a:lnTo>
                  <a:pt x="554955" y="10443"/>
                </a:lnTo>
                <a:lnTo>
                  <a:pt x="554736" y="10855"/>
                </a:lnTo>
                <a:lnTo>
                  <a:pt x="554488" y="11255"/>
                </a:lnTo>
                <a:lnTo>
                  <a:pt x="554210" y="11642"/>
                </a:lnTo>
                <a:lnTo>
                  <a:pt x="553903" y="12018"/>
                </a:lnTo>
                <a:lnTo>
                  <a:pt x="553567" y="12382"/>
                </a:lnTo>
                <a:lnTo>
                  <a:pt x="553210" y="12725"/>
                </a:lnTo>
                <a:lnTo>
                  <a:pt x="552841" y="13038"/>
                </a:lnTo>
                <a:lnTo>
                  <a:pt x="552459" y="13321"/>
                </a:lnTo>
                <a:lnTo>
                  <a:pt x="552065" y="13574"/>
                </a:lnTo>
                <a:lnTo>
                  <a:pt x="551659" y="13797"/>
                </a:lnTo>
                <a:lnTo>
                  <a:pt x="551240" y="13991"/>
                </a:lnTo>
                <a:lnTo>
                  <a:pt x="550809" y="14155"/>
                </a:lnTo>
                <a:lnTo>
                  <a:pt x="550365" y="14289"/>
                </a:lnTo>
                <a:lnTo>
                  <a:pt x="549909" y="14393"/>
                </a:lnTo>
                <a:lnTo>
                  <a:pt x="549441" y="14468"/>
                </a:lnTo>
                <a:lnTo>
                  <a:pt x="548960" y="14513"/>
                </a:lnTo>
                <a:lnTo>
                  <a:pt x="548467" y="14527"/>
                </a:lnTo>
                <a:lnTo>
                  <a:pt x="547974" y="14513"/>
                </a:lnTo>
                <a:lnTo>
                  <a:pt x="547492" y="14468"/>
                </a:lnTo>
                <a:lnTo>
                  <a:pt x="547023" y="14393"/>
                </a:lnTo>
                <a:lnTo>
                  <a:pt x="546565" y="14289"/>
                </a:lnTo>
                <a:lnTo>
                  <a:pt x="546119" y="14155"/>
                </a:lnTo>
                <a:lnTo>
                  <a:pt x="545685" y="13991"/>
                </a:lnTo>
                <a:lnTo>
                  <a:pt x="545263" y="13797"/>
                </a:lnTo>
                <a:lnTo>
                  <a:pt x="544853" y="13574"/>
                </a:lnTo>
                <a:lnTo>
                  <a:pt x="544455" y="13321"/>
                </a:lnTo>
                <a:lnTo>
                  <a:pt x="544069" y="13038"/>
                </a:lnTo>
                <a:lnTo>
                  <a:pt x="543694" y="12725"/>
                </a:lnTo>
                <a:lnTo>
                  <a:pt x="543331" y="12382"/>
                </a:lnTo>
                <a:lnTo>
                  <a:pt x="542990" y="12018"/>
                </a:lnTo>
                <a:lnTo>
                  <a:pt x="542678" y="11642"/>
                </a:lnTo>
                <a:lnTo>
                  <a:pt x="542395" y="11255"/>
                </a:lnTo>
                <a:lnTo>
                  <a:pt x="542143" y="10855"/>
                </a:lnTo>
                <a:lnTo>
                  <a:pt x="541920" y="10443"/>
                </a:lnTo>
                <a:lnTo>
                  <a:pt x="541727" y="10020"/>
                </a:lnTo>
                <a:lnTo>
                  <a:pt x="541563" y="9584"/>
                </a:lnTo>
                <a:lnTo>
                  <a:pt x="541429" y="9137"/>
                </a:lnTo>
                <a:lnTo>
                  <a:pt x="541325" y="8678"/>
                </a:lnTo>
                <a:lnTo>
                  <a:pt x="541251" y="8206"/>
                </a:lnTo>
                <a:lnTo>
                  <a:pt x="541206" y="7723"/>
                </a:lnTo>
                <a:lnTo>
                  <a:pt x="541192" y="7228"/>
                </a:lnTo>
                <a:lnTo>
                  <a:pt x="541206" y="6733"/>
                </a:lnTo>
                <a:lnTo>
                  <a:pt x="541250" y="6251"/>
                </a:lnTo>
                <a:lnTo>
                  <a:pt x="541323" y="5781"/>
                </a:lnTo>
                <a:lnTo>
                  <a:pt x="541425" y="5323"/>
                </a:lnTo>
                <a:lnTo>
                  <a:pt x="541557" y="4878"/>
                </a:lnTo>
                <a:lnTo>
                  <a:pt x="541718" y="4446"/>
                </a:lnTo>
                <a:lnTo>
                  <a:pt x="541908" y="4026"/>
                </a:lnTo>
                <a:lnTo>
                  <a:pt x="542127" y="3618"/>
                </a:lnTo>
                <a:lnTo>
                  <a:pt x="542375" y="3223"/>
                </a:lnTo>
                <a:lnTo>
                  <a:pt x="542653" y="2840"/>
                </a:lnTo>
                <a:lnTo>
                  <a:pt x="542960" y="2470"/>
                </a:lnTo>
                <a:lnTo>
                  <a:pt x="543296" y="2112"/>
                </a:lnTo>
                <a:lnTo>
                  <a:pt x="543653" y="1775"/>
                </a:lnTo>
                <a:lnTo>
                  <a:pt x="544024" y="1467"/>
                </a:lnTo>
                <a:lnTo>
                  <a:pt x="544408" y="1188"/>
                </a:lnTo>
                <a:lnTo>
                  <a:pt x="544806" y="939"/>
                </a:lnTo>
                <a:lnTo>
                  <a:pt x="545216" y="719"/>
                </a:lnTo>
                <a:lnTo>
                  <a:pt x="545641" y="528"/>
                </a:lnTo>
                <a:lnTo>
                  <a:pt x="546078" y="367"/>
                </a:lnTo>
                <a:lnTo>
                  <a:pt x="546529" y="235"/>
                </a:lnTo>
                <a:lnTo>
                  <a:pt x="546994" y="132"/>
                </a:lnTo>
                <a:lnTo>
                  <a:pt x="547472" y="59"/>
                </a:lnTo>
                <a:lnTo>
                  <a:pt x="547963" y="15"/>
                </a:lnTo>
                <a:lnTo>
                  <a:pt x="548467" y="0"/>
                </a:lnTo>
                <a:moveTo>
                  <a:pt x="554388" y="34182"/>
                </a:moveTo>
                <a:lnTo>
                  <a:pt x="554388" y="86479"/>
                </a:lnTo>
                <a:lnTo>
                  <a:pt x="554394" y="87469"/>
                </a:lnTo>
                <a:lnTo>
                  <a:pt x="554412" y="88403"/>
                </a:lnTo>
                <a:lnTo>
                  <a:pt x="554443" y="89279"/>
                </a:lnTo>
                <a:lnTo>
                  <a:pt x="554487" y="90099"/>
                </a:lnTo>
                <a:lnTo>
                  <a:pt x="554542" y="90862"/>
                </a:lnTo>
                <a:lnTo>
                  <a:pt x="554610" y="91569"/>
                </a:lnTo>
                <a:lnTo>
                  <a:pt x="554691" y="92218"/>
                </a:lnTo>
                <a:lnTo>
                  <a:pt x="554784" y="92811"/>
                </a:lnTo>
                <a:lnTo>
                  <a:pt x="554889" y="93347"/>
                </a:lnTo>
                <a:lnTo>
                  <a:pt x="555007" y="93827"/>
                </a:lnTo>
                <a:lnTo>
                  <a:pt x="555137" y="94249"/>
                </a:lnTo>
                <a:lnTo>
                  <a:pt x="555279" y="94615"/>
                </a:lnTo>
                <a:lnTo>
                  <a:pt x="555434" y="94945"/>
                </a:lnTo>
                <a:lnTo>
                  <a:pt x="555600" y="95261"/>
                </a:lnTo>
                <a:lnTo>
                  <a:pt x="555778" y="95563"/>
                </a:lnTo>
                <a:lnTo>
                  <a:pt x="555969" y="95851"/>
                </a:lnTo>
                <a:lnTo>
                  <a:pt x="556171" y="96124"/>
                </a:lnTo>
                <a:lnTo>
                  <a:pt x="556385" y="96383"/>
                </a:lnTo>
                <a:lnTo>
                  <a:pt x="556611" y="96627"/>
                </a:lnTo>
                <a:lnTo>
                  <a:pt x="556848" y="96857"/>
                </a:lnTo>
                <a:lnTo>
                  <a:pt x="557098" y="97073"/>
                </a:lnTo>
                <a:lnTo>
                  <a:pt x="557360" y="97275"/>
                </a:lnTo>
                <a:lnTo>
                  <a:pt x="557633" y="97462"/>
                </a:lnTo>
                <a:lnTo>
                  <a:pt x="557918" y="97635"/>
                </a:lnTo>
                <a:lnTo>
                  <a:pt x="558230" y="97794"/>
                </a:lnTo>
                <a:lnTo>
                  <a:pt x="558581" y="97939"/>
                </a:lnTo>
                <a:lnTo>
                  <a:pt x="558973" y="98070"/>
                </a:lnTo>
                <a:lnTo>
                  <a:pt x="559404" y="98188"/>
                </a:lnTo>
                <a:lnTo>
                  <a:pt x="559876" y="98291"/>
                </a:lnTo>
                <a:lnTo>
                  <a:pt x="560388" y="98381"/>
                </a:lnTo>
                <a:lnTo>
                  <a:pt x="560940" y="98457"/>
                </a:lnTo>
                <a:lnTo>
                  <a:pt x="561532" y="98519"/>
                </a:lnTo>
                <a:lnTo>
                  <a:pt x="562165" y="98568"/>
                </a:lnTo>
                <a:lnTo>
                  <a:pt x="562837" y="98602"/>
                </a:lnTo>
                <a:lnTo>
                  <a:pt x="563550" y="98623"/>
                </a:lnTo>
                <a:lnTo>
                  <a:pt x="564302" y="98630"/>
                </a:lnTo>
                <a:lnTo>
                  <a:pt x="564302" y="101265"/>
                </a:lnTo>
                <a:lnTo>
                  <a:pt x="532561" y="101265"/>
                </a:lnTo>
                <a:lnTo>
                  <a:pt x="532561" y="98630"/>
                </a:lnTo>
                <a:lnTo>
                  <a:pt x="533335" y="98623"/>
                </a:lnTo>
                <a:lnTo>
                  <a:pt x="534067" y="98604"/>
                </a:lnTo>
                <a:lnTo>
                  <a:pt x="534754" y="98572"/>
                </a:lnTo>
                <a:lnTo>
                  <a:pt x="535398" y="98527"/>
                </a:lnTo>
                <a:lnTo>
                  <a:pt x="535998" y="98469"/>
                </a:lnTo>
                <a:lnTo>
                  <a:pt x="536555" y="98399"/>
                </a:lnTo>
                <a:lnTo>
                  <a:pt x="537068" y="98315"/>
                </a:lnTo>
                <a:lnTo>
                  <a:pt x="537538" y="98219"/>
                </a:lnTo>
                <a:lnTo>
                  <a:pt x="537964" y="98110"/>
                </a:lnTo>
                <a:lnTo>
                  <a:pt x="538346" y="97988"/>
                </a:lnTo>
                <a:lnTo>
                  <a:pt x="538685" y="97854"/>
                </a:lnTo>
                <a:lnTo>
                  <a:pt x="538980" y="97706"/>
                </a:lnTo>
                <a:lnTo>
                  <a:pt x="539249" y="97544"/>
                </a:lnTo>
                <a:lnTo>
                  <a:pt x="539508" y="97365"/>
                </a:lnTo>
                <a:lnTo>
                  <a:pt x="539758" y="97169"/>
                </a:lnTo>
                <a:lnTo>
                  <a:pt x="539999" y="96956"/>
                </a:lnTo>
                <a:lnTo>
                  <a:pt x="540230" y="96727"/>
                </a:lnTo>
                <a:lnTo>
                  <a:pt x="540452" y="96481"/>
                </a:lnTo>
                <a:lnTo>
                  <a:pt x="540664" y="96218"/>
                </a:lnTo>
                <a:lnTo>
                  <a:pt x="540867" y="95938"/>
                </a:lnTo>
                <a:lnTo>
                  <a:pt x="541060" y="95641"/>
                </a:lnTo>
                <a:lnTo>
                  <a:pt x="541244" y="95328"/>
                </a:lnTo>
                <a:lnTo>
                  <a:pt x="541419" y="94998"/>
                </a:lnTo>
                <a:lnTo>
                  <a:pt x="541584" y="94651"/>
                </a:lnTo>
                <a:lnTo>
                  <a:pt x="541738" y="94268"/>
                </a:lnTo>
                <a:lnTo>
                  <a:pt x="541878" y="93831"/>
                </a:lnTo>
                <a:lnTo>
                  <a:pt x="542005" y="93340"/>
                </a:lnTo>
                <a:lnTo>
                  <a:pt x="542119" y="92795"/>
                </a:lnTo>
                <a:lnTo>
                  <a:pt x="542219" y="92196"/>
                </a:lnTo>
                <a:lnTo>
                  <a:pt x="542306" y="91542"/>
                </a:lnTo>
                <a:lnTo>
                  <a:pt x="542380" y="90834"/>
                </a:lnTo>
                <a:lnTo>
                  <a:pt x="542440" y="90071"/>
                </a:lnTo>
                <a:lnTo>
                  <a:pt x="542487" y="89255"/>
                </a:lnTo>
                <a:lnTo>
                  <a:pt x="542520" y="88384"/>
                </a:lnTo>
                <a:lnTo>
                  <a:pt x="542540" y="87459"/>
                </a:lnTo>
                <a:lnTo>
                  <a:pt x="542547" y="86479"/>
                </a:lnTo>
                <a:lnTo>
                  <a:pt x="542547" y="61397"/>
                </a:lnTo>
                <a:lnTo>
                  <a:pt x="542542" y="59684"/>
                </a:lnTo>
                <a:lnTo>
                  <a:pt x="542529" y="58074"/>
                </a:lnTo>
                <a:lnTo>
                  <a:pt x="542507" y="56569"/>
                </a:lnTo>
                <a:lnTo>
                  <a:pt x="542475" y="55167"/>
                </a:lnTo>
                <a:lnTo>
                  <a:pt x="542435" y="53869"/>
                </a:lnTo>
                <a:lnTo>
                  <a:pt x="542386" y="52674"/>
                </a:lnTo>
                <a:lnTo>
                  <a:pt x="542328" y="51583"/>
                </a:lnTo>
                <a:lnTo>
                  <a:pt x="542261" y="50596"/>
                </a:lnTo>
                <a:lnTo>
                  <a:pt x="542186" y="49712"/>
                </a:lnTo>
                <a:lnTo>
                  <a:pt x="542101" y="48932"/>
                </a:lnTo>
                <a:lnTo>
                  <a:pt x="542007" y="48256"/>
                </a:lnTo>
                <a:lnTo>
                  <a:pt x="541905" y="47684"/>
                </a:lnTo>
                <a:lnTo>
                  <a:pt x="541818" y="47314"/>
                </a:lnTo>
                <a:lnTo>
                  <a:pt x="541723" y="46964"/>
                </a:lnTo>
                <a:lnTo>
                  <a:pt x="541620" y="46633"/>
                </a:lnTo>
                <a:lnTo>
                  <a:pt x="541509" y="46321"/>
                </a:lnTo>
                <a:lnTo>
                  <a:pt x="541390" y="46029"/>
                </a:lnTo>
                <a:lnTo>
                  <a:pt x="541263" y="45756"/>
                </a:lnTo>
                <a:lnTo>
                  <a:pt x="541128" y="45502"/>
                </a:lnTo>
                <a:lnTo>
                  <a:pt x="540985" y="45267"/>
                </a:lnTo>
                <a:lnTo>
                  <a:pt x="540835" y="45052"/>
                </a:lnTo>
                <a:lnTo>
                  <a:pt x="540676" y="44856"/>
                </a:lnTo>
                <a:lnTo>
                  <a:pt x="540510" y="44679"/>
                </a:lnTo>
                <a:lnTo>
                  <a:pt x="540336" y="44521"/>
                </a:lnTo>
                <a:lnTo>
                  <a:pt x="540152" y="44380"/>
                </a:lnTo>
                <a:lnTo>
                  <a:pt x="539957" y="44250"/>
                </a:lnTo>
                <a:lnTo>
                  <a:pt x="539752" y="44133"/>
                </a:lnTo>
                <a:lnTo>
                  <a:pt x="539535" y="44028"/>
                </a:lnTo>
                <a:lnTo>
                  <a:pt x="539308" y="43936"/>
                </a:lnTo>
                <a:lnTo>
                  <a:pt x="539069" y="43855"/>
                </a:lnTo>
                <a:lnTo>
                  <a:pt x="538820" y="43788"/>
                </a:lnTo>
                <a:lnTo>
                  <a:pt x="538560" y="43732"/>
                </a:lnTo>
                <a:lnTo>
                  <a:pt x="538289" y="43689"/>
                </a:lnTo>
                <a:lnTo>
                  <a:pt x="538007" y="43658"/>
                </a:lnTo>
                <a:lnTo>
                  <a:pt x="537715" y="43640"/>
                </a:lnTo>
                <a:lnTo>
                  <a:pt x="537411" y="43633"/>
                </a:lnTo>
                <a:lnTo>
                  <a:pt x="537072" y="43641"/>
                </a:lnTo>
                <a:lnTo>
                  <a:pt x="536722" y="43663"/>
                </a:lnTo>
                <a:lnTo>
                  <a:pt x="536359" y="43700"/>
                </a:lnTo>
                <a:lnTo>
                  <a:pt x="535984" y="43752"/>
                </a:lnTo>
                <a:lnTo>
                  <a:pt x="535598" y="43818"/>
                </a:lnTo>
                <a:lnTo>
                  <a:pt x="535200" y="43900"/>
                </a:lnTo>
                <a:lnTo>
                  <a:pt x="534790" y="43996"/>
                </a:lnTo>
                <a:lnTo>
                  <a:pt x="534368" y="44107"/>
                </a:lnTo>
                <a:lnTo>
                  <a:pt x="533934" y="44233"/>
                </a:lnTo>
                <a:lnTo>
                  <a:pt x="533488" y="44374"/>
                </a:lnTo>
                <a:lnTo>
                  <a:pt x="533030" y="44529"/>
                </a:lnTo>
                <a:lnTo>
                  <a:pt x="532561" y="44699"/>
                </a:lnTo>
                <a:lnTo>
                  <a:pt x="531562" y="42140"/>
                </a:lnTo>
                <a:lnTo>
                  <a:pt x="551249" y="34182"/>
                </a:lnTo>
                <a:lnTo>
                  <a:pt x="554388" y="34182"/>
                </a:lnTo>
                <a:close/>
                <a:moveTo>
                  <a:pt x="591065" y="47997"/>
                </a:moveTo>
                <a:lnTo>
                  <a:pt x="592972" y="45791"/>
                </a:lnTo>
                <a:lnTo>
                  <a:pt x="594864" y="43776"/>
                </a:lnTo>
                <a:lnTo>
                  <a:pt x="596741" y="41953"/>
                </a:lnTo>
                <a:lnTo>
                  <a:pt x="598603" y="40322"/>
                </a:lnTo>
                <a:lnTo>
                  <a:pt x="600450" y="38883"/>
                </a:lnTo>
                <a:lnTo>
                  <a:pt x="602282" y="37636"/>
                </a:lnTo>
                <a:lnTo>
                  <a:pt x="604099" y="36581"/>
                </a:lnTo>
                <a:lnTo>
                  <a:pt x="605902" y="35717"/>
                </a:lnTo>
                <a:lnTo>
                  <a:pt x="607690" y="35046"/>
                </a:lnTo>
                <a:lnTo>
                  <a:pt x="609462" y="34566"/>
                </a:lnTo>
                <a:lnTo>
                  <a:pt x="611220" y="34278"/>
                </a:lnTo>
                <a:lnTo>
                  <a:pt x="612964" y="34182"/>
                </a:lnTo>
                <a:lnTo>
                  <a:pt x="613845" y="34201"/>
                </a:lnTo>
                <a:lnTo>
                  <a:pt x="614705" y="34256"/>
                </a:lnTo>
                <a:lnTo>
                  <a:pt x="615545" y="34349"/>
                </a:lnTo>
                <a:lnTo>
                  <a:pt x="616364" y="34478"/>
                </a:lnTo>
                <a:lnTo>
                  <a:pt x="617162" y="34645"/>
                </a:lnTo>
                <a:lnTo>
                  <a:pt x="617939" y="34849"/>
                </a:lnTo>
                <a:lnTo>
                  <a:pt x="618695" y="35089"/>
                </a:lnTo>
                <a:lnTo>
                  <a:pt x="619431" y="35367"/>
                </a:lnTo>
                <a:lnTo>
                  <a:pt x="620146" y="35682"/>
                </a:lnTo>
                <a:lnTo>
                  <a:pt x="620840" y="36034"/>
                </a:lnTo>
                <a:lnTo>
                  <a:pt x="621513" y="36422"/>
                </a:lnTo>
                <a:lnTo>
                  <a:pt x="622165" y="36848"/>
                </a:lnTo>
                <a:lnTo>
                  <a:pt x="622796" y="37316"/>
                </a:lnTo>
                <a:lnTo>
                  <a:pt x="623405" y="37832"/>
                </a:lnTo>
                <a:lnTo>
                  <a:pt x="623993" y="38396"/>
                </a:lnTo>
                <a:lnTo>
                  <a:pt x="624559" y="39007"/>
                </a:lnTo>
                <a:lnTo>
                  <a:pt x="625102" y="39666"/>
                </a:lnTo>
                <a:lnTo>
                  <a:pt x="625625" y="40374"/>
                </a:lnTo>
                <a:lnTo>
                  <a:pt x="626125" y="41129"/>
                </a:lnTo>
                <a:lnTo>
                  <a:pt x="626603" y="41932"/>
                </a:lnTo>
                <a:lnTo>
                  <a:pt x="627060" y="42783"/>
                </a:lnTo>
                <a:lnTo>
                  <a:pt x="627495" y="43682"/>
                </a:lnTo>
                <a:lnTo>
                  <a:pt x="627908" y="44628"/>
                </a:lnTo>
                <a:lnTo>
                  <a:pt x="628299" y="45623"/>
                </a:lnTo>
                <a:lnTo>
                  <a:pt x="628550" y="46365"/>
                </a:lnTo>
                <a:lnTo>
                  <a:pt x="628779" y="47170"/>
                </a:lnTo>
                <a:lnTo>
                  <a:pt x="628986" y="48038"/>
                </a:lnTo>
                <a:lnTo>
                  <a:pt x="629171" y="48970"/>
                </a:lnTo>
                <a:lnTo>
                  <a:pt x="629335" y="49964"/>
                </a:lnTo>
                <a:lnTo>
                  <a:pt x="629476" y="51022"/>
                </a:lnTo>
                <a:lnTo>
                  <a:pt x="629596" y="52143"/>
                </a:lnTo>
                <a:lnTo>
                  <a:pt x="629694" y="53328"/>
                </a:lnTo>
                <a:lnTo>
                  <a:pt x="629771" y="54575"/>
                </a:lnTo>
                <a:lnTo>
                  <a:pt x="629825" y="55886"/>
                </a:lnTo>
                <a:lnTo>
                  <a:pt x="629858" y="57260"/>
                </a:lnTo>
                <a:lnTo>
                  <a:pt x="629869" y="58697"/>
                </a:lnTo>
                <a:lnTo>
                  <a:pt x="629869" y="86479"/>
                </a:lnTo>
                <a:lnTo>
                  <a:pt x="629876" y="87482"/>
                </a:lnTo>
                <a:lnTo>
                  <a:pt x="629896" y="88429"/>
                </a:lnTo>
                <a:lnTo>
                  <a:pt x="629931" y="89321"/>
                </a:lnTo>
                <a:lnTo>
                  <a:pt x="629980" y="90158"/>
                </a:lnTo>
                <a:lnTo>
                  <a:pt x="630042" y="90940"/>
                </a:lnTo>
                <a:lnTo>
                  <a:pt x="630118" y="91666"/>
                </a:lnTo>
                <a:lnTo>
                  <a:pt x="630208" y="92338"/>
                </a:lnTo>
                <a:lnTo>
                  <a:pt x="630312" y="92953"/>
                </a:lnTo>
                <a:lnTo>
                  <a:pt x="630430" y="93514"/>
                </a:lnTo>
                <a:lnTo>
                  <a:pt x="630562" y="94019"/>
                </a:lnTo>
                <a:lnTo>
                  <a:pt x="630708" y="94470"/>
                </a:lnTo>
                <a:lnTo>
                  <a:pt x="630867" y="94864"/>
                </a:lnTo>
                <a:lnTo>
                  <a:pt x="631005" y="95155"/>
                </a:lnTo>
                <a:lnTo>
                  <a:pt x="631156" y="95435"/>
                </a:lnTo>
                <a:lnTo>
                  <a:pt x="631320" y="95703"/>
                </a:lnTo>
                <a:lnTo>
                  <a:pt x="631497" y="95961"/>
                </a:lnTo>
                <a:lnTo>
                  <a:pt x="631688" y="96209"/>
                </a:lnTo>
                <a:lnTo>
                  <a:pt x="631893" y="96445"/>
                </a:lnTo>
                <a:lnTo>
                  <a:pt x="632110" y="96670"/>
                </a:lnTo>
                <a:lnTo>
                  <a:pt x="632341" y="96885"/>
                </a:lnTo>
                <a:lnTo>
                  <a:pt x="632586" y="97089"/>
                </a:lnTo>
                <a:lnTo>
                  <a:pt x="632844" y="97282"/>
                </a:lnTo>
                <a:lnTo>
                  <a:pt x="633115" y="97464"/>
                </a:lnTo>
                <a:lnTo>
                  <a:pt x="633399" y="97635"/>
                </a:lnTo>
                <a:lnTo>
                  <a:pt x="633711" y="97794"/>
                </a:lnTo>
                <a:lnTo>
                  <a:pt x="634064" y="97939"/>
                </a:lnTo>
                <a:lnTo>
                  <a:pt x="634458" y="98070"/>
                </a:lnTo>
                <a:lnTo>
                  <a:pt x="634893" y="98188"/>
                </a:lnTo>
                <a:lnTo>
                  <a:pt x="635370" y="98291"/>
                </a:lnTo>
                <a:lnTo>
                  <a:pt x="635887" y="98381"/>
                </a:lnTo>
                <a:lnTo>
                  <a:pt x="636446" y="98457"/>
                </a:lnTo>
                <a:lnTo>
                  <a:pt x="637045" y="98519"/>
                </a:lnTo>
                <a:lnTo>
                  <a:pt x="637686" y="98568"/>
                </a:lnTo>
                <a:lnTo>
                  <a:pt x="638368" y="98602"/>
                </a:lnTo>
                <a:lnTo>
                  <a:pt x="639091" y="98623"/>
                </a:lnTo>
                <a:lnTo>
                  <a:pt x="639855" y="98630"/>
                </a:lnTo>
                <a:lnTo>
                  <a:pt x="639855" y="101265"/>
                </a:lnTo>
                <a:lnTo>
                  <a:pt x="607543" y="101265"/>
                </a:lnTo>
                <a:lnTo>
                  <a:pt x="607543" y="98630"/>
                </a:lnTo>
                <a:lnTo>
                  <a:pt x="608898" y="98630"/>
                </a:lnTo>
                <a:lnTo>
                  <a:pt x="609640" y="98620"/>
                </a:lnTo>
                <a:lnTo>
                  <a:pt x="610343" y="98591"/>
                </a:lnTo>
                <a:lnTo>
                  <a:pt x="611009" y="98543"/>
                </a:lnTo>
                <a:lnTo>
                  <a:pt x="611636" y="98476"/>
                </a:lnTo>
                <a:lnTo>
                  <a:pt x="612225" y="98390"/>
                </a:lnTo>
                <a:lnTo>
                  <a:pt x="612776" y="98284"/>
                </a:lnTo>
                <a:lnTo>
                  <a:pt x="613289" y="98159"/>
                </a:lnTo>
                <a:lnTo>
                  <a:pt x="613764" y="98015"/>
                </a:lnTo>
                <a:lnTo>
                  <a:pt x="614201" y="97852"/>
                </a:lnTo>
                <a:lnTo>
                  <a:pt x="614599" y="97670"/>
                </a:lnTo>
                <a:lnTo>
                  <a:pt x="614960" y="97468"/>
                </a:lnTo>
                <a:lnTo>
                  <a:pt x="615282" y="97248"/>
                </a:lnTo>
                <a:lnTo>
                  <a:pt x="615577" y="97008"/>
                </a:lnTo>
                <a:lnTo>
                  <a:pt x="615857" y="96751"/>
                </a:lnTo>
                <a:lnTo>
                  <a:pt x="616122" y="96475"/>
                </a:lnTo>
                <a:lnTo>
                  <a:pt x="616372" y="96181"/>
                </a:lnTo>
                <a:lnTo>
                  <a:pt x="616606" y="95869"/>
                </a:lnTo>
                <a:lnTo>
                  <a:pt x="616824" y="95539"/>
                </a:lnTo>
                <a:lnTo>
                  <a:pt x="617028" y="95190"/>
                </a:lnTo>
                <a:lnTo>
                  <a:pt x="617216" y="94824"/>
                </a:lnTo>
                <a:lnTo>
                  <a:pt x="617388" y="94439"/>
                </a:lnTo>
                <a:lnTo>
                  <a:pt x="617545" y="94036"/>
                </a:lnTo>
                <a:lnTo>
                  <a:pt x="617687" y="93615"/>
                </a:lnTo>
                <a:lnTo>
                  <a:pt x="617814" y="93175"/>
                </a:lnTo>
                <a:lnTo>
                  <a:pt x="617860" y="92966"/>
                </a:lnTo>
                <a:lnTo>
                  <a:pt x="617901" y="92695"/>
                </a:lnTo>
                <a:lnTo>
                  <a:pt x="617939" y="92360"/>
                </a:lnTo>
                <a:lnTo>
                  <a:pt x="617972" y="91962"/>
                </a:lnTo>
                <a:lnTo>
                  <a:pt x="618002" y="91502"/>
                </a:lnTo>
                <a:lnTo>
                  <a:pt x="618028" y="90978"/>
                </a:lnTo>
                <a:lnTo>
                  <a:pt x="618050" y="90392"/>
                </a:lnTo>
                <a:lnTo>
                  <a:pt x="618068" y="89742"/>
                </a:lnTo>
                <a:lnTo>
                  <a:pt x="618081" y="89030"/>
                </a:lnTo>
                <a:lnTo>
                  <a:pt x="618091" y="88254"/>
                </a:lnTo>
                <a:lnTo>
                  <a:pt x="618097" y="87416"/>
                </a:lnTo>
                <a:lnTo>
                  <a:pt x="618099" y="86515"/>
                </a:lnTo>
                <a:lnTo>
                  <a:pt x="618099" y="59946"/>
                </a:lnTo>
                <a:lnTo>
                  <a:pt x="618083" y="58503"/>
                </a:lnTo>
                <a:lnTo>
                  <a:pt x="618035" y="57129"/>
                </a:lnTo>
                <a:lnTo>
                  <a:pt x="617954" y="55821"/>
                </a:lnTo>
                <a:lnTo>
                  <a:pt x="617842" y="54581"/>
                </a:lnTo>
                <a:lnTo>
                  <a:pt x="617697" y="53409"/>
                </a:lnTo>
                <a:lnTo>
                  <a:pt x="617520" y="52304"/>
                </a:lnTo>
                <a:lnTo>
                  <a:pt x="617310" y="51266"/>
                </a:lnTo>
                <a:lnTo>
                  <a:pt x="617069" y="50295"/>
                </a:lnTo>
                <a:lnTo>
                  <a:pt x="616795" y="49392"/>
                </a:lnTo>
                <a:lnTo>
                  <a:pt x="616489" y="48556"/>
                </a:lnTo>
                <a:lnTo>
                  <a:pt x="616151" y="47788"/>
                </a:lnTo>
                <a:lnTo>
                  <a:pt x="615781" y="47087"/>
                </a:lnTo>
                <a:lnTo>
                  <a:pt x="615373" y="46448"/>
                </a:lnTo>
                <a:lnTo>
                  <a:pt x="614920" y="45864"/>
                </a:lnTo>
                <a:lnTo>
                  <a:pt x="614424" y="45336"/>
                </a:lnTo>
                <a:lnTo>
                  <a:pt x="613883" y="44863"/>
                </a:lnTo>
                <a:lnTo>
                  <a:pt x="613298" y="44446"/>
                </a:lnTo>
                <a:lnTo>
                  <a:pt x="612669" y="44085"/>
                </a:lnTo>
                <a:lnTo>
                  <a:pt x="611996" y="43779"/>
                </a:lnTo>
                <a:lnTo>
                  <a:pt x="611279" y="43529"/>
                </a:lnTo>
                <a:lnTo>
                  <a:pt x="610518" y="43334"/>
                </a:lnTo>
                <a:lnTo>
                  <a:pt x="609713" y="43195"/>
                </a:lnTo>
                <a:lnTo>
                  <a:pt x="608864" y="43112"/>
                </a:lnTo>
                <a:lnTo>
                  <a:pt x="607970" y="43084"/>
                </a:lnTo>
                <a:lnTo>
                  <a:pt x="606556" y="43148"/>
                </a:lnTo>
                <a:lnTo>
                  <a:pt x="605143" y="43340"/>
                </a:lnTo>
                <a:lnTo>
                  <a:pt x="603731" y="43659"/>
                </a:lnTo>
                <a:lnTo>
                  <a:pt x="602320" y="44107"/>
                </a:lnTo>
                <a:lnTo>
                  <a:pt x="600909" y="44683"/>
                </a:lnTo>
                <a:lnTo>
                  <a:pt x="599500" y="45386"/>
                </a:lnTo>
                <a:lnTo>
                  <a:pt x="598092" y="46218"/>
                </a:lnTo>
                <a:lnTo>
                  <a:pt x="596685" y="47177"/>
                </a:lnTo>
                <a:lnTo>
                  <a:pt x="595278" y="48265"/>
                </a:lnTo>
                <a:lnTo>
                  <a:pt x="593873" y="49480"/>
                </a:lnTo>
                <a:lnTo>
                  <a:pt x="592469" y="50823"/>
                </a:lnTo>
                <a:lnTo>
                  <a:pt x="591065" y="52295"/>
                </a:lnTo>
                <a:lnTo>
                  <a:pt x="591065" y="86515"/>
                </a:lnTo>
                <a:lnTo>
                  <a:pt x="591071" y="87578"/>
                </a:lnTo>
                <a:lnTo>
                  <a:pt x="591087" y="88571"/>
                </a:lnTo>
                <a:lnTo>
                  <a:pt x="591114" y="89495"/>
                </a:lnTo>
                <a:lnTo>
                  <a:pt x="591153" y="90348"/>
                </a:lnTo>
                <a:lnTo>
                  <a:pt x="591202" y="91132"/>
                </a:lnTo>
                <a:lnTo>
                  <a:pt x="591262" y="91846"/>
                </a:lnTo>
                <a:lnTo>
                  <a:pt x="591332" y="92490"/>
                </a:lnTo>
                <a:lnTo>
                  <a:pt x="591414" y="93064"/>
                </a:lnTo>
                <a:lnTo>
                  <a:pt x="591507" y="93568"/>
                </a:lnTo>
                <a:lnTo>
                  <a:pt x="591610" y="94003"/>
                </a:lnTo>
                <a:lnTo>
                  <a:pt x="591725" y="94367"/>
                </a:lnTo>
                <a:lnTo>
                  <a:pt x="591850" y="94662"/>
                </a:lnTo>
                <a:lnTo>
                  <a:pt x="592022" y="94997"/>
                </a:lnTo>
                <a:lnTo>
                  <a:pt x="592204" y="95316"/>
                </a:lnTo>
                <a:lnTo>
                  <a:pt x="592396" y="95620"/>
                </a:lnTo>
                <a:lnTo>
                  <a:pt x="592599" y="95909"/>
                </a:lnTo>
                <a:lnTo>
                  <a:pt x="592812" y="96183"/>
                </a:lnTo>
                <a:lnTo>
                  <a:pt x="593036" y="96442"/>
                </a:lnTo>
                <a:lnTo>
                  <a:pt x="593270" y="96685"/>
                </a:lnTo>
                <a:lnTo>
                  <a:pt x="593514" y="96913"/>
                </a:lnTo>
                <a:lnTo>
                  <a:pt x="593769" y="97126"/>
                </a:lnTo>
                <a:lnTo>
                  <a:pt x="594034" y="97323"/>
                </a:lnTo>
                <a:lnTo>
                  <a:pt x="594310" y="97506"/>
                </a:lnTo>
                <a:lnTo>
                  <a:pt x="594596" y="97673"/>
                </a:lnTo>
                <a:lnTo>
                  <a:pt x="594912" y="97826"/>
                </a:lnTo>
                <a:lnTo>
                  <a:pt x="595279" y="97965"/>
                </a:lnTo>
                <a:lnTo>
                  <a:pt x="595695" y="98091"/>
                </a:lnTo>
                <a:lnTo>
                  <a:pt x="596161" y="98204"/>
                </a:lnTo>
                <a:lnTo>
                  <a:pt x="596678" y="98304"/>
                </a:lnTo>
                <a:lnTo>
                  <a:pt x="597244" y="98390"/>
                </a:lnTo>
                <a:lnTo>
                  <a:pt x="597861" y="98464"/>
                </a:lnTo>
                <a:lnTo>
                  <a:pt x="598527" y="98523"/>
                </a:lnTo>
                <a:lnTo>
                  <a:pt x="599244" y="98570"/>
                </a:lnTo>
                <a:lnTo>
                  <a:pt x="600010" y="98603"/>
                </a:lnTo>
                <a:lnTo>
                  <a:pt x="600827" y="98623"/>
                </a:lnTo>
                <a:lnTo>
                  <a:pt x="601693" y="98630"/>
                </a:lnTo>
                <a:lnTo>
                  <a:pt x="601693" y="101265"/>
                </a:lnTo>
                <a:lnTo>
                  <a:pt x="569381" y="101265"/>
                </a:lnTo>
                <a:lnTo>
                  <a:pt x="569381" y="98630"/>
                </a:lnTo>
                <a:lnTo>
                  <a:pt x="570808" y="98630"/>
                </a:lnTo>
                <a:lnTo>
                  <a:pt x="571617" y="98612"/>
                </a:lnTo>
                <a:lnTo>
                  <a:pt x="572382" y="98560"/>
                </a:lnTo>
                <a:lnTo>
                  <a:pt x="573101" y="98472"/>
                </a:lnTo>
                <a:lnTo>
                  <a:pt x="573776" y="98350"/>
                </a:lnTo>
                <a:lnTo>
                  <a:pt x="574405" y="98192"/>
                </a:lnTo>
                <a:lnTo>
                  <a:pt x="574989" y="97999"/>
                </a:lnTo>
                <a:lnTo>
                  <a:pt x="575529" y="97772"/>
                </a:lnTo>
                <a:lnTo>
                  <a:pt x="576023" y="97509"/>
                </a:lnTo>
                <a:lnTo>
                  <a:pt x="576472" y="97211"/>
                </a:lnTo>
                <a:lnTo>
                  <a:pt x="576876" y="96879"/>
                </a:lnTo>
                <a:lnTo>
                  <a:pt x="577235" y="96511"/>
                </a:lnTo>
                <a:lnTo>
                  <a:pt x="577548" y="96108"/>
                </a:lnTo>
                <a:lnTo>
                  <a:pt x="577828" y="95656"/>
                </a:lnTo>
                <a:lnTo>
                  <a:pt x="578082" y="95140"/>
                </a:lnTo>
                <a:lnTo>
                  <a:pt x="578313" y="94560"/>
                </a:lnTo>
                <a:lnTo>
                  <a:pt x="578519" y="93917"/>
                </a:lnTo>
                <a:lnTo>
                  <a:pt x="578701" y="93210"/>
                </a:lnTo>
                <a:lnTo>
                  <a:pt x="578859" y="92439"/>
                </a:lnTo>
                <a:lnTo>
                  <a:pt x="578993" y="91605"/>
                </a:lnTo>
                <a:lnTo>
                  <a:pt x="579102" y="90707"/>
                </a:lnTo>
                <a:lnTo>
                  <a:pt x="579187" y="89745"/>
                </a:lnTo>
                <a:lnTo>
                  <a:pt x="579247" y="88720"/>
                </a:lnTo>
                <a:lnTo>
                  <a:pt x="579284" y="87631"/>
                </a:lnTo>
                <a:lnTo>
                  <a:pt x="579296" y="86479"/>
                </a:lnTo>
                <a:lnTo>
                  <a:pt x="579296" y="62320"/>
                </a:lnTo>
                <a:lnTo>
                  <a:pt x="579292" y="60430"/>
                </a:lnTo>
                <a:lnTo>
                  <a:pt x="579281" y="58667"/>
                </a:lnTo>
                <a:lnTo>
                  <a:pt x="579263" y="57031"/>
                </a:lnTo>
                <a:lnTo>
                  <a:pt x="579237" y="55523"/>
                </a:lnTo>
                <a:lnTo>
                  <a:pt x="579203" y="54142"/>
                </a:lnTo>
                <a:lnTo>
                  <a:pt x="579162" y="52888"/>
                </a:lnTo>
                <a:lnTo>
                  <a:pt x="579114" y="51762"/>
                </a:lnTo>
                <a:lnTo>
                  <a:pt x="579058" y="50763"/>
                </a:lnTo>
                <a:lnTo>
                  <a:pt x="578995" y="49891"/>
                </a:lnTo>
                <a:lnTo>
                  <a:pt x="578925" y="49147"/>
                </a:lnTo>
                <a:lnTo>
                  <a:pt x="578846" y="48530"/>
                </a:lnTo>
                <a:lnTo>
                  <a:pt x="578761" y="48040"/>
                </a:lnTo>
                <a:lnTo>
                  <a:pt x="578668" y="47625"/>
                </a:lnTo>
                <a:lnTo>
                  <a:pt x="578567" y="47232"/>
                </a:lnTo>
                <a:lnTo>
                  <a:pt x="578458" y="46862"/>
                </a:lnTo>
                <a:lnTo>
                  <a:pt x="578341" y="46515"/>
                </a:lnTo>
                <a:lnTo>
                  <a:pt x="578216" y="46191"/>
                </a:lnTo>
                <a:lnTo>
                  <a:pt x="578083" y="45889"/>
                </a:lnTo>
                <a:lnTo>
                  <a:pt x="577943" y="45611"/>
                </a:lnTo>
                <a:lnTo>
                  <a:pt x="577794" y="45354"/>
                </a:lnTo>
                <a:lnTo>
                  <a:pt x="577638" y="45121"/>
                </a:lnTo>
                <a:lnTo>
                  <a:pt x="577473" y="44910"/>
                </a:lnTo>
                <a:lnTo>
                  <a:pt x="577301" y="44722"/>
                </a:lnTo>
                <a:lnTo>
                  <a:pt x="577120" y="44557"/>
                </a:lnTo>
                <a:lnTo>
                  <a:pt x="576931" y="44409"/>
                </a:lnTo>
                <a:lnTo>
                  <a:pt x="576731" y="44275"/>
                </a:lnTo>
                <a:lnTo>
                  <a:pt x="576521" y="44153"/>
                </a:lnTo>
                <a:lnTo>
                  <a:pt x="576300" y="44044"/>
                </a:lnTo>
                <a:lnTo>
                  <a:pt x="576069" y="43948"/>
                </a:lnTo>
                <a:lnTo>
                  <a:pt x="575828" y="43864"/>
                </a:lnTo>
                <a:lnTo>
                  <a:pt x="575576" y="43794"/>
                </a:lnTo>
                <a:lnTo>
                  <a:pt x="575313" y="43736"/>
                </a:lnTo>
                <a:lnTo>
                  <a:pt x="575041" y="43691"/>
                </a:lnTo>
                <a:lnTo>
                  <a:pt x="574758" y="43659"/>
                </a:lnTo>
                <a:lnTo>
                  <a:pt x="574464" y="43640"/>
                </a:lnTo>
                <a:lnTo>
                  <a:pt x="574160" y="43633"/>
                </a:lnTo>
                <a:lnTo>
                  <a:pt x="573822" y="43641"/>
                </a:lnTo>
                <a:lnTo>
                  <a:pt x="573473" y="43663"/>
                </a:lnTo>
                <a:lnTo>
                  <a:pt x="573113" y="43700"/>
                </a:lnTo>
                <a:lnTo>
                  <a:pt x="572742" y="43752"/>
                </a:lnTo>
                <a:lnTo>
                  <a:pt x="572360" y="43818"/>
                </a:lnTo>
                <a:lnTo>
                  <a:pt x="571967" y="43900"/>
                </a:lnTo>
                <a:lnTo>
                  <a:pt x="571563" y="43996"/>
                </a:lnTo>
                <a:lnTo>
                  <a:pt x="571149" y="44107"/>
                </a:lnTo>
                <a:lnTo>
                  <a:pt x="570723" y="44233"/>
                </a:lnTo>
                <a:lnTo>
                  <a:pt x="570287" y="44374"/>
                </a:lnTo>
                <a:lnTo>
                  <a:pt x="569839" y="44529"/>
                </a:lnTo>
                <a:lnTo>
                  <a:pt x="569381" y="44699"/>
                </a:lnTo>
                <a:lnTo>
                  <a:pt x="568311" y="42140"/>
                </a:lnTo>
                <a:lnTo>
                  <a:pt x="587998" y="34182"/>
                </a:lnTo>
                <a:lnTo>
                  <a:pt x="591065" y="34182"/>
                </a:lnTo>
                <a:lnTo>
                  <a:pt x="591065" y="47997"/>
                </a:lnTo>
                <a:close/>
                <a:moveTo>
                  <a:pt x="682082" y="91864"/>
                </a:moveTo>
                <a:lnTo>
                  <a:pt x="680457" y="93113"/>
                </a:lnTo>
                <a:lnTo>
                  <a:pt x="678937" y="94270"/>
                </a:lnTo>
                <a:lnTo>
                  <a:pt x="677521" y="95336"/>
                </a:lnTo>
                <a:lnTo>
                  <a:pt x="676209" y="96311"/>
                </a:lnTo>
                <a:lnTo>
                  <a:pt x="675001" y="97196"/>
                </a:lnTo>
                <a:lnTo>
                  <a:pt x="673897" y="97989"/>
                </a:lnTo>
                <a:lnTo>
                  <a:pt x="672896" y="98691"/>
                </a:lnTo>
                <a:lnTo>
                  <a:pt x="672000" y="99302"/>
                </a:lnTo>
                <a:lnTo>
                  <a:pt x="671208" y="99823"/>
                </a:lnTo>
                <a:lnTo>
                  <a:pt x="670520" y="100252"/>
                </a:lnTo>
                <a:lnTo>
                  <a:pt x="669936" y="100590"/>
                </a:lnTo>
                <a:lnTo>
                  <a:pt x="669456" y="100837"/>
                </a:lnTo>
                <a:lnTo>
                  <a:pt x="668811" y="101133"/>
                </a:lnTo>
                <a:lnTo>
                  <a:pt x="668158" y="101403"/>
                </a:lnTo>
                <a:lnTo>
                  <a:pt x="667499" y="101647"/>
                </a:lnTo>
                <a:lnTo>
                  <a:pt x="666833" y="101866"/>
                </a:lnTo>
                <a:lnTo>
                  <a:pt x="666160" y="102059"/>
                </a:lnTo>
                <a:lnTo>
                  <a:pt x="665480" y="102226"/>
                </a:lnTo>
                <a:lnTo>
                  <a:pt x="664793" y="102367"/>
                </a:lnTo>
                <a:lnTo>
                  <a:pt x="664099" y="102483"/>
                </a:lnTo>
                <a:lnTo>
                  <a:pt x="663398" y="102573"/>
                </a:lnTo>
                <a:lnTo>
                  <a:pt x="662690" y="102637"/>
                </a:lnTo>
                <a:lnTo>
                  <a:pt x="661975" y="102676"/>
                </a:lnTo>
                <a:lnTo>
                  <a:pt x="661253" y="102689"/>
                </a:lnTo>
                <a:lnTo>
                  <a:pt x="660141" y="102657"/>
                </a:lnTo>
                <a:lnTo>
                  <a:pt x="659061" y="102560"/>
                </a:lnTo>
                <a:lnTo>
                  <a:pt x="658015" y="102400"/>
                </a:lnTo>
                <a:lnTo>
                  <a:pt x="657001" y="102175"/>
                </a:lnTo>
                <a:lnTo>
                  <a:pt x="656021" y="101885"/>
                </a:lnTo>
                <a:lnTo>
                  <a:pt x="655074" y="101532"/>
                </a:lnTo>
                <a:lnTo>
                  <a:pt x="654161" y="101114"/>
                </a:lnTo>
                <a:lnTo>
                  <a:pt x="653280" y="100632"/>
                </a:lnTo>
                <a:lnTo>
                  <a:pt x="652433" y="100085"/>
                </a:lnTo>
                <a:lnTo>
                  <a:pt x="651619" y="99474"/>
                </a:lnTo>
                <a:lnTo>
                  <a:pt x="650838" y="98799"/>
                </a:lnTo>
                <a:lnTo>
                  <a:pt x="650090" y="98060"/>
                </a:lnTo>
                <a:lnTo>
                  <a:pt x="649390" y="97268"/>
                </a:lnTo>
                <a:lnTo>
                  <a:pt x="648750" y="96436"/>
                </a:lnTo>
                <a:lnTo>
                  <a:pt x="648171" y="95563"/>
                </a:lnTo>
                <a:lnTo>
                  <a:pt x="647653" y="94650"/>
                </a:lnTo>
                <a:lnTo>
                  <a:pt x="647196" y="93696"/>
                </a:lnTo>
                <a:lnTo>
                  <a:pt x="646800" y="92701"/>
                </a:lnTo>
                <a:lnTo>
                  <a:pt x="646465" y="91666"/>
                </a:lnTo>
                <a:lnTo>
                  <a:pt x="646191" y="90591"/>
                </a:lnTo>
                <a:lnTo>
                  <a:pt x="645978" y="89474"/>
                </a:lnTo>
                <a:lnTo>
                  <a:pt x="645825" y="88318"/>
                </a:lnTo>
                <a:lnTo>
                  <a:pt x="645734" y="87120"/>
                </a:lnTo>
                <a:lnTo>
                  <a:pt x="645703" y="85883"/>
                </a:lnTo>
                <a:lnTo>
                  <a:pt x="645718" y="85096"/>
                </a:lnTo>
                <a:lnTo>
                  <a:pt x="645763" y="84328"/>
                </a:lnTo>
                <a:lnTo>
                  <a:pt x="645837" y="83577"/>
                </a:lnTo>
                <a:lnTo>
                  <a:pt x="645941" y="82844"/>
                </a:lnTo>
                <a:lnTo>
                  <a:pt x="646075" y="82129"/>
                </a:lnTo>
                <a:lnTo>
                  <a:pt x="646238" y="81432"/>
                </a:lnTo>
                <a:lnTo>
                  <a:pt x="646432" y="80752"/>
                </a:lnTo>
                <a:lnTo>
                  <a:pt x="646655" y="80091"/>
                </a:lnTo>
                <a:lnTo>
                  <a:pt x="646907" y="79447"/>
                </a:lnTo>
                <a:lnTo>
                  <a:pt x="647190" y="78821"/>
                </a:lnTo>
                <a:lnTo>
                  <a:pt x="647502" y="78212"/>
                </a:lnTo>
                <a:lnTo>
                  <a:pt x="647843" y="77622"/>
                </a:lnTo>
                <a:lnTo>
                  <a:pt x="648361" y="76819"/>
                </a:lnTo>
                <a:lnTo>
                  <a:pt x="648938" y="76024"/>
                </a:lnTo>
                <a:lnTo>
                  <a:pt x="649575" y="75236"/>
                </a:lnTo>
                <a:lnTo>
                  <a:pt x="650273" y="74457"/>
                </a:lnTo>
                <a:lnTo>
                  <a:pt x="651030" y="73685"/>
                </a:lnTo>
                <a:lnTo>
                  <a:pt x="651847" y="72922"/>
                </a:lnTo>
                <a:lnTo>
                  <a:pt x="652724" y="72166"/>
                </a:lnTo>
                <a:lnTo>
                  <a:pt x="653661" y="71419"/>
                </a:lnTo>
                <a:lnTo>
                  <a:pt x="654658" y="70679"/>
                </a:lnTo>
                <a:lnTo>
                  <a:pt x="655714" y="69947"/>
                </a:lnTo>
                <a:lnTo>
                  <a:pt x="656831" y="69223"/>
                </a:lnTo>
                <a:lnTo>
                  <a:pt x="658008" y="68507"/>
                </a:lnTo>
                <a:lnTo>
                  <a:pt x="659281" y="67782"/>
                </a:lnTo>
                <a:lnTo>
                  <a:pt x="660688" y="67031"/>
                </a:lnTo>
                <a:lnTo>
                  <a:pt x="662227" y="66255"/>
                </a:lnTo>
                <a:lnTo>
                  <a:pt x="663900" y="65452"/>
                </a:lnTo>
                <a:lnTo>
                  <a:pt x="665707" y="64625"/>
                </a:lnTo>
                <a:lnTo>
                  <a:pt x="667646" y="63771"/>
                </a:lnTo>
                <a:lnTo>
                  <a:pt x="669719" y="62892"/>
                </a:lnTo>
                <a:lnTo>
                  <a:pt x="671925" y="61987"/>
                </a:lnTo>
                <a:lnTo>
                  <a:pt x="674264" y="61056"/>
                </a:lnTo>
                <a:lnTo>
                  <a:pt x="676737" y="60100"/>
                </a:lnTo>
                <a:lnTo>
                  <a:pt x="679343" y="59117"/>
                </a:lnTo>
                <a:lnTo>
                  <a:pt x="682082" y="58110"/>
                </a:lnTo>
                <a:lnTo>
                  <a:pt x="682082" y="55546"/>
                </a:lnTo>
                <a:lnTo>
                  <a:pt x="682060" y="53962"/>
                </a:lnTo>
                <a:lnTo>
                  <a:pt x="681995" y="52464"/>
                </a:lnTo>
                <a:lnTo>
                  <a:pt x="681888" y="51051"/>
                </a:lnTo>
                <a:lnTo>
                  <a:pt x="681737" y="49722"/>
                </a:lnTo>
                <a:lnTo>
                  <a:pt x="681543" y="48479"/>
                </a:lnTo>
                <a:lnTo>
                  <a:pt x="681306" y="47321"/>
                </a:lnTo>
                <a:lnTo>
                  <a:pt x="681026" y="46248"/>
                </a:lnTo>
                <a:lnTo>
                  <a:pt x="680703" y="45260"/>
                </a:lnTo>
                <a:lnTo>
                  <a:pt x="680336" y="44357"/>
                </a:lnTo>
                <a:lnTo>
                  <a:pt x="679927" y="43539"/>
                </a:lnTo>
                <a:lnTo>
                  <a:pt x="679474" y="42806"/>
                </a:lnTo>
                <a:lnTo>
                  <a:pt x="678979" y="42158"/>
                </a:lnTo>
                <a:lnTo>
                  <a:pt x="678442" y="41578"/>
                </a:lnTo>
                <a:lnTo>
                  <a:pt x="677866" y="41048"/>
                </a:lnTo>
                <a:lnTo>
                  <a:pt x="677251" y="40569"/>
                </a:lnTo>
                <a:lnTo>
                  <a:pt x="676597" y="40140"/>
                </a:lnTo>
                <a:lnTo>
                  <a:pt x="675904" y="39762"/>
                </a:lnTo>
                <a:lnTo>
                  <a:pt x="675172" y="39434"/>
                </a:lnTo>
                <a:lnTo>
                  <a:pt x="674400" y="39157"/>
                </a:lnTo>
                <a:lnTo>
                  <a:pt x="673589" y="38930"/>
                </a:lnTo>
                <a:lnTo>
                  <a:pt x="672740" y="38753"/>
                </a:lnTo>
                <a:lnTo>
                  <a:pt x="671851" y="38627"/>
                </a:lnTo>
                <a:lnTo>
                  <a:pt x="670923" y="38551"/>
                </a:lnTo>
                <a:lnTo>
                  <a:pt x="669956" y="38526"/>
                </a:lnTo>
                <a:lnTo>
                  <a:pt x="669219" y="38543"/>
                </a:lnTo>
                <a:lnTo>
                  <a:pt x="668509" y="38593"/>
                </a:lnTo>
                <a:lnTo>
                  <a:pt x="667825" y="38677"/>
                </a:lnTo>
                <a:lnTo>
                  <a:pt x="667166" y="38794"/>
                </a:lnTo>
                <a:lnTo>
                  <a:pt x="666533" y="38945"/>
                </a:lnTo>
                <a:lnTo>
                  <a:pt x="665925" y="39129"/>
                </a:lnTo>
                <a:lnTo>
                  <a:pt x="665344" y="39347"/>
                </a:lnTo>
                <a:lnTo>
                  <a:pt x="664788" y="39598"/>
                </a:lnTo>
                <a:lnTo>
                  <a:pt x="664258" y="39883"/>
                </a:lnTo>
                <a:lnTo>
                  <a:pt x="663754" y="40201"/>
                </a:lnTo>
                <a:lnTo>
                  <a:pt x="663275" y="40553"/>
                </a:lnTo>
                <a:lnTo>
                  <a:pt x="662823" y="40938"/>
                </a:lnTo>
                <a:lnTo>
                  <a:pt x="662390" y="41345"/>
                </a:lnTo>
                <a:lnTo>
                  <a:pt x="661994" y="41762"/>
                </a:lnTo>
                <a:lnTo>
                  <a:pt x="661637" y="42189"/>
                </a:lnTo>
                <a:lnTo>
                  <a:pt x="661317" y="42626"/>
                </a:lnTo>
                <a:lnTo>
                  <a:pt x="661034" y="43072"/>
                </a:lnTo>
                <a:lnTo>
                  <a:pt x="660790" y="43528"/>
                </a:lnTo>
                <a:lnTo>
                  <a:pt x="660583" y="43994"/>
                </a:lnTo>
                <a:lnTo>
                  <a:pt x="660413" y="44470"/>
                </a:lnTo>
                <a:lnTo>
                  <a:pt x="660281" y="44956"/>
                </a:lnTo>
                <a:lnTo>
                  <a:pt x="660187" y="45452"/>
                </a:lnTo>
                <a:lnTo>
                  <a:pt x="660131" y="45958"/>
                </a:lnTo>
                <a:lnTo>
                  <a:pt x="660112" y="46473"/>
                </a:lnTo>
                <a:lnTo>
                  <a:pt x="660255" y="50588"/>
                </a:lnTo>
                <a:lnTo>
                  <a:pt x="660243" y="51121"/>
                </a:lnTo>
                <a:lnTo>
                  <a:pt x="660208" y="51634"/>
                </a:lnTo>
                <a:lnTo>
                  <a:pt x="660150" y="52126"/>
                </a:lnTo>
                <a:lnTo>
                  <a:pt x="660068" y="52597"/>
                </a:lnTo>
                <a:lnTo>
                  <a:pt x="659964" y="53048"/>
                </a:lnTo>
                <a:lnTo>
                  <a:pt x="659836" y="53478"/>
                </a:lnTo>
                <a:lnTo>
                  <a:pt x="659684" y="53887"/>
                </a:lnTo>
                <a:lnTo>
                  <a:pt x="659510" y="54276"/>
                </a:lnTo>
                <a:lnTo>
                  <a:pt x="659312" y="54644"/>
                </a:lnTo>
                <a:lnTo>
                  <a:pt x="659091" y="54991"/>
                </a:lnTo>
                <a:lnTo>
                  <a:pt x="658846" y="55318"/>
                </a:lnTo>
                <a:lnTo>
                  <a:pt x="658578" y="55624"/>
                </a:lnTo>
                <a:lnTo>
                  <a:pt x="658292" y="55907"/>
                </a:lnTo>
                <a:lnTo>
                  <a:pt x="657991" y="56166"/>
                </a:lnTo>
                <a:lnTo>
                  <a:pt x="657676" y="56400"/>
                </a:lnTo>
                <a:lnTo>
                  <a:pt x="657346" y="56609"/>
                </a:lnTo>
                <a:lnTo>
                  <a:pt x="657002" y="56794"/>
                </a:lnTo>
                <a:lnTo>
                  <a:pt x="656644" y="56954"/>
                </a:lnTo>
                <a:lnTo>
                  <a:pt x="656271" y="57090"/>
                </a:lnTo>
                <a:lnTo>
                  <a:pt x="655884" y="57200"/>
                </a:lnTo>
                <a:lnTo>
                  <a:pt x="655482" y="57287"/>
                </a:lnTo>
                <a:lnTo>
                  <a:pt x="655066" y="57348"/>
                </a:lnTo>
                <a:lnTo>
                  <a:pt x="654636" y="57385"/>
                </a:lnTo>
                <a:lnTo>
                  <a:pt x="654192" y="57398"/>
                </a:lnTo>
                <a:lnTo>
                  <a:pt x="653759" y="57385"/>
                </a:lnTo>
                <a:lnTo>
                  <a:pt x="653339" y="57346"/>
                </a:lnTo>
                <a:lnTo>
                  <a:pt x="652932" y="57282"/>
                </a:lnTo>
                <a:lnTo>
                  <a:pt x="652539" y="57193"/>
                </a:lnTo>
                <a:lnTo>
                  <a:pt x="652160" y="57077"/>
                </a:lnTo>
                <a:lnTo>
                  <a:pt x="651793" y="56936"/>
                </a:lnTo>
                <a:lnTo>
                  <a:pt x="651440" y="56770"/>
                </a:lnTo>
                <a:lnTo>
                  <a:pt x="651101" y="56578"/>
                </a:lnTo>
                <a:lnTo>
                  <a:pt x="650775" y="56360"/>
                </a:lnTo>
                <a:lnTo>
                  <a:pt x="650462" y="56116"/>
                </a:lnTo>
                <a:lnTo>
                  <a:pt x="650162" y="55847"/>
                </a:lnTo>
                <a:lnTo>
                  <a:pt x="649876" y="55553"/>
                </a:lnTo>
                <a:lnTo>
                  <a:pt x="649609" y="55235"/>
                </a:lnTo>
                <a:lnTo>
                  <a:pt x="649364" y="54899"/>
                </a:lnTo>
                <a:lnTo>
                  <a:pt x="649143" y="54545"/>
                </a:lnTo>
                <a:lnTo>
                  <a:pt x="648945" y="54171"/>
                </a:lnTo>
                <a:lnTo>
                  <a:pt x="648770" y="53779"/>
                </a:lnTo>
                <a:lnTo>
                  <a:pt x="648619" y="53368"/>
                </a:lnTo>
                <a:lnTo>
                  <a:pt x="648491" y="52939"/>
                </a:lnTo>
                <a:lnTo>
                  <a:pt x="648386" y="52490"/>
                </a:lnTo>
                <a:lnTo>
                  <a:pt x="648305" y="52023"/>
                </a:lnTo>
                <a:lnTo>
                  <a:pt x="648247" y="51538"/>
                </a:lnTo>
                <a:lnTo>
                  <a:pt x="648212" y="51033"/>
                </a:lnTo>
                <a:lnTo>
                  <a:pt x="648200" y="50510"/>
                </a:lnTo>
                <a:lnTo>
                  <a:pt x="648244" y="49499"/>
                </a:lnTo>
                <a:lnTo>
                  <a:pt x="648374" y="48503"/>
                </a:lnTo>
                <a:lnTo>
                  <a:pt x="648592" y="47520"/>
                </a:lnTo>
                <a:lnTo>
                  <a:pt x="648897" y="46551"/>
                </a:lnTo>
                <a:lnTo>
                  <a:pt x="649290" y="45595"/>
                </a:lnTo>
                <a:lnTo>
                  <a:pt x="649769" y="44654"/>
                </a:lnTo>
                <a:lnTo>
                  <a:pt x="650336" y="43726"/>
                </a:lnTo>
                <a:lnTo>
                  <a:pt x="650990" y="42812"/>
                </a:lnTo>
                <a:lnTo>
                  <a:pt x="651731" y="41912"/>
                </a:lnTo>
                <a:lnTo>
                  <a:pt x="652559" y="41025"/>
                </a:lnTo>
                <a:lnTo>
                  <a:pt x="653474" y="40153"/>
                </a:lnTo>
                <a:lnTo>
                  <a:pt x="654477" y="39294"/>
                </a:lnTo>
                <a:lnTo>
                  <a:pt x="655558" y="38477"/>
                </a:lnTo>
                <a:lnTo>
                  <a:pt x="656710" y="37732"/>
                </a:lnTo>
                <a:lnTo>
                  <a:pt x="657932" y="37057"/>
                </a:lnTo>
                <a:lnTo>
                  <a:pt x="659224" y="36454"/>
                </a:lnTo>
                <a:lnTo>
                  <a:pt x="660587" y="35922"/>
                </a:lnTo>
                <a:lnTo>
                  <a:pt x="662020" y="35460"/>
                </a:lnTo>
                <a:lnTo>
                  <a:pt x="663523" y="35070"/>
                </a:lnTo>
                <a:lnTo>
                  <a:pt x="665097" y="34750"/>
                </a:lnTo>
                <a:lnTo>
                  <a:pt x="666741" y="34502"/>
                </a:lnTo>
                <a:lnTo>
                  <a:pt x="668456" y="34324"/>
                </a:lnTo>
                <a:lnTo>
                  <a:pt x="670240" y="34218"/>
                </a:lnTo>
                <a:lnTo>
                  <a:pt x="672095" y="34182"/>
                </a:lnTo>
                <a:lnTo>
                  <a:pt x="673524" y="34202"/>
                </a:lnTo>
                <a:lnTo>
                  <a:pt x="674909" y="34263"/>
                </a:lnTo>
                <a:lnTo>
                  <a:pt x="676250" y="34364"/>
                </a:lnTo>
                <a:lnTo>
                  <a:pt x="677548" y="34506"/>
                </a:lnTo>
                <a:lnTo>
                  <a:pt x="678802" y="34688"/>
                </a:lnTo>
                <a:lnTo>
                  <a:pt x="680013" y="34911"/>
                </a:lnTo>
                <a:lnTo>
                  <a:pt x="681180" y="35174"/>
                </a:lnTo>
                <a:lnTo>
                  <a:pt x="682303" y="35478"/>
                </a:lnTo>
                <a:lnTo>
                  <a:pt x="683383" y="35822"/>
                </a:lnTo>
                <a:lnTo>
                  <a:pt x="684420" y="36207"/>
                </a:lnTo>
                <a:lnTo>
                  <a:pt x="685412" y="36632"/>
                </a:lnTo>
                <a:lnTo>
                  <a:pt x="686361" y="37097"/>
                </a:lnTo>
                <a:lnTo>
                  <a:pt x="687047" y="37482"/>
                </a:lnTo>
                <a:lnTo>
                  <a:pt x="687703" y="37902"/>
                </a:lnTo>
                <a:lnTo>
                  <a:pt x="688327" y="38356"/>
                </a:lnTo>
                <a:lnTo>
                  <a:pt x="688921" y="38844"/>
                </a:lnTo>
                <a:lnTo>
                  <a:pt x="689484" y="39368"/>
                </a:lnTo>
                <a:lnTo>
                  <a:pt x="690017" y="39925"/>
                </a:lnTo>
                <a:lnTo>
                  <a:pt x="690519" y="40518"/>
                </a:lnTo>
                <a:lnTo>
                  <a:pt x="690990" y="41145"/>
                </a:lnTo>
                <a:lnTo>
                  <a:pt x="691430" y="41806"/>
                </a:lnTo>
                <a:lnTo>
                  <a:pt x="691840" y="42502"/>
                </a:lnTo>
                <a:lnTo>
                  <a:pt x="692219" y="43233"/>
                </a:lnTo>
                <a:lnTo>
                  <a:pt x="692567" y="43998"/>
                </a:lnTo>
                <a:lnTo>
                  <a:pt x="692772" y="44552"/>
                </a:lnTo>
                <a:lnTo>
                  <a:pt x="692959" y="45195"/>
                </a:lnTo>
                <a:lnTo>
                  <a:pt x="693129" y="45927"/>
                </a:lnTo>
                <a:lnTo>
                  <a:pt x="693280" y="46748"/>
                </a:lnTo>
                <a:lnTo>
                  <a:pt x="693414" y="47658"/>
                </a:lnTo>
                <a:lnTo>
                  <a:pt x="693530" y="48657"/>
                </a:lnTo>
                <a:lnTo>
                  <a:pt x="693628" y="49744"/>
                </a:lnTo>
                <a:lnTo>
                  <a:pt x="693708" y="50921"/>
                </a:lnTo>
                <a:lnTo>
                  <a:pt x="693771" y="52186"/>
                </a:lnTo>
                <a:lnTo>
                  <a:pt x="693815" y="53541"/>
                </a:lnTo>
                <a:lnTo>
                  <a:pt x="693842" y="54984"/>
                </a:lnTo>
                <a:lnTo>
                  <a:pt x="693851" y="56516"/>
                </a:lnTo>
                <a:lnTo>
                  <a:pt x="693851" y="78637"/>
                </a:lnTo>
                <a:lnTo>
                  <a:pt x="693853" y="80140"/>
                </a:lnTo>
                <a:lnTo>
                  <a:pt x="693861" y="81542"/>
                </a:lnTo>
                <a:lnTo>
                  <a:pt x="693873" y="82844"/>
                </a:lnTo>
                <a:lnTo>
                  <a:pt x="693891" y="84046"/>
                </a:lnTo>
                <a:lnTo>
                  <a:pt x="693913" y="85148"/>
                </a:lnTo>
                <a:lnTo>
                  <a:pt x="693940" y="86150"/>
                </a:lnTo>
                <a:lnTo>
                  <a:pt x="693972" y="87051"/>
                </a:lnTo>
                <a:lnTo>
                  <a:pt x="694009" y="87852"/>
                </a:lnTo>
                <a:lnTo>
                  <a:pt x="694052" y="88553"/>
                </a:lnTo>
                <a:lnTo>
                  <a:pt x="694099" y="89153"/>
                </a:lnTo>
                <a:lnTo>
                  <a:pt x="694151" y="89653"/>
                </a:lnTo>
                <a:lnTo>
                  <a:pt x="694208" y="90053"/>
                </a:lnTo>
                <a:lnTo>
                  <a:pt x="694270" y="90393"/>
                </a:lnTo>
                <a:lnTo>
                  <a:pt x="694339" y="90714"/>
                </a:lnTo>
                <a:lnTo>
                  <a:pt x="694415" y="91016"/>
                </a:lnTo>
                <a:lnTo>
                  <a:pt x="694497" y="91298"/>
                </a:lnTo>
                <a:lnTo>
                  <a:pt x="694585" y="91561"/>
                </a:lnTo>
                <a:lnTo>
                  <a:pt x="694680" y="91805"/>
                </a:lnTo>
                <a:lnTo>
                  <a:pt x="694781" y="92030"/>
                </a:lnTo>
                <a:lnTo>
                  <a:pt x="694889" y="92235"/>
                </a:lnTo>
                <a:lnTo>
                  <a:pt x="695003" y="92421"/>
                </a:lnTo>
                <a:lnTo>
                  <a:pt x="695124" y="92588"/>
                </a:lnTo>
                <a:lnTo>
                  <a:pt x="695251" y="92735"/>
                </a:lnTo>
                <a:lnTo>
                  <a:pt x="695385" y="92864"/>
                </a:lnTo>
                <a:lnTo>
                  <a:pt x="695523" y="92977"/>
                </a:lnTo>
                <a:lnTo>
                  <a:pt x="695665" y="93081"/>
                </a:lnTo>
                <a:lnTo>
                  <a:pt x="695810" y="93174"/>
                </a:lnTo>
                <a:lnTo>
                  <a:pt x="695959" y="93258"/>
                </a:lnTo>
                <a:lnTo>
                  <a:pt x="696111" y="93332"/>
                </a:lnTo>
                <a:lnTo>
                  <a:pt x="696267" y="93396"/>
                </a:lnTo>
                <a:lnTo>
                  <a:pt x="696426" y="93450"/>
                </a:lnTo>
                <a:lnTo>
                  <a:pt x="696589" y="93495"/>
                </a:lnTo>
                <a:lnTo>
                  <a:pt x="696755" y="93529"/>
                </a:lnTo>
                <a:lnTo>
                  <a:pt x="696925" y="93554"/>
                </a:lnTo>
                <a:lnTo>
                  <a:pt x="697098" y="93569"/>
                </a:lnTo>
                <a:lnTo>
                  <a:pt x="697275" y="93574"/>
                </a:lnTo>
                <a:lnTo>
                  <a:pt x="697463" y="93570"/>
                </a:lnTo>
                <a:lnTo>
                  <a:pt x="697647" y="93560"/>
                </a:lnTo>
                <a:lnTo>
                  <a:pt x="697828" y="93542"/>
                </a:lnTo>
                <a:lnTo>
                  <a:pt x="698004" y="93518"/>
                </a:lnTo>
                <a:lnTo>
                  <a:pt x="698176" y="93487"/>
                </a:lnTo>
                <a:lnTo>
                  <a:pt x="698345" y="93449"/>
                </a:lnTo>
                <a:lnTo>
                  <a:pt x="698509" y="93404"/>
                </a:lnTo>
                <a:lnTo>
                  <a:pt x="698670" y="93352"/>
                </a:lnTo>
                <a:lnTo>
                  <a:pt x="698826" y="93293"/>
                </a:lnTo>
                <a:lnTo>
                  <a:pt x="698979" y="93227"/>
                </a:lnTo>
                <a:lnTo>
                  <a:pt x="699127" y="93155"/>
                </a:lnTo>
                <a:lnTo>
                  <a:pt x="699272" y="93075"/>
                </a:lnTo>
                <a:lnTo>
                  <a:pt x="699541" y="92898"/>
                </a:lnTo>
                <a:lnTo>
                  <a:pt x="699849" y="92674"/>
                </a:lnTo>
                <a:lnTo>
                  <a:pt x="700195" y="92403"/>
                </a:lnTo>
                <a:lnTo>
                  <a:pt x="700580" y="92086"/>
                </a:lnTo>
                <a:lnTo>
                  <a:pt x="701003" y="91723"/>
                </a:lnTo>
                <a:lnTo>
                  <a:pt x="701465" y="91313"/>
                </a:lnTo>
                <a:lnTo>
                  <a:pt x="701966" y="90856"/>
                </a:lnTo>
                <a:lnTo>
                  <a:pt x="702506" y="90353"/>
                </a:lnTo>
                <a:lnTo>
                  <a:pt x="703084" y="89804"/>
                </a:lnTo>
                <a:lnTo>
                  <a:pt x="703700" y="89208"/>
                </a:lnTo>
                <a:lnTo>
                  <a:pt x="704356" y="88565"/>
                </a:lnTo>
                <a:lnTo>
                  <a:pt x="705050" y="87877"/>
                </a:lnTo>
                <a:lnTo>
                  <a:pt x="705050" y="91864"/>
                </a:lnTo>
                <a:lnTo>
                  <a:pt x="703723" y="93571"/>
                </a:lnTo>
                <a:lnTo>
                  <a:pt x="702407" y="95128"/>
                </a:lnTo>
                <a:lnTo>
                  <a:pt x="701100" y="96538"/>
                </a:lnTo>
                <a:lnTo>
                  <a:pt x="699803" y="97799"/>
                </a:lnTo>
                <a:lnTo>
                  <a:pt x="698516" y="98912"/>
                </a:lnTo>
                <a:lnTo>
                  <a:pt x="697239" y="99876"/>
                </a:lnTo>
                <a:lnTo>
                  <a:pt x="695972" y="100692"/>
                </a:lnTo>
                <a:lnTo>
                  <a:pt x="694715" y="101360"/>
                </a:lnTo>
                <a:lnTo>
                  <a:pt x="693468" y="101879"/>
                </a:lnTo>
                <a:lnTo>
                  <a:pt x="692230" y="102250"/>
                </a:lnTo>
                <a:lnTo>
                  <a:pt x="691003" y="102472"/>
                </a:lnTo>
                <a:lnTo>
                  <a:pt x="689785" y="102546"/>
                </a:lnTo>
                <a:lnTo>
                  <a:pt x="689213" y="102530"/>
                </a:lnTo>
                <a:lnTo>
                  <a:pt x="688660" y="102479"/>
                </a:lnTo>
                <a:lnTo>
                  <a:pt x="688127" y="102395"/>
                </a:lnTo>
                <a:lnTo>
                  <a:pt x="687614" y="102277"/>
                </a:lnTo>
                <a:lnTo>
                  <a:pt x="687120" y="102126"/>
                </a:lnTo>
                <a:lnTo>
                  <a:pt x="686647" y="101941"/>
                </a:lnTo>
                <a:lnTo>
                  <a:pt x="686193" y="101723"/>
                </a:lnTo>
                <a:lnTo>
                  <a:pt x="685759" y="101470"/>
                </a:lnTo>
                <a:lnTo>
                  <a:pt x="685345" y="101184"/>
                </a:lnTo>
                <a:lnTo>
                  <a:pt x="684951" y="100865"/>
                </a:lnTo>
                <a:lnTo>
                  <a:pt x="684576" y="100512"/>
                </a:lnTo>
                <a:lnTo>
                  <a:pt x="684221" y="100125"/>
                </a:lnTo>
                <a:lnTo>
                  <a:pt x="683891" y="99698"/>
                </a:lnTo>
                <a:lnTo>
                  <a:pt x="683587" y="99223"/>
                </a:lnTo>
                <a:lnTo>
                  <a:pt x="683312" y="98701"/>
                </a:lnTo>
                <a:lnTo>
                  <a:pt x="683064" y="98131"/>
                </a:lnTo>
                <a:lnTo>
                  <a:pt x="682844" y="97514"/>
                </a:lnTo>
                <a:lnTo>
                  <a:pt x="682652" y="96849"/>
                </a:lnTo>
                <a:lnTo>
                  <a:pt x="682488" y="96137"/>
                </a:lnTo>
                <a:lnTo>
                  <a:pt x="682351" y="95378"/>
                </a:lnTo>
                <a:lnTo>
                  <a:pt x="682242" y="94571"/>
                </a:lnTo>
                <a:lnTo>
                  <a:pt x="682161" y="93716"/>
                </a:lnTo>
                <a:lnTo>
                  <a:pt x="682107" y="92814"/>
                </a:lnTo>
                <a:lnTo>
                  <a:pt x="682082" y="91864"/>
                </a:lnTo>
                <a:moveTo>
                  <a:pt x="682082" y="87196"/>
                </a:moveTo>
                <a:lnTo>
                  <a:pt x="682082" y="62454"/>
                </a:lnTo>
                <a:lnTo>
                  <a:pt x="680339" y="63145"/>
                </a:lnTo>
                <a:lnTo>
                  <a:pt x="678703" y="63802"/>
                </a:lnTo>
                <a:lnTo>
                  <a:pt x="677173" y="64425"/>
                </a:lnTo>
                <a:lnTo>
                  <a:pt x="675749" y="65013"/>
                </a:lnTo>
                <a:lnTo>
                  <a:pt x="674431" y="65567"/>
                </a:lnTo>
                <a:lnTo>
                  <a:pt x="673219" y="66087"/>
                </a:lnTo>
                <a:lnTo>
                  <a:pt x="672113" y="66572"/>
                </a:lnTo>
                <a:lnTo>
                  <a:pt x="671113" y="67022"/>
                </a:lnTo>
                <a:lnTo>
                  <a:pt x="670219" y="67438"/>
                </a:lnTo>
                <a:lnTo>
                  <a:pt x="669430" y="67820"/>
                </a:lnTo>
                <a:lnTo>
                  <a:pt x="668748" y="68167"/>
                </a:lnTo>
                <a:lnTo>
                  <a:pt x="668172" y="68480"/>
                </a:lnTo>
                <a:lnTo>
                  <a:pt x="667255" y="69002"/>
                </a:lnTo>
                <a:lnTo>
                  <a:pt x="666383" y="69528"/>
                </a:lnTo>
                <a:lnTo>
                  <a:pt x="665555" y="70058"/>
                </a:lnTo>
                <a:lnTo>
                  <a:pt x="664772" y="70591"/>
                </a:lnTo>
                <a:lnTo>
                  <a:pt x="664034" y="71129"/>
                </a:lnTo>
                <a:lnTo>
                  <a:pt x="663340" y="71671"/>
                </a:lnTo>
                <a:lnTo>
                  <a:pt x="662690" y="72216"/>
                </a:lnTo>
                <a:lnTo>
                  <a:pt x="662086" y="72766"/>
                </a:lnTo>
                <a:lnTo>
                  <a:pt x="661525" y="73319"/>
                </a:lnTo>
                <a:lnTo>
                  <a:pt x="661010" y="73876"/>
                </a:lnTo>
                <a:lnTo>
                  <a:pt x="660539" y="74437"/>
                </a:lnTo>
                <a:lnTo>
                  <a:pt x="660112" y="75003"/>
                </a:lnTo>
                <a:lnTo>
                  <a:pt x="659725" y="75574"/>
                </a:lnTo>
                <a:lnTo>
                  <a:pt x="659371" y="76155"/>
                </a:lnTo>
                <a:lnTo>
                  <a:pt x="659051" y="76744"/>
                </a:lnTo>
                <a:lnTo>
                  <a:pt x="658765" y="77342"/>
                </a:lnTo>
                <a:lnTo>
                  <a:pt x="658512" y="77949"/>
                </a:lnTo>
                <a:lnTo>
                  <a:pt x="658293" y="78565"/>
                </a:lnTo>
                <a:lnTo>
                  <a:pt x="658108" y="79190"/>
                </a:lnTo>
                <a:lnTo>
                  <a:pt x="657956" y="79823"/>
                </a:lnTo>
                <a:lnTo>
                  <a:pt x="657838" y="80466"/>
                </a:lnTo>
                <a:lnTo>
                  <a:pt x="657754" y="81117"/>
                </a:lnTo>
                <a:lnTo>
                  <a:pt x="657704" y="81777"/>
                </a:lnTo>
                <a:lnTo>
                  <a:pt x="657687" y="82447"/>
                </a:lnTo>
                <a:lnTo>
                  <a:pt x="657708" y="83285"/>
                </a:lnTo>
                <a:lnTo>
                  <a:pt x="657772" y="84100"/>
                </a:lnTo>
                <a:lnTo>
                  <a:pt x="657879" y="84891"/>
                </a:lnTo>
                <a:lnTo>
                  <a:pt x="658028" y="85657"/>
                </a:lnTo>
                <a:lnTo>
                  <a:pt x="658219" y="86399"/>
                </a:lnTo>
                <a:lnTo>
                  <a:pt x="658454" y="87117"/>
                </a:lnTo>
                <a:lnTo>
                  <a:pt x="658731" y="87811"/>
                </a:lnTo>
                <a:lnTo>
                  <a:pt x="659050" y="88481"/>
                </a:lnTo>
                <a:lnTo>
                  <a:pt x="659412" y="89127"/>
                </a:lnTo>
                <a:lnTo>
                  <a:pt x="659817" y="89748"/>
                </a:lnTo>
                <a:lnTo>
                  <a:pt x="660264" y="90345"/>
                </a:lnTo>
                <a:lnTo>
                  <a:pt x="660754" y="90919"/>
                </a:lnTo>
                <a:lnTo>
                  <a:pt x="661272" y="91456"/>
                </a:lnTo>
                <a:lnTo>
                  <a:pt x="661802" y="91948"/>
                </a:lnTo>
                <a:lnTo>
                  <a:pt x="662346" y="92392"/>
                </a:lnTo>
                <a:lnTo>
                  <a:pt x="662902" y="92789"/>
                </a:lnTo>
                <a:lnTo>
                  <a:pt x="663471" y="93140"/>
                </a:lnTo>
                <a:lnTo>
                  <a:pt x="664053" y="93444"/>
                </a:lnTo>
                <a:lnTo>
                  <a:pt x="664648" y="93701"/>
                </a:lnTo>
                <a:lnTo>
                  <a:pt x="665256" y="93912"/>
                </a:lnTo>
                <a:lnTo>
                  <a:pt x="665876" y="94075"/>
                </a:lnTo>
                <a:lnTo>
                  <a:pt x="666510" y="94192"/>
                </a:lnTo>
                <a:lnTo>
                  <a:pt x="667156" y="94262"/>
                </a:lnTo>
                <a:lnTo>
                  <a:pt x="667816" y="94286"/>
                </a:lnTo>
                <a:lnTo>
                  <a:pt x="668743" y="94236"/>
                </a:lnTo>
                <a:lnTo>
                  <a:pt x="669718" y="94089"/>
                </a:lnTo>
                <a:lnTo>
                  <a:pt x="670740" y="93843"/>
                </a:lnTo>
                <a:lnTo>
                  <a:pt x="671810" y="93498"/>
                </a:lnTo>
                <a:lnTo>
                  <a:pt x="672928" y="93055"/>
                </a:lnTo>
                <a:lnTo>
                  <a:pt x="674093" y="92513"/>
                </a:lnTo>
                <a:lnTo>
                  <a:pt x="675305" y="91873"/>
                </a:lnTo>
                <a:lnTo>
                  <a:pt x="676565" y="91135"/>
                </a:lnTo>
                <a:lnTo>
                  <a:pt x="677873" y="90298"/>
                </a:lnTo>
                <a:lnTo>
                  <a:pt x="679228" y="89362"/>
                </a:lnTo>
                <a:lnTo>
                  <a:pt x="680631" y="88328"/>
                </a:lnTo>
                <a:lnTo>
                  <a:pt x="682082" y="87196"/>
                </a:lnTo>
                <a:close/>
                <a:moveTo>
                  <a:pt x="732347" y="0"/>
                </a:moveTo>
                <a:lnTo>
                  <a:pt x="732347" y="86461"/>
                </a:lnTo>
                <a:lnTo>
                  <a:pt x="732353" y="87453"/>
                </a:lnTo>
                <a:lnTo>
                  <a:pt x="732372" y="88387"/>
                </a:lnTo>
                <a:lnTo>
                  <a:pt x="732403" y="89263"/>
                </a:lnTo>
                <a:lnTo>
                  <a:pt x="732446" y="90083"/>
                </a:lnTo>
                <a:lnTo>
                  <a:pt x="732502" y="90845"/>
                </a:lnTo>
                <a:lnTo>
                  <a:pt x="732570" y="91550"/>
                </a:lnTo>
                <a:lnTo>
                  <a:pt x="732651" y="92197"/>
                </a:lnTo>
                <a:lnTo>
                  <a:pt x="732744" y="92787"/>
                </a:lnTo>
                <a:lnTo>
                  <a:pt x="732849" y="93320"/>
                </a:lnTo>
                <a:lnTo>
                  <a:pt x="732966" y="93796"/>
                </a:lnTo>
                <a:lnTo>
                  <a:pt x="733097" y="94214"/>
                </a:lnTo>
                <a:lnTo>
                  <a:pt x="733239" y="94575"/>
                </a:lnTo>
                <a:lnTo>
                  <a:pt x="733394" y="94900"/>
                </a:lnTo>
                <a:lnTo>
                  <a:pt x="733563" y="95212"/>
                </a:lnTo>
                <a:lnTo>
                  <a:pt x="733745" y="95511"/>
                </a:lnTo>
                <a:lnTo>
                  <a:pt x="733940" y="95796"/>
                </a:lnTo>
                <a:lnTo>
                  <a:pt x="734149" y="96068"/>
                </a:lnTo>
                <a:lnTo>
                  <a:pt x="734371" y="96327"/>
                </a:lnTo>
                <a:lnTo>
                  <a:pt x="734607" y="96572"/>
                </a:lnTo>
                <a:lnTo>
                  <a:pt x="734856" y="96804"/>
                </a:lnTo>
                <a:lnTo>
                  <a:pt x="735118" y="97023"/>
                </a:lnTo>
                <a:lnTo>
                  <a:pt x="735394" y="97229"/>
                </a:lnTo>
                <a:lnTo>
                  <a:pt x="735683" y="97421"/>
                </a:lnTo>
                <a:lnTo>
                  <a:pt x="735985" y="97599"/>
                </a:lnTo>
                <a:lnTo>
                  <a:pt x="736316" y="97764"/>
                </a:lnTo>
                <a:lnTo>
                  <a:pt x="736692" y="97914"/>
                </a:lnTo>
                <a:lnTo>
                  <a:pt x="737113" y="98050"/>
                </a:lnTo>
                <a:lnTo>
                  <a:pt x="737578" y="98172"/>
                </a:lnTo>
                <a:lnTo>
                  <a:pt x="738088" y="98279"/>
                </a:lnTo>
                <a:lnTo>
                  <a:pt x="738642" y="98372"/>
                </a:lnTo>
                <a:lnTo>
                  <a:pt x="739241" y="98451"/>
                </a:lnTo>
                <a:lnTo>
                  <a:pt x="739884" y="98515"/>
                </a:lnTo>
                <a:lnTo>
                  <a:pt x="740572" y="98565"/>
                </a:lnTo>
                <a:lnTo>
                  <a:pt x="741305" y="98601"/>
                </a:lnTo>
                <a:lnTo>
                  <a:pt x="742082" y="98623"/>
                </a:lnTo>
                <a:lnTo>
                  <a:pt x="742904" y="98630"/>
                </a:lnTo>
                <a:lnTo>
                  <a:pt x="742904" y="101265"/>
                </a:lnTo>
                <a:lnTo>
                  <a:pt x="710877" y="101265"/>
                </a:lnTo>
                <a:lnTo>
                  <a:pt x="710877" y="98630"/>
                </a:lnTo>
                <a:lnTo>
                  <a:pt x="711606" y="98623"/>
                </a:lnTo>
                <a:lnTo>
                  <a:pt x="712296" y="98604"/>
                </a:lnTo>
                <a:lnTo>
                  <a:pt x="712946" y="98572"/>
                </a:lnTo>
                <a:lnTo>
                  <a:pt x="713556" y="98527"/>
                </a:lnTo>
                <a:lnTo>
                  <a:pt x="714127" y="98469"/>
                </a:lnTo>
                <a:lnTo>
                  <a:pt x="714658" y="98399"/>
                </a:lnTo>
                <a:lnTo>
                  <a:pt x="715149" y="98315"/>
                </a:lnTo>
                <a:lnTo>
                  <a:pt x="715601" y="98219"/>
                </a:lnTo>
                <a:lnTo>
                  <a:pt x="716013" y="98110"/>
                </a:lnTo>
                <a:lnTo>
                  <a:pt x="716385" y="97988"/>
                </a:lnTo>
                <a:lnTo>
                  <a:pt x="716718" y="97854"/>
                </a:lnTo>
                <a:lnTo>
                  <a:pt x="717011" y="97706"/>
                </a:lnTo>
                <a:lnTo>
                  <a:pt x="717280" y="97543"/>
                </a:lnTo>
                <a:lnTo>
                  <a:pt x="717538" y="97364"/>
                </a:lnTo>
                <a:lnTo>
                  <a:pt x="717787" y="97168"/>
                </a:lnTo>
                <a:lnTo>
                  <a:pt x="718026" y="96955"/>
                </a:lnTo>
                <a:lnTo>
                  <a:pt x="718255" y="96725"/>
                </a:lnTo>
                <a:lnTo>
                  <a:pt x="718474" y="96478"/>
                </a:lnTo>
                <a:lnTo>
                  <a:pt x="718683" y="96215"/>
                </a:lnTo>
                <a:lnTo>
                  <a:pt x="718882" y="95935"/>
                </a:lnTo>
                <a:lnTo>
                  <a:pt x="719071" y="95638"/>
                </a:lnTo>
                <a:lnTo>
                  <a:pt x="719250" y="95324"/>
                </a:lnTo>
                <a:lnTo>
                  <a:pt x="719420" y="94994"/>
                </a:lnTo>
                <a:lnTo>
                  <a:pt x="719579" y="94646"/>
                </a:lnTo>
                <a:lnTo>
                  <a:pt x="719727" y="94263"/>
                </a:lnTo>
                <a:lnTo>
                  <a:pt x="719863" y="93825"/>
                </a:lnTo>
                <a:lnTo>
                  <a:pt x="719985" y="93334"/>
                </a:lnTo>
                <a:lnTo>
                  <a:pt x="720094" y="92787"/>
                </a:lnTo>
                <a:lnTo>
                  <a:pt x="720191" y="92187"/>
                </a:lnTo>
                <a:lnTo>
                  <a:pt x="720275" y="91532"/>
                </a:lnTo>
                <a:lnTo>
                  <a:pt x="720346" y="90823"/>
                </a:lnTo>
                <a:lnTo>
                  <a:pt x="720404" y="90059"/>
                </a:lnTo>
                <a:lnTo>
                  <a:pt x="720449" y="89241"/>
                </a:lnTo>
                <a:lnTo>
                  <a:pt x="720481" y="88369"/>
                </a:lnTo>
                <a:lnTo>
                  <a:pt x="720500" y="87442"/>
                </a:lnTo>
                <a:lnTo>
                  <a:pt x="720507" y="86461"/>
                </a:lnTo>
                <a:lnTo>
                  <a:pt x="720507" y="27254"/>
                </a:lnTo>
                <a:lnTo>
                  <a:pt x="720503" y="25475"/>
                </a:lnTo>
                <a:lnTo>
                  <a:pt x="720493" y="23814"/>
                </a:lnTo>
                <a:lnTo>
                  <a:pt x="720475" y="22271"/>
                </a:lnTo>
                <a:lnTo>
                  <a:pt x="720451" y="20847"/>
                </a:lnTo>
                <a:lnTo>
                  <a:pt x="720420" y="19540"/>
                </a:lnTo>
                <a:lnTo>
                  <a:pt x="720382" y="18351"/>
                </a:lnTo>
                <a:lnTo>
                  <a:pt x="720337" y="17281"/>
                </a:lnTo>
                <a:lnTo>
                  <a:pt x="720285" y="16328"/>
                </a:lnTo>
                <a:lnTo>
                  <a:pt x="720226" y="15494"/>
                </a:lnTo>
                <a:lnTo>
                  <a:pt x="720160" y="14778"/>
                </a:lnTo>
                <a:lnTo>
                  <a:pt x="720087" y="14180"/>
                </a:lnTo>
                <a:lnTo>
                  <a:pt x="720007" y="13700"/>
                </a:lnTo>
                <a:lnTo>
                  <a:pt x="719920" y="13289"/>
                </a:lnTo>
                <a:lnTo>
                  <a:pt x="719824" y="12901"/>
                </a:lnTo>
                <a:lnTo>
                  <a:pt x="719720" y="12536"/>
                </a:lnTo>
                <a:lnTo>
                  <a:pt x="719607" y="12192"/>
                </a:lnTo>
                <a:lnTo>
                  <a:pt x="719486" y="11871"/>
                </a:lnTo>
                <a:lnTo>
                  <a:pt x="719356" y="11573"/>
                </a:lnTo>
                <a:lnTo>
                  <a:pt x="719218" y="11296"/>
                </a:lnTo>
                <a:lnTo>
                  <a:pt x="719072" y="11042"/>
                </a:lnTo>
                <a:lnTo>
                  <a:pt x="718917" y="10810"/>
                </a:lnTo>
                <a:lnTo>
                  <a:pt x="718754" y="10600"/>
                </a:lnTo>
                <a:lnTo>
                  <a:pt x="718582" y="10413"/>
                </a:lnTo>
                <a:lnTo>
                  <a:pt x="718402" y="10248"/>
                </a:lnTo>
                <a:lnTo>
                  <a:pt x="718214" y="10100"/>
                </a:lnTo>
                <a:lnTo>
                  <a:pt x="718017" y="9965"/>
                </a:lnTo>
                <a:lnTo>
                  <a:pt x="717812" y="9843"/>
                </a:lnTo>
                <a:lnTo>
                  <a:pt x="717598" y="9734"/>
                </a:lnTo>
                <a:lnTo>
                  <a:pt x="717376" y="9637"/>
                </a:lnTo>
                <a:lnTo>
                  <a:pt x="717145" y="9554"/>
                </a:lnTo>
                <a:lnTo>
                  <a:pt x="716906" y="9483"/>
                </a:lnTo>
                <a:lnTo>
                  <a:pt x="716659" y="9425"/>
                </a:lnTo>
                <a:lnTo>
                  <a:pt x="716403" y="9380"/>
                </a:lnTo>
                <a:lnTo>
                  <a:pt x="716139" y="9348"/>
                </a:lnTo>
                <a:lnTo>
                  <a:pt x="715866" y="9329"/>
                </a:lnTo>
                <a:lnTo>
                  <a:pt x="715585" y="9322"/>
                </a:lnTo>
                <a:lnTo>
                  <a:pt x="715269" y="9330"/>
                </a:lnTo>
                <a:lnTo>
                  <a:pt x="714939" y="9354"/>
                </a:lnTo>
                <a:lnTo>
                  <a:pt x="714595" y="9393"/>
                </a:lnTo>
                <a:lnTo>
                  <a:pt x="714238" y="9449"/>
                </a:lnTo>
                <a:lnTo>
                  <a:pt x="713866" y="9520"/>
                </a:lnTo>
                <a:lnTo>
                  <a:pt x="713481" y="9607"/>
                </a:lnTo>
                <a:lnTo>
                  <a:pt x="713081" y="9710"/>
                </a:lnTo>
                <a:lnTo>
                  <a:pt x="712668" y="9829"/>
                </a:lnTo>
                <a:lnTo>
                  <a:pt x="712241" y="9963"/>
                </a:lnTo>
                <a:lnTo>
                  <a:pt x="711800" y="10113"/>
                </a:lnTo>
                <a:lnTo>
                  <a:pt x="711346" y="10280"/>
                </a:lnTo>
                <a:lnTo>
                  <a:pt x="710877" y="10462"/>
                </a:lnTo>
                <a:lnTo>
                  <a:pt x="709665" y="7969"/>
                </a:lnTo>
                <a:lnTo>
                  <a:pt x="729137" y="0"/>
                </a:lnTo>
                <a:lnTo>
                  <a:pt x="732347" y="0"/>
                </a:lnTo>
                <a:close/>
                <a:moveTo>
                  <a:pt x="767527" y="77495"/>
                </a:moveTo>
                <a:lnTo>
                  <a:pt x="766548" y="76993"/>
                </a:lnTo>
                <a:lnTo>
                  <a:pt x="765607" y="76459"/>
                </a:lnTo>
                <a:lnTo>
                  <a:pt x="764705" y="75893"/>
                </a:lnTo>
                <a:lnTo>
                  <a:pt x="763842" y="75295"/>
                </a:lnTo>
                <a:lnTo>
                  <a:pt x="763017" y="74664"/>
                </a:lnTo>
                <a:lnTo>
                  <a:pt x="762231" y="74002"/>
                </a:lnTo>
                <a:lnTo>
                  <a:pt x="761483" y="73307"/>
                </a:lnTo>
                <a:lnTo>
                  <a:pt x="760774" y="72580"/>
                </a:lnTo>
                <a:lnTo>
                  <a:pt x="760104" y="71822"/>
                </a:lnTo>
                <a:lnTo>
                  <a:pt x="759473" y="71031"/>
                </a:lnTo>
                <a:lnTo>
                  <a:pt x="758880" y="70208"/>
                </a:lnTo>
                <a:lnTo>
                  <a:pt x="758325" y="69352"/>
                </a:lnTo>
                <a:lnTo>
                  <a:pt x="757813" y="68473"/>
                </a:lnTo>
                <a:lnTo>
                  <a:pt x="757345" y="67579"/>
                </a:lnTo>
                <a:lnTo>
                  <a:pt x="756921" y="66670"/>
                </a:lnTo>
                <a:lnTo>
                  <a:pt x="756542" y="65745"/>
                </a:lnTo>
                <a:lnTo>
                  <a:pt x="756208" y="64804"/>
                </a:lnTo>
                <a:lnTo>
                  <a:pt x="755918" y="63849"/>
                </a:lnTo>
                <a:lnTo>
                  <a:pt x="755673" y="62878"/>
                </a:lnTo>
                <a:lnTo>
                  <a:pt x="755472" y="61892"/>
                </a:lnTo>
                <a:lnTo>
                  <a:pt x="755316" y="60890"/>
                </a:lnTo>
                <a:lnTo>
                  <a:pt x="755205" y="59873"/>
                </a:lnTo>
                <a:lnTo>
                  <a:pt x="755138" y="58841"/>
                </a:lnTo>
                <a:lnTo>
                  <a:pt x="755116" y="57794"/>
                </a:lnTo>
                <a:lnTo>
                  <a:pt x="755166" y="56200"/>
                </a:lnTo>
                <a:lnTo>
                  <a:pt x="755319" y="54645"/>
                </a:lnTo>
                <a:lnTo>
                  <a:pt x="755573" y="53127"/>
                </a:lnTo>
                <a:lnTo>
                  <a:pt x="755928" y="51646"/>
                </a:lnTo>
                <a:lnTo>
                  <a:pt x="756385" y="50203"/>
                </a:lnTo>
                <a:lnTo>
                  <a:pt x="756943" y="48797"/>
                </a:lnTo>
                <a:lnTo>
                  <a:pt x="757603" y="47429"/>
                </a:lnTo>
                <a:lnTo>
                  <a:pt x="758365" y="46099"/>
                </a:lnTo>
                <a:lnTo>
                  <a:pt x="759228" y="44806"/>
                </a:lnTo>
                <a:lnTo>
                  <a:pt x="760193" y="43550"/>
                </a:lnTo>
                <a:lnTo>
                  <a:pt x="761259" y="42333"/>
                </a:lnTo>
                <a:lnTo>
                  <a:pt x="762427" y="41152"/>
                </a:lnTo>
                <a:lnTo>
                  <a:pt x="763674" y="40039"/>
                </a:lnTo>
                <a:lnTo>
                  <a:pt x="764978" y="39022"/>
                </a:lnTo>
                <a:lnTo>
                  <a:pt x="766339" y="38103"/>
                </a:lnTo>
                <a:lnTo>
                  <a:pt x="767757" y="37280"/>
                </a:lnTo>
                <a:lnTo>
                  <a:pt x="769232" y="36554"/>
                </a:lnTo>
                <a:lnTo>
                  <a:pt x="770764" y="35925"/>
                </a:lnTo>
                <a:lnTo>
                  <a:pt x="772352" y="35392"/>
                </a:lnTo>
                <a:lnTo>
                  <a:pt x="773998" y="34957"/>
                </a:lnTo>
                <a:lnTo>
                  <a:pt x="775701" y="34618"/>
                </a:lnTo>
                <a:lnTo>
                  <a:pt x="777461" y="34376"/>
                </a:lnTo>
                <a:lnTo>
                  <a:pt x="779277" y="34231"/>
                </a:lnTo>
                <a:lnTo>
                  <a:pt x="781151" y="34182"/>
                </a:lnTo>
                <a:lnTo>
                  <a:pt x="782691" y="34214"/>
                </a:lnTo>
                <a:lnTo>
                  <a:pt x="784196" y="34309"/>
                </a:lnTo>
                <a:lnTo>
                  <a:pt x="785667" y="34467"/>
                </a:lnTo>
                <a:lnTo>
                  <a:pt x="787103" y="34689"/>
                </a:lnTo>
                <a:lnTo>
                  <a:pt x="788504" y="34973"/>
                </a:lnTo>
                <a:lnTo>
                  <a:pt x="789871" y="35322"/>
                </a:lnTo>
                <a:lnTo>
                  <a:pt x="791203" y="35733"/>
                </a:lnTo>
                <a:lnTo>
                  <a:pt x="792500" y="36208"/>
                </a:lnTo>
                <a:lnTo>
                  <a:pt x="793763" y="36746"/>
                </a:lnTo>
                <a:lnTo>
                  <a:pt x="794991" y="37347"/>
                </a:lnTo>
                <a:lnTo>
                  <a:pt x="796184" y="38012"/>
                </a:lnTo>
                <a:lnTo>
                  <a:pt x="797343" y="38740"/>
                </a:lnTo>
                <a:lnTo>
                  <a:pt x="811181" y="38740"/>
                </a:lnTo>
                <a:lnTo>
                  <a:pt x="811674" y="38741"/>
                </a:lnTo>
                <a:lnTo>
                  <a:pt x="812132" y="38745"/>
                </a:lnTo>
                <a:lnTo>
                  <a:pt x="812554" y="38751"/>
                </a:lnTo>
                <a:lnTo>
                  <a:pt x="812940" y="38759"/>
                </a:lnTo>
                <a:lnTo>
                  <a:pt x="813291" y="38770"/>
                </a:lnTo>
                <a:lnTo>
                  <a:pt x="813606" y="38784"/>
                </a:lnTo>
                <a:lnTo>
                  <a:pt x="813885" y="38800"/>
                </a:lnTo>
                <a:lnTo>
                  <a:pt x="814129" y="38818"/>
                </a:lnTo>
                <a:lnTo>
                  <a:pt x="814337" y="38839"/>
                </a:lnTo>
                <a:lnTo>
                  <a:pt x="814509" y="38862"/>
                </a:lnTo>
                <a:lnTo>
                  <a:pt x="814646" y="38887"/>
                </a:lnTo>
                <a:lnTo>
                  <a:pt x="814747" y="38916"/>
                </a:lnTo>
                <a:lnTo>
                  <a:pt x="814828" y="38947"/>
                </a:lnTo>
                <a:lnTo>
                  <a:pt x="814906" y="38981"/>
                </a:lnTo>
                <a:lnTo>
                  <a:pt x="814979" y="39019"/>
                </a:lnTo>
                <a:lnTo>
                  <a:pt x="815048" y="39060"/>
                </a:lnTo>
                <a:lnTo>
                  <a:pt x="815114" y="39105"/>
                </a:lnTo>
                <a:lnTo>
                  <a:pt x="815175" y="39153"/>
                </a:lnTo>
                <a:lnTo>
                  <a:pt x="815233" y="39205"/>
                </a:lnTo>
                <a:lnTo>
                  <a:pt x="815286" y="39260"/>
                </a:lnTo>
                <a:lnTo>
                  <a:pt x="815336" y="39318"/>
                </a:lnTo>
                <a:lnTo>
                  <a:pt x="815381" y="39380"/>
                </a:lnTo>
                <a:lnTo>
                  <a:pt x="815423" y="39445"/>
                </a:lnTo>
                <a:lnTo>
                  <a:pt x="815460" y="39514"/>
                </a:lnTo>
                <a:lnTo>
                  <a:pt x="815529" y="39627"/>
                </a:lnTo>
                <a:lnTo>
                  <a:pt x="815591" y="39753"/>
                </a:lnTo>
                <a:lnTo>
                  <a:pt x="815648" y="39893"/>
                </a:lnTo>
                <a:lnTo>
                  <a:pt x="815698" y="40047"/>
                </a:lnTo>
                <a:lnTo>
                  <a:pt x="815743" y="40214"/>
                </a:lnTo>
                <a:lnTo>
                  <a:pt x="815781" y="40395"/>
                </a:lnTo>
                <a:lnTo>
                  <a:pt x="815814" y="40590"/>
                </a:lnTo>
                <a:lnTo>
                  <a:pt x="815841" y="40798"/>
                </a:lnTo>
                <a:lnTo>
                  <a:pt x="815862" y="41020"/>
                </a:lnTo>
                <a:lnTo>
                  <a:pt x="815877" y="41256"/>
                </a:lnTo>
                <a:lnTo>
                  <a:pt x="815885" y="41505"/>
                </a:lnTo>
                <a:lnTo>
                  <a:pt x="815888" y="41769"/>
                </a:lnTo>
                <a:lnTo>
                  <a:pt x="815886" y="42066"/>
                </a:lnTo>
                <a:lnTo>
                  <a:pt x="815878" y="42347"/>
                </a:lnTo>
                <a:lnTo>
                  <a:pt x="815866" y="42613"/>
                </a:lnTo>
                <a:lnTo>
                  <a:pt x="815849" y="42863"/>
                </a:lnTo>
                <a:lnTo>
                  <a:pt x="815826" y="43098"/>
                </a:lnTo>
                <a:lnTo>
                  <a:pt x="815799" y="43317"/>
                </a:lnTo>
                <a:lnTo>
                  <a:pt x="815767" y="43520"/>
                </a:lnTo>
                <a:lnTo>
                  <a:pt x="815730" y="43708"/>
                </a:lnTo>
                <a:lnTo>
                  <a:pt x="815688" y="43880"/>
                </a:lnTo>
                <a:lnTo>
                  <a:pt x="815641" y="44037"/>
                </a:lnTo>
                <a:lnTo>
                  <a:pt x="815589" y="44178"/>
                </a:lnTo>
                <a:lnTo>
                  <a:pt x="815532" y="44303"/>
                </a:lnTo>
                <a:lnTo>
                  <a:pt x="815494" y="44361"/>
                </a:lnTo>
                <a:lnTo>
                  <a:pt x="815452" y="44417"/>
                </a:lnTo>
                <a:lnTo>
                  <a:pt x="815405" y="44470"/>
                </a:lnTo>
                <a:lnTo>
                  <a:pt x="815353" y="44522"/>
                </a:lnTo>
                <a:lnTo>
                  <a:pt x="815298" y="44572"/>
                </a:lnTo>
                <a:lnTo>
                  <a:pt x="815238" y="44620"/>
                </a:lnTo>
                <a:lnTo>
                  <a:pt x="815173" y="44666"/>
                </a:lnTo>
                <a:lnTo>
                  <a:pt x="815104" y="44710"/>
                </a:lnTo>
                <a:lnTo>
                  <a:pt x="815030" y="44752"/>
                </a:lnTo>
                <a:lnTo>
                  <a:pt x="814952" y="44792"/>
                </a:lnTo>
                <a:lnTo>
                  <a:pt x="814870" y="44830"/>
                </a:lnTo>
                <a:lnTo>
                  <a:pt x="814783" y="44866"/>
                </a:lnTo>
                <a:lnTo>
                  <a:pt x="814676" y="44900"/>
                </a:lnTo>
                <a:lnTo>
                  <a:pt x="814534" y="44931"/>
                </a:lnTo>
                <a:lnTo>
                  <a:pt x="814357" y="44959"/>
                </a:lnTo>
                <a:lnTo>
                  <a:pt x="814145" y="44984"/>
                </a:lnTo>
                <a:lnTo>
                  <a:pt x="813897" y="45006"/>
                </a:lnTo>
                <a:lnTo>
                  <a:pt x="813615" y="45025"/>
                </a:lnTo>
                <a:lnTo>
                  <a:pt x="813297" y="45041"/>
                </a:lnTo>
                <a:lnTo>
                  <a:pt x="812944" y="45054"/>
                </a:lnTo>
                <a:lnTo>
                  <a:pt x="812556" y="45064"/>
                </a:lnTo>
                <a:lnTo>
                  <a:pt x="812133" y="45072"/>
                </a:lnTo>
                <a:lnTo>
                  <a:pt x="811674" y="45076"/>
                </a:lnTo>
                <a:lnTo>
                  <a:pt x="811181" y="45078"/>
                </a:lnTo>
                <a:lnTo>
                  <a:pt x="802692" y="45078"/>
                </a:lnTo>
                <a:lnTo>
                  <a:pt x="803330" y="45954"/>
                </a:lnTo>
                <a:lnTo>
                  <a:pt x="803913" y="46870"/>
                </a:lnTo>
                <a:lnTo>
                  <a:pt x="804440" y="47825"/>
                </a:lnTo>
                <a:lnTo>
                  <a:pt x="804912" y="48820"/>
                </a:lnTo>
                <a:lnTo>
                  <a:pt x="805328" y="49855"/>
                </a:lnTo>
                <a:lnTo>
                  <a:pt x="805688" y="50929"/>
                </a:lnTo>
                <a:lnTo>
                  <a:pt x="805993" y="52043"/>
                </a:lnTo>
                <a:lnTo>
                  <a:pt x="806243" y="53197"/>
                </a:lnTo>
                <a:lnTo>
                  <a:pt x="806437" y="54390"/>
                </a:lnTo>
                <a:lnTo>
                  <a:pt x="806576" y="55623"/>
                </a:lnTo>
                <a:lnTo>
                  <a:pt x="806659" y="56895"/>
                </a:lnTo>
                <a:lnTo>
                  <a:pt x="806687" y="58208"/>
                </a:lnTo>
                <a:lnTo>
                  <a:pt x="806638" y="59711"/>
                </a:lnTo>
                <a:lnTo>
                  <a:pt x="806493" y="61179"/>
                </a:lnTo>
                <a:lnTo>
                  <a:pt x="806250" y="62609"/>
                </a:lnTo>
                <a:lnTo>
                  <a:pt x="805910" y="64003"/>
                </a:lnTo>
                <a:lnTo>
                  <a:pt x="805473" y="65360"/>
                </a:lnTo>
                <a:lnTo>
                  <a:pt x="804939" y="66681"/>
                </a:lnTo>
                <a:lnTo>
                  <a:pt x="804308" y="67965"/>
                </a:lnTo>
                <a:lnTo>
                  <a:pt x="803580" y="69212"/>
                </a:lnTo>
                <a:lnTo>
                  <a:pt x="802755" y="70422"/>
                </a:lnTo>
                <a:lnTo>
                  <a:pt x="801833" y="71596"/>
                </a:lnTo>
                <a:lnTo>
                  <a:pt x="800813" y="72734"/>
                </a:lnTo>
                <a:lnTo>
                  <a:pt x="799697" y="73834"/>
                </a:lnTo>
                <a:lnTo>
                  <a:pt x="798498" y="74871"/>
                </a:lnTo>
                <a:lnTo>
                  <a:pt x="797234" y="75818"/>
                </a:lnTo>
                <a:lnTo>
                  <a:pt x="795903" y="76675"/>
                </a:lnTo>
                <a:lnTo>
                  <a:pt x="794505" y="77442"/>
                </a:lnTo>
                <a:lnTo>
                  <a:pt x="793042" y="78118"/>
                </a:lnTo>
                <a:lnTo>
                  <a:pt x="791512" y="78705"/>
                </a:lnTo>
                <a:lnTo>
                  <a:pt x="789915" y="79201"/>
                </a:lnTo>
                <a:lnTo>
                  <a:pt x="788252" y="79606"/>
                </a:lnTo>
                <a:lnTo>
                  <a:pt x="786523" y="79922"/>
                </a:lnTo>
                <a:lnTo>
                  <a:pt x="784727" y="80148"/>
                </a:lnTo>
                <a:lnTo>
                  <a:pt x="782865" y="80283"/>
                </a:lnTo>
                <a:lnTo>
                  <a:pt x="780937" y="80328"/>
                </a:lnTo>
                <a:lnTo>
                  <a:pt x="780127" y="80318"/>
                </a:lnTo>
                <a:lnTo>
                  <a:pt x="779314" y="80288"/>
                </a:lnTo>
                <a:lnTo>
                  <a:pt x="778498" y="80237"/>
                </a:lnTo>
                <a:lnTo>
                  <a:pt x="777680" y="80167"/>
                </a:lnTo>
                <a:lnTo>
                  <a:pt x="776858" y="80076"/>
                </a:lnTo>
                <a:lnTo>
                  <a:pt x="776033" y="79965"/>
                </a:lnTo>
                <a:lnTo>
                  <a:pt x="775205" y="79834"/>
                </a:lnTo>
                <a:lnTo>
                  <a:pt x="774375" y="79682"/>
                </a:lnTo>
                <a:lnTo>
                  <a:pt x="773541" y="79511"/>
                </a:lnTo>
                <a:lnTo>
                  <a:pt x="772704" y="79319"/>
                </a:lnTo>
                <a:lnTo>
                  <a:pt x="771865" y="79107"/>
                </a:lnTo>
                <a:lnTo>
                  <a:pt x="771022" y="78875"/>
                </a:lnTo>
                <a:lnTo>
                  <a:pt x="770513" y="79321"/>
                </a:lnTo>
                <a:lnTo>
                  <a:pt x="770032" y="79757"/>
                </a:lnTo>
                <a:lnTo>
                  <a:pt x="769580" y="80185"/>
                </a:lnTo>
                <a:lnTo>
                  <a:pt x="769156" y="80602"/>
                </a:lnTo>
                <a:lnTo>
                  <a:pt x="768760" y="81011"/>
                </a:lnTo>
                <a:lnTo>
                  <a:pt x="768392" y="81410"/>
                </a:lnTo>
                <a:lnTo>
                  <a:pt x="768052" y="81800"/>
                </a:lnTo>
                <a:lnTo>
                  <a:pt x="767741" y="82180"/>
                </a:lnTo>
                <a:lnTo>
                  <a:pt x="767458" y="82551"/>
                </a:lnTo>
                <a:lnTo>
                  <a:pt x="767203" y="82913"/>
                </a:lnTo>
                <a:lnTo>
                  <a:pt x="766976" y="83265"/>
                </a:lnTo>
                <a:lnTo>
                  <a:pt x="766778" y="83608"/>
                </a:lnTo>
                <a:lnTo>
                  <a:pt x="766601" y="83942"/>
                </a:lnTo>
                <a:lnTo>
                  <a:pt x="766440" y="84267"/>
                </a:lnTo>
                <a:lnTo>
                  <a:pt x="766294" y="84584"/>
                </a:lnTo>
                <a:lnTo>
                  <a:pt x="766164" y="84893"/>
                </a:lnTo>
                <a:lnTo>
                  <a:pt x="766049" y="85193"/>
                </a:lnTo>
                <a:lnTo>
                  <a:pt x="765949" y="85484"/>
                </a:lnTo>
                <a:lnTo>
                  <a:pt x="765864" y="85768"/>
                </a:lnTo>
                <a:lnTo>
                  <a:pt x="765795" y="86042"/>
                </a:lnTo>
                <a:lnTo>
                  <a:pt x="765741" y="86309"/>
                </a:lnTo>
                <a:lnTo>
                  <a:pt x="765703" y="86567"/>
                </a:lnTo>
                <a:lnTo>
                  <a:pt x="765680" y="86816"/>
                </a:lnTo>
                <a:lnTo>
                  <a:pt x="765672" y="87058"/>
                </a:lnTo>
                <a:lnTo>
                  <a:pt x="765681" y="87259"/>
                </a:lnTo>
                <a:lnTo>
                  <a:pt x="765705" y="87459"/>
                </a:lnTo>
                <a:lnTo>
                  <a:pt x="765746" y="87658"/>
                </a:lnTo>
                <a:lnTo>
                  <a:pt x="765803" y="87857"/>
                </a:lnTo>
                <a:lnTo>
                  <a:pt x="765877" y="88054"/>
                </a:lnTo>
                <a:lnTo>
                  <a:pt x="765967" y="88250"/>
                </a:lnTo>
                <a:lnTo>
                  <a:pt x="766073" y="88446"/>
                </a:lnTo>
                <a:lnTo>
                  <a:pt x="766195" y="88640"/>
                </a:lnTo>
                <a:lnTo>
                  <a:pt x="766334" y="88833"/>
                </a:lnTo>
                <a:lnTo>
                  <a:pt x="766490" y="89026"/>
                </a:lnTo>
                <a:lnTo>
                  <a:pt x="766661" y="89217"/>
                </a:lnTo>
                <a:lnTo>
                  <a:pt x="766849" y="89408"/>
                </a:lnTo>
                <a:lnTo>
                  <a:pt x="767061" y="89593"/>
                </a:lnTo>
                <a:lnTo>
                  <a:pt x="767304" y="89769"/>
                </a:lnTo>
                <a:lnTo>
                  <a:pt x="767578" y="89936"/>
                </a:lnTo>
                <a:lnTo>
                  <a:pt x="767884" y="90095"/>
                </a:lnTo>
                <a:lnTo>
                  <a:pt x="768220" y="90244"/>
                </a:lnTo>
                <a:lnTo>
                  <a:pt x="768588" y="90385"/>
                </a:lnTo>
                <a:lnTo>
                  <a:pt x="768987" y="90517"/>
                </a:lnTo>
                <a:lnTo>
                  <a:pt x="769417" y="90640"/>
                </a:lnTo>
                <a:lnTo>
                  <a:pt x="769879" y="90754"/>
                </a:lnTo>
                <a:lnTo>
                  <a:pt x="770371" y="90859"/>
                </a:lnTo>
                <a:lnTo>
                  <a:pt x="770895" y="90956"/>
                </a:lnTo>
                <a:lnTo>
                  <a:pt x="771450" y="91043"/>
                </a:lnTo>
                <a:lnTo>
                  <a:pt x="771825" y="91090"/>
                </a:lnTo>
                <a:lnTo>
                  <a:pt x="772282" y="91136"/>
                </a:lnTo>
                <a:lnTo>
                  <a:pt x="772823" y="91181"/>
                </a:lnTo>
                <a:lnTo>
                  <a:pt x="773447" y="91225"/>
                </a:lnTo>
                <a:lnTo>
                  <a:pt x="774155" y="91268"/>
                </a:lnTo>
                <a:lnTo>
                  <a:pt x="774945" y="91310"/>
                </a:lnTo>
                <a:lnTo>
                  <a:pt x="775819" y="91351"/>
                </a:lnTo>
                <a:lnTo>
                  <a:pt x="776776" y="91391"/>
                </a:lnTo>
                <a:lnTo>
                  <a:pt x="777816" y="91431"/>
                </a:lnTo>
                <a:lnTo>
                  <a:pt x="778940" y="91469"/>
                </a:lnTo>
                <a:lnTo>
                  <a:pt x="780146" y="91506"/>
                </a:lnTo>
                <a:lnTo>
                  <a:pt x="781436" y="91542"/>
                </a:lnTo>
                <a:lnTo>
                  <a:pt x="783813" y="91603"/>
                </a:lnTo>
                <a:lnTo>
                  <a:pt x="786047" y="91668"/>
                </a:lnTo>
                <a:lnTo>
                  <a:pt x="788137" y="91737"/>
                </a:lnTo>
                <a:lnTo>
                  <a:pt x="790083" y="91810"/>
                </a:lnTo>
                <a:lnTo>
                  <a:pt x="791886" y="91887"/>
                </a:lnTo>
                <a:lnTo>
                  <a:pt x="793544" y="91967"/>
                </a:lnTo>
                <a:lnTo>
                  <a:pt x="795060" y="92052"/>
                </a:lnTo>
                <a:lnTo>
                  <a:pt x="796431" y="92141"/>
                </a:lnTo>
                <a:lnTo>
                  <a:pt x="797659" y="92234"/>
                </a:lnTo>
                <a:lnTo>
                  <a:pt x="798744" y="92331"/>
                </a:lnTo>
                <a:lnTo>
                  <a:pt x="799684" y="92432"/>
                </a:lnTo>
                <a:lnTo>
                  <a:pt x="800481" y="92537"/>
                </a:lnTo>
                <a:lnTo>
                  <a:pt x="801568" y="92712"/>
                </a:lnTo>
                <a:lnTo>
                  <a:pt x="802618" y="92930"/>
                </a:lnTo>
                <a:lnTo>
                  <a:pt x="803631" y="93191"/>
                </a:lnTo>
                <a:lnTo>
                  <a:pt x="804606" y="93494"/>
                </a:lnTo>
                <a:lnTo>
                  <a:pt x="805545" y="93839"/>
                </a:lnTo>
                <a:lnTo>
                  <a:pt x="806446" y="94227"/>
                </a:lnTo>
                <a:lnTo>
                  <a:pt x="807310" y="94658"/>
                </a:lnTo>
                <a:lnTo>
                  <a:pt x="808137" y="95131"/>
                </a:lnTo>
                <a:lnTo>
                  <a:pt x="808927" y="95646"/>
                </a:lnTo>
                <a:lnTo>
                  <a:pt x="809680" y="96204"/>
                </a:lnTo>
                <a:lnTo>
                  <a:pt x="810395" y="96805"/>
                </a:lnTo>
                <a:lnTo>
                  <a:pt x="811074" y="97448"/>
                </a:lnTo>
                <a:lnTo>
                  <a:pt x="811706" y="98125"/>
                </a:lnTo>
                <a:lnTo>
                  <a:pt x="812283" y="98827"/>
                </a:lnTo>
                <a:lnTo>
                  <a:pt x="812806" y="99555"/>
                </a:lnTo>
                <a:lnTo>
                  <a:pt x="813273" y="100309"/>
                </a:lnTo>
                <a:lnTo>
                  <a:pt x="813685" y="101089"/>
                </a:lnTo>
                <a:lnTo>
                  <a:pt x="814043" y="101894"/>
                </a:lnTo>
                <a:lnTo>
                  <a:pt x="814345" y="102725"/>
                </a:lnTo>
                <a:lnTo>
                  <a:pt x="814593" y="103582"/>
                </a:lnTo>
                <a:lnTo>
                  <a:pt x="814785" y="104465"/>
                </a:lnTo>
                <a:lnTo>
                  <a:pt x="814922" y="105373"/>
                </a:lnTo>
                <a:lnTo>
                  <a:pt x="815005" y="106307"/>
                </a:lnTo>
                <a:lnTo>
                  <a:pt x="815032" y="107266"/>
                </a:lnTo>
                <a:lnTo>
                  <a:pt x="814980" y="108600"/>
                </a:lnTo>
                <a:lnTo>
                  <a:pt x="814822" y="109919"/>
                </a:lnTo>
                <a:lnTo>
                  <a:pt x="814560" y="111224"/>
                </a:lnTo>
                <a:lnTo>
                  <a:pt x="814192" y="112516"/>
                </a:lnTo>
                <a:lnTo>
                  <a:pt x="813720" y="113794"/>
                </a:lnTo>
                <a:lnTo>
                  <a:pt x="813142" y="115058"/>
                </a:lnTo>
                <a:lnTo>
                  <a:pt x="812460" y="116308"/>
                </a:lnTo>
                <a:lnTo>
                  <a:pt x="811672" y="117545"/>
                </a:lnTo>
                <a:lnTo>
                  <a:pt x="810779" y="118767"/>
                </a:lnTo>
                <a:lnTo>
                  <a:pt x="809782" y="119976"/>
                </a:lnTo>
                <a:lnTo>
                  <a:pt x="808679" y="121171"/>
                </a:lnTo>
                <a:lnTo>
                  <a:pt x="807472" y="122352"/>
                </a:lnTo>
                <a:lnTo>
                  <a:pt x="805570" y="124012"/>
                </a:lnTo>
                <a:lnTo>
                  <a:pt x="803574" y="125527"/>
                </a:lnTo>
                <a:lnTo>
                  <a:pt x="801484" y="126897"/>
                </a:lnTo>
                <a:lnTo>
                  <a:pt x="799300" y="128124"/>
                </a:lnTo>
                <a:lnTo>
                  <a:pt x="797022" y="129206"/>
                </a:lnTo>
                <a:lnTo>
                  <a:pt x="794650" y="130144"/>
                </a:lnTo>
                <a:lnTo>
                  <a:pt x="792184" y="130937"/>
                </a:lnTo>
                <a:lnTo>
                  <a:pt x="789623" y="131586"/>
                </a:lnTo>
                <a:lnTo>
                  <a:pt x="786969" y="132091"/>
                </a:lnTo>
                <a:lnTo>
                  <a:pt x="784220" y="132452"/>
                </a:lnTo>
                <a:lnTo>
                  <a:pt x="781377" y="132668"/>
                </a:lnTo>
                <a:lnTo>
                  <a:pt x="778440" y="132741"/>
                </a:lnTo>
                <a:lnTo>
                  <a:pt x="776176" y="132698"/>
                </a:lnTo>
                <a:lnTo>
                  <a:pt x="773970" y="132569"/>
                </a:lnTo>
                <a:lnTo>
                  <a:pt x="771825" y="132354"/>
                </a:lnTo>
                <a:lnTo>
                  <a:pt x="769738" y="132053"/>
                </a:lnTo>
                <a:lnTo>
                  <a:pt x="767711" y="131667"/>
                </a:lnTo>
                <a:lnTo>
                  <a:pt x="765744" y="131194"/>
                </a:lnTo>
                <a:lnTo>
                  <a:pt x="763836" y="130635"/>
                </a:lnTo>
                <a:lnTo>
                  <a:pt x="761987" y="129991"/>
                </a:lnTo>
                <a:lnTo>
                  <a:pt x="760198" y="129261"/>
                </a:lnTo>
                <a:lnTo>
                  <a:pt x="758468" y="128444"/>
                </a:lnTo>
                <a:lnTo>
                  <a:pt x="756798" y="127542"/>
                </a:lnTo>
                <a:lnTo>
                  <a:pt x="755187" y="126554"/>
                </a:lnTo>
                <a:lnTo>
                  <a:pt x="754332" y="125959"/>
                </a:lnTo>
                <a:lnTo>
                  <a:pt x="753552" y="125361"/>
                </a:lnTo>
                <a:lnTo>
                  <a:pt x="752846" y="124758"/>
                </a:lnTo>
                <a:lnTo>
                  <a:pt x="752215" y="124152"/>
                </a:lnTo>
                <a:lnTo>
                  <a:pt x="751658" y="123541"/>
                </a:lnTo>
                <a:lnTo>
                  <a:pt x="751175" y="122927"/>
                </a:lnTo>
                <a:lnTo>
                  <a:pt x="750766" y="122308"/>
                </a:lnTo>
                <a:lnTo>
                  <a:pt x="750432" y="121686"/>
                </a:lnTo>
                <a:lnTo>
                  <a:pt x="750172" y="121060"/>
                </a:lnTo>
                <a:lnTo>
                  <a:pt x="749986" y="120429"/>
                </a:lnTo>
                <a:lnTo>
                  <a:pt x="749874" y="119795"/>
                </a:lnTo>
                <a:lnTo>
                  <a:pt x="749837" y="119157"/>
                </a:lnTo>
                <a:lnTo>
                  <a:pt x="749843" y="118873"/>
                </a:lnTo>
                <a:lnTo>
                  <a:pt x="749859" y="118589"/>
                </a:lnTo>
                <a:lnTo>
                  <a:pt x="749886" y="118304"/>
                </a:lnTo>
                <a:lnTo>
                  <a:pt x="749924" y="118020"/>
                </a:lnTo>
                <a:lnTo>
                  <a:pt x="749973" y="117736"/>
                </a:lnTo>
                <a:lnTo>
                  <a:pt x="750033" y="117452"/>
                </a:lnTo>
                <a:lnTo>
                  <a:pt x="750104" y="117167"/>
                </a:lnTo>
                <a:lnTo>
                  <a:pt x="750186" y="116883"/>
                </a:lnTo>
                <a:lnTo>
                  <a:pt x="750279" y="116599"/>
                </a:lnTo>
                <a:lnTo>
                  <a:pt x="750382" y="116314"/>
                </a:lnTo>
                <a:lnTo>
                  <a:pt x="750497" y="116030"/>
                </a:lnTo>
                <a:lnTo>
                  <a:pt x="750622" y="115745"/>
                </a:lnTo>
                <a:lnTo>
                  <a:pt x="750842" y="115292"/>
                </a:lnTo>
                <a:lnTo>
                  <a:pt x="751097" y="114810"/>
                </a:lnTo>
                <a:lnTo>
                  <a:pt x="751389" y="114300"/>
                </a:lnTo>
                <a:lnTo>
                  <a:pt x="751716" y="113761"/>
                </a:lnTo>
                <a:lnTo>
                  <a:pt x="752078" y="113194"/>
                </a:lnTo>
                <a:lnTo>
                  <a:pt x="752476" y="112597"/>
                </a:lnTo>
                <a:lnTo>
                  <a:pt x="752910" y="111973"/>
                </a:lnTo>
                <a:lnTo>
                  <a:pt x="753380" y="111319"/>
                </a:lnTo>
                <a:lnTo>
                  <a:pt x="753885" y="110637"/>
                </a:lnTo>
                <a:lnTo>
                  <a:pt x="754426" y="109926"/>
                </a:lnTo>
                <a:lnTo>
                  <a:pt x="755003" y="109187"/>
                </a:lnTo>
                <a:lnTo>
                  <a:pt x="755615" y="108419"/>
                </a:lnTo>
                <a:lnTo>
                  <a:pt x="755742" y="108268"/>
                </a:lnTo>
                <a:lnTo>
                  <a:pt x="755956" y="108028"/>
                </a:lnTo>
                <a:lnTo>
                  <a:pt x="756257" y="107700"/>
                </a:lnTo>
                <a:lnTo>
                  <a:pt x="756645" y="107282"/>
                </a:lnTo>
                <a:lnTo>
                  <a:pt x="757121" y="106775"/>
                </a:lnTo>
                <a:lnTo>
                  <a:pt x="757683" y="106180"/>
                </a:lnTo>
                <a:lnTo>
                  <a:pt x="758333" y="105495"/>
                </a:lnTo>
                <a:lnTo>
                  <a:pt x="759070" y="104722"/>
                </a:lnTo>
                <a:lnTo>
                  <a:pt x="759895" y="103860"/>
                </a:lnTo>
                <a:lnTo>
                  <a:pt x="760806" y="102909"/>
                </a:lnTo>
                <a:lnTo>
                  <a:pt x="761805" y="101868"/>
                </a:lnTo>
                <a:lnTo>
                  <a:pt x="762891" y="100739"/>
                </a:lnTo>
                <a:lnTo>
                  <a:pt x="762287" y="100374"/>
                </a:lnTo>
                <a:lnTo>
                  <a:pt x="761715" y="100016"/>
                </a:lnTo>
                <a:lnTo>
                  <a:pt x="761172" y="99663"/>
                </a:lnTo>
                <a:lnTo>
                  <a:pt x="760660" y="99318"/>
                </a:lnTo>
                <a:lnTo>
                  <a:pt x="760177" y="98978"/>
                </a:lnTo>
                <a:lnTo>
                  <a:pt x="759725" y="98645"/>
                </a:lnTo>
                <a:lnTo>
                  <a:pt x="759304" y="98319"/>
                </a:lnTo>
                <a:lnTo>
                  <a:pt x="758912" y="97999"/>
                </a:lnTo>
                <a:lnTo>
                  <a:pt x="758551" y="97685"/>
                </a:lnTo>
                <a:lnTo>
                  <a:pt x="758219" y="97378"/>
                </a:lnTo>
                <a:lnTo>
                  <a:pt x="757919" y="97077"/>
                </a:lnTo>
                <a:lnTo>
                  <a:pt x="757648" y="96783"/>
                </a:lnTo>
                <a:lnTo>
                  <a:pt x="757403" y="96488"/>
                </a:lnTo>
                <a:lnTo>
                  <a:pt x="757179" y="96187"/>
                </a:lnTo>
                <a:lnTo>
                  <a:pt x="756977" y="95880"/>
                </a:lnTo>
                <a:lnTo>
                  <a:pt x="756796" y="95567"/>
                </a:lnTo>
                <a:lnTo>
                  <a:pt x="756636" y="95246"/>
                </a:lnTo>
                <a:lnTo>
                  <a:pt x="756498" y="94920"/>
                </a:lnTo>
                <a:lnTo>
                  <a:pt x="756380" y="94587"/>
                </a:lnTo>
                <a:lnTo>
                  <a:pt x="756285" y="94248"/>
                </a:lnTo>
                <a:lnTo>
                  <a:pt x="756210" y="93902"/>
                </a:lnTo>
                <a:lnTo>
                  <a:pt x="756157" y="93550"/>
                </a:lnTo>
                <a:lnTo>
                  <a:pt x="756125" y="93191"/>
                </a:lnTo>
                <a:lnTo>
                  <a:pt x="756114" y="92826"/>
                </a:lnTo>
                <a:lnTo>
                  <a:pt x="756128" y="92404"/>
                </a:lnTo>
                <a:lnTo>
                  <a:pt x="756171" y="91970"/>
                </a:lnTo>
                <a:lnTo>
                  <a:pt x="756241" y="91524"/>
                </a:lnTo>
                <a:lnTo>
                  <a:pt x="756340" y="91066"/>
                </a:lnTo>
                <a:lnTo>
                  <a:pt x="756467" y="90597"/>
                </a:lnTo>
                <a:lnTo>
                  <a:pt x="756622" y="90115"/>
                </a:lnTo>
                <a:lnTo>
                  <a:pt x="756806" y="89622"/>
                </a:lnTo>
                <a:lnTo>
                  <a:pt x="757018" y="89117"/>
                </a:lnTo>
                <a:lnTo>
                  <a:pt x="757258" y="88600"/>
                </a:lnTo>
                <a:lnTo>
                  <a:pt x="757526" y="88071"/>
                </a:lnTo>
                <a:lnTo>
                  <a:pt x="757822" y="87530"/>
                </a:lnTo>
                <a:lnTo>
                  <a:pt x="758147" y="86978"/>
                </a:lnTo>
                <a:lnTo>
                  <a:pt x="758523" y="86400"/>
                </a:lnTo>
                <a:lnTo>
                  <a:pt x="758972" y="85783"/>
                </a:lnTo>
                <a:lnTo>
                  <a:pt x="759496" y="85128"/>
                </a:lnTo>
                <a:lnTo>
                  <a:pt x="760093" y="84434"/>
                </a:lnTo>
                <a:lnTo>
                  <a:pt x="760764" y="83702"/>
                </a:lnTo>
                <a:lnTo>
                  <a:pt x="761509" y="82931"/>
                </a:lnTo>
                <a:lnTo>
                  <a:pt x="762327" y="82122"/>
                </a:lnTo>
                <a:lnTo>
                  <a:pt x="763219" y="81274"/>
                </a:lnTo>
                <a:lnTo>
                  <a:pt x="764186" y="80387"/>
                </a:lnTo>
                <a:lnTo>
                  <a:pt x="765226" y="79462"/>
                </a:lnTo>
                <a:lnTo>
                  <a:pt x="766339" y="78498"/>
                </a:lnTo>
                <a:lnTo>
                  <a:pt x="767527" y="77495"/>
                </a:lnTo>
                <a:moveTo>
                  <a:pt x="779938" y="37743"/>
                </a:moveTo>
                <a:lnTo>
                  <a:pt x="779070" y="37772"/>
                </a:lnTo>
                <a:lnTo>
                  <a:pt x="778226" y="37859"/>
                </a:lnTo>
                <a:lnTo>
                  <a:pt x="777406" y="38004"/>
                </a:lnTo>
                <a:lnTo>
                  <a:pt x="776610" y="38207"/>
                </a:lnTo>
                <a:lnTo>
                  <a:pt x="775837" y="38468"/>
                </a:lnTo>
                <a:lnTo>
                  <a:pt x="775088" y="38788"/>
                </a:lnTo>
                <a:lnTo>
                  <a:pt x="774363" y="39165"/>
                </a:lnTo>
                <a:lnTo>
                  <a:pt x="773661" y="39600"/>
                </a:lnTo>
                <a:lnTo>
                  <a:pt x="772984" y="40094"/>
                </a:lnTo>
                <a:lnTo>
                  <a:pt x="772330" y="40645"/>
                </a:lnTo>
                <a:lnTo>
                  <a:pt x="771700" y="41255"/>
                </a:lnTo>
                <a:lnTo>
                  <a:pt x="771093" y="41922"/>
                </a:lnTo>
                <a:lnTo>
                  <a:pt x="770524" y="42649"/>
                </a:lnTo>
                <a:lnTo>
                  <a:pt x="770004" y="43438"/>
                </a:lnTo>
                <a:lnTo>
                  <a:pt x="769533" y="44290"/>
                </a:lnTo>
                <a:lnTo>
                  <a:pt x="769112" y="45203"/>
                </a:lnTo>
                <a:lnTo>
                  <a:pt x="768741" y="46178"/>
                </a:lnTo>
                <a:lnTo>
                  <a:pt x="768419" y="47215"/>
                </a:lnTo>
                <a:lnTo>
                  <a:pt x="768146" y="48314"/>
                </a:lnTo>
                <a:lnTo>
                  <a:pt x="767923" y="49476"/>
                </a:lnTo>
                <a:lnTo>
                  <a:pt x="767750" y="50699"/>
                </a:lnTo>
                <a:lnTo>
                  <a:pt x="767626" y="51984"/>
                </a:lnTo>
                <a:lnTo>
                  <a:pt x="767552" y="53331"/>
                </a:lnTo>
                <a:lnTo>
                  <a:pt x="767527" y="54740"/>
                </a:lnTo>
                <a:lnTo>
                  <a:pt x="767561" y="56571"/>
                </a:lnTo>
                <a:lnTo>
                  <a:pt x="767662" y="58331"/>
                </a:lnTo>
                <a:lnTo>
                  <a:pt x="767830" y="60022"/>
                </a:lnTo>
                <a:lnTo>
                  <a:pt x="768066" y="61642"/>
                </a:lnTo>
                <a:lnTo>
                  <a:pt x="768369" y="63193"/>
                </a:lnTo>
                <a:lnTo>
                  <a:pt x="768740" y="64674"/>
                </a:lnTo>
                <a:lnTo>
                  <a:pt x="769177" y="66085"/>
                </a:lnTo>
                <a:lnTo>
                  <a:pt x="769683" y="67426"/>
                </a:lnTo>
                <a:lnTo>
                  <a:pt x="770255" y="68697"/>
                </a:lnTo>
                <a:lnTo>
                  <a:pt x="770895" y="69899"/>
                </a:lnTo>
                <a:lnTo>
                  <a:pt x="771603" y="71030"/>
                </a:lnTo>
                <a:lnTo>
                  <a:pt x="772377" y="72092"/>
                </a:lnTo>
                <a:lnTo>
                  <a:pt x="773009" y="72839"/>
                </a:lnTo>
                <a:lnTo>
                  <a:pt x="773669" y="73520"/>
                </a:lnTo>
                <a:lnTo>
                  <a:pt x="774357" y="74137"/>
                </a:lnTo>
                <a:lnTo>
                  <a:pt x="775072" y="74689"/>
                </a:lnTo>
                <a:lnTo>
                  <a:pt x="775815" y="75176"/>
                </a:lnTo>
                <a:lnTo>
                  <a:pt x="776586" y="75598"/>
                </a:lnTo>
                <a:lnTo>
                  <a:pt x="777384" y="75956"/>
                </a:lnTo>
                <a:lnTo>
                  <a:pt x="778211" y="76248"/>
                </a:lnTo>
                <a:lnTo>
                  <a:pt x="779065" y="76475"/>
                </a:lnTo>
                <a:lnTo>
                  <a:pt x="779946" y="76638"/>
                </a:lnTo>
                <a:lnTo>
                  <a:pt x="780856" y="76735"/>
                </a:lnTo>
                <a:lnTo>
                  <a:pt x="781793" y="76767"/>
                </a:lnTo>
                <a:lnTo>
                  <a:pt x="782683" y="76739"/>
                </a:lnTo>
                <a:lnTo>
                  <a:pt x="783546" y="76655"/>
                </a:lnTo>
                <a:lnTo>
                  <a:pt x="784383" y="76515"/>
                </a:lnTo>
                <a:lnTo>
                  <a:pt x="785193" y="76319"/>
                </a:lnTo>
                <a:lnTo>
                  <a:pt x="785976" y="76067"/>
                </a:lnTo>
                <a:lnTo>
                  <a:pt x="786732" y="75758"/>
                </a:lnTo>
                <a:lnTo>
                  <a:pt x="787462" y="75394"/>
                </a:lnTo>
                <a:lnTo>
                  <a:pt x="788165" y="74973"/>
                </a:lnTo>
                <a:lnTo>
                  <a:pt x="788841" y="74497"/>
                </a:lnTo>
                <a:lnTo>
                  <a:pt x="789491" y="73964"/>
                </a:lnTo>
                <a:lnTo>
                  <a:pt x="790113" y="73375"/>
                </a:lnTo>
                <a:lnTo>
                  <a:pt x="790709" y="72731"/>
                </a:lnTo>
                <a:lnTo>
                  <a:pt x="791267" y="72026"/>
                </a:lnTo>
                <a:lnTo>
                  <a:pt x="791777" y="71257"/>
                </a:lnTo>
                <a:lnTo>
                  <a:pt x="792238" y="70424"/>
                </a:lnTo>
                <a:lnTo>
                  <a:pt x="792651" y="69528"/>
                </a:lnTo>
                <a:lnTo>
                  <a:pt x="793015" y="68567"/>
                </a:lnTo>
                <a:lnTo>
                  <a:pt x="793330" y="67543"/>
                </a:lnTo>
                <a:lnTo>
                  <a:pt x="793597" y="66454"/>
                </a:lnTo>
                <a:lnTo>
                  <a:pt x="793816" y="65302"/>
                </a:lnTo>
                <a:lnTo>
                  <a:pt x="793986" y="64085"/>
                </a:lnTo>
                <a:lnTo>
                  <a:pt x="794107" y="62805"/>
                </a:lnTo>
                <a:lnTo>
                  <a:pt x="794180" y="61461"/>
                </a:lnTo>
                <a:lnTo>
                  <a:pt x="794204" y="60052"/>
                </a:lnTo>
                <a:lnTo>
                  <a:pt x="794170" y="58210"/>
                </a:lnTo>
                <a:lnTo>
                  <a:pt x="794067" y="56435"/>
                </a:lnTo>
                <a:lnTo>
                  <a:pt x="793897" y="54727"/>
                </a:lnTo>
                <a:lnTo>
                  <a:pt x="793657" y="53088"/>
                </a:lnTo>
                <a:lnTo>
                  <a:pt x="793350" y="51517"/>
                </a:lnTo>
                <a:lnTo>
                  <a:pt x="792974" y="50013"/>
                </a:lnTo>
                <a:lnTo>
                  <a:pt x="792529" y="48577"/>
                </a:lnTo>
                <a:lnTo>
                  <a:pt x="792017" y="47209"/>
                </a:lnTo>
                <a:lnTo>
                  <a:pt x="791436" y="45909"/>
                </a:lnTo>
                <a:lnTo>
                  <a:pt x="790786" y="44677"/>
                </a:lnTo>
                <a:lnTo>
                  <a:pt x="790069" y="43513"/>
                </a:lnTo>
                <a:lnTo>
                  <a:pt x="789282" y="42416"/>
                </a:lnTo>
                <a:lnTo>
                  <a:pt x="788662" y="41670"/>
                </a:lnTo>
                <a:lnTo>
                  <a:pt x="788012" y="40988"/>
                </a:lnTo>
                <a:lnTo>
                  <a:pt x="787334" y="40372"/>
                </a:lnTo>
                <a:lnTo>
                  <a:pt x="786627" y="39820"/>
                </a:lnTo>
                <a:lnTo>
                  <a:pt x="785892" y="39333"/>
                </a:lnTo>
                <a:lnTo>
                  <a:pt x="785128" y="38911"/>
                </a:lnTo>
                <a:lnTo>
                  <a:pt x="784334" y="38554"/>
                </a:lnTo>
                <a:lnTo>
                  <a:pt x="783513" y="38262"/>
                </a:lnTo>
                <a:lnTo>
                  <a:pt x="782662" y="38035"/>
                </a:lnTo>
                <a:lnTo>
                  <a:pt x="781783" y="37873"/>
                </a:lnTo>
                <a:lnTo>
                  <a:pt x="780875" y="37775"/>
                </a:lnTo>
                <a:lnTo>
                  <a:pt x="779938" y="37743"/>
                </a:lnTo>
                <a:moveTo>
                  <a:pt x="766814" y="101307"/>
                </a:moveTo>
                <a:lnTo>
                  <a:pt x="766266" y="101908"/>
                </a:lnTo>
                <a:lnTo>
                  <a:pt x="765742" y="102501"/>
                </a:lnTo>
                <a:lnTo>
                  <a:pt x="765240" y="103088"/>
                </a:lnTo>
                <a:lnTo>
                  <a:pt x="764761" y="103668"/>
                </a:lnTo>
                <a:lnTo>
                  <a:pt x="764305" y="104241"/>
                </a:lnTo>
                <a:lnTo>
                  <a:pt x="763871" y="104807"/>
                </a:lnTo>
                <a:lnTo>
                  <a:pt x="763461" y="105367"/>
                </a:lnTo>
                <a:lnTo>
                  <a:pt x="763073" y="105919"/>
                </a:lnTo>
                <a:lnTo>
                  <a:pt x="762708" y="106464"/>
                </a:lnTo>
                <a:lnTo>
                  <a:pt x="762365" y="107003"/>
                </a:lnTo>
                <a:lnTo>
                  <a:pt x="762046" y="107534"/>
                </a:lnTo>
                <a:lnTo>
                  <a:pt x="761749" y="108059"/>
                </a:lnTo>
                <a:lnTo>
                  <a:pt x="761476" y="108577"/>
                </a:lnTo>
                <a:lnTo>
                  <a:pt x="761226" y="109088"/>
                </a:lnTo>
                <a:lnTo>
                  <a:pt x="761000" y="109592"/>
                </a:lnTo>
                <a:lnTo>
                  <a:pt x="760798" y="110089"/>
                </a:lnTo>
                <a:lnTo>
                  <a:pt x="760620" y="110580"/>
                </a:lnTo>
                <a:lnTo>
                  <a:pt x="760465" y="111063"/>
                </a:lnTo>
                <a:lnTo>
                  <a:pt x="760335" y="111539"/>
                </a:lnTo>
                <a:lnTo>
                  <a:pt x="760228" y="112009"/>
                </a:lnTo>
                <a:lnTo>
                  <a:pt x="760144" y="112472"/>
                </a:lnTo>
                <a:lnTo>
                  <a:pt x="760085" y="112927"/>
                </a:lnTo>
                <a:lnTo>
                  <a:pt x="760049" y="113376"/>
                </a:lnTo>
                <a:lnTo>
                  <a:pt x="760037" y="113818"/>
                </a:lnTo>
                <a:lnTo>
                  <a:pt x="760066" y="114381"/>
                </a:lnTo>
                <a:lnTo>
                  <a:pt x="760152" y="114932"/>
                </a:lnTo>
                <a:lnTo>
                  <a:pt x="760296" y="115471"/>
                </a:lnTo>
                <a:lnTo>
                  <a:pt x="760497" y="115998"/>
                </a:lnTo>
                <a:lnTo>
                  <a:pt x="760756" y="116513"/>
                </a:lnTo>
                <a:lnTo>
                  <a:pt x="761072" y="117017"/>
                </a:lnTo>
                <a:lnTo>
                  <a:pt x="761445" y="117508"/>
                </a:lnTo>
                <a:lnTo>
                  <a:pt x="761876" y="117988"/>
                </a:lnTo>
                <a:lnTo>
                  <a:pt x="762364" y="118456"/>
                </a:lnTo>
                <a:lnTo>
                  <a:pt x="762910" y="118912"/>
                </a:lnTo>
                <a:lnTo>
                  <a:pt x="763514" y="119356"/>
                </a:lnTo>
                <a:lnTo>
                  <a:pt x="764174" y="119789"/>
                </a:lnTo>
                <a:lnTo>
                  <a:pt x="765407" y="120493"/>
                </a:lnTo>
                <a:lnTo>
                  <a:pt x="766728" y="121135"/>
                </a:lnTo>
                <a:lnTo>
                  <a:pt x="768138" y="121717"/>
                </a:lnTo>
                <a:lnTo>
                  <a:pt x="769635" y="122237"/>
                </a:lnTo>
                <a:lnTo>
                  <a:pt x="771221" y="122696"/>
                </a:lnTo>
                <a:lnTo>
                  <a:pt x="772895" y="123094"/>
                </a:lnTo>
                <a:lnTo>
                  <a:pt x="774656" y="123430"/>
                </a:lnTo>
                <a:lnTo>
                  <a:pt x="776507" y="123705"/>
                </a:lnTo>
                <a:lnTo>
                  <a:pt x="778445" y="123920"/>
                </a:lnTo>
                <a:lnTo>
                  <a:pt x="780471" y="124073"/>
                </a:lnTo>
                <a:lnTo>
                  <a:pt x="782586" y="124164"/>
                </a:lnTo>
                <a:lnTo>
                  <a:pt x="784789" y="124195"/>
                </a:lnTo>
                <a:lnTo>
                  <a:pt x="786882" y="124164"/>
                </a:lnTo>
                <a:lnTo>
                  <a:pt x="788881" y="124070"/>
                </a:lnTo>
                <a:lnTo>
                  <a:pt x="790787" y="123913"/>
                </a:lnTo>
                <a:lnTo>
                  <a:pt x="792599" y="123693"/>
                </a:lnTo>
                <a:lnTo>
                  <a:pt x="794318" y="123411"/>
                </a:lnTo>
                <a:lnTo>
                  <a:pt x="795943" y="123066"/>
                </a:lnTo>
                <a:lnTo>
                  <a:pt x="797474" y="122659"/>
                </a:lnTo>
                <a:lnTo>
                  <a:pt x="798912" y="122188"/>
                </a:lnTo>
                <a:lnTo>
                  <a:pt x="800256" y="121655"/>
                </a:lnTo>
                <a:lnTo>
                  <a:pt x="801507" y="121059"/>
                </a:lnTo>
                <a:lnTo>
                  <a:pt x="802663" y="120401"/>
                </a:lnTo>
                <a:lnTo>
                  <a:pt x="803727" y="119680"/>
                </a:lnTo>
                <a:lnTo>
                  <a:pt x="804701" y="118923"/>
                </a:lnTo>
                <a:lnTo>
                  <a:pt x="805590" y="118159"/>
                </a:lnTo>
                <a:lnTo>
                  <a:pt x="806395" y="117386"/>
                </a:lnTo>
                <a:lnTo>
                  <a:pt x="807115" y="116604"/>
                </a:lnTo>
                <a:lnTo>
                  <a:pt x="807750" y="115814"/>
                </a:lnTo>
                <a:lnTo>
                  <a:pt x="808301" y="115016"/>
                </a:lnTo>
                <a:lnTo>
                  <a:pt x="808767" y="114209"/>
                </a:lnTo>
                <a:lnTo>
                  <a:pt x="809148" y="113394"/>
                </a:lnTo>
                <a:lnTo>
                  <a:pt x="809444" y="112571"/>
                </a:lnTo>
                <a:lnTo>
                  <a:pt x="809656" y="111739"/>
                </a:lnTo>
                <a:lnTo>
                  <a:pt x="809783" y="110899"/>
                </a:lnTo>
                <a:lnTo>
                  <a:pt x="809825" y="110050"/>
                </a:lnTo>
                <a:lnTo>
                  <a:pt x="809800" y="109449"/>
                </a:lnTo>
                <a:lnTo>
                  <a:pt x="809724" y="108878"/>
                </a:lnTo>
                <a:lnTo>
                  <a:pt x="809598" y="108336"/>
                </a:lnTo>
                <a:lnTo>
                  <a:pt x="809421" y="107823"/>
                </a:lnTo>
                <a:lnTo>
                  <a:pt x="809194" y="107340"/>
                </a:lnTo>
                <a:lnTo>
                  <a:pt x="808916" y="106887"/>
                </a:lnTo>
                <a:lnTo>
                  <a:pt x="808588" y="106463"/>
                </a:lnTo>
                <a:lnTo>
                  <a:pt x="808209" y="106069"/>
                </a:lnTo>
                <a:lnTo>
                  <a:pt x="807779" y="105705"/>
                </a:lnTo>
                <a:lnTo>
                  <a:pt x="807299" y="105370"/>
                </a:lnTo>
                <a:lnTo>
                  <a:pt x="806769" y="105065"/>
                </a:lnTo>
                <a:lnTo>
                  <a:pt x="806188" y="104790"/>
                </a:lnTo>
                <a:lnTo>
                  <a:pt x="805519" y="104538"/>
                </a:lnTo>
                <a:lnTo>
                  <a:pt x="804749" y="104304"/>
                </a:lnTo>
                <a:lnTo>
                  <a:pt x="803878" y="104087"/>
                </a:lnTo>
                <a:lnTo>
                  <a:pt x="802906" y="103889"/>
                </a:lnTo>
                <a:lnTo>
                  <a:pt x="801834" y="103708"/>
                </a:lnTo>
                <a:lnTo>
                  <a:pt x="800660" y="103546"/>
                </a:lnTo>
                <a:lnTo>
                  <a:pt x="799385" y="103401"/>
                </a:lnTo>
                <a:lnTo>
                  <a:pt x="798008" y="103273"/>
                </a:lnTo>
                <a:lnTo>
                  <a:pt x="796531" y="103164"/>
                </a:lnTo>
                <a:lnTo>
                  <a:pt x="794953" y="103072"/>
                </a:lnTo>
                <a:lnTo>
                  <a:pt x="793274" y="102999"/>
                </a:lnTo>
                <a:lnTo>
                  <a:pt x="791494" y="102943"/>
                </a:lnTo>
                <a:lnTo>
                  <a:pt x="788870" y="102866"/>
                </a:lnTo>
                <a:lnTo>
                  <a:pt x="786350" y="102778"/>
                </a:lnTo>
                <a:lnTo>
                  <a:pt x="783933" y="102680"/>
                </a:lnTo>
                <a:lnTo>
                  <a:pt x="781619" y="102571"/>
                </a:lnTo>
                <a:lnTo>
                  <a:pt x="779407" y="102451"/>
                </a:lnTo>
                <a:lnTo>
                  <a:pt x="777299" y="102320"/>
                </a:lnTo>
                <a:lnTo>
                  <a:pt x="775294" y="102178"/>
                </a:lnTo>
                <a:lnTo>
                  <a:pt x="773392" y="102026"/>
                </a:lnTo>
                <a:lnTo>
                  <a:pt x="771593" y="101862"/>
                </a:lnTo>
                <a:lnTo>
                  <a:pt x="769897" y="101688"/>
                </a:lnTo>
                <a:lnTo>
                  <a:pt x="768304" y="101503"/>
                </a:lnTo>
                <a:lnTo>
                  <a:pt x="766814" y="1013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9" name="Original vector context 69">
            <a:extLst xmlns:a="http://schemas.openxmlformats.org/drawingml/2006/main">
              <a:ext uri="{FF2B5EF4-FFF2-40B4-BE49-F238E27FC236}">
                <a16:creationId xmlns:a16="http://schemas.microsoft.com/office/drawing/2014/main" id="{54098CFF-4B0D-4822-9091-841016AC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316" y="8626701"/>
            <a:ext cx="43812" cy="316403"/>
          </a:xfrm>
          <a:custGeom xmlns:a="http://schemas.openxmlformats.org/drawingml/2006/main">
            <a:pathLst>
              <a:path w="43812" h="316403">
                <a:moveTo>
                  <a:pt x="20820" y="0"/>
                </a:moveTo>
                <a:lnTo>
                  <a:pt x="27559" y="279822"/>
                </a:lnTo>
                <a:lnTo>
                  <a:pt x="16606" y="280085"/>
                </a:lnTo>
                <a:lnTo>
                  <a:pt x="9867" y="262"/>
                </a:lnTo>
                <a:lnTo>
                  <a:pt x="20820" y="0"/>
                </a:lnTo>
                <a:close/>
                <a:moveTo>
                  <a:pt x="43812" y="272137"/>
                </a:moveTo>
                <a:lnTo>
                  <a:pt x="22960" y="316403"/>
                </a:lnTo>
                <a:lnTo>
                  <a:pt x="0" y="273189"/>
                </a:lnTo>
                <a:lnTo>
                  <a:pt x="43812" y="272137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70" name="Original vector context 70">
            <a:extLst xmlns:a="http://schemas.openxmlformats.org/drawingml/2006/main">
              <a:ext uri="{FF2B5EF4-FFF2-40B4-BE49-F238E27FC236}">
                <a16:creationId xmlns:a16="http://schemas.microsoft.com/office/drawing/2014/main" id="{1B91FF0E-200B-4FF9-8894-600F5A76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043" y="9582936"/>
            <a:ext cx="1141352" cy="103259"/>
          </a:xfrm>
          <a:custGeom xmlns:a="http://schemas.openxmlformats.org/drawingml/2006/main">
            <a:pathLst>
              <a:path w="1141352" h="103259">
                <a:moveTo>
                  <a:pt x="0" y="63095"/>
                </a:moveTo>
                <a:lnTo>
                  <a:pt x="36877" y="63095"/>
                </a:lnTo>
                <a:lnTo>
                  <a:pt x="36877" y="73848"/>
                </a:lnTo>
                <a:lnTo>
                  <a:pt x="0" y="73848"/>
                </a:lnTo>
                <a:lnTo>
                  <a:pt x="0" y="63095"/>
                </a:lnTo>
                <a:close/>
                <a:moveTo>
                  <a:pt x="66079" y="47997"/>
                </a:moveTo>
                <a:lnTo>
                  <a:pt x="67986" y="45791"/>
                </a:lnTo>
                <a:lnTo>
                  <a:pt x="69878" y="43776"/>
                </a:lnTo>
                <a:lnTo>
                  <a:pt x="71755" y="41953"/>
                </a:lnTo>
                <a:lnTo>
                  <a:pt x="73617" y="40322"/>
                </a:lnTo>
                <a:lnTo>
                  <a:pt x="75464" y="38883"/>
                </a:lnTo>
                <a:lnTo>
                  <a:pt x="77296" y="37636"/>
                </a:lnTo>
                <a:lnTo>
                  <a:pt x="79113" y="36581"/>
                </a:lnTo>
                <a:lnTo>
                  <a:pt x="80916" y="35717"/>
                </a:lnTo>
                <a:lnTo>
                  <a:pt x="82704" y="35046"/>
                </a:lnTo>
                <a:lnTo>
                  <a:pt x="84477" y="34566"/>
                </a:lnTo>
                <a:lnTo>
                  <a:pt x="86235" y="34278"/>
                </a:lnTo>
                <a:lnTo>
                  <a:pt x="87978" y="34182"/>
                </a:lnTo>
                <a:lnTo>
                  <a:pt x="88859" y="34201"/>
                </a:lnTo>
                <a:lnTo>
                  <a:pt x="89719" y="34256"/>
                </a:lnTo>
                <a:lnTo>
                  <a:pt x="90559" y="34349"/>
                </a:lnTo>
                <a:lnTo>
                  <a:pt x="91378" y="34478"/>
                </a:lnTo>
                <a:lnTo>
                  <a:pt x="92176" y="34645"/>
                </a:lnTo>
                <a:lnTo>
                  <a:pt x="92953" y="34849"/>
                </a:lnTo>
                <a:lnTo>
                  <a:pt x="93709" y="35089"/>
                </a:lnTo>
                <a:lnTo>
                  <a:pt x="94445" y="35367"/>
                </a:lnTo>
                <a:lnTo>
                  <a:pt x="95160" y="35682"/>
                </a:lnTo>
                <a:lnTo>
                  <a:pt x="95854" y="36034"/>
                </a:lnTo>
                <a:lnTo>
                  <a:pt x="96527" y="36422"/>
                </a:lnTo>
                <a:lnTo>
                  <a:pt x="97179" y="36848"/>
                </a:lnTo>
                <a:lnTo>
                  <a:pt x="97810" y="37316"/>
                </a:lnTo>
                <a:lnTo>
                  <a:pt x="98420" y="37832"/>
                </a:lnTo>
                <a:lnTo>
                  <a:pt x="99007" y="38396"/>
                </a:lnTo>
                <a:lnTo>
                  <a:pt x="99573" y="39007"/>
                </a:lnTo>
                <a:lnTo>
                  <a:pt x="100117" y="39666"/>
                </a:lnTo>
                <a:lnTo>
                  <a:pt x="100639" y="40374"/>
                </a:lnTo>
                <a:lnTo>
                  <a:pt x="101139" y="41129"/>
                </a:lnTo>
                <a:lnTo>
                  <a:pt x="101617" y="41932"/>
                </a:lnTo>
                <a:lnTo>
                  <a:pt x="102074" y="42783"/>
                </a:lnTo>
                <a:lnTo>
                  <a:pt x="102509" y="43682"/>
                </a:lnTo>
                <a:lnTo>
                  <a:pt x="102922" y="44628"/>
                </a:lnTo>
                <a:lnTo>
                  <a:pt x="103314" y="45623"/>
                </a:lnTo>
                <a:lnTo>
                  <a:pt x="103564" y="46365"/>
                </a:lnTo>
                <a:lnTo>
                  <a:pt x="103793" y="47170"/>
                </a:lnTo>
                <a:lnTo>
                  <a:pt x="104000" y="48038"/>
                </a:lnTo>
                <a:lnTo>
                  <a:pt x="104185" y="48970"/>
                </a:lnTo>
                <a:lnTo>
                  <a:pt x="104349" y="49964"/>
                </a:lnTo>
                <a:lnTo>
                  <a:pt x="104490" y="51022"/>
                </a:lnTo>
                <a:lnTo>
                  <a:pt x="104610" y="52143"/>
                </a:lnTo>
                <a:lnTo>
                  <a:pt x="104708" y="53328"/>
                </a:lnTo>
                <a:lnTo>
                  <a:pt x="104785" y="54575"/>
                </a:lnTo>
                <a:lnTo>
                  <a:pt x="104839" y="55886"/>
                </a:lnTo>
                <a:lnTo>
                  <a:pt x="104872" y="57260"/>
                </a:lnTo>
                <a:lnTo>
                  <a:pt x="104883" y="58697"/>
                </a:lnTo>
                <a:lnTo>
                  <a:pt x="104883" y="86479"/>
                </a:lnTo>
                <a:lnTo>
                  <a:pt x="104890" y="87482"/>
                </a:lnTo>
                <a:lnTo>
                  <a:pt x="104911" y="88429"/>
                </a:lnTo>
                <a:lnTo>
                  <a:pt x="104945" y="89321"/>
                </a:lnTo>
                <a:lnTo>
                  <a:pt x="104994" y="90158"/>
                </a:lnTo>
                <a:lnTo>
                  <a:pt x="105056" y="90940"/>
                </a:lnTo>
                <a:lnTo>
                  <a:pt x="105132" y="91666"/>
                </a:lnTo>
                <a:lnTo>
                  <a:pt x="105223" y="92338"/>
                </a:lnTo>
                <a:lnTo>
                  <a:pt x="105327" y="92953"/>
                </a:lnTo>
                <a:lnTo>
                  <a:pt x="105444" y="93514"/>
                </a:lnTo>
                <a:lnTo>
                  <a:pt x="105576" y="94019"/>
                </a:lnTo>
                <a:lnTo>
                  <a:pt x="105722" y="94470"/>
                </a:lnTo>
                <a:lnTo>
                  <a:pt x="105881" y="94864"/>
                </a:lnTo>
                <a:lnTo>
                  <a:pt x="106019" y="95155"/>
                </a:lnTo>
                <a:lnTo>
                  <a:pt x="106170" y="95435"/>
                </a:lnTo>
                <a:lnTo>
                  <a:pt x="106334" y="95703"/>
                </a:lnTo>
                <a:lnTo>
                  <a:pt x="106511" y="95961"/>
                </a:lnTo>
                <a:lnTo>
                  <a:pt x="106702" y="96209"/>
                </a:lnTo>
                <a:lnTo>
                  <a:pt x="106907" y="96445"/>
                </a:lnTo>
                <a:lnTo>
                  <a:pt x="107124" y="96670"/>
                </a:lnTo>
                <a:lnTo>
                  <a:pt x="107356" y="96885"/>
                </a:lnTo>
                <a:lnTo>
                  <a:pt x="107600" y="97089"/>
                </a:lnTo>
                <a:lnTo>
                  <a:pt x="107858" y="97282"/>
                </a:lnTo>
                <a:lnTo>
                  <a:pt x="108129" y="97464"/>
                </a:lnTo>
                <a:lnTo>
                  <a:pt x="108414" y="97635"/>
                </a:lnTo>
                <a:lnTo>
                  <a:pt x="108725" y="97794"/>
                </a:lnTo>
                <a:lnTo>
                  <a:pt x="109078" y="97939"/>
                </a:lnTo>
                <a:lnTo>
                  <a:pt x="109472" y="98070"/>
                </a:lnTo>
                <a:lnTo>
                  <a:pt x="109908" y="98188"/>
                </a:lnTo>
                <a:lnTo>
                  <a:pt x="110384" y="98291"/>
                </a:lnTo>
                <a:lnTo>
                  <a:pt x="110901" y="98381"/>
                </a:lnTo>
                <a:lnTo>
                  <a:pt x="111460" y="98457"/>
                </a:lnTo>
                <a:lnTo>
                  <a:pt x="112059" y="98519"/>
                </a:lnTo>
                <a:lnTo>
                  <a:pt x="112700" y="98568"/>
                </a:lnTo>
                <a:lnTo>
                  <a:pt x="113382" y="98602"/>
                </a:lnTo>
                <a:lnTo>
                  <a:pt x="114105" y="98623"/>
                </a:lnTo>
                <a:lnTo>
                  <a:pt x="114869" y="98630"/>
                </a:lnTo>
                <a:lnTo>
                  <a:pt x="114869" y="101265"/>
                </a:lnTo>
                <a:lnTo>
                  <a:pt x="82557" y="101265"/>
                </a:lnTo>
                <a:lnTo>
                  <a:pt x="82557" y="98630"/>
                </a:lnTo>
                <a:lnTo>
                  <a:pt x="83912" y="98630"/>
                </a:lnTo>
                <a:lnTo>
                  <a:pt x="84654" y="98620"/>
                </a:lnTo>
                <a:lnTo>
                  <a:pt x="85357" y="98591"/>
                </a:lnTo>
                <a:lnTo>
                  <a:pt x="86023" y="98543"/>
                </a:lnTo>
                <a:lnTo>
                  <a:pt x="86650" y="98476"/>
                </a:lnTo>
                <a:lnTo>
                  <a:pt x="87239" y="98390"/>
                </a:lnTo>
                <a:lnTo>
                  <a:pt x="87790" y="98284"/>
                </a:lnTo>
                <a:lnTo>
                  <a:pt x="88303" y="98159"/>
                </a:lnTo>
                <a:lnTo>
                  <a:pt x="88778" y="98015"/>
                </a:lnTo>
                <a:lnTo>
                  <a:pt x="89215" y="97852"/>
                </a:lnTo>
                <a:lnTo>
                  <a:pt x="89613" y="97670"/>
                </a:lnTo>
                <a:lnTo>
                  <a:pt x="89974" y="97468"/>
                </a:lnTo>
                <a:lnTo>
                  <a:pt x="90296" y="97248"/>
                </a:lnTo>
                <a:lnTo>
                  <a:pt x="90591" y="97008"/>
                </a:lnTo>
                <a:lnTo>
                  <a:pt x="90871" y="96751"/>
                </a:lnTo>
                <a:lnTo>
                  <a:pt x="91136" y="96475"/>
                </a:lnTo>
                <a:lnTo>
                  <a:pt x="91386" y="96181"/>
                </a:lnTo>
                <a:lnTo>
                  <a:pt x="91620" y="95869"/>
                </a:lnTo>
                <a:lnTo>
                  <a:pt x="91838" y="95539"/>
                </a:lnTo>
                <a:lnTo>
                  <a:pt x="92042" y="95190"/>
                </a:lnTo>
                <a:lnTo>
                  <a:pt x="92230" y="94824"/>
                </a:lnTo>
                <a:lnTo>
                  <a:pt x="92402" y="94439"/>
                </a:lnTo>
                <a:lnTo>
                  <a:pt x="92560" y="94036"/>
                </a:lnTo>
                <a:lnTo>
                  <a:pt x="92702" y="93615"/>
                </a:lnTo>
                <a:lnTo>
                  <a:pt x="92828" y="93175"/>
                </a:lnTo>
                <a:lnTo>
                  <a:pt x="92874" y="92966"/>
                </a:lnTo>
                <a:lnTo>
                  <a:pt x="92915" y="92695"/>
                </a:lnTo>
                <a:lnTo>
                  <a:pt x="92953" y="92360"/>
                </a:lnTo>
                <a:lnTo>
                  <a:pt x="92987" y="91962"/>
                </a:lnTo>
                <a:lnTo>
                  <a:pt x="93016" y="91502"/>
                </a:lnTo>
                <a:lnTo>
                  <a:pt x="93042" y="90978"/>
                </a:lnTo>
                <a:lnTo>
                  <a:pt x="93064" y="90392"/>
                </a:lnTo>
                <a:lnTo>
                  <a:pt x="93082" y="89742"/>
                </a:lnTo>
                <a:lnTo>
                  <a:pt x="93096" y="89030"/>
                </a:lnTo>
                <a:lnTo>
                  <a:pt x="93105" y="88254"/>
                </a:lnTo>
                <a:lnTo>
                  <a:pt x="93111" y="87416"/>
                </a:lnTo>
                <a:lnTo>
                  <a:pt x="93113" y="86515"/>
                </a:lnTo>
                <a:lnTo>
                  <a:pt x="93113" y="59946"/>
                </a:lnTo>
                <a:lnTo>
                  <a:pt x="93097" y="58503"/>
                </a:lnTo>
                <a:lnTo>
                  <a:pt x="93049" y="57129"/>
                </a:lnTo>
                <a:lnTo>
                  <a:pt x="92969" y="55821"/>
                </a:lnTo>
                <a:lnTo>
                  <a:pt x="92856" y="54581"/>
                </a:lnTo>
                <a:lnTo>
                  <a:pt x="92711" y="53409"/>
                </a:lnTo>
                <a:lnTo>
                  <a:pt x="92534" y="52304"/>
                </a:lnTo>
                <a:lnTo>
                  <a:pt x="92325" y="51266"/>
                </a:lnTo>
                <a:lnTo>
                  <a:pt x="92083" y="50295"/>
                </a:lnTo>
                <a:lnTo>
                  <a:pt x="91809" y="49392"/>
                </a:lnTo>
                <a:lnTo>
                  <a:pt x="91504" y="48556"/>
                </a:lnTo>
                <a:lnTo>
                  <a:pt x="91165" y="47788"/>
                </a:lnTo>
                <a:lnTo>
                  <a:pt x="90795" y="47087"/>
                </a:lnTo>
                <a:lnTo>
                  <a:pt x="90387" y="46448"/>
                </a:lnTo>
                <a:lnTo>
                  <a:pt x="89934" y="45864"/>
                </a:lnTo>
                <a:lnTo>
                  <a:pt x="89438" y="45336"/>
                </a:lnTo>
                <a:lnTo>
                  <a:pt x="88897" y="44863"/>
                </a:lnTo>
                <a:lnTo>
                  <a:pt x="88312" y="44446"/>
                </a:lnTo>
                <a:lnTo>
                  <a:pt x="87683" y="44085"/>
                </a:lnTo>
                <a:lnTo>
                  <a:pt x="87011" y="43779"/>
                </a:lnTo>
                <a:lnTo>
                  <a:pt x="86293" y="43529"/>
                </a:lnTo>
                <a:lnTo>
                  <a:pt x="85532" y="43334"/>
                </a:lnTo>
                <a:lnTo>
                  <a:pt x="84727" y="43195"/>
                </a:lnTo>
                <a:lnTo>
                  <a:pt x="83878" y="43112"/>
                </a:lnTo>
                <a:lnTo>
                  <a:pt x="82985" y="43084"/>
                </a:lnTo>
                <a:lnTo>
                  <a:pt x="81570" y="43148"/>
                </a:lnTo>
                <a:lnTo>
                  <a:pt x="80157" y="43340"/>
                </a:lnTo>
                <a:lnTo>
                  <a:pt x="78745" y="43659"/>
                </a:lnTo>
                <a:lnTo>
                  <a:pt x="77334" y="44107"/>
                </a:lnTo>
                <a:lnTo>
                  <a:pt x="75923" y="44683"/>
                </a:lnTo>
                <a:lnTo>
                  <a:pt x="74514" y="45386"/>
                </a:lnTo>
                <a:lnTo>
                  <a:pt x="73106" y="46218"/>
                </a:lnTo>
                <a:lnTo>
                  <a:pt x="71699" y="47177"/>
                </a:lnTo>
                <a:lnTo>
                  <a:pt x="70292" y="48265"/>
                </a:lnTo>
                <a:lnTo>
                  <a:pt x="68887" y="49480"/>
                </a:lnTo>
                <a:lnTo>
                  <a:pt x="67483" y="50823"/>
                </a:lnTo>
                <a:lnTo>
                  <a:pt x="66079" y="52295"/>
                </a:lnTo>
                <a:lnTo>
                  <a:pt x="66079" y="86515"/>
                </a:lnTo>
                <a:lnTo>
                  <a:pt x="66085" y="87578"/>
                </a:lnTo>
                <a:lnTo>
                  <a:pt x="66101" y="88571"/>
                </a:lnTo>
                <a:lnTo>
                  <a:pt x="66129" y="89495"/>
                </a:lnTo>
                <a:lnTo>
                  <a:pt x="66167" y="90348"/>
                </a:lnTo>
                <a:lnTo>
                  <a:pt x="66216" y="91132"/>
                </a:lnTo>
                <a:lnTo>
                  <a:pt x="66276" y="91846"/>
                </a:lnTo>
                <a:lnTo>
                  <a:pt x="66346" y="92490"/>
                </a:lnTo>
                <a:lnTo>
                  <a:pt x="66428" y="93064"/>
                </a:lnTo>
                <a:lnTo>
                  <a:pt x="66521" y="93568"/>
                </a:lnTo>
                <a:lnTo>
                  <a:pt x="66624" y="94003"/>
                </a:lnTo>
                <a:lnTo>
                  <a:pt x="66739" y="94367"/>
                </a:lnTo>
                <a:lnTo>
                  <a:pt x="66864" y="94662"/>
                </a:lnTo>
                <a:lnTo>
                  <a:pt x="67036" y="94997"/>
                </a:lnTo>
                <a:lnTo>
                  <a:pt x="67218" y="95316"/>
                </a:lnTo>
                <a:lnTo>
                  <a:pt x="67410" y="95620"/>
                </a:lnTo>
                <a:lnTo>
                  <a:pt x="67613" y="95909"/>
                </a:lnTo>
                <a:lnTo>
                  <a:pt x="67826" y="96183"/>
                </a:lnTo>
                <a:lnTo>
                  <a:pt x="68050" y="96442"/>
                </a:lnTo>
                <a:lnTo>
                  <a:pt x="68284" y="96685"/>
                </a:lnTo>
                <a:lnTo>
                  <a:pt x="68528" y="96913"/>
                </a:lnTo>
                <a:lnTo>
                  <a:pt x="68783" y="97126"/>
                </a:lnTo>
                <a:lnTo>
                  <a:pt x="69049" y="97323"/>
                </a:lnTo>
                <a:lnTo>
                  <a:pt x="69324" y="97506"/>
                </a:lnTo>
                <a:lnTo>
                  <a:pt x="69610" y="97673"/>
                </a:lnTo>
                <a:lnTo>
                  <a:pt x="69927" y="97826"/>
                </a:lnTo>
                <a:lnTo>
                  <a:pt x="70293" y="97965"/>
                </a:lnTo>
                <a:lnTo>
                  <a:pt x="70709" y="98091"/>
                </a:lnTo>
                <a:lnTo>
                  <a:pt x="71176" y="98204"/>
                </a:lnTo>
                <a:lnTo>
                  <a:pt x="71692" y="98304"/>
                </a:lnTo>
                <a:lnTo>
                  <a:pt x="72258" y="98390"/>
                </a:lnTo>
                <a:lnTo>
                  <a:pt x="72875" y="98464"/>
                </a:lnTo>
                <a:lnTo>
                  <a:pt x="73541" y="98523"/>
                </a:lnTo>
                <a:lnTo>
                  <a:pt x="74258" y="98570"/>
                </a:lnTo>
                <a:lnTo>
                  <a:pt x="75024" y="98603"/>
                </a:lnTo>
                <a:lnTo>
                  <a:pt x="75841" y="98623"/>
                </a:lnTo>
                <a:lnTo>
                  <a:pt x="76708" y="98630"/>
                </a:lnTo>
                <a:lnTo>
                  <a:pt x="76708" y="101265"/>
                </a:lnTo>
                <a:lnTo>
                  <a:pt x="44395" y="101265"/>
                </a:lnTo>
                <a:lnTo>
                  <a:pt x="44395" y="98630"/>
                </a:lnTo>
                <a:lnTo>
                  <a:pt x="45822" y="98630"/>
                </a:lnTo>
                <a:lnTo>
                  <a:pt x="46632" y="98612"/>
                </a:lnTo>
                <a:lnTo>
                  <a:pt x="47396" y="98560"/>
                </a:lnTo>
                <a:lnTo>
                  <a:pt x="48116" y="98472"/>
                </a:lnTo>
                <a:lnTo>
                  <a:pt x="48790" y="98350"/>
                </a:lnTo>
                <a:lnTo>
                  <a:pt x="49419" y="98192"/>
                </a:lnTo>
                <a:lnTo>
                  <a:pt x="50004" y="97999"/>
                </a:lnTo>
                <a:lnTo>
                  <a:pt x="50543" y="97772"/>
                </a:lnTo>
                <a:lnTo>
                  <a:pt x="51037" y="97509"/>
                </a:lnTo>
                <a:lnTo>
                  <a:pt x="51486" y="97211"/>
                </a:lnTo>
                <a:lnTo>
                  <a:pt x="51890" y="96879"/>
                </a:lnTo>
                <a:lnTo>
                  <a:pt x="52249" y="96511"/>
                </a:lnTo>
                <a:lnTo>
                  <a:pt x="52563" y="96108"/>
                </a:lnTo>
                <a:lnTo>
                  <a:pt x="52842" y="95656"/>
                </a:lnTo>
                <a:lnTo>
                  <a:pt x="53097" y="95140"/>
                </a:lnTo>
                <a:lnTo>
                  <a:pt x="53327" y="94560"/>
                </a:lnTo>
                <a:lnTo>
                  <a:pt x="53533" y="93917"/>
                </a:lnTo>
                <a:lnTo>
                  <a:pt x="53715" y="93210"/>
                </a:lnTo>
                <a:lnTo>
                  <a:pt x="53873" y="92439"/>
                </a:lnTo>
                <a:lnTo>
                  <a:pt x="54007" y="91605"/>
                </a:lnTo>
                <a:lnTo>
                  <a:pt x="54116" y="90707"/>
                </a:lnTo>
                <a:lnTo>
                  <a:pt x="54201" y="89745"/>
                </a:lnTo>
                <a:lnTo>
                  <a:pt x="54262" y="88720"/>
                </a:lnTo>
                <a:lnTo>
                  <a:pt x="54298" y="87631"/>
                </a:lnTo>
                <a:lnTo>
                  <a:pt x="54310" y="86479"/>
                </a:lnTo>
                <a:lnTo>
                  <a:pt x="54310" y="62320"/>
                </a:lnTo>
                <a:lnTo>
                  <a:pt x="54306" y="60430"/>
                </a:lnTo>
                <a:lnTo>
                  <a:pt x="54295" y="58667"/>
                </a:lnTo>
                <a:lnTo>
                  <a:pt x="54277" y="57031"/>
                </a:lnTo>
                <a:lnTo>
                  <a:pt x="54251" y="55523"/>
                </a:lnTo>
                <a:lnTo>
                  <a:pt x="54217" y="54142"/>
                </a:lnTo>
                <a:lnTo>
                  <a:pt x="54176" y="52888"/>
                </a:lnTo>
                <a:lnTo>
                  <a:pt x="54128" y="51762"/>
                </a:lnTo>
                <a:lnTo>
                  <a:pt x="54072" y="50763"/>
                </a:lnTo>
                <a:lnTo>
                  <a:pt x="54009" y="49891"/>
                </a:lnTo>
                <a:lnTo>
                  <a:pt x="53939" y="49147"/>
                </a:lnTo>
                <a:lnTo>
                  <a:pt x="53861" y="48530"/>
                </a:lnTo>
                <a:lnTo>
                  <a:pt x="53775" y="48040"/>
                </a:lnTo>
                <a:lnTo>
                  <a:pt x="53682" y="47625"/>
                </a:lnTo>
                <a:lnTo>
                  <a:pt x="53581" y="47232"/>
                </a:lnTo>
                <a:lnTo>
                  <a:pt x="53472" y="46862"/>
                </a:lnTo>
                <a:lnTo>
                  <a:pt x="53355" y="46515"/>
                </a:lnTo>
                <a:lnTo>
                  <a:pt x="53230" y="46191"/>
                </a:lnTo>
                <a:lnTo>
                  <a:pt x="53098" y="45889"/>
                </a:lnTo>
                <a:lnTo>
                  <a:pt x="52957" y="45611"/>
                </a:lnTo>
                <a:lnTo>
                  <a:pt x="52808" y="45354"/>
                </a:lnTo>
                <a:lnTo>
                  <a:pt x="52652" y="45121"/>
                </a:lnTo>
                <a:lnTo>
                  <a:pt x="52487" y="44910"/>
                </a:lnTo>
                <a:lnTo>
                  <a:pt x="52315" y="44722"/>
                </a:lnTo>
                <a:lnTo>
                  <a:pt x="52135" y="44557"/>
                </a:lnTo>
                <a:lnTo>
                  <a:pt x="51945" y="44409"/>
                </a:lnTo>
                <a:lnTo>
                  <a:pt x="51745" y="44275"/>
                </a:lnTo>
                <a:lnTo>
                  <a:pt x="51535" y="44153"/>
                </a:lnTo>
                <a:lnTo>
                  <a:pt x="51314" y="44044"/>
                </a:lnTo>
                <a:lnTo>
                  <a:pt x="51083" y="43948"/>
                </a:lnTo>
                <a:lnTo>
                  <a:pt x="50842" y="43864"/>
                </a:lnTo>
                <a:lnTo>
                  <a:pt x="50590" y="43794"/>
                </a:lnTo>
                <a:lnTo>
                  <a:pt x="50328" y="43736"/>
                </a:lnTo>
                <a:lnTo>
                  <a:pt x="50055" y="43691"/>
                </a:lnTo>
                <a:lnTo>
                  <a:pt x="49772" y="43659"/>
                </a:lnTo>
                <a:lnTo>
                  <a:pt x="49478" y="43640"/>
                </a:lnTo>
                <a:lnTo>
                  <a:pt x="49174" y="43633"/>
                </a:lnTo>
                <a:lnTo>
                  <a:pt x="48836" y="43641"/>
                </a:lnTo>
                <a:lnTo>
                  <a:pt x="48487" y="43663"/>
                </a:lnTo>
                <a:lnTo>
                  <a:pt x="48127" y="43700"/>
                </a:lnTo>
                <a:lnTo>
                  <a:pt x="47756" y="43752"/>
                </a:lnTo>
                <a:lnTo>
                  <a:pt x="47374" y="43818"/>
                </a:lnTo>
                <a:lnTo>
                  <a:pt x="46981" y="43900"/>
                </a:lnTo>
                <a:lnTo>
                  <a:pt x="46577" y="43996"/>
                </a:lnTo>
                <a:lnTo>
                  <a:pt x="46163" y="44107"/>
                </a:lnTo>
                <a:lnTo>
                  <a:pt x="45737" y="44233"/>
                </a:lnTo>
                <a:lnTo>
                  <a:pt x="45301" y="44374"/>
                </a:lnTo>
                <a:lnTo>
                  <a:pt x="44854" y="44529"/>
                </a:lnTo>
                <a:lnTo>
                  <a:pt x="44395" y="44699"/>
                </a:lnTo>
                <a:lnTo>
                  <a:pt x="43325" y="42140"/>
                </a:lnTo>
                <a:lnTo>
                  <a:pt x="63012" y="34182"/>
                </a:lnTo>
                <a:lnTo>
                  <a:pt x="66079" y="34182"/>
                </a:lnTo>
                <a:lnTo>
                  <a:pt x="66079" y="47997"/>
                </a:lnTo>
                <a:close/>
                <a:moveTo>
                  <a:pt x="152032" y="34182"/>
                </a:moveTo>
                <a:lnTo>
                  <a:pt x="154464" y="34260"/>
                </a:lnTo>
                <a:lnTo>
                  <a:pt x="156815" y="34494"/>
                </a:lnTo>
                <a:lnTo>
                  <a:pt x="159085" y="34885"/>
                </a:lnTo>
                <a:lnTo>
                  <a:pt x="161273" y="35431"/>
                </a:lnTo>
                <a:lnTo>
                  <a:pt x="163380" y="36134"/>
                </a:lnTo>
                <a:lnTo>
                  <a:pt x="165406" y="36992"/>
                </a:lnTo>
                <a:lnTo>
                  <a:pt x="167351" y="38007"/>
                </a:lnTo>
                <a:lnTo>
                  <a:pt x="169214" y="39178"/>
                </a:lnTo>
                <a:lnTo>
                  <a:pt x="170997" y="40505"/>
                </a:lnTo>
                <a:lnTo>
                  <a:pt x="172698" y="41988"/>
                </a:lnTo>
                <a:lnTo>
                  <a:pt x="174317" y="43627"/>
                </a:lnTo>
                <a:lnTo>
                  <a:pt x="175856" y="45423"/>
                </a:lnTo>
                <a:lnTo>
                  <a:pt x="177075" y="47043"/>
                </a:lnTo>
                <a:lnTo>
                  <a:pt x="178188" y="48703"/>
                </a:lnTo>
                <a:lnTo>
                  <a:pt x="179195" y="50402"/>
                </a:lnTo>
                <a:lnTo>
                  <a:pt x="180096" y="52141"/>
                </a:lnTo>
                <a:lnTo>
                  <a:pt x="180891" y="53919"/>
                </a:lnTo>
                <a:lnTo>
                  <a:pt x="181580" y="55737"/>
                </a:lnTo>
                <a:lnTo>
                  <a:pt x="182163" y="57595"/>
                </a:lnTo>
                <a:lnTo>
                  <a:pt x="182640" y="59492"/>
                </a:lnTo>
                <a:lnTo>
                  <a:pt x="183011" y="61429"/>
                </a:lnTo>
                <a:lnTo>
                  <a:pt x="183276" y="63405"/>
                </a:lnTo>
                <a:lnTo>
                  <a:pt x="183435" y="65421"/>
                </a:lnTo>
                <a:lnTo>
                  <a:pt x="183488" y="67476"/>
                </a:lnTo>
                <a:lnTo>
                  <a:pt x="183459" y="68936"/>
                </a:lnTo>
                <a:lnTo>
                  <a:pt x="183371" y="70399"/>
                </a:lnTo>
                <a:lnTo>
                  <a:pt x="183225" y="71865"/>
                </a:lnTo>
                <a:lnTo>
                  <a:pt x="183021" y="73334"/>
                </a:lnTo>
                <a:lnTo>
                  <a:pt x="182758" y="74805"/>
                </a:lnTo>
                <a:lnTo>
                  <a:pt x="182436" y="76280"/>
                </a:lnTo>
                <a:lnTo>
                  <a:pt x="182056" y="77758"/>
                </a:lnTo>
                <a:lnTo>
                  <a:pt x="181618" y="79238"/>
                </a:lnTo>
                <a:lnTo>
                  <a:pt x="181121" y="80722"/>
                </a:lnTo>
                <a:lnTo>
                  <a:pt x="180566" y="82208"/>
                </a:lnTo>
                <a:lnTo>
                  <a:pt x="179952" y="83698"/>
                </a:lnTo>
                <a:lnTo>
                  <a:pt x="179280" y="85191"/>
                </a:lnTo>
                <a:lnTo>
                  <a:pt x="178556" y="86654"/>
                </a:lnTo>
                <a:lnTo>
                  <a:pt x="177789" y="88055"/>
                </a:lnTo>
                <a:lnTo>
                  <a:pt x="176977" y="89396"/>
                </a:lnTo>
                <a:lnTo>
                  <a:pt x="176121" y="90675"/>
                </a:lnTo>
                <a:lnTo>
                  <a:pt x="175222" y="91893"/>
                </a:lnTo>
                <a:lnTo>
                  <a:pt x="174278" y="93050"/>
                </a:lnTo>
                <a:lnTo>
                  <a:pt x="173290" y="94146"/>
                </a:lnTo>
                <a:lnTo>
                  <a:pt x="172258" y="95180"/>
                </a:lnTo>
                <a:lnTo>
                  <a:pt x="171182" y="96153"/>
                </a:lnTo>
                <a:lnTo>
                  <a:pt x="170061" y="97065"/>
                </a:lnTo>
                <a:lnTo>
                  <a:pt x="168897" y="97916"/>
                </a:lnTo>
                <a:lnTo>
                  <a:pt x="167689" y="98705"/>
                </a:lnTo>
                <a:lnTo>
                  <a:pt x="166447" y="99433"/>
                </a:lnTo>
                <a:lnTo>
                  <a:pt x="165181" y="100097"/>
                </a:lnTo>
                <a:lnTo>
                  <a:pt x="163893" y="100697"/>
                </a:lnTo>
                <a:lnTo>
                  <a:pt x="162581" y="101235"/>
                </a:lnTo>
                <a:lnTo>
                  <a:pt x="161245" y="101709"/>
                </a:lnTo>
                <a:lnTo>
                  <a:pt x="159887" y="102120"/>
                </a:lnTo>
                <a:lnTo>
                  <a:pt x="158505" y="102468"/>
                </a:lnTo>
                <a:lnTo>
                  <a:pt x="157100" y="102753"/>
                </a:lnTo>
                <a:lnTo>
                  <a:pt x="155672" y="102974"/>
                </a:lnTo>
                <a:lnTo>
                  <a:pt x="154220" y="103132"/>
                </a:lnTo>
                <a:lnTo>
                  <a:pt x="152745" y="103227"/>
                </a:lnTo>
                <a:lnTo>
                  <a:pt x="151247" y="103259"/>
                </a:lnTo>
                <a:lnTo>
                  <a:pt x="148828" y="103177"/>
                </a:lnTo>
                <a:lnTo>
                  <a:pt x="146494" y="102932"/>
                </a:lnTo>
                <a:lnTo>
                  <a:pt x="144244" y="102525"/>
                </a:lnTo>
                <a:lnTo>
                  <a:pt x="142077" y="101954"/>
                </a:lnTo>
                <a:lnTo>
                  <a:pt x="139995" y="101221"/>
                </a:lnTo>
                <a:lnTo>
                  <a:pt x="137998" y="100324"/>
                </a:lnTo>
                <a:lnTo>
                  <a:pt x="136084" y="99264"/>
                </a:lnTo>
                <a:lnTo>
                  <a:pt x="134255" y="98041"/>
                </a:lnTo>
                <a:lnTo>
                  <a:pt x="132510" y="96655"/>
                </a:lnTo>
                <a:lnTo>
                  <a:pt x="130849" y="95106"/>
                </a:lnTo>
                <a:lnTo>
                  <a:pt x="129272" y="93395"/>
                </a:lnTo>
                <a:lnTo>
                  <a:pt x="127780" y="91520"/>
                </a:lnTo>
                <a:lnTo>
                  <a:pt x="126606" y="89855"/>
                </a:lnTo>
                <a:lnTo>
                  <a:pt x="125535" y="88157"/>
                </a:lnTo>
                <a:lnTo>
                  <a:pt x="124566" y="86425"/>
                </a:lnTo>
                <a:lnTo>
                  <a:pt x="123698" y="84659"/>
                </a:lnTo>
                <a:lnTo>
                  <a:pt x="122933" y="82860"/>
                </a:lnTo>
                <a:lnTo>
                  <a:pt x="122270" y="81027"/>
                </a:lnTo>
                <a:lnTo>
                  <a:pt x="121708" y="79161"/>
                </a:lnTo>
                <a:lnTo>
                  <a:pt x="121249" y="77261"/>
                </a:lnTo>
                <a:lnTo>
                  <a:pt x="120892" y="75328"/>
                </a:lnTo>
                <a:lnTo>
                  <a:pt x="120637" y="73361"/>
                </a:lnTo>
                <a:lnTo>
                  <a:pt x="120484" y="71360"/>
                </a:lnTo>
                <a:lnTo>
                  <a:pt x="120433" y="69326"/>
                </a:lnTo>
                <a:lnTo>
                  <a:pt x="120464" y="67832"/>
                </a:lnTo>
                <a:lnTo>
                  <a:pt x="120557" y="66341"/>
                </a:lnTo>
                <a:lnTo>
                  <a:pt x="120711" y="64850"/>
                </a:lnTo>
                <a:lnTo>
                  <a:pt x="120928" y="63362"/>
                </a:lnTo>
                <a:lnTo>
                  <a:pt x="121207" y="61874"/>
                </a:lnTo>
                <a:lnTo>
                  <a:pt x="121547" y="60388"/>
                </a:lnTo>
                <a:lnTo>
                  <a:pt x="121950" y="58904"/>
                </a:lnTo>
                <a:lnTo>
                  <a:pt x="122414" y="57421"/>
                </a:lnTo>
                <a:lnTo>
                  <a:pt x="122941" y="55940"/>
                </a:lnTo>
                <a:lnTo>
                  <a:pt x="123529" y="54460"/>
                </a:lnTo>
                <a:lnTo>
                  <a:pt x="124179" y="52982"/>
                </a:lnTo>
                <a:lnTo>
                  <a:pt x="124891" y="51505"/>
                </a:lnTo>
                <a:lnTo>
                  <a:pt x="125654" y="50061"/>
                </a:lnTo>
                <a:lnTo>
                  <a:pt x="126455" y="48681"/>
                </a:lnTo>
                <a:lnTo>
                  <a:pt x="127296" y="47365"/>
                </a:lnTo>
                <a:lnTo>
                  <a:pt x="128176" y="46114"/>
                </a:lnTo>
                <a:lnTo>
                  <a:pt x="129095" y="44927"/>
                </a:lnTo>
                <a:lnTo>
                  <a:pt x="130053" y="43804"/>
                </a:lnTo>
                <a:lnTo>
                  <a:pt x="131051" y="42745"/>
                </a:lnTo>
                <a:lnTo>
                  <a:pt x="132087" y="41750"/>
                </a:lnTo>
                <a:lnTo>
                  <a:pt x="133163" y="40820"/>
                </a:lnTo>
                <a:lnTo>
                  <a:pt x="134278" y="39954"/>
                </a:lnTo>
                <a:lnTo>
                  <a:pt x="135432" y="39152"/>
                </a:lnTo>
                <a:lnTo>
                  <a:pt x="136625" y="38415"/>
                </a:lnTo>
                <a:lnTo>
                  <a:pt x="137843" y="37739"/>
                </a:lnTo>
                <a:lnTo>
                  <a:pt x="139074" y="37122"/>
                </a:lnTo>
                <a:lnTo>
                  <a:pt x="140316" y="36563"/>
                </a:lnTo>
                <a:lnTo>
                  <a:pt x="141570" y="36063"/>
                </a:lnTo>
                <a:lnTo>
                  <a:pt x="142836" y="35622"/>
                </a:lnTo>
                <a:lnTo>
                  <a:pt x="144114" y="35240"/>
                </a:lnTo>
                <a:lnTo>
                  <a:pt x="145404" y="34917"/>
                </a:lnTo>
                <a:lnTo>
                  <a:pt x="146706" y="34652"/>
                </a:lnTo>
                <a:lnTo>
                  <a:pt x="148020" y="34447"/>
                </a:lnTo>
                <a:lnTo>
                  <a:pt x="149345" y="34300"/>
                </a:lnTo>
                <a:lnTo>
                  <a:pt x="150683" y="34212"/>
                </a:lnTo>
                <a:lnTo>
                  <a:pt x="152032" y="34182"/>
                </a:lnTo>
                <a:moveTo>
                  <a:pt x="149821" y="38882"/>
                </a:moveTo>
                <a:lnTo>
                  <a:pt x="149190" y="38898"/>
                </a:lnTo>
                <a:lnTo>
                  <a:pt x="148559" y="38944"/>
                </a:lnTo>
                <a:lnTo>
                  <a:pt x="147928" y="39022"/>
                </a:lnTo>
                <a:lnTo>
                  <a:pt x="147296" y="39131"/>
                </a:lnTo>
                <a:lnTo>
                  <a:pt x="146664" y="39271"/>
                </a:lnTo>
                <a:lnTo>
                  <a:pt x="146031" y="39442"/>
                </a:lnTo>
                <a:lnTo>
                  <a:pt x="145398" y="39645"/>
                </a:lnTo>
                <a:lnTo>
                  <a:pt x="144764" y="39878"/>
                </a:lnTo>
                <a:lnTo>
                  <a:pt x="144130" y="40143"/>
                </a:lnTo>
                <a:lnTo>
                  <a:pt x="143495" y="40438"/>
                </a:lnTo>
                <a:lnTo>
                  <a:pt x="142860" y="40765"/>
                </a:lnTo>
                <a:lnTo>
                  <a:pt x="142224" y="41123"/>
                </a:lnTo>
                <a:lnTo>
                  <a:pt x="141598" y="41520"/>
                </a:lnTo>
                <a:lnTo>
                  <a:pt x="140993" y="41964"/>
                </a:lnTo>
                <a:lnTo>
                  <a:pt x="140407" y="42455"/>
                </a:lnTo>
                <a:lnTo>
                  <a:pt x="139842" y="42992"/>
                </a:lnTo>
                <a:lnTo>
                  <a:pt x="139298" y="43577"/>
                </a:lnTo>
                <a:lnTo>
                  <a:pt x="138773" y="44209"/>
                </a:lnTo>
                <a:lnTo>
                  <a:pt x="138269" y="44887"/>
                </a:lnTo>
                <a:lnTo>
                  <a:pt x="137786" y="45613"/>
                </a:lnTo>
                <a:lnTo>
                  <a:pt x="137322" y="46385"/>
                </a:lnTo>
                <a:lnTo>
                  <a:pt x="136879" y="47204"/>
                </a:lnTo>
                <a:lnTo>
                  <a:pt x="136456" y="48070"/>
                </a:lnTo>
                <a:lnTo>
                  <a:pt x="136054" y="48983"/>
                </a:lnTo>
                <a:lnTo>
                  <a:pt x="135678" y="49942"/>
                </a:lnTo>
                <a:lnTo>
                  <a:pt x="135335" y="50945"/>
                </a:lnTo>
                <a:lnTo>
                  <a:pt x="135024" y="51993"/>
                </a:lnTo>
                <a:lnTo>
                  <a:pt x="134746" y="53085"/>
                </a:lnTo>
                <a:lnTo>
                  <a:pt x="134501" y="54221"/>
                </a:lnTo>
                <a:lnTo>
                  <a:pt x="134289" y="55402"/>
                </a:lnTo>
                <a:lnTo>
                  <a:pt x="134109" y="56628"/>
                </a:lnTo>
                <a:lnTo>
                  <a:pt x="133962" y="57898"/>
                </a:lnTo>
                <a:lnTo>
                  <a:pt x="133847" y="59212"/>
                </a:lnTo>
                <a:lnTo>
                  <a:pt x="133766" y="60571"/>
                </a:lnTo>
                <a:lnTo>
                  <a:pt x="133716" y="61974"/>
                </a:lnTo>
                <a:lnTo>
                  <a:pt x="133700" y="63422"/>
                </a:lnTo>
                <a:lnTo>
                  <a:pt x="133740" y="65765"/>
                </a:lnTo>
                <a:lnTo>
                  <a:pt x="133858" y="68055"/>
                </a:lnTo>
                <a:lnTo>
                  <a:pt x="134055" y="70290"/>
                </a:lnTo>
                <a:lnTo>
                  <a:pt x="134330" y="72470"/>
                </a:lnTo>
                <a:lnTo>
                  <a:pt x="134685" y="74597"/>
                </a:lnTo>
                <a:lnTo>
                  <a:pt x="135118" y="76669"/>
                </a:lnTo>
                <a:lnTo>
                  <a:pt x="135630" y="78687"/>
                </a:lnTo>
                <a:lnTo>
                  <a:pt x="136220" y="80650"/>
                </a:lnTo>
                <a:lnTo>
                  <a:pt x="136890" y="82559"/>
                </a:lnTo>
                <a:lnTo>
                  <a:pt x="137638" y="84414"/>
                </a:lnTo>
                <a:lnTo>
                  <a:pt x="138465" y="86215"/>
                </a:lnTo>
                <a:lnTo>
                  <a:pt x="139371" y="87961"/>
                </a:lnTo>
                <a:lnTo>
                  <a:pt x="140341" y="89608"/>
                </a:lnTo>
                <a:lnTo>
                  <a:pt x="141361" y="91112"/>
                </a:lnTo>
                <a:lnTo>
                  <a:pt x="142431" y="92473"/>
                </a:lnTo>
                <a:lnTo>
                  <a:pt x="143552" y="93690"/>
                </a:lnTo>
                <a:lnTo>
                  <a:pt x="144722" y="94765"/>
                </a:lnTo>
                <a:lnTo>
                  <a:pt x="145942" y="95696"/>
                </a:lnTo>
                <a:lnTo>
                  <a:pt x="147212" y="96483"/>
                </a:lnTo>
                <a:lnTo>
                  <a:pt x="148533" y="97128"/>
                </a:lnTo>
                <a:lnTo>
                  <a:pt x="149903" y="97629"/>
                </a:lnTo>
                <a:lnTo>
                  <a:pt x="151323" y="97987"/>
                </a:lnTo>
                <a:lnTo>
                  <a:pt x="152794" y="98202"/>
                </a:lnTo>
                <a:lnTo>
                  <a:pt x="154314" y="98274"/>
                </a:lnTo>
                <a:lnTo>
                  <a:pt x="155451" y="98234"/>
                </a:lnTo>
                <a:lnTo>
                  <a:pt x="156553" y="98116"/>
                </a:lnTo>
                <a:lnTo>
                  <a:pt x="157622" y="97918"/>
                </a:lnTo>
                <a:lnTo>
                  <a:pt x="158658" y="97641"/>
                </a:lnTo>
                <a:lnTo>
                  <a:pt x="159659" y="97286"/>
                </a:lnTo>
                <a:lnTo>
                  <a:pt x="160627" y="96851"/>
                </a:lnTo>
                <a:lnTo>
                  <a:pt x="161561" y="96337"/>
                </a:lnTo>
                <a:lnTo>
                  <a:pt x="162462" y="95745"/>
                </a:lnTo>
                <a:lnTo>
                  <a:pt x="163329" y="95073"/>
                </a:lnTo>
                <a:lnTo>
                  <a:pt x="164162" y="94322"/>
                </a:lnTo>
                <a:lnTo>
                  <a:pt x="164961" y="93492"/>
                </a:lnTo>
                <a:lnTo>
                  <a:pt x="165727" y="92583"/>
                </a:lnTo>
                <a:lnTo>
                  <a:pt x="166445" y="91578"/>
                </a:lnTo>
                <a:lnTo>
                  <a:pt x="167100" y="90459"/>
                </a:lnTo>
                <a:lnTo>
                  <a:pt x="167693" y="89227"/>
                </a:lnTo>
                <a:lnTo>
                  <a:pt x="168224" y="87881"/>
                </a:lnTo>
                <a:lnTo>
                  <a:pt x="168692" y="86421"/>
                </a:lnTo>
                <a:lnTo>
                  <a:pt x="169097" y="84848"/>
                </a:lnTo>
                <a:lnTo>
                  <a:pt x="169441" y="83162"/>
                </a:lnTo>
                <a:lnTo>
                  <a:pt x="169722" y="81361"/>
                </a:lnTo>
                <a:lnTo>
                  <a:pt x="169940" y="79447"/>
                </a:lnTo>
                <a:lnTo>
                  <a:pt x="170096" y="77420"/>
                </a:lnTo>
                <a:lnTo>
                  <a:pt x="170190" y="75279"/>
                </a:lnTo>
                <a:lnTo>
                  <a:pt x="170221" y="73024"/>
                </a:lnTo>
                <a:lnTo>
                  <a:pt x="170169" y="70183"/>
                </a:lnTo>
                <a:lnTo>
                  <a:pt x="170013" y="67444"/>
                </a:lnTo>
                <a:lnTo>
                  <a:pt x="169753" y="64809"/>
                </a:lnTo>
                <a:lnTo>
                  <a:pt x="169389" y="62276"/>
                </a:lnTo>
                <a:lnTo>
                  <a:pt x="168921" y="59845"/>
                </a:lnTo>
                <a:lnTo>
                  <a:pt x="168348" y="57518"/>
                </a:lnTo>
                <a:lnTo>
                  <a:pt x="167672" y="55293"/>
                </a:lnTo>
                <a:lnTo>
                  <a:pt x="166892" y="53171"/>
                </a:lnTo>
                <a:lnTo>
                  <a:pt x="166008" y="51151"/>
                </a:lnTo>
                <a:lnTo>
                  <a:pt x="165020" y="49235"/>
                </a:lnTo>
                <a:lnTo>
                  <a:pt x="163928" y="47421"/>
                </a:lnTo>
                <a:lnTo>
                  <a:pt x="162731" y="45710"/>
                </a:lnTo>
                <a:lnTo>
                  <a:pt x="161868" y="44619"/>
                </a:lnTo>
                <a:lnTo>
                  <a:pt x="160966" y="43624"/>
                </a:lnTo>
                <a:lnTo>
                  <a:pt x="160025" y="42723"/>
                </a:lnTo>
                <a:lnTo>
                  <a:pt x="159046" y="41917"/>
                </a:lnTo>
                <a:lnTo>
                  <a:pt x="158028" y="41205"/>
                </a:lnTo>
                <a:lnTo>
                  <a:pt x="156971" y="40589"/>
                </a:lnTo>
                <a:lnTo>
                  <a:pt x="155876" y="40068"/>
                </a:lnTo>
                <a:lnTo>
                  <a:pt x="154742" y="39641"/>
                </a:lnTo>
                <a:lnTo>
                  <a:pt x="153570" y="39309"/>
                </a:lnTo>
                <a:lnTo>
                  <a:pt x="152359" y="39072"/>
                </a:lnTo>
                <a:lnTo>
                  <a:pt x="151109" y="38930"/>
                </a:lnTo>
                <a:lnTo>
                  <a:pt x="149821" y="38882"/>
                </a:lnTo>
                <a:close/>
                <a:moveTo>
                  <a:pt x="212234" y="34182"/>
                </a:moveTo>
                <a:lnTo>
                  <a:pt x="212234" y="48852"/>
                </a:lnTo>
                <a:lnTo>
                  <a:pt x="213604" y="46509"/>
                </a:lnTo>
                <a:lnTo>
                  <a:pt x="214980" y="44370"/>
                </a:lnTo>
                <a:lnTo>
                  <a:pt x="216362" y="42434"/>
                </a:lnTo>
                <a:lnTo>
                  <a:pt x="217750" y="40702"/>
                </a:lnTo>
                <a:lnTo>
                  <a:pt x="219144" y="39174"/>
                </a:lnTo>
                <a:lnTo>
                  <a:pt x="220544" y="37850"/>
                </a:lnTo>
                <a:lnTo>
                  <a:pt x="221949" y="36729"/>
                </a:lnTo>
                <a:lnTo>
                  <a:pt x="223361" y="35812"/>
                </a:lnTo>
                <a:lnTo>
                  <a:pt x="224779" y="35099"/>
                </a:lnTo>
                <a:lnTo>
                  <a:pt x="226202" y="34590"/>
                </a:lnTo>
                <a:lnTo>
                  <a:pt x="227632" y="34284"/>
                </a:lnTo>
                <a:lnTo>
                  <a:pt x="229067" y="34182"/>
                </a:lnTo>
                <a:lnTo>
                  <a:pt x="229712" y="34199"/>
                </a:lnTo>
                <a:lnTo>
                  <a:pt x="230337" y="34248"/>
                </a:lnTo>
                <a:lnTo>
                  <a:pt x="230944" y="34331"/>
                </a:lnTo>
                <a:lnTo>
                  <a:pt x="231532" y="34447"/>
                </a:lnTo>
                <a:lnTo>
                  <a:pt x="232101" y="34596"/>
                </a:lnTo>
                <a:lnTo>
                  <a:pt x="232652" y="34779"/>
                </a:lnTo>
                <a:lnTo>
                  <a:pt x="233183" y="34994"/>
                </a:lnTo>
                <a:lnTo>
                  <a:pt x="233696" y="35242"/>
                </a:lnTo>
                <a:lnTo>
                  <a:pt x="234190" y="35524"/>
                </a:lnTo>
                <a:lnTo>
                  <a:pt x="234665" y="35839"/>
                </a:lnTo>
                <a:lnTo>
                  <a:pt x="235121" y="36187"/>
                </a:lnTo>
                <a:lnTo>
                  <a:pt x="235558" y="36568"/>
                </a:lnTo>
                <a:lnTo>
                  <a:pt x="235969" y="36971"/>
                </a:lnTo>
                <a:lnTo>
                  <a:pt x="236343" y="37384"/>
                </a:lnTo>
                <a:lnTo>
                  <a:pt x="236682" y="37807"/>
                </a:lnTo>
                <a:lnTo>
                  <a:pt x="236985" y="38241"/>
                </a:lnTo>
                <a:lnTo>
                  <a:pt x="237252" y="38686"/>
                </a:lnTo>
                <a:lnTo>
                  <a:pt x="237484" y="39140"/>
                </a:lnTo>
                <a:lnTo>
                  <a:pt x="237680" y="39605"/>
                </a:lnTo>
                <a:lnTo>
                  <a:pt x="237841" y="40081"/>
                </a:lnTo>
                <a:lnTo>
                  <a:pt x="237966" y="40567"/>
                </a:lnTo>
                <a:lnTo>
                  <a:pt x="238055" y="41063"/>
                </a:lnTo>
                <a:lnTo>
                  <a:pt x="238108" y="41570"/>
                </a:lnTo>
                <a:lnTo>
                  <a:pt x="238126" y="42087"/>
                </a:lnTo>
                <a:lnTo>
                  <a:pt x="238113" y="42544"/>
                </a:lnTo>
                <a:lnTo>
                  <a:pt x="238075" y="42989"/>
                </a:lnTo>
                <a:lnTo>
                  <a:pt x="238010" y="43422"/>
                </a:lnTo>
                <a:lnTo>
                  <a:pt x="237920" y="43843"/>
                </a:lnTo>
                <a:lnTo>
                  <a:pt x="237804" y="44253"/>
                </a:lnTo>
                <a:lnTo>
                  <a:pt x="237663" y="44650"/>
                </a:lnTo>
                <a:lnTo>
                  <a:pt x="237495" y="45036"/>
                </a:lnTo>
                <a:lnTo>
                  <a:pt x="237302" y="45410"/>
                </a:lnTo>
                <a:lnTo>
                  <a:pt x="237083" y="45772"/>
                </a:lnTo>
                <a:lnTo>
                  <a:pt x="236838" y="46122"/>
                </a:lnTo>
                <a:lnTo>
                  <a:pt x="236568" y="46460"/>
                </a:lnTo>
                <a:lnTo>
                  <a:pt x="236272" y="46787"/>
                </a:lnTo>
                <a:lnTo>
                  <a:pt x="235958" y="47094"/>
                </a:lnTo>
                <a:lnTo>
                  <a:pt x="235634" y="47374"/>
                </a:lnTo>
                <a:lnTo>
                  <a:pt x="235300" y="47628"/>
                </a:lnTo>
                <a:lnTo>
                  <a:pt x="234956" y="47855"/>
                </a:lnTo>
                <a:lnTo>
                  <a:pt x="234602" y="48055"/>
                </a:lnTo>
                <a:lnTo>
                  <a:pt x="234239" y="48229"/>
                </a:lnTo>
                <a:lnTo>
                  <a:pt x="233865" y="48376"/>
                </a:lnTo>
                <a:lnTo>
                  <a:pt x="233482" y="48496"/>
                </a:lnTo>
                <a:lnTo>
                  <a:pt x="233089" y="48589"/>
                </a:lnTo>
                <a:lnTo>
                  <a:pt x="232685" y="48656"/>
                </a:lnTo>
                <a:lnTo>
                  <a:pt x="232272" y="48696"/>
                </a:lnTo>
                <a:lnTo>
                  <a:pt x="231849" y="48710"/>
                </a:lnTo>
                <a:lnTo>
                  <a:pt x="231429" y="48692"/>
                </a:lnTo>
                <a:lnTo>
                  <a:pt x="231000" y="48641"/>
                </a:lnTo>
                <a:lnTo>
                  <a:pt x="230563" y="48556"/>
                </a:lnTo>
                <a:lnTo>
                  <a:pt x="230118" y="48437"/>
                </a:lnTo>
                <a:lnTo>
                  <a:pt x="229664" y="48283"/>
                </a:lnTo>
                <a:lnTo>
                  <a:pt x="229201" y="48095"/>
                </a:lnTo>
                <a:lnTo>
                  <a:pt x="228730" y="47874"/>
                </a:lnTo>
                <a:lnTo>
                  <a:pt x="228251" y="47618"/>
                </a:lnTo>
                <a:lnTo>
                  <a:pt x="227763" y="47328"/>
                </a:lnTo>
                <a:lnTo>
                  <a:pt x="227267" y="47003"/>
                </a:lnTo>
                <a:lnTo>
                  <a:pt x="226763" y="46645"/>
                </a:lnTo>
                <a:lnTo>
                  <a:pt x="226250" y="46253"/>
                </a:lnTo>
                <a:lnTo>
                  <a:pt x="225744" y="45860"/>
                </a:lnTo>
                <a:lnTo>
                  <a:pt x="225260" y="45502"/>
                </a:lnTo>
                <a:lnTo>
                  <a:pt x="224799" y="45178"/>
                </a:lnTo>
                <a:lnTo>
                  <a:pt x="224360" y="44888"/>
                </a:lnTo>
                <a:lnTo>
                  <a:pt x="223943" y="44632"/>
                </a:lnTo>
                <a:lnTo>
                  <a:pt x="223548" y="44410"/>
                </a:lnTo>
                <a:lnTo>
                  <a:pt x="223176" y="44222"/>
                </a:lnTo>
                <a:lnTo>
                  <a:pt x="222826" y="44069"/>
                </a:lnTo>
                <a:lnTo>
                  <a:pt x="222498" y="43949"/>
                </a:lnTo>
                <a:lnTo>
                  <a:pt x="222193" y="43864"/>
                </a:lnTo>
                <a:lnTo>
                  <a:pt x="221910" y="43813"/>
                </a:lnTo>
                <a:lnTo>
                  <a:pt x="221649" y="43796"/>
                </a:lnTo>
                <a:lnTo>
                  <a:pt x="221434" y="43806"/>
                </a:lnTo>
                <a:lnTo>
                  <a:pt x="221215" y="43835"/>
                </a:lnTo>
                <a:lnTo>
                  <a:pt x="220994" y="43885"/>
                </a:lnTo>
                <a:lnTo>
                  <a:pt x="220769" y="43954"/>
                </a:lnTo>
                <a:lnTo>
                  <a:pt x="220542" y="44042"/>
                </a:lnTo>
                <a:lnTo>
                  <a:pt x="220312" y="44151"/>
                </a:lnTo>
                <a:lnTo>
                  <a:pt x="220078" y="44279"/>
                </a:lnTo>
                <a:lnTo>
                  <a:pt x="219842" y="44427"/>
                </a:lnTo>
                <a:lnTo>
                  <a:pt x="219603" y="44594"/>
                </a:lnTo>
                <a:lnTo>
                  <a:pt x="219361" y="44782"/>
                </a:lnTo>
                <a:lnTo>
                  <a:pt x="219115" y="44989"/>
                </a:lnTo>
                <a:lnTo>
                  <a:pt x="218867" y="45216"/>
                </a:lnTo>
                <a:lnTo>
                  <a:pt x="218331" y="45727"/>
                </a:lnTo>
                <a:lnTo>
                  <a:pt x="217791" y="46291"/>
                </a:lnTo>
                <a:lnTo>
                  <a:pt x="217249" y="46907"/>
                </a:lnTo>
                <a:lnTo>
                  <a:pt x="216704" y="47576"/>
                </a:lnTo>
                <a:lnTo>
                  <a:pt x="216155" y="48297"/>
                </a:lnTo>
                <a:lnTo>
                  <a:pt x="215604" y="49069"/>
                </a:lnTo>
                <a:lnTo>
                  <a:pt x="215050" y="49895"/>
                </a:lnTo>
                <a:lnTo>
                  <a:pt x="214492" y="50772"/>
                </a:lnTo>
                <a:lnTo>
                  <a:pt x="213932" y="51702"/>
                </a:lnTo>
                <a:lnTo>
                  <a:pt x="213369" y="52684"/>
                </a:lnTo>
                <a:lnTo>
                  <a:pt x="212803" y="53718"/>
                </a:lnTo>
                <a:lnTo>
                  <a:pt x="212234" y="54805"/>
                </a:lnTo>
                <a:lnTo>
                  <a:pt x="212234" y="85987"/>
                </a:lnTo>
                <a:lnTo>
                  <a:pt x="212243" y="86868"/>
                </a:lnTo>
                <a:lnTo>
                  <a:pt x="212271" y="87713"/>
                </a:lnTo>
                <a:lnTo>
                  <a:pt x="212318" y="88521"/>
                </a:lnTo>
                <a:lnTo>
                  <a:pt x="212384" y="89293"/>
                </a:lnTo>
                <a:lnTo>
                  <a:pt x="212469" y="90028"/>
                </a:lnTo>
                <a:lnTo>
                  <a:pt x="212572" y="90727"/>
                </a:lnTo>
                <a:lnTo>
                  <a:pt x="212695" y="91390"/>
                </a:lnTo>
                <a:lnTo>
                  <a:pt x="212836" y="92016"/>
                </a:lnTo>
                <a:lnTo>
                  <a:pt x="212996" y="92605"/>
                </a:lnTo>
                <a:lnTo>
                  <a:pt x="213175" y="93158"/>
                </a:lnTo>
                <a:lnTo>
                  <a:pt x="213372" y="93674"/>
                </a:lnTo>
                <a:lnTo>
                  <a:pt x="213589" y="94154"/>
                </a:lnTo>
                <a:lnTo>
                  <a:pt x="213753" y="94470"/>
                </a:lnTo>
                <a:lnTo>
                  <a:pt x="213938" y="94776"/>
                </a:lnTo>
                <a:lnTo>
                  <a:pt x="214142" y="95074"/>
                </a:lnTo>
                <a:lnTo>
                  <a:pt x="214366" y="95362"/>
                </a:lnTo>
                <a:lnTo>
                  <a:pt x="214609" y="95642"/>
                </a:lnTo>
                <a:lnTo>
                  <a:pt x="214873" y="95913"/>
                </a:lnTo>
                <a:lnTo>
                  <a:pt x="215156" y="96175"/>
                </a:lnTo>
                <a:lnTo>
                  <a:pt x="215459" y="96428"/>
                </a:lnTo>
                <a:lnTo>
                  <a:pt x="215782" y="96673"/>
                </a:lnTo>
                <a:lnTo>
                  <a:pt x="216125" y="96908"/>
                </a:lnTo>
                <a:lnTo>
                  <a:pt x="216488" y="97135"/>
                </a:lnTo>
                <a:lnTo>
                  <a:pt x="216870" y="97352"/>
                </a:lnTo>
                <a:lnTo>
                  <a:pt x="217277" y="97556"/>
                </a:lnTo>
                <a:lnTo>
                  <a:pt x="217712" y="97743"/>
                </a:lnTo>
                <a:lnTo>
                  <a:pt x="218176" y="97911"/>
                </a:lnTo>
                <a:lnTo>
                  <a:pt x="218669" y="98062"/>
                </a:lnTo>
                <a:lnTo>
                  <a:pt x="219191" y="98195"/>
                </a:lnTo>
                <a:lnTo>
                  <a:pt x="219741" y="98310"/>
                </a:lnTo>
                <a:lnTo>
                  <a:pt x="220320" y="98408"/>
                </a:lnTo>
                <a:lnTo>
                  <a:pt x="220928" y="98488"/>
                </a:lnTo>
                <a:lnTo>
                  <a:pt x="221564" y="98550"/>
                </a:lnTo>
                <a:lnTo>
                  <a:pt x="222230" y="98594"/>
                </a:lnTo>
                <a:lnTo>
                  <a:pt x="222924" y="98621"/>
                </a:lnTo>
                <a:lnTo>
                  <a:pt x="223646" y="98630"/>
                </a:lnTo>
                <a:lnTo>
                  <a:pt x="223646" y="101265"/>
                </a:lnTo>
                <a:lnTo>
                  <a:pt x="190193" y="101265"/>
                </a:lnTo>
                <a:lnTo>
                  <a:pt x="190193" y="98630"/>
                </a:lnTo>
                <a:lnTo>
                  <a:pt x="191007" y="98619"/>
                </a:lnTo>
                <a:lnTo>
                  <a:pt x="191786" y="98586"/>
                </a:lnTo>
                <a:lnTo>
                  <a:pt x="192529" y="98532"/>
                </a:lnTo>
                <a:lnTo>
                  <a:pt x="193236" y="98456"/>
                </a:lnTo>
                <a:lnTo>
                  <a:pt x="193908" y="98358"/>
                </a:lnTo>
                <a:lnTo>
                  <a:pt x="194544" y="98239"/>
                </a:lnTo>
                <a:lnTo>
                  <a:pt x="195144" y="98098"/>
                </a:lnTo>
                <a:lnTo>
                  <a:pt x="195709" y="97935"/>
                </a:lnTo>
                <a:lnTo>
                  <a:pt x="196238" y="97751"/>
                </a:lnTo>
                <a:lnTo>
                  <a:pt x="196731" y="97545"/>
                </a:lnTo>
                <a:lnTo>
                  <a:pt x="197189" y="97317"/>
                </a:lnTo>
                <a:lnTo>
                  <a:pt x="197611" y="97067"/>
                </a:lnTo>
                <a:lnTo>
                  <a:pt x="197901" y="96869"/>
                </a:lnTo>
                <a:lnTo>
                  <a:pt x="198176" y="96651"/>
                </a:lnTo>
                <a:lnTo>
                  <a:pt x="198436" y="96414"/>
                </a:lnTo>
                <a:lnTo>
                  <a:pt x="198681" y="96159"/>
                </a:lnTo>
                <a:lnTo>
                  <a:pt x="198911" y="95885"/>
                </a:lnTo>
                <a:lnTo>
                  <a:pt x="199127" y="95593"/>
                </a:lnTo>
                <a:lnTo>
                  <a:pt x="199327" y="95281"/>
                </a:lnTo>
                <a:lnTo>
                  <a:pt x="199513" y="94951"/>
                </a:lnTo>
                <a:lnTo>
                  <a:pt x="199684" y="94602"/>
                </a:lnTo>
                <a:lnTo>
                  <a:pt x="199840" y="94234"/>
                </a:lnTo>
                <a:lnTo>
                  <a:pt x="199981" y="93848"/>
                </a:lnTo>
                <a:lnTo>
                  <a:pt x="200108" y="93442"/>
                </a:lnTo>
                <a:lnTo>
                  <a:pt x="200165" y="93210"/>
                </a:lnTo>
                <a:lnTo>
                  <a:pt x="200217" y="92915"/>
                </a:lnTo>
                <a:lnTo>
                  <a:pt x="200264" y="92558"/>
                </a:lnTo>
                <a:lnTo>
                  <a:pt x="200306" y="92139"/>
                </a:lnTo>
                <a:lnTo>
                  <a:pt x="200343" y="91658"/>
                </a:lnTo>
                <a:lnTo>
                  <a:pt x="200375" y="91115"/>
                </a:lnTo>
                <a:lnTo>
                  <a:pt x="200402" y="90510"/>
                </a:lnTo>
                <a:lnTo>
                  <a:pt x="200425" y="89842"/>
                </a:lnTo>
                <a:lnTo>
                  <a:pt x="200442" y="89112"/>
                </a:lnTo>
                <a:lnTo>
                  <a:pt x="200454" y="88320"/>
                </a:lnTo>
                <a:lnTo>
                  <a:pt x="200462" y="87466"/>
                </a:lnTo>
                <a:lnTo>
                  <a:pt x="200464" y="86550"/>
                </a:lnTo>
                <a:lnTo>
                  <a:pt x="200464" y="61325"/>
                </a:lnTo>
                <a:lnTo>
                  <a:pt x="200461" y="59494"/>
                </a:lnTo>
                <a:lnTo>
                  <a:pt x="200451" y="57791"/>
                </a:lnTo>
                <a:lnTo>
                  <a:pt x="200435" y="56216"/>
                </a:lnTo>
                <a:lnTo>
                  <a:pt x="200413" y="54768"/>
                </a:lnTo>
                <a:lnTo>
                  <a:pt x="200384" y="53449"/>
                </a:lnTo>
                <a:lnTo>
                  <a:pt x="200348" y="52257"/>
                </a:lnTo>
                <a:lnTo>
                  <a:pt x="200307" y="51193"/>
                </a:lnTo>
                <a:lnTo>
                  <a:pt x="200258" y="50257"/>
                </a:lnTo>
                <a:lnTo>
                  <a:pt x="200203" y="49448"/>
                </a:lnTo>
                <a:lnTo>
                  <a:pt x="200142" y="48768"/>
                </a:lnTo>
                <a:lnTo>
                  <a:pt x="200075" y="48215"/>
                </a:lnTo>
                <a:lnTo>
                  <a:pt x="200001" y="47790"/>
                </a:lnTo>
                <a:lnTo>
                  <a:pt x="199918" y="47437"/>
                </a:lnTo>
                <a:lnTo>
                  <a:pt x="199824" y="47101"/>
                </a:lnTo>
                <a:lnTo>
                  <a:pt x="199720" y="46780"/>
                </a:lnTo>
                <a:lnTo>
                  <a:pt x="199604" y="46476"/>
                </a:lnTo>
                <a:lnTo>
                  <a:pt x="199478" y="46188"/>
                </a:lnTo>
                <a:lnTo>
                  <a:pt x="199341" y="45916"/>
                </a:lnTo>
                <a:lnTo>
                  <a:pt x="199193" y="45661"/>
                </a:lnTo>
                <a:lnTo>
                  <a:pt x="199034" y="45422"/>
                </a:lnTo>
                <a:lnTo>
                  <a:pt x="198864" y="45199"/>
                </a:lnTo>
                <a:lnTo>
                  <a:pt x="198683" y="44992"/>
                </a:lnTo>
                <a:lnTo>
                  <a:pt x="198491" y="44802"/>
                </a:lnTo>
                <a:lnTo>
                  <a:pt x="198289" y="44628"/>
                </a:lnTo>
                <a:lnTo>
                  <a:pt x="198076" y="44469"/>
                </a:lnTo>
                <a:lnTo>
                  <a:pt x="197856" y="44324"/>
                </a:lnTo>
                <a:lnTo>
                  <a:pt x="197627" y="44193"/>
                </a:lnTo>
                <a:lnTo>
                  <a:pt x="197389" y="44076"/>
                </a:lnTo>
                <a:lnTo>
                  <a:pt x="197143" y="43972"/>
                </a:lnTo>
                <a:lnTo>
                  <a:pt x="196889" y="43882"/>
                </a:lnTo>
                <a:lnTo>
                  <a:pt x="196626" y="43806"/>
                </a:lnTo>
                <a:lnTo>
                  <a:pt x="196355" y="43744"/>
                </a:lnTo>
                <a:lnTo>
                  <a:pt x="196075" y="43696"/>
                </a:lnTo>
                <a:lnTo>
                  <a:pt x="195787" y="43661"/>
                </a:lnTo>
                <a:lnTo>
                  <a:pt x="195491" y="43640"/>
                </a:lnTo>
                <a:lnTo>
                  <a:pt x="195186" y="43633"/>
                </a:lnTo>
                <a:lnTo>
                  <a:pt x="194813" y="43641"/>
                </a:lnTo>
                <a:lnTo>
                  <a:pt x="194433" y="43663"/>
                </a:lnTo>
                <a:lnTo>
                  <a:pt x="194045" y="43700"/>
                </a:lnTo>
                <a:lnTo>
                  <a:pt x="193648" y="43752"/>
                </a:lnTo>
                <a:lnTo>
                  <a:pt x="193244" y="43818"/>
                </a:lnTo>
                <a:lnTo>
                  <a:pt x="192832" y="43900"/>
                </a:lnTo>
                <a:lnTo>
                  <a:pt x="192412" y="43996"/>
                </a:lnTo>
                <a:lnTo>
                  <a:pt x="191984" y="44107"/>
                </a:lnTo>
                <a:lnTo>
                  <a:pt x="191548" y="44233"/>
                </a:lnTo>
                <a:lnTo>
                  <a:pt x="191104" y="44374"/>
                </a:lnTo>
                <a:lnTo>
                  <a:pt x="190652" y="44529"/>
                </a:lnTo>
                <a:lnTo>
                  <a:pt x="190193" y="44699"/>
                </a:lnTo>
                <a:lnTo>
                  <a:pt x="189480" y="42140"/>
                </a:lnTo>
                <a:lnTo>
                  <a:pt x="209238" y="34182"/>
                </a:lnTo>
                <a:lnTo>
                  <a:pt x="212234" y="34182"/>
                </a:lnTo>
                <a:close/>
                <a:moveTo>
                  <a:pt x="260902" y="48069"/>
                </a:moveTo>
                <a:lnTo>
                  <a:pt x="262050" y="46924"/>
                </a:lnTo>
                <a:lnTo>
                  <a:pt x="263117" y="45863"/>
                </a:lnTo>
                <a:lnTo>
                  <a:pt x="264103" y="44886"/>
                </a:lnTo>
                <a:lnTo>
                  <a:pt x="265007" y="43994"/>
                </a:lnTo>
                <a:lnTo>
                  <a:pt x="265831" y="43185"/>
                </a:lnTo>
                <a:lnTo>
                  <a:pt x="266573" y="42461"/>
                </a:lnTo>
                <a:lnTo>
                  <a:pt x="267233" y="41820"/>
                </a:lnTo>
                <a:lnTo>
                  <a:pt x="267813" y="41264"/>
                </a:lnTo>
                <a:lnTo>
                  <a:pt x="268311" y="40792"/>
                </a:lnTo>
                <a:lnTo>
                  <a:pt x="268728" y="40403"/>
                </a:lnTo>
                <a:lnTo>
                  <a:pt x="269064" y="40099"/>
                </a:lnTo>
                <a:lnTo>
                  <a:pt x="269319" y="39879"/>
                </a:lnTo>
                <a:lnTo>
                  <a:pt x="269857" y="39437"/>
                </a:lnTo>
                <a:lnTo>
                  <a:pt x="270403" y="39011"/>
                </a:lnTo>
                <a:lnTo>
                  <a:pt x="270955" y="38602"/>
                </a:lnTo>
                <a:lnTo>
                  <a:pt x="271514" y="38210"/>
                </a:lnTo>
                <a:lnTo>
                  <a:pt x="272080" y="37834"/>
                </a:lnTo>
                <a:lnTo>
                  <a:pt x="272653" y="37476"/>
                </a:lnTo>
                <a:lnTo>
                  <a:pt x="273233" y="37134"/>
                </a:lnTo>
                <a:lnTo>
                  <a:pt x="273820" y="36809"/>
                </a:lnTo>
                <a:lnTo>
                  <a:pt x="274414" y="36501"/>
                </a:lnTo>
                <a:lnTo>
                  <a:pt x="275015" y="36210"/>
                </a:lnTo>
                <a:lnTo>
                  <a:pt x="275623" y="35935"/>
                </a:lnTo>
                <a:lnTo>
                  <a:pt x="276238" y="35678"/>
                </a:lnTo>
                <a:lnTo>
                  <a:pt x="276855" y="35439"/>
                </a:lnTo>
                <a:lnTo>
                  <a:pt x="277472" y="35221"/>
                </a:lnTo>
                <a:lnTo>
                  <a:pt x="278088" y="35023"/>
                </a:lnTo>
                <a:lnTo>
                  <a:pt x="278703" y="34847"/>
                </a:lnTo>
                <a:lnTo>
                  <a:pt x="279316" y="34691"/>
                </a:lnTo>
                <a:lnTo>
                  <a:pt x="279929" y="34556"/>
                </a:lnTo>
                <a:lnTo>
                  <a:pt x="280541" y="34442"/>
                </a:lnTo>
                <a:lnTo>
                  <a:pt x="281152" y="34348"/>
                </a:lnTo>
                <a:lnTo>
                  <a:pt x="281761" y="34276"/>
                </a:lnTo>
                <a:lnTo>
                  <a:pt x="282370" y="34224"/>
                </a:lnTo>
                <a:lnTo>
                  <a:pt x="282978" y="34193"/>
                </a:lnTo>
                <a:lnTo>
                  <a:pt x="283585" y="34182"/>
                </a:lnTo>
                <a:lnTo>
                  <a:pt x="284595" y="34207"/>
                </a:lnTo>
                <a:lnTo>
                  <a:pt x="285582" y="34281"/>
                </a:lnTo>
                <a:lnTo>
                  <a:pt x="286545" y="34405"/>
                </a:lnTo>
                <a:lnTo>
                  <a:pt x="287484" y="34578"/>
                </a:lnTo>
                <a:lnTo>
                  <a:pt x="288399" y="34800"/>
                </a:lnTo>
                <a:lnTo>
                  <a:pt x="289291" y="35072"/>
                </a:lnTo>
                <a:lnTo>
                  <a:pt x="290159" y="35394"/>
                </a:lnTo>
                <a:lnTo>
                  <a:pt x="291003" y="35765"/>
                </a:lnTo>
                <a:lnTo>
                  <a:pt x="291823" y="36185"/>
                </a:lnTo>
                <a:lnTo>
                  <a:pt x="292620" y="36655"/>
                </a:lnTo>
                <a:lnTo>
                  <a:pt x="293392" y="37174"/>
                </a:lnTo>
                <a:lnTo>
                  <a:pt x="294141" y="37743"/>
                </a:lnTo>
                <a:lnTo>
                  <a:pt x="294858" y="38358"/>
                </a:lnTo>
                <a:lnTo>
                  <a:pt x="295534" y="39019"/>
                </a:lnTo>
                <a:lnTo>
                  <a:pt x="296170" y="39723"/>
                </a:lnTo>
                <a:lnTo>
                  <a:pt x="296765" y="40473"/>
                </a:lnTo>
                <a:lnTo>
                  <a:pt x="297319" y="41266"/>
                </a:lnTo>
                <a:lnTo>
                  <a:pt x="297833" y="42105"/>
                </a:lnTo>
                <a:lnTo>
                  <a:pt x="298306" y="42987"/>
                </a:lnTo>
                <a:lnTo>
                  <a:pt x="298738" y="43915"/>
                </a:lnTo>
                <a:lnTo>
                  <a:pt x="299130" y="44886"/>
                </a:lnTo>
                <a:lnTo>
                  <a:pt x="299481" y="45903"/>
                </a:lnTo>
                <a:lnTo>
                  <a:pt x="299792" y="46963"/>
                </a:lnTo>
                <a:lnTo>
                  <a:pt x="300062" y="48069"/>
                </a:lnTo>
                <a:lnTo>
                  <a:pt x="301270" y="46685"/>
                </a:lnTo>
                <a:lnTo>
                  <a:pt x="302447" y="45383"/>
                </a:lnTo>
                <a:lnTo>
                  <a:pt x="303593" y="44163"/>
                </a:lnTo>
                <a:lnTo>
                  <a:pt x="304706" y="43024"/>
                </a:lnTo>
                <a:lnTo>
                  <a:pt x="305788" y="41967"/>
                </a:lnTo>
                <a:lnTo>
                  <a:pt x="306838" y="40992"/>
                </a:lnTo>
                <a:lnTo>
                  <a:pt x="307857" y="40098"/>
                </a:lnTo>
                <a:lnTo>
                  <a:pt x="308843" y="39286"/>
                </a:lnTo>
                <a:lnTo>
                  <a:pt x="309798" y="38555"/>
                </a:lnTo>
                <a:lnTo>
                  <a:pt x="310722" y="37906"/>
                </a:lnTo>
                <a:lnTo>
                  <a:pt x="311613" y="37338"/>
                </a:lnTo>
                <a:lnTo>
                  <a:pt x="312473" y="36853"/>
                </a:lnTo>
                <a:lnTo>
                  <a:pt x="313319" y="36426"/>
                </a:lnTo>
                <a:lnTo>
                  <a:pt x="314169" y="36037"/>
                </a:lnTo>
                <a:lnTo>
                  <a:pt x="315023" y="35684"/>
                </a:lnTo>
                <a:lnTo>
                  <a:pt x="315881" y="35369"/>
                </a:lnTo>
                <a:lnTo>
                  <a:pt x="316743" y="35091"/>
                </a:lnTo>
                <a:lnTo>
                  <a:pt x="317609" y="34850"/>
                </a:lnTo>
                <a:lnTo>
                  <a:pt x="318479" y="34646"/>
                </a:lnTo>
                <a:lnTo>
                  <a:pt x="319352" y="34479"/>
                </a:lnTo>
                <a:lnTo>
                  <a:pt x="320230" y="34349"/>
                </a:lnTo>
                <a:lnTo>
                  <a:pt x="321112" y="34256"/>
                </a:lnTo>
                <a:lnTo>
                  <a:pt x="321998" y="34201"/>
                </a:lnTo>
                <a:lnTo>
                  <a:pt x="322887" y="34182"/>
                </a:lnTo>
                <a:lnTo>
                  <a:pt x="323747" y="34201"/>
                </a:lnTo>
                <a:lnTo>
                  <a:pt x="324590" y="34256"/>
                </a:lnTo>
                <a:lnTo>
                  <a:pt x="325417" y="34349"/>
                </a:lnTo>
                <a:lnTo>
                  <a:pt x="326228" y="34478"/>
                </a:lnTo>
                <a:lnTo>
                  <a:pt x="327022" y="34645"/>
                </a:lnTo>
                <a:lnTo>
                  <a:pt x="327800" y="34849"/>
                </a:lnTo>
                <a:lnTo>
                  <a:pt x="328562" y="35089"/>
                </a:lnTo>
                <a:lnTo>
                  <a:pt x="329307" y="35367"/>
                </a:lnTo>
                <a:lnTo>
                  <a:pt x="330036" y="35682"/>
                </a:lnTo>
                <a:lnTo>
                  <a:pt x="330748" y="36034"/>
                </a:lnTo>
                <a:lnTo>
                  <a:pt x="331445" y="36422"/>
                </a:lnTo>
                <a:lnTo>
                  <a:pt x="332124" y="36848"/>
                </a:lnTo>
                <a:lnTo>
                  <a:pt x="332784" y="37316"/>
                </a:lnTo>
                <a:lnTo>
                  <a:pt x="333421" y="37830"/>
                </a:lnTo>
                <a:lnTo>
                  <a:pt x="334035" y="38391"/>
                </a:lnTo>
                <a:lnTo>
                  <a:pt x="334625" y="38999"/>
                </a:lnTo>
                <a:lnTo>
                  <a:pt x="335192" y="39654"/>
                </a:lnTo>
                <a:lnTo>
                  <a:pt x="335735" y="40356"/>
                </a:lnTo>
                <a:lnTo>
                  <a:pt x="336256" y="41105"/>
                </a:lnTo>
                <a:lnTo>
                  <a:pt x="336753" y="41900"/>
                </a:lnTo>
                <a:lnTo>
                  <a:pt x="337227" y="42743"/>
                </a:lnTo>
                <a:lnTo>
                  <a:pt x="337677" y="43632"/>
                </a:lnTo>
                <a:lnTo>
                  <a:pt x="338104" y="44569"/>
                </a:lnTo>
                <a:lnTo>
                  <a:pt x="338508" y="45552"/>
                </a:lnTo>
                <a:lnTo>
                  <a:pt x="338759" y="46271"/>
                </a:lnTo>
                <a:lnTo>
                  <a:pt x="338988" y="47056"/>
                </a:lnTo>
                <a:lnTo>
                  <a:pt x="339195" y="47905"/>
                </a:lnTo>
                <a:lnTo>
                  <a:pt x="339380" y="48820"/>
                </a:lnTo>
                <a:lnTo>
                  <a:pt x="339544" y="49800"/>
                </a:lnTo>
                <a:lnTo>
                  <a:pt x="339685" y="50845"/>
                </a:lnTo>
                <a:lnTo>
                  <a:pt x="339805" y="51956"/>
                </a:lnTo>
                <a:lnTo>
                  <a:pt x="339903" y="53131"/>
                </a:lnTo>
                <a:lnTo>
                  <a:pt x="339980" y="54371"/>
                </a:lnTo>
                <a:lnTo>
                  <a:pt x="340034" y="55677"/>
                </a:lnTo>
                <a:lnTo>
                  <a:pt x="340067" y="57048"/>
                </a:lnTo>
                <a:lnTo>
                  <a:pt x="340078" y="58483"/>
                </a:lnTo>
                <a:lnTo>
                  <a:pt x="340078" y="86479"/>
                </a:lnTo>
                <a:lnTo>
                  <a:pt x="340084" y="87471"/>
                </a:lnTo>
                <a:lnTo>
                  <a:pt x="340103" y="88409"/>
                </a:lnTo>
                <a:lnTo>
                  <a:pt x="340136" y="89295"/>
                </a:lnTo>
                <a:lnTo>
                  <a:pt x="340181" y="90127"/>
                </a:lnTo>
                <a:lnTo>
                  <a:pt x="340239" y="90905"/>
                </a:lnTo>
                <a:lnTo>
                  <a:pt x="340309" y="91631"/>
                </a:lnTo>
                <a:lnTo>
                  <a:pt x="340393" y="92303"/>
                </a:lnTo>
                <a:lnTo>
                  <a:pt x="340490" y="92922"/>
                </a:lnTo>
                <a:lnTo>
                  <a:pt x="340599" y="93487"/>
                </a:lnTo>
                <a:lnTo>
                  <a:pt x="340722" y="94000"/>
                </a:lnTo>
                <a:lnTo>
                  <a:pt x="340857" y="94459"/>
                </a:lnTo>
                <a:lnTo>
                  <a:pt x="341005" y="94864"/>
                </a:lnTo>
                <a:lnTo>
                  <a:pt x="341132" y="95121"/>
                </a:lnTo>
                <a:lnTo>
                  <a:pt x="341276" y="95372"/>
                </a:lnTo>
                <a:lnTo>
                  <a:pt x="341437" y="95617"/>
                </a:lnTo>
                <a:lnTo>
                  <a:pt x="341615" y="95855"/>
                </a:lnTo>
                <a:lnTo>
                  <a:pt x="341810" y="96086"/>
                </a:lnTo>
                <a:lnTo>
                  <a:pt x="342021" y="96311"/>
                </a:lnTo>
                <a:lnTo>
                  <a:pt x="342250" y="96530"/>
                </a:lnTo>
                <a:lnTo>
                  <a:pt x="342495" y="96743"/>
                </a:lnTo>
                <a:lnTo>
                  <a:pt x="342757" y="96949"/>
                </a:lnTo>
                <a:lnTo>
                  <a:pt x="343036" y="97148"/>
                </a:lnTo>
                <a:lnTo>
                  <a:pt x="343332" y="97341"/>
                </a:lnTo>
                <a:lnTo>
                  <a:pt x="343644" y="97528"/>
                </a:lnTo>
                <a:lnTo>
                  <a:pt x="343982" y="97704"/>
                </a:lnTo>
                <a:lnTo>
                  <a:pt x="344353" y="97865"/>
                </a:lnTo>
                <a:lnTo>
                  <a:pt x="344759" y="98010"/>
                </a:lnTo>
                <a:lnTo>
                  <a:pt x="345198" y="98140"/>
                </a:lnTo>
                <a:lnTo>
                  <a:pt x="345670" y="98255"/>
                </a:lnTo>
                <a:lnTo>
                  <a:pt x="346176" y="98354"/>
                </a:lnTo>
                <a:lnTo>
                  <a:pt x="346716" y="98438"/>
                </a:lnTo>
                <a:lnTo>
                  <a:pt x="347290" y="98507"/>
                </a:lnTo>
                <a:lnTo>
                  <a:pt x="347897" y="98561"/>
                </a:lnTo>
                <a:lnTo>
                  <a:pt x="348538" y="98599"/>
                </a:lnTo>
                <a:lnTo>
                  <a:pt x="349213" y="98622"/>
                </a:lnTo>
                <a:lnTo>
                  <a:pt x="349921" y="98630"/>
                </a:lnTo>
                <a:lnTo>
                  <a:pt x="349921" y="101265"/>
                </a:lnTo>
                <a:lnTo>
                  <a:pt x="317680" y="101265"/>
                </a:lnTo>
                <a:lnTo>
                  <a:pt x="317680" y="98630"/>
                </a:lnTo>
                <a:lnTo>
                  <a:pt x="319035" y="98630"/>
                </a:lnTo>
                <a:lnTo>
                  <a:pt x="319724" y="98618"/>
                </a:lnTo>
                <a:lnTo>
                  <a:pt x="320387" y="98584"/>
                </a:lnTo>
                <a:lnTo>
                  <a:pt x="321024" y="98528"/>
                </a:lnTo>
                <a:lnTo>
                  <a:pt x="321635" y="98449"/>
                </a:lnTo>
                <a:lnTo>
                  <a:pt x="322221" y="98347"/>
                </a:lnTo>
                <a:lnTo>
                  <a:pt x="322780" y="98222"/>
                </a:lnTo>
                <a:lnTo>
                  <a:pt x="323314" y="98075"/>
                </a:lnTo>
                <a:lnTo>
                  <a:pt x="323822" y="97906"/>
                </a:lnTo>
                <a:lnTo>
                  <a:pt x="324305" y="97713"/>
                </a:lnTo>
                <a:lnTo>
                  <a:pt x="324762" y="97498"/>
                </a:lnTo>
                <a:lnTo>
                  <a:pt x="325193" y="97261"/>
                </a:lnTo>
                <a:lnTo>
                  <a:pt x="325598" y="97001"/>
                </a:lnTo>
                <a:lnTo>
                  <a:pt x="325865" y="96802"/>
                </a:lnTo>
                <a:lnTo>
                  <a:pt x="326119" y="96585"/>
                </a:lnTo>
                <a:lnTo>
                  <a:pt x="326360" y="96349"/>
                </a:lnTo>
                <a:lnTo>
                  <a:pt x="326588" y="96095"/>
                </a:lnTo>
                <a:lnTo>
                  <a:pt x="326804" y="95822"/>
                </a:lnTo>
                <a:lnTo>
                  <a:pt x="327007" y="95530"/>
                </a:lnTo>
                <a:lnTo>
                  <a:pt x="327196" y="95219"/>
                </a:lnTo>
                <a:lnTo>
                  <a:pt x="327373" y="94890"/>
                </a:lnTo>
                <a:lnTo>
                  <a:pt x="327537" y="94542"/>
                </a:lnTo>
                <a:lnTo>
                  <a:pt x="327688" y="94176"/>
                </a:lnTo>
                <a:lnTo>
                  <a:pt x="327826" y="93791"/>
                </a:lnTo>
                <a:lnTo>
                  <a:pt x="327952" y="93387"/>
                </a:lnTo>
                <a:lnTo>
                  <a:pt x="327997" y="93155"/>
                </a:lnTo>
                <a:lnTo>
                  <a:pt x="328039" y="92861"/>
                </a:lnTo>
                <a:lnTo>
                  <a:pt x="328076" y="92506"/>
                </a:lnTo>
                <a:lnTo>
                  <a:pt x="328110" y="92088"/>
                </a:lnTo>
                <a:lnTo>
                  <a:pt x="328140" y="91608"/>
                </a:lnTo>
                <a:lnTo>
                  <a:pt x="328166" y="91067"/>
                </a:lnTo>
                <a:lnTo>
                  <a:pt x="328187" y="90463"/>
                </a:lnTo>
                <a:lnTo>
                  <a:pt x="328205" y="89797"/>
                </a:lnTo>
                <a:lnTo>
                  <a:pt x="328219" y="89070"/>
                </a:lnTo>
                <a:lnTo>
                  <a:pt x="328229" y="88280"/>
                </a:lnTo>
                <a:lnTo>
                  <a:pt x="328235" y="87428"/>
                </a:lnTo>
                <a:lnTo>
                  <a:pt x="328237" y="86515"/>
                </a:lnTo>
                <a:lnTo>
                  <a:pt x="328237" y="58599"/>
                </a:lnTo>
                <a:lnTo>
                  <a:pt x="328224" y="57309"/>
                </a:lnTo>
                <a:lnTo>
                  <a:pt x="328183" y="56084"/>
                </a:lnTo>
                <a:lnTo>
                  <a:pt x="328117" y="54924"/>
                </a:lnTo>
                <a:lnTo>
                  <a:pt x="328023" y="53828"/>
                </a:lnTo>
                <a:lnTo>
                  <a:pt x="327903" y="52798"/>
                </a:lnTo>
                <a:lnTo>
                  <a:pt x="327755" y="51833"/>
                </a:lnTo>
                <a:lnTo>
                  <a:pt x="327582" y="50933"/>
                </a:lnTo>
                <a:lnTo>
                  <a:pt x="327381" y="50097"/>
                </a:lnTo>
                <a:lnTo>
                  <a:pt x="327154" y="49327"/>
                </a:lnTo>
                <a:lnTo>
                  <a:pt x="326900" y="48621"/>
                </a:lnTo>
                <a:lnTo>
                  <a:pt x="326619" y="47981"/>
                </a:lnTo>
                <a:lnTo>
                  <a:pt x="326311" y="47405"/>
                </a:lnTo>
                <a:lnTo>
                  <a:pt x="325824" y="46681"/>
                </a:lnTo>
                <a:lnTo>
                  <a:pt x="325291" y="46020"/>
                </a:lnTo>
                <a:lnTo>
                  <a:pt x="324711" y="45421"/>
                </a:lnTo>
                <a:lnTo>
                  <a:pt x="324084" y="44886"/>
                </a:lnTo>
                <a:lnTo>
                  <a:pt x="323411" y="44413"/>
                </a:lnTo>
                <a:lnTo>
                  <a:pt x="322691" y="44004"/>
                </a:lnTo>
                <a:lnTo>
                  <a:pt x="321925" y="43657"/>
                </a:lnTo>
                <a:lnTo>
                  <a:pt x="321112" y="43374"/>
                </a:lnTo>
                <a:lnTo>
                  <a:pt x="320253" y="43154"/>
                </a:lnTo>
                <a:lnTo>
                  <a:pt x="319347" y="42996"/>
                </a:lnTo>
                <a:lnTo>
                  <a:pt x="318394" y="42902"/>
                </a:lnTo>
                <a:lnTo>
                  <a:pt x="317395" y="42870"/>
                </a:lnTo>
                <a:lnTo>
                  <a:pt x="316765" y="42883"/>
                </a:lnTo>
                <a:lnTo>
                  <a:pt x="316134" y="42922"/>
                </a:lnTo>
                <a:lnTo>
                  <a:pt x="315502" y="42987"/>
                </a:lnTo>
                <a:lnTo>
                  <a:pt x="314871" y="43079"/>
                </a:lnTo>
                <a:lnTo>
                  <a:pt x="314238" y="43196"/>
                </a:lnTo>
                <a:lnTo>
                  <a:pt x="313605" y="43340"/>
                </a:lnTo>
                <a:lnTo>
                  <a:pt x="312972" y="43509"/>
                </a:lnTo>
                <a:lnTo>
                  <a:pt x="312338" y="43705"/>
                </a:lnTo>
                <a:lnTo>
                  <a:pt x="311704" y="43927"/>
                </a:lnTo>
                <a:lnTo>
                  <a:pt x="311069" y="44174"/>
                </a:lnTo>
                <a:lnTo>
                  <a:pt x="310434" y="44448"/>
                </a:lnTo>
                <a:lnTo>
                  <a:pt x="309798" y="44748"/>
                </a:lnTo>
                <a:lnTo>
                  <a:pt x="309151" y="45083"/>
                </a:lnTo>
                <a:lnTo>
                  <a:pt x="308482" y="45463"/>
                </a:lnTo>
                <a:lnTo>
                  <a:pt x="307790" y="45888"/>
                </a:lnTo>
                <a:lnTo>
                  <a:pt x="307076" y="46358"/>
                </a:lnTo>
                <a:lnTo>
                  <a:pt x="306340" y="46872"/>
                </a:lnTo>
                <a:lnTo>
                  <a:pt x="305581" y="47431"/>
                </a:lnTo>
                <a:lnTo>
                  <a:pt x="304800" y="48035"/>
                </a:lnTo>
                <a:lnTo>
                  <a:pt x="303997" y="48684"/>
                </a:lnTo>
                <a:lnTo>
                  <a:pt x="303171" y="49377"/>
                </a:lnTo>
                <a:lnTo>
                  <a:pt x="302324" y="50116"/>
                </a:lnTo>
                <a:lnTo>
                  <a:pt x="301453" y="50899"/>
                </a:lnTo>
                <a:lnTo>
                  <a:pt x="300561" y="51727"/>
                </a:lnTo>
                <a:lnTo>
                  <a:pt x="300418" y="52506"/>
                </a:lnTo>
                <a:lnTo>
                  <a:pt x="300561" y="55553"/>
                </a:lnTo>
                <a:lnTo>
                  <a:pt x="300561" y="86515"/>
                </a:lnTo>
                <a:lnTo>
                  <a:pt x="300566" y="87590"/>
                </a:lnTo>
                <a:lnTo>
                  <a:pt x="300582" y="88595"/>
                </a:lnTo>
                <a:lnTo>
                  <a:pt x="300608" y="89530"/>
                </a:lnTo>
                <a:lnTo>
                  <a:pt x="300644" y="90396"/>
                </a:lnTo>
                <a:lnTo>
                  <a:pt x="300691" y="91192"/>
                </a:lnTo>
                <a:lnTo>
                  <a:pt x="300748" y="91917"/>
                </a:lnTo>
                <a:lnTo>
                  <a:pt x="300816" y="92573"/>
                </a:lnTo>
                <a:lnTo>
                  <a:pt x="300894" y="93159"/>
                </a:lnTo>
                <a:lnTo>
                  <a:pt x="300982" y="93675"/>
                </a:lnTo>
                <a:lnTo>
                  <a:pt x="301081" y="94121"/>
                </a:lnTo>
                <a:lnTo>
                  <a:pt x="301190" y="94498"/>
                </a:lnTo>
                <a:lnTo>
                  <a:pt x="301310" y="94804"/>
                </a:lnTo>
                <a:lnTo>
                  <a:pt x="301444" y="95072"/>
                </a:lnTo>
                <a:lnTo>
                  <a:pt x="301596" y="95333"/>
                </a:lnTo>
                <a:lnTo>
                  <a:pt x="301767" y="95586"/>
                </a:lnTo>
                <a:lnTo>
                  <a:pt x="301956" y="95831"/>
                </a:lnTo>
                <a:lnTo>
                  <a:pt x="302163" y="96070"/>
                </a:lnTo>
                <a:lnTo>
                  <a:pt x="302389" y="96301"/>
                </a:lnTo>
                <a:lnTo>
                  <a:pt x="302633" y="96525"/>
                </a:lnTo>
                <a:lnTo>
                  <a:pt x="302895" y="96741"/>
                </a:lnTo>
                <a:lnTo>
                  <a:pt x="303176" y="96950"/>
                </a:lnTo>
                <a:lnTo>
                  <a:pt x="303475" y="97151"/>
                </a:lnTo>
                <a:lnTo>
                  <a:pt x="303792" y="97346"/>
                </a:lnTo>
                <a:lnTo>
                  <a:pt x="304128" y="97533"/>
                </a:lnTo>
                <a:lnTo>
                  <a:pt x="304493" y="97708"/>
                </a:lnTo>
                <a:lnTo>
                  <a:pt x="304898" y="97868"/>
                </a:lnTo>
                <a:lnTo>
                  <a:pt x="305345" y="98013"/>
                </a:lnTo>
                <a:lnTo>
                  <a:pt x="305832" y="98142"/>
                </a:lnTo>
                <a:lnTo>
                  <a:pt x="306359" y="98256"/>
                </a:lnTo>
                <a:lnTo>
                  <a:pt x="306927" y="98355"/>
                </a:lnTo>
                <a:lnTo>
                  <a:pt x="307536" y="98439"/>
                </a:lnTo>
                <a:lnTo>
                  <a:pt x="308185" y="98508"/>
                </a:lnTo>
                <a:lnTo>
                  <a:pt x="308875" y="98561"/>
                </a:lnTo>
                <a:lnTo>
                  <a:pt x="309606" y="98599"/>
                </a:lnTo>
                <a:lnTo>
                  <a:pt x="310377" y="98622"/>
                </a:lnTo>
                <a:lnTo>
                  <a:pt x="311189" y="98630"/>
                </a:lnTo>
                <a:lnTo>
                  <a:pt x="311189" y="101265"/>
                </a:lnTo>
                <a:lnTo>
                  <a:pt x="278164" y="101265"/>
                </a:lnTo>
                <a:lnTo>
                  <a:pt x="278164" y="98630"/>
                </a:lnTo>
                <a:lnTo>
                  <a:pt x="279044" y="98621"/>
                </a:lnTo>
                <a:lnTo>
                  <a:pt x="279877" y="98594"/>
                </a:lnTo>
                <a:lnTo>
                  <a:pt x="280662" y="98550"/>
                </a:lnTo>
                <a:lnTo>
                  <a:pt x="281401" y="98488"/>
                </a:lnTo>
                <a:lnTo>
                  <a:pt x="282093" y="98408"/>
                </a:lnTo>
                <a:lnTo>
                  <a:pt x="282738" y="98311"/>
                </a:lnTo>
                <a:lnTo>
                  <a:pt x="283335" y="98196"/>
                </a:lnTo>
                <a:lnTo>
                  <a:pt x="283886" y="98063"/>
                </a:lnTo>
                <a:lnTo>
                  <a:pt x="284389" y="97912"/>
                </a:lnTo>
                <a:lnTo>
                  <a:pt x="284846" y="97744"/>
                </a:lnTo>
                <a:lnTo>
                  <a:pt x="285255" y="97558"/>
                </a:lnTo>
                <a:lnTo>
                  <a:pt x="285618" y="97355"/>
                </a:lnTo>
                <a:lnTo>
                  <a:pt x="285948" y="97133"/>
                </a:lnTo>
                <a:lnTo>
                  <a:pt x="286261" y="96894"/>
                </a:lnTo>
                <a:lnTo>
                  <a:pt x="286556" y="96637"/>
                </a:lnTo>
                <a:lnTo>
                  <a:pt x="286834" y="96363"/>
                </a:lnTo>
                <a:lnTo>
                  <a:pt x="287095" y="96071"/>
                </a:lnTo>
                <a:lnTo>
                  <a:pt x="287338" y="95761"/>
                </a:lnTo>
                <a:lnTo>
                  <a:pt x="287565" y="95433"/>
                </a:lnTo>
                <a:lnTo>
                  <a:pt x="287773" y="95088"/>
                </a:lnTo>
                <a:lnTo>
                  <a:pt x="287965" y="94725"/>
                </a:lnTo>
                <a:lnTo>
                  <a:pt x="288139" y="94344"/>
                </a:lnTo>
                <a:lnTo>
                  <a:pt x="288296" y="93945"/>
                </a:lnTo>
                <a:lnTo>
                  <a:pt x="288435" y="93529"/>
                </a:lnTo>
                <a:lnTo>
                  <a:pt x="288492" y="93296"/>
                </a:lnTo>
                <a:lnTo>
                  <a:pt x="288544" y="92999"/>
                </a:lnTo>
                <a:lnTo>
                  <a:pt x="288591" y="92638"/>
                </a:lnTo>
                <a:lnTo>
                  <a:pt x="288633" y="92214"/>
                </a:lnTo>
                <a:lnTo>
                  <a:pt x="288670" y="91725"/>
                </a:lnTo>
                <a:lnTo>
                  <a:pt x="288703" y="91172"/>
                </a:lnTo>
                <a:lnTo>
                  <a:pt x="288730" y="90556"/>
                </a:lnTo>
                <a:lnTo>
                  <a:pt x="288752" y="89875"/>
                </a:lnTo>
                <a:lnTo>
                  <a:pt x="288769" y="89131"/>
                </a:lnTo>
                <a:lnTo>
                  <a:pt x="288782" y="88323"/>
                </a:lnTo>
                <a:lnTo>
                  <a:pt x="288789" y="87451"/>
                </a:lnTo>
                <a:lnTo>
                  <a:pt x="288792" y="86515"/>
                </a:lnTo>
                <a:lnTo>
                  <a:pt x="288792" y="58599"/>
                </a:lnTo>
                <a:lnTo>
                  <a:pt x="288775" y="57308"/>
                </a:lnTo>
                <a:lnTo>
                  <a:pt x="288726" y="56078"/>
                </a:lnTo>
                <a:lnTo>
                  <a:pt x="288645" y="54910"/>
                </a:lnTo>
                <a:lnTo>
                  <a:pt x="288530" y="53805"/>
                </a:lnTo>
                <a:lnTo>
                  <a:pt x="288383" y="52761"/>
                </a:lnTo>
                <a:lnTo>
                  <a:pt x="288203" y="51779"/>
                </a:lnTo>
                <a:lnTo>
                  <a:pt x="287991" y="50860"/>
                </a:lnTo>
                <a:lnTo>
                  <a:pt x="287746" y="50002"/>
                </a:lnTo>
                <a:lnTo>
                  <a:pt x="287468" y="49207"/>
                </a:lnTo>
                <a:lnTo>
                  <a:pt x="287157" y="48473"/>
                </a:lnTo>
                <a:lnTo>
                  <a:pt x="286814" y="47801"/>
                </a:lnTo>
                <a:lnTo>
                  <a:pt x="286438" y="47192"/>
                </a:lnTo>
                <a:lnTo>
                  <a:pt x="285897" y="46467"/>
                </a:lnTo>
                <a:lnTo>
                  <a:pt x="285322" y="45806"/>
                </a:lnTo>
                <a:lnTo>
                  <a:pt x="284713" y="45208"/>
                </a:lnTo>
                <a:lnTo>
                  <a:pt x="284068" y="44672"/>
                </a:lnTo>
                <a:lnTo>
                  <a:pt x="283389" y="44200"/>
                </a:lnTo>
                <a:lnTo>
                  <a:pt x="282675" y="43790"/>
                </a:lnTo>
                <a:lnTo>
                  <a:pt x="281927" y="43444"/>
                </a:lnTo>
                <a:lnTo>
                  <a:pt x="281144" y="43160"/>
                </a:lnTo>
                <a:lnTo>
                  <a:pt x="280326" y="42940"/>
                </a:lnTo>
                <a:lnTo>
                  <a:pt x="279473" y="42782"/>
                </a:lnTo>
                <a:lnTo>
                  <a:pt x="278586" y="42688"/>
                </a:lnTo>
                <a:lnTo>
                  <a:pt x="277664" y="42656"/>
                </a:lnTo>
                <a:lnTo>
                  <a:pt x="277023" y="42671"/>
                </a:lnTo>
                <a:lnTo>
                  <a:pt x="276382" y="42714"/>
                </a:lnTo>
                <a:lnTo>
                  <a:pt x="275743" y="42785"/>
                </a:lnTo>
                <a:lnTo>
                  <a:pt x="275104" y="42885"/>
                </a:lnTo>
                <a:lnTo>
                  <a:pt x="274467" y="43013"/>
                </a:lnTo>
                <a:lnTo>
                  <a:pt x="273830" y="43170"/>
                </a:lnTo>
                <a:lnTo>
                  <a:pt x="273195" y="43355"/>
                </a:lnTo>
                <a:lnTo>
                  <a:pt x="272560" y="43569"/>
                </a:lnTo>
                <a:lnTo>
                  <a:pt x="271927" y="43812"/>
                </a:lnTo>
                <a:lnTo>
                  <a:pt x="271294" y="44083"/>
                </a:lnTo>
                <a:lnTo>
                  <a:pt x="270663" y="44382"/>
                </a:lnTo>
                <a:lnTo>
                  <a:pt x="270032" y="44711"/>
                </a:lnTo>
                <a:lnTo>
                  <a:pt x="269064" y="45236"/>
                </a:lnTo>
                <a:lnTo>
                  <a:pt x="268134" y="45771"/>
                </a:lnTo>
                <a:lnTo>
                  <a:pt x="267241" y="46318"/>
                </a:lnTo>
                <a:lnTo>
                  <a:pt x="266386" y="46876"/>
                </a:lnTo>
                <a:lnTo>
                  <a:pt x="265569" y="47444"/>
                </a:lnTo>
                <a:lnTo>
                  <a:pt x="264789" y="48023"/>
                </a:lnTo>
                <a:lnTo>
                  <a:pt x="264047" y="48613"/>
                </a:lnTo>
                <a:lnTo>
                  <a:pt x="263343" y="49214"/>
                </a:lnTo>
                <a:lnTo>
                  <a:pt x="262676" y="49825"/>
                </a:lnTo>
                <a:lnTo>
                  <a:pt x="262047" y="50448"/>
                </a:lnTo>
                <a:lnTo>
                  <a:pt x="261456" y="51081"/>
                </a:lnTo>
                <a:lnTo>
                  <a:pt x="260902" y="51725"/>
                </a:lnTo>
                <a:lnTo>
                  <a:pt x="260902" y="86515"/>
                </a:lnTo>
                <a:lnTo>
                  <a:pt x="260908" y="87546"/>
                </a:lnTo>
                <a:lnTo>
                  <a:pt x="260927" y="88516"/>
                </a:lnTo>
                <a:lnTo>
                  <a:pt x="260958" y="89424"/>
                </a:lnTo>
                <a:lnTo>
                  <a:pt x="261001" y="90269"/>
                </a:lnTo>
                <a:lnTo>
                  <a:pt x="261057" y="91053"/>
                </a:lnTo>
                <a:lnTo>
                  <a:pt x="261125" y="91775"/>
                </a:lnTo>
                <a:lnTo>
                  <a:pt x="261205" y="92435"/>
                </a:lnTo>
                <a:lnTo>
                  <a:pt x="261298" y="93033"/>
                </a:lnTo>
                <a:lnTo>
                  <a:pt x="261403" y="93568"/>
                </a:lnTo>
                <a:lnTo>
                  <a:pt x="261521" y="94042"/>
                </a:lnTo>
                <a:lnTo>
                  <a:pt x="261651" y="94454"/>
                </a:lnTo>
                <a:lnTo>
                  <a:pt x="261793" y="94804"/>
                </a:lnTo>
                <a:lnTo>
                  <a:pt x="261948" y="95116"/>
                </a:lnTo>
                <a:lnTo>
                  <a:pt x="262114" y="95415"/>
                </a:lnTo>
                <a:lnTo>
                  <a:pt x="262293" y="95700"/>
                </a:lnTo>
                <a:lnTo>
                  <a:pt x="262483" y="95973"/>
                </a:lnTo>
                <a:lnTo>
                  <a:pt x="262685" y="96232"/>
                </a:lnTo>
                <a:lnTo>
                  <a:pt x="262899" y="96477"/>
                </a:lnTo>
                <a:lnTo>
                  <a:pt x="263125" y="96710"/>
                </a:lnTo>
                <a:lnTo>
                  <a:pt x="263363" y="96929"/>
                </a:lnTo>
                <a:lnTo>
                  <a:pt x="263612" y="97135"/>
                </a:lnTo>
                <a:lnTo>
                  <a:pt x="263874" y="97327"/>
                </a:lnTo>
                <a:lnTo>
                  <a:pt x="264147" y="97507"/>
                </a:lnTo>
                <a:lnTo>
                  <a:pt x="264433" y="97673"/>
                </a:lnTo>
                <a:lnTo>
                  <a:pt x="264749" y="97826"/>
                </a:lnTo>
                <a:lnTo>
                  <a:pt x="265115" y="97965"/>
                </a:lnTo>
                <a:lnTo>
                  <a:pt x="265532" y="98091"/>
                </a:lnTo>
                <a:lnTo>
                  <a:pt x="265998" y="98204"/>
                </a:lnTo>
                <a:lnTo>
                  <a:pt x="266514" y="98304"/>
                </a:lnTo>
                <a:lnTo>
                  <a:pt x="267081" y="98390"/>
                </a:lnTo>
                <a:lnTo>
                  <a:pt x="267697" y="98464"/>
                </a:lnTo>
                <a:lnTo>
                  <a:pt x="268364" y="98523"/>
                </a:lnTo>
                <a:lnTo>
                  <a:pt x="269080" y="98570"/>
                </a:lnTo>
                <a:lnTo>
                  <a:pt x="269847" y="98603"/>
                </a:lnTo>
                <a:lnTo>
                  <a:pt x="270663" y="98623"/>
                </a:lnTo>
                <a:lnTo>
                  <a:pt x="271530" y="98630"/>
                </a:lnTo>
                <a:lnTo>
                  <a:pt x="271530" y="101265"/>
                </a:lnTo>
                <a:lnTo>
                  <a:pt x="239218" y="101265"/>
                </a:lnTo>
                <a:lnTo>
                  <a:pt x="239218" y="98630"/>
                </a:lnTo>
                <a:lnTo>
                  <a:pt x="239948" y="98623"/>
                </a:lnTo>
                <a:lnTo>
                  <a:pt x="240640" y="98603"/>
                </a:lnTo>
                <a:lnTo>
                  <a:pt x="241295" y="98570"/>
                </a:lnTo>
                <a:lnTo>
                  <a:pt x="241912" y="98523"/>
                </a:lnTo>
                <a:lnTo>
                  <a:pt x="242492" y="98463"/>
                </a:lnTo>
                <a:lnTo>
                  <a:pt x="243034" y="98390"/>
                </a:lnTo>
                <a:lnTo>
                  <a:pt x="243538" y="98303"/>
                </a:lnTo>
                <a:lnTo>
                  <a:pt x="244005" y="98203"/>
                </a:lnTo>
                <a:lnTo>
                  <a:pt x="244434" y="98090"/>
                </a:lnTo>
                <a:lnTo>
                  <a:pt x="244825" y="97964"/>
                </a:lnTo>
                <a:lnTo>
                  <a:pt x="245179" y="97824"/>
                </a:lnTo>
                <a:lnTo>
                  <a:pt x="245495" y="97671"/>
                </a:lnTo>
                <a:lnTo>
                  <a:pt x="245786" y="97503"/>
                </a:lnTo>
                <a:lnTo>
                  <a:pt x="246065" y="97319"/>
                </a:lnTo>
                <a:lnTo>
                  <a:pt x="246333" y="97120"/>
                </a:lnTo>
                <a:lnTo>
                  <a:pt x="246588" y="96905"/>
                </a:lnTo>
                <a:lnTo>
                  <a:pt x="246832" y="96674"/>
                </a:lnTo>
                <a:lnTo>
                  <a:pt x="247064" y="96427"/>
                </a:lnTo>
                <a:lnTo>
                  <a:pt x="247284" y="96165"/>
                </a:lnTo>
                <a:lnTo>
                  <a:pt x="247492" y="95886"/>
                </a:lnTo>
                <a:lnTo>
                  <a:pt x="247688" y="95592"/>
                </a:lnTo>
                <a:lnTo>
                  <a:pt x="247872" y="95282"/>
                </a:lnTo>
                <a:lnTo>
                  <a:pt x="248045" y="94957"/>
                </a:lnTo>
                <a:lnTo>
                  <a:pt x="248205" y="94615"/>
                </a:lnTo>
                <a:lnTo>
                  <a:pt x="248353" y="94238"/>
                </a:lnTo>
                <a:lnTo>
                  <a:pt x="248489" y="93807"/>
                </a:lnTo>
                <a:lnTo>
                  <a:pt x="248611" y="93320"/>
                </a:lnTo>
                <a:lnTo>
                  <a:pt x="248720" y="92779"/>
                </a:lnTo>
                <a:lnTo>
                  <a:pt x="248817" y="92184"/>
                </a:lnTo>
                <a:lnTo>
                  <a:pt x="248901" y="91533"/>
                </a:lnTo>
                <a:lnTo>
                  <a:pt x="248972" y="90828"/>
                </a:lnTo>
                <a:lnTo>
                  <a:pt x="249029" y="90067"/>
                </a:lnTo>
                <a:lnTo>
                  <a:pt x="249075" y="89252"/>
                </a:lnTo>
                <a:lnTo>
                  <a:pt x="249107" y="88383"/>
                </a:lnTo>
                <a:lnTo>
                  <a:pt x="249126" y="87458"/>
                </a:lnTo>
                <a:lnTo>
                  <a:pt x="249132" y="86479"/>
                </a:lnTo>
                <a:lnTo>
                  <a:pt x="249132" y="61610"/>
                </a:lnTo>
                <a:lnTo>
                  <a:pt x="249128" y="59875"/>
                </a:lnTo>
                <a:lnTo>
                  <a:pt x="249115" y="58245"/>
                </a:lnTo>
                <a:lnTo>
                  <a:pt x="249092" y="56720"/>
                </a:lnTo>
                <a:lnTo>
                  <a:pt x="249061" y="55301"/>
                </a:lnTo>
                <a:lnTo>
                  <a:pt x="249021" y="53988"/>
                </a:lnTo>
                <a:lnTo>
                  <a:pt x="248972" y="52781"/>
                </a:lnTo>
                <a:lnTo>
                  <a:pt x="248914" y="51679"/>
                </a:lnTo>
                <a:lnTo>
                  <a:pt x="248847" y="50683"/>
                </a:lnTo>
                <a:lnTo>
                  <a:pt x="248771" y="49792"/>
                </a:lnTo>
                <a:lnTo>
                  <a:pt x="248687" y="49008"/>
                </a:lnTo>
                <a:lnTo>
                  <a:pt x="248593" y="48328"/>
                </a:lnTo>
                <a:lnTo>
                  <a:pt x="248491" y="47755"/>
                </a:lnTo>
                <a:lnTo>
                  <a:pt x="248403" y="47374"/>
                </a:lnTo>
                <a:lnTo>
                  <a:pt x="248308" y="47013"/>
                </a:lnTo>
                <a:lnTo>
                  <a:pt x="248205" y="46673"/>
                </a:lnTo>
                <a:lnTo>
                  <a:pt x="248094" y="46353"/>
                </a:lnTo>
                <a:lnTo>
                  <a:pt x="247975" y="46053"/>
                </a:lnTo>
                <a:lnTo>
                  <a:pt x="247849" y="45774"/>
                </a:lnTo>
                <a:lnTo>
                  <a:pt x="247714" y="45514"/>
                </a:lnTo>
                <a:lnTo>
                  <a:pt x="247571" y="45275"/>
                </a:lnTo>
                <a:lnTo>
                  <a:pt x="247421" y="45056"/>
                </a:lnTo>
                <a:lnTo>
                  <a:pt x="247262" y="44858"/>
                </a:lnTo>
                <a:lnTo>
                  <a:pt x="247096" y="44679"/>
                </a:lnTo>
                <a:lnTo>
                  <a:pt x="246921" y="44521"/>
                </a:lnTo>
                <a:lnTo>
                  <a:pt x="246738" y="44380"/>
                </a:lnTo>
                <a:lnTo>
                  <a:pt x="246543" y="44250"/>
                </a:lnTo>
                <a:lnTo>
                  <a:pt x="246337" y="44133"/>
                </a:lnTo>
                <a:lnTo>
                  <a:pt x="246121" y="44028"/>
                </a:lnTo>
                <a:lnTo>
                  <a:pt x="245893" y="43936"/>
                </a:lnTo>
                <a:lnTo>
                  <a:pt x="245655" y="43855"/>
                </a:lnTo>
                <a:lnTo>
                  <a:pt x="245406" y="43788"/>
                </a:lnTo>
                <a:lnTo>
                  <a:pt x="245146" y="43732"/>
                </a:lnTo>
                <a:lnTo>
                  <a:pt x="244875" y="43689"/>
                </a:lnTo>
                <a:lnTo>
                  <a:pt x="244593" y="43658"/>
                </a:lnTo>
                <a:lnTo>
                  <a:pt x="244300" y="43640"/>
                </a:lnTo>
                <a:lnTo>
                  <a:pt x="243997" y="43633"/>
                </a:lnTo>
                <a:lnTo>
                  <a:pt x="243658" y="43641"/>
                </a:lnTo>
                <a:lnTo>
                  <a:pt x="243309" y="43663"/>
                </a:lnTo>
                <a:lnTo>
                  <a:pt x="242949" y="43700"/>
                </a:lnTo>
                <a:lnTo>
                  <a:pt x="242578" y="43752"/>
                </a:lnTo>
                <a:lnTo>
                  <a:pt x="242196" y="43818"/>
                </a:lnTo>
                <a:lnTo>
                  <a:pt x="241803" y="43900"/>
                </a:lnTo>
                <a:lnTo>
                  <a:pt x="241400" y="43996"/>
                </a:lnTo>
                <a:lnTo>
                  <a:pt x="240985" y="44107"/>
                </a:lnTo>
                <a:lnTo>
                  <a:pt x="240560" y="44233"/>
                </a:lnTo>
                <a:lnTo>
                  <a:pt x="240123" y="44374"/>
                </a:lnTo>
                <a:lnTo>
                  <a:pt x="239676" y="44529"/>
                </a:lnTo>
                <a:lnTo>
                  <a:pt x="239218" y="44699"/>
                </a:lnTo>
                <a:lnTo>
                  <a:pt x="238148" y="42140"/>
                </a:lnTo>
                <a:lnTo>
                  <a:pt x="257835" y="34182"/>
                </a:lnTo>
                <a:lnTo>
                  <a:pt x="260902" y="34182"/>
                </a:lnTo>
                <a:lnTo>
                  <a:pt x="260902" y="48069"/>
                </a:lnTo>
                <a:close/>
                <a:moveTo>
                  <a:pt x="391734" y="91864"/>
                </a:moveTo>
                <a:lnTo>
                  <a:pt x="390110" y="93113"/>
                </a:lnTo>
                <a:lnTo>
                  <a:pt x="388590" y="94270"/>
                </a:lnTo>
                <a:lnTo>
                  <a:pt x="387174" y="95336"/>
                </a:lnTo>
                <a:lnTo>
                  <a:pt x="385861" y="96311"/>
                </a:lnTo>
                <a:lnTo>
                  <a:pt x="384653" y="97196"/>
                </a:lnTo>
                <a:lnTo>
                  <a:pt x="383549" y="97989"/>
                </a:lnTo>
                <a:lnTo>
                  <a:pt x="382549" y="98691"/>
                </a:lnTo>
                <a:lnTo>
                  <a:pt x="381653" y="99302"/>
                </a:lnTo>
                <a:lnTo>
                  <a:pt x="380861" y="99823"/>
                </a:lnTo>
                <a:lnTo>
                  <a:pt x="380173" y="100252"/>
                </a:lnTo>
                <a:lnTo>
                  <a:pt x="379589" y="100590"/>
                </a:lnTo>
                <a:lnTo>
                  <a:pt x="379109" y="100837"/>
                </a:lnTo>
                <a:lnTo>
                  <a:pt x="378463" y="101133"/>
                </a:lnTo>
                <a:lnTo>
                  <a:pt x="377811" y="101403"/>
                </a:lnTo>
                <a:lnTo>
                  <a:pt x="377152" y="101647"/>
                </a:lnTo>
                <a:lnTo>
                  <a:pt x="376485" y="101866"/>
                </a:lnTo>
                <a:lnTo>
                  <a:pt x="375812" y="102059"/>
                </a:lnTo>
                <a:lnTo>
                  <a:pt x="375132" y="102226"/>
                </a:lnTo>
                <a:lnTo>
                  <a:pt x="374445" y="102367"/>
                </a:lnTo>
                <a:lnTo>
                  <a:pt x="373751" y="102483"/>
                </a:lnTo>
                <a:lnTo>
                  <a:pt x="373050" y="102573"/>
                </a:lnTo>
                <a:lnTo>
                  <a:pt x="372342" y="102637"/>
                </a:lnTo>
                <a:lnTo>
                  <a:pt x="371628" y="102676"/>
                </a:lnTo>
                <a:lnTo>
                  <a:pt x="370906" y="102689"/>
                </a:lnTo>
                <a:lnTo>
                  <a:pt x="369793" y="102657"/>
                </a:lnTo>
                <a:lnTo>
                  <a:pt x="368714" y="102560"/>
                </a:lnTo>
                <a:lnTo>
                  <a:pt x="367667" y="102400"/>
                </a:lnTo>
                <a:lnTo>
                  <a:pt x="366654" y="102175"/>
                </a:lnTo>
                <a:lnTo>
                  <a:pt x="365674" y="101885"/>
                </a:lnTo>
                <a:lnTo>
                  <a:pt x="364727" y="101532"/>
                </a:lnTo>
                <a:lnTo>
                  <a:pt x="363813" y="101114"/>
                </a:lnTo>
                <a:lnTo>
                  <a:pt x="362933" y="100632"/>
                </a:lnTo>
                <a:lnTo>
                  <a:pt x="362086" y="100085"/>
                </a:lnTo>
                <a:lnTo>
                  <a:pt x="361271" y="99474"/>
                </a:lnTo>
                <a:lnTo>
                  <a:pt x="360491" y="98799"/>
                </a:lnTo>
                <a:lnTo>
                  <a:pt x="359743" y="98060"/>
                </a:lnTo>
                <a:lnTo>
                  <a:pt x="359042" y="97268"/>
                </a:lnTo>
                <a:lnTo>
                  <a:pt x="358402" y="96436"/>
                </a:lnTo>
                <a:lnTo>
                  <a:pt x="357824" y="95563"/>
                </a:lnTo>
                <a:lnTo>
                  <a:pt x="357306" y="94650"/>
                </a:lnTo>
                <a:lnTo>
                  <a:pt x="356849" y="93696"/>
                </a:lnTo>
                <a:lnTo>
                  <a:pt x="356453" y="92701"/>
                </a:lnTo>
                <a:lnTo>
                  <a:pt x="356118" y="91666"/>
                </a:lnTo>
                <a:lnTo>
                  <a:pt x="355843" y="90591"/>
                </a:lnTo>
                <a:lnTo>
                  <a:pt x="355630" y="89474"/>
                </a:lnTo>
                <a:lnTo>
                  <a:pt x="355478" y="88318"/>
                </a:lnTo>
                <a:lnTo>
                  <a:pt x="355387" y="87120"/>
                </a:lnTo>
                <a:lnTo>
                  <a:pt x="355356" y="85883"/>
                </a:lnTo>
                <a:lnTo>
                  <a:pt x="355371" y="85096"/>
                </a:lnTo>
                <a:lnTo>
                  <a:pt x="355416" y="84328"/>
                </a:lnTo>
                <a:lnTo>
                  <a:pt x="355490" y="83577"/>
                </a:lnTo>
                <a:lnTo>
                  <a:pt x="355594" y="82844"/>
                </a:lnTo>
                <a:lnTo>
                  <a:pt x="355728" y="82129"/>
                </a:lnTo>
                <a:lnTo>
                  <a:pt x="355891" y="81432"/>
                </a:lnTo>
                <a:lnTo>
                  <a:pt x="356084" y="80752"/>
                </a:lnTo>
                <a:lnTo>
                  <a:pt x="356307" y="80091"/>
                </a:lnTo>
                <a:lnTo>
                  <a:pt x="356560" y="79447"/>
                </a:lnTo>
                <a:lnTo>
                  <a:pt x="356842" y="78821"/>
                </a:lnTo>
                <a:lnTo>
                  <a:pt x="357154" y="78212"/>
                </a:lnTo>
                <a:lnTo>
                  <a:pt x="357496" y="77622"/>
                </a:lnTo>
                <a:lnTo>
                  <a:pt x="358013" y="76819"/>
                </a:lnTo>
                <a:lnTo>
                  <a:pt x="358591" y="76024"/>
                </a:lnTo>
                <a:lnTo>
                  <a:pt x="359228" y="75236"/>
                </a:lnTo>
                <a:lnTo>
                  <a:pt x="359925" y="74457"/>
                </a:lnTo>
                <a:lnTo>
                  <a:pt x="360682" y="73685"/>
                </a:lnTo>
                <a:lnTo>
                  <a:pt x="361499" y="72922"/>
                </a:lnTo>
                <a:lnTo>
                  <a:pt x="362376" y="72166"/>
                </a:lnTo>
                <a:lnTo>
                  <a:pt x="363313" y="71419"/>
                </a:lnTo>
                <a:lnTo>
                  <a:pt x="364310" y="70679"/>
                </a:lnTo>
                <a:lnTo>
                  <a:pt x="365367" y="69947"/>
                </a:lnTo>
                <a:lnTo>
                  <a:pt x="366484" y="69223"/>
                </a:lnTo>
                <a:lnTo>
                  <a:pt x="367660" y="68507"/>
                </a:lnTo>
                <a:lnTo>
                  <a:pt x="368934" y="67782"/>
                </a:lnTo>
                <a:lnTo>
                  <a:pt x="370340" y="67031"/>
                </a:lnTo>
                <a:lnTo>
                  <a:pt x="371880" y="66255"/>
                </a:lnTo>
                <a:lnTo>
                  <a:pt x="373553" y="65452"/>
                </a:lnTo>
                <a:lnTo>
                  <a:pt x="375359" y="64625"/>
                </a:lnTo>
                <a:lnTo>
                  <a:pt x="377299" y="63771"/>
                </a:lnTo>
                <a:lnTo>
                  <a:pt x="379372" y="62892"/>
                </a:lnTo>
                <a:lnTo>
                  <a:pt x="381578" y="61987"/>
                </a:lnTo>
                <a:lnTo>
                  <a:pt x="383917" y="61056"/>
                </a:lnTo>
                <a:lnTo>
                  <a:pt x="386389" y="60100"/>
                </a:lnTo>
                <a:lnTo>
                  <a:pt x="388995" y="59117"/>
                </a:lnTo>
                <a:lnTo>
                  <a:pt x="391734" y="58110"/>
                </a:lnTo>
                <a:lnTo>
                  <a:pt x="391734" y="55546"/>
                </a:lnTo>
                <a:lnTo>
                  <a:pt x="391713" y="53962"/>
                </a:lnTo>
                <a:lnTo>
                  <a:pt x="391648" y="52464"/>
                </a:lnTo>
                <a:lnTo>
                  <a:pt x="391540" y="51051"/>
                </a:lnTo>
                <a:lnTo>
                  <a:pt x="391389" y="49722"/>
                </a:lnTo>
                <a:lnTo>
                  <a:pt x="391195" y="48479"/>
                </a:lnTo>
                <a:lnTo>
                  <a:pt x="390958" y="47321"/>
                </a:lnTo>
                <a:lnTo>
                  <a:pt x="390678" y="46248"/>
                </a:lnTo>
                <a:lnTo>
                  <a:pt x="390355" y="45260"/>
                </a:lnTo>
                <a:lnTo>
                  <a:pt x="389989" y="44357"/>
                </a:lnTo>
                <a:lnTo>
                  <a:pt x="389579" y="43539"/>
                </a:lnTo>
                <a:lnTo>
                  <a:pt x="389127" y="42806"/>
                </a:lnTo>
                <a:lnTo>
                  <a:pt x="388631" y="42158"/>
                </a:lnTo>
                <a:lnTo>
                  <a:pt x="388095" y="41578"/>
                </a:lnTo>
                <a:lnTo>
                  <a:pt x="387519" y="41048"/>
                </a:lnTo>
                <a:lnTo>
                  <a:pt x="386904" y="40569"/>
                </a:lnTo>
                <a:lnTo>
                  <a:pt x="386250" y="40140"/>
                </a:lnTo>
                <a:lnTo>
                  <a:pt x="385556" y="39762"/>
                </a:lnTo>
                <a:lnTo>
                  <a:pt x="384824" y="39434"/>
                </a:lnTo>
                <a:lnTo>
                  <a:pt x="384053" y="39157"/>
                </a:lnTo>
                <a:lnTo>
                  <a:pt x="383242" y="38930"/>
                </a:lnTo>
                <a:lnTo>
                  <a:pt x="382392" y="38753"/>
                </a:lnTo>
                <a:lnTo>
                  <a:pt x="381503" y="38627"/>
                </a:lnTo>
                <a:lnTo>
                  <a:pt x="380575" y="38551"/>
                </a:lnTo>
                <a:lnTo>
                  <a:pt x="379608" y="38526"/>
                </a:lnTo>
                <a:lnTo>
                  <a:pt x="378872" y="38543"/>
                </a:lnTo>
                <a:lnTo>
                  <a:pt x="378162" y="38593"/>
                </a:lnTo>
                <a:lnTo>
                  <a:pt x="377477" y="38677"/>
                </a:lnTo>
                <a:lnTo>
                  <a:pt x="376818" y="38794"/>
                </a:lnTo>
                <a:lnTo>
                  <a:pt x="376185" y="38945"/>
                </a:lnTo>
                <a:lnTo>
                  <a:pt x="375578" y="39129"/>
                </a:lnTo>
                <a:lnTo>
                  <a:pt x="374996" y="39347"/>
                </a:lnTo>
                <a:lnTo>
                  <a:pt x="374441" y="39598"/>
                </a:lnTo>
                <a:lnTo>
                  <a:pt x="373911" y="39883"/>
                </a:lnTo>
                <a:lnTo>
                  <a:pt x="373406" y="40201"/>
                </a:lnTo>
                <a:lnTo>
                  <a:pt x="372928" y="40553"/>
                </a:lnTo>
                <a:lnTo>
                  <a:pt x="372475" y="40938"/>
                </a:lnTo>
                <a:lnTo>
                  <a:pt x="372042" y="41345"/>
                </a:lnTo>
                <a:lnTo>
                  <a:pt x="371647" y="41762"/>
                </a:lnTo>
                <a:lnTo>
                  <a:pt x="371289" y="42189"/>
                </a:lnTo>
                <a:lnTo>
                  <a:pt x="370969" y="42626"/>
                </a:lnTo>
                <a:lnTo>
                  <a:pt x="370687" y="43072"/>
                </a:lnTo>
                <a:lnTo>
                  <a:pt x="370442" y="43528"/>
                </a:lnTo>
                <a:lnTo>
                  <a:pt x="370235" y="43994"/>
                </a:lnTo>
                <a:lnTo>
                  <a:pt x="370066" y="44470"/>
                </a:lnTo>
                <a:lnTo>
                  <a:pt x="369934" y="44956"/>
                </a:lnTo>
                <a:lnTo>
                  <a:pt x="369840" y="45452"/>
                </a:lnTo>
                <a:lnTo>
                  <a:pt x="369783" y="45958"/>
                </a:lnTo>
                <a:lnTo>
                  <a:pt x="369765" y="46473"/>
                </a:lnTo>
                <a:lnTo>
                  <a:pt x="369907" y="50588"/>
                </a:lnTo>
                <a:lnTo>
                  <a:pt x="369896" y="51121"/>
                </a:lnTo>
                <a:lnTo>
                  <a:pt x="369861" y="51634"/>
                </a:lnTo>
                <a:lnTo>
                  <a:pt x="369803" y="52126"/>
                </a:lnTo>
                <a:lnTo>
                  <a:pt x="369721" y="52597"/>
                </a:lnTo>
                <a:lnTo>
                  <a:pt x="369616" y="53048"/>
                </a:lnTo>
                <a:lnTo>
                  <a:pt x="369488" y="53478"/>
                </a:lnTo>
                <a:lnTo>
                  <a:pt x="369337" y="53887"/>
                </a:lnTo>
                <a:lnTo>
                  <a:pt x="369162" y="54276"/>
                </a:lnTo>
                <a:lnTo>
                  <a:pt x="368964" y="54644"/>
                </a:lnTo>
                <a:lnTo>
                  <a:pt x="368743" y="54991"/>
                </a:lnTo>
                <a:lnTo>
                  <a:pt x="368499" y="55318"/>
                </a:lnTo>
                <a:lnTo>
                  <a:pt x="368231" y="55624"/>
                </a:lnTo>
                <a:lnTo>
                  <a:pt x="367944" y="55907"/>
                </a:lnTo>
                <a:lnTo>
                  <a:pt x="367644" y="56166"/>
                </a:lnTo>
                <a:lnTo>
                  <a:pt x="367328" y="56400"/>
                </a:lnTo>
                <a:lnTo>
                  <a:pt x="366999" y="56609"/>
                </a:lnTo>
                <a:lnTo>
                  <a:pt x="366655" y="56794"/>
                </a:lnTo>
                <a:lnTo>
                  <a:pt x="366296" y="56954"/>
                </a:lnTo>
                <a:lnTo>
                  <a:pt x="365923" y="57090"/>
                </a:lnTo>
                <a:lnTo>
                  <a:pt x="365536" y="57200"/>
                </a:lnTo>
                <a:lnTo>
                  <a:pt x="365135" y="57287"/>
                </a:lnTo>
                <a:lnTo>
                  <a:pt x="364719" y="57348"/>
                </a:lnTo>
                <a:lnTo>
                  <a:pt x="364289" y="57385"/>
                </a:lnTo>
                <a:lnTo>
                  <a:pt x="363844" y="57398"/>
                </a:lnTo>
                <a:lnTo>
                  <a:pt x="363411" y="57385"/>
                </a:lnTo>
                <a:lnTo>
                  <a:pt x="362991" y="57346"/>
                </a:lnTo>
                <a:lnTo>
                  <a:pt x="362585" y="57282"/>
                </a:lnTo>
                <a:lnTo>
                  <a:pt x="362192" y="57193"/>
                </a:lnTo>
                <a:lnTo>
                  <a:pt x="361812" y="57077"/>
                </a:lnTo>
                <a:lnTo>
                  <a:pt x="361446" y="56936"/>
                </a:lnTo>
                <a:lnTo>
                  <a:pt x="361093" y="56770"/>
                </a:lnTo>
                <a:lnTo>
                  <a:pt x="360753" y="56578"/>
                </a:lnTo>
                <a:lnTo>
                  <a:pt x="360427" y="56360"/>
                </a:lnTo>
                <a:lnTo>
                  <a:pt x="360114" y="56116"/>
                </a:lnTo>
                <a:lnTo>
                  <a:pt x="359815" y="55847"/>
                </a:lnTo>
                <a:lnTo>
                  <a:pt x="359529" y="55553"/>
                </a:lnTo>
                <a:lnTo>
                  <a:pt x="359261" y="55235"/>
                </a:lnTo>
                <a:lnTo>
                  <a:pt x="359017" y="54899"/>
                </a:lnTo>
                <a:lnTo>
                  <a:pt x="358795" y="54545"/>
                </a:lnTo>
                <a:lnTo>
                  <a:pt x="358598" y="54171"/>
                </a:lnTo>
                <a:lnTo>
                  <a:pt x="358423" y="53779"/>
                </a:lnTo>
                <a:lnTo>
                  <a:pt x="358272" y="53368"/>
                </a:lnTo>
                <a:lnTo>
                  <a:pt x="358144" y="52939"/>
                </a:lnTo>
                <a:lnTo>
                  <a:pt x="358039" y="52490"/>
                </a:lnTo>
                <a:lnTo>
                  <a:pt x="357957" y="52023"/>
                </a:lnTo>
                <a:lnTo>
                  <a:pt x="357899" y="51538"/>
                </a:lnTo>
                <a:lnTo>
                  <a:pt x="357864" y="51033"/>
                </a:lnTo>
                <a:lnTo>
                  <a:pt x="357853" y="50510"/>
                </a:lnTo>
                <a:lnTo>
                  <a:pt x="357896" y="49499"/>
                </a:lnTo>
                <a:lnTo>
                  <a:pt x="358027" y="48503"/>
                </a:lnTo>
                <a:lnTo>
                  <a:pt x="358245" y="47520"/>
                </a:lnTo>
                <a:lnTo>
                  <a:pt x="358550" y="46551"/>
                </a:lnTo>
                <a:lnTo>
                  <a:pt x="358942" y="45595"/>
                </a:lnTo>
                <a:lnTo>
                  <a:pt x="359422" y="44654"/>
                </a:lnTo>
                <a:lnTo>
                  <a:pt x="359989" y="43726"/>
                </a:lnTo>
                <a:lnTo>
                  <a:pt x="360642" y="42812"/>
                </a:lnTo>
                <a:lnTo>
                  <a:pt x="361383" y="41912"/>
                </a:lnTo>
                <a:lnTo>
                  <a:pt x="362212" y="41025"/>
                </a:lnTo>
                <a:lnTo>
                  <a:pt x="363127" y="40153"/>
                </a:lnTo>
                <a:lnTo>
                  <a:pt x="364130" y="39294"/>
                </a:lnTo>
                <a:lnTo>
                  <a:pt x="365211" y="38477"/>
                </a:lnTo>
                <a:lnTo>
                  <a:pt x="366363" y="37732"/>
                </a:lnTo>
                <a:lnTo>
                  <a:pt x="367585" y="37057"/>
                </a:lnTo>
                <a:lnTo>
                  <a:pt x="368877" y="36454"/>
                </a:lnTo>
                <a:lnTo>
                  <a:pt x="370240" y="35922"/>
                </a:lnTo>
                <a:lnTo>
                  <a:pt x="371673" y="35460"/>
                </a:lnTo>
                <a:lnTo>
                  <a:pt x="373176" y="35070"/>
                </a:lnTo>
                <a:lnTo>
                  <a:pt x="374750" y="34750"/>
                </a:lnTo>
                <a:lnTo>
                  <a:pt x="376394" y="34502"/>
                </a:lnTo>
                <a:lnTo>
                  <a:pt x="378108" y="34324"/>
                </a:lnTo>
                <a:lnTo>
                  <a:pt x="379893" y="34218"/>
                </a:lnTo>
                <a:lnTo>
                  <a:pt x="381748" y="34182"/>
                </a:lnTo>
                <a:lnTo>
                  <a:pt x="383177" y="34202"/>
                </a:lnTo>
                <a:lnTo>
                  <a:pt x="384562" y="34263"/>
                </a:lnTo>
                <a:lnTo>
                  <a:pt x="385903" y="34364"/>
                </a:lnTo>
                <a:lnTo>
                  <a:pt x="387201" y="34506"/>
                </a:lnTo>
                <a:lnTo>
                  <a:pt x="388455" y="34688"/>
                </a:lnTo>
                <a:lnTo>
                  <a:pt x="389666" y="34911"/>
                </a:lnTo>
                <a:lnTo>
                  <a:pt x="390833" y="35174"/>
                </a:lnTo>
                <a:lnTo>
                  <a:pt x="391956" y="35478"/>
                </a:lnTo>
                <a:lnTo>
                  <a:pt x="393036" y="35822"/>
                </a:lnTo>
                <a:lnTo>
                  <a:pt x="394072" y="36207"/>
                </a:lnTo>
                <a:lnTo>
                  <a:pt x="395065" y="36632"/>
                </a:lnTo>
                <a:lnTo>
                  <a:pt x="396014" y="37097"/>
                </a:lnTo>
                <a:lnTo>
                  <a:pt x="396700" y="37482"/>
                </a:lnTo>
                <a:lnTo>
                  <a:pt x="397355" y="37902"/>
                </a:lnTo>
                <a:lnTo>
                  <a:pt x="397980" y="38356"/>
                </a:lnTo>
                <a:lnTo>
                  <a:pt x="398574" y="38844"/>
                </a:lnTo>
                <a:lnTo>
                  <a:pt x="399137" y="39368"/>
                </a:lnTo>
                <a:lnTo>
                  <a:pt x="399670" y="39925"/>
                </a:lnTo>
                <a:lnTo>
                  <a:pt x="400171" y="40518"/>
                </a:lnTo>
                <a:lnTo>
                  <a:pt x="400642" y="41145"/>
                </a:lnTo>
                <a:lnTo>
                  <a:pt x="401083" y="41806"/>
                </a:lnTo>
                <a:lnTo>
                  <a:pt x="401492" y="42502"/>
                </a:lnTo>
                <a:lnTo>
                  <a:pt x="401871" y="43233"/>
                </a:lnTo>
                <a:lnTo>
                  <a:pt x="402220" y="43998"/>
                </a:lnTo>
                <a:lnTo>
                  <a:pt x="402425" y="44552"/>
                </a:lnTo>
                <a:lnTo>
                  <a:pt x="402612" y="45195"/>
                </a:lnTo>
                <a:lnTo>
                  <a:pt x="402781" y="45927"/>
                </a:lnTo>
                <a:lnTo>
                  <a:pt x="402933" y="46748"/>
                </a:lnTo>
                <a:lnTo>
                  <a:pt x="403067" y="47658"/>
                </a:lnTo>
                <a:lnTo>
                  <a:pt x="403183" y="48657"/>
                </a:lnTo>
                <a:lnTo>
                  <a:pt x="403281" y="49744"/>
                </a:lnTo>
                <a:lnTo>
                  <a:pt x="403361" y="50921"/>
                </a:lnTo>
                <a:lnTo>
                  <a:pt x="403423" y="52186"/>
                </a:lnTo>
                <a:lnTo>
                  <a:pt x="403468" y="53541"/>
                </a:lnTo>
                <a:lnTo>
                  <a:pt x="403495" y="54984"/>
                </a:lnTo>
                <a:lnTo>
                  <a:pt x="403504" y="56516"/>
                </a:lnTo>
                <a:lnTo>
                  <a:pt x="403504" y="78637"/>
                </a:lnTo>
                <a:lnTo>
                  <a:pt x="403506" y="80140"/>
                </a:lnTo>
                <a:lnTo>
                  <a:pt x="403513" y="81542"/>
                </a:lnTo>
                <a:lnTo>
                  <a:pt x="403526" y="82844"/>
                </a:lnTo>
                <a:lnTo>
                  <a:pt x="403543" y="84046"/>
                </a:lnTo>
                <a:lnTo>
                  <a:pt x="403565" y="85148"/>
                </a:lnTo>
                <a:lnTo>
                  <a:pt x="403593" y="86150"/>
                </a:lnTo>
                <a:lnTo>
                  <a:pt x="403625" y="87051"/>
                </a:lnTo>
                <a:lnTo>
                  <a:pt x="403662" y="87852"/>
                </a:lnTo>
                <a:lnTo>
                  <a:pt x="403704" y="88553"/>
                </a:lnTo>
                <a:lnTo>
                  <a:pt x="403751" y="89153"/>
                </a:lnTo>
                <a:lnTo>
                  <a:pt x="403803" y="89653"/>
                </a:lnTo>
                <a:lnTo>
                  <a:pt x="403860" y="90053"/>
                </a:lnTo>
                <a:lnTo>
                  <a:pt x="403923" y="90393"/>
                </a:lnTo>
                <a:lnTo>
                  <a:pt x="403992" y="90714"/>
                </a:lnTo>
                <a:lnTo>
                  <a:pt x="404067" y="91016"/>
                </a:lnTo>
                <a:lnTo>
                  <a:pt x="404149" y="91298"/>
                </a:lnTo>
                <a:lnTo>
                  <a:pt x="404238" y="91561"/>
                </a:lnTo>
                <a:lnTo>
                  <a:pt x="404333" y="91805"/>
                </a:lnTo>
                <a:lnTo>
                  <a:pt x="404434" y="92030"/>
                </a:lnTo>
                <a:lnTo>
                  <a:pt x="404542" y="92235"/>
                </a:lnTo>
                <a:lnTo>
                  <a:pt x="404656" y="92421"/>
                </a:lnTo>
                <a:lnTo>
                  <a:pt x="404777" y="92588"/>
                </a:lnTo>
                <a:lnTo>
                  <a:pt x="404904" y="92735"/>
                </a:lnTo>
                <a:lnTo>
                  <a:pt x="405037" y="92864"/>
                </a:lnTo>
                <a:lnTo>
                  <a:pt x="405176" y="92977"/>
                </a:lnTo>
                <a:lnTo>
                  <a:pt x="405317" y="93081"/>
                </a:lnTo>
                <a:lnTo>
                  <a:pt x="405463" y="93174"/>
                </a:lnTo>
                <a:lnTo>
                  <a:pt x="405612" y="93258"/>
                </a:lnTo>
                <a:lnTo>
                  <a:pt x="405764" y="93332"/>
                </a:lnTo>
                <a:lnTo>
                  <a:pt x="405920" y="93396"/>
                </a:lnTo>
                <a:lnTo>
                  <a:pt x="406079" y="93450"/>
                </a:lnTo>
                <a:lnTo>
                  <a:pt x="406242" y="93495"/>
                </a:lnTo>
                <a:lnTo>
                  <a:pt x="406408" y="93529"/>
                </a:lnTo>
                <a:lnTo>
                  <a:pt x="406578" y="93554"/>
                </a:lnTo>
                <a:lnTo>
                  <a:pt x="406751" y="93569"/>
                </a:lnTo>
                <a:lnTo>
                  <a:pt x="406927" y="93574"/>
                </a:lnTo>
                <a:lnTo>
                  <a:pt x="407116" y="93570"/>
                </a:lnTo>
                <a:lnTo>
                  <a:pt x="407300" y="93560"/>
                </a:lnTo>
                <a:lnTo>
                  <a:pt x="407480" y="93542"/>
                </a:lnTo>
                <a:lnTo>
                  <a:pt x="407656" y="93518"/>
                </a:lnTo>
                <a:lnTo>
                  <a:pt x="407829" y="93487"/>
                </a:lnTo>
                <a:lnTo>
                  <a:pt x="407997" y="93449"/>
                </a:lnTo>
                <a:lnTo>
                  <a:pt x="408162" y="93404"/>
                </a:lnTo>
                <a:lnTo>
                  <a:pt x="408322" y="93352"/>
                </a:lnTo>
                <a:lnTo>
                  <a:pt x="408479" y="93293"/>
                </a:lnTo>
                <a:lnTo>
                  <a:pt x="408631" y="93227"/>
                </a:lnTo>
                <a:lnTo>
                  <a:pt x="408780" y="93155"/>
                </a:lnTo>
                <a:lnTo>
                  <a:pt x="408925" y="93075"/>
                </a:lnTo>
                <a:lnTo>
                  <a:pt x="409194" y="92898"/>
                </a:lnTo>
                <a:lnTo>
                  <a:pt x="409501" y="92674"/>
                </a:lnTo>
                <a:lnTo>
                  <a:pt x="409847" y="92403"/>
                </a:lnTo>
                <a:lnTo>
                  <a:pt x="410232" y="92086"/>
                </a:lnTo>
                <a:lnTo>
                  <a:pt x="410656" y="91723"/>
                </a:lnTo>
                <a:lnTo>
                  <a:pt x="411118" y="91313"/>
                </a:lnTo>
                <a:lnTo>
                  <a:pt x="411619" y="90856"/>
                </a:lnTo>
                <a:lnTo>
                  <a:pt x="412158" y="90353"/>
                </a:lnTo>
                <a:lnTo>
                  <a:pt x="412736" y="89804"/>
                </a:lnTo>
                <a:lnTo>
                  <a:pt x="413353" y="89208"/>
                </a:lnTo>
                <a:lnTo>
                  <a:pt x="414008" y="88565"/>
                </a:lnTo>
                <a:lnTo>
                  <a:pt x="414702" y="87877"/>
                </a:lnTo>
                <a:lnTo>
                  <a:pt x="414702" y="91864"/>
                </a:lnTo>
                <a:lnTo>
                  <a:pt x="413376" y="93571"/>
                </a:lnTo>
                <a:lnTo>
                  <a:pt x="412059" y="95128"/>
                </a:lnTo>
                <a:lnTo>
                  <a:pt x="410752" y="96538"/>
                </a:lnTo>
                <a:lnTo>
                  <a:pt x="409456" y="97799"/>
                </a:lnTo>
                <a:lnTo>
                  <a:pt x="408169" y="98912"/>
                </a:lnTo>
                <a:lnTo>
                  <a:pt x="406892" y="99876"/>
                </a:lnTo>
                <a:lnTo>
                  <a:pt x="405625" y="100692"/>
                </a:lnTo>
                <a:lnTo>
                  <a:pt x="404367" y="101360"/>
                </a:lnTo>
                <a:lnTo>
                  <a:pt x="403120" y="101879"/>
                </a:lnTo>
                <a:lnTo>
                  <a:pt x="401883" y="102250"/>
                </a:lnTo>
                <a:lnTo>
                  <a:pt x="400655" y="102472"/>
                </a:lnTo>
                <a:lnTo>
                  <a:pt x="399438" y="102546"/>
                </a:lnTo>
                <a:lnTo>
                  <a:pt x="398865" y="102530"/>
                </a:lnTo>
                <a:lnTo>
                  <a:pt x="398312" y="102479"/>
                </a:lnTo>
                <a:lnTo>
                  <a:pt x="397779" y="102395"/>
                </a:lnTo>
                <a:lnTo>
                  <a:pt x="397266" y="102277"/>
                </a:lnTo>
                <a:lnTo>
                  <a:pt x="396773" y="102126"/>
                </a:lnTo>
                <a:lnTo>
                  <a:pt x="396299" y="101941"/>
                </a:lnTo>
                <a:lnTo>
                  <a:pt x="395845" y="101723"/>
                </a:lnTo>
                <a:lnTo>
                  <a:pt x="395412" y="101470"/>
                </a:lnTo>
                <a:lnTo>
                  <a:pt x="394997" y="101184"/>
                </a:lnTo>
                <a:lnTo>
                  <a:pt x="394603" y="100865"/>
                </a:lnTo>
                <a:lnTo>
                  <a:pt x="394229" y="100512"/>
                </a:lnTo>
                <a:lnTo>
                  <a:pt x="393874" y="100125"/>
                </a:lnTo>
                <a:lnTo>
                  <a:pt x="393543" y="99698"/>
                </a:lnTo>
                <a:lnTo>
                  <a:pt x="393240" y="99223"/>
                </a:lnTo>
                <a:lnTo>
                  <a:pt x="392965" y="98701"/>
                </a:lnTo>
                <a:lnTo>
                  <a:pt x="392717" y="98131"/>
                </a:lnTo>
                <a:lnTo>
                  <a:pt x="392497" y="97514"/>
                </a:lnTo>
                <a:lnTo>
                  <a:pt x="392305" y="96849"/>
                </a:lnTo>
                <a:lnTo>
                  <a:pt x="392140" y="96137"/>
                </a:lnTo>
                <a:lnTo>
                  <a:pt x="392004" y="95378"/>
                </a:lnTo>
                <a:lnTo>
                  <a:pt x="391895" y="94571"/>
                </a:lnTo>
                <a:lnTo>
                  <a:pt x="391813" y="93716"/>
                </a:lnTo>
                <a:lnTo>
                  <a:pt x="391760" y="92814"/>
                </a:lnTo>
                <a:lnTo>
                  <a:pt x="391734" y="91864"/>
                </a:lnTo>
                <a:moveTo>
                  <a:pt x="391734" y="87196"/>
                </a:moveTo>
                <a:lnTo>
                  <a:pt x="391734" y="62454"/>
                </a:lnTo>
                <a:lnTo>
                  <a:pt x="389992" y="63145"/>
                </a:lnTo>
                <a:lnTo>
                  <a:pt x="388356" y="63802"/>
                </a:lnTo>
                <a:lnTo>
                  <a:pt x="386826" y="64425"/>
                </a:lnTo>
                <a:lnTo>
                  <a:pt x="385402" y="65013"/>
                </a:lnTo>
                <a:lnTo>
                  <a:pt x="384084" y="65567"/>
                </a:lnTo>
                <a:lnTo>
                  <a:pt x="382871" y="66087"/>
                </a:lnTo>
                <a:lnTo>
                  <a:pt x="381765" y="66572"/>
                </a:lnTo>
                <a:lnTo>
                  <a:pt x="380765" y="67022"/>
                </a:lnTo>
                <a:lnTo>
                  <a:pt x="379871" y="67438"/>
                </a:lnTo>
                <a:lnTo>
                  <a:pt x="379083" y="67820"/>
                </a:lnTo>
                <a:lnTo>
                  <a:pt x="378401" y="68167"/>
                </a:lnTo>
                <a:lnTo>
                  <a:pt x="377825" y="68480"/>
                </a:lnTo>
                <a:lnTo>
                  <a:pt x="376908" y="69002"/>
                </a:lnTo>
                <a:lnTo>
                  <a:pt x="376036" y="69528"/>
                </a:lnTo>
                <a:lnTo>
                  <a:pt x="375208" y="70058"/>
                </a:lnTo>
                <a:lnTo>
                  <a:pt x="374425" y="70591"/>
                </a:lnTo>
                <a:lnTo>
                  <a:pt x="373686" y="71129"/>
                </a:lnTo>
                <a:lnTo>
                  <a:pt x="372992" y="71671"/>
                </a:lnTo>
                <a:lnTo>
                  <a:pt x="372343" y="72216"/>
                </a:lnTo>
                <a:lnTo>
                  <a:pt x="371738" y="72766"/>
                </a:lnTo>
                <a:lnTo>
                  <a:pt x="371178" y="73319"/>
                </a:lnTo>
                <a:lnTo>
                  <a:pt x="370662" y="73876"/>
                </a:lnTo>
                <a:lnTo>
                  <a:pt x="370191" y="74437"/>
                </a:lnTo>
                <a:lnTo>
                  <a:pt x="369765" y="75003"/>
                </a:lnTo>
                <a:lnTo>
                  <a:pt x="369377" y="75574"/>
                </a:lnTo>
                <a:lnTo>
                  <a:pt x="369024" y="76155"/>
                </a:lnTo>
                <a:lnTo>
                  <a:pt x="368704" y="76744"/>
                </a:lnTo>
                <a:lnTo>
                  <a:pt x="368417" y="77342"/>
                </a:lnTo>
                <a:lnTo>
                  <a:pt x="368165" y="77949"/>
                </a:lnTo>
                <a:lnTo>
                  <a:pt x="367946" y="78565"/>
                </a:lnTo>
                <a:lnTo>
                  <a:pt x="367760" y="79190"/>
                </a:lnTo>
                <a:lnTo>
                  <a:pt x="367609" y="79823"/>
                </a:lnTo>
                <a:lnTo>
                  <a:pt x="367491" y="80466"/>
                </a:lnTo>
                <a:lnTo>
                  <a:pt x="367407" y="81117"/>
                </a:lnTo>
                <a:lnTo>
                  <a:pt x="367356" y="81777"/>
                </a:lnTo>
                <a:lnTo>
                  <a:pt x="367339" y="82447"/>
                </a:lnTo>
                <a:lnTo>
                  <a:pt x="367361" y="83285"/>
                </a:lnTo>
                <a:lnTo>
                  <a:pt x="367425" y="84100"/>
                </a:lnTo>
                <a:lnTo>
                  <a:pt x="367531" y="84891"/>
                </a:lnTo>
                <a:lnTo>
                  <a:pt x="367680" y="85657"/>
                </a:lnTo>
                <a:lnTo>
                  <a:pt x="367872" y="86399"/>
                </a:lnTo>
                <a:lnTo>
                  <a:pt x="368106" y="87117"/>
                </a:lnTo>
                <a:lnTo>
                  <a:pt x="368383" y="87811"/>
                </a:lnTo>
                <a:lnTo>
                  <a:pt x="368703" y="88481"/>
                </a:lnTo>
                <a:lnTo>
                  <a:pt x="369065" y="89127"/>
                </a:lnTo>
                <a:lnTo>
                  <a:pt x="369469" y="89748"/>
                </a:lnTo>
                <a:lnTo>
                  <a:pt x="369917" y="90345"/>
                </a:lnTo>
                <a:lnTo>
                  <a:pt x="370407" y="90919"/>
                </a:lnTo>
                <a:lnTo>
                  <a:pt x="370924" y="91456"/>
                </a:lnTo>
                <a:lnTo>
                  <a:pt x="371455" y="91948"/>
                </a:lnTo>
                <a:lnTo>
                  <a:pt x="371998" y="92392"/>
                </a:lnTo>
                <a:lnTo>
                  <a:pt x="372554" y="92789"/>
                </a:lnTo>
                <a:lnTo>
                  <a:pt x="373124" y="93140"/>
                </a:lnTo>
                <a:lnTo>
                  <a:pt x="373706" y="93444"/>
                </a:lnTo>
                <a:lnTo>
                  <a:pt x="374300" y="93701"/>
                </a:lnTo>
                <a:lnTo>
                  <a:pt x="374908" y="93912"/>
                </a:lnTo>
                <a:lnTo>
                  <a:pt x="375529" y="94075"/>
                </a:lnTo>
                <a:lnTo>
                  <a:pt x="376162" y="94192"/>
                </a:lnTo>
                <a:lnTo>
                  <a:pt x="376809" y="94262"/>
                </a:lnTo>
                <a:lnTo>
                  <a:pt x="377468" y="94286"/>
                </a:lnTo>
                <a:lnTo>
                  <a:pt x="378396" y="94236"/>
                </a:lnTo>
                <a:lnTo>
                  <a:pt x="379370" y="94089"/>
                </a:lnTo>
                <a:lnTo>
                  <a:pt x="380393" y="93843"/>
                </a:lnTo>
                <a:lnTo>
                  <a:pt x="381463" y="93498"/>
                </a:lnTo>
                <a:lnTo>
                  <a:pt x="382580" y="93055"/>
                </a:lnTo>
                <a:lnTo>
                  <a:pt x="383745" y="92513"/>
                </a:lnTo>
                <a:lnTo>
                  <a:pt x="384958" y="91873"/>
                </a:lnTo>
                <a:lnTo>
                  <a:pt x="386218" y="91135"/>
                </a:lnTo>
                <a:lnTo>
                  <a:pt x="387526" y="90298"/>
                </a:lnTo>
                <a:lnTo>
                  <a:pt x="388881" y="89362"/>
                </a:lnTo>
                <a:lnTo>
                  <a:pt x="390284" y="88328"/>
                </a:lnTo>
                <a:lnTo>
                  <a:pt x="391734" y="87196"/>
                </a:lnTo>
                <a:close/>
                <a:moveTo>
                  <a:pt x="442000" y="0"/>
                </a:moveTo>
                <a:lnTo>
                  <a:pt x="442000" y="86461"/>
                </a:lnTo>
                <a:lnTo>
                  <a:pt x="442007" y="87453"/>
                </a:lnTo>
                <a:lnTo>
                  <a:pt x="442025" y="88387"/>
                </a:lnTo>
                <a:lnTo>
                  <a:pt x="442056" y="89263"/>
                </a:lnTo>
                <a:lnTo>
                  <a:pt x="442100" y="90083"/>
                </a:lnTo>
                <a:lnTo>
                  <a:pt x="442155" y="90845"/>
                </a:lnTo>
                <a:lnTo>
                  <a:pt x="442223" y="91550"/>
                </a:lnTo>
                <a:lnTo>
                  <a:pt x="442304" y="92197"/>
                </a:lnTo>
                <a:lnTo>
                  <a:pt x="442397" y="92787"/>
                </a:lnTo>
                <a:lnTo>
                  <a:pt x="442502" y="93320"/>
                </a:lnTo>
                <a:lnTo>
                  <a:pt x="442620" y="93796"/>
                </a:lnTo>
                <a:lnTo>
                  <a:pt x="442750" y="94214"/>
                </a:lnTo>
                <a:lnTo>
                  <a:pt x="442892" y="94575"/>
                </a:lnTo>
                <a:lnTo>
                  <a:pt x="443047" y="94900"/>
                </a:lnTo>
                <a:lnTo>
                  <a:pt x="443216" y="95212"/>
                </a:lnTo>
                <a:lnTo>
                  <a:pt x="443398" y="95511"/>
                </a:lnTo>
                <a:lnTo>
                  <a:pt x="443593" y="95796"/>
                </a:lnTo>
                <a:lnTo>
                  <a:pt x="443802" y="96068"/>
                </a:lnTo>
                <a:lnTo>
                  <a:pt x="444024" y="96327"/>
                </a:lnTo>
                <a:lnTo>
                  <a:pt x="444260" y="96572"/>
                </a:lnTo>
                <a:lnTo>
                  <a:pt x="444509" y="96804"/>
                </a:lnTo>
                <a:lnTo>
                  <a:pt x="444771" y="97023"/>
                </a:lnTo>
                <a:lnTo>
                  <a:pt x="445047" y="97229"/>
                </a:lnTo>
                <a:lnTo>
                  <a:pt x="445336" y="97421"/>
                </a:lnTo>
                <a:lnTo>
                  <a:pt x="445638" y="97599"/>
                </a:lnTo>
                <a:lnTo>
                  <a:pt x="445970" y="97764"/>
                </a:lnTo>
                <a:lnTo>
                  <a:pt x="446346" y="97914"/>
                </a:lnTo>
                <a:lnTo>
                  <a:pt x="446766" y="98050"/>
                </a:lnTo>
                <a:lnTo>
                  <a:pt x="447231" y="98172"/>
                </a:lnTo>
                <a:lnTo>
                  <a:pt x="447741" y="98279"/>
                </a:lnTo>
                <a:lnTo>
                  <a:pt x="448295" y="98372"/>
                </a:lnTo>
                <a:lnTo>
                  <a:pt x="448894" y="98451"/>
                </a:lnTo>
                <a:lnTo>
                  <a:pt x="449538" y="98515"/>
                </a:lnTo>
                <a:lnTo>
                  <a:pt x="450226" y="98565"/>
                </a:lnTo>
                <a:lnTo>
                  <a:pt x="450958" y="98601"/>
                </a:lnTo>
                <a:lnTo>
                  <a:pt x="451735" y="98623"/>
                </a:lnTo>
                <a:lnTo>
                  <a:pt x="452557" y="98630"/>
                </a:lnTo>
                <a:lnTo>
                  <a:pt x="452557" y="101265"/>
                </a:lnTo>
                <a:lnTo>
                  <a:pt x="420530" y="101265"/>
                </a:lnTo>
                <a:lnTo>
                  <a:pt x="420530" y="98630"/>
                </a:lnTo>
                <a:lnTo>
                  <a:pt x="421259" y="98623"/>
                </a:lnTo>
                <a:lnTo>
                  <a:pt x="421949" y="98604"/>
                </a:lnTo>
                <a:lnTo>
                  <a:pt x="422599" y="98572"/>
                </a:lnTo>
                <a:lnTo>
                  <a:pt x="423209" y="98527"/>
                </a:lnTo>
                <a:lnTo>
                  <a:pt x="423780" y="98469"/>
                </a:lnTo>
                <a:lnTo>
                  <a:pt x="424311" y="98399"/>
                </a:lnTo>
                <a:lnTo>
                  <a:pt x="424802" y="98315"/>
                </a:lnTo>
                <a:lnTo>
                  <a:pt x="425254" y="98219"/>
                </a:lnTo>
                <a:lnTo>
                  <a:pt x="425666" y="98110"/>
                </a:lnTo>
                <a:lnTo>
                  <a:pt x="426038" y="97988"/>
                </a:lnTo>
                <a:lnTo>
                  <a:pt x="426371" y="97854"/>
                </a:lnTo>
                <a:lnTo>
                  <a:pt x="426665" y="97706"/>
                </a:lnTo>
                <a:lnTo>
                  <a:pt x="426933" y="97543"/>
                </a:lnTo>
                <a:lnTo>
                  <a:pt x="427192" y="97364"/>
                </a:lnTo>
                <a:lnTo>
                  <a:pt x="427440" y="97168"/>
                </a:lnTo>
                <a:lnTo>
                  <a:pt x="427679" y="96955"/>
                </a:lnTo>
                <a:lnTo>
                  <a:pt x="427908" y="96725"/>
                </a:lnTo>
                <a:lnTo>
                  <a:pt x="428127" y="96478"/>
                </a:lnTo>
                <a:lnTo>
                  <a:pt x="428336" y="96215"/>
                </a:lnTo>
                <a:lnTo>
                  <a:pt x="428535" y="95935"/>
                </a:lnTo>
                <a:lnTo>
                  <a:pt x="428724" y="95638"/>
                </a:lnTo>
                <a:lnTo>
                  <a:pt x="428904" y="95324"/>
                </a:lnTo>
                <a:lnTo>
                  <a:pt x="429073" y="94994"/>
                </a:lnTo>
                <a:lnTo>
                  <a:pt x="429232" y="94646"/>
                </a:lnTo>
                <a:lnTo>
                  <a:pt x="429381" y="94263"/>
                </a:lnTo>
                <a:lnTo>
                  <a:pt x="429516" y="93825"/>
                </a:lnTo>
                <a:lnTo>
                  <a:pt x="429638" y="93334"/>
                </a:lnTo>
                <a:lnTo>
                  <a:pt x="429748" y="92787"/>
                </a:lnTo>
                <a:lnTo>
                  <a:pt x="429844" y="92187"/>
                </a:lnTo>
                <a:lnTo>
                  <a:pt x="429928" y="91532"/>
                </a:lnTo>
                <a:lnTo>
                  <a:pt x="429999" y="90823"/>
                </a:lnTo>
                <a:lnTo>
                  <a:pt x="430057" y="90059"/>
                </a:lnTo>
                <a:lnTo>
                  <a:pt x="430102" y="89241"/>
                </a:lnTo>
                <a:lnTo>
                  <a:pt x="430134" y="88369"/>
                </a:lnTo>
                <a:lnTo>
                  <a:pt x="430153" y="87442"/>
                </a:lnTo>
                <a:lnTo>
                  <a:pt x="430160" y="86461"/>
                </a:lnTo>
                <a:lnTo>
                  <a:pt x="430160" y="27254"/>
                </a:lnTo>
                <a:lnTo>
                  <a:pt x="430156" y="25475"/>
                </a:lnTo>
                <a:lnTo>
                  <a:pt x="430146" y="23814"/>
                </a:lnTo>
                <a:lnTo>
                  <a:pt x="430129" y="22271"/>
                </a:lnTo>
                <a:lnTo>
                  <a:pt x="430104" y="20847"/>
                </a:lnTo>
                <a:lnTo>
                  <a:pt x="430073" y="19540"/>
                </a:lnTo>
                <a:lnTo>
                  <a:pt x="430035" y="18351"/>
                </a:lnTo>
                <a:lnTo>
                  <a:pt x="429990" y="17281"/>
                </a:lnTo>
                <a:lnTo>
                  <a:pt x="429938" y="16328"/>
                </a:lnTo>
                <a:lnTo>
                  <a:pt x="429879" y="15494"/>
                </a:lnTo>
                <a:lnTo>
                  <a:pt x="429813" y="14778"/>
                </a:lnTo>
                <a:lnTo>
                  <a:pt x="429740" y="14180"/>
                </a:lnTo>
                <a:lnTo>
                  <a:pt x="429660" y="13700"/>
                </a:lnTo>
                <a:lnTo>
                  <a:pt x="429573" y="13289"/>
                </a:lnTo>
                <a:lnTo>
                  <a:pt x="429477" y="12901"/>
                </a:lnTo>
                <a:lnTo>
                  <a:pt x="429373" y="12536"/>
                </a:lnTo>
                <a:lnTo>
                  <a:pt x="429260" y="12192"/>
                </a:lnTo>
                <a:lnTo>
                  <a:pt x="429139" y="11871"/>
                </a:lnTo>
                <a:lnTo>
                  <a:pt x="429010" y="11573"/>
                </a:lnTo>
                <a:lnTo>
                  <a:pt x="428872" y="11296"/>
                </a:lnTo>
                <a:lnTo>
                  <a:pt x="428725" y="11042"/>
                </a:lnTo>
                <a:lnTo>
                  <a:pt x="428570" y="10810"/>
                </a:lnTo>
                <a:lnTo>
                  <a:pt x="428407" y="10600"/>
                </a:lnTo>
                <a:lnTo>
                  <a:pt x="428236" y="10413"/>
                </a:lnTo>
                <a:lnTo>
                  <a:pt x="428056" y="10248"/>
                </a:lnTo>
                <a:lnTo>
                  <a:pt x="427867" y="10100"/>
                </a:lnTo>
                <a:lnTo>
                  <a:pt x="427670" y="9965"/>
                </a:lnTo>
                <a:lnTo>
                  <a:pt x="427465" y="9843"/>
                </a:lnTo>
                <a:lnTo>
                  <a:pt x="427251" y="9734"/>
                </a:lnTo>
                <a:lnTo>
                  <a:pt x="427029" y="9637"/>
                </a:lnTo>
                <a:lnTo>
                  <a:pt x="426798" y="9554"/>
                </a:lnTo>
                <a:lnTo>
                  <a:pt x="426559" y="9483"/>
                </a:lnTo>
                <a:lnTo>
                  <a:pt x="426312" y="9425"/>
                </a:lnTo>
                <a:lnTo>
                  <a:pt x="426056" y="9380"/>
                </a:lnTo>
                <a:lnTo>
                  <a:pt x="425792" y="9348"/>
                </a:lnTo>
                <a:lnTo>
                  <a:pt x="425519" y="9329"/>
                </a:lnTo>
                <a:lnTo>
                  <a:pt x="425238" y="9322"/>
                </a:lnTo>
                <a:lnTo>
                  <a:pt x="424922" y="9330"/>
                </a:lnTo>
                <a:lnTo>
                  <a:pt x="424592" y="9354"/>
                </a:lnTo>
                <a:lnTo>
                  <a:pt x="424248" y="9393"/>
                </a:lnTo>
                <a:lnTo>
                  <a:pt x="423891" y="9449"/>
                </a:lnTo>
                <a:lnTo>
                  <a:pt x="423519" y="9520"/>
                </a:lnTo>
                <a:lnTo>
                  <a:pt x="423134" y="9607"/>
                </a:lnTo>
                <a:lnTo>
                  <a:pt x="422735" y="9710"/>
                </a:lnTo>
                <a:lnTo>
                  <a:pt x="422321" y="9829"/>
                </a:lnTo>
                <a:lnTo>
                  <a:pt x="421894" y="9963"/>
                </a:lnTo>
                <a:lnTo>
                  <a:pt x="421454" y="10113"/>
                </a:lnTo>
                <a:lnTo>
                  <a:pt x="420999" y="10280"/>
                </a:lnTo>
                <a:lnTo>
                  <a:pt x="420530" y="10462"/>
                </a:lnTo>
                <a:lnTo>
                  <a:pt x="419318" y="7969"/>
                </a:lnTo>
                <a:lnTo>
                  <a:pt x="438791" y="0"/>
                </a:lnTo>
                <a:lnTo>
                  <a:pt x="442000" y="0"/>
                </a:lnTo>
                <a:close/>
                <a:moveTo>
                  <a:pt x="476324" y="0"/>
                </a:moveTo>
                <a:lnTo>
                  <a:pt x="476817" y="15"/>
                </a:lnTo>
                <a:lnTo>
                  <a:pt x="477298" y="59"/>
                </a:lnTo>
                <a:lnTo>
                  <a:pt x="477766" y="132"/>
                </a:lnTo>
                <a:lnTo>
                  <a:pt x="478222" y="235"/>
                </a:lnTo>
                <a:lnTo>
                  <a:pt x="478666" y="367"/>
                </a:lnTo>
                <a:lnTo>
                  <a:pt x="479097" y="528"/>
                </a:lnTo>
                <a:lnTo>
                  <a:pt x="479516" y="719"/>
                </a:lnTo>
                <a:lnTo>
                  <a:pt x="479922" y="939"/>
                </a:lnTo>
                <a:lnTo>
                  <a:pt x="480316" y="1188"/>
                </a:lnTo>
                <a:lnTo>
                  <a:pt x="480698" y="1467"/>
                </a:lnTo>
                <a:lnTo>
                  <a:pt x="481067" y="1775"/>
                </a:lnTo>
                <a:lnTo>
                  <a:pt x="481424" y="2112"/>
                </a:lnTo>
                <a:lnTo>
                  <a:pt x="481760" y="2470"/>
                </a:lnTo>
                <a:lnTo>
                  <a:pt x="482067" y="2840"/>
                </a:lnTo>
                <a:lnTo>
                  <a:pt x="482345" y="3223"/>
                </a:lnTo>
                <a:lnTo>
                  <a:pt x="482593" y="3618"/>
                </a:lnTo>
                <a:lnTo>
                  <a:pt x="482812" y="4026"/>
                </a:lnTo>
                <a:lnTo>
                  <a:pt x="483002" y="4446"/>
                </a:lnTo>
                <a:lnTo>
                  <a:pt x="483163" y="4878"/>
                </a:lnTo>
                <a:lnTo>
                  <a:pt x="483295" y="5323"/>
                </a:lnTo>
                <a:lnTo>
                  <a:pt x="483397" y="5781"/>
                </a:lnTo>
                <a:lnTo>
                  <a:pt x="483470" y="6251"/>
                </a:lnTo>
                <a:lnTo>
                  <a:pt x="483514" y="6733"/>
                </a:lnTo>
                <a:lnTo>
                  <a:pt x="483528" y="7228"/>
                </a:lnTo>
                <a:lnTo>
                  <a:pt x="483514" y="7723"/>
                </a:lnTo>
                <a:lnTo>
                  <a:pt x="483470" y="8206"/>
                </a:lnTo>
                <a:lnTo>
                  <a:pt x="483397" y="8678"/>
                </a:lnTo>
                <a:lnTo>
                  <a:pt x="483295" y="9137"/>
                </a:lnTo>
                <a:lnTo>
                  <a:pt x="483163" y="9584"/>
                </a:lnTo>
                <a:lnTo>
                  <a:pt x="483002" y="10020"/>
                </a:lnTo>
                <a:lnTo>
                  <a:pt x="482812" y="10443"/>
                </a:lnTo>
                <a:lnTo>
                  <a:pt x="482593" y="10855"/>
                </a:lnTo>
                <a:lnTo>
                  <a:pt x="482345" y="11255"/>
                </a:lnTo>
                <a:lnTo>
                  <a:pt x="482067" y="11642"/>
                </a:lnTo>
                <a:lnTo>
                  <a:pt x="481760" y="12018"/>
                </a:lnTo>
                <a:lnTo>
                  <a:pt x="481424" y="12382"/>
                </a:lnTo>
                <a:lnTo>
                  <a:pt x="481067" y="12725"/>
                </a:lnTo>
                <a:lnTo>
                  <a:pt x="480698" y="13038"/>
                </a:lnTo>
                <a:lnTo>
                  <a:pt x="480316" y="13321"/>
                </a:lnTo>
                <a:lnTo>
                  <a:pt x="479922" y="13574"/>
                </a:lnTo>
                <a:lnTo>
                  <a:pt x="479516" y="13797"/>
                </a:lnTo>
                <a:lnTo>
                  <a:pt x="479097" y="13991"/>
                </a:lnTo>
                <a:lnTo>
                  <a:pt x="478666" y="14155"/>
                </a:lnTo>
                <a:lnTo>
                  <a:pt x="478222" y="14289"/>
                </a:lnTo>
                <a:lnTo>
                  <a:pt x="477766" y="14393"/>
                </a:lnTo>
                <a:lnTo>
                  <a:pt x="477298" y="14468"/>
                </a:lnTo>
                <a:lnTo>
                  <a:pt x="476817" y="14513"/>
                </a:lnTo>
                <a:lnTo>
                  <a:pt x="476324" y="14527"/>
                </a:lnTo>
                <a:lnTo>
                  <a:pt x="475831" y="14513"/>
                </a:lnTo>
                <a:lnTo>
                  <a:pt x="475349" y="14468"/>
                </a:lnTo>
                <a:lnTo>
                  <a:pt x="474880" y="14393"/>
                </a:lnTo>
                <a:lnTo>
                  <a:pt x="474422" y="14289"/>
                </a:lnTo>
                <a:lnTo>
                  <a:pt x="473976" y="14155"/>
                </a:lnTo>
                <a:lnTo>
                  <a:pt x="473542" y="13991"/>
                </a:lnTo>
                <a:lnTo>
                  <a:pt x="473120" y="13797"/>
                </a:lnTo>
                <a:lnTo>
                  <a:pt x="472710" y="13574"/>
                </a:lnTo>
                <a:lnTo>
                  <a:pt x="472312" y="13321"/>
                </a:lnTo>
                <a:lnTo>
                  <a:pt x="471925" y="13038"/>
                </a:lnTo>
                <a:lnTo>
                  <a:pt x="471551" y="12725"/>
                </a:lnTo>
                <a:lnTo>
                  <a:pt x="471188" y="12382"/>
                </a:lnTo>
                <a:lnTo>
                  <a:pt x="470847" y="12018"/>
                </a:lnTo>
                <a:lnTo>
                  <a:pt x="470535" y="11642"/>
                </a:lnTo>
                <a:lnTo>
                  <a:pt x="470252" y="11255"/>
                </a:lnTo>
                <a:lnTo>
                  <a:pt x="470000" y="10855"/>
                </a:lnTo>
                <a:lnTo>
                  <a:pt x="469777" y="10443"/>
                </a:lnTo>
                <a:lnTo>
                  <a:pt x="469584" y="10020"/>
                </a:lnTo>
                <a:lnTo>
                  <a:pt x="469420" y="9584"/>
                </a:lnTo>
                <a:lnTo>
                  <a:pt x="469286" y="9137"/>
                </a:lnTo>
                <a:lnTo>
                  <a:pt x="469182" y="8678"/>
                </a:lnTo>
                <a:lnTo>
                  <a:pt x="469108" y="8206"/>
                </a:lnTo>
                <a:lnTo>
                  <a:pt x="469063" y="7723"/>
                </a:lnTo>
                <a:lnTo>
                  <a:pt x="469049" y="7228"/>
                </a:lnTo>
                <a:lnTo>
                  <a:pt x="469063" y="6733"/>
                </a:lnTo>
                <a:lnTo>
                  <a:pt x="469107" y="6251"/>
                </a:lnTo>
                <a:lnTo>
                  <a:pt x="469180" y="5781"/>
                </a:lnTo>
                <a:lnTo>
                  <a:pt x="469282" y="5323"/>
                </a:lnTo>
                <a:lnTo>
                  <a:pt x="469414" y="4878"/>
                </a:lnTo>
                <a:lnTo>
                  <a:pt x="469575" y="4446"/>
                </a:lnTo>
                <a:lnTo>
                  <a:pt x="469765" y="4026"/>
                </a:lnTo>
                <a:lnTo>
                  <a:pt x="469984" y="3618"/>
                </a:lnTo>
                <a:lnTo>
                  <a:pt x="470232" y="3223"/>
                </a:lnTo>
                <a:lnTo>
                  <a:pt x="470510" y="2840"/>
                </a:lnTo>
                <a:lnTo>
                  <a:pt x="470817" y="2470"/>
                </a:lnTo>
                <a:lnTo>
                  <a:pt x="471153" y="2112"/>
                </a:lnTo>
                <a:lnTo>
                  <a:pt x="471510" y="1775"/>
                </a:lnTo>
                <a:lnTo>
                  <a:pt x="471881" y="1467"/>
                </a:lnTo>
                <a:lnTo>
                  <a:pt x="472265" y="1188"/>
                </a:lnTo>
                <a:lnTo>
                  <a:pt x="472663" y="939"/>
                </a:lnTo>
                <a:lnTo>
                  <a:pt x="473073" y="719"/>
                </a:lnTo>
                <a:lnTo>
                  <a:pt x="473498" y="528"/>
                </a:lnTo>
                <a:lnTo>
                  <a:pt x="473935" y="367"/>
                </a:lnTo>
                <a:lnTo>
                  <a:pt x="474386" y="235"/>
                </a:lnTo>
                <a:lnTo>
                  <a:pt x="474851" y="132"/>
                </a:lnTo>
                <a:lnTo>
                  <a:pt x="475329" y="59"/>
                </a:lnTo>
                <a:lnTo>
                  <a:pt x="475820" y="15"/>
                </a:lnTo>
                <a:lnTo>
                  <a:pt x="476324" y="0"/>
                </a:lnTo>
                <a:moveTo>
                  <a:pt x="482245" y="34182"/>
                </a:moveTo>
                <a:lnTo>
                  <a:pt x="482245" y="86479"/>
                </a:lnTo>
                <a:lnTo>
                  <a:pt x="482251" y="87469"/>
                </a:lnTo>
                <a:lnTo>
                  <a:pt x="482269" y="88403"/>
                </a:lnTo>
                <a:lnTo>
                  <a:pt x="482300" y="89279"/>
                </a:lnTo>
                <a:lnTo>
                  <a:pt x="482344" y="90099"/>
                </a:lnTo>
                <a:lnTo>
                  <a:pt x="482399" y="90862"/>
                </a:lnTo>
                <a:lnTo>
                  <a:pt x="482467" y="91569"/>
                </a:lnTo>
                <a:lnTo>
                  <a:pt x="482548" y="92218"/>
                </a:lnTo>
                <a:lnTo>
                  <a:pt x="482641" y="92811"/>
                </a:lnTo>
                <a:lnTo>
                  <a:pt x="482746" y="93347"/>
                </a:lnTo>
                <a:lnTo>
                  <a:pt x="482864" y="93827"/>
                </a:lnTo>
                <a:lnTo>
                  <a:pt x="482994" y="94249"/>
                </a:lnTo>
                <a:lnTo>
                  <a:pt x="483136" y="94615"/>
                </a:lnTo>
                <a:lnTo>
                  <a:pt x="483291" y="94945"/>
                </a:lnTo>
                <a:lnTo>
                  <a:pt x="483457" y="95261"/>
                </a:lnTo>
                <a:lnTo>
                  <a:pt x="483635" y="95563"/>
                </a:lnTo>
                <a:lnTo>
                  <a:pt x="483826" y="95851"/>
                </a:lnTo>
                <a:lnTo>
                  <a:pt x="484028" y="96124"/>
                </a:lnTo>
                <a:lnTo>
                  <a:pt x="484242" y="96383"/>
                </a:lnTo>
                <a:lnTo>
                  <a:pt x="484468" y="96627"/>
                </a:lnTo>
                <a:lnTo>
                  <a:pt x="484705" y="96857"/>
                </a:lnTo>
                <a:lnTo>
                  <a:pt x="484955" y="97073"/>
                </a:lnTo>
                <a:lnTo>
                  <a:pt x="485217" y="97275"/>
                </a:lnTo>
                <a:lnTo>
                  <a:pt x="485490" y="97462"/>
                </a:lnTo>
                <a:lnTo>
                  <a:pt x="485775" y="97635"/>
                </a:lnTo>
                <a:lnTo>
                  <a:pt x="486087" y="97794"/>
                </a:lnTo>
                <a:lnTo>
                  <a:pt x="486438" y="97939"/>
                </a:lnTo>
                <a:lnTo>
                  <a:pt x="486830" y="98070"/>
                </a:lnTo>
                <a:lnTo>
                  <a:pt x="487261" y="98188"/>
                </a:lnTo>
                <a:lnTo>
                  <a:pt x="487733" y="98291"/>
                </a:lnTo>
                <a:lnTo>
                  <a:pt x="488245" y="98381"/>
                </a:lnTo>
                <a:lnTo>
                  <a:pt x="488797" y="98457"/>
                </a:lnTo>
                <a:lnTo>
                  <a:pt x="489389" y="98519"/>
                </a:lnTo>
                <a:lnTo>
                  <a:pt x="490022" y="98568"/>
                </a:lnTo>
                <a:lnTo>
                  <a:pt x="490694" y="98602"/>
                </a:lnTo>
                <a:lnTo>
                  <a:pt x="491407" y="98623"/>
                </a:lnTo>
                <a:lnTo>
                  <a:pt x="492159" y="98630"/>
                </a:lnTo>
                <a:lnTo>
                  <a:pt x="492159" y="101265"/>
                </a:lnTo>
                <a:lnTo>
                  <a:pt x="460418" y="101265"/>
                </a:lnTo>
                <a:lnTo>
                  <a:pt x="460418" y="98630"/>
                </a:lnTo>
                <a:lnTo>
                  <a:pt x="461192" y="98623"/>
                </a:lnTo>
                <a:lnTo>
                  <a:pt x="461924" y="98604"/>
                </a:lnTo>
                <a:lnTo>
                  <a:pt x="462611" y="98572"/>
                </a:lnTo>
                <a:lnTo>
                  <a:pt x="463255" y="98527"/>
                </a:lnTo>
                <a:lnTo>
                  <a:pt x="463855" y="98469"/>
                </a:lnTo>
                <a:lnTo>
                  <a:pt x="464412" y="98399"/>
                </a:lnTo>
                <a:lnTo>
                  <a:pt x="464925" y="98315"/>
                </a:lnTo>
                <a:lnTo>
                  <a:pt x="465395" y="98219"/>
                </a:lnTo>
                <a:lnTo>
                  <a:pt x="465821" y="98110"/>
                </a:lnTo>
                <a:lnTo>
                  <a:pt x="466203" y="97988"/>
                </a:lnTo>
                <a:lnTo>
                  <a:pt x="466542" y="97854"/>
                </a:lnTo>
                <a:lnTo>
                  <a:pt x="466837" y="97706"/>
                </a:lnTo>
                <a:lnTo>
                  <a:pt x="467106" y="97544"/>
                </a:lnTo>
                <a:lnTo>
                  <a:pt x="467365" y="97365"/>
                </a:lnTo>
                <a:lnTo>
                  <a:pt x="467615" y="97169"/>
                </a:lnTo>
                <a:lnTo>
                  <a:pt x="467856" y="96956"/>
                </a:lnTo>
                <a:lnTo>
                  <a:pt x="468087" y="96727"/>
                </a:lnTo>
                <a:lnTo>
                  <a:pt x="468308" y="96481"/>
                </a:lnTo>
                <a:lnTo>
                  <a:pt x="468521" y="96218"/>
                </a:lnTo>
                <a:lnTo>
                  <a:pt x="468724" y="95938"/>
                </a:lnTo>
                <a:lnTo>
                  <a:pt x="468917" y="95641"/>
                </a:lnTo>
                <a:lnTo>
                  <a:pt x="469101" y="95328"/>
                </a:lnTo>
                <a:lnTo>
                  <a:pt x="469276" y="94998"/>
                </a:lnTo>
                <a:lnTo>
                  <a:pt x="469441" y="94651"/>
                </a:lnTo>
                <a:lnTo>
                  <a:pt x="469595" y="94268"/>
                </a:lnTo>
                <a:lnTo>
                  <a:pt x="469735" y="93831"/>
                </a:lnTo>
                <a:lnTo>
                  <a:pt x="469862" y="93340"/>
                </a:lnTo>
                <a:lnTo>
                  <a:pt x="469976" y="92795"/>
                </a:lnTo>
                <a:lnTo>
                  <a:pt x="470076" y="92196"/>
                </a:lnTo>
                <a:lnTo>
                  <a:pt x="470163" y="91542"/>
                </a:lnTo>
                <a:lnTo>
                  <a:pt x="470237" y="90834"/>
                </a:lnTo>
                <a:lnTo>
                  <a:pt x="470297" y="90071"/>
                </a:lnTo>
                <a:lnTo>
                  <a:pt x="470344" y="89255"/>
                </a:lnTo>
                <a:lnTo>
                  <a:pt x="470377" y="88384"/>
                </a:lnTo>
                <a:lnTo>
                  <a:pt x="470397" y="87459"/>
                </a:lnTo>
                <a:lnTo>
                  <a:pt x="470404" y="86479"/>
                </a:lnTo>
                <a:lnTo>
                  <a:pt x="470404" y="61397"/>
                </a:lnTo>
                <a:lnTo>
                  <a:pt x="470399" y="59684"/>
                </a:lnTo>
                <a:lnTo>
                  <a:pt x="470386" y="58074"/>
                </a:lnTo>
                <a:lnTo>
                  <a:pt x="470364" y="56569"/>
                </a:lnTo>
                <a:lnTo>
                  <a:pt x="470332" y="55167"/>
                </a:lnTo>
                <a:lnTo>
                  <a:pt x="470292" y="53869"/>
                </a:lnTo>
                <a:lnTo>
                  <a:pt x="470243" y="52674"/>
                </a:lnTo>
                <a:lnTo>
                  <a:pt x="470185" y="51583"/>
                </a:lnTo>
                <a:lnTo>
                  <a:pt x="470118" y="50596"/>
                </a:lnTo>
                <a:lnTo>
                  <a:pt x="470043" y="49712"/>
                </a:lnTo>
                <a:lnTo>
                  <a:pt x="469958" y="48932"/>
                </a:lnTo>
                <a:lnTo>
                  <a:pt x="469864" y="48256"/>
                </a:lnTo>
                <a:lnTo>
                  <a:pt x="469762" y="47684"/>
                </a:lnTo>
                <a:lnTo>
                  <a:pt x="469675" y="47314"/>
                </a:lnTo>
                <a:lnTo>
                  <a:pt x="469580" y="46964"/>
                </a:lnTo>
                <a:lnTo>
                  <a:pt x="469477" y="46633"/>
                </a:lnTo>
                <a:lnTo>
                  <a:pt x="469366" y="46321"/>
                </a:lnTo>
                <a:lnTo>
                  <a:pt x="469247" y="46029"/>
                </a:lnTo>
                <a:lnTo>
                  <a:pt x="469120" y="45756"/>
                </a:lnTo>
                <a:lnTo>
                  <a:pt x="468985" y="45502"/>
                </a:lnTo>
                <a:lnTo>
                  <a:pt x="468842" y="45267"/>
                </a:lnTo>
                <a:lnTo>
                  <a:pt x="468692" y="45052"/>
                </a:lnTo>
                <a:lnTo>
                  <a:pt x="468533" y="44856"/>
                </a:lnTo>
                <a:lnTo>
                  <a:pt x="468367" y="44679"/>
                </a:lnTo>
                <a:lnTo>
                  <a:pt x="468193" y="44521"/>
                </a:lnTo>
                <a:lnTo>
                  <a:pt x="468009" y="44380"/>
                </a:lnTo>
                <a:lnTo>
                  <a:pt x="467814" y="44250"/>
                </a:lnTo>
                <a:lnTo>
                  <a:pt x="467609" y="44133"/>
                </a:lnTo>
                <a:lnTo>
                  <a:pt x="467392" y="44028"/>
                </a:lnTo>
                <a:lnTo>
                  <a:pt x="467165" y="43936"/>
                </a:lnTo>
                <a:lnTo>
                  <a:pt x="466926" y="43855"/>
                </a:lnTo>
                <a:lnTo>
                  <a:pt x="466677" y="43788"/>
                </a:lnTo>
                <a:lnTo>
                  <a:pt x="466417" y="43732"/>
                </a:lnTo>
                <a:lnTo>
                  <a:pt x="466146" y="43689"/>
                </a:lnTo>
                <a:lnTo>
                  <a:pt x="465864" y="43658"/>
                </a:lnTo>
                <a:lnTo>
                  <a:pt x="465572" y="43640"/>
                </a:lnTo>
                <a:lnTo>
                  <a:pt x="465268" y="43633"/>
                </a:lnTo>
                <a:lnTo>
                  <a:pt x="464929" y="43641"/>
                </a:lnTo>
                <a:lnTo>
                  <a:pt x="464579" y="43663"/>
                </a:lnTo>
                <a:lnTo>
                  <a:pt x="464216" y="43700"/>
                </a:lnTo>
                <a:lnTo>
                  <a:pt x="463841" y="43752"/>
                </a:lnTo>
                <a:lnTo>
                  <a:pt x="463455" y="43818"/>
                </a:lnTo>
                <a:lnTo>
                  <a:pt x="463057" y="43900"/>
                </a:lnTo>
                <a:lnTo>
                  <a:pt x="462647" y="43996"/>
                </a:lnTo>
                <a:lnTo>
                  <a:pt x="462225" y="44107"/>
                </a:lnTo>
                <a:lnTo>
                  <a:pt x="461791" y="44233"/>
                </a:lnTo>
                <a:lnTo>
                  <a:pt x="461345" y="44374"/>
                </a:lnTo>
                <a:lnTo>
                  <a:pt x="460887" y="44529"/>
                </a:lnTo>
                <a:lnTo>
                  <a:pt x="460418" y="44699"/>
                </a:lnTo>
                <a:lnTo>
                  <a:pt x="459419" y="42140"/>
                </a:lnTo>
                <a:lnTo>
                  <a:pt x="479106" y="34182"/>
                </a:lnTo>
                <a:lnTo>
                  <a:pt x="482245" y="34182"/>
                </a:lnTo>
                <a:close/>
                <a:moveTo>
                  <a:pt x="556655" y="81183"/>
                </a:moveTo>
                <a:lnTo>
                  <a:pt x="555871" y="101265"/>
                </a:lnTo>
                <a:lnTo>
                  <a:pt x="498237" y="101265"/>
                </a:lnTo>
                <a:lnTo>
                  <a:pt x="498237" y="98701"/>
                </a:lnTo>
                <a:lnTo>
                  <a:pt x="541605" y="41019"/>
                </a:lnTo>
                <a:lnTo>
                  <a:pt x="520206" y="41019"/>
                </a:lnTo>
                <a:lnTo>
                  <a:pt x="519086" y="41025"/>
                </a:lnTo>
                <a:lnTo>
                  <a:pt x="518032" y="41043"/>
                </a:lnTo>
                <a:lnTo>
                  <a:pt x="517045" y="41074"/>
                </a:lnTo>
                <a:lnTo>
                  <a:pt x="516124" y="41117"/>
                </a:lnTo>
                <a:lnTo>
                  <a:pt x="515270" y="41173"/>
                </a:lnTo>
                <a:lnTo>
                  <a:pt x="514482" y="41241"/>
                </a:lnTo>
                <a:lnTo>
                  <a:pt x="513760" y="41321"/>
                </a:lnTo>
                <a:lnTo>
                  <a:pt x="513105" y="41414"/>
                </a:lnTo>
                <a:lnTo>
                  <a:pt x="512516" y="41519"/>
                </a:lnTo>
                <a:lnTo>
                  <a:pt x="511993" y="41637"/>
                </a:lnTo>
                <a:lnTo>
                  <a:pt x="511537" y="41767"/>
                </a:lnTo>
                <a:lnTo>
                  <a:pt x="511147" y="41909"/>
                </a:lnTo>
                <a:lnTo>
                  <a:pt x="510796" y="42068"/>
                </a:lnTo>
                <a:lnTo>
                  <a:pt x="510456" y="42250"/>
                </a:lnTo>
                <a:lnTo>
                  <a:pt x="510126" y="42454"/>
                </a:lnTo>
                <a:lnTo>
                  <a:pt x="509808" y="42680"/>
                </a:lnTo>
                <a:lnTo>
                  <a:pt x="509500" y="42929"/>
                </a:lnTo>
                <a:lnTo>
                  <a:pt x="509203" y="43199"/>
                </a:lnTo>
                <a:lnTo>
                  <a:pt x="508918" y="43492"/>
                </a:lnTo>
                <a:lnTo>
                  <a:pt x="508643" y="43808"/>
                </a:lnTo>
                <a:lnTo>
                  <a:pt x="508379" y="44145"/>
                </a:lnTo>
                <a:lnTo>
                  <a:pt x="508126" y="44505"/>
                </a:lnTo>
                <a:lnTo>
                  <a:pt x="507883" y="44887"/>
                </a:lnTo>
                <a:lnTo>
                  <a:pt x="507652" y="45291"/>
                </a:lnTo>
                <a:lnTo>
                  <a:pt x="507342" y="45897"/>
                </a:lnTo>
                <a:lnTo>
                  <a:pt x="507056" y="46526"/>
                </a:lnTo>
                <a:lnTo>
                  <a:pt x="506792" y="47178"/>
                </a:lnTo>
                <a:lnTo>
                  <a:pt x="506550" y="47855"/>
                </a:lnTo>
                <a:lnTo>
                  <a:pt x="506332" y="48555"/>
                </a:lnTo>
                <a:lnTo>
                  <a:pt x="506136" y="49279"/>
                </a:lnTo>
                <a:lnTo>
                  <a:pt x="505963" y="50027"/>
                </a:lnTo>
                <a:lnTo>
                  <a:pt x="505813" y="50798"/>
                </a:lnTo>
                <a:lnTo>
                  <a:pt x="505686" y="51594"/>
                </a:lnTo>
                <a:lnTo>
                  <a:pt x="505581" y="52413"/>
                </a:lnTo>
                <a:lnTo>
                  <a:pt x="505500" y="53255"/>
                </a:lnTo>
                <a:lnTo>
                  <a:pt x="505441" y="54122"/>
                </a:lnTo>
                <a:lnTo>
                  <a:pt x="502588" y="54122"/>
                </a:lnTo>
                <a:lnTo>
                  <a:pt x="503016" y="36034"/>
                </a:lnTo>
                <a:lnTo>
                  <a:pt x="557797" y="36034"/>
                </a:lnTo>
                <a:lnTo>
                  <a:pt x="557797" y="38671"/>
                </a:lnTo>
                <a:lnTo>
                  <a:pt x="514000" y="96565"/>
                </a:lnTo>
                <a:lnTo>
                  <a:pt x="537824" y="96565"/>
                </a:lnTo>
                <a:lnTo>
                  <a:pt x="539039" y="96556"/>
                </a:lnTo>
                <a:lnTo>
                  <a:pt x="540187" y="96530"/>
                </a:lnTo>
                <a:lnTo>
                  <a:pt x="541268" y="96486"/>
                </a:lnTo>
                <a:lnTo>
                  <a:pt x="542283" y="96425"/>
                </a:lnTo>
                <a:lnTo>
                  <a:pt x="543230" y="96346"/>
                </a:lnTo>
                <a:lnTo>
                  <a:pt x="544110" y="96250"/>
                </a:lnTo>
                <a:lnTo>
                  <a:pt x="544924" y="96137"/>
                </a:lnTo>
                <a:lnTo>
                  <a:pt x="545671" y="96006"/>
                </a:lnTo>
                <a:lnTo>
                  <a:pt x="546351" y="95857"/>
                </a:lnTo>
                <a:lnTo>
                  <a:pt x="546964" y="95691"/>
                </a:lnTo>
                <a:lnTo>
                  <a:pt x="547510" y="95508"/>
                </a:lnTo>
                <a:lnTo>
                  <a:pt x="547989" y="95307"/>
                </a:lnTo>
                <a:lnTo>
                  <a:pt x="548428" y="95084"/>
                </a:lnTo>
                <a:lnTo>
                  <a:pt x="548852" y="94835"/>
                </a:lnTo>
                <a:lnTo>
                  <a:pt x="549262" y="94559"/>
                </a:lnTo>
                <a:lnTo>
                  <a:pt x="549657" y="94257"/>
                </a:lnTo>
                <a:lnTo>
                  <a:pt x="550038" y="93928"/>
                </a:lnTo>
                <a:lnTo>
                  <a:pt x="550405" y="93573"/>
                </a:lnTo>
                <a:lnTo>
                  <a:pt x="550758" y="93191"/>
                </a:lnTo>
                <a:lnTo>
                  <a:pt x="551096" y="92783"/>
                </a:lnTo>
                <a:lnTo>
                  <a:pt x="551419" y="92348"/>
                </a:lnTo>
                <a:lnTo>
                  <a:pt x="551729" y="91887"/>
                </a:lnTo>
                <a:lnTo>
                  <a:pt x="552024" y="91399"/>
                </a:lnTo>
                <a:lnTo>
                  <a:pt x="552304" y="90885"/>
                </a:lnTo>
                <a:lnTo>
                  <a:pt x="552492" y="90467"/>
                </a:lnTo>
                <a:lnTo>
                  <a:pt x="552675" y="89977"/>
                </a:lnTo>
                <a:lnTo>
                  <a:pt x="552853" y="89417"/>
                </a:lnTo>
                <a:lnTo>
                  <a:pt x="553026" y="88786"/>
                </a:lnTo>
                <a:lnTo>
                  <a:pt x="553193" y="88083"/>
                </a:lnTo>
                <a:lnTo>
                  <a:pt x="553356" y="87310"/>
                </a:lnTo>
                <a:lnTo>
                  <a:pt x="553514" y="86466"/>
                </a:lnTo>
                <a:lnTo>
                  <a:pt x="553668" y="85551"/>
                </a:lnTo>
                <a:lnTo>
                  <a:pt x="553816" y="84565"/>
                </a:lnTo>
                <a:lnTo>
                  <a:pt x="553959" y="83509"/>
                </a:lnTo>
                <a:lnTo>
                  <a:pt x="554097" y="82381"/>
                </a:lnTo>
                <a:lnTo>
                  <a:pt x="554230" y="81183"/>
                </a:lnTo>
                <a:lnTo>
                  <a:pt x="556655" y="81183"/>
                </a:lnTo>
                <a:close/>
                <a:moveTo>
                  <a:pt x="575679" y="60673"/>
                </a:moveTo>
                <a:lnTo>
                  <a:pt x="575717" y="63046"/>
                </a:lnTo>
                <a:lnTo>
                  <a:pt x="575855" y="65331"/>
                </a:lnTo>
                <a:lnTo>
                  <a:pt x="576093" y="67530"/>
                </a:lnTo>
                <a:lnTo>
                  <a:pt x="576432" y="69641"/>
                </a:lnTo>
                <a:lnTo>
                  <a:pt x="576870" y="71666"/>
                </a:lnTo>
                <a:lnTo>
                  <a:pt x="577409" y="73605"/>
                </a:lnTo>
                <a:lnTo>
                  <a:pt x="578047" y="75456"/>
                </a:lnTo>
                <a:lnTo>
                  <a:pt x="578786" y="77220"/>
                </a:lnTo>
                <a:lnTo>
                  <a:pt x="579624" y="78898"/>
                </a:lnTo>
                <a:lnTo>
                  <a:pt x="580563" y="80489"/>
                </a:lnTo>
                <a:lnTo>
                  <a:pt x="581602" y="81993"/>
                </a:lnTo>
                <a:lnTo>
                  <a:pt x="582740" y="83410"/>
                </a:lnTo>
                <a:lnTo>
                  <a:pt x="583947" y="84726"/>
                </a:lnTo>
                <a:lnTo>
                  <a:pt x="585187" y="85928"/>
                </a:lnTo>
                <a:lnTo>
                  <a:pt x="586463" y="87015"/>
                </a:lnTo>
                <a:lnTo>
                  <a:pt x="587773" y="87988"/>
                </a:lnTo>
                <a:lnTo>
                  <a:pt x="589118" y="88847"/>
                </a:lnTo>
                <a:lnTo>
                  <a:pt x="590498" y="89591"/>
                </a:lnTo>
                <a:lnTo>
                  <a:pt x="591912" y="90220"/>
                </a:lnTo>
                <a:lnTo>
                  <a:pt x="593361" y="90735"/>
                </a:lnTo>
                <a:lnTo>
                  <a:pt x="594844" y="91136"/>
                </a:lnTo>
                <a:lnTo>
                  <a:pt x="596362" y="91422"/>
                </a:lnTo>
                <a:lnTo>
                  <a:pt x="597915" y="91594"/>
                </a:lnTo>
                <a:lnTo>
                  <a:pt x="599503" y="91651"/>
                </a:lnTo>
                <a:lnTo>
                  <a:pt x="600561" y="91626"/>
                </a:lnTo>
                <a:lnTo>
                  <a:pt x="601596" y="91553"/>
                </a:lnTo>
                <a:lnTo>
                  <a:pt x="602608" y="91431"/>
                </a:lnTo>
                <a:lnTo>
                  <a:pt x="603596" y="91259"/>
                </a:lnTo>
                <a:lnTo>
                  <a:pt x="604562" y="91039"/>
                </a:lnTo>
                <a:lnTo>
                  <a:pt x="605503" y="90770"/>
                </a:lnTo>
                <a:lnTo>
                  <a:pt x="606422" y="90451"/>
                </a:lnTo>
                <a:lnTo>
                  <a:pt x="607317" y="90084"/>
                </a:lnTo>
                <a:lnTo>
                  <a:pt x="608189" y="89668"/>
                </a:lnTo>
                <a:lnTo>
                  <a:pt x="609038" y="89203"/>
                </a:lnTo>
                <a:lnTo>
                  <a:pt x="609864" y="88689"/>
                </a:lnTo>
                <a:lnTo>
                  <a:pt x="610666" y="88126"/>
                </a:lnTo>
                <a:lnTo>
                  <a:pt x="611446" y="87503"/>
                </a:lnTo>
                <a:lnTo>
                  <a:pt x="612204" y="86811"/>
                </a:lnTo>
                <a:lnTo>
                  <a:pt x="612942" y="86050"/>
                </a:lnTo>
                <a:lnTo>
                  <a:pt x="613658" y="85218"/>
                </a:lnTo>
                <a:lnTo>
                  <a:pt x="614353" y="84317"/>
                </a:lnTo>
                <a:lnTo>
                  <a:pt x="615026" y="83346"/>
                </a:lnTo>
                <a:lnTo>
                  <a:pt x="615678" y="82305"/>
                </a:lnTo>
                <a:lnTo>
                  <a:pt x="616309" y="81194"/>
                </a:lnTo>
                <a:lnTo>
                  <a:pt x="616918" y="80014"/>
                </a:lnTo>
                <a:lnTo>
                  <a:pt x="617507" y="78764"/>
                </a:lnTo>
                <a:lnTo>
                  <a:pt x="618074" y="77445"/>
                </a:lnTo>
                <a:lnTo>
                  <a:pt x="618619" y="76055"/>
                </a:lnTo>
                <a:lnTo>
                  <a:pt x="620830" y="77480"/>
                </a:lnTo>
                <a:lnTo>
                  <a:pt x="620541" y="79093"/>
                </a:lnTo>
                <a:lnTo>
                  <a:pt x="620173" y="80683"/>
                </a:lnTo>
                <a:lnTo>
                  <a:pt x="619725" y="82249"/>
                </a:lnTo>
                <a:lnTo>
                  <a:pt x="619198" y="83790"/>
                </a:lnTo>
                <a:lnTo>
                  <a:pt x="618591" y="85307"/>
                </a:lnTo>
                <a:lnTo>
                  <a:pt x="617906" y="86799"/>
                </a:lnTo>
                <a:lnTo>
                  <a:pt x="617141" y="88268"/>
                </a:lnTo>
                <a:lnTo>
                  <a:pt x="616297" y="89712"/>
                </a:lnTo>
                <a:lnTo>
                  <a:pt x="615374" y="91132"/>
                </a:lnTo>
                <a:lnTo>
                  <a:pt x="614371" y="92528"/>
                </a:lnTo>
                <a:lnTo>
                  <a:pt x="613289" y="93900"/>
                </a:lnTo>
                <a:lnTo>
                  <a:pt x="612128" y="95247"/>
                </a:lnTo>
                <a:lnTo>
                  <a:pt x="610902" y="96527"/>
                </a:lnTo>
                <a:lnTo>
                  <a:pt x="609626" y="97695"/>
                </a:lnTo>
                <a:lnTo>
                  <a:pt x="608299" y="98752"/>
                </a:lnTo>
                <a:lnTo>
                  <a:pt x="606921" y="99698"/>
                </a:lnTo>
                <a:lnTo>
                  <a:pt x="605493" y="100532"/>
                </a:lnTo>
                <a:lnTo>
                  <a:pt x="604014" y="101256"/>
                </a:lnTo>
                <a:lnTo>
                  <a:pt x="602485" y="101868"/>
                </a:lnTo>
                <a:lnTo>
                  <a:pt x="600906" y="102368"/>
                </a:lnTo>
                <a:lnTo>
                  <a:pt x="599276" y="102758"/>
                </a:lnTo>
                <a:lnTo>
                  <a:pt x="597595" y="103036"/>
                </a:lnTo>
                <a:lnTo>
                  <a:pt x="595864" y="103203"/>
                </a:lnTo>
                <a:lnTo>
                  <a:pt x="594082" y="103259"/>
                </a:lnTo>
                <a:lnTo>
                  <a:pt x="592144" y="103195"/>
                </a:lnTo>
                <a:lnTo>
                  <a:pt x="590253" y="103005"/>
                </a:lnTo>
                <a:lnTo>
                  <a:pt x="588409" y="102688"/>
                </a:lnTo>
                <a:lnTo>
                  <a:pt x="586612" y="102244"/>
                </a:lnTo>
                <a:lnTo>
                  <a:pt x="584862" y="101673"/>
                </a:lnTo>
                <a:lnTo>
                  <a:pt x="583159" y="100976"/>
                </a:lnTo>
                <a:lnTo>
                  <a:pt x="581504" y="100152"/>
                </a:lnTo>
                <a:lnTo>
                  <a:pt x="579895" y="99200"/>
                </a:lnTo>
                <a:lnTo>
                  <a:pt x="578334" y="98122"/>
                </a:lnTo>
                <a:lnTo>
                  <a:pt x="576819" y="96918"/>
                </a:lnTo>
                <a:lnTo>
                  <a:pt x="575352" y="95586"/>
                </a:lnTo>
                <a:lnTo>
                  <a:pt x="573931" y="94128"/>
                </a:lnTo>
                <a:lnTo>
                  <a:pt x="572593" y="92562"/>
                </a:lnTo>
                <a:lnTo>
                  <a:pt x="571370" y="90909"/>
                </a:lnTo>
                <a:lnTo>
                  <a:pt x="570264" y="89168"/>
                </a:lnTo>
                <a:lnTo>
                  <a:pt x="569275" y="87340"/>
                </a:lnTo>
                <a:lnTo>
                  <a:pt x="568402" y="85425"/>
                </a:lnTo>
                <a:lnTo>
                  <a:pt x="567645" y="83422"/>
                </a:lnTo>
                <a:lnTo>
                  <a:pt x="567005" y="81333"/>
                </a:lnTo>
                <a:lnTo>
                  <a:pt x="566481" y="79155"/>
                </a:lnTo>
                <a:lnTo>
                  <a:pt x="566074" y="76891"/>
                </a:lnTo>
                <a:lnTo>
                  <a:pt x="565783" y="74539"/>
                </a:lnTo>
                <a:lnTo>
                  <a:pt x="565608" y="72099"/>
                </a:lnTo>
                <a:lnTo>
                  <a:pt x="565550" y="69573"/>
                </a:lnTo>
                <a:lnTo>
                  <a:pt x="565610" y="66841"/>
                </a:lnTo>
                <a:lnTo>
                  <a:pt x="565789" y="64210"/>
                </a:lnTo>
                <a:lnTo>
                  <a:pt x="566087" y="61683"/>
                </a:lnTo>
                <a:lnTo>
                  <a:pt x="566505" y="59257"/>
                </a:lnTo>
                <a:lnTo>
                  <a:pt x="567042" y="56933"/>
                </a:lnTo>
                <a:lnTo>
                  <a:pt x="567699" y="54712"/>
                </a:lnTo>
                <a:lnTo>
                  <a:pt x="568475" y="52593"/>
                </a:lnTo>
                <a:lnTo>
                  <a:pt x="569370" y="50576"/>
                </a:lnTo>
                <a:lnTo>
                  <a:pt x="570385" y="48661"/>
                </a:lnTo>
                <a:lnTo>
                  <a:pt x="571519" y="46848"/>
                </a:lnTo>
                <a:lnTo>
                  <a:pt x="572772" y="45137"/>
                </a:lnTo>
                <a:lnTo>
                  <a:pt x="574145" y="43529"/>
                </a:lnTo>
                <a:lnTo>
                  <a:pt x="575608" y="42036"/>
                </a:lnTo>
                <a:lnTo>
                  <a:pt x="577132" y="40673"/>
                </a:lnTo>
                <a:lnTo>
                  <a:pt x="578717" y="39440"/>
                </a:lnTo>
                <a:lnTo>
                  <a:pt x="580363" y="38336"/>
                </a:lnTo>
                <a:lnTo>
                  <a:pt x="582069" y="37363"/>
                </a:lnTo>
                <a:lnTo>
                  <a:pt x="583837" y="36519"/>
                </a:lnTo>
                <a:lnTo>
                  <a:pt x="585666" y="35805"/>
                </a:lnTo>
                <a:lnTo>
                  <a:pt x="587555" y="35221"/>
                </a:lnTo>
                <a:lnTo>
                  <a:pt x="589506" y="34766"/>
                </a:lnTo>
                <a:lnTo>
                  <a:pt x="591517" y="34442"/>
                </a:lnTo>
                <a:lnTo>
                  <a:pt x="593589" y="34247"/>
                </a:lnTo>
                <a:lnTo>
                  <a:pt x="595722" y="34182"/>
                </a:lnTo>
                <a:lnTo>
                  <a:pt x="597526" y="34232"/>
                </a:lnTo>
                <a:lnTo>
                  <a:pt x="599275" y="34382"/>
                </a:lnTo>
                <a:lnTo>
                  <a:pt x="600970" y="34633"/>
                </a:lnTo>
                <a:lnTo>
                  <a:pt x="602610" y="34983"/>
                </a:lnTo>
                <a:lnTo>
                  <a:pt x="604195" y="35434"/>
                </a:lnTo>
                <a:lnTo>
                  <a:pt x="605726" y="35985"/>
                </a:lnTo>
                <a:lnTo>
                  <a:pt x="607203" y="36636"/>
                </a:lnTo>
                <a:lnTo>
                  <a:pt x="608625" y="37387"/>
                </a:lnTo>
                <a:lnTo>
                  <a:pt x="609993" y="38238"/>
                </a:lnTo>
                <a:lnTo>
                  <a:pt x="611306" y="39189"/>
                </a:lnTo>
                <a:lnTo>
                  <a:pt x="612565" y="40241"/>
                </a:lnTo>
                <a:lnTo>
                  <a:pt x="613769" y="41392"/>
                </a:lnTo>
                <a:lnTo>
                  <a:pt x="614897" y="42628"/>
                </a:lnTo>
                <a:lnTo>
                  <a:pt x="615927" y="43930"/>
                </a:lnTo>
                <a:lnTo>
                  <a:pt x="616858" y="45301"/>
                </a:lnTo>
                <a:lnTo>
                  <a:pt x="617692" y="46738"/>
                </a:lnTo>
                <a:lnTo>
                  <a:pt x="618427" y="48244"/>
                </a:lnTo>
                <a:lnTo>
                  <a:pt x="619065" y="49817"/>
                </a:lnTo>
                <a:lnTo>
                  <a:pt x="619604" y="51457"/>
                </a:lnTo>
                <a:lnTo>
                  <a:pt x="620046" y="53165"/>
                </a:lnTo>
                <a:lnTo>
                  <a:pt x="620389" y="54941"/>
                </a:lnTo>
                <a:lnTo>
                  <a:pt x="620634" y="56784"/>
                </a:lnTo>
                <a:lnTo>
                  <a:pt x="620781" y="58695"/>
                </a:lnTo>
                <a:lnTo>
                  <a:pt x="620830" y="60673"/>
                </a:lnTo>
                <a:lnTo>
                  <a:pt x="575679" y="60673"/>
                </a:lnTo>
                <a:moveTo>
                  <a:pt x="575679" y="56543"/>
                </a:moveTo>
                <a:lnTo>
                  <a:pt x="605923" y="56543"/>
                </a:lnTo>
                <a:lnTo>
                  <a:pt x="605858" y="55524"/>
                </a:lnTo>
                <a:lnTo>
                  <a:pt x="605782" y="54557"/>
                </a:lnTo>
                <a:lnTo>
                  <a:pt x="605695" y="53641"/>
                </a:lnTo>
                <a:lnTo>
                  <a:pt x="605598" y="52777"/>
                </a:lnTo>
                <a:lnTo>
                  <a:pt x="605489" y="51964"/>
                </a:lnTo>
                <a:lnTo>
                  <a:pt x="605370" y="51202"/>
                </a:lnTo>
                <a:lnTo>
                  <a:pt x="605239" y="50492"/>
                </a:lnTo>
                <a:lnTo>
                  <a:pt x="605098" y="49833"/>
                </a:lnTo>
                <a:lnTo>
                  <a:pt x="604946" y="49226"/>
                </a:lnTo>
                <a:lnTo>
                  <a:pt x="604783" y="48670"/>
                </a:lnTo>
                <a:lnTo>
                  <a:pt x="604609" y="48166"/>
                </a:lnTo>
                <a:lnTo>
                  <a:pt x="604425" y="47713"/>
                </a:lnTo>
                <a:lnTo>
                  <a:pt x="604115" y="47060"/>
                </a:lnTo>
                <a:lnTo>
                  <a:pt x="603782" y="46431"/>
                </a:lnTo>
                <a:lnTo>
                  <a:pt x="603424" y="45825"/>
                </a:lnTo>
                <a:lnTo>
                  <a:pt x="603042" y="45244"/>
                </a:lnTo>
                <a:lnTo>
                  <a:pt x="602635" y="44686"/>
                </a:lnTo>
                <a:lnTo>
                  <a:pt x="602204" y="44152"/>
                </a:lnTo>
                <a:lnTo>
                  <a:pt x="601750" y="43642"/>
                </a:lnTo>
                <a:lnTo>
                  <a:pt x="601270" y="43155"/>
                </a:lnTo>
                <a:lnTo>
                  <a:pt x="600767" y="42692"/>
                </a:lnTo>
                <a:lnTo>
                  <a:pt x="600239" y="42253"/>
                </a:lnTo>
                <a:lnTo>
                  <a:pt x="599687" y="41838"/>
                </a:lnTo>
                <a:lnTo>
                  <a:pt x="599111" y="41446"/>
                </a:lnTo>
                <a:lnTo>
                  <a:pt x="598520" y="41082"/>
                </a:lnTo>
                <a:lnTo>
                  <a:pt x="597925" y="40750"/>
                </a:lnTo>
                <a:lnTo>
                  <a:pt x="597325" y="40449"/>
                </a:lnTo>
                <a:lnTo>
                  <a:pt x="596721" y="40180"/>
                </a:lnTo>
                <a:lnTo>
                  <a:pt x="596112" y="39942"/>
                </a:lnTo>
                <a:lnTo>
                  <a:pt x="595500" y="39737"/>
                </a:lnTo>
                <a:lnTo>
                  <a:pt x="594882" y="39563"/>
                </a:lnTo>
                <a:lnTo>
                  <a:pt x="594260" y="39420"/>
                </a:lnTo>
                <a:lnTo>
                  <a:pt x="593634" y="39309"/>
                </a:lnTo>
                <a:lnTo>
                  <a:pt x="593003" y="39230"/>
                </a:lnTo>
                <a:lnTo>
                  <a:pt x="592368" y="39183"/>
                </a:lnTo>
                <a:lnTo>
                  <a:pt x="591728" y="39167"/>
                </a:lnTo>
                <a:lnTo>
                  <a:pt x="590750" y="39199"/>
                </a:lnTo>
                <a:lnTo>
                  <a:pt x="589789" y="39295"/>
                </a:lnTo>
                <a:lnTo>
                  <a:pt x="588846" y="39454"/>
                </a:lnTo>
                <a:lnTo>
                  <a:pt x="587920" y="39677"/>
                </a:lnTo>
                <a:lnTo>
                  <a:pt x="587011" y="39964"/>
                </a:lnTo>
                <a:lnTo>
                  <a:pt x="586120" y="40315"/>
                </a:lnTo>
                <a:lnTo>
                  <a:pt x="585246" y="40730"/>
                </a:lnTo>
                <a:lnTo>
                  <a:pt x="584389" y="41208"/>
                </a:lnTo>
                <a:lnTo>
                  <a:pt x="583550" y="41751"/>
                </a:lnTo>
                <a:lnTo>
                  <a:pt x="582728" y="42357"/>
                </a:lnTo>
                <a:lnTo>
                  <a:pt x="581923" y="43027"/>
                </a:lnTo>
                <a:lnTo>
                  <a:pt x="581136" y="43760"/>
                </a:lnTo>
                <a:lnTo>
                  <a:pt x="580384" y="44551"/>
                </a:lnTo>
                <a:lnTo>
                  <a:pt x="579686" y="45391"/>
                </a:lnTo>
                <a:lnTo>
                  <a:pt x="579042" y="46282"/>
                </a:lnTo>
                <a:lnTo>
                  <a:pt x="578453" y="47222"/>
                </a:lnTo>
                <a:lnTo>
                  <a:pt x="577917" y="48212"/>
                </a:lnTo>
                <a:lnTo>
                  <a:pt x="577435" y="49253"/>
                </a:lnTo>
                <a:lnTo>
                  <a:pt x="577008" y="50343"/>
                </a:lnTo>
                <a:lnTo>
                  <a:pt x="576634" y="51483"/>
                </a:lnTo>
                <a:lnTo>
                  <a:pt x="576314" y="52673"/>
                </a:lnTo>
                <a:lnTo>
                  <a:pt x="576048" y="53913"/>
                </a:lnTo>
                <a:lnTo>
                  <a:pt x="575837" y="55203"/>
                </a:lnTo>
                <a:lnTo>
                  <a:pt x="575679" y="56543"/>
                </a:lnTo>
                <a:close/>
                <a:moveTo>
                  <a:pt x="630895" y="63095"/>
                </a:moveTo>
                <a:lnTo>
                  <a:pt x="667773" y="63095"/>
                </a:lnTo>
                <a:lnTo>
                  <a:pt x="667773" y="73848"/>
                </a:lnTo>
                <a:lnTo>
                  <a:pt x="630895" y="73848"/>
                </a:lnTo>
                <a:lnTo>
                  <a:pt x="630895" y="63095"/>
                </a:lnTo>
                <a:close/>
                <a:moveTo>
                  <a:pt x="697332" y="48069"/>
                </a:moveTo>
                <a:lnTo>
                  <a:pt x="698480" y="46924"/>
                </a:lnTo>
                <a:lnTo>
                  <a:pt x="699547" y="45863"/>
                </a:lnTo>
                <a:lnTo>
                  <a:pt x="700532" y="44886"/>
                </a:lnTo>
                <a:lnTo>
                  <a:pt x="701437" y="43994"/>
                </a:lnTo>
                <a:lnTo>
                  <a:pt x="702260" y="43185"/>
                </a:lnTo>
                <a:lnTo>
                  <a:pt x="703002" y="42461"/>
                </a:lnTo>
                <a:lnTo>
                  <a:pt x="703663" y="41820"/>
                </a:lnTo>
                <a:lnTo>
                  <a:pt x="704243" y="41264"/>
                </a:lnTo>
                <a:lnTo>
                  <a:pt x="704741" y="40792"/>
                </a:lnTo>
                <a:lnTo>
                  <a:pt x="705158" y="40403"/>
                </a:lnTo>
                <a:lnTo>
                  <a:pt x="705494" y="40099"/>
                </a:lnTo>
                <a:lnTo>
                  <a:pt x="705748" y="39879"/>
                </a:lnTo>
                <a:lnTo>
                  <a:pt x="706287" y="39437"/>
                </a:lnTo>
                <a:lnTo>
                  <a:pt x="706832" y="39011"/>
                </a:lnTo>
                <a:lnTo>
                  <a:pt x="707385" y="38602"/>
                </a:lnTo>
                <a:lnTo>
                  <a:pt x="707944" y="38210"/>
                </a:lnTo>
                <a:lnTo>
                  <a:pt x="708510" y="37834"/>
                </a:lnTo>
                <a:lnTo>
                  <a:pt x="709083" y="37476"/>
                </a:lnTo>
                <a:lnTo>
                  <a:pt x="709663" y="37134"/>
                </a:lnTo>
                <a:lnTo>
                  <a:pt x="710250" y="36809"/>
                </a:lnTo>
                <a:lnTo>
                  <a:pt x="710844" y="36501"/>
                </a:lnTo>
                <a:lnTo>
                  <a:pt x="711445" y="36210"/>
                </a:lnTo>
                <a:lnTo>
                  <a:pt x="712053" y="35935"/>
                </a:lnTo>
                <a:lnTo>
                  <a:pt x="712667" y="35678"/>
                </a:lnTo>
                <a:lnTo>
                  <a:pt x="713285" y="35439"/>
                </a:lnTo>
                <a:lnTo>
                  <a:pt x="713902" y="35221"/>
                </a:lnTo>
                <a:lnTo>
                  <a:pt x="714518" y="35023"/>
                </a:lnTo>
                <a:lnTo>
                  <a:pt x="715132" y="34847"/>
                </a:lnTo>
                <a:lnTo>
                  <a:pt x="715746" y="34691"/>
                </a:lnTo>
                <a:lnTo>
                  <a:pt x="716359" y="34556"/>
                </a:lnTo>
                <a:lnTo>
                  <a:pt x="716970" y="34442"/>
                </a:lnTo>
                <a:lnTo>
                  <a:pt x="717581" y="34348"/>
                </a:lnTo>
                <a:lnTo>
                  <a:pt x="718191" y="34276"/>
                </a:lnTo>
                <a:lnTo>
                  <a:pt x="718800" y="34224"/>
                </a:lnTo>
                <a:lnTo>
                  <a:pt x="719408" y="34193"/>
                </a:lnTo>
                <a:lnTo>
                  <a:pt x="720014" y="34182"/>
                </a:lnTo>
                <a:lnTo>
                  <a:pt x="721025" y="34207"/>
                </a:lnTo>
                <a:lnTo>
                  <a:pt x="722012" y="34281"/>
                </a:lnTo>
                <a:lnTo>
                  <a:pt x="722975" y="34405"/>
                </a:lnTo>
                <a:lnTo>
                  <a:pt x="723914" y="34578"/>
                </a:lnTo>
                <a:lnTo>
                  <a:pt x="724829" y="34800"/>
                </a:lnTo>
                <a:lnTo>
                  <a:pt x="725721" y="35072"/>
                </a:lnTo>
                <a:lnTo>
                  <a:pt x="726589" y="35394"/>
                </a:lnTo>
                <a:lnTo>
                  <a:pt x="727433" y="35765"/>
                </a:lnTo>
                <a:lnTo>
                  <a:pt x="728253" y="36185"/>
                </a:lnTo>
                <a:lnTo>
                  <a:pt x="729049" y="36655"/>
                </a:lnTo>
                <a:lnTo>
                  <a:pt x="729822" y="37174"/>
                </a:lnTo>
                <a:lnTo>
                  <a:pt x="730571" y="37743"/>
                </a:lnTo>
                <a:lnTo>
                  <a:pt x="731288" y="38358"/>
                </a:lnTo>
                <a:lnTo>
                  <a:pt x="731964" y="39019"/>
                </a:lnTo>
                <a:lnTo>
                  <a:pt x="732600" y="39723"/>
                </a:lnTo>
                <a:lnTo>
                  <a:pt x="733194" y="40473"/>
                </a:lnTo>
                <a:lnTo>
                  <a:pt x="733749" y="41266"/>
                </a:lnTo>
                <a:lnTo>
                  <a:pt x="734262" y="42105"/>
                </a:lnTo>
                <a:lnTo>
                  <a:pt x="734735" y="42987"/>
                </a:lnTo>
                <a:lnTo>
                  <a:pt x="735168" y="43915"/>
                </a:lnTo>
                <a:lnTo>
                  <a:pt x="735560" y="44886"/>
                </a:lnTo>
                <a:lnTo>
                  <a:pt x="735911" y="45903"/>
                </a:lnTo>
                <a:lnTo>
                  <a:pt x="736222" y="46963"/>
                </a:lnTo>
                <a:lnTo>
                  <a:pt x="736491" y="48069"/>
                </a:lnTo>
                <a:lnTo>
                  <a:pt x="737700" y="46685"/>
                </a:lnTo>
                <a:lnTo>
                  <a:pt x="738877" y="45383"/>
                </a:lnTo>
                <a:lnTo>
                  <a:pt x="740022" y="44163"/>
                </a:lnTo>
                <a:lnTo>
                  <a:pt x="741136" y="43024"/>
                </a:lnTo>
                <a:lnTo>
                  <a:pt x="742218" y="41967"/>
                </a:lnTo>
                <a:lnTo>
                  <a:pt x="743268" y="40992"/>
                </a:lnTo>
                <a:lnTo>
                  <a:pt x="744286" y="40098"/>
                </a:lnTo>
                <a:lnTo>
                  <a:pt x="745273" y="39286"/>
                </a:lnTo>
                <a:lnTo>
                  <a:pt x="746228" y="38555"/>
                </a:lnTo>
                <a:lnTo>
                  <a:pt x="747151" y="37906"/>
                </a:lnTo>
                <a:lnTo>
                  <a:pt x="748043" y="37338"/>
                </a:lnTo>
                <a:lnTo>
                  <a:pt x="748903" y="36853"/>
                </a:lnTo>
                <a:lnTo>
                  <a:pt x="749749" y="36426"/>
                </a:lnTo>
                <a:lnTo>
                  <a:pt x="750599" y="36037"/>
                </a:lnTo>
                <a:lnTo>
                  <a:pt x="751453" y="35684"/>
                </a:lnTo>
                <a:lnTo>
                  <a:pt x="752311" y="35369"/>
                </a:lnTo>
                <a:lnTo>
                  <a:pt x="753173" y="35091"/>
                </a:lnTo>
                <a:lnTo>
                  <a:pt x="754039" y="34850"/>
                </a:lnTo>
                <a:lnTo>
                  <a:pt x="754908" y="34646"/>
                </a:lnTo>
                <a:lnTo>
                  <a:pt x="755782" y="34479"/>
                </a:lnTo>
                <a:lnTo>
                  <a:pt x="756660" y="34349"/>
                </a:lnTo>
                <a:lnTo>
                  <a:pt x="757542" y="34256"/>
                </a:lnTo>
                <a:lnTo>
                  <a:pt x="758427" y="34201"/>
                </a:lnTo>
                <a:lnTo>
                  <a:pt x="759317" y="34182"/>
                </a:lnTo>
                <a:lnTo>
                  <a:pt x="760177" y="34201"/>
                </a:lnTo>
                <a:lnTo>
                  <a:pt x="761020" y="34256"/>
                </a:lnTo>
                <a:lnTo>
                  <a:pt x="761847" y="34349"/>
                </a:lnTo>
                <a:lnTo>
                  <a:pt x="762658" y="34478"/>
                </a:lnTo>
                <a:lnTo>
                  <a:pt x="763452" y="34645"/>
                </a:lnTo>
                <a:lnTo>
                  <a:pt x="764230" y="34849"/>
                </a:lnTo>
                <a:lnTo>
                  <a:pt x="764991" y="35089"/>
                </a:lnTo>
                <a:lnTo>
                  <a:pt x="765737" y="35367"/>
                </a:lnTo>
                <a:lnTo>
                  <a:pt x="766465" y="35682"/>
                </a:lnTo>
                <a:lnTo>
                  <a:pt x="767178" y="36034"/>
                </a:lnTo>
                <a:lnTo>
                  <a:pt x="767874" y="36422"/>
                </a:lnTo>
                <a:lnTo>
                  <a:pt x="768554" y="36848"/>
                </a:lnTo>
                <a:lnTo>
                  <a:pt x="769214" y="37316"/>
                </a:lnTo>
                <a:lnTo>
                  <a:pt x="769851" y="37830"/>
                </a:lnTo>
                <a:lnTo>
                  <a:pt x="770464" y="38391"/>
                </a:lnTo>
                <a:lnTo>
                  <a:pt x="771055" y="38999"/>
                </a:lnTo>
                <a:lnTo>
                  <a:pt x="771622" y="39654"/>
                </a:lnTo>
                <a:lnTo>
                  <a:pt x="772165" y="40356"/>
                </a:lnTo>
                <a:lnTo>
                  <a:pt x="772686" y="41105"/>
                </a:lnTo>
                <a:lnTo>
                  <a:pt x="773183" y="41900"/>
                </a:lnTo>
                <a:lnTo>
                  <a:pt x="773656" y="42743"/>
                </a:lnTo>
                <a:lnTo>
                  <a:pt x="774107" y="43632"/>
                </a:lnTo>
                <a:lnTo>
                  <a:pt x="774534" y="44569"/>
                </a:lnTo>
                <a:lnTo>
                  <a:pt x="774938" y="45552"/>
                </a:lnTo>
                <a:lnTo>
                  <a:pt x="775189" y="46271"/>
                </a:lnTo>
                <a:lnTo>
                  <a:pt x="775418" y="47056"/>
                </a:lnTo>
                <a:lnTo>
                  <a:pt x="775625" y="47905"/>
                </a:lnTo>
                <a:lnTo>
                  <a:pt x="775810" y="48820"/>
                </a:lnTo>
                <a:lnTo>
                  <a:pt x="775973" y="49800"/>
                </a:lnTo>
                <a:lnTo>
                  <a:pt x="776115" y="50845"/>
                </a:lnTo>
                <a:lnTo>
                  <a:pt x="776235" y="51956"/>
                </a:lnTo>
                <a:lnTo>
                  <a:pt x="776333" y="53131"/>
                </a:lnTo>
                <a:lnTo>
                  <a:pt x="776409" y="54371"/>
                </a:lnTo>
                <a:lnTo>
                  <a:pt x="776464" y="55677"/>
                </a:lnTo>
                <a:lnTo>
                  <a:pt x="776496" y="57048"/>
                </a:lnTo>
                <a:lnTo>
                  <a:pt x="776507" y="58483"/>
                </a:lnTo>
                <a:lnTo>
                  <a:pt x="776507" y="86479"/>
                </a:lnTo>
                <a:lnTo>
                  <a:pt x="776514" y="87471"/>
                </a:lnTo>
                <a:lnTo>
                  <a:pt x="776533" y="88409"/>
                </a:lnTo>
                <a:lnTo>
                  <a:pt x="776565" y="89295"/>
                </a:lnTo>
                <a:lnTo>
                  <a:pt x="776610" y="90127"/>
                </a:lnTo>
                <a:lnTo>
                  <a:pt x="776668" y="90905"/>
                </a:lnTo>
                <a:lnTo>
                  <a:pt x="776739" y="91631"/>
                </a:lnTo>
                <a:lnTo>
                  <a:pt x="776823" y="92303"/>
                </a:lnTo>
                <a:lnTo>
                  <a:pt x="776919" y="92922"/>
                </a:lnTo>
                <a:lnTo>
                  <a:pt x="777029" y="93487"/>
                </a:lnTo>
                <a:lnTo>
                  <a:pt x="777151" y="94000"/>
                </a:lnTo>
                <a:lnTo>
                  <a:pt x="777287" y="94459"/>
                </a:lnTo>
                <a:lnTo>
                  <a:pt x="777435" y="94864"/>
                </a:lnTo>
                <a:lnTo>
                  <a:pt x="777562" y="95121"/>
                </a:lnTo>
                <a:lnTo>
                  <a:pt x="777706" y="95372"/>
                </a:lnTo>
                <a:lnTo>
                  <a:pt x="777867" y="95617"/>
                </a:lnTo>
                <a:lnTo>
                  <a:pt x="778045" y="95855"/>
                </a:lnTo>
                <a:lnTo>
                  <a:pt x="778240" y="96086"/>
                </a:lnTo>
                <a:lnTo>
                  <a:pt x="778451" y="96311"/>
                </a:lnTo>
                <a:lnTo>
                  <a:pt x="778679" y="96530"/>
                </a:lnTo>
                <a:lnTo>
                  <a:pt x="778925" y="96743"/>
                </a:lnTo>
                <a:lnTo>
                  <a:pt x="779187" y="96949"/>
                </a:lnTo>
                <a:lnTo>
                  <a:pt x="779466" y="97148"/>
                </a:lnTo>
                <a:lnTo>
                  <a:pt x="779761" y="97341"/>
                </a:lnTo>
                <a:lnTo>
                  <a:pt x="780074" y="97528"/>
                </a:lnTo>
                <a:lnTo>
                  <a:pt x="780412" y="97704"/>
                </a:lnTo>
                <a:lnTo>
                  <a:pt x="780783" y="97865"/>
                </a:lnTo>
                <a:lnTo>
                  <a:pt x="781188" y="98010"/>
                </a:lnTo>
                <a:lnTo>
                  <a:pt x="781627" y="98140"/>
                </a:lnTo>
                <a:lnTo>
                  <a:pt x="782100" y="98255"/>
                </a:lnTo>
                <a:lnTo>
                  <a:pt x="782606" y="98354"/>
                </a:lnTo>
                <a:lnTo>
                  <a:pt x="783146" y="98438"/>
                </a:lnTo>
                <a:lnTo>
                  <a:pt x="783720" y="98507"/>
                </a:lnTo>
                <a:lnTo>
                  <a:pt x="784327" y="98561"/>
                </a:lnTo>
                <a:lnTo>
                  <a:pt x="784968" y="98599"/>
                </a:lnTo>
                <a:lnTo>
                  <a:pt x="785642" y="98622"/>
                </a:lnTo>
                <a:lnTo>
                  <a:pt x="786351" y="98630"/>
                </a:lnTo>
                <a:lnTo>
                  <a:pt x="786351" y="101265"/>
                </a:lnTo>
                <a:lnTo>
                  <a:pt x="754110" y="101265"/>
                </a:lnTo>
                <a:lnTo>
                  <a:pt x="754110" y="98630"/>
                </a:lnTo>
                <a:lnTo>
                  <a:pt x="755465" y="98630"/>
                </a:lnTo>
                <a:lnTo>
                  <a:pt x="756154" y="98618"/>
                </a:lnTo>
                <a:lnTo>
                  <a:pt x="756816" y="98584"/>
                </a:lnTo>
                <a:lnTo>
                  <a:pt x="757453" y="98528"/>
                </a:lnTo>
                <a:lnTo>
                  <a:pt x="758065" y="98449"/>
                </a:lnTo>
                <a:lnTo>
                  <a:pt x="758650" y="98347"/>
                </a:lnTo>
                <a:lnTo>
                  <a:pt x="759210" y="98222"/>
                </a:lnTo>
                <a:lnTo>
                  <a:pt x="759744" y="98075"/>
                </a:lnTo>
                <a:lnTo>
                  <a:pt x="760252" y="97906"/>
                </a:lnTo>
                <a:lnTo>
                  <a:pt x="760735" y="97713"/>
                </a:lnTo>
                <a:lnTo>
                  <a:pt x="761191" y="97498"/>
                </a:lnTo>
                <a:lnTo>
                  <a:pt x="761622" y="97261"/>
                </a:lnTo>
                <a:lnTo>
                  <a:pt x="762027" y="97001"/>
                </a:lnTo>
                <a:lnTo>
                  <a:pt x="762294" y="96802"/>
                </a:lnTo>
                <a:lnTo>
                  <a:pt x="762549" y="96585"/>
                </a:lnTo>
                <a:lnTo>
                  <a:pt x="762790" y="96349"/>
                </a:lnTo>
                <a:lnTo>
                  <a:pt x="763018" y="96095"/>
                </a:lnTo>
                <a:lnTo>
                  <a:pt x="763234" y="95822"/>
                </a:lnTo>
                <a:lnTo>
                  <a:pt x="763436" y="95530"/>
                </a:lnTo>
                <a:lnTo>
                  <a:pt x="763626" y="95219"/>
                </a:lnTo>
                <a:lnTo>
                  <a:pt x="763803" y="94890"/>
                </a:lnTo>
                <a:lnTo>
                  <a:pt x="763967" y="94542"/>
                </a:lnTo>
                <a:lnTo>
                  <a:pt x="764118" y="94176"/>
                </a:lnTo>
                <a:lnTo>
                  <a:pt x="764256" y="93791"/>
                </a:lnTo>
                <a:lnTo>
                  <a:pt x="764381" y="93387"/>
                </a:lnTo>
                <a:lnTo>
                  <a:pt x="764427" y="93155"/>
                </a:lnTo>
                <a:lnTo>
                  <a:pt x="764469" y="92861"/>
                </a:lnTo>
                <a:lnTo>
                  <a:pt x="764506" y="92506"/>
                </a:lnTo>
                <a:lnTo>
                  <a:pt x="764540" y="92088"/>
                </a:lnTo>
                <a:lnTo>
                  <a:pt x="764570" y="91608"/>
                </a:lnTo>
                <a:lnTo>
                  <a:pt x="764595" y="91067"/>
                </a:lnTo>
                <a:lnTo>
                  <a:pt x="764617" y="90463"/>
                </a:lnTo>
                <a:lnTo>
                  <a:pt x="764635" y="89797"/>
                </a:lnTo>
                <a:lnTo>
                  <a:pt x="764649" y="89070"/>
                </a:lnTo>
                <a:lnTo>
                  <a:pt x="764659" y="88280"/>
                </a:lnTo>
                <a:lnTo>
                  <a:pt x="764665" y="87428"/>
                </a:lnTo>
                <a:lnTo>
                  <a:pt x="764667" y="86515"/>
                </a:lnTo>
                <a:lnTo>
                  <a:pt x="764667" y="58599"/>
                </a:lnTo>
                <a:lnTo>
                  <a:pt x="764653" y="57309"/>
                </a:lnTo>
                <a:lnTo>
                  <a:pt x="764613" y="56084"/>
                </a:lnTo>
                <a:lnTo>
                  <a:pt x="764546" y="54924"/>
                </a:lnTo>
                <a:lnTo>
                  <a:pt x="764453" y="53828"/>
                </a:lnTo>
                <a:lnTo>
                  <a:pt x="764332" y="52798"/>
                </a:lnTo>
                <a:lnTo>
                  <a:pt x="764185" y="51833"/>
                </a:lnTo>
                <a:lnTo>
                  <a:pt x="764011" y="50933"/>
                </a:lnTo>
                <a:lnTo>
                  <a:pt x="763811" y="50097"/>
                </a:lnTo>
                <a:lnTo>
                  <a:pt x="763583" y="49327"/>
                </a:lnTo>
                <a:lnTo>
                  <a:pt x="763329" y="48621"/>
                </a:lnTo>
                <a:lnTo>
                  <a:pt x="763048" y="47981"/>
                </a:lnTo>
                <a:lnTo>
                  <a:pt x="762741" y="47405"/>
                </a:lnTo>
                <a:lnTo>
                  <a:pt x="762254" y="46681"/>
                </a:lnTo>
                <a:lnTo>
                  <a:pt x="761720" y="46020"/>
                </a:lnTo>
                <a:lnTo>
                  <a:pt x="761140" y="45421"/>
                </a:lnTo>
                <a:lnTo>
                  <a:pt x="760514" y="44886"/>
                </a:lnTo>
                <a:lnTo>
                  <a:pt x="759841" y="44413"/>
                </a:lnTo>
                <a:lnTo>
                  <a:pt x="759121" y="44004"/>
                </a:lnTo>
                <a:lnTo>
                  <a:pt x="758354" y="43657"/>
                </a:lnTo>
                <a:lnTo>
                  <a:pt x="757542" y="43374"/>
                </a:lnTo>
                <a:lnTo>
                  <a:pt x="756682" y="43154"/>
                </a:lnTo>
                <a:lnTo>
                  <a:pt x="755776" y="42996"/>
                </a:lnTo>
                <a:lnTo>
                  <a:pt x="754824" y="42902"/>
                </a:lnTo>
                <a:lnTo>
                  <a:pt x="753825" y="42870"/>
                </a:lnTo>
                <a:lnTo>
                  <a:pt x="753194" y="42883"/>
                </a:lnTo>
                <a:lnTo>
                  <a:pt x="752563" y="42922"/>
                </a:lnTo>
                <a:lnTo>
                  <a:pt x="751932" y="42987"/>
                </a:lnTo>
                <a:lnTo>
                  <a:pt x="751300" y="43079"/>
                </a:lnTo>
                <a:lnTo>
                  <a:pt x="750668" y="43196"/>
                </a:lnTo>
                <a:lnTo>
                  <a:pt x="750035" y="43340"/>
                </a:lnTo>
                <a:lnTo>
                  <a:pt x="749402" y="43509"/>
                </a:lnTo>
                <a:lnTo>
                  <a:pt x="748768" y="43705"/>
                </a:lnTo>
                <a:lnTo>
                  <a:pt x="748134" y="43927"/>
                </a:lnTo>
                <a:lnTo>
                  <a:pt x="747499" y="44174"/>
                </a:lnTo>
                <a:lnTo>
                  <a:pt x="746864" y="44448"/>
                </a:lnTo>
                <a:lnTo>
                  <a:pt x="746228" y="44748"/>
                </a:lnTo>
                <a:lnTo>
                  <a:pt x="745581" y="45083"/>
                </a:lnTo>
                <a:lnTo>
                  <a:pt x="744911" y="45463"/>
                </a:lnTo>
                <a:lnTo>
                  <a:pt x="744220" y="45888"/>
                </a:lnTo>
                <a:lnTo>
                  <a:pt x="743506" y="46358"/>
                </a:lnTo>
                <a:lnTo>
                  <a:pt x="742769" y="46872"/>
                </a:lnTo>
                <a:lnTo>
                  <a:pt x="742011" y="47431"/>
                </a:lnTo>
                <a:lnTo>
                  <a:pt x="741230" y="48035"/>
                </a:lnTo>
                <a:lnTo>
                  <a:pt x="740426" y="48684"/>
                </a:lnTo>
                <a:lnTo>
                  <a:pt x="739601" y="49377"/>
                </a:lnTo>
                <a:lnTo>
                  <a:pt x="738753" y="50116"/>
                </a:lnTo>
                <a:lnTo>
                  <a:pt x="737883" y="50899"/>
                </a:lnTo>
                <a:lnTo>
                  <a:pt x="736991" y="51727"/>
                </a:lnTo>
                <a:lnTo>
                  <a:pt x="736848" y="52506"/>
                </a:lnTo>
                <a:lnTo>
                  <a:pt x="736991" y="55553"/>
                </a:lnTo>
                <a:lnTo>
                  <a:pt x="736991" y="86515"/>
                </a:lnTo>
                <a:lnTo>
                  <a:pt x="736996" y="87590"/>
                </a:lnTo>
                <a:lnTo>
                  <a:pt x="737012" y="88595"/>
                </a:lnTo>
                <a:lnTo>
                  <a:pt x="737038" y="89530"/>
                </a:lnTo>
                <a:lnTo>
                  <a:pt x="737074" y="90396"/>
                </a:lnTo>
                <a:lnTo>
                  <a:pt x="737121" y="91192"/>
                </a:lnTo>
                <a:lnTo>
                  <a:pt x="737178" y="91917"/>
                </a:lnTo>
                <a:lnTo>
                  <a:pt x="737246" y="92573"/>
                </a:lnTo>
                <a:lnTo>
                  <a:pt x="737324" y="93159"/>
                </a:lnTo>
                <a:lnTo>
                  <a:pt x="737412" y="93675"/>
                </a:lnTo>
                <a:lnTo>
                  <a:pt x="737511" y="94121"/>
                </a:lnTo>
                <a:lnTo>
                  <a:pt x="737620" y="94498"/>
                </a:lnTo>
                <a:lnTo>
                  <a:pt x="737740" y="94804"/>
                </a:lnTo>
                <a:lnTo>
                  <a:pt x="737874" y="95072"/>
                </a:lnTo>
                <a:lnTo>
                  <a:pt x="738026" y="95333"/>
                </a:lnTo>
                <a:lnTo>
                  <a:pt x="738197" y="95586"/>
                </a:lnTo>
                <a:lnTo>
                  <a:pt x="738386" y="95831"/>
                </a:lnTo>
                <a:lnTo>
                  <a:pt x="738593" y="96070"/>
                </a:lnTo>
                <a:lnTo>
                  <a:pt x="738819" y="96301"/>
                </a:lnTo>
                <a:lnTo>
                  <a:pt x="739063" y="96525"/>
                </a:lnTo>
                <a:lnTo>
                  <a:pt x="739325" y="96741"/>
                </a:lnTo>
                <a:lnTo>
                  <a:pt x="739605" y="96950"/>
                </a:lnTo>
                <a:lnTo>
                  <a:pt x="739904" y="97151"/>
                </a:lnTo>
                <a:lnTo>
                  <a:pt x="740222" y="97346"/>
                </a:lnTo>
                <a:lnTo>
                  <a:pt x="740557" y="97533"/>
                </a:lnTo>
                <a:lnTo>
                  <a:pt x="740922" y="97708"/>
                </a:lnTo>
                <a:lnTo>
                  <a:pt x="741328" y="97868"/>
                </a:lnTo>
                <a:lnTo>
                  <a:pt x="741774" y="98013"/>
                </a:lnTo>
                <a:lnTo>
                  <a:pt x="742261" y="98142"/>
                </a:lnTo>
                <a:lnTo>
                  <a:pt x="742789" y="98256"/>
                </a:lnTo>
                <a:lnTo>
                  <a:pt x="743357" y="98355"/>
                </a:lnTo>
                <a:lnTo>
                  <a:pt x="743966" y="98439"/>
                </a:lnTo>
                <a:lnTo>
                  <a:pt x="744615" y="98508"/>
                </a:lnTo>
                <a:lnTo>
                  <a:pt x="745305" y="98561"/>
                </a:lnTo>
                <a:lnTo>
                  <a:pt x="746036" y="98599"/>
                </a:lnTo>
                <a:lnTo>
                  <a:pt x="746807" y="98622"/>
                </a:lnTo>
                <a:lnTo>
                  <a:pt x="747619" y="98630"/>
                </a:lnTo>
                <a:lnTo>
                  <a:pt x="747619" y="101265"/>
                </a:lnTo>
                <a:lnTo>
                  <a:pt x="714593" y="101265"/>
                </a:lnTo>
                <a:lnTo>
                  <a:pt x="714593" y="98630"/>
                </a:lnTo>
                <a:lnTo>
                  <a:pt x="715473" y="98621"/>
                </a:lnTo>
                <a:lnTo>
                  <a:pt x="716306" y="98594"/>
                </a:lnTo>
                <a:lnTo>
                  <a:pt x="717092" y="98550"/>
                </a:lnTo>
                <a:lnTo>
                  <a:pt x="717831" y="98488"/>
                </a:lnTo>
                <a:lnTo>
                  <a:pt x="718523" y="98408"/>
                </a:lnTo>
                <a:lnTo>
                  <a:pt x="719167" y="98311"/>
                </a:lnTo>
                <a:lnTo>
                  <a:pt x="719765" y="98196"/>
                </a:lnTo>
                <a:lnTo>
                  <a:pt x="720316" y="98063"/>
                </a:lnTo>
                <a:lnTo>
                  <a:pt x="720819" y="97912"/>
                </a:lnTo>
                <a:lnTo>
                  <a:pt x="721276" y="97744"/>
                </a:lnTo>
                <a:lnTo>
                  <a:pt x="721685" y="97558"/>
                </a:lnTo>
                <a:lnTo>
                  <a:pt x="722047" y="97355"/>
                </a:lnTo>
                <a:lnTo>
                  <a:pt x="722377" y="97133"/>
                </a:lnTo>
                <a:lnTo>
                  <a:pt x="722690" y="96894"/>
                </a:lnTo>
                <a:lnTo>
                  <a:pt x="722986" y="96637"/>
                </a:lnTo>
                <a:lnTo>
                  <a:pt x="723264" y="96363"/>
                </a:lnTo>
                <a:lnTo>
                  <a:pt x="723525" y="96071"/>
                </a:lnTo>
                <a:lnTo>
                  <a:pt x="723768" y="95761"/>
                </a:lnTo>
                <a:lnTo>
                  <a:pt x="723994" y="95433"/>
                </a:lnTo>
                <a:lnTo>
                  <a:pt x="724203" y="95088"/>
                </a:lnTo>
                <a:lnTo>
                  <a:pt x="724394" y="94725"/>
                </a:lnTo>
                <a:lnTo>
                  <a:pt x="724569" y="94344"/>
                </a:lnTo>
                <a:lnTo>
                  <a:pt x="724725" y="93945"/>
                </a:lnTo>
                <a:lnTo>
                  <a:pt x="724865" y="93529"/>
                </a:lnTo>
                <a:lnTo>
                  <a:pt x="724922" y="93296"/>
                </a:lnTo>
                <a:lnTo>
                  <a:pt x="724974" y="92999"/>
                </a:lnTo>
                <a:lnTo>
                  <a:pt x="725021" y="92638"/>
                </a:lnTo>
                <a:lnTo>
                  <a:pt x="725063" y="92214"/>
                </a:lnTo>
                <a:lnTo>
                  <a:pt x="725100" y="91725"/>
                </a:lnTo>
                <a:lnTo>
                  <a:pt x="725132" y="91172"/>
                </a:lnTo>
                <a:lnTo>
                  <a:pt x="725159" y="90556"/>
                </a:lnTo>
                <a:lnTo>
                  <a:pt x="725182" y="89875"/>
                </a:lnTo>
                <a:lnTo>
                  <a:pt x="725199" y="89131"/>
                </a:lnTo>
                <a:lnTo>
                  <a:pt x="725212" y="88323"/>
                </a:lnTo>
                <a:lnTo>
                  <a:pt x="725219" y="87451"/>
                </a:lnTo>
                <a:lnTo>
                  <a:pt x="725221" y="86515"/>
                </a:lnTo>
                <a:lnTo>
                  <a:pt x="725221" y="58599"/>
                </a:lnTo>
                <a:lnTo>
                  <a:pt x="725205" y="57308"/>
                </a:lnTo>
                <a:lnTo>
                  <a:pt x="725156" y="56078"/>
                </a:lnTo>
                <a:lnTo>
                  <a:pt x="725074" y="54910"/>
                </a:lnTo>
                <a:lnTo>
                  <a:pt x="724960" y="53805"/>
                </a:lnTo>
                <a:lnTo>
                  <a:pt x="724813" y="52761"/>
                </a:lnTo>
                <a:lnTo>
                  <a:pt x="724633" y="51779"/>
                </a:lnTo>
                <a:lnTo>
                  <a:pt x="724420" y="50860"/>
                </a:lnTo>
                <a:lnTo>
                  <a:pt x="724175" y="50002"/>
                </a:lnTo>
                <a:lnTo>
                  <a:pt x="723897" y="49207"/>
                </a:lnTo>
                <a:lnTo>
                  <a:pt x="723587" y="48473"/>
                </a:lnTo>
                <a:lnTo>
                  <a:pt x="723244" y="47801"/>
                </a:lnTo>
                <a:lnTo>
                  <a:pt x="722868" y="47192"/>
                </a:lnTo>
                <a:lnTo>
                  <a:pt x="722327" y="46467"/>
                </a:lnTo>
                <a:lnTo>
                  <a:pt x="721752" y="45806"/>
                </a:lnTo>
                <a:lnTo>
                  <a:pt x="721142" y="45208"/>
                </a:lnTo>
                <a:lnTo>
                  <a:pt x="720498" y="44672"/>
                </a:lnTo>
                <a:lnTo>
                  <a:pt x="719819" y="44200"/>
                </a:lnTo>
                <a:lnTo>
                  <a:pt x="719105" y="43790"/>
                </a:lnTo>
                <a:lnTo>
                  <a:pt x="718356" y="43444"/>
                </a:lnTo>
                <a:lnTo>
                  <a:pt x="717573" y="43160"/>
                </a:lnTo>
                <a:lnTo>
                  <a:pt x="716755" y="42940"/>
                </a:lnTo>
                <a:lnTo>
                  <a:pt x="715903" y="42782"/>
                </a:lnTo>
                <a:lnTo>
                  <a:pt x="715016" y="42688"/>
                </a:lnTo>
                <a:lnTo>
                  <a:pt x="714094" y="42656"/>
                </a:lnTo>
                <a:lnTo>
                  <a:pt x="713453" y="42671"/>
                </a:lnTo>
                <a:lnTo>
                  <a:pt x="712812" y="42714"/>
                </a:lnTo>
                <a:lnTo>
                  <a:pt x="712173" y="42785"/>
                </a:lnTo>
                <a:lnTo>
                  <a:pt x="711534" y="42885"/>
                </a:lnTo>
                <a:lnTo>
                  <a:pt x="710897" y="43013"/>
                </a:lnTo>
                <a:lnTo>
                  <a:pt x="710260" y="43170"/>
                </a:lnTo>
                <a:lnTo>
                  <a:pt x="709625" y="43355"/>
                </a:lnTo>
                <a:lnTo>
                  <a:pt x="708990" y="43569"/>
                </a:lnTo>
                <a:lnTo>
                  <a:pt x="708356" y="43812"/>
                </a:lnTo>
                <a:lnTo>
                  <a:pt x="707724" y="44083"/>
                </a:lnTo>
                <a:lnTo>
                  <a:pt x="707092" y="44382"/>
                </a:lnTo>
                <a:lnTo>
                  <a:pt x="706462" y="44711"/>
                </a:lnTo>
                <a:lnTo>
                  <a:pt x="705494" y="45236"/>
                </a:lnTo>
                <a:lnTo>
                  <a:pt x="704564" y="45771"/>
                </a:lnTo>
                <a:lnTo>
                  <a:pt x="703671" y="46318"/>
                </a:lnTo>
                <a:lnTo>
                  <a:pt x="702816" y="46876"/>
                </a:lnTo>
                <a:lnTo>
                  <a:pt x="701999" y="47444"/>
                </a:lnTo>
                <a:lnTo>
                  <a:pt x="701219" y="48023"/>
                </a:lnTo>
                <a:lnTo>
                  <a:pt x="700477" y="48613"/>
                </a:lnTo>
                <a:lnTo>
                  <a:pt x="699773" y="49214"/>
                </a:lnTo>
                <a:lnTo>
                  <a:pt x="699106" y="49825"/>
                </a:lnTo>
                <a:lnTo>
                  <a:pt x="698477" y="50448"/>
                </a:lnTo>
                <a:lnTo>
                  <a:pt x="697885" y="51081"/>
                </a:lnTo>
                <a:lnTo>
                  <a:pt x="697332" y="51725"/>
                </a:lnTo>
                <a:lnTo>
                  <a:pt x="697332" y="86515"/>
                </a:lnTo>
                <a:lnTo>
                  <a:pt x="697338" y="87546"/>
                </a:lnTo>
                <a:lnTo>
                  <a:pt x="697356" y="88516"/>
                </a:lnTo>
                <a:lnTo>
                  <a:pt x="697387" y="89424"/>
                </a:lnTo>
                <a:lnTo>
                  <a:pt x="697431" y="90269"/>
                </a:lnTo>
                <a:lnTo>
                  <a:pt x="697486" y="91053"/>
                </a:lnTo>
                <a:lnTo>
                  <a:pt x="697554" y="91775"/>
                </a:lnTo>
                <a:lnTo>
                  <a:pt x="697635" y="92435"/>
                </a:lnTo>
                <a:lnTo>
                  <a:pt x="697728" y="93033"/>
                </a:lnTo>
                <a:lnTo>
                  <a:pt x="697833" y="93568"/>
                </a:lnTo>
                <a:lnTo>
                  <a:pt x="697951" y="94042"/>
                </a:lnTo>
                <a:lnTo>
                  <a:pt x="698081" y="94454"/>
                </a:lnTo>
                <a:lnTo>
                  <a:pt x="698223" y="94804"/>
                </a:lnTo>
                <a:lnTo>
                  <a:pt x="698378" y="95116"/>
                </a:lnTo>
                <a:lnTo>
                  <a:pt x="698544" y="95415"/>
                </a:lnTo>
                <a:lnTo>
                  <a:pt x="698722" y="95700"/>
                </a:lnTo>
                <a:lnTo>
                  <a:pt x="698913" y="95973"/>
                </a:lnTo>
                <a:lnTo>
                  <a:pt x="699115" y="96232"/>
                </a:lnTo>
                <a:lnTo>
                  <a:pt x="699329" y="96477"/>
                </a:lnTo>
                <a:lnTo>
                  <a:pt x="699555" y="96710"/>
                </a:lnTo>
                <a:lnTo>
                  <a:pt x="699792" y="96929"/>
                </a:lnTo>
                <a:lnTo>
                  <a:pt x="700042" y="97135"/>
                </a:lnTo>
                <a:lnTo>
                  <a:pt x="700304" y="97327"/>
                </a:lnTo>
                <a:lnTo>
                  <a:pt x="700577" y="97507"/>
                </a:lnTo>
                <a:lnTo>
                  <a:pt x="700862" y="97673"/>
                </a:lnTo>
                <a:lnTo>
                  <a:pt x="701179" y="97826"/>
                </a:lnTo>
                <a:lnTo>
                  <a:pt x="701545" y="97965"/>
                </a:lnTo>
                <a:lnTo>
                  <a:pt x="701961" y="98091"/>
                </a:lnTo>
                <a:lnTo>
                  <a:pt x="702428" y="98204"/>
                </a:lnTo>
                <a:lnTo>
                  <a:pt x="702944" y="98304"/>
                </a:lnTo>
                <a:lnTo>
                  <a:pt x="703510" y="98390"/>
                </a:lnTo>
                <a:lnTo>
                  <a:pt x="704127" y="98464"/>
                </a:lnTo>
                <a:lnTo>
                  <a:pt x="704793" y="98523"/>
                </a:lnTo>
                <a:lnTo>
                  <a:pt x="705510" y="98570"/>
                </a:lnTo>
                <a:lnTo>
                  <a:pt x="706276" y="98603"/>
                </a:lnTo>
                <a:lnTo>
                  <a:pt x="707093" y="98623"/>
                </a:lnTo>
                <a:lnTo>
                  <a:pt x="707960" y="98630"/>
                </a:lnTo>
                <a:lnTo>
                  <a:pt x="707960" y="101265"/>
                </a:lnTo>
                <a:lnTo>
                  <a:pt x="675647" y="101265"/>
                </a:lnTo>
                <a:lnTo>
                  <a:pt x="675647" y="98630"/>
                </a:lnTo>
                <a:lnTo>
                  <a:pt x="676378" y="98623"/>
                </a:lnTo>
                <a:lnTo>
                  <a:pt x="677070" y="98603"/>
                </a:lnTo>
                <a:lnTo>
                  <a:pt x="677725" y="98570"/>
                </a:lnTo>
                <a:lnTo>
                  <a:pt x="678342" y="98523"/>
                </a:lnTo>
                <a:lnTo>
                  <a:pt x="678922" y="98463"/>
                </a:lnTo>
                <a:lnTo>
                  <a:pt x="679464" y="98390"/>
                </a:lnTo>
                <a:lnTo>
                  <a:pt x="679968" y="98303"/>
                </a:lnTo>
                <a:lnTo>
                  <a:pt x="680434" y="98203"/>
                </a:lnTo>
                <a:lnTo>
                  <a:pt x="680863" y="98090"/>
                </a:lnTo>
                <a:lnTo>
                  <a:pt x="681255" y="97964"/>
                </a:lnTo>
                <a:lnTo>
                  <a:pt x="681608" y="97824"/>
                </a:lnTo>
                <a:lnTo>
                  <a:pt x="681924" y="97671"/>
                </a:lnTo>
                <a:lnTo>
                  <a:pt x="682216" y="97503"/>
                </a:lnTo>
                <a:lnTo>
                  <a:pt x="682495" y="97319"/>
                </a:lnTo>
                <a:lnTo>
                  <a:pt x="682763" y="97120"/>
                </a:lnTo>
                <a:lnTo>
                  <a:pt x="683018" y="96905"/>
                </a:lnTo>
                <a:lnTo>
                  <a:pt x="683262" y="96674"/>
                </a:lnTo>
                <a:lnTo>
                  <a:pt x="683494" y="96427"/>
                </a:lnTo>
                <a:lnTo>
                  <a:pt x="683714" y="96165"/>
                </a:lnTo>
                <a:lnTo>
                  <a:pt x="683922" y="95886"/>
                </a:lnTo>
                <a:lnTo>
                  <a:pt x="684118" y="95592"/>
                </a:lnTo>
                <a:lnTo>
                  <a:pt x="684302" y="95282"/>
                </a:lnTo>
                <a:lnTo>
                  <a:pt x="684474" y="94957"/>
                </a:lnTo>
                <a:lnTo>
                  <a:pt x="684635" y="94615"/>
                </a:lnTo>
                <a:lnTo>
                  <a:pt x="684783" y="94238"/>
                </a:lnTo>
                <a:lnTo>
                  <a:pt x="684918" y="93807"/>
                </a:lnTo>
                <a:lnTo>
                  <a:pt x="685041" y="93320"/>
                </a:lnTo>
                <a:lnTo>
                  <a:pt x="685150" y="92779"/>
                </a:lnTo>
                <a:lnTo>
                  <a:pt x="685247" y="92184"/>
                </a:lnTo>
                <a:lnTo>
                  <a:pt x="685330" y="91533"/>
                </a:lnTo>
                <a:lnTo>
                  <a:pt x="685401" y="90828"/>
                </a:lnTo>
                <a:lnTo>
                  <a:pt x="685459" y="90067"/>
                </a:lnTo>
                <a:lnTo>
                  <a:pt x="685504" y="89252"/>
                </a:lnTo>
                <a:lnTo>
                  <a:pt x="685536" y="88383"/>
                </a:lnTo>
                <a:lnTo>
                  <a:pt x="685556" y="87458"/>
                </a:lnTo>
                <a:lnTo>
                  <a:pt x="685562" y="86479"/>
                </a:lnTo>
                <a:lnTo>
                  <a:pt x="685562" y="61610"/>
                </a:lnTo>
                <a:lnTo>
                  <a:pt x="685558" y="59875"/>
                </a:lnTo>
                <a:lnTo>
                  <a:pt x="685544" y="58245"/>
                </a:lnTo>
                <a:lnTo>
                  <a:pt x="685522" y="56720"/>
                </a:lnTo>
                <a:lnTo>
                  <a:pt x="685491" y="55301"/>
                </a:lnTo>
                <a:lnTo>
                  <a:pt x="685451" y="53988"/>
                </a:lnTo>
                <a:lnTo>
                  <a:pt x="685402" y="52781"/>
                </a:lnTo>
                <a:lnTo>
                  <a:pt x="685344" y="51679"/>
                </a:lnTo>
                <a:lnTo>
                  <a:pt x="685277" y="50683"/>
                </a:lnTo>
                <a:lnTo>
                  <a:pt x="685201" y="49792"/>
                </a:lnTo>
                <a:lnTo>
                  <a:pt x="685116" y="49008"/>
                </a:lnTo>
                <a:lnTo>
                  <a:pt x="685023" y="48328"/>
                </a:lnTo>
                <a:lnTo>
                  <a:pt x="684920" y="47755"/>
                </a:lnTo>
                <a:lnTo>
                  <a:pt x="684833" y="47374"/>
                </a:lnTo>
                <a:lnTo>
                  <a:pt x="684738" y="47013"/>
                </a:lnTo>
                <a:lnTo>
                  <a:pt x="684635" y="46673"/>
                </a:lnTo>
                <a:lnTo>
                  <a:pt x="684524" y="46353"/>
                </a:lnTo>
                <a:lnTo>
                  <a:pt x="684405" y="46053"/>
                </a:lnTo>
                <a:lnTo>
                  <a:pt x="684278" y="45774"/>
                </a:lnTo>
                <a:lnTo>
                  <a:pt x="684144" y="45514"/>
                </a:lnTo>
                <a:lnTo>
                  <a:pt x="684001" y="45275"/>
                </a:lnTo>
                <a:lnTo>
                  <a:pt x="683850" y="45056"/>
                </a:lnTo>
                <a:lnTo>
                  <a:pt x="683692" y="44858"/>
                </a:lnTo>
                <a:lnTo>
                  <a:pt x="683525" y="44679"/>
                </a:lnTo>
                <a:lnTo>
                  <a:pt x="683351" y="44521"/>
                </a:lnTo>
                <a:lnTo>
                  <a:pt x="683167" y="44380"/>
                </a:lnTo>
                <a:lnTo>
                  <a:pt x="682973" y="44250"/>
                </a:lnTo>
                <a:lnTo>
                  <a:pt x="682767" y="44133"/>
                </a:lnTo>
                <a:lnTo>
                  <a:pt x="682550" y="44028"/>
                </a:lnTo>
                <a:lnTo>
                  <a:pt x="682323" y="43936"/>
                </a:lnTo>
                <a:lnTo>
                  <a:pt x="682085" y="43855"/>
                </a:lnTo>
                <a:lnTo>
                  <a:pt x="681836" y="43788"/>
                </a:lnTo>
                <a:lnTo>
                  <a:pt x="681576" y="43732"/>
                </a:lnTo>
                <a:lnTo>
                  <a:pt x="681305" y="43689"/>
                </a:lnTo>
                <a:lnTo>
                  <a:pt x="681023" y="43658"/>
                </a:lnTo>
                <a:lnTo>
                  <a:pt x="680730" y="43640"/>
                </a:lnTo>
                <a:lnTo>
                  <a:pt x="680426" y="43633"/>
                </a:lnTo>
                <a:lnTo>
                  <a:pt x="680088" y="43641"/>
                </a:lnTo>
                <a:lnTo>
                  <a:pt x="679739" y="43663"/>
                </a:lnTo>
                <a:lnTo>
                  <a:pt x="679379" y="43700"/>
                </a:lnTo>
                <a:lnTo>
                  <a:pt x="679008" y="43752"/>
                </a:lnTo>
                <a:lnTo>
                  <a:pt x="678626" y="43818"/>
                </a:lnTo>
                <a:lnTo>
                  <a:pt x="678233" y="43900"/>
                </a:lnTo>
                <a:lnTo>
                  <a:pt x="677829" y="43996"/>
                </a:lnTo>
                <a:lnTo>
                  <a:pt x="677415" y="44107"/>
                </a:lnTo>
                <a:lnTo>
                  <a:pt x="676989" y="44233"/>
                </a:lnTo>
                <a:lnTo>
                  <a:pt x="676553" y="44374"/>
                </a:lnTo>
                <a:lnTo>
                  <a:pt x="676106" y="44529"/>
                </a:lnTo>
                <a:lnTo>
                  <a:pt x="675647" y="44699"/>
                </a:lnTo>
                <a:lnTo>
                  <a:pt x="674577" y="42140"/>
                </a:lnTo>
                <a:lnTo>
                  <a:pt x="694264" y="34182"/>
                </a:lnTo>
                <a:lnTo>
                  <a:pt x="697332" y="34182"/>
                </a:lnTo>
                <a:lnTo>
                  <a:pt x="697332" y="48069"/>
                </a:lnTo>
                <a:close/>
                <a:moveTo>
                  <a:pt x="802129" y="60673"/>
                </a:moveTo>
                <a:lnTo>
                  <a:pt x="802167" y="63046"/>
                </a:lnTo>
                <a:lnTo>
                  <a:pt x="802305" y="65331"/>
                </a:lnTo>
                <a:lnTo>
                  <a:pt x="802543" y="67530"/>
                </a:lnTo>
                <a:lnTo>
                  <a:pt x="802882" y="69641"/>
                </a:lnTo>
                <a:lnTo>
                  <a:pt x="803320" y="71666"/>
                </a:lnTo>
                <a:lnTo>
                  <a:pt x="803859" y="73605"/>
                </a:lnTo>
                <a:lnTo>
                  <a:pt x="804497" y="75456"/>
                </a:lnTo>
                <a:lnTo>
                  <a:pt x="805236" y="77220"/>
                </a:lnTo>
                <a:lnTo>
                  <a:pt x="806074" y="78898"/>
                </a:lnTo>
                <a:lnTo>
                  <a:pt x="807013" y="80489"/>
                </a:lnTo>
                <a:lnTo>
                  <a:pt x="808052" y="81993"/>
                </a:lnTo>
                <a:lnTo>
                  <a:pt x="809190" y="83410"/>
                </a:lnTo>
                <a:lnTo>
                  <a:pt x="810397" y="84726"/>
                </a:lnTo>
                <a:lnTo>
                  <a:pt x="811637" y="85928"/>
                </a:lnTo>
                <a:lnTo>
                  <a:pt x="812913" y="87015"/>
                </a:lnTo>
                <a:lnTo>
                  <a:pt x="814223" y="87988"/>
                </a:lnTo>
                <a:lnTo>
                  <a:pt x="815568" y="88847"/>
                </a:lnTo>
                <a:lnTo>
                  <a:pt x="816948" y="89591"/>
                </a:lnTo>
                <a:lnTo>
                  <a:pt x="818362" y="90220"/>
                </a:lnTo>
                <a:lnTo>
                  <a:pt x="819811" y="90735"/>
                </a:lnTo>
                <a:lnTo>
                  <a:pt x="821294" y="91136"/>
                </a:lnTo>
                <a:lnTo>
                  <a:pt x="822812" y="91422"/>
                </a:lnTo>
                <a:lnTo>
                  <a:pt x="824365" y="91594"/>
                </a:lnTo>
                <a:lnTo>
                  <a:pt x="825953" y="91651"/>
                </a:lnTo>
                <a:lnTo>
                  <a:pt x="827011" y="91626"/>
                </a:lnTo>
                <a:lnTo>
                  <a:pt x="828046" y="91553"/>
                </a:lnTo>
                <a:lnTo>
                  <a:pt x="829058" y="91431"/>
                </a:lnTo>
                <a:lnTo>
                  <a:pt x="830046" y="91259"/>
                </a:lnTo>
                <a:lnTo>
                  <a:pt x="831012" y="91039"/>
                </a:lnTo>
                <a:lnTo>
                  <a:pt x="831953" y="90770"/>
                </a:lnTo>
                <a:lnTo>
                  <a:pt x="832872" y="90451"/>
                </a:lnTo>
                <a:lnTo>
                  <a:pt x="833767" y="90084"/>
                </a:lnTo>
                <a:lnTo>
                  <a:pt x="834639" y="89668"/>
                </a:lnTo>
                <a:lnTo>
                  <a:pt x="835488" y="89203"/>
                </a:lnTo>
                <a:lnTo>
                  <a:pt x="836314" y="88689"/>
                </a:lnTo>
                <a:lnTo>
                  <a:pt x="837116" y="88126"/>
                </a:lnTo>
                <a:lnTo>
                  <a:pt x="837896" y="87503"/>
                </a:lnTo>
                <a:lnTo>
                  <a:pt x="838655" y="86811"/>
                </a:lnTo>
                <a:lnTo>
                  <a:pt x="839392" y="86050"/>
                </a:lnTo>
                <a:lnTo>
                  <a:pt x="840108" y="85218"/>
                </a:lnTo>
                <a:lnTo>
                  <a:pt x="840803" y="84317"/>
                </a:lnTo>
                <a:lnTo>
                  <a:pt x="841476" y="83346"/>
                </a:lnTo>
                <a:lnTo>
                  <a:pt x="842128" y="82305"/>
                </a:lnTo>
                <a:lnTo>
                  <a:pt x="842759" y="81194"/>
                </a:lnTo>
                <a:lnTo>
                  <a:pt x="843368" y="80014"/>
                </a:lnTo>
                <a:lnTo>
                  <a:pt x="843957" y="78764"/>
                </a:lnTo>
                <a:lnTo>
                  <a:pt x="844524" y="77445"/>
                </a:lnTo>
                <a:lnTo>
                  <a:pt x="845069" y="76055"/>
                </a:lnTo>
                <a:lnTo>
                  <a:pt x="847280" y="77480"/>
                </a:lnTo>
                <a:lnTo>
                  <a:pt x="846991" y="79093"/>
                </a:lnTo>
                <a:lnTo>
                  <a:pt x="846623" y="80683"/>
                </a:lnTo>
                <a:lnTo>
                  <a:pt x="846175" y="82249"/>
                </a:lnTo>
                <a:lnTo>
                  <a:pt x="845648" y="83790"/>
                </a:lnTo>
                <a:lnTo>
                  <a:pt x="845041" y="85307"/>
                </a:lnTo>
                <a:lnTo>
                  <a:pt x="844356" y="86799"/>
                </a:lnTo>
                <a:lnTo>
                  <a:pt x="843591" y="88268"/>
                </a:lnTo>
                <a:lnTo>
                  <a:pt x="842747" y="89712"/>
                </a:lnTo>
                <a:lnTo>
                  <a:pt x="841824" y="91132"/>
                </a:lnTo>
                <a:lnTo>
                  <a:pt x="840821" y="92528"/>
                </a:lnTo>
                <a:lnTo>
                  <a:pt x="839739" y="93900"/>
                </a:lnTo>
                <a:lnTo>
                  <a:pt x="838578" y="95247"/>
                </a:lnTo>
                <a:lnTo>
                  <a:pt x="837352" y="96527"/>
                </a:lnTo>
                <a:lnTo>
                  <a:pt x="836076" y="97695"/>
                </a:lnTo>
                <a:lnTo>
                  <a:pt x="834749" y="98752"/>
                </a:lnTo>
                <a:lnTo>
                  <a:pt x="833371" y="99698"/>
                </a:lnTo>
                <a:lnTo>
                  <a:pt x="831943" y="100532"/>
                </a:lnTo>
                <a:lnTo>
                  <a:pt x="830464" y="101256"/>
                </a:lnTo>
                <a:lnTo>
                  <a:pt x="828935" y="101868"/>
                </a:lnTo>
                <a:lnTo>
                  <a:pt x="827356" y="102368"/>
                </a:lnTo>
                <a:lnTo>
                  <a:pt x="825726" y="102758"/>
                </a:lnTo>
                <a:lnTo>
                  <a:pt x="824045" y="103036"/>
                </a:lnTo>
                <a:lnTo>
                  <a:pt x="822314" y="103203"/>
                </a:lnTo>
                <a:lnTo>
                  <a:pt x="820532" y="103259"/>
                </a:lnTo>
                <a:lnTo>
                  <a:pt x="818594" y="103195"/>
                </a:lnTo>
                <a:lnTo>
                  <a:pt x="816703" y="103005"/>
                </a:lnTo>
                <a:lnTo>
                  <a:pt x="814859" y="102688"/>
                </a:lnTo>
                <a:lnTo>
                  <a:pt x="813062" y="102244"/>
                </a:lnTo>
                <a:lnTo>
                  <a:pt x="811312" y="101673"/>
                </a:lnTo>
                <a:lnTo>
                  <a:pt x="809610" y="100976"/>
                </a:lnTo>
                <a:lnTo>
                  <a:pt x="807954" y="100152"/>
                </a:lnTo>
                <a:lnTo>
                  <a:pt x="806345" y="99200"/>
                </a:lnTo>
                <a:lnTo>
                  <a:pt x="804784" y="98122"/>
                </a:lnTo>
                <a:lnTo>
                  <a:pt x="803269" y="96918"/>
                </a:lnTo>
                <a:lnTo>
                  <a:pt x="801802" y="95586"/>
                </a:lnTo>
                <a:lnTo>
                  <a:pt x="800381" y="94128"/>
                </a:lnTo>
                <a:lnTo>
                  <a:pt x="799043" y="92562"/>
                </a:lnTo>
                <a:lnTo>
                  <a:pt x="797820" y="90909"/>
                </a:lnTo>
                <a:lnTo>
                  <a:pt x="796714" y="89168"/>
                </a:lnTo>
                <a:lnTo>
                  <a:pt x="795725" y="87340"/>
                </a:lnTo>
                <a:lnTo>
                  <a:pt x="794852" y="85425"/>
                </a:lnTo>
                <a:lnTo>
                  <a:pt x="794095" y="83422"/>
                </a:lnTo>
                <a:lnTo>
                  <a:pt x="793455" y="81333"/>
                </a:lnTo>
                <a:lnTo>
                  <a:pt x="792931" y="79155"/>
                </a:lnTo>
                <a:lnTo>
                  <a:pt x="792524" y="76891"/>
                </a:lnTo>
                <a:lnTo>
                  <a:pt x="792233" y="74539"/>
                </a:lnTo>
                <a:lnTo>
                  <a:pt x="792058" y="72099"/>
                </a:lnTo>
                <a:lnTo>
                  <a:pt x="792000" y="69573"/>
                </a:lnTo>
                <a:lnTo>
                  <a:pt x="792060" y="66841"/>
                </a:lnTo>
                <a:lnTo>
                  <a:pt x="792239" y="64210"/>
                </a:lnTo>
                <a:lnTo>
                  <a:pt x="792537" y="61683"/>
                </a:lnTo>
                <a:lnTo>
                  <a:pt x="792955" y="59257"/>
                </a:lnTo>
                <a:lnTo>
                  <a:pt x="793492" y="56933"/>
                </a:lnTo>
                <a:lnTo>
                  <a:pt x="794149" y="54712"/>
                </a:lnTo>
                <a:lnTo>
                  <a:pt x="794925" y="52593"/>
                </a:lnTo>
                <a:lnTo>
                  <a:pt x="795820" y="50576"/>
                </a:lnTo>
                <a:lnTo>
                  <a:pt x="796835" y="48661"/>
                </a:lnTo>
                <a:lnTo>
                  <a:pt x="797969" y="46848"/>
                </a:lnTo>
                <a:lnTo>
                  <a:pt x="799222" y="45137"/>
                </a:lnTo>
                <a:lnTo>
                  <a:pt x="800595" y="43529"/>
                </a:lnTo>
                <a:lnTo>
                  <a:pt x="802058" y="42036"/>
                </a:lnTo>
                <a:lnTo>
                  <a:pt x="803582" y="40673"/>
                </a:lnTo>
                <a:lnTo>
                  <a:pt x="805167" y="39440"/>
                </a:lnTo>
                <a:lnTo>
                  <a:pt x="806813" y="38336"/>
                </a:lnTo>
                <a:lnTo>
                  <a:pt x="808520" y="37363"/>
                </a:lnTo>
                <a:lnTo>
                  <a:pt x="810287" y="36519"/>
                </a:lnTo>
                <a:lnTo>
                  <a:pt x="812116" y="35805"/>
                </a:lnTo>
                <a:lnTo>
                  <a:pt x="814005" y="35221"/>
                </a:lnTo>
                <a:lnTo>
                  <a:pt x="815956" y="34766"/>
                </a:lnTo>
                <a:lnTo>
                  <a:pt x="817967" y="34442"/>
                </a:lnTo>
                <a:lnTo>
                  <a:pt x="820039" y="34247"/>
                </a:lnTo>
                <a:lnTo>
                  <a:pt x="822172" y="34182"/>
                </a:lnTo>
                <a:lnTo>
                  <a:pt x="823976" y="34232"/>
                </a:lnTo>
                <a:lnTo>
                  <a:pt x="825725" y="34382"/>
                </a:lnTo>
                <a:lnTo>
                  <a:pt x="827420" y="34633"/>
                </a:lnTo>
                <a:lnTo>
                  <a:pt x="829060" y="34983"/>
                </a:lnTo>
                <a:lnTo>
                  <a:pt x="830645" y="35434"/>
                </a:lnTo>
                <a:lnTo>
                  <a:pt x="832176" y="35985"/>
                </a:lnTo>
                <a:lnTo>
                  <a:pt x="833653" y="36636"/>
                </a:lnTo>
                <a:lnTo>
                  <a:pt x="835075" y="37387"/>
                </a:lnTo>
                <a:lnTo>
                  <a:pt x="836443" y="38238"/>
                </a:lnTo>
                <a:lnTo>
                  <a:pt x="837756" y="39189"/>
                </a:lnTo>
                <a:lnTo>
                  <a:pt x="839015" y="40241"/>
                </a:lnTo>
                <a:lnTo>
                  <a:pt x="840219" y="41392"/>
                </a:lnTo>
                <a:lnTo>
                  <a:pt x="841347" y="42628"/>
                </a:lnTo>
                <a:lnTo>
                  <a:pt x="842377" y="43930"/>
                </a:lnTo>
                <a:lnTo>
                  <a:pt x="843308" y="45301"/>
                </a:lnTo>
                <a:lnTo>
                  <a:pt x="844142" y="46738"/>
                </a:lnTo>
                <a:lnTo>
                  <a:pt x="844878" y="48244"/>
                </a:lnTo>
                <a:lnTo>
                  <a:pt x="845515" y="49817"/>
                </a:lnTo>
                <a:lnTo>
                  <a:pt x="846054" y="51457"/>
                </a:lnTo>
                <a:lnTo>
                  <a:pt x="846496" y="53165"/>
                </a:lnTo>
                <a:lnTo>
                  <a:pt x="846839" y="54941"/>
                </a:lnTo>
                <a:lnTo>
                  <a:pt x="847084" y="56784"/>
                </a:lnTo>
                <a:lnTo>
                  <a:pt x="847231" y="58695"/>
                </a:lnTo>
                <a:lnTo>
                  <a:pt x="847280" y="60673"/>
                </a:lnTo>
                <a:lnTo>
                  <a:pt x="802129" y="60673"/>
                </a:lnTo>
                <a:moveTo>
                  <a:pt x="802129" y="56543"/>
                </a:moveTo>
                <a:lnTo>
                  <a:pt x="832373" y="56543"/>
                </a:lnTo>
                <a:lnTo>
                  <a:pt x="832308" y="55524"/>
                </a:lnTo>
                <a:lnTo>
                  <a:pt x="832232" y="54557"/>
                </a:lnTo>
                <a:lnTo>
                  <a:pt x="832145" y="53641"/>
                </a:lnTo>
                <a:lnTo>
                  <a:pt x="832048" y="52777"/>
                </a:lnTo>
                <a:lnTo>
                  <a:pt x="831939" y="51964"/>
                </a:lnTo>
                <a:lnTo>
                  <a:pt x="831820" y="51202"/>
                </a:lnTo>
                <a:lnTo>
                  <a:pt x="831689" y="50492"/>
                </a:lnTo>
                <a:lnTo>
                  <a:pt x="831548" y="49833"/>
                </a:lnTo>
                <a:lnTo>
                  <a:pt x="831396" y="49226"/>
                </a:lnTo>
                <a:lnTo>
                  <a:pt x="831233" y="48670"/>
                </a:lnTo>
                <a:lnTo>
                  <a:pt x="831059" y="48166"/>
                </a:lnTo>
                <a:lnTo>
                  <a:pt x="830875" y="47713"/>
                </a:lnTo>
                <a:lnTo>
                  <a:pt x="830565" y="47060"/>
                </a:lnTo>
                <a:lnTo>
                  <a:pt x="830232" y="46431"/>
                </a:lnTo>
                <a:lnTo>
                  <a:pt x="829874" y="45825"/>
                </a:lnTo>
                <a:lnTo>
                  <a:pt x="829492" y="45244"/>
                </a:lnTo>
                <a:lnTo>
                  <a:pt x="829085" y="44686"/>
                </a:lnTo>
                <a:lnTo>
                  <a:pt x="828655" y="44152"/>
                </a:lnTo>
                <a:lnTo>
                  <a:pt x="828200" y="43642"/>
                </a:lnTo>
                <a:lnTo>
                  <a:pt x="827720" y="43155"/>
                </a:lnTo>
                <a:lnTo>
                  <a:pt x="827217" y="42692"/>
                </a:lnTo>
                <a:lnTo>
                  <a:pt x="826689" y="42253"/>
                </a:lnTo>
                <a:lnTo>
                  <a:pt x="826137" y="41838"/>
                </a:lnTo>
                <a:lnTo>
                  <a:pt x="825561" y="41446"/>
                </a:lnTo>
                <a:lnTo>
                  <a:pt x="824970" y="41082"/>
                </a:lnTo>
                <a:lnTo>
                  <a:pt x="824375" y="40750"/>
                </a:lnTo>
                <a:lnTo>
                  <a:pt x="823775" y="40449"/>
                </a:lnTo>
                <a:lnTo>
                  <a:pt x="823171" y="40180"/>
                </a:lnTo>
                <a:lnTo>
                  <a:pt x="822563" y="39942"/>
                </a:lnTo>
                <a:lnTo>
                  <a:pt x="821950" y="39737"/>
                </a:lnTo>
                <a:lnTo>
                  <a:pt x="821332" y="39563"/>
                </a:lnTo>
                <a:lnTo>
                  <a:pt x="820710" y="39420"/>
                </a:lnTo>
                <a:lnTo>
                  <a:pt x="820084" y="39309"/>
                </a:lnTo>
                <a:lnTo>
                  <a:pt x="819453" y="39230"/>
                </a:lnTo>
                <a:lnTo>
                  <a:pt x="818818" y="39183"/>
                </a:lnTo>
                <a:lnTo>
                  <a:pt x="818178" y="39167"/>
                </a:lnTo>
                <a:lnTo>
                  <a:pt x="817200" y="39199"/>
                </a:lnTo>
                <a:lnTo>
                  <a:pt x="816239" y="39295"/>
                </a:lnTo>
                <a:lnTo>
                  <a:pt x="815296" y="39454"/>
                </a:lnTo>
                <a:lnTo>
                  <a:pt x="814370" y="39677"/>
                </a:lnTo>
                <a:lnTo>
                  <a:pt x="813461" y="39964"/>
                </a:lnTo>
                <a:lnTo>
                  <a:pt x="812570" y="40315"/>
                </a:lnTo>
                <a:lnTo>
                  <a:pt x="811696" y="40730"/>
                </a:lnTo>
                <a:lnTo>
                  <a:pt x="810839" y="41208"/>
                </a:lnTo>
                <a:lnTo>
                  <a:pt x="810000" y="41751"/>
                </a:lnTo>
                <a:lnTo>
                  <a:pt x="809178" y="42357"/>
                </a:lnTo>
                <a:lnTo>
                  <a:pt x="808373" y="43027"/>
                </a:lnTo>
                <a:lnTo>
                  <a:pt x="807586" y="43760"/>
                </a:lnTo>
                <a:lnTo>
                  <a:pt x="806834" y="44551"/>
                </a:lnTo>
                <a:lnTo>
                  <a:pt x="806136" y="45391"/>
                </a:lnTo>
                <a:lnTo>
                  <a:pt x="805492" y="46282"/>
                </a:lnTo>
                <a:lnTo>
                  <a:pt x="804903" y="47222"/>
                </a:lnTo>
                <a:lnTo>
                  <a:pt x="804367" y="48212"/>
                </a:lnTo>
                <a:lnTo>
                  <a:pt x="803885" y="49253"/>
                </a:lnTo>
                <a:lnTo>
                  <a:pt x="803458" y="50343"/>
                </a:lnTo>
                <a:lnTo>
                  <a:pt x="803084" y="51483"/>
                </a:lnTo>
                <a:lnTo>
                  <a:pt x="802764" y="52673"/>
                </a:lnTo>
                <a:lnTo>
                  <a:pt x="802498" y="53913"/>
                </a:lnTo>
                <a:lnTo>
                  <a:pt x="802287" y="55203"/>
                </a:lnTo>
                <a:lnTo>
                  <a:pt x="802129" y="56543"/>
                </a:lnTo>
                <a:close/>
                <a:moveTo>
                  <a:pt x="875407" y="48069"/>
                </a:moveTo>
                <a:lnTo>
                  <a:pt x="876555" y="46924"/>
                </a:lnTo>
                <a:lnTo>
                  <a:pt x="877622" y="45863"/>
                </a:lnTo>
                <a:lnTo>
                  <a:pt x="878608" y="44886"/>
                </a:lnTo>
                <a:lnTo>
                  <a:pt x="879512" y="43994"/>
                </a:lnTo>
                <a:lnTo>
                  <a:pt x="880335" y="43185"/>
                </a:lnTo>
                <a:lnTo>
                  <a:pt x="881077" y="42461"/>
                </a:lnTo>
                <a:lnTo>
                  <a:pt x="881738" y="41820"/>
                </a:lnTo>
                <a:lnTo>
                  <a:pt x="882318" y="41264"/>
                </a:lnTo>
                <a:lnTo>
                  <a:pt x="882816" y="40792"/>
                </a:lnTo>
                <a:lnTo>
                  <a:pt x="883233" y="40403"/>
                </a:lnTo>
                <a:lnTo>
                  <a:pt x="883569" y="40099"/>
                </a:lnTo>
                <a:lnTo>
                  <a:pt x="883824" y="39879"/>
                </a:lnTo>
                <a:lnTo>
                  <a:pt x="884362" y="39437"/>
                </a:lnTo>
                <a:lnTo>
                  <a:pt x="884907" y="39011"/>
                </a:lnTo>
                <a:lnTo>
                  <a:pt x="885460" y="38602"/>
                </a:lnTo>
                <a:lnTo>
                  <a:pt x="886019" y="38210"/>
                </a:lnTo>
                <a:lnTo>
                  <a:pt x="886585" y="37834"/>
                </a:lnTo>
                <a:lnTo>
                  <a:pt x="887158" y="37476"/>
                </a:lnTo>
                <a:lnTo>
                  <a:pt x="887738" y="37134"/>
                </a:lnTo>
                <a:lnTo>
                  <a:pt x="888325" y="36809"/>
                </a:lnTo>
                <a:lnTo>
                  <a:pt x="888919" y="36501"/>
                </a:lnTo>
                <a:lnTo>
                  <a:pt x="889520" y="36210"/>
                </a:lnTo>
                <a:lnTo>
                  <a:pt x="890128" y="35935"/>
                </a:lnTo>
                <a:lnTo>
                  <a:pt x="890743" y="35678"/>
                </a:lnTo>
                <a:lnTo>
                  <a:pt x="891360" y="35439"/>
                </a:lnTo>
                <a:lnTo>
                  <a:pt x="891977" y="35221"/>
                </a:lnTo>
                <a:lnTo>
                  <a:pt x="892593" y="35023"/>
                </a:lnTo>
                <a:lnTo>
                  <a:pt x="893207" y="34847"/>
                </a:lnTo>
                <a:lnTo>
                  <a:pt x="893821" y="34691"/>
                </a:lnTo>
                <a:lnTo>
                  <a:pt x="894434" y="34556"/>
                </a:lnTo>
                <a:lnTo>
                  <a:pt x="895046" y="34442"/>
                </a:lnTo>
                <a:lnTo>
                  <a:pt x="895656" y="34348"/>
                </a:lnTo>
                <a:lnTo>
                  <a:pt x="896266" y="34276"/>
                </a:lnTo>
                <a:lnTo>
                  <a:pt x="896875" y="34224"/>
                </a:lnTo>
                <a:lnTo>
                  <a:pt x="897483" y="34193"/>
                </a:lnTo>
                <a:lnTo>
                  <a:pt x="898089" y="34182"/>
                </a:lnTo>
                <a:lnTo>
                  <a:pt x="899100" y="34207"/>
                </a:lnTo>
                <a:lnTo>
                  <a:pt x="900087" y="34281"/>
                </a:lnTo>
                <a:lnTo>
                  <a:pt x="901050" y="34405"/>
                </a:lnTo>
                <a:lnTo>
                  <a:pt x="901989" y="34578"/>
                </a:lnTo>
                <a:lnTo>
                  <a:pt x="902904" y="34800"/>
                </a:lnTo>
                <a:lnTo>
                  <a:pt x="903796" y="35072"/>
                </a:lnTo>
                <a:lnTo>
                  <a:pt x="904664" y="35394"/>
                </a:lnTo>
                <a:lnTo>
                  <a:pt x="905508" y="35765"/>
                </a:lnTo>
                <a:lnTo>
                  <a:pt x="906328" y="36185"/>
                </a:lnTo>
                <a:lnTo>
                  <a:pt x="907125" y="36655"/>
                </a:lnTo>
                <a:lnTo>
                  <a:pt x="907897" y="37174"/>
                </a:lnTo>
                <a:lnTo>
                  <a:pt x="908646" y="37743"/>
                </a:lnTo>
                <a:lnTo>
                  <a:pt x="909363" y="38358"/>
                </a:lnTo>
                <a:lnTo>
                  <a:pt x="910039" y="39019"/>
                </a:lnTo>
                <a:lnTo>
                  <a:pt x="910675" y="39723"/>
                </a:lnTo>
                <a:lnTo>
                  <a:pt x="911270" y="40473"/>
                </a:lnTo>
                <a:lnTo>
                  <a:pt x="911824" y="41266"/>
                </a:lnTo>
                <a:lnTo>
                  <a:pt x="912338" y="42105"/>
                </a:lnTo>
                <a:lnTo>
                  <a:pt x="912811" y="42987"/>
                </a:lnTo>
                <a:lnTo>
                  <a:pt x="913243" y="43915"/>
                </a:lnTo>
                <a:lnTo>
                  <a:pt x="913635" y="44886"/>
                </a:lnTo>
                <a:lnTo>
                  <a:pt x="913986" y="45903"/>
                </a:lnTo>
                <a:lnTo>
                  <a:pt x="914297" y="46963"/>
                </a:lnTo>
                <a:lnTo>
                  <a:pt x="914567" y="48069"/>
                </a:lnTo>
                <a:lnTo>
                  <a:pt x="915775" y="46685"/>
                </a:lnTo>
                <a:lnTo>
                  <a:pt x="916952" y="45383"/>
                </a:lnTo>
                <a:lnTo>
                  <a:pt x="918097" y="44163"/>
                </a:lnTo>
                <a:lnTo>
                  <a:pt x="919211" y="43024"/>
                </a:lnTo>
                <a:lnTo>
                  <a:pt x="920293" y="41967"/>
                </a:lnTo>
                <a:lnTo>
                  <a:pt x="921343" y="40992"/>
                </a:lnTo>
                <a:lnTo>
                  <a:pt x="922361" y="40098"/>
                </a:lnTo>
                <a:lnTo>
                  <a:pt x="923348" y="39286"/>
                </a:lnTo>
                <a:lnTo>
                  <a:pt x="924303" y="38555"/>
                </a:lnTo>
                <a:lnTo>
                  <a:pt x="925226" y="37906"/>
                </a:lnTo>
                <a:lnTo>
                  <a:pt x="926118" y="37338"/>
                </a:lnTo>
                <a:lnTo>
                  <a:pt x="926978" y="36853"/>
                </a:lnTo>
                <a:lnTo>
                  <a:pt x="927824" y="36426"/>
                </a:lnTo>
                <a:lnTo>
                  <a:pt x="928674" y="36037"/>
                </a:lnTo>
                <a:lnTo>
                  <a:pt x="929528" y="35684"/>
                </a:lnTo>
                <a:lnTo>
                  <a:pt x="930386" y="35369"/>
                </a:lnTo>
                <a:lnTo>
                  <a:pt x="931248" y="35091"/>
                </a:lnTo>
                <a:lnTo>
                  <a:pt x="932114" y="34850"/>
                </a:lnTo>
                <a:lnTo>
                  <a:pt x="932983" y="34646"/>
                </a:lnTo>
                <a:lnTo>
                  <a:pt x="933857" y="34479"/>
                </a:lnTo>
                <a:lnTo>
                  <a:pt x="934735" y="34349"/>
                </a:lnTo>
                <a:lnTo>
                  <a:pt x="935617" y="34256"/>
                </a:lnTo>
                <a:lnTo>
                  <a:pt x="936502" y="34201"/>
                </a:lnTo>
                <a:lnTo>
                  <a:pt x="937392" y="34182"/>
                </a:lnTo>
                <a:lnTo>
                  <a:pt x="938252" y="34201"/>
                </a:lnTo>
                <a:lnTo>
                  <a:pt x="939095" y="34256"/>
                </a:lnTo>
                <a:lnTo>
                  <a:pt x="939922" y="34349"/>
                </a:lnTo>
                <a:lnTo>
                  <a:pt x="940733" y="34478"/>
                </a:lnTo>
                <a:lnTo>
                  <a:pt x="941527" y="34645"/>
                </a:lnTo>
                <a:lnTo>
                  <a:pt x="942305" y="34849"/>
                </a:lnTo>
                <a:lnTo>
                  <a:pt x="943066" y="35089"/>
                </a:lnTo>
                <a:lnTo>
                  <a:pt x="943812" y="35367"/>
                </a:lnTo>
                <a:lnTo>
                  <a:pt x="944541" y="35682"/>
                </a:lnTo>
                <a:lnTo>
                  <a:pt x="945253" y="36034"/>
                </a:lnTo>
                <a:lnTo>
                  <a:pt x="945949" y="36422"/>
                </a:lnTo>
                <a:lnTo>
                  <a:pt x="946629" y="36848"/>
                </a:lnTo>
                <a:lnTo>
                  <a:pt x="947289" y="37316"/>
                </a:lnTo>
                <a:lnTo>
                  <a:pt x="947926" y="37830"/>
                </a:lnTo>
                <a:lnTo>
                  <a:pt x="948540" y="38391"/>
                </a:lnTo>
                <a:lnTo>
                  <a:pt x="949130" y="38999"/>
                </a:lnTo>
                <a:lnTo>
                  <a:pt x="949697" y="39654"/>
                </a:lnTo>
                <a:lnTo>
                  <a:pt x="950240" y="40356"/>
                </a:lnTo>
                <a:lnTo>
                  <a:pt x="950761" y="41105"/>
                </a:lnTo>
                <a:lnTo>
                  <a:pt x="951258" y="41900"/>
                </a:lnTo>
                <a:lnTo>
                  <a:pt x="951732" y="42743"/>
                </a:lnTo>
                <a:lnTo>
                  <a:pt x="952182" y="43632"/>
                </a:lnTo>
                <a:lnTo>
                  <a:pt x="952609" y="44569"/>
                </a:lnTo>
                <a:lnTo>
                  <a:pt x="953013" y="45552"/>
                </a:lnTo>
                <a:lnTo>
                  <a:pt x="953264" y="46271"/>
                </a:lnTo>
                <a:lnTo>
                  <a:pt x="953493" y="47056"/>
                </a:lnTo>
                <a:lnTo>
                  <a:pt x="953700" y="47905"/>
                </a:lnTo>
                <a:lnTo>
                  <a:pt x="953885" y="48820"/>
                </a:lnTo>
                <a:lnTo>
                  <a:pt x="954048" y="49800"/>
                </a:lnTo>
                <a:lnTo>
                  <a:pt x="954190" y="50845"/>
                </a:lnTo>
                <a:lnTo>
                  <a:pt x="954310" y="51956"/>
                </a:lnTo>
                <a:lnTo>
                  <a:pt x="954408" y="53131"/>
                </a:lnTo>
                <a:lnTo>
                  <a:pt x="954484" y="54371"/>
                </a:lnTo>
                <a:lnTo>
                  <a:pt x="954539" y="55677"/>
                </a:lnTo>
                <a:lnTo>
                  <a:pt x="954572" y="57048"/>
                </a:lnTo>
                <a:lnTo>
                  <a:pt x="954582" y="58483"/>
                </a:lnTo>
                <a:lnTo>
                  <a:pt x="954582" y="86479"/>
                </a:lnTo>
                <a:lnTo>
                  <a:pt x="954589" y="87471"/>
                </a:lnTo>
                <a:lnTo>
                  <a:pt x="954608" y="88409"/>
                </a:lnTo>
                <a:lnTo>
                  <a:pt x="954640" y="89295"/>
                </a:lnTo>
                <a:lnTo>
                  <a:pt x="954686" y="90127"/>
                </a:lnTo>
                <a:lnTo>
                  <a:pt x="954743" y="90905"/>
                </a:lnTo>
                <a:lnTo>
                  <a:pt x="954814" y="91631"/>
                </a:lnTo>
                <a:lnTo>
                  <a:pt x="954898" y="92303"/>
                </a:lnTo>
                <a:lnTo>
                  <a:pt x="954995" y="92922"/>
                </a:lnTo>
                <a:lnTo>
                  <a:pt x="955104" y="93487"/>
                </a:lnTo>
                <a:lnTo>
                  <a:pt x="955226" y="94000"/>
                </a:lnTo>
                <a:lnTo>
                  <a:pt x="955362" y="94459"/>
                </a:lnTo>
                <a:lnTo>
                  <a:pt x="955510" y="94864"/>
                </a:lnTo>
                <a:lnTo>
                  <a:pt x="955637" y="95121"/>
                </a:lnTo>
                <a:lnTo>
                  <a:pt x="955781" y="95372"/>
                </a:lnTo>
                <a:lnTo>
                  <a:pt x="955942" y="95617"/>
                </a:lnTo>
                <a:lnTo>
                  <a:pt x="956120" y="95855"/>
                </a:lnTo>
                <a:lnTo>
                  <a:pt x="956315" y="96086"/>
                </a:lnTo>
                <a:lnTo>
                  <a:pt x="956526" y="96311"/>
                </a:lnTo>
                <a:lnTo>
                  <a:pt x="956755" y="96530"/>
                </a:lnTo>
                <a:lnTo>
                  <a:pt x="957000" y="96743"/>
                </a:lnTo>
                <a:lnTo>
                  <a:pt x="957262" y="96949"/>
                </a:lnTo>
                <a:lnTo>
                  <a:pt x="957541" y="97148"/>
                </a:lnTo>
                <a:lnTo>
                  <a:pt x="957836" y="97341"/>
                </a:lnTo>
                <a:lnTo>
                  <a:pt x="958149" y="97528"/>
                </a:lnTo>
                <a:lnTo>
                  <a:pt x="958487" y="97704"/>
                </a:lnTo>
                <a:lnTo>
                  <a:pt x="958858" y="97865"/>
                </a:lnTo>
                <a:lnTo>
                  <a:pt x="959263" y="98010"/>
                </a:lnTo>
                <a:lnTo>
                  <a:pt x="959702" y="98140"/>
                </a:lnTo>
                <a:lnTo>
                  <a:pt x="960175" y="98255"/>
                </a:lnTo>
                <a:lnTo>
                  <a:pt x="960681" y="98354"/>
                </a:lnTo>
                <a:lnTo>
                  <a:pt x="961221" y="98438"/>
                </a:lnTo>
                <a:lnTo>
                  <a:pt x="961795" y="98507"/>
                </a:lnTo>
                <a:lnTo>
                  <a:pt x="962402" y="98561"/>
                </a:lnTo>
                <a:lnTo>
                  <a:pt x="963043" y="98599"/>
                </a:lnTo>
                <a:lnTo>
                  <a:pt x="963718" y="98622"/>
                </a:lnTo>
                <a:lnTo>
                  <a:pt x="964426" y="98630"/>
                </a:lnTo>
                <a:lnTo>
                  <a:pt x="964426" y="101265"/>
                </a:lnTo>
                <a:lnTo>
                  <a:pt x="932185" y="101265"/>
                </a:lnTo>
                <a:lnTo>
                  <a:pt x="932185" y="98630"/>
                </a:lnTo>
                <a:lnTo>
                  <a:pt x="933540" y="98630"/>
                </a:lnTo>
                <a:lnTo>
                  <a:pt x="934229" y="98618"/>
                </a:lnTo>
                <a:lnTo>
                  <a:pt x="934892" y="98584"/>
                </a:lnTo>
                <a:lnTo>
                  <a:pt x="935529" y="98528"/>
                </a:lnTo>
                <a:lnTo>
                  <a:pt x="936140" y="98449"/>
                </a:lnTo>
                <a:lnTo>
                  <a:pt x="936725" y="98347"/>
                </a:lnTo>
                <a:lnTo>
                  <a:pt x="937285" y="98222"/>
                </a:lnTo>
                <a:lnTo>
                  <a:pt x="937819" y="98075"/>
                </a:lnTo>
                <a:lnTo>
                  <a:pt x="938327" y="97906"/>
                </a:lnTo>
                <a:lnTo>
                  <a:pt x="938810" y="97713"/>
                </a:lnTo>
                <a:lnTo>
                  <a:pt x="939266" y="97498"/>
                </a:lnTo>
                <a:lnTo>
                  <a:pt x="939697" y="97261"/>
                </a:lnTo>
                <a:lnTo>
                  <a:pt x="940103" y="97001"/>
                </a:lnTo>
                <a:lnTo>
                  <a:pt x="940370" y="96802"/>
                </a:lnTo>
                <a:lnTo>
                  <a:pt x="940624" y="96585"/>
                </a:lnTo>
                <a:lnTo>
                  <a:pt x="940865" y="96349"/>
                </a:lnTo>
                <a:lnTo>
                  <a:pt x="941093" y="96095"/>
                </a:lnTo>
                <a:lnTo>
                  <a:pt x="941309" y="95822"/>
                </a:lnTo>
                <a:lnTo>
                  <a:pt x="941511" y="95530"/>
                </a:lnTo>
                <a:lnTo>
                  <a:pt x="941701" y="95219"/>
                </a:lnTo>
                <a:lnTo>
                  <a:pt x="941878" y="94890"/>
                </a:lnTo>
                <a:lnTo>
                  <a:pt x="942042" y="94542"/>
                </a:lnTo>
                <a:lnTo>
                  <a:pt x="942193" y="94176"/>
                </a:lnTo>
                <a:lnTo>
                  <a:pt x="942331" y="93791"/>
                </a:lnTo>
                <a:lnTo>
                  <a:pt x="942456" y="93387"/>
                </a:lnTo>
                <a:lnTo>
                  <a:pt x="942502" y="93155"/>
                </a:lnTo>
                <a:lnTo>
                  <a:pt x="942544" y="92861"/>
                </a:lnTo>
                <a:lnTo>
                  <a:pt x="942581" y="92506"/>
                </a:lnTo>
                <a:lnTo>
                  <a:pt x="942615" y="92088"/>
                </a:lnTo>
                <a:lnTo>
                  <a:pt x="942645" y="91608"/>
                </a:lnTo>
                <a:lnTo>
                  <a:pt x="942670" y="91067"/>
                </a:lnTo>
                <a:lnTo>
                  <a:pt x="942692" y="90463"/>
                </a:lnTo>
                <a:lnTo>
                  <a:pt x="942710" y="89797"/>
                </a:lnTo>
                <a:lnTo>
                  <a:pt x="942724" y="89070"/>
                </a:lnTo>
                <a:lnTo>
                  <a:pt x="942734" y="88280"/>
                </a:lnTo>
                <a:lnTo>
                  <a:pt x="942740" y="87428"/>
                </a:lnTo>
                <a:lnTo>
                  <a:pt x="942742" y="86515"/>
                </a:lnTo>
                <a:lnTo>
                  <a:pt x="942742" y="58599"/>
                </a:lnTo>
                <a:lnTo>
                  <a:pt x="942728" y="57309"/>
                </a:lnTo>
                <a:lnTo>
                  <a:pt x="942688" y="56084"/>
                </a:lnTo>
                <a:lnTo>
                  <a:pt x="942621" y="54924"/>
                </a:lnTo>
                <a:lnTo>
                  <a:pt x="942528" y="53828"/>
                </a:lnTo>
                <a:lnTo>
                  <a:pt x="942407" y="52798"/>
                </a:lnTo>
                <a:lnTo>
                  <a:pt x="942260" y="51833"/>
                </a:lnTo>
                <a:lnTo>
                  <a:pt x="942086" y="50933"/>
                </a:lnTo>
                <a:lnTo>
                  <a:pt x="941886" y="50097"/>
                </a:lnTo>
                <a:lnTo>
                  <a:pt x="941658" y="49327"/>
                </a:lnTo>
                <a:lnTo>
                  <a:pt x="941404" y="48621"/>
                </a:lnTo>
                <a:lnTo>
                  <a:pt x="941123" y="47981"/>
                </a:lnTo>
                <a:lnTo>
                  <a:pt x="940816" y="47405"/>
                </a:lnTo>
                <a:lnTo>
                  <a:pt x="940329" y="46681"/>
                </a:lnTo>
                <a:lnTo>
                  <a:pt x="939795" y="46020"/>
                </a:lnTo>
                <a:lnTo>
                  <a:pt x="939215" y="45421"/>
                </a:lnTo>
                <a:lnTo>
                  <a:pt x="938589" y="44886"/>
                </a:lnTo>
                <a:lnTo>
                  <a:pt x="937916" y="44413"/>
                </a:lnTo>
                <a:lnTo>
                  <a:pt x="937196" y="44004"/>
                </a:lnTo>
                <a:lnTo>
                  <a:pt x="936430" y="43657"/>
                </a:lnTo>
                <a:lnTo>
                  <a:pt x="935617" y="43374"/>
                </a:lnTo>
                <a:lnTo>
                  <a:pt x="934757" y="43154"/>
                </a:lnTo>
                <a:lnTo>
                  <a:pt x="933851" y="42996"/>
                </a:lnTo>
                <a:lnTo>
                  <a:pt x="932899" y="42902"/>
                </a:lnTo>
                <a:lnTo>
                  <a:pt x="931900" y="42870"/>
                </a:lnTo>
                <a:lnTo>
                  <a:pt x="931269" y="42883"/>
                </a:lnTo>
                <a:lnTo>
                  <a:pt x="930639" y="42922"/>
                </a:lnTo>
                <a:lnTo>
                  <a:pt x="930007" y="42987"/>
                </a:lnTo>
                <a:lnTo>
                  <a:pt x="929375" y="43079"/>
                </a:lnTo>
                <a:lnTo>
                  <a:pt x="928743" y="43196"/>
                </a:lnTo>
                <a:lnTo>
                  <a:pt x="928110" y="43340"/>
                </a:lnTo>
                <a:lnTo>
                  <a:pt x="927477" y="43509"/>
                </a:lnTo>
                <a:lnTo>
                  <a:pt x="926843" y="43705"/>
                </a:lnTo>
                <a:lnTo>
                  <a:pt x="926209" y="43927"/>
                </a:lnTo>
                <a:lnTo>
                  <a:pt x="925574" y="44174"/>
                </a:lnTo>
                <a:lnTo>
                  <a:pt x="924939" y="44448"/>
                </a:lnTo>
                <a:lnTo>
                  <a:pt x="924303" y="44748"/>
                </a:lnTo>
                <a:lnTo>
                  <a:pt x="923656" y="45083"/>
                </a:lnTo>
                <a:lnTo>
                  <a:pt x="922986" y="45463"/>
                </a:lnTo>
                <a:lnTo>
                  <a:pt x="922295" y="45888"/>
                </a:lnTo>
                <a:lnTo>
                  <a:pt x="921581" y="46358"/>
                </a:lnTo>
                <a:lnTo>
                  <a:pt x="920844" y="46872"/>
                </a:lnTo>
                <a:lnTo>
                  <a:pt x="920086" y="47431"/>
                </a:lnTo>
                <a:lnTo>
                  <a:pt x="919305" y="48035"/>
                </a:lnTo>
                <a:lnTo>
                  <a:pt x="918502" y="48684"/>
                </a:lnTo>
                <a:lnTo>
                  <a:pt x="917676" y="49377"/>
                </a:lnTo>
                <a:lnTo>
                  <a:pt x="916828" y="50116"/>
                </a:lnTo>
                <a:lnTo>
                  <a:pt x="915958" y="50899"/>
                </a:lnTo>
                <a:lnTo>
                  <a:pt x="915066" y="51727"/>
                </a:lnTo>
                <a:lnTo>
                  <a:pt x="914923" y="52506"/>
                </a:lnTo>
                <a:lnTo>
                  <a:pt x="915066" y="55553"/>
                </a:lnTo>
                <a:lnTo>
                  <a:pt x="915066" y="86515"/>
                </a:lnTo>
                <a:lnTo>
                  <a:pt x="915071" y="87590"/>
                </a:lnTo>
                <a:lnTo>
                  <a:pt x="915087" y="88595"/>
                </a:lnTo>
                <a:lnTo>
                  <a:pt x="915113" y="89530"/>
                </a:lnTo>
                <a:lnTo>
                  <a:pt x="915149" y="90396"/>
                </a:lnTo>
                <a:lnTo>
                  <a:pt x="915196" y="91192"/>
                </a:lnTo>
                <a:lnTo>
                  <a:pt x="915253" y="91917"/>
                </a:lnTo>
                <a:lnTo>
                  <a:pt x="915321" y="92573"/>
                </a:lnTo>
                <a:lnTo>
                  <a:pt x="915399" y="93159"/>
                </a:lnTo>
                <a:lnTo>
                  <a:pt x="915487" y="93675"/>
                </a:lnTo>
                <a:lnTo>
                  <a:pt x="915586" y="94121"/>
                </a:lnTo>
                <a:lnTo>
                  <a:pt x="915695" y="94498"/>
                </a:lnTo>
                <a:lnTo>
                  <a:pt x="915815" y="94804"/>
                </a:lnTo>
                <a:lnTo>
                  <a:pt x="915949" y="95072"/>
                </a:lnTo>
                <a:lnTo>
                  <a:pt x="916101" y="95333"/>
                </a:lnTo>
                <a:lnTo>
                  <a:pt x="916272" y="95586"/>
                </a:lnTo>
                <a:lnTo>
                  <a:pt x="916461" y="95831"/>
                </a:lnTo>
                <a:lnTo>
                  <a:pt x="916668" y="96070"/>
                </a:lnTo>
                <a:lnTo>
                  <a:pt x="916894" y="96301"/>
                </a:lnTo>
                <a:lnTo>
                  <a:pt x="917138" y="96525"/>
                </a:lnTo>
                <a:lnTo>
                  <a:pt x="917400" y="96741"/>
                </a:lnTo>
                <a:lnTo>
                  <a:pt x="917681" y="96950"/>
                </a:lnTo>
                <a:lnTo>
                  <a:pt x="917980" y="97151"/>
                </a:lnTo>
                <a:lnTo>
                  <a:pt x="918297" y="97346"/>
                </a:lnTo>
                <a:lnTo>
                  <a:pt x="918632" y="97533"/>
                </a:lnTo>
                <a:lnTo>
                  <a:pt x="918997" y="97708"/>
                </a:lnTo>
                <a:lnTo>
                  <a:pt x="919403" y="97868"/>
                </a:lnTo>
                <a:lnTo>
                  <a:pt x="919849" y="98013"/>
                </a:lnTo>
                <a:lnTo>
                  <a:pt x="920336" y="98142"/>
                </a:lnTo>
                <a:lnTo>
                  <a:pt x="920864" y="98256"/>
                </a:lnTo>
                <a:lnTo>
                  <a:pt x="921432" y="98355"/>
                </a:lnTo>
                <a:lnTo>
                  <a:pt x="922041" y="98439"/>
                </a:lnTo>
                <a:lnTo>
                  <a:pt x="922690" y="98508"/>
                </a:lnTo>
                <a:lnTo>
                  <a:pt x="923380" y="98561"/>
                </a:lnTo>
                <a:lnTo>
                  <a:pt x="924111" y="98599"/>
                </a:lnTo>
                <a:lnTo>
                  <a:pt x="924882" y="98622"/>
                </a:lnTo>
                <a:lnTo>
                  <a:pt x="925694" y="98630"/>
                </a:lnTo>
                <a:lnTo>
                  <a:pt x="925694" y="101265"/>
                </a:lnTo>
                <a:lnTo>
                  <a:pt x="892668" y="101265"/>
                </a:lnTo>
                <a:lnTo>
                  <a:pt x="892668" y="98630"/>
                </a:lnTo>
                <a:lnTo>
                  <a:pt x="893548" y="98621"/>
                </a:lnTo>
                <a:lnTo>
                  <a:pt x="894381" y="98594"/>
                </a:lnTo>
                <a:lnTo>
                  <a:pt x="895167" y="98550"/>
                </a:lnTo>
                <a:lnTo>
                  <a:pt x="895906" y="98488"/>
                </a:lnTo>
                <a:lnTo>
                  <a:pt x="896598" y="98408"/>
                </a:lnTo>
                <a:lnTo>
                  <a:pt x="897242" y="98311"/>
                </a:lnTo>
                <a:lnTo>
                  <a:pt x="897840" y="98196"/>
                </a:lnTo>
                <a:lnTo>
                  <a:pt x="898391" y="98063"/>
                </a:lnTo>
                <a:lnTo>
                  <a:pt x="898894" y="97912"/>
                </a:lnTo>
                <a:lnTo>
                  <a:pt x="899351" y="97744"/>
                </a:lnTo>
                <a:lnTo>
                  <a:pt x="899760" y="97558"/>
                </a:lnTo>
                <a:lnTo>
                  <a:pt x="900122" y="97355"/>
                </a:lnTo>
                <a:lnTo>
                  <a:pt x="900453" y="97133"/>
                </a:lnTo>
                <a:lnTo>
                  <a:pt x="900765" y="96894"/>
                </a:lnTo>
                <a:lnTo>
                  <a:pt x="901061" y="96637"/>
                </a:lnTo>
                <a:lnTo>
                  <a:pt x="901339" y="96363"/>
                </a:lnTo>
                <a:lnTo>
                  <a:pt x="901600" y="96071"/>
                </a:lnTo>
                <a:lnTo>
                  <a:pt x="901843" y="95761"/>
                </a:lnTo>
                <a:lnTo>
                  <a:pt x="902069" y="95433"/>
                </a:lnTo>
                <a:lnTo>
                  <a:pt x="902278" y="95088"/>
                </a:lnTo>
                <a:lnTo>
                  <a:pt x="902470" y="94725"/>
                </a:lnTo>
                <a:lnTo>
                  <a:pt x="902644" y="94344"/>
                </a:lnTo>
                <a:lnTo>
                  <a:pt x="902800" y="93945"/>
                </a:lnTo>
                <a:lnTo>
                  <a:pt x="902940" y="93529"/>
                </a:lnTo>
                <a:lnTo>
                  <a:pt x="902997" y="93296"/>
                </a:lnTo>
                <a:lnTo>
                  <a:pt x="903049" y="92999"/>
                </a:lnTo>
                <a:lnTo>
                  <a:pt x="903096" y="92638"/>
                </a:lnTo>
                <a:lnTo>
                  <a:pt x="903138" y="92214"/>
                </a:lnTo>
                <a:lnTo>
                  <a:pt x="903175" y="91725"/>
                </a:lnTo>
                <a:lnTo>
                  <a:pt x="903207" y="91172"/>
                </a:lnTo>
                <a:lnTo>
                  <a:pt x="903235" y="90556"/>
                </a:lnTo>
                <a:lnTo>
                  <a:pt x="903257" y="89875"/>
                </a:lnTo>
                <a:lnTo>
                  <a:pt x="903274" y="89131"/>
                </a:lnTo>
                <a:lnTo>
                  <a:pt x="903287" y="88323"/>
                </a:lnTo>
                <a:lnTo>
                  <a:pt x="903294" y="87451"/>
                </a:lnTo>
                <a:lnTo>
                  <a:pt x="903297" y="86515"/>
                </a:lnTo>
                <a:lnTo>
                  <a:pt x="903297" y="58599"/>
                </a:lnTo>
                <a:lnTo>
                  <a:pt x="903280" y="57308"/>
                </a:lnTo>
                <a:lnTo>
                  <a:pt x="903231" y="56078"/>
                </a:lnTo>
                <a:lnTo>
                  <a:pt x="903149" y="54910"/>
                </a:lnTo>
                <a:lnTo>
                  <a:pt x="903035" y="53805"/>
                </a:lnTo>
                <a:lnTo>
                  <a:pt x="902888" y="52761"/>
                </a:lnTo>
                <a:lnTo>
                  <a:pt x="902708" y="51779"/>
                </a:lnTo>
                <a:lnTo>
                  <a:pt x="902496" y="50860"/>
                </a:lnTo>
                <a:lnTo>
                  <a:pt x="902250" y="50002"/>
                </a:lnTo>
                <a:lnTo>
                  <a:pt x="901972" y="49207"/>
                </a:lnTo>
                <a:lnTo>
                  <a:pt x="901662" y="48473"/>
                </a:lnTo>
                <a:lnTo>
                  <a:pt x="901319" y="47801"/>
                </a:lnTo>
                <a:lnTo>
                  <a:pt x="900943" y="47192"/>
                </a:lnTo>
                <a:lnTo>
                  <a:pt x="900402" y="46467"/>
                </a:lnTo>
                <a:lnTo>
                  <a:pt x="899827" y="45806"/>
                </a:lnTo>
                <a:lnTo>
                  <a:pt x="899217" y="45208"/>
                </a:lnTo>
                <a:lnTo>
                  <a:pt x="898573" y="44672"/>
                </a:lnTo>
                <a:lnTo>
                  <a:pt x="897894" y="44200"/>
                </a:lnTo>
                <a:lnTo>
                  <a:pt x="897180" y="43790"/>
                </a:lnTo>
                <a:lnTo>
                  <a:pt x="896432" y="43444"/>
                </a:lnTo>
                <a:lnTo>
                  <a:pt x="895648" y="43160"/>
                </a:lnTo>
                <a:lnTo>
                  <a:pt x="894831" y="42940"/>
                </a:lnTo>
                <a:lnTo>
                  <a:pt x="893978" y="42782"/>
                </a:lnTo>
                <a:lnTo>
                  <a:pt x="893091" y="42688"/>
                </a:lnTo>
                <a:lnTo>
                  <a:pt x="892169" y="42656"/>
                </a:lnTo>
                <a:lnTo>
                  <a:pt x="891528" y="42671"/>
                </a:lnTo>
                <a:lnTo>
                  <a:pt x="890887" y="42714"/>
                </a:lnTo>
                <a:lnTo>
                  <a:pt x="890248" y="42785"/>
                </a:lnTo>
                <a:lnTo>
                  <a:pt x="889609" y="42885"/>
                </a:lnTo>
                <a:lnTo>
                  <a:pt x="888972" y="43013"/>
                </a:lnTo>
                <a:lnTo>
                  <a:pt x="888335" y="43170"/>
                </a:lnTo>
                <a:lnTo>
                  <a:pt x="887700" y="43355"/>
                </a:lnTo>
                <a:lnTo>
                  <a:pt x="887065" y="43569"/>
                </a:lnTo>
                <a:lnTo>
                  <a:pt x="886432" y="43812"/>
                </a:lnTo>
                <a:lnTo>
                  <a:pt x="885799" y="44083"/>
                </a:lnTo>
                <a:lnTo>
                  <a:pt x="885167" y="44382"/>
                </a:lnTo>
                <a:lnTo>
                  <a:pt x="884537" y="44711"/>
                </a:lnTo>
                <a:lnTo>
                  <a:pt x="883569" y="45236"/>
                </a:lnTo>
                <a:lnTo>
                  <a:pt x="882639" y="45771"/>
                </a:lnTo>
                <a:lnTo>
                  <a:pt x="881746" y="46318"/>
                </a:lnTo>
                <a:lnTo>
                  <a:pt x="880891" y="46876"/>
                </a:lnTo>
                <a:lnTo>
                  <a:pt x="880074" y="47444"/>
                </a:lnTo>
                <a:lnTo>
                  <a:pt x="879294" y="48023"/>
                </a:lnTo>
                <a:lnTo>
                  <a:pt x="878552" y="48613"/>
                </a:lnTo>
                <a:lnTo>
                  <a:pt x="877848" y="49214"/>
                </a:lnTo>
                <a:lnTo>
                  <a:pt x="877181" y="49825"/>
                </a:lnTo>
                <a:lnTo>
                  <a:pt x="876552" y="50448"/>
                </a:lnTo>
                <a:lnTo>
                  <a:pt x="875960" y="51081"/>
                </a:lnTo>
                <a:lnTo>
                  <a:pt x="875407" y="51725"/>
                </a:lnTo>
                <a:lnTo>
                  <a:pt x="875407" y="86515"/>
                </a:lnTo>
                <a:lnTo>
                  <a:pt x="875413" y="87546"/>
                </a:lnTo>
                <a:lnTo>
                  <a:pt x="875431" y="88516"/>
                </a:lnTo>
                <a:lnTo>
                  <a:pt x="875462" y="89424"/>
                </a:lnTo>
                <a:lnTo>
                  <a:pt x="875506" y="90269"/>
                </a:lnTo>
                <a:lnTo>
                  <a:pt x="875561" y="91053"/>
                </a:lnTo>
                <a:lnTo>
                  <a:pt x="875630" y="91775"/>
                </a:lnTo>
                <a:lnTo>
                  <a:pt x="875710" y="92435"/>
                </a:lnTo>
                <a:lnTo>
                  <a:pt x="875803" y="93033"/>
                </a:lnTo>
                <a:lnTo>
                  <a:pt x="875908" y="93568"/>
                </a:lnTo>
                <a:lnTo>
                  <a:pt x="876026" y="94042"/>
                </a:lnTo>
                <a:lnTo>
                  <a:pt x="876156" y="94454"/>
                </a:lnTo>
                <a:lnTo>
                  <a:pt x="876298" y="94804"/>
                </a:lnTo>
                <a:lnTo>
                  <a:pt x="876453" y="95116"/>
                </a:lnTo>
                <a:lnTo>
                  <a:pt x="876619" y="95415"/>
                </a:lnTo>
                <a:lnTo>
                  <a:pt x="876798" y="95700"/>
                </a:lnTo>
                <a:lnTo>
                  <a:pt x="876988" y="95973"/>
                </a:lnTo>
                <a:lnTo>
                  <a:pt x="877190" y="96232"/>
                </a:lnTo>
                <a:lnTo>
                  <a:pt x="877404" y="96477"/>
                </a:lnTo>
                <a:lnTo>
                  <a:pt x="877630" y="96710"/>
                </a:lnTo>
                <a:lnTo>
                  <a:pt x="877868" y="96929"/>
                </a:lnTo>
                <a:lnTo>
                  <a:pt x="878117" y="97135"/>
                </a:lnTo>
                <a:lnTo>
                  <a:pt x="878379" y="97327"/>
                </a:lnTo>
                <a:lnTo>
                  <a:pt x="878652" y="97507"/>
                </a:lnTo>
                <a:lnTo>
                  <a:pt x="878937" y="97673"/>
                </a:lnTo>
                <a:lnTo>
                  <a:pt x="879254" y="97826"/>
                </a:lnTo>
                <a:lnTo>
                  <a:pt x="879620" y="97965"/>
                </a:lnTo>
                <a:lnTo>
                  <a:pt x="880036" y="98091"/>
                </a:lnTo>
                <a:lnTo>
                  <a:pt x="880503" y="98204"/>
                </a:lnTo>
                <a:lnTo>
                  <a:pt x="881019" y="98304"/>
                </a:lnTo>
                <a:lnTo>
                  <a:pt x="881586" y="98390"/>
                </a:lnTo>
                <a:lnTo>
                  <a:pt x="882202" y="98464"/>
                </a:lnTo>
                <a:lnTo>
                  <a:pt x="882869" y="98523"/>
                </a:lnTo>
                <a:lnTo>
                  <a:pt x="883585" y="98570"/>
                </a:lnTo>
                <a:lnTo>
                  <a:pt x="884352" y="98603"/>
                </a:lnTo>
                <a:lnTo>
                  <a:pt x="885168" y="98623"/>
                </a:lnTo>
                <a:lnTo>
                  <a:pt x="886035" y="98630"/>
                </a:lnTo>
                <a:lnTo>
                  <a:pt x="886035" y="101265"/>
                </a:lnTo>
                <a:lnTo>
                  <a:pt x="853722" y="101265"/>
                </a:lnTo>
                <a:lnTo>
                  <a:pt x="853722" y="98630"/>
                </a:lnTo>
                <a:lnTo>
                  <a:pt x="854453" y="98623"/>
                </a:lnTo>
                <a:lnTo>
                  <a:pt x="855145" y="98603"/>
                </a:lnTo>
                <a:lnTo>
                  <a:pt x="855800" y="98570"/>
                </a:lnTo>
                <a:lnTo>
                  <a:pt x="856417" y="98523"/>
                </a:lnTo>
                <a:lnTo>
                  <a:pt x="856997" y="98463"/>
                </a:lnTo>
                <a:lnTo>
                  <a:pt x="857539" y="98390"/>
                </a:lnTo>
                <a:lnTo>
                  <a:pt x="858043" y="98303"/>
                </a:lnTo>
                <a:lnTo>
                  <a:pt x="858509" y="98203"/>
                </a:lnTo>
                <a:lnTo>
                  <a:pt x="858938" y="98090"/>
                </a:lnTo>
                <a:lnTo>
                  <a:pt x="859330" y="97964"/>
                </a:lnTo>
                <a:lnTo>
                  <a:pt x="859683" y="97824"/>
                </a:lnTo>
                <a:lnTo>
                  <a:pt x="859999" y="97671"/>
                </a:lnTo>
                <a:lnTo>
                  <a:pt x="860291" y="97503"/>
                </a:lnTo>
                <a:lnTo>
                  <a:pt x="860570" y="97319"/>
                </a:lnTo>
                <a:lnTo>
                  <a:pt x="860838" y="97120"/>
                </a:lnTo>
                <a:lnTo>
                  <a:pt x="861093" y="96905"/>
                </a:lnTo>
                <a:lnTo>
                  <a:pt x="861337" y="96674"/>
                </a:lnTo>
                <a:lnTo>
                  <a:pt x="861569" y="96427"/>
                </a:lnTo>
                <a:lnTo>
                  <a:pt x="861789" y="96165"/>
                </a:lnTo>
                <a:lnTo>
                  <a:pt x="861997" y="95886"/>
                </a:lnTo>
                <a:lnTo>
                  <a:pt x="862193" y="95592"/>
                </a:lnTo>
                <a:lnTo>
                  <a:pt x="862377" y="95282"/>
                </a:lnTo>
                <a:lnTo>
                  <a:pt x="862550" y="94957"/>
                </a:lnTo>
                <a:lnTo>
                  <a:pt x="862710" y="94615"/>
                </a:lnTo>
                <a:lnTo>
                  <a:pt x="862858" y="94238"/>
                </a:lnTo>
                <a:lnTo>
                  <a:pt x="862993" y="93807"/>
                </a:lnTo>
                <a:lnTo>
                  <a:pt x="863116" y="93320"/>
                </a:lnTo>
                <a:lnTo>
                  <a:pt x="863225" y="92779"/>
                </a:lnTo>
                <a:lnTo>
                  <a:pt x="863322" y="92184"/>
                </a:lnTo>
                <a:lnTo>
                  <a:pt x="863405" y="91533"/>
                </a:lnTo>
                <a:lnTo>
                  <a:pt x="863476" y="90828"/>
                </a:lnTo>
                <a:lnTo>
                  <a:pt x="863534" y="90067"/>
                </a:lnTo>
                <a:lnTo>
                  <a:pt x="863579" y="89252"/>
                </a:lnTo>
                <a:lnTo>
                  <a:pt x="863612" y="88383"/>
                </a:lnTo>
                <a:lnTo>
                  <a:pt x="863631" y="87458"/>
                </a:lnTo>
                <a:lnTo>
                  <a:pt x="863637" y="86479"/>
                </a:lnTo>
                <a:lnTo>
                  <a:pt x="863637" y="61610"/>
                </a:lnTo>
                <a:lnTo>
                  <a:pt x="863633" y="59875"/>
                </a:lnTo>
                <a:lnTo>
                  <a:pt x="863619" y="58245"/>
                </a:lnTo>
                <a:lnTo>
                  <a:pt x="863597" y="56720"/>
                </a:lnTo>
                <a:lnTo>
                  <a:pt x="863566" y="55301"/>
                </a:lnTo>
                <a:lnTo>
                  <a:pt x="863526" y="53988"/>
                </a:lnTo>
                <a:lnTo>
                  <a:pt x="863477" y="52781"/>
                </a:lnTo>
                <a:lnTo>
                  <a:pt x="863419" y="51679"/>
                </a:lnTo>
                <a:lnTo>
                  <a:pt x="863352" y="50683"/>
                </a:lnTo>
                <a:lnTo>
                  <a:pt x="863276" y="49792"/>
                </a:lnTo>
                <a:lnTo>
                  <a:pt x="863191" y="49008"/>
                </a:lnTo>
                <a:lnTo>
                  <a:pt x="863098" y="48328"/>
                </a:lnTo>
                <a:lnTo>
                  <a:pt x="862995" y="47755"/>
                </a:lnTo>
                <a:lnTo>
                  <a:pt x="862908" y="47374"/>
                </a:lnTo>
                <a:lnTo>
                  <a:pt x="862813" y="47013"/>
                </a:lnTo>
                <a:lnTo>
                  <a:pt x="862710" y="46673"/>
                </a:lnTo>
                <a:lnTo>
                  <a:pt x="862599" y="46353"/>
                </a:lnTo>
                <a:lnTo>
                  <a:pt x="862480" y="46053"/>
                </a:lnTo>
                <a:lnTo>
                  <a:pt x="862353" y="45774"/>
                </a:lnTo>
                <a:lnTo>
                  <a:pt x="862219" y="45514"/>
                </a:lnTo>
                <a:lnTo>
                  <a:pt x="862076" y="45275"/>
                </a:lnTo>
                <a:lnTo>
                  <a:pt x="861925" y="45056"/>
                </a:lnTo>
                <a:lnTo>
                  <a:pt x="861767" y="44858"/>
                </a:lnTo>
                <a:lnTo>
                  <a:pt x="861600" y="44679"/>
                </a:lnTo>
                <a:lnTo>
                  <a:pt x="861426" y="44521"/>
                </a:lnTo>
                <a:lnTo>
                  <a:pt x="861242" y="44380"/>
                </a:lnTo>
                <a:lnTo>
                  <a:pt x="861048" y="44250"/>
                </a:lnTo>
                <a:lnTo>
                  <a:pt x="860842" y="44133"/>
                </a:lnTo>
                <a:lnTo>
                  <a:pt x="860626" y="44028"/>
                </a:lnTo>
                <a:lnTo>
                  <a:pt x="860398" y="43936"/>
                </a:lnTo>
                <a:lnTo>
                  <a:pt x="860160" y="43855"/>
                </a:lnTo>
                <a:lnTo>
                  <a:pt x="859911" y="43788"/>
                </a:lnTo>
                <a:lnTo>
                  <a:pt x="859651" y="43732"/>
                </a:lnTo>
                <a:lnTo>
                  <a:pt x="859380" y="43689"/>
                </a:lnTo>
                <a:lnTo>
                  <a:pt x="859098" y="43658"/>
                </a:lnTo>
                <a:lnTo>
                  <a:pt x="858805" y="43640"/>
                </a:lnTo>
                <a:lnTo>
                  <a:pt x="858502" y="43633"/>
                </a:lnTo>
                <a:lnTo>
                  <a:pt x="858163" y="43641"/>
                </a:lnTo>
                <a:lnTo>
                  <a:pt x="857814" y="43663"/>
                </a:lnTo>
                <a:lnTo>
                  <a:pt x="857454" y="43700"/>
                </a:lnTo>
                <a:lnTo>
                  <a:pt x="857083" y="43752"/>
                </a:lnTo>
                <a:lnTo>
                  <a:pt x="856701" y="43818"/>
                </a:lnTo>
                <a:lnTo>
                  <a:pt x="856308" y="43900"/>
                </a:lnTo>
                <a:lnTo>
                  <a:pt x="855904" y="43996"/>
                </a:lnTo>
                <a:lnTo>
                  <a:pt x="855490" y="44107"/>
                </a:lnTo>
                <a:lnTo>
                  <a:pt x="855064" y="44233"/>
                </a:lnTo>
                <a:lnTo>
                  <a:pt x="854628" y="44374"/>
                </a:lnTo>
                <a:lnTo>
                  <a:pt x="854181" y="44529"/>
                </a:lnTo>
                <a:lnTo>
                  <a:pt x="853722" y="44699"/>
                </a:lnTo>
                <a:lnTo>
                  <a:pt x="852653" y="42140"/>
                </a:lnTo>
                <a:lnTo>
                  <a:pt x="872340" y="34182"/>
                </a:lnTo>
                <a:lnTo>
                  <a:pt x="875407" y="34182"/>
                </a:lnTo>
                <a:lnTo>
                  <a:pt x="875407" y="48069"/>
                </a:lnTo>
                <a:close/>
                <a:moveTo>
                  <a:pt x="988336" y="34182"/>
                </a:moveTo>
                <a:lnTo>
                  <a:pt x="988336" y="48852"/>
                </a:lnTo>
                <a:lnTo>
                  <a:pt x="989706" y="46509"/>
                </a:lnTo>
                <a:lnTo>
                  <a:pt x="991082" y="44370"/>
                </a:lnTo>
                <a:lnTo>
                  <a:pt x="992464" y="42434"/>
                </a:lnTo>
                <a:lnTo>
                  <a:pt x="993852" y="40702"/>
                </a:lnTo>
                <a:lnTo>
                  <a:pt x="995246" y="39174"/>
                </a:lnTo>
                <a:lnTo>
                  <a:pt x="996645" y="37850"/>
                </a:lnTo>
                <a:lnTo>
                  <a:pt x="998051" y="36729"/>
                </a:lnTo>
                <a:lnTo>
                  <a:pt x="999463" y="35812"/>
                </a:lnTo>
                <a:lnTo>
                  <a:pt x="1000881" y="35099"/>
                </a:lnTo>
                <a:lnTo>
                  <a:pt x="1002304" y="34590"/>
                </a:lnTo>
                <a:lnTo>
                  <a:pt x="1003734" y="34284"/>
                </a:lnTo>
                <a:lnTo>
                  <a:pt x="1005169" y="34182"/>
                </a:lnTo>
                <a:lnTo>
                  <a:pt x="1005814" y="34199"/>
                </a:lnTo>
                <a:lnTo>
                  <a:pt x="1006439" y="34248"/>
                </a:lnTo>
                <a:lnTo>
                  <a:pt x="1007046" y="34331"/>
                </a:lnTo>
                <a:lnTo>
                  <a:pt x="1007634" y="34447"/>
                </a:lnTo>
                <a:lnTo>
                  <a:pt x="1008203" y="34596"/>
                </a:lnTo>
                <a:lnTo>
                  <a:pt x="1008754" y="34779"/>
                </a:lnTo>
                <a:lnTo>
                  <a:pt x="1009285" y="34994"/>
                </a:lnTo>
                <a:lnTo>
                  <a:pt x="1009798" y="35242"/>
                </a:lnTo>
                <a:lnTo>
                  <a:pt x="1010292" y="35524"/>
                </a:lnTo>
                <a:lnTo>
                  <a:pt x="1010767" y="35839"/>
                </a:lnTo>
                <a:lnTo>
                  <a:pt x="1011223" y="36187"/>
                </a:lnTo>
                <a:lnTo>
                  <a:pt x="1011660" y="36568"/>
                </a:lnTo>
                <a:lnTo>
                  <a:pt x="1012070" y="36971"/>
                </a:lnTo>
                <a:lnTo>
                  <a:pt x="1012445" y="37384"/>
                </a:lnTo>
                <a:lnTo>
                  <a:pt x="1012784" y="37807"/>
                </a:lnTo>
                <a:lnTo>
                  <a:pt x="1013087" y="38241"/>
                </a:lnTo>
                <a:lnTo>
                  <a:pt x="1013354" y="38686"/>
                </a:lnTo>
                <a:lnTo>
                  <a:pt x="1013586" y="39140"/>
                </a:lnTo>
                <a:lnTo>
                  <a:pt x="1013782" y="39605"/>
                </a:lnTo>
                <a:lnTo>
                  <a:pt x="1013943" y="40081"/>
                </a:lnTo>
                <a:lnTo>
                  <a:pt x="1014068" y="40567"/>
                </a:lnTo>
                <a:lnTo>
                  <a:pt x="1014157" y="41063"/>
                </a:lnTo>
                <a:lnTo>
                  <a:pt x="1014210" y="41570"/>
                </a:lnTo>
                <a:lnTo>
                  <a:pt x="1014228" y="42087"/>
                </a:lnTo>
                <a:lnTo>
                  <a:pt x="1014215" y="42544"/>
                </a:lnTo>
                <a:lnTo>
                  <a:pt x="1014177" y="42989"/>
                </a:lnTo>
                <a:lnTo>
                  <a:pt x="1014112" y="43422"/>
                </a:lnTo>
                <a:lnTo>
                  <a:pt x="1014022" y="43843"/>
                </a:lnTo>
                <a:lnTo>
                  <a:pt x="1013906" y="44253"/>
                </a:lnTo>
                <a:lnTo>
                  <a:pt x="1013764" y="44650"/>
                </a:lnTo>
                <a:lnTo>
                  <a:pt x="1013597" y="45036"/>
                </a:lnTo>
                <a:lnTo>
                  <a:pt x="1013404" y="45410"/>
                </a:lnTo>
                <a:lnTo>
                  <a:pt x="1013185" y="45772"/>
                </a:lnTo>
                <a:lnTo>
                  <a:pt x="1012940" y="46122"/>
                </a:lnTo>
                <a:lnTo>
                  <a:pt x="1012670" y="46460"/>
                </a:lnTo>
                <a:lnTo>
                  <a:pt x="1012374" y="46787"/>
                </a:lnTo>
                <a:lnTo>
                  <a:pt x="1012060" y="47094"/>
                </a:lnTo>
                <a:lnTo>
                  <a:pt x="1011736" y="47374"/>
                </a:lnTo>
                <a:lnTo>
                  <a:pt x="1011402" y="47628"/>
                </a:lnTo>
                <a:lnTo>
                  <a:pt x="1011058" y="47855"/>
                </a:lnTo>
                <a:lnTo>
                  <a:pt x="1010704" y="48055"/>
                </a:lnTo>
                <a:lnTo>
                  <a:pt x="1010341" y="48229"/>
                </a:lnTo>
                <a:lnTo>
                  <a:pt x="1009967" y="48376"/>
                </a:lnTo>
                <a:lnTo>
                  <a:pt x="1009584" y="48496"/>
                </a:lnTo>
                <a:lnTo>
                  <a:pt x="1009190" y="48589"/>
                </a:lnTo>
                <a:lnTo>
                  <a:pt x="1008787" y="48656"/>
                </a:lnTo>
                <a:lnTo>
                  <a:pt x="1008374" y="48696"/>
                </a:lnTo>
                <a:lnTo>
                  <a:pt x="1007951" y="48710"/>
                </a:lnTo>
                <a:lnTo>
                  <a:pt x="1007531" y="48692"/>
                </a:lnTo>
                <a:lnTo>
                  <a:pt x="1007102" y="48641"/>
                </a:lnTo>
                <a:lnTo>
                  <a:pt x="1006665" y="48556"/>
                </a:lnTo>
                <a:lnTo>
                  <a:pt x="1006219" y="48437"/>
                </a:lnTo>
                <a:lnTo>
                  <a:pt x="1005765" y="48283"/>
                </a:lnTo>
                <a:lnTo>
                  <a:pt x="1005303" y="48095"/>
                </a:lnTo>
                <a:lnTo>
                  <a:pt x="1004832" y="47874"/>
                </a:lnTo>
                <a:lnTo>
                  <a:pt x="1004353" y="47618"/>
                </a:lnTo>
                <a:lnTo>
                  <a:pt x="1003865" y="47328"/>
                </a:lnTo>
                <a:lnTo>
                  <a:pt x="1003369" y="47003"/>
                </a:lnTo>
                <a:lnTo>
                  <a:pt x="1002865" y="46645"/>
                </a:lnTo>
                <a:lnTo>
                  <a:pt x="1002352" y="46253"/>
                </a:lnTo>
                <a:lnTo>
                  <a:pt x="1001846" y="45860"/>
                </a:lnTo>
                <a:lnTo>
                  <a:pt x="1001362" y="45502"/>
                </a:lnTo>
                <a:lnTo>
                  <a:pt x="1000901" y="45178"/>
                </a:lnTo>
                <a:lnTo>
                  <a:pt x="1000462" y="44888"/>
                </a:lnTo>
                <a:lnTo>
                  <a:pt x="1000045" y="44632"/>
                </a:lnTo>
                <a:lnTo>
                  <a:pt x="999650" y="44410"/>
                </a:lnTo>
                <a:lnTo>
                  <a:pt x="999278" y="44222"/>
                </a:lnTo>
                <a:lnTo>
                  <a:pt x="998928" y="44069"/>
                </a:lnTo>
                <a:lnTo>
                  <a:pt x="998600" y="43949"/>
                </a:lnTo>
                <a:lnTo>
                  <a:pt x="998295" y="43864"/>
                </a:lnTo>
                <a:lnTo>
                  <a:pt x="998012" y="43813"/>
                </a:lnTo>
                <a:lnTo>
                  <a:pt x="997751" y="43796"/>
                </a:lnTo>
                <a:lnTo>
                  <a:pt x="997536" y="43806"/>
                </a:lnTo>
                <a:lnTo>
                  <a:pt x="997317" y="43835"/>
                </a:lnTo>
                <a:lnTo>
                  <a:pt x="997096" y="43885"/>
                </a:lnTo>
                <a:lnTo>
                  <a:pt x="996871" y="43954"/>
                </a:lnTo>
                <a:lnTo>
                  <a:pt x="996644" y="44042"/>
                </a:lnTo>
                <a:lnTo>
                  <a:pt x="996414" y="44151"/>
                </a:lnTo>
                <a:lnTo>
                  <a:pt x="996180" y="44279"/>
                </a:lnTo>
                <a:lnTo>
                  <a:pt x="995944" y="44427"/>
                </a:lnTo>
                <a:lnTo>
                  <a:pt x="995705" y="44594"/>
                </a:lnTo>
                <a:lnTo>
                  <a:pt x="995463" y="44782"/>
                </a:lnTo>
                <a:lnTo>
                  <a:pt x="995217" y="44989"/>
                </a:lnTo>
                <a:lnTo>
                  <a:pt x="994969" y="45216"/>
                </a:lnTo>
                <a:lnTo>
                  <a:pt x="994433" y="45727"/>
                </a:lnTo>
                <a:lnTo>
                  <a:pt x="993893" y="46291"/>
                </a:lnTo>
                <a:lnTo>
                  <a:pt x="993351" y="46907"/>
                </a:lnTo>
                <a:lnTo>
                  <a:pt x="992805" y="47576"/>
                </a:lnTo>
                <a:lnTo>
                  <a:pt x="992257" y="48297"/>
                </a:lnTo>
                <a:lnTo>
                  <a:pt x="991706" y="49069"/>
                </a:lnTo>
                <a:lnTo>
                  <a:pt x="991152" y="49895"/>
                </a:lnTo>
                <a:lnTo>
                  <a:pt x="990594" y="50772"/>
                </a:lnTo>
                <a:lnTo>
                  <a:pt x="990034" y="51702"/>
                </a:lnTo>
                <a:lnTo>
                  <a:pt x="989471" y="52684"/>
                </a:lnTo>
                <a:lnTo>
                  <a:pt x="988905" y="53718"/>
                </a:lnTo>
                <a:lnTo>
                  <a:pt x="988336" y="54805"/>
                </a:lnTo>
                <a:lnTo>
                  <a:pt x="988336" y="85987"/>
                </a:lnTo>
                <a:lnTo>
                  <a:pt x="988345" y="86868"/>
                </a:lnTo>
                <a:lnTo>
                  <a:pt x="988373" y="87713"/>
                </a:lnTo>
                <a:lnTo>
                  <a:pt x="988420" y="88521"/>
                </a:lnTo>
                <a:lnTo>
                  <a:pt x="988486" y="89293"/>
                </a:lnTo>
                <a:lnTo>
                  <a:pt x="988571" y="90028"/>
                </a:lnTo>
                <a:lnTo>
                  <a:pt x="988674" y="90727"/>
                </a:lnTo>
                <a:lnTo>
                  <a:pt x="988797" y="91390"/>
                </a:lnTo>
                <a:lnTo>
                  <a:pt x="988938" y="92016"/>
                </a:lnTo>
                <a:lnTo>
                  <a:pt x="989098" y="92605"/>
                </a:lnTo>
                <a:lnTo>
                  <a:pt x="989277" y="93158"/>
                </a:lnTo>
                <a:lnTo>
                  <a:pt x="989474" y="93674"/>
                </a:lnTo>
                <a:lnTo>
                  <a:pt x="989691" y="94154"/>
                </a:lnTo>
                <a:lnTo>
                  <a:pt x="989855" y="94470"/>
                </a:lnTo>
                <a:lnTo>
                  <a:pt x="990039" y="94776"/>
                </a:lnTo>
                <a:lnTo>
                  <a:pt x="990244" y="95074"/>
                </a:lnTo>
                <a:lnTo>
                  <a:pt x="990467" y="95362"/>
                </a:lnTo>
                <a:lnTo>
                  <a:pt x="990711" y="95642"/>
                </a:lnTo>
                <a:lnTo>
                  <a:pt x="990975" y="95913"/>
                </a:lnTo>
                <a:lnTo>
                  <a:pt x="991258" y="96175"/>
                </a:lnTo>
                <a:lnTo>
                  <a:pt x="991561" y="96428"/>
                </a:lnTo>
                <a:lnTo>
                  <a:pt x="991884" y="96673"/>
                </a:lnTo>
                <a:lnTo>
                  <a:pt x="992227" y="96908"/>
                </a:lnTo>
                <a:lnTo>
                  <a:pt x="992590" y="97135"/>
                </a:lnTo>
                <a:lnTo>
                  <a:pt x="992972" y="97352"/>
                </a:lnTo>
                <a:lnTo>
                  <a:pt x="993379" y="97556"/>
                </a:lnTo>
                <a:lnTo>
                  <a:pt x="993814" y="97743"/>
                </a:lnTo>
                <a:lnTo>
                  <a:pt x="994278" y="97911"/>
                </a:lnTo>
                <a:lnTo>
                  <a:pt x="994771" y="98062"/>
                </a:lnTo>
                <a:lnTo>
                  <a:pt x="995293" y="98195"/>
                </a:lnTo>
                <a:lnTo>
                  <a:pt x="995843" y="98310"/>
                </a:lnTo>
                <a:lnTo>
                  <a:pt x="996422" y="98408"/>
                </a:lnTo>
                <a:lnTo>
                  <a:pt x="997030" y="98488"/>
                </a:lnTo>
                <a:lnTo>
                  <a:pt x="997666" y="98550"/>
                </a:lnTo>
                <a:lnTo>
                  <a:pt x="998332" y="98594"/>
                </a:lnTo>
                <a:lnTo>
                  <a:pt x="999026" y="98621"/>
                </a:lnTo>
                <a:lnTo>
                  <a:pt x="999748" y="98630"/>
                </a:lnTo>
                <a:lnTo>
                  <a:pt x="999748" y="101265"/>
                </a:lnTo>
                <a:lnTo>
                  <a:pt x="966295" y="101265"/>
                </a:lnTo>
                <a:lnTo>
                  <a:pt x="966295" y="98630"/>
                </a:lnTo>
                <a:lnTo>
                  <a:pt x="967109" y="98619"/>
                </a:lnTo>
                <a:lnTo>
                  <a:pt x="967888" y="98586"/>
                </a:lnTo>
                <a:lnTo>
                  <a:pt x="968631" y="98532"/>
                </a:lnTo>
                <a:lnTo>
                  <a:pt x="969338" y="98456"/>
                </a:lnTo>
                <a:lnTo>
                  <a:pt x="970010" y="98358"/>
                </a:lnTo>
                <a:lnTo>
                  <a:pt x="970646" y="98239"/>
                </a:lnTo>
                <a:lnTo>
                  <a:pt x="971246" y="98098"/>
                </a:lnTo>
                <a:lnTo>
                  <a:pt x="971811" y="97935"/>
                </a:lnTo>
                <a:lnTo>
                  <a:pt x="972340" y="97751"/>
                </a:lnTo>
                <a:lnTo>
                  <a:pt x="972833" y="97545"/>
                </a:lnTo>
                <a:lnTo>
                  <a:pt x="973291" y="97317"/>
                </a:lnTo>
                <a:lnTo>
                  <a:pt x="973713" y="97067"/>
                </a:lnTo>
                <a:lnTo>
                  <a:pt x="974003" y="96869"/>
                </a:lnTo>
                <a:lnTo>
                  <a:pt x="974278" y="96651"/>
                </a:lnTo>
                <a:lnTo>
                  <a:pt x="974538" y="96414"/>
                </a:lnTo>
                <a:lnTo>
                  <a:pt x="974783" y="96159"/>
                </a:lnTo>
                <a:lnTo>
                  <a:pt x="975013" y="95885"/>
                </a:lnTo>
                <a:lnTo>
                  <a:pt x="975229" y="95593"/>
                </a:lnTo>
                <a:lnTo>
                  <a:pt x="975429" y="95281"/>
                </a:lnTo>
                <a:lnTo>
                  <a:pt x="975615" y="94951"/>
                </a:lnTo>
                <a:lnTo>
                  <a:pt x="975786" y="94602"/>
                </a:lnTo>
                <a:lnTo>
                  <a:pt x="975942" y="94234"/>
                </a:lnTo>
                <a:lnTo>
                  <a:pt x="976083" y="93848"/>
                </a:lnTo>
                <a:lnTo>
                  <a:pt x="976209" y="93442"/>
                </a:lnTo>
                <a:lnTo>
                  <a:pt x="976266" y="93210"/>
                </a:lnTo>
                <a:lnTo>
                  <a:pt x="976318" y="92915"/>
                </a:lnTo>
                <a:lnTo>
                  <a:pt x="976366" y="92558"/>
                </a:lnTo>
                <a:lnTo>
                  <a:pt x="976408" y="92139"/>
                </a:lnTo>
                <a:lnTo>
                  <a:pt x="976445" y="91658"/>
                </a:lnTo>
                <a:lnTo>
                  <a:pt x="976477" y="91115"/>
                </a:lnTo>
                <a:lnTo>
                  <a:pt x="976504" y="90510"/>
                </a:lnTo>
                <a:lnTo>
                  <a:pt x="976527" y="89842"/>
                </a:lnTo>
                <a:lnTo>
                  <a:pt x="976544" y="89112"/>
                </a:lnTo>
                <a:lnTo>
                  <a:pt x="976556" y="88320"/>
                </a:lnTo>
                <a:lnTo>
                  <a:pt x="976564" y="87466"/>
                </a:lnTo>
                <a:lnTo>
                  <a:pt x="976566" y="86550"/>
                </a:lnTo>
                <a:lnTo>
                  <a:pt x="976566" y="61325"/>
                </a:lnTo>
                <a:lnTo>
                  <a:pt x="976563" y="59494"/>
                </a:lnTo>
                <a:lnTo>
                  <a:pt x="976553" y="57791"/>
                </a:lnTo>
                <a:lnTo>
                  <a:pt x="976537" y="56216"/>
                </a:lnTo>
                <a:lnTo>
                  <a:pt x="976515" y="54768"/>
                </a:lnTo>
                <a:lnTo>
                  <a:pt x="976486" y="53449"/>
                </a:lnTo>
                <a:lnTo>
                  <a:pt x="976450" y="52257"/>
                </a:lnTo>
                <a:lnTo>
                  <a:pt x="976408" y="51193"/>
                </a:lnTo>
                <a:lnTo>
                  <a:pt x="976360" y="50257"/>
                </a:lnTo>
                <a:lnTo>
                  <a:pt x="976305" y="49448"/>
                </a:lnTo>
                <a:lnTo>
                  <a:pt x="976244" y="48768"/>
                </a:lnTo>
                <a:lnTo>
                  <a:pt x="976177" y="48215"/>
                </a:lnTo>
                <a:lnTo>
                  <a:pt x="976102" y="47790"/>
                </a:lnTo>
                <a:lnTo>
                  <a:pt x="976020" y="47437"/>
                </a:lnTo>
                <a:lnTo>
                  <a:pt x="975926" y="47101"/>
                </a:lnTo>
                <a:lnTo>
                  <a:pt x="975822" y="46780"/>
                </a:lnTo>
                <a:lnTo>
                  <a:pt x="975706" y="46476"/>
                </a:lnTo>
                <a:lnTo>
                  <a:pt x="975580" y="46188"/>
                </a:lnTo>
                <a:lnTo>
                  <a:pt x="975443" y="45916"/>
                </a:lnTo>
                <a:lnTo>
                  <a:pt x="975295" y="45661"/>
                </a:lnTo>
                <a:lnTo>
                  <a:pt x="975136" y="45422"/>
                </a:lnTo>
                <a:lnTo>
                  <a:pt x="974966" y="45199"/>
                </a:lnTo>
                <a:lnTo>
                  <a:pt x="974785" y="44992"/>
                </a:lnTo>
                <a:lnTo>
                  <a:pt x="974593" y="44802"/>
                </a:lnTo>
                <a:lnTo>
                  <a:pt x="974391" y="44628"/>
                </a:lnTo>
                <a:lnTo>
                  <a:pt x="974178" y="44469"/>
                </a:lnTo>
                <a:lnTo>
                  <a:pt x="973958" y="44324"/>
                </a:lnTo>
                <a:lnTo>
                  <a:pt x="973729" y="44193"/>
                </a:lnTo>
                <a:lnTo>
                  <a:pt x="973491" y="44076"/>
                </a:lnTo>
                <a:lnTo>
                  <a:pt x="973245" y="43972"/>
                </a:lnTo>
                <a:lnTo>
                  <a:pt x="972991" y="43882"/>
                </a:lnTo>
                <a:lnTo>
                  <a:pt x="972728" y="43806"/>
                </a:lnTo>
                <a:lnTo>
                  <a:pt x="972457" y="43744"/>
                </a:lnTo>
                <a:lnTo>
                  <a:pt x="972177" y="43696"/>
                </a:lnTo>
                <a:lnTo>
                  <a:pt x="971889" y="43661"/>
                </a:lnTo>
                <a:lnTo>
                  <a:pt x="971593" y="43640"/>
                </a:lnTo>
                <a:lnTo>
                  <a:pt x="971288" y="43633"/>
                </a:lnTo>
                <a:lnTo>
                  <a:pt x="970915" y="43641"/>
                </a:lnTo>
                <a:lnTo>
                  <a:pt x="970535" y="43663"/>
                </a:lnTo>
                <a:lnTo>
                  <a:pt x="970146" y="43700"/>
                </a:lnTo>
                <a:lnTo>
                  <a:pt x="969750" y="43752"/>
                </a:lnTo>
                <a:lnTo>
                  <a:pt x="969346" y="43818"/>
                </a:lnTo>
                <a:lnTo>
                  <a:pt x="968934" y="43900"/>
                </a:lnTo>
                <a:lnTo>
                  <a:pt x="968514" y="43996"/>
                </a:lnTo>
                <a:lnTo>
                  <a:pt x="968086" y="44107"/>
                </a:lnTo>
                <a:lnTo>
                  <a:pt x="967650" y="44233"/>
                </a:lnTo>
                <a:lnTo>
                  <a:pt x="967206" y="44374"/>
                </a:lnTo>
                <a:lnTo>
                  <a:pt x="966754" y="44529"/>
                </a:lnTo>
                <a:lnTo>
                  <a:pt x="966295" y="44699"/>
                </a:lnTo>
                <a:lnTo>
                  <a:pt x="965581" y="42140"/>
                </a:lnTo>
                <a:lnTo>
                  <a:pt x="985340" y="34182"/>
                </a:lnTo>
                <a:lnTo>
                  <a:pt x="988336" y="34182"/>
                </a:lnTo>
                <a:close/>
                <a:moveTo>
                  <a:pt x="1028558" y="60673"/>
                </a:moveTo>
                <a:lnTo>
                  <a:pt x="1028596" y="63046"/>
                </a:lnTo>
                <a:lnTo>
                  <a:pt x="1028734" y="65331"/>
                </a:lnTo>
                <a:lnTo>
                  <a:pt x="1028972" y="67530"/>
                </a:lnTo>
                <a:lnTo>
                  <a:pt x="1029311" y="69641"/>
                </a:lnTo>
                <a:lnTo>
                  <a:pt x="1029749" y="71666"/>
                </a:lnTo>
                <a:lnTo>
                  <a:pt x="1030287" y="73605"/>
                </a:lnTo>
                <a:lnTo>
                  <a:pt x="1030926" y="75456"/>
                </a:lnTo>
                <a:lnTo>
                  <a:pt x="1031664" y="77220"/>
                </a:lnTo>
                <a:lnTo>
                  <a:pt x="1032503" y="78898"/>
                </a:lnTo>
                <a:lnTo>
                  <a:pt x="1033442" y="80489"/>
                </a:lnTo>
                <a:lnTo>
                  <a:pt x="1034481" y="81993"/>
                </a:lnTo>
                <a:lnTo>
                  <a:pt x="1035619" y="83410"/>
                </a:lnTo>
                <a:lnTo>
                  <a:pt x="1036825" y="84726"/>
                </a:lnTo>
                <a:lnTo>
                  <a:pt x="1038066" y="85928"/>
                </a:lnTo>
                <a:lnTo>
                  <a:pt x="1039342" y="87015"/>
                </a:lnTo>
                <a:lnTo>
                  <a:pt x="1040652" y="87988"/>
                </a:lnTo>
                <a:lnTo>
                  <a:pt x="1041997" y="88847"/>
                </a:lnTo>
                <a:lnTo>
                  <a:pt x="1043376" y="89591"/>
                </a:lnTo>
                <a:lnTo>
                  <a:pt x="1044791" y="90220"/>
                </a:lnTo>
                <a:lnTo>
                  <a:pt x="1046239" y="90735"/>
                </a:lnTo>
                <a:lnTo>
                  <a:pt x="1047723" y="91136"/>
                </a:lnTo>
                <a:lnTo>
                  <a:pt x="1049241" y="91422"/>
                </a:lnTo>
                <a:lnTo>
                  <a:pt x="1050794" y="91594"/>
                </a:lnTo>
                <a:lnTo>
                  <a:pt x="1052382" y="91651"/>
                </a:lnTo>
                <a:lnTo>
                  <a:pt x="1053440" y="91626"/>
                </a:lnTo>
                <a:lnTo>
                  <a:pt x="1054475" y="91553"/>
                </a:lnTo>
                <a:lnTo>
                  <a:pt x="1055487" y="91431"/>
                </a:lnTo>
                <a:lnTo>
                  <a:pt x="1056475" y="91259"/>
                </a:lnTo>
                <a:lnTo>
                  <a:pt x="1057440" y="91039"/>
                </a:lnTo>
                <a:lnTo>
                  <a:pt x="1058382" y="90770"/>
                </a:lnTo>
                <a:lnTo>
                  <a:pt x="1059301" y="90451"/>
                </a:lnTo>
                <a:lnTo>
                  <a:pt x="1060196" y="90084"/>
                </a:lnTo>
                <a:lnTo>
                  <a:pt x="1061068" y="89668"/>
                </a:lnTo>
                <a:lnTo>
                  <a:pt x="1061917" y="89203"/>
                </a:lnTo>
                <a:lnTo>
                  <a:pt x="1062743" y="88689"/>
                </a:lnTo>
                <a:lnTo>
                  <a:pt x="1063545" y="88126"/>
                </a:lnTo>
                <a:lnTo>
                  <a:pt x="1064325" y="87503"/>
                </a:lnTo>
                <a:lnTo>
                  <a:pt x="1065083" y="86811"/>
                </a:lnTo>
                <a:lnTo>
                  <a:pt x="1065821" y="86050"/>
                </a:lnTo>
                <a:lnTo>
                  <a:pt x="1066537" y="85218"/>
                </a:lnTo>
                <a:lnTo>
                  <a:pt x="1067231" y="84317"/>
                </a:lnTo>
                <a:lnTo>
                  <a:pt x="1067905" y="83346"/>
                </a:lnTo>
                <a:lnTo>
                  <a:pt x="1068557" y="82305"/>
                </a:lnTo>
                <a:lnTo>
                  <a:pt x="1069188" y="81194"/>
                </a:lnTo>
                <a:lnTo>
                  <a:pt x="1069797" y="80014"/>
                </a:lnTo>
                <a:lnTo>
                  <a:pt x="1070386" y="78764"/>
                </a:lnTo>
                <a:lnTo>
                  <a:pt x="1070952" y="77445"/>
                </a:lnTo>
                <a:lnTo>
                  <a:pt x="1071498" y="76055"/>
                </a:lnTo>
                <a:lnTo>
                  <a:pt x="1073709" y="77480"/>
                </a:lnTo>
                <a:lnTo>
                  <a:pt x="1073420" y="79093"/>
                </a:lnTo>
                <a:lnTo>
                  <a:pt x="1073051" y="80683"/>
                </a:lnTo>
                <a:lnTo>
                  <a:pt x="1072604" y="82249"/>
                </a:lnTo>
                <a:lnTo>
                  <a:pt x="1072077" y="83790"/>
                </a:lnTo>
                <a:lnTo>
                  <a:pt x="1071470" y="85307"/>
                </a:lnTo>
                <a:lnTo>
                  <a:pt x="1070785" y="86799"/>
                </a:lnTo>
                <a:lnTo>
                  <a:pt x="1070020" y="88268"/>
                </a:lnTo>
                <a:lnTo>
                  <a:pt x="1069176" y="89712"/>
                </a:lnTo>
                <a:lnTo>
                  <a:pt x="1068253" y="91132"/>
                </a:lnTo>
                <a:lnTo>
                  <a:pt x="1067250" y="92528"/>
                </a:lnTo>
                <a:lnTo>
                  <a:pt x="1066168" y="93900"/>
                </a:lnTo>
                <a:lnTo>
                  <a:pt x="1065007" y="95247"/>
                </a:lnTo>
                <a:lnTo>
                  <a:pt x="1063781" y="96527"/>
                </a:lnTo>
                <a:lnTo>
                  <a:pt x="1062505" y="97695"/>
                </a:lnTo>
                <a:lnTo>
                  <a:pt x="1061178" y="98752"/>
                </a:lnTo>
                <a:lnTo>
                  <a:pt x="1059800" y="99698"/>
                </a:lnTo>
                <a:lnTo>
                  <a:pt x="1058372" y="100532"/>
                </a:lnTo>
                <a:lnTo>
                  <a:pt x="1056893" y="101256"/>
                </a:lnTo>
                <a:lnTo>
                  <a:pt x="1055364" y="101868"/>
                </a:lnTo>
                <a:lnTo>
                  <a:pt x="1053785" y="102368"/>
                </a:lnTo>
                <a:lnTo>
                  <a:pt x="1052154" y="102758"/>
                </a:lnTo>
                <a:lnTo>
                  <a:pt x="1050474" y="103036"/>
                </a:lnTo>
                <a:lnTo>
                  <a:pt x="1048742" y="103203"/>
                </a:lnTo>
                <a:lnTo>
                  <a:pt x="1046961" y="103259"/>
                </a:lnTo>
                <a:lnTo>
                  <a:pt x="1045023" y="103195"/>
                </a:lnTo>
                <a:lnTo>
                  <a:pt x="1043132" y="103005"/>
                </a:lnTo>
                <a:lnTo>
                  <a:pt x="1041288" y="102688"/>
                </a:lnTo>
                <a:lnTo>
                  <a:pt x="1039491" y="102244"/>
                </a:lnTo>
                <a:lnTo>
                  <a:pt x="1037741" y="101673"/>
                </a:lnTo>
                <a:lnTo>
                  <a:pt x="1036038" y="100976"/>
                </a:lnTo>
                <a:lnTo>
                  <a:pt x="1034383" y="100152"/>
                </a:lnTo>
                <a:lnTo>
                  <a:pt x="1032774" y="99200"/>
                </a:lnTo>
                <a:lnTo>
                  <a:pt x="1031212" y="98122"/>
                </a:lnTo>
                <a:lnTo>
                  <a:pt x="1029698" y="96918"/>
                </a:lnTo>
                <a:lnTo>
                  <a:pt x="1028231" y="95586"/>
                </a:lnTo>
                <a:lnTo>
                  <a:pt x="1026810" y="94128"/>
                </a:lnTo>
                <a:lnTo>
                  <a:pt x="1025471" y="92562"/>
                </a:lnTo>
                <a:lnTo>
                  <a:pt x="1024249" y="90909"/>
                </a:lnTo>
                <a:lnTo>
                  <a:pt x="1023143" y="89168"/>
                </a:lnTo>
                <a:lnTo>
                  <a:pt x="1022154" y="87340"/>
                </a:lnTo>
                <a:lnTo>
                  <a:pt x="1021281" y="85425"/>
                </a:lnTo>
                <a:lnTo>
                  <a:pt x="1020524" y="83422"/>
                </a:lnTo>
                <a:lnTo>
                  <a:pt x="1019884" y="81333"/>
                </a:lnTo>
                <a:lnTo>
                  <a:pt x="1019360" y="79155"/>
                </a:lnTo>
                <a:lnTo>
                  <a:pt x="1018953" y="76891"/>
                </a:lnTo>
                <a:lnTo>
                  <a:pt x="1018662" y="74539"/>
                </a:lnTo>
                <a:lnTo>
                  <a:pt x="1018487" y="72099"/>
                </a:lnTo>
                <a:lnTo>
                  <a:pt x="1018429" y="69573"/>
                </a:lnTo>
                <a:lnTo>
                  <a:pt x="1018489" y="66841"/>
                </a:lnTo>
                <a:lnTo>
                  <a:pt x="1018668" y="64210"/>
                </a:lnTo>
                <a:lnTo>
                  <a:pt x="1018966" y="61683"/>
                </a:lnTo>
                <a:lnTo>
                  <a:pt x="1019384" y="59257"/>
                </a:lnTo>
                <a:lnTo>
                  <a:pt x="1019921" y="56933"/>
                </a:lnTo>
                <a:lnTo>
                  <a:pt x="1020578" y="54712"/>
                </a:lnTo>
                <a:lnTo>
                  <a:pt x="1021354" y="52593"/>
                </a:lnTo>
                <a:lnTo>
                  <a:pt x="1022249" y="50576"/>
                </a:lnTo>
                <a:lnTo>
                  <a:pt x="1023264" y="48661"/>
                </a:lnTo>
                <a:lnTo>
                  <a:pt x="1024398" y="46848"/>
                </a:lnTo>
                <a:lnTo>
                  <a:pt x="1025651" y="45137"/>
                </a:lnTo>
                <a:lnTo>
                  <a:pt x="1027024" y="43529"/>
                </a:lnTo>
                <a:lnTo>
                  <a:pt x="1028487" y="42036"/>
                </a:lnTo>
                <a:lnTo>
                  <a:pt x="1030011" y="40673"/>
                </a:lnTo>
                <a:lnTo>
                  <a:pt x="1031596" y="39440"/>
                </a:lnTo>
                <a:lnTo>
                  <a:pt x="1033242" y="38336"/>
                </a:lnTo>
                <a:lnTo>
                  <a:pt x="1034948" y="37363"/>
                </a:lnTo>
                <a:lnTo>
                  <a:pt x="1036716" y="36519"/>
                </a:lnTo>
                <a:lnTo>
                  <a:pt x="1038545" y="35805"/>
                </a:lnTo>
                <a:lnTo>
                  <a:pt x="1040434" y="35221"/>
                </a:lnTo>
                <a:lnTo>
                  <a:pt x="1042384" y="34766"/>
                </a:lnTo>
                <a:lnTo>
                  <a:pt x="1044396" y="34442"/>
                </a:lnTo>
                <a:lnTo>
                  <a:pt x="1046468" y="34247"/>
                </a:lnTo>
                <a:lnTo>
                  <a:pt x="1048601" y="34182"/>
                </a:lnTo>
                <a:lnTo>
                  <a:pt x="1050405" y="34232"/>
                </a:lnTo>
                <a:lnTo>
                  <a:pt x="1052154" y="34382"/>
                </a:lnTo>
                <a:lnTo>
                  <a:pt x="1053848" y="34633"/>
                </a:lnTo>
                <a:lnTo>
                  <a:pt x="1055489" y="34983"/>
                </a:lnTo>
                <a:lnTo>
                  <a:pt x="1057074" y="35434"/>
                </a:lnTo>
                <a:lnTo>
                  <a:pt x="1058605" y="35985"/>
                </a:lnTo>
                <a:lnTo>
                  <a:pt x="1060082" y="36636"/>
                </a:lnTo>
                <a:lnTo>
                  <a:pt x="1061504" y="37387"/>
                </a:lnTo>
                <a:lnTo>
                  <a:pt x="1062872" y="38238"/>
                </a:lnTo>
                <a:lnTo>
                  <a:pt x="1064185" y="39189"/>
                </a:lnTo>
                <a:lnTo>
                  <a:pt x="1065443" y="40241"/>
                </a:lnTo>
                <a:lnTo>
                  <a:pt x="1066648" y="41392"/>
                </a:lnTo>
                <a:lnTo>
                  <a:pt x="1067776" y="42628"/>
                </a:lnTo>
                <a:lnTo>
                  <a:pt x="1068805" y="43930"/>
                </a:lnTo>
                <a:lnTo>
                  <a:pt x="1069737" y="45301"/>
                </a:lnTo>
                <a:lnTo>
                  <a:pt x="1070571" y="46738"/>
                </a:lnTo>
                <a:lnTo>
                  <a:pt x="1071306" y="48244"/>
                </a:lnTo>
                <a:lnTo>
                  <a:pt x="1071944" y="49817"/>
                </a:lnTo>
                <a:lnTo>
                  <a:pt x="1072483" y="51457"/>
                </a:lnTo>
                <a:lnTo>
                  <a:pt x="1072925" y="53165"/>
                </a:lnTo>
                <a:lnTo>
                  <a:pt x="1073268" y="54941"/>
                </a:lnTo>
                <a:lnTo>
                  <a:pt x="1073513" y="56784"/>
                </a:lnTo>
                <a:lnTo>
                  <a:pt x="1073660" y="58695"/>
                </a:lnTo>
                <a:lnTo>
                  <a:pt x="1073709" y="60673"/>
                </a:lnTo>
                <a:lnTo>
                  <a:pt x="1028558" y="60673"/>
                </a:lnTo>
                <a:moveTo>
                  <a:pt x="1028558" y="56543"/>
                </a:moveTo>
                <a:lnTo>
                  <a:pt x="1058801" y="56543"/>
                </a:lnTo>
                <a:lnTo>
                  <a:pt x="1058737" y="55524"/>
                </a:lnTo>
                <a:lnTo>
                  <a:pt x="1058661" y="54557"/>
                </a:lnTo>
                <a:lnTo>
                  <a:pt x="1058574" y="53641"/>
                </a:lnTo>
                <a:lnTo>
                  <a:pt x="1058476" y="52777"/>
                </a:lnTo>
                <a:lnTo>
                  <a:pt x="1058368" y="51964"/>
                </a:lnTo>
                <a:lnTo>
                  <a:pt x="1058249" y="51202"/>
                </a:lnTo>
                <a:lnTo>
                  <a:pt x="1058118" y="50492"/>
                </a:lnTo>
                <a:lnTo>
                  <a:pt x="1057977" y="49833"/>
                </a:lnTo>
                <a:lnTo>
                  <a:pt x="1057825" y="49226"/>
                </a:lnTo>
                <a:lnTo>
                  <a:pt x="1057662" y="48670"/>
                </a:lnTo>
                <a:lnTo>
                  <a:pt x="1057488" y="48166"/>
                </a:lnTo>
                <a:lnTo>
                  <a:pt x="1057304" y="47713"/>
                </a:lnTo>
                <a:lnTo>
                  <a:pt x="1056994" y="47060"/>
                </a:lnTo>
                <a:lnTo>
                  <a:pt x="1056661" y="46431"/>
                </a:lnTo>
                <a:lnTo>
                  <a:pt x="1056303" y="45825"/>
                </a:lnTo>
                <a:lnTo>
                  <a:pt x="1055921" y="45244"/>
                </a:lnTo>
                <a:lnTo>
                  <a:pt x="1055514" y="44686"/>
                </a:lnTo>
                <a:lnTo>
                  <a:pt x="1055083" y="44152"/>
                </a:lnTo>
                <a:lnTo>
                  <a:pt x="1054628" y="43642"/>
                </a:lnTo>
                <a:lnTo>
                  <a:pt x="1054149" y="43155"/>
                </a:lnTo>
                <a:lnTo>
                  <a:pt x="1053646" y="42692"/>
                </a:lnTo>
                <a:lnTo>
                  <a:pt x="1053118" y="42253"/>
                </a:lnTo>
                <a:lnTo>
                  <a:pt x="1052566" y="41838"/>
                </a:lnTo>
                <a:lnTo>
                  <a:pt x="1051989" y="41446"/>
                </a:lnTo>
                <a:lnTo>
                  <a:pt x="1051399" y="41082"/>
                </a:lnTo>
                <a:lnTo>
                  <a:pt x="1050804" y="40750"/>
                </a:lnTo>
                <a:lnTo>
                  <a:pt x="1050204" y="40449"/>
                </a:lnTo>
                <a:lnTo>
                  <a:pt x="1049600" y="40180"/>
                </a:lnTo>
                <a:lnTo>
                  <a:pt x="1048991" y="39942"/>
                </a:lnTo>
                <a:lnTo>
                  <a:pt x="1048378" y="39737"/>
                </a:lnTo>
                <a:lnTo>
                  <a:pt x="1047761" y="39563"/>
                </a:lnTo>
                <a:lnTo>
                  <a:pt x="1047139" y="39420"/>
                </a:lnTo>
                <a:lnTo>
                  <a:pt x="1046513" y="39309"/>
                </a:lnTo>
                <a:lnTo>
                  <a:pt x="1045882" y="39230"/>
                </a:lnTo>
                <a:lnTo>
                  <a:pt x="1045247" y="39183"/>
                </a:lnTo>
                <a:lnTo>
                  <a:pt x="1044607" y="39167"/>
                </a:lnTo>
                <a:lnTo>
                  <a:pt x="1043629" y="39199"/>
                </a:lnTo>
                <a:lnTo>
                  <a:pt x="1042668" y="39295"/>
                </a:lnTo>
                <a:lnTo>
                  <a:pt x="1041725" y="39454"/>
                </a:lnTo>
                <a:lnTo>
                  <a:pt x="1040799" y="39677"/>
                </a:lnTo>
                <a:lnTo>
                  <a:pt x="1039890" y="39964"/>
                </a:lnTo>
                <a:lnTo>
                  <a:pt x="1038999" y="40315"/>
                </a:lnTo>
                <a:lnTo>
                  <a:pt x="1038125" y="40730"/>
                </a:lnTo>
                <a:lnTo>
                  <a:pt x="1037268" y="41208"/>
                </a:lnTo>
                <a:lnTo>
                  <a:pt x="1036428" y="41751"/>
                </a:lnTo>
                <a:lnTo>
                  <a:pt x="1035606" y="42357"/>
                </a:lnTo>
                <a:lnTo>
                  <a:pt x="1034802" y="43027"/>
                </a:lnTo>
                <a:lnTo>
                  <a:pt x="1034014" y="43760"/>
                </a:lnTo>
                <a:lnTo>
                  <a:pt x="1033263" y="44551"/>
                </a:lnTo>
                <a:lnTo>
                  <a:pt x="1032565" y="45391"/>
                </a:lnTo>
                <a:lnTo>
                  <a:pt x="1031921" y="46282"/>
                </a:lnTo>
                <a:lnTo>
                  <a:pt x="1031332" y="47222"/>
                </a:lnTo>
                <a:lnTo>
                  <a:pt x="1030796" y="48212"/>
                </a:lnTo>
                <a:lnTo>
                  <a:pt x="1030314" y="49253"/>
                </a:lnTo>
                <a:lnTo>
                  <a:pt x="1029886" y="50343"/>
                </a:lnTo>
                <a:lnTo>
                  <a:pt x="1029513" y="51483"/>
                </a:lnTo>
                <a:lnTo>
                  <a:pt x="1029193" y="52673"/>
                </a:lnTo>
                <a:lnTo>
                  <a:pt x="1028927" y="53913"/>
                </a:lnTo>
                <a:lnTo>
                  <a:pt x="1028715" y="55203"/>
                </a:lnTo>
                <a:lnTo>
                  <a:pt x="1028558" y="56543"/>
                </a:lnTo>
                <a:close/>
                <a:moveTo>
                  <a:pt x="1107970" y="41019"/>
                </a:moveTo>
                <a:lnTo>
                  <a:pt x="1107970" y="83942"/>
                </a:lnTo>
                <a:lnTo>
                  <a:pt x="1107983" y="85417"/>
                </a:lnTo>
                <a:lnTo>
                  <a:pt x="1108025" y="86798"/>
                </a:lnTo>
                <a:lnTo>
                  <a:pt x="1108094" y="88086"/>
                </a:lnTo>
                <a:lnTo>
                  <a:pt x="1108192" y="89282"/>
                </a:lnTo>
                <a:lnTo>
                  <a:pt x="1108316" y="90384"/>
                </a:lnTo>
                <a:lnTo>
                  <a:pt x="1108469" y="91393"/>
                </a:lnTo>
                <a:lnTo>
                  <a:pt x="1108649" y="92309"/>
                </a:lnTo>
                <a:lnTo>
                  <a:pt x="1108857" y="93131"/>
                </a:lnTo>
                <a:lnTo>
                  <a:pt x="1109093" y="93861"/>
                </a:lnTo>
                <a:lnTo>
                  <a:pt x="1109357" y="94498"/>
                </a:lnTo>
                <a:lnTo>
                  <a:pt x="1109648" y="95041"/>
                </a:lnTo>
                <a:lnTo>
                  <a:pt x="1109967" y="95492"/>
                </a:lnTo>
                <a:lnTo>
                  <a:pt x="1110419" y="95993"/>
                </a:lnTo>
                <a:lnTo>
                  <a:pt x="1110896" y="96451"/>
                </a:lnTo>
                <a:lnTo>
                  <a:pt x="1111398" y="96865"/>
                </a:lnTo>
                <a:lnTo>
                  <a:pt x="1111924" y="97235"/>
                </a:lnTo>
                <a:lnTo>
                  <a:pt x="1112476" y="97562"/>
                </a:lnTo>
                <a:lnTo>
                  <a:pt x="1113052" y="97845"/>
                </a:lnTo>
                <a:lnTo>
                  <a:pt x="1113653" y="98085"/>
                </a:lnTo>
                <a:lnTo>
                  <a:pt x="1114278" y="98281"/>
                </a:lnTo>
                <a:lnTo>
                  <a:pt x="1114929" y="98434"/>
                </a:lnTo>
                <a:lnTo>
                  <a:pt x="1115604" y="98543"/>
                </a:lnTo>
                <a:lnTo>
                  <a:pt x="1116304" y="98608"/>
                </a:lnTo>
                <a:lnTo>
                  <a:pt x="1117028" y="98630"/>
                </a:lnTo>
                <a:lnTo>
                  <a:pt x="1122949" y="98630"/>
                </a:lnTo>
                <a:lnTo>
                  <a:pt x="1122949" y="101265"/>
                </a:lnTo>
                <a:lnTo>
                  <a:pt x="1083932" y="101265"/>
                </a:lnTo>
                <a:lnTo>
                  <a:pt x="1083932" y="98630"/>
                </a:lnTo>
                <a:lnTo>
                  <a:pt x="1086856" y="98630"/>
                </a:lnTo>
                <a:lnTo>
                  <a:pt x="1087328" y="98620"/>
                </a:lnTo>
                <a:lnTo>
                  <a:pt x="1087793" y="98590"/>
                </a:lnTo>
                <a:lnTo>
                  <a:pt x="1088251" y="98541"/>
                </a:lnTo>
                <a:lnTo>
                  <a:pt x="1088703" y="98471"/>
                </a:lnTo>
                <a:lnTo>
                  <a:pt x="1089147" y="98382"/>
                </a:lnTo>
                <a:lnTo>
                  <a:pt x="1089584" y="98273"/>
                </a:lnTo>
                <a:lnTo>
                  <a:pt x="1090015" y="98144"/>
                </a:lnTo>
                <a:lnTo>
                  <a:pt x="1090438" y="97996"/>
                </a:lnTo>
                <a:lnTo>
                  <a:pt x="1090855" y="97827"/>
                </a:lnTo>
                <a:lnTo>
                  <a:pt x="1091265" y="97639"/>
                </a:lnTo>
                <a:lnTo>
                  <a:pt x="1091667" y="97431"/>
                </a:lnTo>
                <a:lnTo>
                  <a:pt x="1092063" y="97203"/>
                </a:lnTo>
                <a:lnTo>
                  <a:pt x="1092445" y="96959"/>
                </a:lnTo>
                <a:lnTo>
                  <a:pt x="1092807" y="96700"/>
                </a:lnTo>
                <a:lnTo>
                  <a:pt x="1093149" y="96428"/>
                </a:lnTo>
                <a:lnTo>
                  <a:pt x="1093470" y="96141"/>
                </a:lnTo>
                <a:lnTo>
                  <a:pt x="1093771" y="95841"/>
                </a:lnTo>
                <a:lnTo>
                  <a:pt x="1094051" y="95527"/>
                </a:lnTo>
                <a:lnTo>
                  <a:pt x="1094312" y="95200"/>
                </a:lnTo>
                <a:lnTo>
                  <a:pt x="1094552" y="94858"/>
                </a:lnTo>
                <a:lnTo>
                  <a:pt x="1094771" y="94503"/>
                </a:lnTo>
                <a:lnTo>
                  <a:pt x="1094971" y="94133"/>
                </a:lnTo>
                <a:lnTo>
                  <a:pt x="1095150" y="93750"/>
                </a:lnTo>
                <a:lnTo>
                  <a:pt x="1095309" y="93353"/>
                </a:lnTo>
                <a:lnTo>
                  <a:pt x="1095451" y="92918"/>
                </a:lnTo>
                <a:lnTo>
                  <a:pt x="1095581" y="92419"/>
                </a:lnTo>
                <a:lnTo>
                  <a:pt x="1095699" y="91856"/>
                </a:lnTo>
                <a:lnTo>
                  <a:pt x="1095804" y="91230"/>
                </a:lnTo>
                <a:lnTo>
                  <a:pt x="1095897" y="90541"/>
                </a:lnTo>
                <a:lnTo>
                  <a:pt x="1095977" y="89789"/>
                </a:lnTo>
                <a:lnTo>
                  <a:pt x="1096045" y="88973"/>
                </a:lnTo>
                <a:lnTo>
                  <a:pt x="1096101" y="88093"/>
                </a:lnTo>
                <a:lnTo>
                  <a:pt x="1096144" y="87151"/>
                </a:lnTo>
                <a:lnTo>
                  <a:pt x="1096175" y="86145"/>
                </a:lnTo>
                <a:lnTo>
                  <a:pt x="1096194" y="85075"/>
                </a:lnTo>
                <a:lnTo>
                  <a:pt x="1096200" y="83942"/>
                </a:lnTo>
                <a:lnTo>
                  <a:pt x="1096200" y="41019"/>
                </a:lnTo>
                <a:lnTo>
                  <a:pt x="1083504" y="41019"/>
                </a:lnTo>
                <a:lnTo>
                  <a:pt x="1083504" y="36034"/>
                </a:lnTo>
                <a:lnTo>
                  <a:pt x="1096200" y="36034"/>
                </a:lnTo>
                <a:lnTo>
                  <a:pt x="1096200" y="31743"/>
                </a:lnTo>
                <a:lnTo>
                  <a:pt x="1096222" y="30132"/>
                </a:lnTo>
                <a:lnTo>
                  <a:pt x="1096287" y="28562"/>
                </a:lnTo>
                <a:lnTo>
                  <a:pt x="1096396" y="27034"/>
                </a:lnTo>
                <a:lnTo>
                  <a:pt x="1096549" y="25547"/>
                </a:lnTo>
                <a:lnTo>
                  <a:pt x="1096745" y="24103"/>
                </a:lnTo>
                <a:lnTo>
                  <a:pt x="1096985" y="22700"/>
                </a:lnTo>
                <a:lnTo>
                  <a:pt x="1097268" y="21338"/>
                </a:lnTo>
                <a:lnTo>
                  <a:pt x="1097595" y="20019"/>
                </a:lnTo>
                <a:lnTo>
                  <a:pt x="1097966" y="18741"/>
                </a:lnTo>
                <a:lnTo>
                  <a:pt x="1098380" y="17505"/>
                </a:lnTo>
                <a:lnTo>
                  <a:pt x="1098837" y="16310"/>
                </a:lnTo>
                <a:lnTo>
                  <a:pt x="1099339" y="15157"/>
                </a:lnTo>
                <a:lnTo>
                  <a:pt x="1099885" y="14043"/>
                </a:lnTo>
                <a:lnTo>
                  <a:pt x="1100477" y="12966"/>
                </a:lnTo>
                <a:lnTo>
                  <a:pt x="1101115" y="11924"/>
                </a:lnTo>
                <a:lnTo>
                  <a:pt x="1101800" y="10919"/>
                </a:lnTo>
                <a:lnTo>
                  <a:pt x="1102530" y="9950"/>
                </a:lnTo>
                <a:lnTo>
                  <a:pt x="1103306" y="9018"/>
                </a:lnTo>
                <a:lnTo>
                  <a:pt x="1104129" y="8122"/>
                </a:lnTo>
                <a:lnTo>
                  <a:pt x="1104998" y="7261"/>
                </a:lnTo>
                <a:lnTo>
                  <a:pt x="1105912" y="6438"/>
                </a:lnTo>
                <a:lnTo>
                  <a:pt x="1106873" y="5650"/>
                </a:lnTo>
                <a:lnTo>
                  <a:pt x="1107880" y="4899"/>
                </a:lnTo>
                <a:lnTo>
                  <a:pt x="1108933" y="4184"/>
                </a:lnTo>
                <a:lnTo>
                  <a:pt x="1110020" y="3516"/>
                </a:lnTo>
                <a:lnTo>
                  <a:pt x="1111129" y="2905"/>
                </a:lnTo>
                <a:lnTo>
                  <a:pt x="1112261" y="2353"/>
                </a:lnTo>
                <a:lnTo>
                  <a:pt x="1113414" y="1859"/>
                </a:lnTo>
                <a:lnTo>
                  <a:pt x="1114591" y="1424"/>
                </a:lnTo>
                <a:lnTo>
                  <a:pt x="1115789" y="1046"/>
                </a:lnTo>
                <a:lnTo>
                  <a:pt x="1117010" y="726"/>
                </a:lnTo>
                <a:lnTo>
                  <a:pt x="1118253" y="465"/>
                </a:lnTo>
                <a:lnTo>
                  <a:pt x="1119518" y="261"/>
                </a:lnTo>
                <a:lnTo>
                  <a:pt x="1120806" y="116"/>
                </a:lnTo>
                <a:lnTo>
                  <a:pt x="1122116" y="29"/>
                </a:lnTo>
                <a:lnTo>
                  <a:pt x="1123448" y="0"/>
                </a:lnTo>
                <a:lnTo>
                  <a:pt x="1124688" y="34"/>
                </a:lnTo>
                <a:lnTo>
                  <a:pt x="1125911" y="135"/>
                </a:lnTo>
                <a:lnTo>
                  <a:pt x="1127117" y="303"/>
                </a:lnTo>
                <a:lnTo>
                  <a:pt x="1128306" y="538"/>
                </a:lnTo>
                <a:lnTo>
                  <a:pt x="1129479" y="841"/>
                </a:lnTo>
                <a:lnTo>
                  <a:pt x="1130635" y="1211"/>
                </a:lnTo>
                <a:lnTo>
                  <a:pt x="1131773" y="1648"/>
                </a:lnTo>
                <a:lnTo>
                  <a:pt x="1132895" y="2152"/>
                </a:lnTo>
                <a:lnTo>
                  <a:pt x="1134000" y="2724"/>
                </a:lnTo>
                <a:lnTo>
                  <a:pt x="1135089" y="3363"/>
                </a:lnTo>
                <a:lnTo>
                  <a:pt x="1136160" y="4069"/>
                </a:lnTo>
                <a:lnTo>
                  <a:pt x="1137215" y="4842"/>
                </a:lnTo>
                <a:lnTo>
                  <a:pt x="1137876" y="5382"/>
                </a:lnTo>
                <a:lnTo>
                  <a:pt x="1138479" y="5932"/>
                </a:lnTo>
                <a:lnTo>
                  <a:pt x="1139025" y="6494"/>
                </a:lnTo>
                <a:lnTo>
                  <a:pt x="1139513" y="7066"/>
                </a:lnTo>
                <a:lnTo>
                  <a:pt x="1139944" y="7649"/>
                </a:lnTo>
                <a:lnTo>
                  <a:pt x="1140318" y="8243"/>
                </a:lnTo>
                <a:lnTo>
                  <a:pt x="1140634" y="8848"/>
                </a:lnTo>
                <a:lnTo>
                  <a:pt x="1140892" y="9463"/>
                </a:lnTo>
                <a:lnTo>
                  <a:pt x="1141093" y="10090"/>
                </a:lnTo>
                <a:lnTo>
                  <a:pt x="1141237" y="10727"/>
                </a:lnTo>
                <a:lnTo>
                  <a:pt x="1141323" y="11376"/>
                </a:lnTo>
                <a:lnTo>
                  <a:pt x="1141352" y="12035"/>
                </a:lnTo>
                <a:lnTo>
                  <a:pt x="1141339" y="12389"/>
                </a:lnTo>
                <a:lnTo>
                  <a:pt x="1141300" y="12740"/>
                </a:lnTo>
                <a:lnTo>
                  <a:pt x="1141236" y="13088"/>
                </a:lnTo>
                <a:lnTo>
                  <a:pt x="1141146" y="13432"/>
                </a:lnTo>
                <a:lnTo>
                  <a:pt x="1141030" y="13772"/>
                </a:lnTo>
                <a:lnTo>
                  <a:pt x="1140888" y="14109"/>
                </a:lnTo>
                <a:lnTo>
                  <a:pt x="1140721" y="14443"/>
                </a:lnTo>
                <a:lnTo>
                  <a:pt x="1140528" y="14773"/>
                </a:lnTo>
                <a:lnTo>
                  <a:pt x="1140309" y="15099"/>
                </a:lnTo>
                <a:lnTo>
                  <a:pt x="1140064" y="15423"/>
                </a:lnTo>
                <a:lnTo>
                  <a:pt x="1139793" y="15742"/>
                </a:lnTo>
                <a:lnTo>
                  <a:pt x="1139497" y="16058"/>
                </a:lnTo>
                <a:lnTo>
                  <a:pt x="1139186" y="16360"/>
                </a:lnTo>
                <a:lnTo>
                  <a:pt x="1138871" y="16635"/>
                </a:lnTo>
                <a:lnTo>
                  <a:pt x="1138552" y="16884"/>
                </a:lnTo>
                <a:lnTo>
                  <a:pt x="1138229" y="17107"/>
                </a:lnTo>
                <a:lnTo>
                  <a:pt x="1137902" y="17303"/>
                </a:lnTo>
                <a:lnTo>
                  <a:pt x="1137571" y="17474"/>
                </a:lnTo>
                <a:lnTo>
                  <a:pt x="1137237" y="17618"/>
                </a:lnTo>
                <a:lnTo>
                  <a:pt x="1136898" y="17736"/>
                </a:lnTo>
                <a:lnTo>
                  <a:pt x="1136555" y="17828"/>
                </a:lnTo>
                <a:lnTo>
                  <a:pt x="1136208" y="17893"/>
                </a:lnTo>
                <a:lnTo>
                  <a:pt x="1135857" y="17933"/>
                </a:lnTo>
                <a:lnTo>
                  <a:pt x="1135503" y="17946"/>
                </a:lnTo>
                <a:lnTo>
                  <a:pt x="1135228" y="17937"/>
                </a:lnTo>
                <a:lnTo>
                  <a:pt x="1134951" y="17913"/>
                </a:lnTo>
                <a:lnTo>
                  <a:pt x="1134671" y="17871"/>
                </a:lnTo>
                <a:lnTo>
                  <a:pt x="1134389" y="17814"/>
                </a:lnTo>
                <a:lnTo>
                  <a:pt x="1134105" y="17739"/>
                </a:lnTo>
                <a:lnTo>
                  <a:pt x="1133818" y="17649"/>
                </a:lnTo>
                <a:lnTo>
                  <a:pt x="1133528" y="17541"/>
                </a:lnTo>
                <a:lnTo>
                  <a:pt x="1133236" y="17417"/>
                </a:lnTo>
                <a:lnTo>
                  <a:pt x="1132942" y="17277"/>
                </a:lnTo>
                <a:lnTo>
                  <a:pt x="1132645" y="17120"/>
                </a:lnTo>
                <a:lnTo>
                  <a:pt x="1132345" y="16947"/>
                </a:lnTo>
                <a:lnTo>
                  <a:pt x="1132043" y="16757"/>
                </a:lnTo>
                <a:lnTo>
                  <a:pt x="1131734" y="16540"/>
                </a:lnTo>
                <a:lnTo>
                  <a:pt x="1131414" y="16285"/>
                </a:lnTo>
                <a:lnTo>
                  <a:pt x="1131083" y="15992"/>
                </a:lnTo>
                <a:lnTo>
                  <a:pt x="1130740" y="15661"/>
                </a:lnTo>
                <a:lnTo>
                  <a:pt x="1130385" y="15292"/>
                </a:lnTo>
                <a:lnTo>
                  <a:pt x="1130019" y="14885"/>
                </a:lnTo>
                <a:lnTo>
                  <a:pt x="1129642" y="14440"/>
                </a:lnTo>
                <a:lnTo>
                  <a:pt x="1129254" y="13957"/>
                </a:lnTo>
                <a:lnTo>
                  <a:pt x="1128854" y="13436"/>
                </a:lnTo>
                <a:lnTo>
                  <a:pt x="1128442" y="12877"/>
                </a:lnTo>
                <a:lnTo>
                  <a:pt x="1128019" y="12280"/>
                </a:lnTo>
                <a:lnTo>
                  <a:pt x="1127585" y="11646"/>
                </a:lnTo>
                <a:lnTo>
                  <a:pt x="1127148" y="11009"/>
                </a:lnTo>
                <a:lnTo>
                  <a:pt x="1126717" y="10409"/>
                </a:lnTo>
                <a:lnTo>
                  <a:pt x="1126292" y="9844"/>
                </a:lnTo>
                <a:lnTo>
                  <a:pt x="1125873" y="9314"/>
                </a:lnTo>
                <a:lnTo>
                  <a:pt x="1125460" y="8820"/>
                </a:lnTo>
                <a:lnTo>
                  <a:pt x="1125053" y="8361"/>
                </a:lnTo>
                <a:lnTo>
                  <a:pt x="1124652" y="7938"/>
                </a:lnTo>
                <a:lnTo>
                  <a:pt x="1124257" y="7550"/>
                </a:lnTo>
                <a:lnTo>
                  <a:pt x="1123867" y="7198"/>
                </a:lnTo>
                <a:lnTo>
                  <a:pt x="1123484" y="6881"/>
                </a:lnTo>
                <a:lnTo>
                  <a:pt x="1123106" y="6599"/>
                </a:lnTo>
                <a:lnTo>
                  <a:pt x="1122735" y="6354"/>
                </a:lnTo>
                <a:lnTo>
                  <a:pt x="1122363" y="6135"/>
                </a:lnTo>
                <a:lnTo>
                  <a:pt x="1121984" y="5935"/>
                </a:lnTo>
                <a:lnTo>
                  <a:pt x="1121598" y="5755"/>
                </a:lnTo>
                <a:lnTo>
                  <a:pt x="1121205" y="5593"/>
                </a:lnTo>
                <a:lnTo>
                  <a:pt x="1120805" y="5451"/>
                </a:lnTo>
                <a:lnTo>
                  <a:pt x="1120399" y="5327"/>
                </a:lnTo>
                <a:lnTo>
                  <a:pt x="1119985" y="5223"/>
                </a:lnTo>
                <a:lnTo>
                  <a:pt x="1119565" y="5137"/>
                </a:lnTo>
                <a:lnTo>
                  <a:pt x="1119137" y="5070"/>
                </a:lnTo>
                <a:lnTo>
                  <a:pt x="1118703" y="5023"/>
                </a:lnTo>
                <a:lnTo>
                  <a:pt x="1118261" y="4994"/>
                </a:lnTo>
                <a:lnTo>
                  <a:pt x="1117813" y="4985"/>
                </a:lnTo>
                <a:lnTo>
                  <a:pt x="1117273" y="4997"/>
                </a:lnTo>
                <a:lnTo>
                  <a:pt x="1116747" y="5034"/>
                </a:lnTo>
                <a:lnTo>
                  <a:pt x="1116235" y="5095"/>
                </a:lnTo>
                <a:lnTo>
                  <a:pt x="1115737" y="5181"/>
                </a:lnTo>
                <a:lnTo>
                  <a:pt x="1115252" y="5291"/>
                </a:lnTo>
                <a:lnTo>
                  <a:pt x="1114782" y="5426"/>
                </a:lnTo>
                <a:lnTo>
                  <a:pt x="1114325" y="5585"/>
                </a:lnTo>
                <a:lnTo>
                  <a:pt x="1113882" y="5768"/>
                </a:lnTo>
                <a:lnTo>
                  <a:pt x="1113453" y="5976"/>
                </a:lnTo>
                <a:lnTo>
                  <a:pt x="1113038" y="6209"/>
                </a:lnTo>
                <a:lnTo>
                  <a:pt x="1112637" y="6466"/>
                </a:lnTo>
                <a:lnTo>
                  <a:pt x="1112249" y="6747"/>
                </a:lnTo>
                <a:lnTo>
                  <a:pt x="1111878" y="7054"/>
                </a:lnTo>
                <a:lnTo>
                  <a:pt x="1111524" y="7388"/>
                </a:lnTo>
                <a:lnTo>
                  <a:pt x="1111188" y="7749"/>
                </a:lnTo>
                <a:lnTo>
                  <a:pt x="1110870" y="8137"/>
                </a:lnTo>
                <a:lnTo>
                  <a:pt x="1110570" y="8551"/>
                </a:lnTo>
                <a:lnTo>
                  <a:pt x="1110288" y="8993"/>
                </a:lnTo>
                <a:lnTo>
                  <a:pt x="1110023" y="9461"/>
                </a:lnTo>
                <a:lnTo>
                  <a:pt x="1109777" y="9957"/>
                </a:lnTo>
                <a:lnTo>
                  <a:pt x="1109548" y="10479"/>
                </a:lnTo>
                <a:lnTo>
                  <a:pt x="1109337" y="11029"/>
                </a:lnTo>
                <a:lnTo>
                  <a:pt x="1109144" y="11605"/>
                </a:lnTo>
                <a:lnTo>
                  <a:pt x="1108968" y="12209"/>
                </a:lnTo>
                <a:lnTo>
                  <a:pt x="1108809" y="12906"/>
                </a:lnTo>
                <a:lnTo>
                  <a:pt x="1108663" y="13767"/>
                </a:lnTo>
                <a:lnTo>
                  <a:pt x="1108531" y="14789"/>
                </a:lnTo>
                <a:lnTo>
                  <a:pt x="1108413" y="15973"/>
                </a:lnTo>
                <a:lnTo>
                  <a:pt x="1108309" y="17320"/>
                </a:lnTo>
                <a:lnTo>
                  <a:pt x="1108219" y="18829"/>
                </a:lnTo>
                <a:lnTo>
                  <a:pt x="1108143" y="20500"/>
                </a:lnTo>
                <a:lnTo>
                  <a:pt x="1108081" y="22334"/>
                </a:lnTo>
                <a:lnTo>
                  <a:pt x="1108032" y="24329"/>
                </a:lnTo>
                <a:lnTo>
                  <a:pt x="1107997" y="26487"/>
                </a:lnTo>
                <a:lnTo>
                  <a:pt x="1107977" y="28807"/>
                </a:lnTo>
                <a:lnTo>
                  <a:pt x="1107970" y="31289"/>
                </a:lnTo>
                <a:lnTo>
                  <a:pt x="1107970" y="36034"/>
                </a:lnTo>
                <a:lnTo>
                  <a:pt x="1124803" y="36034"/>
                </a:lnTo>
                <a:lnTo>
                  <a:pt x="1124803" y="41019"/>
                </a:lnTo>
                <a:lnTo>
                  <a:pt x="1107970" y="41019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</a:ln>
        </p:spPr>
      </p:sp>
      <p:sp>
        <p:nvSpPr>
          <p:cNvPr id="71" name="Original vector context 71">
            <a:extLst xmlns:a="http://schemas.openxmlformats.org/drawingml/2006/main">
              <a:ext uri="{FF2B5EF4-FFF2-40B4-BE49-F238E27FC236}">
                <a16:creationId xmlns:a16="http://schemas.microsoft.com/office/drawing/2014/main" id="{3AFFDC5A-5917-425F-972D-6F5280C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397" y="9617118"/>
            <a:ext cx="44581" cy="69076"/>
          </a:xfrm>
          <a:custGeom xmlns:a="http://schemas.openxmlformats.org/drawingml/2006/main">
            <a:pathLst>
              <a:path w="44581" h="69076">
                <a:moveTo>
                  <a:pt x="39659" y="0"/>
                </a:moveTo>
                <a:lnTo>
                  <a:pt x="39659" y="22076"/>
                </a:lnTo>
                <a:lnTo>
                  <a:pt x="37305" y="22076"/>
                </a:lnTo>
                <a:lnTo>
                  <a:pt x="36843" y="20391"/>
                </a:lnTo>
                <a:lnTo>
                  <a:pt x="36359" y="18799"/>
                </a:lnTo>
                <a:lnTo>
                  <a:pt x="35854" y="17298"/>
                </a:lnTo>
                <a:lnTo>
                  <a:pt x="35328" y="15890"/>
                </a:lnTo>
                <a:lnTo>
                  <a:pt x="34780" y="14574"/>
                </a:lnTo>
                <a:lnTo>
                  <a:pt x="34211" y="13351"/>
                </a:lnTo>
                <a:lnTo>
                  <a:pt x="33621" y="12219"/>
                </a:lnTo>
                <a:lnTo>
                  <a:pt x="33010" y="11180"/>
                </a:lnTo>
                <a:lnTo>
                  <a:pt x="32377" y="10234"/>
                </a:lnTo>
                <a:lnTo>
                  <a:pt x="31723" y="9379"/>
                </a:lnTo>
                <a:lnTo>
                  <a:pt x="31047" y="8617"/>
                </a:lnTo>
                <a:lnTo>
                  <a:pt x="30351" y="7947"/>
                </a:lnTo>
                <a:lnTo>
                  <a:pt x="29627" y="7349"/>
                </a:lnTo>
                <a:lnTo>
                  <a:pt x="28872" y="6802"/>
                </a:lnTo>
                <a:lnTo>
                  <a:pt x="28084" y="6308"/>
                </a:lnTo>
                <a:lnTo>
                  <a:pt x="27264" y="5866"/>
                </a:lnTo>
                <a:lnTo>
                  <a:pt x="26411" y="5476"/>
                </a:lnTo>
                <a:lnTo>
                  <a:pt x="25527" y="5138"/>
                </a:lnTo>
                <a:lnTo>
                  <a:pt x="24610" y="4852"/>
                </a:lnTo>
                <a:lnTo>
                  <a:pt x="23662" y="4618"/>
                </a:lnTo>
                <a:lnTo>
                  <a:pt x="22681" y="4436"/>
                </a:lnTo>
                <a:lnTo>
                  <a:pt x="21667" y="4306"/>
                </a:lnTo>
                <a:lnTo>
                  <a:pt x="20622" y="4228"/>
                </a:lnTo>
                <a:lnTo>
                  <a:pt x="19544" y="4202"/>
                </a:lnTo>
                <a:lnTo>
                  <a:pt x="18725" y="4220"/>
                </a:lnTo>
                <a:lnTo>
                  <a:pt x="17933" y="4275"/>
                </a:lnTo>
                <a:lnTo>
                  <a:pt x="17168" y="4366"/>
                </a:lnTo>
                <a:lnTo>
                  <a:pt x="16430" y="4494"/>
                </a:lnTo>
                <a:lnTo>
                  <a:pt x="15718" y="4659"/>
                </a:lnTo>
                <a:lnTo>
                  <a:pt x="15033" y="4860"/>
                </a:lnTo>
                <a:lnTo>
                  <a:pt x="14374" y="5097"/>
                </a:lnTo>
                <a:lnTo>
                  <a:pt x="13743" y="5372"/>
                </a:lnTo>
                <a:lnTo>
                  <a:pt x="13138" y="5682"/>
                </a:lnTo>
                <a:lnTo>
                  <a:pt x="12560" y="6030"/>
                </a:lnTo>
                <a:lnTo>
                  <a:pt x="12009" y="6414"/>
                </a:lnTo>
                <a:lnTo>
                  <a:pt x="11484" y="6834"/>
                </a:lnTo>
                <a:lnTo>
                  <a:pt x="10994" y="7277"/>
                </a:lnTo>
                <a:lnTo>
                  <a:pt x="10547" y="7727"/>
                </a:lnTo>
                <a:lnTo>
                  <a:pt x="10142" y="8185"/>
                </a:lnTo>
                <a:lnTo>
                  <a:pt x="9780" y="8651"/>
                </a:lnTo>
                <a:lnTo>
                  <a:pt x="9461" y="9126"/>
                </a:lnTo>
                <a:lnTo>
                  <a:pt x="9184" y="9608"/>
                </a:lnTo>
                <a:lnTo>
                  <a:pt x="8949" y="10098"/>
                </a:lnTo>
                <a:lnTo>
                  <a:pt x="8758" y="10596"/>
                </a:lnTo>
                <a:lnTo>
                  <a:pt x="8609" y="11102"/>
                </a:lnTo>
                <a:lnTo>
                  <a:pt x="8502" y="11615"/>
                </a:lnTo>
                <a:lnTo>
                  <a:pt x="8438" y="12137"/>
                </a:lnTo>
                <a:lnTo>
                  <a:pt x="8417" y="12667"/>
                </a:lnTo>
                <a:lnTo>
                  <a:pt x="8433" y="13323"/>
                </a:lnTo>
                <a:lnTo>
                  <a:pt x="8480" y="13963"/>
                </a:lnTo>
                <a:lnTo>
                  <a:pt x="8560" y="14587"/>
                </a:lnTo>
                <a:lnTo>
                  <a:pt x="8671" y="15196"/>
                </a:lnTo>
                <a:lnTo>
                  <a:pt x="8813" y="15789"/>
                </a:lnTo>
                <a:lnTo>
                  <a:pt x="8988" y="16366"/>
                </a:lnTo>
                <a:lnTo>
                  <a:pt x="9194" y="16927"/>
                </a:lnTo>
                <a:lnTo>
                  <a:pt x="9431" y="17472"/>
                </a:lnTo>
                <a:lnTo>
                  <a:pt x="9701" y="18001"/>
                </a:lnTo>
                <a:lnTo>
                  <a:pt x="10002" y="18515"/>
                </a:lnTo>
                <a:lnTo>
                  <a:pt x="10335" y="19013"/>
                </a:lnTo>
                <a:lnTo>
                  <a:pt x="10699" y="19494"/>
                </a:lnTo>
                <a:lnTo>
                  <a:pt x="11100" y="19983"/>
                </a:lnTo>
                <a:lnTo>
                  <a:pt x="11563" y="20477"/>
                </a:lnTo>
                <a:lnTo>
                  <a:pt x="12090" y="20975"/>
                </a:lnTo>
                <a:lnTo>
                  <a:pt x="12681" y="21479"/>
                </a:lnTo>
                <a:lnTo>
                  <a:pt x="13335" y="21987"/>
                </a:lnTo>
                <a:lnTo>
                  <a:pt x="14052" y="22500"/>
                </a:lnTo>
                <a:lnTo>
                  <a:pt x="14833" y="23019"/>
                </a:lnTo>
                <a:lnTo>
                  <a:pt x="15677" y="23542"/>
                </a:lnTo>
                <a:lnTo>
                  <a:pt x="16584" y="24070"/>
                </a:lnTo>
                <a:lnTo>
                  <a:pt x="17555" y="24603"/>
                </a:lnTo>
                <a:lnTo>
                  <a:pt x="18589" y="25141"/>
                </a:lnTo>
                <a:lnTo>
                  <a:pt x="19687" y="25683"/>
                </a:lnTo>
                <a:lnTo>
                  <a:pt x="30101" y="30735"/>
                </a:lnTo>
                <a:lnTo>
                  <a:pt x="32414" y="31940"/>
                </a:lnTo>
                <a:lnTo>
                  <a:pt x="34525" y="33207"/>
                </a:lnTo>
                <a:lnTo>
                  <a:pt x="36436" y="34536"/>
                </a:lnTo>
                <a:lnTo>
                  <a:pt x="38145" y="35927"/>
                </a:lnTo>
                <a:lnTo>
                  <a:pt x="39654" y="37381"/>
                </a:lnTo>
                <a:lnTo>
                  <a:pt x="40961" y="38897"/>
                </a:lnTo>
                <a:lnTo>
                  <a:pt x="42067" y="40476"/>
                </a:lnTo>
                <a:lnTo>
                  <a:pt x="42972" y="42116"/>
                </a:lnTo>
                <a:lnTo>
                  <a:pt x="43676" y="43819"/>
                </a:lnTo>
                <a:lnTo>
                  <a:pt x="44179" y="45584"/>
                </a:lnTo>
                <a:lnTo>
                  <a:pt x="44480" y="47412"/>
                </a:lnTo>
                <a:lnTo>
                  <a:pt x="44581" y="49301"/>
                </a:lnTo>
                <a:lnTo>
                  <a:pt x="44534" y="50759"/>
                </a:lnTo>
                <a:lnTo>
                  <a:pt x="44394" y="52169"/>
                </a:lnTo>
                <a:lnTo>
                  <a:pt x="44160" y="53531"/>
                </a:lnTo>
                <a:lnTo>
                  <a:pt x="43832" y="54845"/>
                </a:lnTo>
                <a:lnTo>
                  <a:pt x="43411" y="56112"/>
                </a:lnTo>
                <a:lnTo>
                  <a:pt x="42896" y="57330"/>
                </a:lnTo>
                <a:lnTo>
                  <a:pt x="42287" y="58501"/>
                </a:lnTo>
                <a:lnTo>
                  <a:pt x="41585" y="59623"/>
                </a:lnTo>
                <a:lnTo>
                  <a:pt x="40789" y="60698"/>
                </a:lnTo>
                <a:lnTo>
                  <a:pt x="39900" y="61725"/>
                </a:lnTo>
                <a:lnTo>
                  <a:pt x="38917" y="62704"/>
                </a:lnTo>
                <a:lnTo>
                  <a:pt x="37840" y="63635"/>
                </a:lnTo>
                <a:lnTo>
                  <a:pt x="36706" y="64504"/>
                </a:lnTo>
                <a:lnTo>
                  <a:pt x="35549" y="65298"/>
                </a:lnTo>
                <a:lnTo>
                  <a:pt x="34370" y="66016"/>
                </a:lnTo>
                <a:lnTo>
                  <a:pt x="33168" y="66658"/>
                </a:lnTo>
                <a:lnTo>
                  <a:pt x="31944" y="67225"/>
                </a:lnTo>
                <a:lnTo>
                  <a:pt x="30698" y="67716"/>
                </a:lnTo>
                <a:lnTo>
                  <a:pt x="29430" y="68132"/>
                </a:lnTo>
                <a:lnTo>
                  <a:pt x="28140" y="68472"/>
                </a:lnTo>
                <a:lnTo>
                  <a:pt x="26827" y="68736"/>
                </a:lnTo>
                <a:lnTo>
                  <a:pt x="25491" y="68925"/>
                </a:lnTo>
                <a:lnTo>
                  <a:pt x="24134" y="69039"/>
                </a:lnTo>
                <a:lnTo>
                  <a:pt x="22754" y="69076"/>
                </a:lnTo>
                <a:lnTo>
                  <a:pt x="21744" y="69062"/>
                </a:lnTo>
                <a:lnTo>
                  <a:pt x="20709" y="69017"/>
                </a:lnTo>
                <a:lnTo>
                  <a:pt x="19651" y="68943"/>
                </a:lnTo>
                <a:lnTo>
                  <a:pt x="18569" y="68839"/>
                </a:lnTo>
                <a:lnTo>
                  <a:pt x="17464" y="68705"/>
                </a:lnTo>
                <a:lnTo>
                  <a:pt x="16334" y="68542"/>
                </a:lnTo>
                <a:lnTo>
                  <a:pt x="15181" y="68349"/>
                </a:lnTo>
                <a:lnTo>
                  <a:pt x="14004" y="68127"/>
                </a:lnTo>
                <a:lnTo>
                  <a:pt x="12804" y="67875"/>
                </a:lnTo>
                <a:lnTo>
                  <a:pt x="11579" y="67593"/>
                </a:lnTo>
                <a:lnTo>
                  <a:pt x="10331" y="67281"/>
                </a:lnTo>
                <a:lnTo>
                  <a:pt x="9059" y="66940"/>
                </a:lnTo>
                <a:lnTo>
                  <a:pt x="8672" y="66826"/>
                </a:lnTo>
                <a:lnTo>
                  <a:pt x="8298" y="66722"/>
                </a:lnTo>
                <a:lnTo>
                  <a:pt x="7935" y="66628"/>
                </a:lnTo>
                <a:lnTo>
                  <a:pt x="7585" y="66544"/>
                </a:lnTo>
                <a:lnTo>
                  <a:pt x="7246" y="66470"/>
                </a:lnTo>
                <a:lnTo>
                  <a:pt x="6919" y="66406"/>
                </a:lnTo>
                <a:lnTo>
                  <a:pt x="6604" y="66352"/>
                </a:lnTo>
                <a:lnTo>
                  <a:pt x="6301" y="66307"/>
                </a:lnTo>
                <a:lnTo>
                  <a:pt x="6010" y="66272"/>
                </a:lnTo>
                <a:lnTo>
                  <a:pt x="5730" y="66248"/>
                </a:lnTo>
                <a:lnTo>
                  <a:pt x="5463" y="66233"/>
                </a:lnTo>
                <a:lnTo>
                  <a:pt x="5207" y="66228"/>
                </a:lnTo>
                <a:lnTo>
                  <a:pt x="4939" y="66241"/>
                </a:lnTo>
                <a:lnTo>
                  <a:pt x="4680" y="66279"/>
                </a:lnTo>
                <a:lnTo>
                  <a:pt x="4431" y="66344"/>
                </a:lnTo>
                <a:lnTo>
                  <a:pt x="4193" y="66434"/>
                </a:lnTo>
                <a:lnTo>
                  <a:pt x="3964" y="66549"/>
                </a:lnTo>
                <a:lnTo>
                  <a:pt x="3745" y="66691"/>
                </a:lnTo>
                <a:lnTo>
                  <a:pt x="3536" y="66858"/>
                </a:lnTo>
                <a:lnTo>
                  <a:pt x="3337" y="67051"/>
                </a:lnTo>
                <a:lnTo>
                  <a:pt x="3147" y="67269"/>
                </a:lnTo>
                <a:lnTo>
                  <a:pt x="2968" y="67514"/>
                </a:lnTo>
                <a:lnTo>
                  <a:pt x="2799" y="67784"/>
                </a:lnTo>
                <a:lnTo>
                  <a:pt x="2639" y="68079"/>
                </a:lnTo>
                <a:lnTo>
                  <a:pt x="285" y="68079"/>
                </a:lnTo>
                <a:lnTo>
                  <a:pt x="285" y="44722"/>
                </a:lnTo>
                <a:lnTo>
                  <a:pt x="2639" y="44722"/>
                </a:lnTo>
                <a:lnTo>
                  <a:pt x="2997" y="46355"/>
                </a:lnTo>
                <a:lnTo>
                  <a:pt x="3406" y="47920"/>
                </a:lnTo>
                <a:lnTo>
                  <a:pt x="3865" y="49416"/>
                </a:lnTo>
                <a:lnTo>
                  <a:pt x="4375" y="50844"/>
                </a:lnTo>
                <a:lnTo>
                  <a:pt x="4935" y="52203"/>
                </a:lnTo>
                <a:lnTo>
                  <a:pt x="5546" y="53494"/>
                </a:lnTo>
                <a:lnTo>
                  <a:pt x="6207" y="54717"/>
                </a:lnTo>
                <a:lnTo>
                  <a:pt x="6919" y="55870"/>
                </a:lnTo>
                <a:lnTo>
                  <a:pt x="7681" y="56956"/>
                </a:lnTo>
                <a:lnTo>
                  <a:pt x="8494" y="57973"/>
                </a:lnTo>
                <a:lnTo>
                  <a:pt x="9358" y="58921"/>
                </a:lnTo>
                <a:lnTo>
                  <a:pt x="10271" y="59801"/>
                </a:lnTo>
                <a:lnTo>
                  <a:pt x="11220" y="60611"/>
                </a:lnTo>
                <a:lnTo>
                  <a:pt x="12187" y="61351"/>
                </a:lnTo>
                <a:lnTo>
                  <a:pt x="13174" y="62021"/>
                </a:lnTo>
                <a:lnTo>
                  <a:pt x="14179" y="62620"/>
                </a:lnTo>
                <a:lnTo>
                  <a:pt x="15203" y="63148"/>
                </a:lnTo>
                <a:lnTo>
                  <a:pt x="16245" y="63606"/>
                </a:lnTo>
                <a:lnTo>
                  <a:pt x="17307" y="63994"/>
                </a:lnTo>
                <a:lnTo>
                  <a:pt x="18387" y="64311"/>
                </a:lnTo>
                <a:lnTo>
                  <a:pt x="19486" y="64558"/>
                </a:lnTo>
                <a:lnTo>
                  <a:pt x="20604" y="64734"/>
                </a:lnTo>
                <a:lnTo>
                  <a:pt x="21741" y="64840"/>
                </a:lnTo>
                <a:lnTo>
                  <a:pt x="22897" y="64875"/>
                </a:lnTo>
                <a:lnTo>
                  <a:pt x="23704" y="64855"/>
                </a:lnTo>
                <a:lnTo>
                  <a:pt x="24487" y="64795"/>
                </a:lnTo>
                <a:lnTo>
                  <a:pt x="25244" y="64695"/>
                </a:lnTo>
                <a:lnTo>
                  <a:pt x="25976" y="64555"/>
                </a:lnTo>
                <a:lnTo>
                  <a:pt x="26682" y="64375"/>
                </a:lnTo>
                <a:lnTo>
                  <a:pt x="27364" y="64155"/>
                </a:lnTo>
                <a:lnTo>
                  <a:pt x="28020" y="63895"/>
                </a:lnTo>
                <a:lnTo>
                  <a:pt x="28651" y="63595"/>
                </a:lnTo>
                <a:lnTo>
                  <a:pt x="29256" y="63255"/>
                </a:lnTo>
                <a:lnTo>
                  <a:pt x="29837" y="62875"/>
                </a:lnTo>
                <a:lnTo>
                  <a:pt x="30392" y="62455"/>
                </a:lnTo>
                <a:lnTo>
                  <a:pt x="30921" y="61995"/>
                </a:lnTo>
                <a:lnTo>
                  <a:pt x="31417" y="61507"/>
                </a:lnTo>
                <a:lnTo>
                  <a:pt x="31869" y="61002"/>
                </a:lnTo>
                <a:lnTo>
                  <a:pt x="32279" y="60481"/>
                </a:lnTo>
                <a:lnTo>
                  <a:pt x="32645" y="59944"/>
                </a:lnTo>
                <a:lnTo>
                  <a:pt x="32968" y="59390"/>
                </a:lnTo>
                <a:lnTo>
                  <a:pt x="33248" y="58820"/>
                </a:lnTo>
                <a:lnTo>
                  <a:pt x="33486" y="58234"/>
                </a:lnTo>
                <a:lnTo>
                  <a:pt x="33679" y="57631"/>
                </a:lnTo>
                <a:lnTo>
                  <a:pt x="33830" y="57013"/>
                </a:lnTo>
                <a:lnTo>
                  <a:pt x="33938" y="56378"/>
                </a:lnTo>
                <a:lnTo>
                  <a:pt x="34003" y="55726"/>
                </a:lnTo>
                <a:lnTo>
                  <a:pt x="34024" y="55059"/>
                </a:lnTo>
                <a:lnTo>
                  <a:pt x="34000" y="54251"/>
                </a:lnTo>
                <a:lnTo>
                  <a:pt x="33928" y="53466"/>
                </a:lnTo>
                <a:lnTo>
                  <a:pt x="33808" y="52702"/>
                </a:lnTo>
                <a:lnTo>
                  <a:pt x="33640" y="51960"/>
                </a:lnTo>
                <a:lnTo>
                  <a:pt x="33424" y="51240"/>
                </a:lnTo>
                <a:lnTo>
                  <a:pt x="33159" y="50541"/>
                </a:lnTo>
                <a:lnTo>
                  <a:pt x="32847" y="49864"/>
                </a:lnTo>
                <a:lnTo>
                  <a:pt x="32487" y="49209"/>
                </a:lnTo>
                <a:lnTo>
                  <a:pt x="32078" y="48576"/>
                </a:lnTo>
                <a:lnTo>
                  <a:pt x="31622" y="47965"/>
                </a:lnTo>
                <a:lnTo>
                  <a:pt x="31117" y="47375"/>
                </a:lnTo>
                <a:lnTo>
                  <a:pt x="30565" y="46807"/>
                </a:lnTo>
                <a:lnTo>
                  <a:pt x="29940" y="46237"/>
                </a:lnTo>
                <a:lnTo>
                  <a:pt x="29220" y="45643"/>
                </a:lnTo>
                <a:lnTo>
                  <a:pt x="28405" y="45024"/>
                </a:lnTo>
                <a:lnTo>
                  <a:pt x="27494" y="44381"/>
                </a:lnTo>
                <a:lnTo>
                  <a:pt x="26487" y="43713"/>
                </a:lnTo>
                <a:lnTo>
                  <a:pt x="25384" y="43020"/>
                </a:lnTo>
                <a:lnTo>
                  <a:pt x="24186" y="42302"/>
                </a:lnTo>
                <a:lnTo>
                  <a:pt x="22893" y="41560"/>
                </a:lnTo>
                <a:lnTo>
                  <a:pt x="21504" y="40793"/>
                </a:lnTo>
                <a:lnTo>
                  <a:pt x="20019" y="40001"/>
                </a:lnTo>
                <a:lnTo>
                  <a:pt x="18438" y="39185"/>
                </a:lnTo>
                <a:lnTo>
                  <a:pt x="16762" y="38344"/>
                </a:lnTo>
                <a:lnTo>
                  <a:pt x="15088" y="37497"/>
                </a:lnTo>
                <a:lnTo>
                  <a:pt x="13513" y="36664"/>
                </a:lnTo>
                <a:lnTo>
                  <a:pt x="12037" y="35845"/>
                </a:lnTo>
                <a:lnTo>
                  <a:pt x="10660" y="35039"/>
                </a:lnTo>
                <a:lnTo>
                  <a:pt x="9382" y="34248"/>
                </a:lnTo>
                <a:lnTo>
                  <a:pt x="8203" y="33470"/>
                </a:lnTo>
                <a:lnTo>
                  <a:pt x="7123" y="32706"/>
                </a:lnTo>
                <a:lnTo>
                  <a:pt x="6142" y="31956"/>
                </a:lnTo>
                <a:lnTo>
                  <a:pt x="5261" y="31220"/>
                </a:lnTo>
                <a:lnTo>
                  <a:pt x="4478" y="30498"/>
                </a:lnTo>
                <a:lnTo>
                  <a:pt x="3794" y="29789"/>
                </a:lnTo>
                <a:lnTo>
                  <a:pt x="3210" y="29095"/>
                </a:lnTo>
                <a:lnTo>
                  <a:pt x="2697" y="28404"/>
                </a:lnTo>
                <a:lnTo>
                  <a:pt x="2229" y="27684"/>
                </a:lnTo>
                <a:lnTo>
                  <a:pt x="1806" y="26934"/>
                </a:lnTo>
                <a:lnTo>
                  <a:pt x="1427" y="26155"/>
                </a:lnTo>
                <a:lnTo>
                  <a:pt x="1092" y="25345"/>
                </a:lnTo>
                <a:lnTo>
                  <a:pt x="802" y="24507"/>
                </a:lnTo>
                <a:lnTo>
                  <a:pt x="557" y="23638"/>
                </a:lnTo>
                <a:lnTo>
                  <a:pt x="357" y="22740"/>
                </a:lnTo>
                <a:lnTo>
                  <a:pt x="201" y="21812"/>
                </a:lnTo>
                <a:lnTo>
                  <a:pt x="89" y="20855"/>
                </a:lnTo>
                <a:lnTo>
                  <a:pt x="22" y="19868"/>
                </a:lnTo>
                <a:lnTo>
                  <a:pt x="0" y="18851"/>
                </a:lnTo>
                <a:lnTo>
                  <a:pt x="38" y="17530"/>
                </a:lnTo>
                <a:lnTo>
                  <a:pt x="154" y="16245"/>
                </a:lnTo>
                <a:lnTo>
                  <a:pt x="346" y="14997"/>
                </a:lnTo>
                <a:lnTo>
                  <a:pt x="614" y="13785"/>
                </a:lnTo>
                <a:lnTo>
                  <a:pt x="960" y="12610"/>
                </a:lnTo>
                <a:lnTo>
                  <a:pt x="1382" y="11471"/>
                </a:lnTo>
                <a:lnTo>
                  <a:pt x="1881" y="10369"/>
                </a:lnTo>
                <a:lnTo>
                  <a:pt x="2457" y="9304"/>
                </a:lnTo>
                <a:lnTo>
                  <a:pt x="3110" y="8275"/>
                </a:lnTo>
                <a:lnTo>
                  <a:pt x="3839" y="7283"/>
                </a:lnTo>
                <a:lnTo>
                  <a:pt x="4645" y="6327"/>
                </a:lnTo>
                <a:lnTo>
                  <a:pt x="5528" y="5408"/>
                </a:lnTo>
                <a:lnTo>
                  <a:pt x="6472" y="4544"/>
                </a:lnTo>
                <a:lnTo>
                  <a:pt x="7461" y="3755"/>
                </a:lnTo>
                <a:lnTo>
                  <a:pt x="8495" y="3042"/>
                </a:lnTo>
                <a:lnTo>
                  <a:pt x="9574" y="2403"/>
                </a:lnTo>
                <a:lnTo>
                  <a:pt x="10698" y="1840"/>
                </a:lnTo>
                <a:lnTo>
                  <a:pt x="11867" y="1352"/>
                </a:lnTo>
                <a:lnTo>
                  <a:pt x="13082" y="939"/>
                </a:lnTo>
                <a:lnTo>
                  <a:pt x="14341" y="601"/>
                </a:lnTo>
                <a:lnTo>
                  <a:pt x="15646" y="338"/>
                </a:lnTo>
                <a:lnTo>
                  <a:pt x="16995" y="150"/>
                </a:lnTo>
                <a:lnTo>
                  <a:pt x="18390" y="38"/>
                </a:lnTo>
                <a:lnTo>
                  <a:pt x="19830" y="0"/>
                </a:lnTo>
                <a:lnTo>
                  <a:pt x="20483" y="11"/>
                </a:lnTo>
                <a:lnTo>
                  <a:pt x="21159" y="45"/>
                </a:lnTo>
                <a:lnTo>
                  <a:pt x="21858" y="102"/>
                </a:lnTo>
                <a:lnTo>
                  <a:pt x="22580" y="182"/>
                </a:lnTo>
                <a:lnTo>
                  <a:pt x="23324" y="284"/>
                </a:lnTo>
                <a:lnTo>
                  <a:pt x="24092" y="409"/>
                </a:lnTo>
                <a:lnTo>
                  <a:pt x="24882" y="557"/>
                </a:lnTo>
                <a:lnTo>
                  <a:pt x="25694" y="728"/>
                </a:lnTo>
                <a:lnTo>
                  <a:pt x="26530" y="921"/>
                </a:lnTo>
                <a:lnTo>
                  <a:pt x="27389" y="1137"/>
                </a:lnTo>
                <a:lnTo>
                  <a:pt x="28270" y="1376"/>
                </a:lnTo>
                <a:lnTo>
                  <a:pt x="29174" y="1638"/>
                </a:lnTo>
                <a:lnTo>
                  <a:pt x="29763" y="1809"/>
                </a:lnTo>
                <a:lnTo>
                  <a:pt x="30319" y="1964"/>
                </a:lnTo>
                <a:lnTo>
                  <a:pt x="30841" y="2105"/>
                </a:lnTo>
                <a:lnTo>
                  <a:pt x="31330" y="2231"/>
                </a:lnTo>
                <a:lnTo>
                  <a:pt x="31784" y="2343"/>
                </a:lnTo>
                <a:lnTo>
                  <a:pt x="32205" y="2439"/>
                </a:lnTo>
                <a:lnTo>
                  <a:pt x="32593" y="2521"/>
                </a:lnTo>
                <a:lnTo>
                  <a:pt x="32946" y="2587"/>
                </a:lnTo>
                <a:lnTo>
                  <a:pt x="33266" y="2639"/>
                </a:lnTo>
                <a:lnTo>
                  <a:pt x="33553" y="2676"/>
                </a:lnTo>
                <a:lnTo>
                  <a:pt x="33805" y="2699"/>
                </a:lnTo>
                <a:lnTo>
                  <a:pt x="34024" y="2706"/>
                </a:lnTo>
                <a:lnTo>
                  <a:pt x="34211" y="2703"/>
                </a:lnTo>
                <a:lnTo>
                  <a:pt x="34391" y="2692"/>
                </a:lnTo>
                <a:lnTo>
                  <a:pt x="34564" y="2675"/>
                </a:lnTo>
                <a:lnTo>
                  <a:pt x="34730" y="2651"/>
                </a:lnTo>
                <a:lnTo>
                  <a:pt x="34889" y="2620"/>
                </a:lnTo>
                <a:lnTo>
                  <a:pt x="35041" y="2581"/>
                </a:lnTo>
                <a:lnTo>
                  <a:pt x="35186" y="2536"/>
                </a:lnTo>
                <a:lnTo>
                  <a:pt x="35324" y="2485"/>
                </a:lnTo>
                <a:lnTo>
                  <a:pt x="35455" y="2426"/>
                </a:lnTo>
                <a:lnTo>
                  <a:pt x="35580" y="2360"/>
                </a:lnTo>
                <a:lnTo>
                  <a:pt x="35697" y="2287"/>
                </a:lnTo>
                <a:lnTo>
                  <a:pt x="35807" y="2208"/>
                </a:lnTo>
                <a:lnTo>
                  <a:pt x="35916" y="2116"/>
                </a:lnTo>
                <a:lnTo>
                  <a:pt x="36027" y="2008"/>
                </a:lnTo>
                <a:lnTo>
                  <a:pt x="36142" y="1883"/>
                </a:lnTo>
                <a:lnTo>
                  <a:pt x="36259" y="1741"/>
                </a:lnTo>
                <a:lnTo>
                  <a:pt x="36380" y="1582"/>
                </a:lnTo>
                <a:lnTo>
                  <a:pt x="36503" y="1406"/>
                </a:lnTo>
                <a:lnTo>
                  <a:pt x="36629" y="1214"/>
                </a:lnTo>
                <a:lnTo>
                  <a:pt x="36758" y="1005"/>
                </a:lnTo>
                <a:lnTo>
                  <a:pt x="36891" y="779"/>
                </a:lnTo>
                <a:lnTo>
                  <a:pt x="37026" y="536"/>
                </a:lnTo>
                <a:lnTo>
                  <a:pt x="37164" y="276"/>
                </a:lnTo>
                <a:lnTo>
                  <a:pt x="37305" y="0"/>
                </a:lnTo>
                <a:lnTo>
                  <a:pt x="39659" y="0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</a:ln>
        </p:spPr>
      </p:sp>
      <p:sp>
        <p:nvSpPr>
          <p:cNvPr id="72" name="Original vector context 72">
            <a:extLst xmlns:a="http://schemas.openxmlformats.org/drawingml/2006/main">
              <a:ext uri="{FF2B5EF4-FFF2-40B4-BE49-F238E27FC236}">
                <a16:creationId xmlns:a16="http://schemas.microsoft.com/office/drawing/2014/main" id="{88BABA2F-4AD3-449A-BBC7-3317B709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114" y="9789938"/>
            <a:ext cx="1468133" cy="408363"/>
          </a:xfrm>
          <a:custGeom xmlns:a="http://schemas.openxmlformats.org/drawingml/2006/main">
            <a:pathLst>
              <a:path w="1468133" h="408363">
                <a:moveTo>
                  <a:pt x="0" y="68063"/>
                </a:moveTo>
                <a:lnTo>
                  <a:pt x="622" y="58827"/>
                </a:lnTo>
                <a:lnTo>
                  <a:pt x="2435" y="49969"/>
                </a:lnTo>
                <a:lnTo>
                  <a:pt x="5357" y="41570"/>
                </a:lnTo>
                <a:lnTo>
                  <a:pt x="9308" y="33710"/>
                </a:lnTo>
                <a:lnTo>
                  <a:pt x="14205" y="26472"/>
                </a:lnTo>
                <a:lnTo>
                  <a:pt x="19968" y="19935"/>
                </a:lnTo>
                <a:lnTo>
                  <a:pt x="26515" y="14182"/>
                </a:lnTo>
                <a:lnTo>
                  <a:pt x="33765" y="9293"/>
                </a:lnTo>
                <a:lnTo>
                  <a:pt x="41638" y="5349"/>
                </a:lnTo>
                <a:lnTo>
                  <a:pt x="50051" y="2431"/>
                </a:lnTo>
                <a:lnTo>
                  <a:pt x="58923" y="621"/>
                </a:lnTo>
                <a:lnTo>
                  <a:pt x="68174" y="0"/>
                </a:lnTo>
                <a:lnTo>
                  <a:pt x="1399959" y="0"/>
                </a:lnTo>
                <a:lnTo>
                  <a:pt x="1409210" y="621"/>
                </a:lnTo>
                <a:lnTo>
                  <a:pt x="1418083" y="2431"/>
                </a:lnTo>
                <a:lnTo>
                  <a:pt x="1426496" y="5349"/>
                </a:lnTo>
                <a:lnTo>
                  <a:pt x="1434368" y="9293"/>
                </a:lnTo>
                <a:lnTo>
                  <a:pt x="1441618" y="14182"/>
                </a:lnTo>
                <a:lnTo>
                  <a:pt x="1448166" y="19935"/>
                </a:lnTo>
                <a:lnTo>
                  <a:pt x="1453928" y="26472"/>
                </a:lnTo>
                <a:lnTo>
                  <a:pt x="1458826" y="33710"/>
                </a:lnTo>
                <a:lnTo>
                  <a:pt x="1462776" y="41570"/>
                </a:lnTo>
                <a:lnTo>
                  <a:pt x="1465698" y="49969"/>
                </a:lnTo>
                <a:lnTo>
                  <a:pt x="1467511" y="58827"/>
                </a:lnTo>
                <a:lnTo>
                  <a:pt x="1468133" y="68063"/>
                </a:lnTo>
                <a:lnTo>
                  <a:pt x="1468133" y="340300"/>
                </a:lnTo>
                <a:lnTo>
                  <a:pt x="1467511" y="349536"/>
                </a:lnTo>
                <a:lnTo>
                  <a:pt x="1465698" y="358394"/>
                </a:lnTo>
                <a:lnTo>
                  <a:pt x="1462776" y="366793"/>
                </a:lnTo>
                <a:lnTo>
                  <a:pt x="1458826" y="374652"/>
                </a:lnTo>
                <a:lnTo>
                  <a:pt x="1453928" y="381891"/>
                </a:lnTo>
                <a:lnTo>
                  <a:pt x="1448166" y="388427"/>
                </a:lnTo>
                <a:lnTo>
                  <a:pt x="1441618" y="394181"/>
                </a:lnTo>
                <a:lnTo>
                  <a:pt x="1434368" y="399070"/>
                </a:lnTo>
                <a:lnTo>
                  <a:pt x="1426496" y="403014"/>
                </a:lnTo>
                <a:lnTo>
                  <a:pt x="1418083" y="405931"/>
                </a:lnTo>
                <a:lnTo>
                  <a:pt x="1409210" y="407741"/>
                </a:lnTo>
                <a:lnTo>
                  <a:pt x="1399959" y="408363"/>
                </a:lnTo>
                <a:lnTo>
                  <a:pt x="68174" y="408363"/>
                </a:lnTo>
                <a:lnTo>
                  <a:pt x="58923" y="407741"/>
                </a:lnTo>
                <a:lnTo>
                  <a:pt x="50051" y="405931"/>
                </a:lnTo>
                <a:lnTo>
                  <a:pt x="41638" y="403014"/>
                </a:lnTo>
                <a:lnTo>
                  <a:pt x="33765" y="399070"/>
                </a:lnTo>
                <a:lnTo>
                  <a:pt x="26515" y="394181"/>
                </a:lnTo>
                <a:lnTo>
                  <a:pt x="19968" y="388427"/>
                </a:lnTo>
                <a:lnTo>
                  <a:pt x="14205" y="381891"/>
                </a:lnTo>
                <a:lnTo>
                  <a:pt x="9308" y="374652"/>
                </a:lnTo>
                <a:lnTo>
                  <a:pt x="5357" y="366793"/>
                </a:lnTo>
                <a:lnTo>
                  <a:pt x="2435" y="358394"/>
                </a:lnTo>
                <a:lnTo>
                  <a:pt x="622" y="349536"/>
                </a:lnTo>
                <a:lnTo>
                  <a:pt x="0" y="340300"/>
                </a:lnTo>
                <a:lnTo>
                  <a:pt x="0" y="68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73" name="Original vector context 73">
            <a:extLst xmlns:a="http://schemas.openxmlformats.org/drawingml/2006/main">
              <a:ext uri="{FF2B5EF4-FFF2-40B4-BE49-F238E27FC236}">
                <a16:creationId xmlns:a16="http://schemas.microsoft.com/office/drawing/2014/main" id="{1E2B07D4-F280-4F76-B928-C05E7069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597" y="10665911"/>
            <a:ext cx="351512" cy="29852"/>
          </a:xfrm>
          <a:custGeom xmlns:a="http://schemas.openxmlformats.org/drawingml/2006/main">
            <a:pathLst>
              <a:path w="351512" h="29852">
                <a:moveTo>
                  <a:pt x="0" y="29852"/>
                </a:moveTo>
                <a:lnTo>
                  <a:pt x="0" y="0"/>
                </a:lnTo>
                <a:lnTo>
                  <a:pt x="27619" y="0"/>
                </a:lnTo>
                <a:lnTo>
                  <a:pt x="27619" y="29852"/>
                </a:lnTo>
                <a:lnTo>
                  <a:pt x="0" y="29852"/>
                </a:lnTo>
                <a:moveTo>
                  <a:pt x="67107" y="29852"/>
                </a:moveTo>
                <a:lnTo>
                  <a:pt x="67107" y="0"/>
                </a:lnTo>
                <a:lnTo>
                  <a:pt x="94497" y="0"/>
                </a:lnTo>
                <a:lnTo>
                  <a:pt x="94497" y="29852"/>
                </a:lnTo>
                <a:lnTo>
                  <a:pt x="67107" y="29852"/>
                </a:lnTo>
                <a:moveTo>
                  <a:pt x="133985" y="29852"/>
                </a:moveTo>
                <a:lnTo>
                  <a:pt x="133985" y="0"/>
                </a:lnTo>
                <a:lnTo>
                  <a:pt x="161604" y="0"/>
                </a:lnTo>
                <a:lnTo>
                  <a:pt x="161604" y="29852"/>
                </a:lnTo>
                <a:lnTo>
                  <a:pt x="133985" y="29852"/>
                </a:lnTo>
                <a:close/>
                <a:moveTo>
                  <a:pt x="189908" y="29852"/>
                </a:moveTo>
                <a:lnTo>
                  <a:pt x="189908" y="0"/>
                </a:lnTo>
                <a:lnTo>
                  <a:pt x="217527" y="0"/>
                </a:lnTo>
                <a:lnTo>
                  <a:pt x="217527" y="29852"/>
                </a:lnTo>
                <a:lnTo>
                  <a:pt x="189908" y="29852"/>
                </a:lnTo>
                <a:moveTo>
                  <a:pt x="257015" y="29852"/>
                </a:moveTo>
                <a:lnTo>
                  <a:pt x="257015" y="0"/>
                </a:lnTo>
                <a:lnTo>
                  <a:pt x="284405" y="0"/>
                </a:lnTo>
                <a:lnTo>
                  <a:pt x="284405" y="29852"/>
                </a:lnTo>
                <a:lnTo>
                  <a:pt x="257015" y="29852"/>
                </a:lnTo>
                <a:moveTo>
                  <a:pt x="323893" y="29852"/>
                </a:moveTo>
                <a:lnTo>
                  <a:pt x="323893" y="0"/>
                </a:lnTo>
                <a:lnTo>
                  <a:pt x="351512" y="0"/>
                </a:lnTo>
                <a:lnTo>
                  <a:pt x="351512" y="29852"/>
                </a:lnTo>
                <a:lnTo>
                  <a:pt x="323893" y="29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4" name="Original vector context 74">
            <a:extLst xmlns:a="http://schemas.openxmlformats.org/drawingml/2006/main">
              <a:ext uri="{FF2B5EF4-FFF2-40B4-BE49-F238E27FC236}">
                <a16:creationId xmlns:a16="http://schemas.microsoft.com/office/drawing/2014/main" id="{7D0F8687-7D91-45AF-A372-5921149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30" y="10511863"/>
            <a:ext cx="167995" cy="160428"/>
          </a:xfrm>
          <a:custGeom xmlns:a="http://schemas.openxmlformats.org/drawingml/2006/main">
            <a:pathLst>
              <a:path w="167995" h="160428">
                <a:moveTo>
                  <a:pt x="0" y="80214"/>
                </a:moveTo>
                <a:lnTo>
                  <a:pt x="767" y="69330"/>
                </a:lnTo>
                <a:lnTo>
                  <a:pt x="3000" y="58890"/>
                </a:lnTo>
                <a:lnTo>
                  <a:pt x="6601" y="48991"/>
                </a:lnTo>
                <a:lnTo>
                  <a:pt x="11468" y="39729"/>
                </a:lnTo>
                <a:lnTo>
                  <a:pt x="17502" y="31198"/>
                </a:lnTo>
                <a:lnTo>
                  <a:pt x="24602" y="23494"/>
                </a:lnTo>
                <a:lnTo>
                  <a:pt x="32669" y="16714"/>
                </a:lnTo>
                <a:lnTo>
                  <a:pt x="41602" y="10952"/>
                </a:lnTo>
                <a:lnTo>
                  <a:pt x="51302" y="6304"/>
                </a:lnTo>
                <a:lnTo>
                  <a:pt x="61668" y="2865"/>
                </a:lnTo>
                <a:lnTo>
                  <a:pt x="72600" y="732"/>
                </a:lnTo>
                <a:lnTo>
                  <a:pt x="83998" y="0"/>
                </a:lnTo>
                <a:lnTo>
                  <a:pt x="95396" y="732"/>
                </a:lnTo>
                <a:lnTo>
                  <a:pt x="106328" y="2865"/>
                </a:lnTo>
                <a:lnTo>
                  <a:pt x="116693" y="6304"/>
                </a:lnTo>
                <a:lnTo>
                  <a:pt x="126393" y="10952"/>
                </a:lnTo>
                <a:lnTo>
                  <a:pt x="135326" y="16714"/>
                </a:lnTo>
                <a:lnTo>
                  <a:pt x="143393" y="23494"/>
                </a:lnTo>
                <a:lnTo>
                  <a:pt x="150493" y="31198"/>
                </a:lnTo>
                <a:lnTo>
                  <a:pt x="156527" y="39729"/>
                </a:lnTo>
                <a:lnTo>
                  <a:pt x="161394" y="48991"/>
                </a:lnTo>
                <a:lnTo>
                  <a:pt x="164995" y="58890"/>
                </a:lnTo>
                <a:lnTo>
                  <a:pt x="167229" y="69330"/>
                </a:lnTo>
                <a:lnTo>
                  <a:pt x="167995" y="80214"/>
                </a:lnTo>
                <a:lnTo>
                  <a:pt x="167229" y="91099"/>
                </a:lnTo>
                <a:lnTo>
                  <a:pt x="164995" y="101538"/>
                </a:lnTo>
                <a:lnTo>
                  <a:pt x="161394" y="111437"/>
                </a:lnTo>
                <a:lnTo>
                  <a:pt x="156527" y="120700"/>
                </a:lnTo>
                <a:lnTo>
                  <a:pt x="150493" y="129231"/>
                </a:lnTo>
                <a:lnTo>
                  <a:pt x="143393" y="136934"/>
                </a:lnTo>
                <a:lnTo>
                  <a:pt x="135326" y="143715"/>
                </a:lnTo>
                <a:lnTo>
                  <a:pt x="126393" y="149477"/>
                </a:lnTo>
                <a:lnTo>
                  <a:pt x="116693" y="154125"/>
                </a:lnTo>
                <a:lnTo>
                  <a:pt x="106328" y="157563"/>
                </a:lnTo>
                <a:lnTo>
                  <a:pt x="95396" y="159696"/>
                </a:lnTo>
                <a:lnTo>
                  <a:pt x="83998" y="160428"/>
                </a:lnTo>
                <a:lnTo>
                  <a:pt x="72600" y="159696"/>
                </a:lnTo>
                <a:lnTo>
                  <a:pt x="61668" y="157563"/>
                </a:lnTo>
                <a:lnTo>
                  <a:pt x="51302" y="154125"/>
                </a:lnTo>
                <a:lnTo>
                  <a:pt x="41602" y="149477"/>
                </a:lnTo>
                <a:lnTo>
                  <a:pt x="32669" y="143715"/>
                </a:lnTo>
                <a:lnTo>
                  <a:pt x="24602" y="136934"/>
                </a:lnTo>
                <a:lnTo>
                  <a:pt x="17502" y="129231"/>
                </a:lnTo>
                <a:lnTo>
                  <a:pt x="11468" y="120700"/>
                </a:lnTo>
                <a:lnTo>
                  <a:pt x="6601" y="111437"/>
                </a:lnTo>
                <a:lnTo>
                  <a:pt x="3000" y="101538"/>
                </a:lnTo>
                <a:lnTo>
                  <a:pt x="767" y="91099"/>
                </a:lnTo>
                <a:lnTo>
                  <a:pt x="0" y="80214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75" name="Original vector context 75">
            <a:extLst xmlns:a="http://schemas.openxmlformats.org/drawingml/2006/main">
              <a:ext uri="{FF2B5EF4-FFF2-40B4-BE49-F238E27FC236}">
                <a16:creationId xmlns:a16="http://schemas.microsoft.com/office/drawing/2014/main" id="{C381B2EC-88C0-4E0B-9F6F-36F916A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30" y="10511862"/>
            <a:ext cx="167995" cy="160428"/>
          </a:xfrm>
          <a:custGeom xmlns:a="http://schemas.openxmlformats.org/drawingml/2006/main">
            <a:pathLst>
              <a:path w="167995" h="160428">
                <a:moveTo>
                  <a:pt x="0" y="80214"/>
                </a:moveTo>
                <a:lnTo>
                  <a:pt x="767" y="69329"/>
                </a:lnTo>
                <a:lnTo>
                  <a:pt x="3000" y="58890"/>
                </a:lnTo>
                <a:lnTo>
                  <a:pt x="6601" y="48991"/>
                </a:lnTo>
                <a:lnTo>
                  <a:pt x="11468" y="39728"/>
                </a:lnTo>
                <a:lnTo>
                  <a:pt x="17502" y="31198"/>
                </a:lnTo>
                <a:lnTo>
                  <a:pt x="24602" y="23494"/>
                </a:lnTo>
                <a:lnTo>
                  <a:pt x="32669" y="16714"/>
                </a:lnTo>
                <a:lnTo>
                  <a:pt x="41602" y="10952"/>
                </a:lnTo>
                <a:lnTo>
                  <a:pt x="51302" y="6304"/>
                </a:lnTo>
                <a:lnTo>
                  <a:pt x="61668" y="2865"/>
                </a:lnTo>
                <a:lnTo>
                  <a:pt x="72600" y="732"/>
                </a:lnTo>
                <a:lnTo>
                  <a:pt x="83998" y="0"/>
                </a:lnTo>
                <a:lnTo>
                  <a:pt x="95396" y="732"/>
                </a:lnTo>
                <a:lnTo>
                  <a:pt x="106328" y="2865"/>
                </a:lnTo>
                <a:lnTo>
                  <a:pt x="116693" y="6304"/>
                </a:lnTo>
                <a:lnTo>
                  <a:pt x="126393" y="10952"/>
                </a:lnTo>
                <a:lnTo>
                  <a:pt x="135326" y="16714"/>
                </a:lnTo>
                <a:lnTo>
                  <a:pt x="143393" y="23494"/>
                </a:lnTo>
                <a:lnTo>
                  <a:pt x="150493" y="31198"/>
                </a:lnTo>
                <a:lnTo>
                  <a:pt x="156527" y="39728"/>
                </a:lnTo>
                <a:lnTo>
                  <a:pt x="161394" y="48991"/>
                </a:lnTo>
                <a:lnTo>
                  <a:pt x="164995" y="58890"/>
                </a:lnTo>
                <a:lnTo>
                  <a:pt x="167229" y="69329"/>
                </a:lnTo>
                <a:lnTo>
                  <a:pt x="167995" y="80214"/>
                </a:lnTo>
                <a:lnTo>
                  <a:pt x="167229" y="91099"/>
                </a:lnTo>
                <a:lnTo>
                  <a:pt x="164995" y="101538"/>
                </a:lnTo>
                <a:lnTo>
                  <a:pt x="161394" y="111437"/>
                </a:lnTo>
                <a:lnTo>
                  <a:pt x="156527" y="120700"/>
                </a:lnTo>
                <a:lnTo>
                  <a:pt x="150493" y="129230"/>
                </a:lnTo>
                <a:lnTo>
                  <a:pt x="143393" y="136934"/>
                </a:lnTo>
                <a:lnTo>
                  <a:pt x="135326" y="143715"/>
                </a:lnTo>
                <a:lnTo>
                  <a:pt x="126393" y="149477"/>
                </a:lnTo>
                <a:lnTo>
                  <a:pt x="116693" y="154125"/>
                </a:lnTo>
                <a:lnTo>
                  <a:pt x="106328" y="157563"/>
                </a:lnTo>
                <a:lnTo>
                  <a:pt x="95396" y="159696"/>
                </a:lnTo>
                <a:lnTo>
                  <a:pt x="83998" y="160428"/>
                </a:lnTo>
                <a:lnTo>
                  <a:pt x="72600" y="159696"/>
                </a:lnTo>
                <a:lnTo>
                  <a:pt x="61668" y="157563"/>
                </a:lnTo>
                <a:lnTo>
                  <a:pt x="51302" y="154125"/>
                </a:lnTo>
                <a:lnTo>
                  <a:pt x="41602" y="149477"/>
                </a:lnTo>
                <a:lnTo>
                  <a:pt x="32669" y="143715"/>
                </a:lnTo>
                <a:lnTo>
                  <a:pt x="24602" y="136934"/>
                </a:lnTo>
                <a:lnTo>
                  <a:pt x="17502" y="129230"/>
                </a:lnTo>
                <a:lnTo>
                  <a:pt x="11468" y="120700"/>
                </a:lnTo>
                <a:lnTo>
                  <a:pt x="6601" y="111437"/>
                </a:lnTo>
                <a:lnTo>
                  <a:pt x="3000" y="101538"/>
                </a:lnTo>
                <a:lnTo>
                  <a:pt x="767" y="91099"/>
                </a:lnTo>
                <a:lnTo>
                  <a:pt x="0" y="802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172C51"/>
            </a:solidFill>
          </a:ln>
        </p:spPr>
      </p:sp>
      <p:sp>
        <p:nvSpPr>
          <p:cNvPr id="76" name="Original vector context 76">
            <a:extLst xmlns:a="http://schemas.openxmlformats.org/drawingml/2006/main">
              <a:ext uri="{FF2B5EF4-FFF2-40B4-BE49-F238E27FC236}">
                <a16:creationId xmlns:a16="http://schemas.microsoft.com/office/drawing/2014/main" id="{97508E9D-A8F8-4DC4-95D1-F0C8BA41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33" y="10544762"/>
            <a:ext cx="56493" cy="100410"/>
          </a:xfrm>
          <a:custGeom xmlns:a="http://schemas.openxmlformats.org/drawingml/2006/main">
            <a:pathLst>
              <a:path w="56493" h="100410">
                <a:moveTo>
                  <a:pt x="0" y="100410"/>
                </a:moveTo>
                <a:lnTo>
                  <a:pt x="0" y="92777"/>
                </a:lnTo>
                <a:lnTo>
                  <a:pt x="25679" y="92777"/>
                </a:lnTo>
                <a:lnTo>
                  <a:pt x="25679" y="9400"/>
                </a:lnTo>
                <a:lnTo>
                  <a:pt x="2711" y="24640"/>
                </a:lnTo>
                <a:lnTo>
                  <a:pt x="2711" y="16426"/>
                </a:lnTo>
                <a:lnTo>
                  <a:pt x="26731" y="0"/>
                </a:lnTo>
                <a:lnTo>
                  <a:pt x="34666" y="0"/>
                </a:lnTo>
                <a:lnTo>
                  <a:pt x="34666" y="92777"/>
                </a:lnTo>
                <a:lnTo>
                  <a:pt x="56493" y="92777"/>
                </a:lnTo>
                <a:lnTo>
                  <a:pt x="56493" y="100410"/>
                </a:lnTo>
                <a:lnTo>
                  <a:pt x="0" y="100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7" name="Original vector context 77">
            <a:extLst xmlns:a="http://schemas.openxmlformats.org/drawingml/2006/main">
              <a:ext uri="{FF2B5EF4-FFF2-40B4-BE49-F238E27FC236}">
                <a16:creationId xmlns:a16="http://schemas.microsoft.com/office/drawing/2014/main" id="{03EA5E3A-0F03-4382-B135-B85B0D2D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79" y="10825427"/>
            <a:ext cx="226429" cy="335441"/>
          </a:xfrm>
          <a:custGeom xmlns:a="http://schemas.openxmlformats.org/drawingml/2006/main">
            <a:pathLst>
              <a:path w="226429" h="335441">
                <a:moveTo>
                  <a:pt x="0" y="222412"/>
                </a:moveTo>
                <a:lnTo>
                  <a:pt x="56607" y="222412"/>
                </a:lnTo>
                <a:lnTo>
                  <a:pt x="56607" y="0"/>
                </a:lnTo>
                <a:lnTo>
                  <a:pt x="169822" y="0"/>
                </a:lnTo>
                <a:lnTo>
                  <a:pt x="169822" y="222412"/>
                </a:lnTo>
                <a:lnTo>
                  <a:pt x="226429" y="222412"/>
                </a:lnTo>
                <a:lnTo>
                  <a:pt x="113214" y="335441"/>
                </a:lnTo>
                <a:lnTo>
                  <a:pt x="0" y="2224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7F7F7F"/>
            </a:solidFill>
          </a:ln>
        </p:spPr>
      </p:sp>
      <p:pic>
        <p:nvPicPr>
          <p:cNvPr id="5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cbcba7cb7444f"/>
          <a:stretch xmlns:a="http://schemas.openxmlformats.org/drawingml/2006/main"/>
        </p:blipFill>
        <p:spPr>
          <a:xfrm xmlns:a="http://schemas.openxmlformats.org/drawingml/2006/main">
            <a:off x="404994" y="11011378"/>
            <a:ext cx="226058" cy="226058"/>
          </a:xfrm>
          <a:prstGeom xmlns:a="http://schemas.openxmlformats.org/drawingml/2006/main" prst="rect">
            <a:avLst/>
          </a:prstGeom>
        </p:spPr>
      </p:pic>
      <p:sp>
        <p:nvSpPr>
          <p:cNvPr id="79" name="Original vector context 78">
            <a:extLst xmlns:a="http://schemas.openxmlformats.org/drawingml/2006/main">
              <a:ext uri="{FF2B5EF4-FFF2-40B4-BE49-F238E27FC236}">
                <a16:creationId xmlns:a16="http://schemas.microsoft.com/office/drawing/2014/main" id="{96E654C4-3A16-4EED-94FB-D28A052A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7" y="10869195"/>
            <a:ext cx="837037" cy="119210"/>
          </a:xfrm>
          <a:custGeom xmlns:a="http://schemas.openxmlformats.org/drawingml/2006/main">
            <a:pathLst>
              <a:path w="837037" h="119210">
                <a:moveTo>
                  <a:pt x="20479" y="43262"/>
                </a:moveTo>
                <a:lnTo>
                  <a:pt x="21512" y="42231"/>
                </a:lnTo>
                <a:lnTo>
                  <a:pt x="22472" y="41277"/>
                </a:lnTo>
                <a:lnTo>
                  <a:pt x="23360" y="40398"/>
                </a:lnTo>
                <a:lnTo>
                  <a:pt x="24174" y="39594"/>
                </a:lnTo>
                <a:lnTo>
                  <a:pt x="24915" y="38867"/>
                </a:lnTo>
                <a:lnTo>
                  <a:pt x="25582" y="38215"/>
                </a:lnTo>
                <a:lnTo>
                  <a:pt x="26177" y="37638"/>
                </a:lnTo>
                <a:lnTo>
                  <a:pt x="26699" y="37137"/>
                </a:lnTo>
                <a:lnTo>
                  <a:pt x="27147" y="36712"/>
                </a:lnTo>
                <a:lnTo>
                  <a:pt x="27523" y="36363"/>
                </a:lnTo>
                <a:lnTo>
                  <a:pt x="27825" y="36089"/>
                </a:lnTo>
                <a:lnTo>
                  <a:pt x="28054" y="35891"/>
                </a:lnTo>
                <a:lnTo>
                  <a:pt x="28539" y="35493"/>
                </a:lnTo>
                <a:lnTo>
                  <a:pt x="29029" y="35110"/>
                </a:lnTo>
                <a:lnTo>
                  <a:pt x="29526" y="34742"/>
                </a:lnTo>
                <a:lnTo>
                  <a:pt x="30030" y="34389"/>
                </a:lnTo>
                <a:lnTo>
                  <a:pt x="30539" y="34051"/>
                </a:lnTo>
                <a:lnTo>
                  <a:pt x="31055" y="33728"/>
                </a:lnTo>
                <a:lnTo>
                  <a:pt x="31577" y="33421"/>
                </a:lnTo>
                <a:lnTo>
                  <a:pt x="32105" y="33128"/>
                </a:lnTo>
                <a:lnTo>
                  <a:pt x="32640" y="32851"/>
                </a:lnTo>
                <a:lnTo>
                  <a:pt x="33181" y="32589"/>
                </a:lnTo>
                <a:lnTo>
                  <a:pt x="33728" y="32342"/>
                </a:lnTo>
                <a:lnTo>
                  <a:pt x="34281" y="32110"/>
                </a:lnTo>
                <a:lnTo>
                  <a:pt x="34837" y="31895"/>
                </a:lnTo>
                <a:lnTo>
                  <a:pt x="35392" y="31699"/>
                </a:lnTo>
                <a:lnTo>
                  <a:pt x="35946" y="31521"/>
                </a:lnTo>
                <a:lnTo>
                  <a:pt x="36499" y="31362"/>
                </a:lnTo>
                <a:lnTo>
                  <a:pt x="37052" y="31222"/>
                </a:lnTo>
                <a:lnTo>
                  <a:pt x="37603" y="31100"/>
                </a:lnTo>
                <a:lnTo>
                  <a:pt x="38154" y="30998"/>
                </a:lnTo>
                <a:lnTo>
                  <a:pt x="38703" y="30913"/>
                </a:lnTo>
                <a:lnTo>
                  <a:pt x="39252" y="30848"/>
                </a:lnTo>
                <a:lnTo>
                  <a:pt x="39800" y="30801"/>
                </a:lnTo>
                <a:lnTo>
                  <a:pt x="40347" y="30773"/>
                </a:lnTo>
                <a:lnTo>
                  <a:pt x="40893" y="30764"/>
                </a:lnTo>
                <a:lnTo>
                  <a:pt x="41803" y="30786"/>
                </a:lnTo>
                <a:lnTo>
                  <a:pt x="42691" y="30853"/>
                </a:lnTo>
                <a:lnTo>
                  <a:pt x="43557" y="30964"/>
                </a:lnTo>
                <a:lnTo>
                  <a:pt x="44403" y="31120"/>
                </a:lnTo>
                <a:lnTo>
                  <a:pt x="45227" y="31320"/>
                </a:lnTo>
                <a:lnTo>
                  <a:pt x="46029" y="31565"/>
                </a:lnTo>
                <a:lnTo>
                  <a:pt x="46810" y="31854"/>
                </a:lnTo>
                <a:lnTo>
                  <a:pt x="47570" y="32188"/>
                </a:lnTo>
                <a:lnTo>
                  <a:pt x="48308" y="32566"/>
                </a:lnTo>
                <a:lnTo>
                  <a:pt x="49025" y="32989"/>
                </a:lnTo>
                <a:lnTo>
                  <a:pt x="49720" y="33457"/>
                </a:lnTo>
                <a:lnTo>
                  <a:pt x="50394" y="33968"/>
                </a:lnTo>
                <a:lnTo>
                  <a:pt x="51039" y="34523"/>
                </a:lnTo>
                <a:lnTo>
                  <a:pt x="51648" y="35117"/>
                </a:lnTo>
                <a:lnTo>
                  <a:pt x="52220" y="35751"/>
                </a:lnTo>
                <a:lnTo>
                  <a:pt x="52755" y="36425"/>
                </a:lnTo>
                <a:lnTo>
                  <a:pt x="53254" y="37140"/>
                </a:lnTo>
                <a:lnTo>
                  <a:pt x="53717" y="37894"/>
                </a:lnTo>
                <a:lnTo>
                  <a:pt x="54142" y="38689"/>
                </a:lnTo>
                <a:lnTo>
                  <a:pt x="54531" y="39523"/>
                </a:lnTo>
                <a:lnTo>
                  <a:pt x="54884" y="40398"/>
                </a:lnTo>
                <a:lnTo>
                  <a:pt x="55200" y="41312"/>
                </a:lnTo>
                <a:lnTo>
                  <a:pt x="55480" y="42267"/>
                </a:lnTo>
                <a:lnTo>
                  <a:pt x="55723" y="43262"/>
                </a:lnTo>
                <a:lnTo>
                  <a:pt x="56810" y="42017"/>
                </a:lnTo>
                <a:lnTo>
                  <a:pt x="57870" y="40845"/>
                </a:lnTo>
                <a:lnTo>
                  <a:pt x="58900" y="39747"/>
                </a:lnTo>
                <a:lnTo>
                  <a:pt x="59903" y="38722"/>
                </a:lnTo>
                <a:lnTo>
                  <a:pt x="60876" y="37771"/>
                </a:lnTo>
                <a:lnTo>
                  <a:pt x="61821" y="36893"/>
                </a:lnTo>
                <a:lnTo>
                  <a:pt x="62738" y="36088"/>
                </a:lnTo>
                <a:lnTo>
                  <a:pt x="63626" y="35357"/>
                </a:lnTo>
                <a:lnTo>
                  <a:pt x="64485" y="34700"/>
                </a:lnTo>
                <a:lnTo>
                  <a:pt x="65316" y="34115"/>
                </a:lnTo>
                <a:lnTo>
                  <a:pt x="66119" y="33605"/>
                </a:lnTo>
                <a:lnTo>
                  <a:pt x="66893" y="33167"/>
                </a:lnTo>
                <a:lnTo>
                  <a:pt x="67654" y="32783"/>
                </a:lnTo>
                <a:lnTo>
                  <a:pt x="68419" y="32433"/>
                </a:lnTo>
                <a:lnTo>
                  <a:pt x="69188" y="32116"/>
                </a:lnTo>
                <a:lnTo>
                  <a:pt x="69960" y="31832"/>
                </a:lnTo>
                <a:lnTo>
                  <a:pt x="70736" y="31582"/>
                </a:lnTo>
                <a:lnTo>
                  <a:pt x="71515" y="31365"/>
                </a:lnTo>
                <a:lnTo>
                  <a:pt x="72298" y="31181"/>
                </a:lnTo>
                <a:lnTo>
                  <a:pt x="73084" y="31031"/>
                </a:lnTo>
                <a:lnTo>
                  <a:pt x="73874" y="30914"/>
                </a:lnTo>
                <a:lnTo>
                  <a:pt x="74668" y="30831"/>
                </a:lnTo>
                <a:lnTo>
                  <a:pt x="75465" y="30781"/>
                </a:lnTo>
                <a:lnTo>
                  <a:pt x="76266" y="30764"/>
                </a:lnTo>
                <a:lnTo>
                  <a:pt x="77039" y="30781"/>
                </a:lnTo>
                <a:lnTo>
                  <a:pt x="77798" y="30831"/>
                </a:lnTo>
                <a:lnTo>
                  <a:pt x="78543" y="30914"/>
                </a:lnTo>
                <a:lnTo>
                  <a:pt x="79272" y="31031"/>
                </a:lnTo>
                <a:lnTo>
                  <a:pt x="79987" y="31180"/>
                </a:lnTo>
                <a:lnTo>
                  <a:pt x="80687" y="31364"/>
                </a:lnTo>
                <a:lnTo>
                  <a:pt x="81373" y="31580"/>
                </a:lnTo>
                <a:lnTo>
                  <a:pt x="82043" y="31830"/>
                </a:lnTo>
                <a:lnTo>
                  <a:pt x="82699" y="32114"/>
                </a:lnTo>
                <a:lnTo>
                  <a:pt x="83341" y="32430"/>
                </a:lnTo>
                <a:lnTo>
                  <a:pt x="83967" y="32780"/>
                </a:lnTo>
                <a:lnTo>
                  <a:pt x="84579" y="33163"/>
                </a:lnTo>
                <a:lnTo>
                  <a:pt x="85173" y="33584"/>
                </a:lnTo>
                <a:lnTo>
                  <a:pt x="85746" y="34047"/>
                </a:lnTo>
                <a:lnTo>
                  <a:pt x="86298" y="34552"/>
                </a:lnTo>
                <a:lnTo>
                  <a:pt x="86829" y="35099"/>
                </a:lnTo>
                <a:lnTo>
                  <a:pt x="87340" y="35689"/>
                </a:lnTo>
                <a:lnTo>
                  <a:pt x="87829" y="36320"/>
                </a:lnTo>
                <a:lnTo>
                  <a:pt x="88297" y="36994"/>
                </a:lnTo>
                <a:lnTo>
                  <a:pt x="88745" y="37710"/>
                </a:lnTo>
                <a:lnTo>
                  <a:pt x="89171" y="38469"/>
                </a:lnTo>
                <a:lnTo>
                  <a:pt x="89577" y="39269"/>
                </a:lnTo>
                <a:lnTo>
                  <a:pt x="89961" y="40112"/>
                </a:lnTo>
                <a:lnTo>
                  <a:pt x="90325" y="40997"/>
                </a:lnTo>
                <a:lnTo>
                  <a:pt x="90550" y="41644"/>
                </a:lnTo>
                <a:lnTo>
                  <a:pt x="90756" y="42350"/>
                </a:lnTo>
                <a:lnTo>
                  <a:pt x="90942" y="43115"/>
                </a:lnTo>
                <a:lnTo>
                  <a:pt x="91109" y="43938"/>
                </a:lnTo>
                <a:lnTo>
                  <a:pt x="91256" y="44820"/>
                </a:lnTo>
                <a:lnTo>
                  <a:pt x="91384" y="45761"/>
                </a:lnTo>
                <a:lnTo>
                  <a:pt x="91492" y="46760"/>
                </a:lnTo>
                <a:lnTo>
                  <a:pt x="91580" y="47818"/>
                </a:lnTo>
                <a:lnTo>
                  <a:pt x="91649" y="48934"/>
                </a:lnTo>
                <a:lnTo>
                  <a:pt x="91698" y="50109"/>
                </a:lnTo>
                <a:lnTo>
                  <a:pt x="91727" y="51343"/>
                </a:lnTo>
                <a:lnTo>
                  <a:pt x="91737" y="52635"/>
                </a:lnTo>
                <a:lnTo>
                  <a:pt x="91737" y="77831"/>
                </a:lnTo>
                <a:lnTo>
                  <a:pt x="91743" y="78724"/>
                </a:lnTo>
                <a:lnTo>
                  <a:pt x="91760" y="79568"/>
                </a:lnTo>
                <a:lnTo>
                  <a:pt x="91789" y="80365"/>
                </a:lnTo>
                <a:lnTo>
                  <a:pt x="91830" y="81114"/>
                </a:lnTo>
                <a:lnTo>
                  <a:pt x="91882" y="81815"/>
                </a:lnTo>
                <a:lnTo>
                  <a:pt x="91946" y="82468"/>
                </a:lnTo>
                <a:lnTo>
                  <a:pt x="92021" y="83073"/>
                </a:lnTo>
                <a:lnTo>
                  <a:pt x="92108" y="83630"/>
                </a:lnTo>
                <a:lnTo>
                  <a:pt x="92206" y="84139"/>
                </a:lnTo>
                <a:lnTo>
                  <a:pt x="92316" y="84600"/>
                </a:lnTo>
                <a:lnTo>
                  <a:pt x="92438" y="85013"/>
                </a:lnTo>
                <a:lnTo>
                  <a:pt x="92571" y="85378"/>
                </a:lnTo>
                <a:lnTo>
                  <a:pt x="92686" y="85609"/>
                </a:lnTo>
                <a:lnTo>
                  <a:pt x="92816" y="85835"/>
                </a:lnTo>
                <a:lnTo>
                  <a:pt x="92961" y="86055"/>
                </a:lnTo>
                <a:lnTo>
                  <a:pt x="93121" y="86269"/>
                </a:lnTo>
                <a:lnTo>
                  <a:pt x="93296" y="86478"/>
                </a:lnTo>
                <a:lnTo>
                  <a:pt x="93486" y="86680"/>
                </a:lnTo>
                <a:lnTo>
                  <a:pt x="93692" y="86877"/>
                </a:lnTo>
                <a:lnTo>
                  <a:pt x="93912" y="87068"/>
                </a:lnTo>
                <a:lnTo>
                  <a:pt x="94148" y="87254"/>
                </a:lnTo>
                <a:lnTo>
                  <a:pt x="94399" y="87433"/>
                </a:lnTo>
                <a:lnTo>
                  <a:pt x="94665" y="87607"/>
                </a:lnTo>
                <a:lnTo>
                  <a:pt x="94947" y="87775"/>
                </a:lnTo>
                <a:lnTo>
                  <a:pt x="95251" y="87934"/>
                </a:lnTo>
                <a:lnTo>
                  <a:pt x="95585" y="88078"/>
                </a:lnTo>
                <a:lnTo>
                  <a:pt x="95950" y="88209"/>
                </a:lnTo>
                <a:lnTo>
                  <a:pt x="96345" y="88326"/>
                </a:lnTo>
                <a:lnTo>
                  <a:pt x="96770" y="88429"/>
                </a:lnTo>
                <a:lnTo>
                  <a:pt x="97226" y="88519"/>
                </a:lnTo>
                <a:lnTo>
                  <a:pt x="97712" y="88595"/>
                </a:lnTo>
                <a:lnTo>
                  <a:pt x="98228" y="88657"/>
                </a:lnTo>
                <a:lnTo>
                  <a:pt x="98774" y="88705"/>
                </a:lnTo>
                <a:lnTo>
                  <a:pt x="99351" y="88739"/>
                </a:lnTo>
                <a:lnTo>
                  <a:pt x="99959" y="88760"/>
                </a:lnTo>
                <a:lnTo>
                  <a:pt x="100596" y="88767"/>
                </a:lnTo>
                <a:lnTo>
                  <a:pt x="100596" y="91138"/>
                </a:lnTo>
                <a:lnTo>
                  <a:pt x="71579" y="91138"/>
                </a:lnTo>
                <a:lnTo>
                  <a:pt x="71579" y="88767"/>
                </a:lnTo>
                <a:lnTo>
                  <a:pt x="72799" y="88767"/>
                </a:lnTo>
                <a:lnTo>
                  <a:pt x="73419" y="88757"/>
                </a:lnTo>
                <a:lnTo>
                  <a:pt x="74015" y="88726"/>
                </a:lnTo>
                <a:lnTo>
                  <a:pt x="74588" y="88675"/>
                </a:lnTo>
                <a:lnTo>
                  <a:pt x="75139" y="88604"/>
                </a:lnTo>
                <a:lnTo>
                  <a:pt x="75665" y="88512"/>
                </a:lnTo>
                <a:lnTo>
                  <a:pt x="76169" y="88400"/>
                </a:lnTo>
                <a:lnTo>
                  <a:pt x="76650" y="88268"/>
                </a:lnTo>
                <a:lnTo>
                  <a:pt x="77107" y="88115"/>
                </a:lnTo>
                <a:lnTo>
                  <a:pt x="77541" y="87942"/>
                </a:lnTo>
                <a:lnTo>
                  <a:pt x="77952" y="87749"/>
                </a:lnTo>
                <a:lnTo>
                  <a:pt x="78340" y="87535"/>
                </a:lnTo>
                <a:lnTo>
                  <a:pt x="78705" y="87301"/>
                </a:lnTo>
                <a:lnTo>
                  <a:pt x="78945" y="87122"/>
                </a:lnTo>
                <a:lnTo>
                  <a:pt x="79174" y="86927"/>
                </a:lnTo>
                <a:lnTo>
                  <a:pt x="79391" y="86714"/>
                </a:lnTo>
                <a:lnTo>
                  <a:pt x="79597" y="86485"/>
                </a:lnTo>
                <a:lnTo>
                  <a:pt x="79791" y="86239"/>
                </a:lnTo>
                <a:lnTo>
                  <a:pt x="79973" y="85977"/>
                </a:lnTo>
                <a:lnTo>
                  <a:pt x="80144" y="85697"/>
                </a:lnTo>
                <a:lnTo>
                  <a:pt x="80303" y="85401"/>
                </a:lnTo>
                <a:lnTo>
                  <a:pt x="80450" y="85088"/>
                </a:lnTo>
                <a:lnTo>
                  <a:pt x="80586" y="84758"/>
                </a:lnTo>
                <a:lnTo>
                  <a:pt x="80711" y="84411"/>
                </a:lnTo>
                <a:lnTo>
                  <a:pt x="80824" y="84048"/>
                </a:lnTo>
                <a:lnTo>
                  <a:pt x="80865" y="83840"/>
                </a:lnTo>
                <a:lnTo>
                  <a:pt x="80902" y="83575"/>
                </a:lnTo>
                <a:lnTo>
                  <a:pt x="80936" y="83255"/>
                </a:lnTo>
                <a:lnTo>
                  <a:pt x="80966" y="82879"/>
                </a:lnTo>
                <a:lnTo>
                  <a:pt x="80993" y="82448"/>
                </a:lnTo>
                <a:lnTo>
                  <a:pt x="81016" y="81960"/>
                </a:lnTo>
                <a:lnTo>
                  <a:pt x="81036" y="81417"/>
                </a:lnTo>
                <a:lnTo>
                  <a:pt x="81052" y="80818"/>
                </a:lnTo>
                <a:lnTo>
                  <a:pt x="81064" y="80163"/>
                </a:lnTo>
                <a:lnTo>
                  <a:pt x="81073" y="79452"/>
                </a:lnTo>
                <a:lnTo>
                  <a:pt x="81079" y="78685"/>
                </a:lnTo>
                <a:lnTo>
                  <a:pt x="81080" y="77863"/>
                </a:lnTo>
                <a:lnTo>
                  <a:pt x="81080" y="52739"/>
                </a:lnTo>
                <a:lnTo>
                  <a:pt x="81068" y="51578"/>
                </a:lnTo>
                <a:lnTo>
                  <a:pt x="81032" y="50476"/>
                </a:lnTo>
                <a:lnTo>
                  <a:pt x="80972" y="49431"/>
                </a:lnTo>
                <a:lnTo>
                  <a:pt x="80888" y="48446"/>
                </a:lnTo>
                <a:lnTo>
                  <a:pt x="80779" y="47518"/>
                </a:lnTo>
                <a:lnTo>
                  <a:pt x="80647" y="46650"/>
                </a:lnTo>
                <a:lnTo>
                  <a:pt x="80490" y="45839"/>
                </a:lnTo>
                <a:lnTo>
                  <a:pt x="80310" y="45087"/>
                </a:lnTo>
                <a:lnTo>
                  <a:pt x="80105" y="44394"/>
                </a:lnTo>
                <a:lnTo>
                  <a:pt x="79877" y="43759"/>
                </a:lnTo>
                <a:lnTo>
                  <a:pt x="79624" y="43183"/>
                </a:lnTo>
                <a:lnTo>
                  <a:pt x="79347" y="42665"/>
                </a:lnTo>
                <a:lnTo>
                  <a:pt x="78909" y="42013"/>
                </a:lnTo>
                <a:lnTo>
                  <a:pt x="78429" y="41418"/>
                </a:lnTo>
                <a:lnTo>
                  <a:pt x="77907" y="40879"/>
                </a:lnTo>
                <a:lnTo>
                  <a:pt x="77343" y="40397"/>
                </a:lnTo>
                <a:lnTo>
                  <a:pt x="76737" y="39972"/>
                </a:lnTo>
                <a:lnTo>
                  <a:pt x="76089" y="39604"/>
                </a:lnTo>
                <a:lnTo>
                  <a:pt x="75399" y="39292"/>
                </a:lnTo>
                <a:lnTo>
                  <a:pt x="74668" y="39037"/>
                </a:lnTo>
                <a:lnTo>
                  <a:pt x="73894" y="38838"/>
                </a:lnTo>
                <a:lnTo>
                  <a:pt x="73079" y="38696"/>
                </a:lnTo>
                <a:lnTo>
                  <a:pt x="72222" y="38611"/>
                </a:lnTo>
                <a:lnTo>
                  <a:pt x="71322" y="38583"/>
                </a:lnTo>
                <a:lnTo>
                  <a:pt x="70755" y="38595"/>
                </a:lnTo>
                <a:lnTo>
                  <a:pt x="70187" y="38630"/>
                </a:lnTo>
                <a:lnTo>
                  <a:pt x="69619" y="38689"/>
                </a:lnTo>
                <a:lnTo>
                  <a:pt x="69051" y="38771"/>
                </a:lnTo>
                <a:lnTo>
                  <a:pt x="68481" y="38877"/>
                </a:lnTo>
                <a:lnTo>
                  <a:pt x="67912" y="39006"/>
                </a:lnTo>
                <a:lnTo>
                  <a:pt x="67342" y="39158"/>
                </a:lnTo>
                <a:lnTo>
                  <a:pt x="66772" y="39334"/>
                </a:lnTo>
                <a:lnTo>
                  <a:pt x="66201" y="39534"/>
                </a:lnTo>
                <a:lnTo>
                  <a:pt x="65629" y="39757"/>
                </a:lnTo>
                <a:lnTo>
                  <a:pt x="65058" y="40004"/>
                </a:lnTo>
                <a:lnTo>
                  <a:pt x="64485" y="40274"/>
                </a:lnTo>
                <a:lnTo>
                  <a:pt x="63903" y="40575"/>
                </a:lnTo>
                <a:lnTo>
                  <a:pt x="63301" y="40917"/>
                </a:lnTo>
                <a:lnTo>
                  <a:pt x="62678" y="41299"/>
                </a:lnTo>
                <a:lnTo>
                  <a:pt x="62035" y="41722"/>
                </a:lnTo>
                <a:lnTo>
                  <a:pt x="61373" y="42185"/>
                </a:lnTo>
                <a:lnTo>
                  <a:pt x="60690" y="42688"/>
                </a:lnTo>
                <a:lnTo>
                  <a:pt x="59987" y="43232"/>
                </a:lnTo>
                <a:lnTo>
                  <a:pt x="59264" y="43815"/>
                </a:lnTo>
                <a:lnTo>
                  <a:pt x="58521" y="44440"/>
                </a:lnTo>
                <a:lnTo>
                  <a:pt x="57758" y="45104"/>
                </a:lnTo>
                <a:lnTo>
                  <a:pt x="56975" y="45809"/>
                </a:lnTo>
                <a:lnTo>
                  <a:pt x="56172" y="46554"/>
                </a:lnTo>
                <a:lnTo>
                  <a:pt x="56044" y="47255"/>
                </a:lnTo>
                <a:lnTo>
                  <a:pt x="56172" y="49997"/>
                </a:lnTo>
                <a:lnTo>
                  <a:pt x="56172" y="77863"/>
                </a:lnTo>
                <a:lnTo>
                  <a:pt x="56177" y="78831"/>
                </a:lnTo>
                <a:lnTo>
                  <a:pt x="56191" y="79736"/>
                </a:lnTo>
                <a:lnTo>
                  <a:pt x="56214" y="80577"/>
                </a:lnTo>
                <a:lnTo>
                  <a:pt x="56247" y="81356"/>
                </a:lnTo>
                <a:lnTo>
                  <a:pt x="56289" y="82072"/>
                </a:lnTo>
                <a:lnTo>
                  <a:pt x="56341" y="82726"/>
                </a:lnTo>
                <a:lnTo>
                  <a:pt x="56401" y="83316"/>
                </a:lnTo>
                <a:lnTo>
                  <a:pt x="56472" y="83843"/>
                </a:lnTo>
                <a:lnTo>
                  <a:pt x="56551" y="84308"/>
                </a:lnTo>
                <a:lnTo>
                  <a:pt x="56640" y="84709"/>
                </a:lnTo>
                <a:lnTo>
                  <a:pt x="56738" y="85048"/>
                </a:lnTo>
                <a:lnTo>
                  <a:pt x="56846" y="85324"/>
                </a:lnTo>
                <a:lnTo>
                  <a:pt x="56967" y="85565"/>
                </a:lnTo>
                <a:lnTo>
                  <a:pt x="57104" y="85799"/>
                </a:lnTo>
                <a:lnTo>
                  <a:pt x="57257" y="86027"/>
                </a:lnTo>
                <a:lnTo>
                  <a:pt x="57427" y="86248"/>
                </a:lnTo>
                <a:lnTo>
                  <a:pt x="57614" y="86463"/>
                </a:lnTo>
                <a:lnTo>
                  <a:pt x="57817" y="86671"/>
                </a:lnTo>
                <a:lnTo>
                  <a:pt x="58037" y="86872"/>
                </a:lnTo>
                <a:lnTo>
                  <a:pt x="58273" y="87067"/>
                </a:lnTo>
                <a:lnTo>
                  <a:pt x="58525" y="87255"/>
                </a:lnTo>
                <a:lnTo>
                  <a:pt x="58794" y="87436"/>
                </a:lnTo>
                <a:lnTo>
                  <a:pt x="59080" y="87611"/>
                </a:lnTo>
                <a:lnTo>
                  <a:pt x="59382" y="87779"/>
                </a:lnTo>
                <a:lnTo>
                  <a:pt x="59710" y="87937"/>
                </a:lnTo>
                <a:lnTo>
                  <a:pt x="60076" y="88081"/>
                </a:lnTo>
                <a:lnTo>
                  <a:pt x="60477" y="88211"/>
                </a:lnTo>
                <a:lnTo>
                  <a:pt x="60915" y="88328"/>
                </a:lnTo>
                <a:lnTo>
                  <a:pt x="61390" y="88431"/>
                </a:lnTo>
                <a:lnTo>
                  <a:pt x="61902" y="88520"/>
                </a:lnTo>
                <a:lnTo>
                  <a:pt x="62449" y="88595"/>
                </a:lnTo>
                <a:lnTo>
                  <a:pt x="63034" y="88657"/>
                </a:lnTo>
                <a:lnTo>
                  <a:pt x="63655" y="88705"/>
                </a:lnTo>
                <a:lnTo>
                  <a:pt x="64313" y="88739"/>
                </a:lnTo>
                <a:lnTo>
                  <a:pt x="65007" y="88760"/>
                </a:lnTo>
                <a:lnTo>
                  <a:pt x="65737" y="88767"/>
                </a:lnTo>
                <a:lnTo>
                  <a:pt x="65737" y="91138"/>
                </a:lnTo>
                <a:lnTo>
                  <a:pt x="36014" y="91138"/>
                </a:lnTo>
                <a:lnTo>
                  <a:pt x="36014" y="88767"/>
                </a:lnTo>
                <a:lnTo>
                  <a:pt x="36806" y="88759"/>
                </a:lnTo>
                <a:lnTo>
                  <a:pt x="37556" y="88735"/>
                </a:lnTo>
                <a:lnTo>
                  <a:pt x="38263" y="88695"/>
                </a:lnTo>
                <a:lnTo>
                  <a:pt x="38928" y="88639"/>
                </a:lnTo>
                <a:lnTo>
                  <a:pt x="39551" y="88567"/>
                </a:lnTo>
                <a:lnTo>
                  <a:pt x="40131" y="88480"/>
                </a:lnTo>
                <a:lnTo>
                  <a:pt x="40669" y="88376"/>
                </a:lnTo>
                <a:lnTo>
                  <a:pt x="41164" y="88257"/>
                </a:lnTo>
                <a:lnTo>
                  <a:pt x="41617" y="88121"/>
                </a:lnTo>
                <a:lnTo>
                  <a:pt x="42028" y="87970"/>
                </a:lnTo>
                <a:lnTo>
                  <a:pt x="42397" y="87802"/>
                </a:lnTo>
                <a:lnTo>
                  <a:pt x="42723" y="87619"/>
                </a:lnTo>
                <a:lnTo>
                  <a:pt x="43020" y="87420"/>
                </a:lnTo>
                <a:lnTo>
                  <a:pt x="43301" y="87205"/>
                </a:lnTo>
                <a:lnTo>
                  <a:pt x="43567" y="86974"/>
                </a:lnTo>
                <a:lnTo>
                  <a:pt x="43818" y="86726"/>
                </a:lnTo>
                <a:lnTo>
                  <a:pt x="44052" y="86463"/>
                </a:lnTo>
                <a:lnTo>
                  <a:pt x="44272" y="86185"/>
                </a:lnTo>
                <a:lnTo>
                  <a:pt x="44475" y="85890"/>
                </a:lnTo>
                <a:lnTo>
                  <a:pt x="44663" y="85579"/>
                </a:lnTo>
                <a:lnTo>
                  <a:pt x="44835" y="85252"/>
                </a:lnTo>
                <a:lnTo>
                  <a:pt x="44992" y="84909"/>
                </a:lnTo>
                <a:lnTo>
                  <a:pt x="45133" y="84551"/>
                </a:lnTo>
                <a:lnTo>
                  <a:pt x="45259" y="84176"/>
                </a:lnTo>
                <a:lnTo>
                  <a:pt x="45310" y="83966"/>
                </a:lnTo>
                <a:lnTo>
                  <a:pt x="45357" y="83699"/>
                </a:lnTo>
                <a:lnTo>
                  <a:pt x="45399" y="83375"/>
                </a:lnTo>
                <a:lnTo>
                  <a:pt x="45437" y="82992"/>
                </a:lnTo>
                <a:lnTo>
                  <a:pt x="45470" y="82552"/>
                </a:lnTo>
                <a:lnTo>
                  <a:pt x="45499" y="82055"/>
                </a:lnTo>
                <a:lnTo>
                  <a:pt x="45524" y="81500"/>
                </a:lnTo>
                <a:lnTo>
                  <a:pt x="45544" y="80888"/>
                </a:lnTo>
                <a:lnTo>
                  <a:pt x="45560" y="80218"/>
                </a:lnTo>
                <a:lnTo>
                  <a:pt x="45571" y="79491"/>
                </a:lnTo>
                <a:lnTo>
                  <a:pt x="45577" y="78706"/>
                </a:lnTo>
                <a:lnTo>
                  <a:pt x="45580" y="77863"/>
                </a:lnTo>
                <a:lnTo>
                  <a:pt x="45580" y="52739"/>
                </a:lnTo>
                <a:lnTo>
                  <a:pt x="45565" y="51577"/>
                </a:lnTo>
                <a:lnTo>
                  <a:pt x="45521" y="50470"/>
                </a:lnTo>
                <a:lnTo>
                  <a:pt x="45447" y="49419"/>
                </a:lnTo>
                <a:lnTo>
                  <a:pt x="45344" y="48424"/>
                </a:lnTo>
                <a:lnTo>
                  <a:pt x="45212" y="47485"/>
                </a:lnTo>
                <a:lnTo>
                  <a:pt x="45050" y="46602"/>
                </a:lnTo>
                <a:lnTo>
                  <a:pt x="44859" y="45774"/>
                </a:lnTo>
                <a:lnTo>
                  <a:pt x="44638" y="45002"/>
                </a:lnTo>
                <a:lnTo>
                  <a:pt x="44388" y="44286"/>
                </a:lnTo>
                <a:lnTo>
                  <a:pt x="44108" y="43626"/>
                </a:lnTo>
                <a:lnTo>
                  <a:pt x="43799" y="43021"/>
                </a:lnTo>
                <a:lnTo>
                  <a:pt x="43461" y="42473"/>
                </a:lnTo>
                <a:lnTo>
                  <a:pt x="42975" y="41821"/>
                </a:lnTo>
                <a:lnTo>
                  <a:pt x="42457" y="41225"/>
                </a:lnTo>
                <a:lnTo>
                  <a:pt x="41908" y="40687"/>
                </a:lnTo>
                <a:lnTo>
                  <a:pt x="41328" y="40205"/>
                </a:lnTo>
                <a:lnTo>
                  <a:pt x="40717" y="39780"/>
                </a:lnTo>
                <a:lnTo>
                  <a:pt x="40075" y="39411"/>
                </a:lnTo>
                <a:lnTo>
                  <a:pt x="39401" y="39099"/>
                </a:lnTo>
                <a:lnTo>
                  <a:pt x="38696" y="38844"/>
                </a:lnTo>
                <a:lnTo>
                  <a:pt x="37960" y="38646"/>
                </a:lnTo>
                <a:lnTo>
                  <a:pt x="37193" y="38504"/>
                </a:lnTo>
                <a:lnTo>
                  <a:pt x="36395" y="38419"/>
                </a:lnTo>
                <a:lnTo>
                  <a:pt x="35565" y="38391"/>
                </a:lnTo>
                <a:lnTo>
                  <a:pt x="34988" y="38404"/>
                </a:lnTo>
                <a:lnTo>
                  <a:pt x="34411" y="38442"/>
                </a:lnTo>
                <a:lnTo>
                  <a:pt x="33836" y="38506"/>
                </a:lnTo>
                <a:lnTo>
                  <a:pt x="33261" y="38596"/>
                </a:lnTo>
                <a:lnTo>
                  <a:pt x="32687" y="38712"/>
                </a:lnTo>
                <a:lnTo>
                  <a:pt x="32114" y="38853"/>
                </a:lnTo>
                <a:lnTo>
                  <a:pt x="31542" y="39020"/>
                </a:lnTo>
                <a:lnTo>
                  <a:pt x="30971" y="39212"/>
                </a:lnTo>
                <a:lnTo>
                  <a:pt x="30401" y="39431"/>
                </a:lnTo>
                <a:lnTo>
                  <a:pt x="29832" y="39675"/>
                </a:lnTo>
                <a:lnTo>
                  <a:pt x="29263" y="39944"/>
                </a:lnTo>
                <a:lnTo>
                  <a:pt x="28696" y="40239"/>
                </a:lnTo>
                <a:lnTo>
                  <a:pt x="27825" y="40712"/>
                </a:lnTo>
                <a:lnTo>
                  <a:pt x="26988" y="41194"/>
                </a:lnTo>
                <a:lnTo>
                  <a:pt x="26184" y="41686"/>
                </a:lnTo>
                <a:lnTo>
                  <a:pt x="25415" y="42188"/>
                </a:lnTo>
                <a:lnTo>
                  <a:pt x="24679" y="42699"/>
                </a:lnTo>
                <a:lnTo>
                  <a:pt x="23977" y="43221"/>
                </a:lnTo>
                <a:lnTo>
                  <a:pt x="23310" y="43752"/>
                </a:lnTo>
                <a:lnTo>
                  <a:pt x="22676" y="44292"/>
                </a:lnTo>
                <a:lnTo>
                  <a:pt x="22076" y="44843"/>
                </a:lnTo>
                <a:lnTo>
                  <a:pt x="21509" y="45403"/>
                </a:lnTo>
                <a:lnTo>
                  <a:pt x="20977" y="45973"/>
                </a:lnTo>
                <a:lnTo>
                  <a:pt x="20479" y="46552"/>
                </a:lnTo>
                <a:lnTo>
                  <a:pt x="20479" y="77863"/>
                </a:lnTo>
                <a:lnTo>
                  <a:pt x="20484" y="78792"/>
                </a:lnTo>
                <a:lnTo>
                  <a:pt x="20501" y="79664"/>
                </a:lnTo>
                <a:lnTo>
                  <a:pt x="20529" y="80481"/>
                </a:lnTo>
                <a:lnTo>
                  <a:pt x="20568" y="81242"/>
                </a:lnTo>
                <a:lnTo>
                  <a:pt x="20618" y="81948"/>
                </a:lnTo>
                <a:lnTo>
                  <a:pt x="20679" y="82597"/>
                </a:lnTo>
                <a:lnTo>
                  <a:pt x="20752" y="83191"/>
                </a:lnTo>
                <a:lnTo>
                  <a:pt x="20835" y="83729"/>
                </a:lnTo>
                <a:lnTo>
                  <a:pt x="20930" y="84212"/>
                </a:lnTo>
                <a:lnTo>
                  <a:pt x="21036" y="84638"/>
                </a:lnTo>
                <a:lnTo>
                  <a:pt x="21153" y="85009"/>
                </a:lnTo>
                <a:lnTo>
                  <a:pt x="21281" y="85324"/>
                </a:lnTo>
                <a:lnTo>
                  <a:pt x="21420" y="85605"/>
                </a:lnTo>
                <a:lnTo>
                  <a:pt x="21570" y="85873"/>
                </a:lnTo>
                <a:lnTo>
                  <a:pt x="21731" y="86130"/>
                </a:lnTo>
                <a:lnTo>
                  <a:pt x="21902" y="86375"/>
                </a:lnTo>
                <a:lnTo>
                  <a:pt x="22084" y="86608"/>
                </a:lnTo>
                <a:lnTo>
                  <a:pt x="22276" y="86829"/>
                </a:lnTo>
                <a:lnTo>
                  <a:pt x="22480" y="87039"/>
                </a:lnTo>
                <a:lnTo>
                  <a:pt x="22693" y="87236"/>
                </a:lnTo>
                <a:lnTo>
                  <a:pt x="22918" y="87421"/>
                </a:lnTo>
                <a:lnTo>
                  <a:pt x="23154" y="87595"/>
                </a:lnTo>
                <a:lnTo>
                  <a:pt x="23400" y="87756"/>
                </a:lnTo>
                <a:lnTo>
                  <a:pt x="23656" y="87906"/>
                </a:lnTo>
                <a:lnTo>
                  <a:pt x="23941" y="88043"/>
                </a:lnTo>
                <a:lnTo>
                  <a:pt x="24271" y="88169"/>
                </a:lnTo>
                <a:lnTo>
                  <a:pt x="24645" y="88282"/>
                </a:lnTo>
                <a:lnTo>
                  <a:pt x="25065" y="88384"/>
                </a:lnTo>
                <a:lnTo>
                  <a:pt x="25530" y="88474"/>
                </a:lnTo>
                <a:lnTo>
                  <a:pt x="26040" y="88551"/>
                </a:lnTo>
                <a:lnTo>
                  <a:pt x="26595" y="88617"/>
                </a:lnTo>
                <a:lnTo>
                  <a:pt x="27194" y="88671"/>
                </a:lnTo>
                <a:lnTo>
                  <a:pt x="27839" y="88713"/>
                </a:lnTo>
                <a:lnTo>
                  <a:pt x="28529" y="88743"/>
                </a:lnTo>
                <a:lnTo>
                  <a:pt x="29264" y="88761"/>
                </a:lnTo>
                <a:lnTo>
                  <a:pt x="30044" y="88767"/>
                </a:lnTo>
                <a:lnTo>
                  <a:pt x="30044" y="91138"/>
                </a:lnTo>
                <a:lnTo>
                  <a:pt x="963" y="91138"/>
                </a:lnTo>
                <a:lnTo>
                  <a:pt x="963" y="88767"/>
                </a:lnTo>
                <a:lnTo>
                  <a:pt x="1620" y="88761"/>
                </a:lnTo>
                <a:lnTo>
                  <a:pt x="2243" y="88743"/>
                </a:lnTo>
                <a:lnTo>
                  <a:pt x="2833" y="88713"/>
                </a:lnTo>
                <a:lnTo>
                  <a:pt x="3388" y="88671"/>
                </a:lnTo>
                <a:lnTo>
                  <a:pt x="3910" y="88617"/>
                </a:lnTo>
                <a:lnTo>
                  <a:pt x="4397" y="88551"/>
                </a:lnTo>
                <a:lnTo>
                  <a:pt x="4851" y="88473"/>
                </a:lnTo>
                <a:lnTo>
                  <a:pt x="5271" y="88383"/>
                </a:lnTo>
                <a:lnTo>
                  <a:pt x="5657" y="88281"/>
                </a:lnTo>
                <a:lnTo>
                  <a:pt x="6010" y="88167"/>
                </a:lnTo>
                <a:lnTo>
                  <a:pt x="6328" y="88041"/>
                </a:lnTo>
                <a:lnTo>
                  <a:pt x="6612" y="87903"/>
                </a:lnTo>
                <a:lnTo>
                  <a:pt x="6874" y="87753"/>
                </a:lnTo>
                <a:lnTo>
                  <a:pt x="7126" y="87587"/>
                </a:lnTo>
                <a:lnTo>
                  <a:pt x="7367" y="87408"/>
                </a:lnTo>
                <a:lnTo>
                  <a:pt x="7597" y="87214"/>
                </a:lnTo>
                <a:lnTo>
                  <a:pt x="7816" y="87006"/>
                </a:lnTo>
                <a:lnTo>
                  <a:pt x="8025" y="86784"/>
                </a:lnTo>
                <a:lnTo>
                  <a:pt x="8223" y="86548"/>
                </a:lnTo>
                <a:lnTo>
                  <a:pt x="8410" y="86298"/>
                </a:lnTo>
                <a:lnTo>
                  <a:pt x="8586" y="86033"/>
                </a:lnTo>
                <a:lnTo>
                  <a:pt x="8752" y="85754"/>
                </a:lnTo>
                <a:lnTo>
                  <a:pt x="8907" y="85461"/>
                </a:lnTo>
                <a:lnTo>
                  <a:pt x="9052" y="85154"/>
                </a:lnTo>
                <a:lnTo>
                  <a:pt x="9185" y="84814"/>
                </a:lnTo>
                <a:lnTo>
                  <a:pt x="9307" y="84426"/>
                </a:lnTo>
                <a:lnTo>
                  <a:pt x="9417" y="83988"/>
                </a:lnTo>
                <a:lnTo>
                  <a:pt x="9515" y="83501"/>
                </a:lnTo>
                <a:lnTo>
                  <a:pt x="9602" y="82965"/>
                </a:lnTo>
                <a:lnTo>
                  <a:pt x="9678" y="82380"/>
                </a:lnTo>
                <a:lnTo>
                  <a:pt x="9741" y="81745"/>
                </a:lnTo>
                <a:lnTo>
                  <a:pt x="9794" y="81061"/>
                </a:lnTo>
                <a:lnTo>
                  <a:pt x="9834" y="80327"/>
                </a:lnTo>
                <a:lnTo>
                  <a:pt x="9863" y="79544"/>
                </a:lnTo>
                <a:lnTo>
                  <a:pt x="9880" y="78712"/>
                </a:lnTo>
                <a:lnTo>
                  <a:pt x="9886" y="77831"/>
                </a:lnTo>
                <a:lnTo>
                  <a:pt x="9886" y="55449"/>
                </a:lnTo>
                <a:lnTo>
                  <a:pt x="9882" y="53887"/>
                </a:lnTo>
                <a:lnTo>
                  <a:pt x="9870" y="52420"/>
                </a:lnTo>
                <a:lnTo>
                  <a:pt x="9850" y="51048"/>
                </a:lnTo>
                <a:lnTo>
                  <a:pt x="9822" y="49771"/>
                </a:lnTo>
                <a:lnTo>
                  <a:pt x="9786" y="48590"/>
                </a:lnTo>
                <a:lnTo>
                  <a:pt x="9742" y="47503"/>
                </a:lnTo>
                <a:lnTo>
                  <a:pt x="9690" y="46511"/>
                </a:lnTo>
                <a:lnTo>
                  <a:pt x="9629" y="45615"/>
                </a:lnTo>
                <a:lnTo>
                  <a:pt x="9561" y="44813"/>
                </a:lnTo>
                <a:lnTo>
                  <a:pt x="9485" y="44107"/>
                </a:lnTo>
                <a:lnTo>
                  <a:pt x="9401" y="43496"/>
                </a:lnTo>
                <a:lnTo>
                  <a:pt x="9309" y="42979"/>
                </a:lnTo>
                <a:lnTo>
                  <a:pt x="9230" y="42637"/>
                </a:lnTo>
                <a:lnTo>
                  <a:pt x="9144" y="42312"/>
                </a:lnTo>
                <a:lnTo>
                  <a:pt x="9052" y="42006"/>
                </a:lnTo>
                <a:lnTo>
                  <a:pt x="8952" y="41718"/>
                </a:lnTo>
                <a:lnTo>
                  <a:pt x="8845" y="41448"/>
                </a:lnTo>
                <a:lnTo>
                  <a:pt x="8731" y="41196"/>
                </a:lnTo>
                <a:lnTo>
                  <a:pt x="8609" y="40963"/>
                </a:lnTo>
                <a:lnTo>
                  <a:pt x="8481" y="40748"/>
                </a:lnTo>
                <a:lnTo>
                  <a:pt x="8346" y="40551"/>
                </a:lnTo>
                <a:lnTo>
                  <a:pt x="8203" y="40372"/>
                </a:lnTo>
                <a:lnTo>
                  <a:pt x="8053" y="40212"/>
                </a:lnTo>
                <a:lnTo>
                  <a:pt x="7896" y="40069"/>
                </a:lnTo>
                <a:lnTo>
                  <a:pt x="7731" y="39942"/>
                </a:lnTo>
                <a:lnTo>
                  <a:pt x="7556" y="39825"/>
                </a:lnTo>
                <a:lnTo>
                  <a:pt x="7371" y="39720"/>
                </a:lnTo>
                <a:lnTo>
                  <a:pt x="7176" y="39625"/>
                </a:lnTo>
                <a:lnTo>
                  <a:pt x="6971" y="39542"/>
                </a:lnTo>
                <a:lnTo>
                  <a:pt x="6757" y="39470"/>
                </a:lnTo>
                <a:lnTo>
                  <a:pt x="6532" y="39409"/>
                </a:lnTo>
                <a:lnTo>
                  <a:pt x="6298" y="39359"/>
                </a:lnTo>
                <a:lnTo>
                  <a:pt x="6055" y="39320"/>
                </a:lnTo>
                <a:lnTo>
                  <a:pt x="5801" y="39292"/>
                </a:lnTo>
                <a:lnTo>
                  <a:pt x="5537" y="39276"/>
                </a:lnTo>
                <a:lnTo>
                  <a:pt x="5264" y="39270"/>
                </a:lnTo>
                <a:lnTo>
                  <a:pt x="4960" y="39277"/>
                </a:lnTo>
                <a:lnTo>
                  <a:pt x="4645" y="39297"/>
                </a:lnTo>
                <a:lnTo>
                  <a:pt x="4321" y="39330"/>
                </a:lnTo>
                <a:lnTo>
                  <a:pt x="3987" y="39377"/>
                </a:lnTo>
                <a:lnTo>
                  <a:pt x="3644" y="39437"/>
                </a:lnTo>
                <a:lnTo>
                  <a:pt x="3290" y="39510"/>
                </a:lnTo>
                <a:lnTo>
                  <a:pt x="2927" y="39597"/>
                </a:lnTo>
                <a:lnTo>
                  <a:pt x="2554" y="39696"/>
                </a:lnTo>
                <a:lnTo>
                  <a:pt x="2171" y="39810"/>
                </a:lnTo>
                <a:lnTo>
                  <a:pt x="1778" y="39936"/>
                </a:lnTo>
                <a:lnTo>
                  <a:pt x="1375" y="40076"/>
                </a:lnTo>
                <a:lnTo>
                  <a:pt x="963" y="40229"/>
                </a:lnTo>
                <a:lnTo>
                  <a:pt x="0" y="37926"/>
                </a:lnTo>
                <a:lnTo>
                  <a:pt x="17718" y="30764"/>
                </a:lnTo>
                <a:lnTo>
                  <a:pt x="20479" y="30764"/>
                </a:lnTo>
                <a:lnTo>
                  <a:pt x="20479" y="43262"/>
                </a:lnTo>
                <a:close/>
                <a:moveTo>
                  <a:pt x="125500" y="0"/>
                </a:moveTo>
                <a:lnTo>
                  <a:pt x="125500" y="77815"/>
                </a:lnTo>
                <a:lnTo>
                  <a:pt x="125506" y="78707"/>
                </a:lnTo>
                <a:lnTo>
                  <a:pt x="125522" y="79548"/>
                </a:lnTo>
                <a:lnTo>
                  <a:pt x="125550" y="80337"/>
                </a:lnTo>
                <a:lnTo>
                  <a:pt x="125589" y="81074"/>
                </a:lnTo>
                <a:lnTo>
                  <a:pt x="125639" y="81760"/>
                </a:lnTo>
                <a:lnTo>
                  <a:pt x="125701" y="82395"/>
                </a:lnTo>
                <a:lnTo>
                  <a:pt x="125773" y="82977"/>
                </a:lnTo>
                <a:lnTo>
                  <a:pt x="125857" y="83509"/>
                </a:lnTo>
                <a:lnTo>
                  <a:pt x="125952" y="83988"/>
                </a:lnTo>
                <a:lnTo>
                  <a:pt x="126057" y="84416"/>
                </a:lnTo>
                <a:lnTo>
                  <a:pt x="126174" y="84793"/>
                </a:lnTo>
                <a:lnTo>
                  <a:pt x="126303" y="85118"/>
                </a:lnTo>
                <a:lnTo>
                  <a:pt x="126442" y="85410"/>
                </a:lnTo>
                <a:lnTo>
                  <a:pt x="126594" y="85691"/>
                </a:lnTo>
                <a:lnTo>
                  <a:pt x="126758" y="85960"/>
                </a:lnTo>
                <a:lnTo>
                  <a:pt x="126934" y="86217"/>
                </a:lnTo>
                <a:lnTo>
                  <a:pt x="127122" y="86461"/>
                </a:lnTo>
                <a:lnTo>
                  <a:pt x="127322" y="86694"/>
                </a:lnTo>
                <a:lnTo>
                  <a:pt x="127534" y="86915"/>
                </a:lnTo>
                <a:lnTo>
                  <a:pt x="127758" y="87124"/>
                </a:lnTo>
                <a:lnTo>
                  <a:pt x="127994" y="87321"/>
                </a:lnTo>
                <a:lnTo>
                  <a:pt x="128242" y="87506"/>
                </a:lnTo>
                <a:lnTo>
                  <a:pt x="128502" y="87679"/>
                </a:lnTo>
                <a:lnTo>
                  <a:pt x="128774" y="87839"/>
                </a:lnTo>
                <a:lnTo>
                  <a:pt x="129072" y="87988"/>
                </a:lnTo>
                <a:lnTo>
                  <a:pt x="129411" y="88123"/>
                </a:lnTo>
                <a:lnTo>
                  <a:pt x="129789" y="88245"/>
                </a:lnTo>
                <a:lnTo>
                  <a:pt x="130208" y="88355"/>
                </a:lnTo>
                <a:lnTo>
                  <a:pt x="130667" y="88451"/>
                </a:lnTo>
                <a:lnTo>
                  <a:pt x="131165" y="88535"/>
                </a:lnTo>
                <a:lnTo>
                  <a:pt x="131704" y="88606"/>
                </a:lnTo>
                <a:lnTo>
                  <a:pt x="132284" y="88664"/>
                </a:lnTo>
                <a:lnTo>
                  <a:pt x="132903" y="88709"/>
                </a:lnTo>
                <a:lnTo>
                  <a:pt x="133562" y="88741"/>
                </a:lnTo>
                <a:lnTo>
                  <a:pt x="134262" y="88760"/>
                </a:lnTo>
                <a:lnTo>
                  <a:pt x="135001" y="88767"/>
                </a:lnTo>
                <a:lnTo>
                  <a:pt x="135001" y="91138"/>
                </a:lnTo>
                <a:lnTo>
                  <a:pt x="106177" y="91138"/>
                </a:lnTo>
                <a:lnTo>
                  <a:pt x="106177" y="88767"/>
                </a:lnTo>
                <a:lnTo>
                  <a:pt x="106833" y="88761"/>
                </a:lnTo>
                <a:lnTo>
                  <a:pt x="107454" y="88744"/>
                </a:lnTo>
                <a:lnTo>
                  <a:pt x="108039" y="88715"/>
                </a:lnTo>
                <a:lnTo>
                  <a:pt x="108588" y="88674"/>
                </a:lnTo>
                <a:lnTo>
                  <a:pt x="109101" y="88622"/>
                </a:lnTo>
                <a:lnTo>
                  <a:pt x="109579" y="88559"/>
                </a:lnTo>
                <a:lnTo>
                  <a:pt x="110022" y="88484"/>
                </a:lnTo>
                <a:lnTo>
                  <a:pt x="110428" y="88397"/>
                </a:lnTo>
                <a:lnTo>
                  <a:pt x="110799" y="88299"/>
                </a:lnTo>
                <a:lnTo>
                  <a:pt x="111134" y="88190"/>
                </a:lnTo>
                <a:lnTo>
                  <a:pt x="111434" y="88068"/>
                </a:lnTo>
                <a:lnTo>
                  <a:pt x="111698" y="87936"/>
                </a:lnTo>
                <a:lnTo>
                  <a:pt x="111939" y="87789"/>
                </a:lnTo>
                <a:lnTo>
                  <a:pt x="112172" y="87628"/>
                </a:lnTo>
                <a:lnTo>
                  <a:pt x="112396" y="87451"/>
                </a:lnTo>
                <a:lnTo>
                  <a:pt x="112611" y="87259"/>
                </a:lnTo>
                <a:lnTo>
                  <a:pt x="112817" y="87052"/>
                </a:lnTo>
                <a:lnTo>
                  <a:pt x="113014" y="86830"/>
                </a:lnTo>
                <a:lnTo>
                  <a:pt x="113202" y="86593"/>
                </a:lnTo>
                <a:lnTo>
                  <a:pt x="113381" y="86341"/>
                </a:lnTo>
                <a:lnTo>
                  <a:pt x="113552" y="86074"/>
                </a:lnTo>
                <a:lnTo>
                  <a:pt x="113713" y="85792"/>
                </a:lnTo>
                <a:lnTo>
                  <a:pt x="113865" y="85494"/>
                </a:lnTo>
                <a:lnTo>
                  <a:pt x="114009" y="85182"/>
                </a:lnTo>
                <a:lnTo>
                  <a:pt x="114142" y="84837"/>
                </a:lnTo>
                <a:lnTo>
                  <a:pt x="114264" y="84443"/>
                </a:lnTo>
                <a:lnTo>
                  <a:pt x="114374" y="84000"/>
                </a:lnTo>
                <a:lnTo>
                  <a:pt x="114473" y="83509"/>
                </a:lnTo>
                <a:lnTo>
                  <a:pt x="114560" y="82968"/>
                </a:lnTo>
                <a:lnTo>
                  <a:pt x="114635" y="82379"/>
                </a:lnTo>
                <a:lnTo>
                  <a:pt x="114699" y="81740"/>
                </a:lnTo>
                <a:lnTo>
                  <a:pt x="114751" y="81053"/>
                </a:lnTo>
                <a:lnTo>
                  <a:pt x="114791" y="80317"/>
                </a:lnTo>
                <a:lnTo>
                  <a:pt x="114820" y="79532"/>
                </a:lnTo>
                <a:lnTo>
                  <a:pt x="114838" y="78698"/>
                </a:lnTo>
                <a:lnTo>
                  <a:pt x="114843" y="77815"/>
                </a:lnTo>
                <a:lnTo>
                  <a:pt x="114843" y="24529"/>
                </a:lnTo>
                <a:lnTo>
                  <a:pt x="114840" y="22928"/>
                </a:lnTo>
                <a:lnTo>
                  <a:pt x="114831" y="21433"/>
                </a:lnTo>
                <a:lnTo>
                  <a:pt x="114815" y="20044"/>
                </a:lnTo>
                <a:lnTo>
                  <a:pt x="114794" y="18762"/>
                </a:lnTo>
                <a:lnTo>
                  <a:pt x="114765" y="17586"/>
                </a:lnTo>
                <a:lnTo>
                  <a:pt x="114731" y="16516"/>
                </a:lnTo>
                <a:lnTo>
                  <a:pt x="114691" y="15553"/>
                </a:lnTo>
                <a:lnTo>
                  <a:pt x="114644" y="14695"/>
                </a:lnTo>
                <a:lnTo>
                  <a:pt x="114591" y="13945"/>
                </a:lnTo>
                <a:lnTo>
                  <a:pt x="114531" y="13300"/>
                </a:lnTo>
                <a:lnTo>
                  <a:pt x="114466" y="12762"/>
                </a:lnTo>
                <a:lnTo>
                  <a:pt x="114394" y="12330"/>
                </a:lnTo>
                <a:lnTo>
                  <a:pt x="114315" y="11960"/>
                </a:lnTo>
                <a:lnTo>
                  <a:pt x="114229" y="11611"/>
                </a:lnTo>
                <a:lnTo>
                  <a:pt x="114135" y="11282"/>
                </a:lnTo>
                <a:lnTo>
                  <a:pt x="114034" y="10973"/>
                </a:lnTo>
                <a:lnTo>
                  <a:pt x="113925" y="10684"/>
                </a:lnTo>
                <a:lnTo>
                  <a:pt x="113808" y="10415"/>
                </a:lnTo>
                <a:lnTo>
                  <a:pt x="113684" y="10167"/>
                </a:lnTo>
                <a:lnTo>
                  <a:pt x="113552" y="9938"/>
                </a:lnTo>
                <a:lnTo>
                  <a:pt x="113413" y="9729"/>
                </a:lnTo>
                <a:lnTo>
                  <a:pt x="113266" y="9540"/>
                </a:lnTo>
                <a:lnTo>
                  <a:pt x="113112" y="9372"/>
                </a:lnTo>
                <a:lnTo>
                  <a:pt x="112950" y="9223"/>
                </a:lnTo>
                <a:lnTo>
                  <a:pt x="112780" y="9090"/>
                </a:lnTo>
                <a:lnTo>
                  <a:pt x="112603" y="8969"/>
                </a:lnTo>
                <a:lnTo>
                  <a:pt x="112418" y="8859"/>
                </a:lnTo>
                <a:lnTo>
                  <a:pt x="112226" y="8760"/>
                </a:lnTo>
                <a:lnTo>
                  <a:pt x="112026" y="8673"/>
                </a:lnTo>
                <a:lnTo>
                  <a:pt x="111818" y="8598"/>
                </a:lnTo>
                <a:lnTo>
                  <a:pt x="111603" y="8535"/>
                </a:lnTo>
                <a:lnTo>
                  <a:pt x="111380" y="8483"/>
                </a:lnTo>
                <a:lnTo>
                  <a:pt x="111150" y="8442"/>
                </a:lnTo>
                <a:lnTo>
                  <a:pt x="110912" y="8413"/>
                </a:lnTo>
                <a:lnTo>
                  <a:pt x="110667" y="8396"/>
                </a:lnTo>
                <a:lnTo>
                  <a:pt x="110414" y="8390"/>
                </a:lnTo>
                <a:lnTo>
                  <a:pt x="110129" y="8397"/>
                </a:lnTo>
                <a:lnTo>
                  <a:pt x="109833" y="8418"/>
                </a:lnTo>
                <a:lnTo>
                  <a:pt x="109523" y="8454"/>
                </a:lnTo>
                <a:lnTo>
                  <a:pt x="109201" y="8504"/>
                </a:lnTo>
                <a:lnTo>
                  <a:pt x="108867" y="8568"/>
                </a:lnTo>
                <a:lnTo>
                  <a:pt x="108520" y="8646"/>
                </a:lnTo>
                <a:lnTo>
                  <a:pt x="108161" y="8739"/>
                </a:lnTo>
                <a:lnTo>
                  <a:pt x="107789" y="8846"/>
                </a:lnTo>
                <a:lnTo>
                  <a:pt x="107405" y="8967"/>
                </a:lnTo>
                <a:lnTo>
                  <a:pt x="107008" y="9102"/>
                </a:lnTo>
                <a:lnTo>
                  <a:pt x="106599" y="9252"/>
                </a:lnTo>
                <a:lnTo>
                  <a:pt x="106177" y="9415"/>
                </a:lnTo>
                <a:lnTo>
                  <a:pt x="105086" y="7172"/>
                </a:lnTo>
                <a:lnTo>
                  <a:pt x="122611" y="0"/>
                </a:lnTo>
                <a:lnTo>
                  <a:pt x="125500" y="0"/>
                </a:lnTo>
                <a:close/>
                <a:moveTo>
                  <a:pt x="156760" y="0"/>
                </a:moveTo>
                <a:lnTo>
                  <a:pt x="157203" y="13"/>
                </a:lnTo>
                <a:lnTo>
                  <a:pt x="157636" y="53"/>
                </a:lnTo>
                <a:lnTo>
                  <a:pt x="158058" y="119"/>
                </a:lnTo>
                <a:lnTo>
                  <a:pt x="158468" y="211"/>
                </a:lnTo>
                <a:lnTo>
                  <a:pt x="158867" y="330"/>
                </a:lnTo>
                <a:lnTo>
                  <a:pt x="159255" y="475"/>
                </a:lnTo>
                <a:lnTo>
                  <a:pt x="159632" y="647"/>
                </a:lnTo>
                <a:lnTo>
                  <a:pt x="159998" y="845"/>
                </a:lnTo>
                <a:lnTo>
                  <a:pt x="160353" y="1069"/>
                </a:lnTo>
                <a:lnTo>
                  <a:pt x="160696" y="1320"/>
                </a:lnTo>
                <a:lnTo>
                  <a:pt x="161028" y="1597"/>
                </a:lnTo>
                <a:lnTo>
                  <a:pt x="161350" y="1901"/>
                </a:lnTo>
                <a:lnTo>
                  <a:pt x="161652" y="2223"/>
                </a:lnTo>
                <a:lnTo>
                  <a:pt x="161928" y="2556"/>
                </a:lnTo>
                <a:lnTo>
                  <a:pt x="162178" y="2901"/>
                </a:lnTo>
                <a:lnTo>
                  <a:pt x="162402" y="3256"/>
                </a:lnTo>
                <a:lnTo>
                  <a:pt x="162599" y="3623"/>
                </a:lnTo>
                <a:lnTo>
                  <a:pt x="162770" y="4001"/>
                </a:lnTo>
                <a:lnTo>
                  <a:pt x="162915" y="4391"/>
                </a:lnTo>
                <a:lnTo>
                  <a:pt x="163033" y="4791"/>
                </a:lnTo>
                <a:lnTo>
                  <a:pt x="163125" y="5203"/>
                </a:lnTo>
                <a:lnTo>
                  <a:pt x="163191" y="5626"/>
                </a:lnTo>
                <a:lnTo>
                  <a:pt x="163230" y="6060"/>
                </a:lnTo>
                <a:lnTo>
                  <a:pt x="163244" y="6505"/>
                </a:lnTo>
                <a:lnTo>
                  <a:pt x="163230" y="6951"/>
                </a:lnTo>
                <a:lnTo>
                  <a:pt x="163191" y="7386"/>
                </a:lnTo>
                <a:lnTo>
                  <a:pt x="163125" y="7810"/>
                </a:lnTo>
                <a:lnTo>
                  <a:pt x="163033" y="8223"/>
                </a:lnTo>
                <a:lnTo>
                  <a:pt x="162915" y="8626"/>
                </a:lnTo>
                <a:lnTo>
                  <a:pt x="162770" y="9018"/>
                </a:lnTo>
                <a:lnTo>
                  <a:pt x="162599" y="9399"/>
                </a:lnTo>
                <a:lnTo>
                  <a:pt x="162402" y="9770"/>
                </a:lnTo>
                <a:lnTo>
                  <a:pt x="162178" y="10129"/>
                </a:lnTo>
                <a:lnTo>
                  <a:pt x="161928" y="10478"/>
                </a:lnTo>
                <a:lnTo>
                  <a:pt x="161652" y="10816"/>
                </a:lnTo>
                <a:lnTo>
                  <a:pt x="161350" y="11144"/>
                </a:lnTo>
                <a:lnTo>
                  <a:pt x="161028" y="11452"/>
                </a:lnTo>
                <a:lnTo>
                  <a:pt x="160696" y="11734"/>
                </a:lnTo>
                <a:lnTo>
                  <a:pt x="160353" y="11989"/>
                </a:lnTo>
                <a:lnTo>
                  <a:pt x="159998" y="12217"/>
                </a:lnTo>
                <a:lnTo>
                  <a:pt x="159632" y="12418"/>
                </a:lnTo>
                <a:lnTo>
                  <a:pt x="159255" y="12592"/>
                </a:lnTo>
                <a:lnTo>
                  <a:pt x="158867" y="12739"/>
                </a:lnTo>
                <a:lnTo>
                  <a:pt x="158468" y="12860"/>
                </a:lnTo>
                <a:lnTo>
                  <a:pt x="158058" y="12954"/>
                </a:lnTo>
                <a:lnTo>
                  <a:pt x="157636" y="13021"/>
                </a:lnTo>
                <a:lnTo>
                  <a:pt x="157203" y="13061"/>
                </a:lnTo>
                <a:lnTo>
                  <a:pt x="156760" y="13075"/>
                </a:lnTo>
                <a:lnTo>
                  <a:pt x="156316" y="13061"/>
                </a:lnTo>
                <a:lnTo>
                  <a:pt x="155882" y="13021"/>
                </a:lnTo>
                <a:lnTo>
                  <a:pt x="155460" y="12954"/>
                </a:lnTo>
                <a:lnTo>
                  <a:pt x="155048" y="12860"/>
                </a:lnTo>
                <a:lnTo>
                  <a:pt x="154647" y="12739"/>
                </a:lnTo>
                <a:lnTo>
                  <a:pt x="154256" y="12592"/>
                </a:lnTo>
                <a:lnTo>
                  <a:pt x="153876" y="12418"/>
                </a:lnTo>
                <a:lnTo>
                  <a:pt x="153507" y="12217"/>
                </a:lnTo>
                <a:lnTo>
                  <a:pt x="153149" y="11989"/>
                </a:lnTo>
                <a:lnTo>
                  <a:pt x="152801" y="11734"/>
                </a:lnTo>
                <a:lnTo>
                  <a:pt x="152464" y="11452"/>
                </a:lnTo>
                <a:lnTo>
                  <a:pt x="152137" y="11144"/>
                </a:lnTo>
                <a:lnTo>
                  <a:pt x="151830" y="10816"/>
                </a:lnTo>
                <a:lnTo>
                  <a:pt x="151549" y="10478"/>
                </a:lnTo>
                <a:lnTo>
                  <a:pt x="151295" y="10129"/>
                </a:lnTo>
                <a:lnTo>
                  <a:pt x="151068" y="9770"/>
                </a:lnTo>
                <a:lnTo>
                  <a:pt x="150867" y="9399"/>
                </a:lnTo>
                <a:lnTo>
                  <a:pt x="150693" y="9018"/>
                </a:lnTo>
                <a:lnTo>
                  <a:pt x="150546" y="8626"/>
                </a:lnTo>
                <a:lnTo>
                  <a:pt x="150426" y="8223"/>
                </a:lnTo>
                <a:lnTo>
                  <a:pt x="150332" y="7810"/>
                </a:lnTo>
                <a:lnTo>
                  <a:pt x="150265" y="7386"/>
                </a:lnTo>
                <a:lnTo>
                  <a:pt x="150225" y="6951"/>
                </a:lnTo>
                <a:lnTo>
                  <a:pt x="150212" y="6505"/>
                </a:lnTo>
                <a:lnTo>
                  <a:pt x="150225" y="6060"/>
                </a:lnTo>
                <a:lnTo>
                  <a:pt x="150264" y="5626"/>
                </a:lnTo>
                <a:lnTo>
                  <a:pt x="150330" y="5203"/>
                </a:lnTo>
                <a:lnTo>
                  <a:pt x="150422" y="4791"/>
                </a:lnTo>
                <a:lnTo>
                  <a:pt x="150540" y="4391"/>
                </a:lnTo>
                <a:lnTo>
                  <a:pt x="150685" y="4001"/>
                </a:lnTo>
                <a:lnTo>
                  <a:pt x="150856" y="3623"/>
                </a:lnTo>
                <a:lnTo>
                  <a:pt x="151053" y="3256"/>
                </a:lnTo>
                <a:lnTo>
                  <a:pt x="151277" y="2901"/>
                </a:lnTo>
                <a:lnTo>
                  <a:pt x="151527" y="2556"/>
                </a:lnTo>
                <a:lnTo>
                  <a:pt x="151803" y="2223"/>
                </a:lnTo>
                <a:lnTo>
                  <a:pt x="152105" y="1901"/>
                </a:lnTo>
                <a:lnTo>
                  <a:pt x="152427" y="1597"/>
                </a:lnTo>
                <a:lnTo>
                  <a:pt x="152761" y="1320"/>
                </a:lnTo>
                <a:lnTo>
                  <a:pt x="153106" y="1069"/>
                </a:lnTo>
                <a:lnTo>
                  <a:pt x="153464" y="845"/>
                </a:lnTo>
                <a:lnTo>
                  <a:pt x="153834" y="647"/>
                </a:lnTo>
                <a:lnTo>
                  <a:pt x="154216" y="475"/>
                </a:lnTo>
                <a:lnTo>
                  <a:pt x="154610" y="330"/>
                </a:lnTo>
                <a:lnTo>
                  <a:pt x="155016" y="211"/>
                </a:lnTo>
                <a:lnTo>
                  <a:pt x="155434" y="119"/>
                </a:lnTo>
                <a:lnTo>
                  <a:pt x="155864" y="53"/>
                </a:lnTo>
                <a:lnTo>
                  <a:pt x="156306" y="13"/>
                </a:lnTo>
                <a:lnTo>
                  <a:pt x="156760" y="0"/>
                </a:lnTo>
                <a:moveTo>
                  <a:pt x="162088" y="30764"/>
                </a:moveTo>
                <a:lnTo>
                  <a:pt x="162088" y="77831"/>
                </a:lnTo>
                <a:lnTo>
                  <a:pt x="162094" y="78722"/>
                </a:lnTo>
                <a:lnTo>
                  <a:pt x="162110" y="79562"/>
                </a:lnTo>
                <a:lnTo>
                  <a:pt x="162138" y="80351"/>
                </a:lnTo>
                <a:lnTo>
                  <a:pt x="162177" y="81089"/>
                </a:lnTo>
                <a:lnTo>
                  <a:pt x="162227" y="81776"/>
                </a:lnTo>
                <a:lnTo>
                  <a:pt x="162289" y="82412"/>
                </a:lnTo>
                <a:lnTo>
                  <a:pt x="162361" y="82996"/>
                </a:lnTo>
                <a:lnTo>
                  <a:pt x="162445" y="83530"/>
                </a:lnTo>
                <a:lnTo>
                  <a:pt x="162539" y="84012"/>
                </a:lnTo>
                <a:lnTo>
                  <a:pt x="162645" y="84444"/>
                </a:lnTo>
                <a:lnTo>
                  <a:pt x="162762" y="84824"/>
                </a:lnTo>
                <a:lnTo>
                  <a:pt x="162890" y="85154"/>
                </a:lnTo>
                <a:lnTo>
                  <a:pt x="163030" y="85451"/>
                </a:lnTo>
                <a:lnTo>
                  <a:pt x="163179" y="85735"/>
                </a:lnTo>
                <a:lnTo>
                  <a:pt x="163340" y="86007"/>
                </a:lnTo>
                <a:lnTo>
                  <a:pt x="163511" y="86266"/>
                </a:lnTo>
                <a:lnTo>
                  <a:pt x="163693" y="86511"/>
                </a:lnTo>
                <a:lnTo>
                  <a:pt x="163885" y="86744"/>
                </a:lnTo>
                <a:lnTo>
                  <a:pt x="164089" y="86964"/>
                </a:lnTo>
                <a:lnTo>
                  <a:pt x="164303" y="87172"/>
                </a:lnTo>
                <a:lnTo>
                  <a:pt x="164527" y="87366"/>
                </a:lnTo>
                <a:lnTo>
                  <a:pt x="164763" y="87547"/>
                </a:lnTo>
                <a:lnTo>
                  <a:pt x="165009" y="87716"/>
                </a:lnTo>
                <a:lnTo>
                  <a:pt x="165266" y="87871"/>
                </a:lnTo>
                <a:lnTo>
                  <a:pt x="165546" y="88014"/>
                </a:lnTo>
                <a:lnTo>
                  <a:pt x="165862" y="88145"/>
                </a:lnTo>
                <a:lnTo>
                  <a:pt x="166215" y="88263"/>
                </a:lnTo>
                <a:lnTo>
                  <a:pt x="166603" y="88369"/>
                </a:lnTo>
                <a:lnTo>
                  <a:pt x="167028" y="88462"/>
                </a:lnTo>
                <a:lnTo>
                  <a:pt x="167489" y="88543"/>
                </a:lnTo>
                <a:lnTo>
                  <a:pt x="167985" y="88611"/>
                </a:lnTo>
                <a:lnTo>
                  <a:pt x="168518" y="88667"/>
                </a:lnTo>
                <a:lnTo>
                  <a:pt x="169087" y="88711"/>
                </a:lnTo>
                <a:lnTo>
                  <a:pt x="169693" y="88742"/>
                </a:lnTo>
                <a:lnTo>
                  <a:pt x="170334" y="88761"/>
                </a:lnTo>
                <a:lnTo>
                  <a:pt x="171011" y="88767"/>
                </a:lnTo>
                <a:lnTo>
                  <a:pt x="171011" y="91138"/>
                </a:lnTo>
                <a:lnTo>
                  <a:pt x="142444" y="91138"/>
                </a:lnTo>
                <a:lnTo>
                  <a:pt x="142444" y="88767"/>
                </a:lnTo>
                <a:lnTo>
                  <a:pt x="143141" y="88761"/>
                </a:lnTo>
                <a:lnTo>
                  <a:pt x="143799" y="88744"/>
                </a:lnTo>
                <a:lnTo>
                  <a:pt x="144418" y="88715"/>
                </a:lnTo>
                <a:lnTo>
                  <a:pt x="144997" y="88674"/>
                </a:lnTo>
                <a:lnTo>
                  <a:pt x="145538" y="88622"/>
                </a:lnTo>
                <a:lnTo>
                  <a:pt x="146039" y="88559"/>
                </a:lnTo>
                <a:lnTo>
                  <a:pt x="146501" y="88484"/>
                </a:lnTo>
                <a:lnTo>
                  <a:pt x="146923" y="88397"/>
                </a:lnTo>
                <a:lnTo>
                  <a:pt x="147307" y="88299"/>
                </a:lnTo>
                <a:lnTo>
                  <a:pt x="147651" y="88190"/>
                </a:lnTo>
                <a:lnTo>
                  <a:pt x="147956" y="88068"/>
                </a:lnTo>
                <a:lnTo>
                  <a:pt x="148222" y="87936"/>
                </a:lnTo>
                <a:lnTo>
                  <a:pt x="148463" y="87789"/>
                </a:lnTo>
                <a:lnTo>
                  <a:pt x="148697" y="87628"/>
                </a:lnTo>
                <a:lnTo>
                  <a:pt x="148922" y="87452"/>
                </a:lnTo>
                <a:lnTo>
                  <a:pt x="149138" y="87261"/>
                </a:lnTo>
                <a:lnTo>
                  <a:pt x="149346" y="87054"/>
                </a:lnTo>
                <a:lnTo>
                  <a:pt x="149546" y="86832"/>
                </a:lnTo>
                <a:lnTo>
                  <a:pt x="149737" y="86596"/>
                </a:lnTo>
                <a:lnTo>
                  <a:pt x="149919" y="86344"/>
                </a:lnTo>
                <a:lnTo>
                  <a:pt x="150093" y="86077"/>
                </a:lnTo>
                <a:lnTo>
                  <a:pt x="150259" y="85795"/>
                </a:lnTo>
                <a:lnTo>
                  <a:pt x="150416" y="85498"/>
                </a:lnTo>
                <a:lnTo>
                  <a:pt x="150565" y="85186"/>
                </a:lnTo>
                <a:lnTo>
                  <a:pt x="150703" y="84841"/>
                </a:lnTo>
                <a:lnTo>
                  <a:pt x="150829" y="84448"/>
                </a:lnTo>
                <a:lnTo>
                  <a:pt x="150944" y="84006"/>
                </a:lnTo>
                <a:lnTo>
                  <a:pt x="151046" y="83516"/>
                </a:lnTo>
                <a:lnTo>
                  <a:pt x="151136" y="82976"/>
                </a:lnTo>
                <a:lnTo>
                  <a:pt x="151215" y="82388"/>
                </a:lnTo>
                <a:lnTo>
                  <a:pt x="151281" y="81750"/>
                </a:lnTo>
                <a:lnTo>
                  <a:pt x="151335" y="81064"/>
                </a:lnTo>
                <a:lnTo>
                  <a:pt x="151377" y="80329"/>
                </a:lnTo>
                <a:lnTo>
                  <a:pt x="151407" y="79545"/>
                </a:lnTo>
                <a:lnTo>
                  <a:pt x="151425" y="78713"/>
                </a:lnTo>
                <a:lnTo>
                  <a:pt x="151431" y="77831"/>
                </a:lnTo>
                <a:lnTo>
                  <a:pt x="151431" y="55257"/>
                </a:lnTo>
                <a:lnTo>
                  <a:pt x="151427" y="53715"/>
                </a:lnTo>
                <a:lnTo>
                  <a:pt x="151415" y="52267"/>
                </a:lnTo>
                <a:lnTo>
                  <a:pt x="151395" y="50912"/>
                </a:lnTo>
                <a:lnTo>
                  <a:pt x="151367" y="49650"/>
                </a:lnTo>
                <a:lnTo>
                  <a:pt x="151331" y="48482"/>
                </a:lnTo>
                <a:lnTo>
                  <a:pt x="151287" y="47407"/>
                </a:lnTo>
                <a:lnTo>
                  <a:pt x="151235" y="46425"/>
                </a:lnTo>
                <a:lnTo>
                  <a:pt x="151175" y="45536"/>
                </a:lnTo>
                <a:lnTo>
                  <a:pt x="151106" y="44741"/>
                </a:lnTo>
                <a:lnTo>
                  <a:pt x="151030" y="44039"/>
                </a:lnTo>
                <a:lnTo>
                  <a:pt x="150946" y="43431"/>
                </a:lnTo>
                <a:lnTo>
                  <a:pt x="150854" y="42915"/>
                </a:lnTo>
                <a:lnTo>
                  <a:pt x="150775" y="42583"/>
                </a:lnTo>
                <a:lnTo>
                  <a:pt x="150690" y="42268"/>
                </a:lnTo>
                <a:lnTo>
                  <a:pt x="150597" y="41970"/>
                </a:lnTo>
                <a:lnTo>
                  <a:pt x="150497" y="41689"/>
                </a:lnTo>
                <a:lnTo>
                  <a:pt x="150390" y="41426"/>
                </a:lnTo>
                <a:lnTo>
                  <a:pt x="150276" y="41180"/>
                </a:lnTo>
                <a:lnTo>
                  <a:pt x="150155" y="40952"/>
                </a:lnTo>
                <a:lnTo>
                  <a:pt x="150026" y="40741"/>
                </a:lnTo>
                <a:lnTo>
                  <a:pt x="149891" y="40547"/>
                </a:lnTo>
                <a:lnTo>
                  <a:pt x="149748" y="40370"/>
                </a:lnTo>
                <a:lnTo>
                  <a:pt x="149598" y="40211"/>
                </a:lnTo>
                <a:lnTo>
                  <a:pt x="149441" y="40069"/>
                </a:lnTo>
                <a:lnTo>
                  <a:pt x="149276" y="39942"/>
                </a:lnTo>
                <a:lnTo>
                  <a:pt x="149101" y="39825"/>
                </a:lnTo>
                <a:lnTo>
                  <a:pt x="148916" y="39720"/>
                </a:lnTo>
                <a:lnTo>
                  <a:pt x="148721" y="39625"/>
                </a:lnTo>
                <a:lnTo>
                  <a:pt x="148516" y="39542"/>
                </a:lnTo>
                <a:lnTo>
                  <a:pt x="148302" y="39470"/>
                </a:lnTo>
                <a:lnTo>
                  <a:pt x="148078" y="39409"/>
                </a:lnTo>
                <a:lnTo>
                  <a:pt x="147843" y="39359"/>
                </a:lnTo>
                <a:lnTo>
                  <a:pt x="147600" y="39320"/>
                </a:lnTo>
                <a:lnTo>
                  <a:pt x="147346" y="39292"/>
                </a:lnTo>
                <a:lnTo>
                  <a:pt x="147082" y="39276"/>
                </a:lnTo>
                <a:lnTo>
                  <a:pt x="146809" y="39270"/>
                </a:lnTo>
                <a:lnTo>
                  <a:pt x="146504" y="39277"/>
                </a:lnTo>
                <a:lnTo>
                  <a:pt x="146189" y="39297"/>
                </a:lnTo>
                <a:lnTo>
                  <a:pt x="145862" y="39330"/>
                </a:lnTo>
                <a:lnTo>
                  <a:pt x="145525" y="39377"/>
                </a:lnTo>
                <a:lnTo>
                  <a:pt x="145178" y="39437"/>
                </a:lnTo>
                <a:lnTo>
                  <a:pt x="144819" y="39510"/>
                </a:lnTo>
                <a:lnTo>
                  <a:pt x="144450" y="39597"/>
                </a:lnTo>
                <a:lnTo>
                  <a:pt x="144070" y="39696"/>
                </a:lnTo>
                <a:lnTo>
                  <a:pt x="143680" y="39810"/>
                </a:lnTo>
                <a:lnTo>
                  <a:pt x="143278" y="39936"/>
                </a:lnTo>
                <a:lnTo>
                  <a:pt x="142866" y="40076"/>
                </a:lnTo>
                <a:lnTo>
                  <a:pt x="142444" y="40229"/>
                </a:lnTo>
                <a:lnTo>
                  <a:pt x="141545" y="37926"/>
                </a:lnTo>
                <a:lnTo>
                  <a:pt x="159263" y="30764"/>
                </a:lnTo>
                <a:lnTo>
                  <a:pt x="162088" y="30764"/>
                </a:lnTo>
                <a:close/>
                <a:moveTo>
                  <a:pt x="195530" y="30764"/>
                </a:moveTo>
                <a:lnTo>
                  <a:pt x="195530" y="43967"/>
                </a:lnTo>
                <a:lnTo>
                  <a:pt x="196763" y="41858"/>
                </a:lnTo>
                <a:lnTo>
                  <a:pt x="198002" y="39933"/>
                </a:lnTo>
                <a:lnTo>
                  <a:pt x="199246" y="38191"/>
                </a:lnTo>
                <a:lnTo>
                  <a:pt x="200495" y="36632"/>
                </a:lnTo>
                <a:lnTo>
                  <a:pt x="201749" y="35257"/>
                </a:lnTo>
                <a:lnTo>
                  <a:pt x="203009" y="34065"/>
                </a:lnTo>
                <a:lnTo>
                  <a:pt x="204274" y="33056"/>
                </a:lnTo>
                <a:lnTo>
                  <a:pt x="205545" y="32231"/>
                </a:lnTo>
                <a:lnTo>
                  <a:pt x="206821" y="31589"/>
                </a:lnTo>
                <a:lnTo>
                  <a:pt x="208102" y="31131"/>
                </a:lnTo>
                <a:lnTo>
                  <a:pt x="209389" y="30856"/>
                </a:lnTo>
                <a:lnTo>
                  <a:pt x="210681" y="30764"/>
                </a:lnTo>
                <a:lnTo>
                  <a:pt x="211261" y="30779"/>
                </a:lnTo>
                <a:lnTo>
                  <a:pt x="211824" y="30824"/>
                </a:lnTo>
                <a:lnTo>
                  <a:pt x="212370" y="30898"/>
                </a:lnTo>
                <a:lnTo>
                  <a:pt x="212899" y="31002"/>
                </a:lnTo>
                <a:lnTo>
                  <a:pt x="213411" y="31137"/>
                </a:lnTo>
                <a:lnTo>
                  <a:pt x="213906" y="31301"/>
                </a:lnTo>
                <a:lnTo>
                  <a:pt x="214385" y="31495"/>
                </a:lnTo>
                <a:lnTo>
                  <a:pt x="214846" y="31718"/>
                </a:lnTo>
                <a:lnTo>
                  <a:pt x="215291" y="31972"/>
                </a:lnTo>
                <a:lnTo>
                  <a:pt x="215718" y="32255"/>
                </a:lnTo>
                <a:lnTo>
                  <a:pt x="216129" y="32568"/>
                </a:lnTo>
                <a:lnTo>
                  <a:pt x="216522" y="32911"/>
                </a:lnTo>
                <a:lnTo>
                  <a:pt x="216892" y="33274"/>
                </a:lnTo>
                <a:lnTo>
                  <a:pt x="217229" y="33645"/>
                </a:lnTo>
                <a:lnTo>
                  <a:pt x="217534" y="34027"/>
                </a:lnTo>
                <a:lnTo>
                  <a:pt x="217806" y="34417"/>
                </a:lnTo>
                <a:lnTo>
                  <a:pt x="218047" y="34817"/>
                </a:lnTo>
                <a:lnTo>
                  <a:pt x="218256" y="35226"/>
                </a:lnTo>
                <a:lnTo>
                  <a:pt x="218432" y="35645"/>
                </a:lnTo>
                <a:lnTo>
                  <a:pt x="218577" y="36073"/>
                </a:lnTo>
                <a:lnTo>
                  <a:pt x="218689" y="36510"/>
                </a:lnTo>
                <a:lnTo>
                  <a:pt x="218769" y="36957"/>
                </a:lnTo>
                <a:lnTo>
                  <a:pt x="218817" y="37413"/>
                </a:lnTo>
                <a:lnTo>
                  <a:pt x="218834" y="37878"/>
                </a:lnTo>
                <a:lnTo>
                  <a:pt x="218822" y="38289"/>
                </a:lnTo>
                <a:lnTo>
                  <a:pt x="218787" y="38690"/>
                </a:lnTo>
                <a:lnTo>
                  <a:pt x="218729" y="39080"/>
                </a:lnTo>
                <a:lnTo>
                  <a:pt x="218648" y="39459"/>
                </a:lnTo>
                <a:lnTo>
                  <a:pt x="218544" y="39828"/>
                </a:lnTo>
                <a:lnTo>
                  <a:pt x="218416" y="40185"/>
                </a:lnTo>
                <a:lnTo>
                  <a:pt x="218266" y="40533"/>
                </a:lnTo>
                <a:lnTo>
                  <a:pt x="218092" y="40869"/>
                </a:lnTo>
                <a:lnTo>
                  <a:pt x="217895" y="41195"/>
                </a:lnTo>
                <a:lnTo>
                  <a:pt x="217674" y="41510"/>
                </a:lnTo>
                <a:lnTo>
                  <a:pt x="217431" y="41814"/>
                </a:lnTo>
                <a:lnTo>
                  <a:pt x="217164" y="42108"/>
                </a:lnTo>
                <a:lnTo>
                  <a:pt x="216882" y="42385"/>
                </a:lnTo>
                <a:lnTo>
                  <a:pt x="216590" y="42637"/>
                </a:lnTo>
                <a:lnTo>
                  <a:pt x="216290" y="42865"/>
                </a:lnTo>
                <a:lnTo>
                  <a:pt x="215980" y="43069"/>
                </a:lnTo>
                <a:lnTo>
                  <a:pt x="215662" y="43250"/>
                </a:lnTo>
                <a:lnTo>
                  <a:pt x="215335" y="43406"/>
                </a:lnTo>
                <a:lnTo>
                  <a:pt x="214999" y="43538"/>
                </a:lnTo>
                <a:lnTo>
                  <a:pt x="214654" y="43646"/>
                </a:lnTo>
                <a:lnTo>
                  <a:pt x="214300" y="43730"/>
                </a:lnTo>
                <a:lnTo>
                  <a:pt x="213937" y="43791"/>
                </a:lnTo>
                <a:lnTo>
                  <a:pt x="213565" y="43827"/>
                </a:lnTo>
                <a:lnTo>
                  <a:pt x="213184" y="43839"/>
                </a:lnTo>
                <a:lnTo>
                  <a:pt x="212806" y="43823"/>
                </a:lnTo>
                <a:lnTo>
                  <a:pt x="212420" y="43777"/>
                </a:lnTo>
                <a:lnTo>
                  <a:pt x="212027" y="43700"/>
                </a:lnTo>
                <a:lnTo>
                  <a:pt x="211626" y="43593"/>
                </a:lnTo>
                <a:lnTo>
                  <a:pt x="211217" y="43455"/>
                </a:lnTo>
                <a:lnTo>
                  <a:pt x="210801" y="43286"/>
                </a:lnTo>
                <a:lnTo>
                  <a:pt x="210377" y="43086"/>
                </a:lnTo>
                <a:lnTo>
                  <a:pt x="209946" y="42856"/>
                </a:lnTo>
                <a:lnTo>
                  <a:pt x="209507" y="42595"/>
                </a:lnTo>
                <a:lnTo>
                  <a:pt x="209061" y="42303"/>
                </a:lnTo>
                <a:lnTo>
                  <a:pt x="208606" y="41981"/>
                </a:lnTo>
                <a:lnTo>
                  <a:pt x="208145" y="41627"/>
                </a:lnTo>
                <a:lnTo>
                  <a:pt x="207689" y="41274"/>
                </a:lnTo>
                <a:lnTo>
                  <a:pt x="207254" y="40952"/>
                </a:lnTo>
                <a:lnTo>
                  <a:pt x="206839" y="40660"/>
                </a:lnTo>
                <a:lnTo>
                  <a:pt x="206444" y="40399"/>
                </a:lnTo>
                <a:lnTo>
                  <a:pt x="206068" y="40169"/>
                </a:lnTo>
                <a:lnTo>
                  <a:pt x="205713" y="39969"/>
                </a:lnTo>
                <a:lnTo>
                  <a:pt x="205378" y="39800"/>
                </a:lnTo>
                <a:lnTo>
                  <a:pt x="205063" y="39662"/>
                </a:lnTo>
                <a:lnTo>
                  <a:pt x="204768" y="39554"/>
                </a:lnTo>
                <a:lnTo>
                  <a:pt x="204494" y="39478"/>
                </a:lnTo>
                <a:lnTo>
                  <a:pt x="204239" y="39432"/>
                </a:lnTo>
                <a:lnTo>
                  <a:pt x="204004" y="39416"/>
                </a:lnTo>
                <a:lnTo>
                  <a:pt x="203810" y="39425"/>
                </a:lnTo>
                <a:lnTo>
                  <a:pt x="203614" y="39452"/>
                </a:lnTo>
                <a:lnTo>
                  <a:pt x="203414" y="39496"/>
                </a:lnTo>
                <a:lnTo>
                  <a:pt x="203212" y="39558"/>
                </a:lnTo>
                <a:lnTo>
                  <a:pt x="203008" y="39638"/>
                </a:lnTo>
                <a:lnTo>
                  <a:pt x="202800" y="39736"/>
                </a:lnTo>
                <a:lnTo>
                  <a:pt x="202590" y="39851"/>
                </a:lnTo>
                <a:lnTo>
                  <a:pt x="202378" y="39984"/>
                </a:lnTo>
                <a:lnTo>
                  <a:pt x="202162" y="40135"/>
                </a:lnTo>
                <a:lnTo>
                  <a:pt x="201944" y="40304"/>
                </a:lnTo>
                <a:lnTo>
                  <a:pt x="201724" y="40490"/>
                </a:lnTo>
                <a:lnTo>
                  <a:pt x="201500" y="40694"/>
                </a:lnTo>
                <a:lnTo>
                  <a:pt x="201018" y="41155"/>
                </a:lnTo>
                <a:lnTo>
                  <a:pt x="200532" y="41662"/>
                </a:lnTo>
                <a:lnTo>
                  <a:pt x="200044" y="42217"/>
                </a:lnTo>
                <a:lnTo>
                  <a:pt x="199553" y="42818"/>
                </a:lnTo>
                <a:lnTo>
                  <a:pt x="199060" y="43467"/>
                </a:lnTo>
                <a:lnTo>
                  <a:pt x="198563" y="44163"/>
                </a:lnTo>
                <a:lnTo>
                  <a:pt x="198065" y="44905"/>
                </a:lnTo>
                <a:lnTo>
                  <a:pt x="197563" y="45695"/>
                </a:lnTo>
                <a:lnTo>
                  <a:pt x="197059" y="46532"/>
                </a:lnTo>
                <a:lnTo>
                  <a:pt x="196552" y="47416"/>
                </a:lnTo>
                <a:lnTo>
                  <a:pt x="196042" y="48347"/>
                </a:lnTo>
                <a:lnTo>
                  <a:pt x="195530" y="49324"/>
                </a:lnTo>
                <a:lnTo>
                  <a:pt x="195530" y="77388"/>
                </a:lnTo>
                <a:lnTo>
                  <a:pt x="195539" y="78182"/>
                </a:lnTo>
                <a:lnTo>
                  <a:pt x="195564" y="78942"/>
                </a:lnTo>
                <a:lnTo>
                  <a:pt x="195606" y="79669"/>
                </a:lnTo>
                <a:lnTo>
                  <a:pt x="195666" y="80364"/>
                </a:lnTo>
                <a:lnTo>
                  <a:pt x="195742" y="81026"/>
                </a:lnTo>
                <a:lnTo>
                  <a:pt x="195835" y="81655"/>
                </a:lnTo>
                <a:lnTo>
                  <a:pt x="195945" y="82251"/>
                </a:lnTo>
                <a:lnTo>
                  <a:pt x="196072" y="82814"/>
                </a:lnTo>
                <a:lnTo>
                  <a:pt x="196216" y="83344"/>
                </a:lnTo>
                <a:lnTo>
                  <a:pt x="196377" y="83842"/>
                </a:lnTo>
                <a:lnTo>
                  <a:pt x="196555" y="84307"/>
                </a:lnTo>
                <a:lnTo>
                  <a:pt x="196750" y="84739"/>
                </a:lnTo>
                <a:lnTo>
                  <a:pt x="196898" y="85023"/>
                </a:lnTo>
                <a:lnTo>
                  <a:pt x="197064" y="85299"/>
                </a:lnTo>
                <a:lnTo>
                  <a:pt x="197247" y="85566"/>
                </a:lnTo>
                <a:lnTo>
                  <a:pt x="197449" y="85826"/>
                </a:lnTo>
                <a:lnTo>
                  <a:pt x="197668" y="86078"/>
                </a:lnTo>
                <a:lnTo>
                  <a:pt x="197905" y="86322"/>
                </a:lnTo>
                <a:lnTo>
                  <a:pt x="198160" y="86558"/>
                </a:lnTo>
                <a:lnTo>
                  <a:pt x="198433" y="86785"/>
                </a:lnTo>
                <a:lnTo>
                  <a:pt x="198724" y="87005"/>
                </a:lnTo>
                <a:lnTo>
                  <a:pt x="199032" y="87217"/>
                </a:lnTo>
                <a:lnTo>
                  <a:pt x="199359" y="87421"/>
                </a:lnTo>
                <a:lnTo>
                  <a:pt x="199703" y="87617"/>
                </a:lnTo>
                <a:lnTo>
                  <a:pt x="200069" y="87801"/>
                </a:lnTo>
                <a:lnTo>
                  <a:pt x="200461" y="87968"/>
                </a:lnTo>
                <a:lnTo>
                  <a:pt x="200879" y="88120"/>
                </a:lnTo>
                <a:lnTo>
                  <a:pt x="201322" y="88256"/>
                </a:lnTo>
                <a:lnTo>
                  <a:pt x="201792" y="88376"/>
                </a:lnTo>
                <a:lnTo>
                  <a:pt x="202287" y="88479"/>
                </a:lnTo>
                <a:lnTo>
                  <a:pt x="202808" y="88567"/>
                </a:lnTo>
                <a:lnTo>
                  <a:pt x="203355" y="88639"/>
                </a:lnTo>
                <a:lnTo>
                  <a:pt x="203928" y="88695"/>
                </a:lnTo>
                <a:lnTo>
                  <a:pt x="204527" y="88735"/>
                </a:lnTo>
                <a:lnTo>
                  <a:pt x="205151" y="88759"/>
                </a:lnTo>
                <a:lnTo>
                  <a:pt x="205802" y="88767"/>
                </a:lnTo>
                <a:lnTo>
                  <a:pt x="205802" y="91138"/>
                </a:lnTo>
                <a:lnTo>
                  <a:pt x="175693" y="91138"/>
                </a:lnTo>
                <a:lnTo>
                  <a:pt x="175693" y="88767"/>
                </a:lnTo>
                <a:lnTo>
                  <a:pt x="176426" y="88757"/>
                </a:lnTo>
                <a:lnTo>
                  <a:pt x="177127" y="88728"/>
                </a:lnTo>
                <a:lnTo>
                  <a:pt x="177796" y="88679"/>
                </a:lnTo>
                <a:lnTo>
                  <a:pt x="178432" y="88611"/>
                </a:lnTo>
                <a:lnTo>
                  <a:pt x="179037" y="88523"/>
                </a:lnTo>
                <a:lnTo>
                  <a:pt x="179609" y="88415"/>
                </a:lnTo>
                <a:lnTo>
                  <a:pt x="180150" y="88288"/>
                </a:lnTo>
                <a:lnTo>
                  <a:pt x="180658" y="88142"/>
                </a:lnTo>
                <a:lnTo>
                  <a:pt x="181134" y="87976"/>
                </a:lnTo>
                <a:lnTo>
                  <a:pt x="181578" y="87790"/>
                </a:lnTo>
                <a:lnTo>
                  <a:pt x="181990" y="87585"/>
                </a:lnTo>
                <a:lnTo>
                  <a:pt x="182370" y="87361"/>
                </a:lnTo>
                <a:lnTo>
                  <a:pt x="182631" y="87182"/>
                </a:lnTo>
                <a:lnTo>
                  <a:pt x="182878" y="86986"/>
                </a:lnTo>
                <a:lnTo>
                  <a:pt x="183112" y="86773"/>
                </a:lnTo>
                <a:lnTo>
                  <a:pt x="183333" y="86543"/>
                </a:lnTo>
                <a:lnTo>
                  <a:pt x="183540" y="86297"/>
                </a:lnTo>
                <a:lnTo>
                  <a:pt x="183734" y="86033"/>
                </a:lnTo>
                <a:lnTo>
                  <a:pt x="183915" y="85753"/>
                </a:lnTo>
                <a:lnTo>
                  <a:pt x="184082" y="85456"/>
                </a:lnTo>
                <a:lnTo>
                  <a:pt x="184236" y="85142"/>
                </a:lnTo>
                <a:lnTo>
                  <a:pt x="184376" y="84811"/>
                </a:lnTo>
                <a:lnTo>
                  <a:pt x="184503" y="84463"/>
                </a:lnTo>
                <a:lnTo>
                  <a:pt x="184617" y="84098"/>
                </a:lnTo>
                <a:lnTo>
                  <a:pt x="184668" y="83889"/>
                </a:lnTo>
                <a:lnTo>
                  <a:pt x="184715" y="83624"/>
                </a:lnTo>
                <a:lnTo>
                  <a:pt x="184757" y="83303"/>
                </a:lnTo>
                <a:lnTo>
                  <a:pt x="184795" y="82926"/>
                </a:lnTo>
                <a:lnTo>
                  <a:pt x="184829" y="82493"/>
                </a:lnTo>
                <a:lnTo>
                  <a:pt x="184857" y="82004"/>
                </a:lnTo>
                <a:lnTo>
                  <a:pt x="184882" y="81459"/>
                </a:lnTo>
                <a:lnTo>
                  <a:pt x="184902" y="80858"/>
                </a:lnTo>
                <a:lnTo>
                  <a:pt x="184918" y="80201"/>
                </a:lnTo>
                <a:lnTo>
                  <a:pt x="184929" y="79488"/>
                </a:lnTo>
                <a:lnTo>
                  <a:pt x="184936" y="78720"/>
                </a:lnTo>
                <a:lnTo>
                  <a:pt x="184938" y="77895"/>
                </a:lnTo>
                <a:lnTo>
                  <a:pt x="184938" y="55193"/>
                </a:lnTo>
                <a:lnTo>
                  <a:pt x="184935" y="53545"/>
                </a:lnTo>
                <a:lnTo>
                  <a:pt x="184926" y="52012"/>
                </a:lnTo>
                <a:lnTo>
                  <a:pt x="184912" y="50594"/>
                </a:lnTo>
                <a:lnTo>
                  <a:pt x="184891" y="49291"/>
                </a:lnTo>
                <a:lnTo>
                  <a:pt x="184865" y="48104"/>
                </a:lnTo>
                <a:lnTo>
                  <a:pt x="184833" y="47031"/>
                </a:lnTo>
                <a:lnTo>
                  <a:pt x="184796" y="46074"/>
                </a:lnTo>
                <a:lnTo>
                  <a:pt x="184752" y="45231"/>
                </a:lnTo>
                <a:lnTo>
                  <a:pt x="184703" y="44504"/>
                </a:lnTo>
                <a:lnTo>
                  <a:pt x="184648" y="43891"/>
                </a:lnTo>
                <a:lnTo>
                  <a:pt x="184587" y="43394"/>
                </a:lnTo>
                <a:lnTo>
                  <a:pt x="184520" y="43011"/>
                </a:lnTo>
                <a:lnTo>
                  <a:pt x="184446" y="42694"/>
                </a:lnTo>
                <a:lnTo>
                  <a:pt x="184362" y="42390"/>
                </a:lnTo>
                <a:lnTo>
                  <a:pt x="184268" y="42102"/>
                </a:lnTo>
                <a:lnTo>
                  <a:pt x="184164" y="41828"/>
                </a:lnTo>
                <a:lnTo>
                  <a:pt x="184050" y="41569"/>
                </a:lnTo>
                <a:lnTo>
                  <a:pt x="183927" y="41324"/>
                </a:lnTo>
                <a:lnTo>
                  <a:pt x="183793" y="41095"/>
                </a:lnTo>
                <a:lnTo>
                  <a:pt x="183650" y="40879"/>
                </a:lnTo>
                <a:lnTo>
                  <a:pt x="183497" y="40679"/>
                </a:lnTo>
                <a:lnTo>
                  <a:pt x="183335" y="40493"/>
                </a:lnTo>
                <a:lnTo>
                  <a:pt x="183162" y="40322"/>
                </a:lnTo>
                <a:lnTo>
                  <a:pt x="182980" y="40165"/>
                </a:lnTo>
                <a:lnTo>
                  <a:pt x="182789" y="40022"/>
                </a:lnTo>
                <a:lnTo>
                  <a:pt x="182590" y="39892"/>
                </a:lnTo>
                <a:lnTo>
                  <a:pt x="182384" y="39774"/>
                </a:lnTo>
                <a:lnTo>
                  <a:pt x="182170" y="39668"/>
                </a:lnTo>
                <a:lnTo>
                  <a:pt x="181949" y="39575"/>
                </a:lnTo>
                <a:lnTo>
                  <a:pt x="181720" y="39494"/>
                </a:lnTo>
                <a:lnTo>
                  <a:pt x="181483" y="39425"/>
                </a:lnTo>
                <a:lnTo>
                  <a:pt x="181239" y="39370"/>
                </a:lnTo>
                <a:lnTo>
                  <a:pt x="180988" y="39326"/>
                </a:lnTo>
                <a:lnTo>
                  <a:pt x="180728" y="39295"/>
                </a:lnTo>
                <a:lnTo>
                  <a:pt x="180462" y="39276"/>
                </a:lnTo>
                <a:lnTo>
                  <a:pt x="180187" y="39270"/>
                </a:lnTo>
                <a:lnTo>
                  <a:pt x="179852" y="39277"/>
                </a:lnTo>
                <a:lnTo>
                  <a:pt x="179510" y="39297"/>
                </a:lnTo>
                <a:lnTo>
                  <a:pt x="179160" y="39330"/>
                </a:lnTo>
                <a:lnTo>
                  <a:pt x="178803" y="39377"/>
                </a:lnTo>
                <a:lnTo>
                  <a:pt x="178440" y="39437"/>
                </a:lnTo>
                <a:lnTo>
                  <a:pt x="178069" y="39510"/>
                </a:lnTo>
                <a:lnTo>
                  <a:pt x="177691" y="39597"/>
                </a:lnTo>
                <a:lnTo>
                  <a:pt x="177305" y="39696"/>
                </a:lnTo>
                <a:lnTo>
                  <a:pt x="176913" y="39810"/>
                </a:lnTo>
                <a:lnTo>
                  <a:pt x="176514" y="39936"/>
                </a:lnTo>
                <a:lnTo>
                  <a:pt x="176107" y="40076"/>
                </a:lnTo>
                <a:lnTo>
                  <a:pt x="175693" y="40229"/>
                </a:lnTo>
                <a:lnTo>
                  <a:pt x="175051" y="37926"/>
                </a:lnTo>
                <a:lnTo>
                  <a:pt x="192834" y="30764"/>
                </a:lnTo>
                <a:lnTo>
                  <a:pt x="195530" y="30764"/>
                </a:lnTo>
                <a:close/>
                <a:moveTo>
                  <a:pt x="220732" y="56785"/>
                </a:moveTo>
                <a:lnTo>
                  <a:pt x="253922" y="56785"/>
                </a:lnTo>
                <a:lnTo>
                  <a:pt x="253922" y="66463"/>
                </a:lnTo>
                <a:lnTo>
                  <a:pt x="220732" y="66463"/>
                </a:lnTo>
                <a:lnTo>
                  <a:pt x="220732" y="56785"/>
                </a:lnTo>
                <a:close/>
                <a:moveTo>
                  <a:pt x="313282" y="68834"/>
                </a:moveTo>
                <a:lnTo>
                  <a:pt x="312854" y="70731"/>
                </a:lnTo>
                <a:lnTo>
                  <a:pt x="312363" y="72552"/>
                </a:lnTo>
                <a:lnTo>
                  <a:pt x="311809" y="74300"/>
                </a:lnTo>
                <a:lnTo>
                  <a:pt x="311192" y="75973"/>
                </a:lnTo>
                <a:lnTo>
                  <a:pt x="310511" y="77572"/>
                </a:lnTo>
                <a:lnTo>
                  <a:pt x="309767" y="79097"/>
                </a:lnTo>
                <a:lnTo>
                  <a:pt x="308960" y="80547"/>
                </a:lnTo>
                <a:lnTo>
                  <a:pt x="308089" y="81923"/>
                </a:lnTo>
                <a:lnTo>
                  <a:pt x="307155" y="83225"/>
                </a:lnTo>
                <a:lnTo>
                  <a:pt x="306158" y="84452"/>
                </a:lnTo>
                <a:lnTo>
                  <a:pt x="305097" y="85605"/>
                </a:lnTo>
                <a:lnTo>
                  <a:pt x="303973" y="86684"/>
                </a:lnTo>
                <a:lnTo>
                  <a:pt x="302808" y="87682"/>
                </a:lnTo>
                <a:lnTo>
                  <a:pt x="301621" y="88593"/>
                </a:lnTo>
                <a:lnTo>
                  <a:pt x="300414" y="89418"/>
                </a:lnTo>
                <a:lnTo>
                  <a:pt x="299187" y="90155"/>
                </a:lnTo>
                <a:lnTo>
                  <a:pt x="297939" y="90806"/>
                </a:lnTo>
                <a:lnTo>
                  <a:pt x="296671" y="91370"/>
                </a:lnTo>
                <a:lnTo>
                  <a:pt x="295382" y="91848"/>
                </a:lnTo>
                <a:lnTo>
                  <a:pt x="294073" y="92238"/>
                </a:lnTo>
                <a:lnTo>
                  <a:pt x="292743" y="92542"/>
                </a:lnTo>
                <a:lnTo>
                  <a:pt x="291393" y="92759"/>
                </a:lnTo>
                <a:lnTo>
                  <a:pt x="290022" y="92889"/>
                </a:lnTo>
                <a:lnTo>
                  <a:pt x="288630" y="92933"/>
                </a:lnTo>
                <a:lnTo>
                  <a:pt x="286979" y="92874"/>
                </a:lnTo>
                <a:lnTo>
                  <a:pt x="285363" y="92700"/>
                </a:lnTo>
                <a:lnTo>
                  <a:pt x="283784" y="92409"/>
                </a:lnTo>
                <a:lnTo>
                  <a:pt x="282239" y="92001"/>
                </a:lnTo>
                <a:lnTo>
                  <a:pt x="280731" y="91477"/>
                </a:lnTo>
                <a:lnTo>
                  <a:pt x="279258" y="90836"/>
                </a:lnTo>
                <a:lnTo>
                  <a:pt x="277820" y="90079"/>
                </a:lnTo>
                <a:lnTo>
                  <a:pt x="276419" y="89206"/>
                </a:lnTo>
                <a:lnTo>
                  <a:pt x="275053" y="88216"/>
                </a:lnTo>
                <a:lnTo>
                  <a:pt x="273722" y="87109"/>
                </a:lnTo>
                <a:lnTo>
                  <a:pt x="272428" y="85886"/>
                </a:lnTo>
                <a:lnTo>
                  <a:pt x="271169" y="84547"/>
                </a:lnTo>
                <a:lnTo>
                  <a:pt x="269979" y="83108"/>
                </a:lnTo>
                <a:lnTo>
                  <a:pt x="268893" y="81587"/>
                </a:lnTo>
                <a:lnTo>
                  <a:pt x="267911" y="79985"/>
                </a:lnTo>
                <a:lnTo>
                  <a:pt x="267032" y="78300"/>
                </a:lnTo>
                <a:lnTo>
                  <a:pt x="266256" y="76534"/>
                </a:lnTo>
                <a:lnTo>
                  <a:pt x="265584" y="74686"/>
                </a:lnTo>
                <a:lnTo>
                  <a:pt x="265015" y="72756"/>
                </a:lnTo>
                <a:lnTo>
                  <a:pt x="264549" y="70745"/>
                </a:lnTo>
                <a:lnTo>
                  <a:pt x="264187" y="68651"/>
                </a:lnTo>
                <a:lnTo>
                  <a:pt x="263929" y="66476"/>
                </a:lnTo>
                <a:lnTo>
                  <a:pt x="263774" y="64219"/>
                </a:lnTo>
                <a:lnTo>
                  <a:pt x="263722" y="61880"/>
                </a:lnTo>
                <a:lnTo>
                  <a:pt x="263779" y="59611"/>
                </a:lnTo>
                <a:lnTo>
                  <a:pt x="263951" y="57415"/>
                </a:lnTo>
                <a:lnTo>
                  <a:pt x="264238" y="55290"/>
                </a:lnTo>
                <a:lnTo>
                  <a:pt x="264639" y="53237"/>
                </a:lnTo>
                <a:lnTo>
                  <a:pt x="265154" y="51256"/>
                </a:lnTo>
                <a:lnTo>
                  <a:pt x="265784" y="49347"/>
                </a:lnTo>
                <a:lnTo>
                  <a:pt x="266529" y="47511"/>
                </a:lnTo>
                <a:lnTo>
                  <a:pt x="267388" y="45746"/>
                </a:lnTo>
                <a:lnTo>
                  <a:pt x="268362" y="44054"/>
                </a:lnTo>
                <a:lnTo>
                  <a:pt x="269451" y="42433"/>
                </a:lnTo>
                <a:lnTo>
                  <a:pt x="270654" y="40885"/>
                </a:lnTo>
                <a:lnTo>
                  <a:pt x="271971" y="39408"/>
                </a:lnTo>
                <a:lnTo>
                  <a:pt x="273369" y="38028"/>
                </a:lnTo>
                <a:lnTo>
                  <a:pt x="274813" y="36767"/>
                </a:lnTo>
                <a:lnTo>
                  <a:pt x="276303" y="35626"/>
                </a:lnTo>
                <a:lnTo>
                  <a:pt x="277838" y="34606"/>
                </a:lnTo>
                <a:lnTo>
                  <a:pt x="279420" y="33705"/>
                </a:lnTo>
                <a:lnTo>
                  <a:pt x="281047" y="32925"/>
                </a:lnTo>
                <a:lnTo>
                  <a:pt x="282720" y="32265"/>
                </a:lnTo>
                <a:lnTo>
                  <a:pt x="284440" y="31724"/>
                </a:lnTo>
                <a:lnTo>
                  <a:pt x="286205" y="31304"/>
                </a:lnTo>
                <a:lnTo>
                  <a:pt x="288016" y="31004"/>
                </a:lnTo>
                <a:lnTo>
                  <a:pt x="289873" y="30824"/>
                </a:lnTo>
                <a:lnTo>
                  <a:pt x="291776" y="30764"/>
                </a:lnTo>
                <a:lnTo>
                  <a:pt x="293199" y="30796"/>
                </a:lnTo>
                <a:lnTo>
                  <a:pt x="294579" y="30891"/>
                </a:lnTo>
                <a:lnTo>
                  <a:pt x="295917" y="31049"/>
                </a:lnTo>
                <a:lnTo>
                  <a:pt x="297211" y="31272"/>
                </a:lnTo>
                <a:lnTo>
                  <a:pt x="298463" y="31557"/>
                </a:lnTo>
                <a:lnTo>
                  <a:pt x="299672" y="31906"/>
                </a:lnTo>
                <a:lnTo>
                  <a:pt x="300838" y="32318"/>
                </a:lnTo>
                <a:lnTo>
                  <a:pt x="301962" y="32794"/>
                </a:lnTo>
                <a:lnTo>
                  <a:pt x="303042" y="33334"/>
                </a:lnTo>
                <a:lnTo>
                  <a:pt x="304080" y="33937"/>
                </a:lnTo>
                <a:lnTo>
                  <a:pt x="305075" y="34603"/>
                </a:lnTo>
                <a:lnTo>
                  <a:pt x="306028" y="35332"/>
                </a:lnTo>
                <a:lnTo>
                  <a:pt x="306920" y="36096"/>
                </a:lnTo>
                <a:lnTo>
                  <a:pt x="307734" y="36864"/>
                </a:lnTo>
                <a:lnTo>
                  <a:pt x="308471" y="37638"/>
                </a:lnTo>
                <a:lnTo>
                  <a:pt x="309130" y="38416"/>
                </a:lnTo>
                <a:lnTo>
                  <a:pt x="309712" y="39199"/>
                </a:lnTo>
                <a:lnTo>
                  <a:pt x="310216" y="39987"/>
                </a:lnTo>
                <a:lnTo>
                  <a:pt x="310643" y="40780"/>
                </a:lnTo>
                <a:lnTo>
                  <a:pt x="310992" y="41578"/>
                </a:lnTo>
                <a:lnTo>
                  <a:pt x="311264" y="42381"/>
                </a:lnTo>
                <a:lnTo>
                  <a:pt x="311458" y="43188"/>
                </a:lnTo>
                <a:lnTo>
                  <a:pt x="311574" y="44001"/>
                </a:lnTo>
                <a:lnTo>
                  <a:pt x="311613" y="44818"/>
                </a:lnTo>
                <a:lnTo>
                  <a:pt x="311602" y="45216"/>
                </a:lnTo>
                <a:lnTo>
                  <a:pt x="311569" y="45601"/>
                </a:lnTo>
                <a:lnTo>
                  <a:pt x="311514" y="45974"/>
                </a:lnTo>
                <a:lnTo>
                  <a:pt x="311438" y="46333"/>
                </a:lnTo>
                <a:lnTo>
                  <a:pt x="311340" y="46680"/>
                </a:lnTo>
                <a:lnTo>
                  <a:pt x="311220" y="47014"/>
                </a:lnTo>
                <a:lnTo>
                  <a:pt x="311078" y="47335"/>
                </a:lnTo>
                <a:lnTo>
                  <a:pt x="310914" y="47643"/>
                </a:lnTo>
                <a:lnTo>
                  <a:pt x="310728" y="47939"/>
                </a:lnTo>
                <a:lnTo>
                  <a:pt x="310520" y="48221"/>
                </a:lnTo>
                <a:lnTo>
                  <a:pt x="310291" y="48491"/>
                </a:lnTo>
                <a:lnTo>
                  <a:pt x="310040" y="48748"/>
                </a:lnTo>
                <a:lnTo>
                  <a:pt x="309769" y="48987"/>
                </a:lnTo>
                <a:lnTo>
                  <a:pt x="309481" y="49206"/>
                </a:lnTo>
                <a:lnTo>
                  <a:pt x="309175" y="49404"/>
                </a:lnTo>
                <a:lnTo>
                  <a:pt x="308852" y="49581"/>
                </a:lnTo>
                <a:lnTo>
                  <a:pt x="308512" y="49737"/>
                </a:lnTo>
                <a:lnTo>
                  <a:pt x="308154" y="49873"/>
                </a:lnTo>
                <a:lnTo>
                  <a:pt x="307779" y="49987"/>
                </a:lnTo>
                <a:lnTo>
                  <a:pt x="307386" y="50081"/>
                </a:lnTo>
                <a:lnTo>
                  <a:pt x="306977" y="50154"/>
                </a:lnTo>
                <a:lnTo>
                  <a:pt x="306549" y="50206"/>
                </a:lnTo>
                <a:lnTo>
                  <a:pt x="306105" y="50237"/>
                </a:lnTo>
                <a:lnTo>
                  <a:pt x="305642" y="50248"/>
                </a:lnTo>
                <a:lnTo>
                  <a:pt x="305024" y="50231"/>
                </a:lnTo>
                <a:lnTo>
                  <a:pt x="304432" y="50180"/>
                </a:lnTo>
                <a:lnTo>
                  <a:pt x="303865" y="50096"/>
                </a:lnTo>
                <a:lnTo>
                  <a:pt x="303324" y="49977"/>
                </a:lnTo>
                <a:lnTo>
                  <a:pt x="302809" y="49825"/>
                </a:lnTo>
                <a:lnTo>
                  <a:pt x="302320" y="49639"/>
                </a:lnTo>
                <a:lnTo>
                  <a:pt x="301857" y="49419"/>
                </a:lnTo>
                <a:lnTo>
                  <a:pt x="301420" y="49165"/>
                </a:lnTo>
                <a:lnTo>
                  <a:pt x="301008" y="48878"/>
                </a:lnTo>
                <a:lnTo>
                  <a:pt x="300623" y="48556"/>
                </a:lnTo>
                <a:lnTo>
                  <a:pt x="300263" y="48201"/>
                </a:lnTo>
                <a:lnTo>
                  <a:pt x="299929" y="47812"/>
                </a:lnTo>
                <a:lnTo>
                  <a:pt x="299752" y="47571"/>
                </a:lnTo>
                <a:lnTo>
                  <a:pt x="299586" y="47296"/>
                </a:lnTo>
                <a:lnTo>
                  <a:pt x="299429" y="46987"/>
                </a:lnTo>
                <a:lnTo>
                  <a:pt x="299283" y="46644"/>
                </a:lnTo>
                <a:lnTo>
                  <a:pt x="299148" y="46268"/>
                </a:lnTo>
                <a:lnTo>
                  <a:pt x="299022" y="45857"/>
                </a:lnTo>
                <a:lnTo>
                  <a:pt x="298907" y="45413"/>
                </a:lnTo>
                <a:lnTo>
                  <a:pt x="298802" y="44935"/>
                </a:lnTo>
                <a:lnTo>
                  <a:pt x="298707" y="44423"/>
                </a:lnTo>
                <a:lnTo>
                  <a:pt x="298623" y="43878"/>
                </a:lnTo>
                <a:lnTo>
                  <a:pt x="298548" y="43298"/>
                </a:lnTo>
                <a:lnTo>
                  <a:pt x="298485" y="42685"/>
                </a:lnTo>
                <a:lnTo>
                  <a:pt x="298413" y="42067"/>
                </a:lnTo>
                <a:lnTo>
                  <a:pt x="298314" y="41474"/>
                </a:lnTo>
                <a:lnTo>
                  <a:pt x="298190" y="40906"/>
                </a:lnTo>
                <a:lnTo>
                  <a:pt x="298039" y="40363"/>
                </a:lnTo>
                <a:lnTo>
                  <a:pt x="297862" y="39845"/>
                </a:lnTo>
                <a:lnTo>
                  <a:pt x="297658" y="39352"/>
                </a:lnTo>
                <a:lnTo>
                  <a:pt x="297428" y="38884"/>
                </a:lnTo>
                <a:lnTo>
                  <a:pt x="297172" y="38441"/>
                </a:lnTo>
                <a:lnTo>
                  <a:pt x="296890" y="38022"/>
                </a:lnTo>
                <a:lnTo>
                  <a:pt x="296581" y="37629"/>
                </a:lnTo>
                <a:lnTo>
                  <a:pt x="296246" y="37260"/>
                </a:lnTo>
                <a:lnTo>
                  <a:pt x="295885" y="36917"/>
                </a:lnTo>
                <a:lnTo>
                  <a:pt x="295498" y="36610"/>
                </a:lnTo>
                <a:lnTo>
                  <a:pt x="295087" y="36329"/>
                </a:lnTo>
                <a:lnTo>
                  <a:pt x="294653" y="36076"/>
                </a:lnTo>
                <a:lnTo>
                  <a:pt x="294194" y="35849"/>
                </a:lnTo>
                <a:lnTo>
                  <a:pt x="293711" y="35648"/>
                </a:lnTo>
                <a:lnTo>
                  <a:pt x="293204" y="35475"/>
                </a:lnTo>
                <a:lnTo>
                  <a:pt x="292673" y="35328"/>
                </a:lnTo>
                <a:lnTo>
                  <a:pt x="292118" y="35208"/>
                </a:lnTo>
                <a:lnTo>
                  <a:pt x="291539" y="35114"/>
                </a:lnTo>
                <a:lnTo>
                  <a:pt x="290936" y="35047"/>
                </a:lnTo>
                <a:lnTo>
                  <a:pt x="290309" y="35007"/>
                </a:lnTo>
                <a:lnTo>
                  <a:pt x="289657" y="34994"/>
                </a:lnTo>
                <a:lnTo>
                  <a:pt x="288605" y="35027"/>
                </a:lnTo>
                <a:lnTo>
                  <a:pt x="287587" y="35126"/>
                </a:lnTo>
                <a:lnTo>
                  <a:pt x="286604" y="35290"/>
                </a:lnTo>
                <a:lnTo>
                  <a:pt x="285656" y="35521"/>
                </a:lnTo>
                <a:lnTo>
                  <a:pt x="284742" y="35817"/>
                </a:lnTo>
                <a:lnTo>
                  <a:pt x="283864" y="36180"/>
                </a:lnTo>
                <a:lnTo>
                  <a:pt x="283020" y="36608"/>
                </a:lnTo>
                <a:lnTo>
                  <a:pt x="282211" y="37102"/>
                </a:lnTo>
                <a:lnTo>
                  <a:pt x="281436" y="37662"/>
                </a:lnTo>
                <a:lnTo>
                  <a:pt x="280697" y="38288"/>
                </a:lnTo>
                <a:lnTo>
                  <a:pt x="279992" y="38979"/>
                </a:lnTo>
                <a:lnTo>
                  <a:pt x="279322" y="39737"/>
                </a:lnTo>
                <a:lnTo>
                  <a:pt x="278491" y="40812"/>
                </a:lnTo>
                <a:lnTo>
                  <a:pt x="277733" y="41943"/>
                </a:lnTo>
                <a:lnTo>
                  <a:pt x="277047" y="43130"/>
                </a:lnTo>
                <a:lnTo>
                  <a:pt x="276433" y="44373"/>
                </a:lnTo>
                <a:lnTo>
                  <a:pt x="275891" y="45672"/>
                </a:lnTo>
                <a:lnTo>
                  <a:pt x="275422" y="47027"/>
                </a:lnTo>
                <a:lnTo>
                  <a:pt x="275025" y="48438"/>
                </a:lnTo>
                <a:lnTo>
                  <a:pt x="274700" y="49906"/>
                </a:lnTo>
                <a:lnTo>
                  <a:pt x="274447" y="51429"/>
                </a:lnTo>
                <a:lnTo>
                  <a:pt x="274266" y="53009"/>
                </a:lnTo>
                <a:lnTo>
                  <a:pt x="274158" y="54645"/>
                </a:lnTo>
                <a:lnTo>
                  <a:pt x="274122" y="56336"/>
                </a:lnTo>
                <a:lnTo>
                  <a:pt x="274158" y="58071"/>
                </a:lnTo>
                <a:lnTo>
                  <a:pt x="274265" y="59772"/>
                </a:lnTo>
                <a:lnTo>
                  <a:pt x="274445" y="61438"/>
                </a:lnTo>
                <a:lnTo>
                  <a:pt x="274696" y="63070"/>
                </a:lnTo>
                <a:lnTo>
                  <a:pt x="275019" y="64667"/>
                </a:lnTo>
                <a:lnTo>
                  <a:pt x="275414" y="66231"/>
                </a:lnTo>
                <a:lnTo>
                  <a:pt x="275880" y="67760"/>
                </a:lnTo>
                <a:lnTo>
                  <a:pt x="276419" y="69254"/>
                </a:lnTo>
                <a:lnTo>
                  <a:pt x="277029" y="70715"/>
                </a:lnTo>
                <a:lnTo>
                  <a:pt x="277711" y="72141"/>
                </a:lnTo>
                <a:lnTo>
                  <a:pt x="278464" y="73533"/>
                </a:lnTo>
                <a:lnTo>
                  <a:pt x="279290" y="74891"/>
                </a:lnTo>
                <a:lnTo>
                  <a:pt x="280176" y="76176"/>
                </a:lnTo>
                <a:lnTo>
                  <a:pt x="281113" y="77349"/>
                </a:lnTo>
                <a:lnTo>
                  <a:pt x="282100" y="78410"/>
                </a:lnTo>
                <a:lnTo>
                  <a:pt x="283138" y="79360"/>
                </a:lnTo>
                <a:lnTo>
                  <a:pt x="284226" y="80197"/>
                </a:lnTo>
                <a:lnTo>
                  <a:pt x="285364" y="80924"/>
                </a:lnTo>
                <a:lnTo>
                  <a:pt x="286553" y="81538"/>
                </a:lnTo>
                <a:lnTo>
                  <a:pt x="287792" y="82041"/>
                </a:lnTo>
                <a:lnTo>
                  <a:pt x="289082" y="82432"/>
                </a:lnTo>
                <a:lnTo>
                  <a:pt x="290422" y="82711"/>
                </a:lnTo>
                <a:lnTo>
                  <a:pt x="291812" y="82879"/>
                </a:lnTo>
                <a:lnTo>
                  <a:pt x="293253" y="82934"/>
                </a:lnTo>
                <a:lnTo>
                  <a:pt x="294292" y="82905"/>
                </a:lnTo>
                <a:lnTo>
                  <a:pt x="295314" y="82815"/>
                </a:lnTo>
                <a:lnTo>
                  <a:pt x="296318" y="82666"/>
                </a:lnTo>
                <a:lnTo>
                  <a:pt x="297304" y="82457"/>
                </a:lnTo>
                <a:lnTo>
                  <a:pt x="298272" y="82189"/>
                </a:lnTo>
                <a:lnTo>
                  <a:pt x="299223" y="81861"/>
                </a:lnTo>
                <a:lnTo>
                  <a:pt x="300155" y="81473"/>
                </a:lnTo>
                <a:lnTo>
                  <a:pt x="301070" y="81026"/>
                </a:lnTo>
                <a:lnTo>
                  <a:pt x="301967" y="80519"/>
                </a:lnTo>
                <a:lnTo>
                  <a:pt x="302846" y="79952"/>
                </a:lnTo>
                <a:lnTo>
                  <a:pt x="303708" y="79326"/>
                </a:lnTo>
                <a:lnTo>
                  <a:pt x="304551" y="78640"/>
                </a:lnTo>
                <a:lnTo>
                  <a:pt x="305138" y="78116"/>
                </a:lnTo>
                <a:lnTo>
                  <a:pt x="305723" y="77524"/>
                </a:lnTo>
                <a:lnTo>
                  <a:pt x="306304" y="76866"/>
                </a:lnTo>
                <a:lnTo>
                  <a:pt x="306884" y="76141"/>
                </a:lnTo>
                <a:lnTo>
                  <a:pt x="307460" y="75349"/>
                </a:lnTo>
                <a:lnTo>
                  <a:pt x="308034" y="74490"/>
                </a:lnTo>
                <a:lnTo>
                  <a:pt x="308605" y="73565"/>
                </a:lnTo>
                <a:lnTo>
                  <a:pt x="309173" y="72573"/>
                </a:lnTo>
                <a:lnTo>
                  <a:pt x="309739" y="71514"/>
                </a:lnTo>
                <a:lnTo>
                  <a:pt x="310302" y="70388"/>
                </a:lnTo>
                <a:lnTo>
                  <a:pt x="310862" y="69196"/>
                </a:lnTo>
                <a:lnTo>
                  <a:pt x="311420" y="67937"/>
                </a:lnTo>
                <a:lnTo>
                  <a:pt x="313282" y="68834"/>
                </a:lnTo>
                <a:close/>
                <a:moveTo>
                  <a:pt x="317527" y="38205"/>
                </a:moveTo>
                <a:lnTo>
                  <a:pt x="335631" y="30892"/>
                </a:lnTo>
                <a:lnTo>
                  <a:pt x="338070" y="30892"/>
                </a:lnTo>
                <a:lnTo>
                  <a:pt x="338070" y="44608"/>
                </a:lnTo>
                <a:lnTo>
                  <a:pt x="338830" y="43348"/>
                </a:lnTo>
                <a:lnTo>
                  <a:pt x="339590" y="42154"/>
                </a:lnTo>
                <a:lnTo>
                  <a:pt x="340351" y="41025"/>
                </a:lnTo>
                <a:lnTo>
                  <a:pt x="341112" y="39961"/>
                </a:lnTo>
                <a:lnTo>
                  <a:pt x="341874" y="38963"/>
                </a:lnTo>
                <a:lnTo>
                  <a:pt x="342636" y="38030"/>
                </a:lnTo>
                <a:lnTo>
                  <a:pt x="343399" y="37163"/>
                </a:lnTo>
                <a:lnTo>
                  <a:pt x="344162" y="36361"/>
                </a:lnTo>
                <a:lnTo>
                  <a:pt x="344925" y="35625"/>
                </a:lnTo>
                <a:lnTo>
                  <a:pt x="345689" y="34954"/>
                </a:lnTo>
                <a:lnTo>
                  <a:pt x="346453" y="34348"/>
                </a:lnTo>
                <a:lnTo>
                  <a:pt x="347218" y="33808"/>
                </a:lnTo>
                <a:lnTo>
                  <a:pt x="347987" y="33322"/>
                </a:lnTo>
                <a:lnTo>
                  <a:pt x="348762" y="32878"/>
                </a:lnTo>
                <a:lnTo>
                  <a:pt x="349543" y="32476"/>
                </a:lnTo>
                <a:lnTo>
                  <a:pt x="350332" y="32117"/>
                </a:lnTo>
                <a:lnTo>
                  <a:pt x="351127" y="31800"/>
                </a:lnTo>
                <a:lnTo>
                  <a:pt x="351929" y="31525"/>
                </a:lnTo>
                <a:lnTo>
                  <a:pt x="352737" y="31292"/>
                </a:lnTo>
                <a:lnTo>
                  <a:pt x="353552" y="31102"/>
                </a:lnTo>
                <a:lnTo>
                  <a:pt x="354374" y="30954"/>
                </a:lnTo>
                <a:lnTo>
                  <a:pt x="355203" y="30848"/>
                </a:lnTo>
                <a:lnTo>
                  <a:pt x="356038" y="30785"/>
                </a:lnTo>
                <a:lnTo>
                  <a:pt x="356880" y="30764"/>
                </a:lnTo>
                <a:lnTo>
                  <a:pt x="358336" y="30812"/>
                </a:lnTo>
                <a:lnTo>
                  <a:pt x="359751" y="30956"/>
                </a:lnTo>
                <a:lnTo>
                  <a:pt x="361125" y="31196"/>
                </a:lnTo>
                <a:lnTo>
                  <a:pt x="362458" y="31532"/>
                </a:lnTo>
                <a:lnTo>
                  <a:pt x="363750" y="31964"/>
                </a:lnTo>
                <a:lnTo>
                  <a:pt x="365001" y="32492"/>
                </a:lnTo>
                <a:lnTo>
                  <a:pt x="366211" y="33117"/>
                </a:lnTo>
                <a:lnTo>
                  <a:pt x="367379" y="33837"/>
                </a:lnTo>
                <a:lnTo>
                  <a:pt x="368507" y="34653"/>
                </a:lnTo>
                <a:lnTo>
                  <a:pt x="369594" y="35565"/>
                </a:lnTo>
                <a:lnTo>
                  <a:pt x="370640" y="36573"/>
                </a:lnTo>
                <a:lnTo>
                  <a:pt x="371645" y="37678"/>
                </a:lnTo>
                <a:lnTo>
                  <a:pt x="372804" y="39122"/>
                </a:lnTo>
                <a:lnTo>
                  <a:pt x="373862" y="40637"/>
                </a:lnTo>
                <a:lnTo>
                  <a:pt x="374819" y="42224"/>
                </a:lnTo>
                <a:lnTo>
                  <a:pt x="375675" y="43882"/>
                </a:lnTo>
                <a:lnTo>
                  <a:pt x="376431" y="45610"/>
                </a:lnTo>
                <a:lnTo>
                  <a:pt x="377086" y="47410"/>
                </a:lnTo>
                <a:lnTo>
                  <a:pt x="377640" y="49281"/>
                </a:lnTo>
                <a:lnTo>
                  <a:pt x="378093" y="51223"/>
                </a:lnTo>
                <a:lnTo>
                  <a:pt x="378446" y="53237"/>
                </a:lnTo>
                <a:lnTo>
                  <a:pt x="378698" y="55321"/>
                </a:lnTo>
                <a:lnTo>
                  <a:pt x="378849" y="57477"/>
                </a:lnTo>
                <a:lnTo>
                  <a:pt x="378899" y="59703"/>
                </a:lnTo>
                <a:lnTo>
                  <a:pt x="378839" y="62196"/>
                </a:lnTo>
                <a:lnTo>
                  <a:pt x="378657" y="64615"/>
                </a:lnTo>
                <a:lnTo>
                  <a:pt x="378354" y="66962"/>
                </a:lnTo>
                <a:lnTo>
                  <a:pt x="377929" y="69236"/>
                </a:lnTo>
                <a:lnTo>
                  <a:pt x="377383" y="71437"/>
                </a:lnTo>
                <a:lnTo>
                  <a:pt x="376717" y="73565"/>
                </a:lnTo>
                <a:lnTo>
                  <a:pt x="375928" y="75620"/>
                </a:lnTo>
                <a:lnTo>
                  <a:pt x="375019" y="77602"/>
                </a:lnTo>
                <a:lnTo>
                  <a:pt x="373988" y="79511"/>
                </a:lnTo>
                <a:lnTo>
                  <a:pt x="372836" y="81347"/>
                </a:lnTo>
                <a:lnTo>
                  <a:pt x="371563" y="83111"/>
                </a:lnTo>
                <a:lnTo>
                  <a:pt x="370168" y="84801"/>
                </a:lnTo>
                <a:lnTo>
                  <a:pt x="368944" y="86100"/>
                </a:lnTo>
                <a:lnTo>
                  <a:pt x="367668" y="87286"/>
                </a:lnTo>
                <a:lnTo>
                  <a:pt x="366341" y="88359"/>
                </a:lnTo>
                <a:lnTo>
                  <a:pt x="364961" y="89319"/>
                </a:lnTo>
                <a:lnTo>
                  <a:pt x="363530" y="90166"/>
                </a:lnTo>
                <a:lnTo>
                  <a:pt x="362048" y="90900"/>
                </a:lnTo>
                <a:lnTo>
                  <a:pt x="360513" y="91521"/>
                </a:lnTo>
                <a:lnTo>
                  <a:pt x="358927" y="92029"/>
                </a:lnTo>
                <a:lnTo>
                  <a:pt x="357289" y="92424"/>
                </a:lnTo>
                <a:lnTo>
                  <a:pt x="355599" y="92707"/>
                </a:lnTo>
                <a:lnTo>
                  <a:pt x="353858" y="92876"/>
                </a:lnTo>
                <a:lnTo>
                  <a:pt x="352065" y="92933"/>
                </a:lnTo>
                <a:lnTo>
                  <a:pt x="351282" y="92923"/>
                </a:lnTo>
                <a:lnTo>
                  <a:pt x="350517" y="92895"/>
                </a:lnTo>
                <a:lnTo>
                  <a:pt x="349770" y="92849"/>
                </a:lnTo>
                <a:lnTo>
                  <a:pt x="349041" y="92783"/>
                </a:lnTo>
                <a:lnTo>
                  <a:pt x="348329" y="92699"/>
                </a:lnTo>
                <a:lnTo>
                  <a:pt x="347635" y="92596"/>
                </a:lnTo>
                <a:lnTo>
                  <a:pt x="346960" y="92475"/>
                </a:lnTo>
                <a:lnTo>
                  <a:pt x="346302" y="92334"/>
                </a:lnTo>
                <a:lnTo>
                  <a:pt x="345661" y="92176"/>
                </a:lnTo>
                <a:lnTo>
                  <a:pt x="345039" y="91998"/>
                </a:lnTo>
                <a:lnTo>
                  <a:pt x="344435" y="91802"/>
                </a:lnTo>
                <a:lnTo>
                  <a:pt x="343848" y="91587"/>
                </a:lnTo>
                <a:lnTo>
                  <a:pt x="343415" y="91413"/>
                </a:lnTo>
                <a:lnTo>
                  <a:pt x="342974" y="91213"/>
                </a:lnTo>
                <a:lnTo>
                  <a:pt x="342524" y="90986"/>
                </a:lnTo>
                <a:lnTo>
                  <a:pt x="342065" y="90732"/>
                </a:lnTo>
                <a:lnTo>
                  <a:pt x="341597" y="90452"/>
                </a:lnTo>
                <a:lnTo>
                  <a:pt x="341119" y="90145"/>
                </a:lnTo>
                <a:lnTo>
                  <a:pt x="340634" y="89811"/>
                </a:lnTo>
                <a:lnTo>
                  <a:pt x="340139" y="89450"/>
                </a:lnTo>
                <a:lnTo>
                  <a:pt x="339635" y="89063"/>
                </a:lnTo>
                <a:lnTo>
                  <a:pt x="339122" y="88649"/>
                </a:lnTo>
                <a:lnTo>
                  <a:pt x="338601" y="88209"/>
                </a:lnTo>
                <a:lnTo>
                  <a:pt x="338070" y="87741"/>
                </a:lnTo>
                <a:lnTo>
                  <a:pt x="338070" y="105623"/>
                </a:lnTo>
                <a:lnTo>
                  <a:pt x="338075" y="106596"/>
                </a:lnTo>
                <a:lnTo>
                  <a:pt x="338091" y="107509"/>
                </a:lnTo>
                <a:lnTo>
                  <a:pt x="338116" y="108361"/>
                </a:lnTo>
                <a:lnTo>
                  <a:pt x="338152" y="109151"/>
                </a:lnTo>
                <a:lnTo>
                  <a:pt x="338198" y="109881"/>
                </a:lnTo>
                <a:lnTo>
                  <a:pt x="338255" y="110550"/>
                </a:lnTo>
                <a:lnTo>
                  <a:pt x="338321" y="111158"/>
                </a:lnTo>
                <a:lnTo>
                  <a:pt x="338398" y="111704"/>
                </a:lnTo>
                <a:lnTo>
                  <a:pt x="338485" y="112190"/>
                </a:lnTo>
                <a:lnTo>
                  <a:pt x="338583" y="112615"/>
                </a:lnTo>
                <a:lnTo>
                  <a:pt x="338691" y="112979"/>
                </a:lnTo>
                <a:lnTo>
                  <a:pt x="338808" y="113282"/>
                </a:lnTo>
                <a:lnTo>
                  <a:pt x="338939" y="113549"/>
                </a:lnTo>
                <a:lnTo>
                  <a:pt x="339085" y="113808"/>
                </a:lnTo>
                <a:lnTo>
                  <a:pt x="339246" y="114057"/>
                </a:lnTo>
                <a:lnTo>
                  <a:pt x="339422" y="114297"/>
                </a:lnTo>
                <a:lnTo>
                  <a:pt x="339613" y="114527"/>
                </a:lnTo>
                <a:lnTo>
                  <a:pt x="339820" y="114748"/>
                </a:lnTo>
                <a:lnTo>
                  <a:pt x="340041" y="114959"/>
                </a:lnTo>
                <a:lnTo>
                  <a:pt x="340278" y="115162"/>
                </a:lnTo>
                <a:lnTo>
                  <a:pt x="340530" y="115355"/>
                </a:lnTo>
                <a:lnTo>
                  <a:pt x="340797" y="115538"/>
                </a:lnTo>
                <a:lnTo>
                  <a:pt x="341079" y="115713"/>
                </a:lnTo>
                <a:lnTo>
                  <a:pt x="341376" y="115877"/>
                </a:lnTo>
                <a:lnTo>
                  <a:pt x="341702" y="116031"/>
                </a:lnTo>
                <a:lnTo>
                  <a:pt x="342069" y="116171"/>
                </a:lnTo>
                <a:lnTo>
                  <a:pt x="342478" y="116298"/>
                </a:lnTo>
                <a:lnTo>
                  <a:pt x="342928" y="116412"/>
                </a:lnTo>
                <a:lnTo>
                  <a:pt x="343419" y="116512"/>
                </a:lnTo>
                <a:lnTo>
                  <a:pt x="343952" y="116598"/>
                </a:lnTo>
                <a:lnTo>
                  <a:pt x="344527" y="116672"/>
                </a:lnTo>
                <a:lnTo>
                  <a:pt x="345142" y="116732"/>
                </a:lnTo>
                <a:lnTo>
                  <a:pt x="345800" y="116779"/>
                </a:lnTo>
                <a:lnTo>
                  <a:pt x="346499" y="116812"/>
                </a:lnTo>
                <a:lnTo>
                  <a:pt x="347239" y="116832"/>
                </a:lnTo>
                <a:lnTo>
                  <a:pt x="348021" y="116839"/>
                </a:lnTo>
                <a:lnTo>
                  <a:pt x="348021" y="119210"/>
                </a:lnTo>
                <a:lnTo>
                  <a:pt x="317206" y="119210"/>
                </a:lnTo>
                <a:lnTo>
                  <a:pt x="317206" y="116839"/>
                </a:lnTo>
                <a:lnTo>
                  <a:pt x="318811" y="116839"/>
                </a:lnTo>
                <a:lnTo>
                  <a:pt x="319393" y="116839"/>
                </a:lnTo>
                <a:lnTo>
                  <a:pt x="319960" y="116819"/>
                </a:lnTo>
                <a:lnTo>
                  <a:pt x="320512" y="116779"/>
                </a:lnTo>
                <a:lnTo>
                  <a:pt x="321051" y="116718"/>
                </a:lnTo>
                <a:lnTo>
                  <a:pt x="321575" y="116636"/>
                </a:lnTo>
                <a:lnTo>
                  <a:pt x="322085" y="116534"/>
                </a:lnTo>
                <a:lnTo>
                  <a:pt x="322581" y="116411"/>
                </a:lnTo>
                <a:lnTo>
                  <a:pt x="323062" y="116268"/>
                </a:lnTo>
                <a:lnTo>
                  <a:pt x="323530" y="116105"/>
                </a:lnTo>
                <a:lnTo>
                  <a:pt x="323983" y="115921"/>
                </a:lnTo>
                <a:lnTo>
                  <a:pt x="324421" y="115716"/>
                </a:lnTo>
                <a:lnTo>
                  <a:pt x="324846" y="115491"/>
                </a:lnTo>
                <a:lnTo>
                  <a:pt x="325045" y="115367"/>
                </a:lnTo>
                <a:lnTo>
                  <a:pt x="325237" y="115232"/>
                </a:lnTo>
                <a:lnTo>
                  <a:pt x="325421" y="115084"/>
                </a:lnTo>
                <a:lnTo>
                  <a:pt x="325598" y="114925"/>
                </a:lnTo>
                <a:lnTo>
                  <a:pt x="325767" y="114753"/>
                </a:lnTo>
                <a:lnTo>
                  <a:pt x="325929" y="114569"/>
                </a:lnTo>
                <a:lnTo>
                  <a:pt x="326083" y="114373"/>
                </a:lnTo>
                <a:lnTo>
                  <a:pt x="326229" y="114165"/>
                </a:lnTo>
                <a:lnTo>
                  <a:pt x="326368" y="113946"/>
                </a:lnTo>
                <a:lnTo>
                  <a:pt x="326500" y="113714"/>
                </a:lnTo>
                <a:lnTo>
                  <a:pt x="326623" y="113470"/>
                </a:lnTo>
                <a:lnTo>
                  <a:pt x="326739" y="113214"/>
                </a:lnTo>
                <a:lnTo>
                  <a:pt x="326847" y="112918"/>
                </a:lnTo>
                <a:lnTo>
                  <a:pt x="326945" y="112556"/>
                </a:lnTo>
                <a:lnTo>
                  <a:pt x="327034" y="112126"/>
                </a:lnTo>
                <a:lnTo>
                  <a:pt x="327114" y="111629"/>
                </a:lnTo>
                <a:lnTo>
                  <a:pt x="327184" y="111064"/>
                </a:lnTo>
                <a:lnTo>
                  <a:pt x="327245" y="110433"/>
                </a:lnTo>
                <a:lnTo>
                  <a:pt x="327296" y="109734"/>
                </a:lnTo>
                <a:lnTo>
                  <a:pt x="327339" y="108968"/>
                </a:lnTo>
                <a:lnTo>
                  <a:pt x="327371" y="108134"/>
                </a:lnTo>
                <a:lnTo>
                  <a:pt x="327395" y="107233"/>
                </a:lnTo>
                <a:lnTo>
                  <a:pt x="327409" y="106265"/>
                </a:lnTo>
                <a:lnTo>
                  <a:pt x="327414" y="105230"/>
                </a:lnTo>
                <a:lnTo>
                  <a:pt x="327414" y="49685"/>
                </a:lnTo>
                <a:lnTo>
                  <a:pt x="327410" y="48763"/>
                </a:lnTo>
                <a:lnTo>
                  <a:pt x="327399" y="47898"/>
                </a:lnTo>
                <a:lnTo>
                  <a:pt x="327381" y="47091"/>
                </a:lnTo>
                <a:lnTo>
                  <a:pt x="327356" y="46343"/>
                </a:lnTo>
                <a:lnTo>
                  <a:pt x="327324" y="45652"/>
                </a:lnTo>
                <a:lnTo>
                  <a:pt x="327285" y="45019"/>
                </a:lnTo>
                <a:lnTo>
                  <a:pt x="327239" y="44444"/>
                </a:lnTo>
                <a:lnTo>
                  <a:pt x="327185" y="43927"/>
                </a:lnTo>
                <a:lnTo>
                  <a:pt x="327125" y="43468"/>
                </a:lnTo>
                <a:lnTo>
                  <a:pt x="327057" y="43067"/>
                </a:lnTo>
                <a:lnTo>
                  <a:pt x="326982" y="42724"/>
                </a:lnTo>
                <a:lnTo>
                  <a:pt x="326900" y="42439"/>
                </a:lnTo>
                <a:lnTo>
                  <a:pt x="326810" y="42187"/>
                </a:lnTo>
                <a:lnTo>
                  <a:pt x="326712" y="41947"/>
                </a:lnTo>
                <a:lnTo>
                  <a:pt x="326605" y="41717"/>
                </a:lnTo>
                <a:lnTo>
                  <a:pt x="326490" y="41497"/>
                </a:lnTo>
                <a:lnTo>
                  <a:pt x="326366" y="41289"/>
                </a:lnTo>
                <a:lnTo>
                  <a:pt x="326234" y="41091"/>
                </a:lnTo>
                <a:lnTo>
                  <a:pt x="326093" y="40904"/>
                </a:lnTo>
                <a:lnTo>
                  <a:pt x="325944" y="40728"/>
                </a:lnTo>
                <a:lnTo>
                  <a:pt x="325787" y="40562"/>
                </a:lnTo>
                <a:lnTo>
                  <a:pt x="325620" y="40407"/>
                </a:lnTo>
                <a:lnTo>
                  <a:pt x="325446" y="40263"/>
                </a:lnTo>
                <a:lnTo>
                  <a:pt x="325263" y="40129"/>
                </a:lnTo>
                <a:lnTo>
                  <a:pt x="325070" y="40006"/>
                </a:lnTo>
                <a:lnTo>
                  <a:pt x="324866" y="39894"/>
                </a:lnTo>
                <a:lnTo>
                  <a:pt x="324651" y="39792"/>
                </a:lnTo>
                <a:lnTo>
                  <a:pt x="324425" y="39701"/>
                </a:lnTo>
                <a:lnTo>
                  <a:pt x="324187" y="39621"/>
                </a:lnTo>
                <a:lnTo>
                  <a:pt x="323939" y="39551"/>
                </a:lnTo>
                <a:lnTo>
                  <a:pt x="323679" y="39492"/>
                </a:lnTo>
                <a:lnTo>
                  <a:pt x="323408" y="39444"/>
                </a:lnTo>
                <a:lnTo>
                  <a:pt x="323126" y="39406"/>
                </a:lnTo>
                <a:lnTo>
                  <a:pt x="322833" y="39380"/>
                </a:lnTo>
                <a:lnTo>
                  <a:pt x="322529" y="39364"/>
                </a:lnTo>
                <a:lnTo>
                  <a:pt x="322214" y="39358"/>
                </a:lnTo>
                <a:lnTo>
                  <a:pt x="321951" y="39364"/>
                </a:lnTo>
                <a:lnTo>
                  <a:pt x="321677" y="39383"/>
                </a:lnTo>
                <a:lnTo>
                  <a:pt x="321391" y="39414"/>
                </a:lnTo>
                <a:lnTo>
                  <a:pt x="321094" y="39458"/>
                </a:lnTo>
                <a:lnTo>
                  <a:pt x="320785" y="39514"/>
                </a:lnTo>
                <a:lnTo>
                  <a:pt x="320464" y="39583"/>
                </a:lnTo>
                <a:lnTo>
                  <a:pt x="320132" y="39664"/>
                </a:lnTo>
                <a:lnTo>
                  <a:pt x="319788" y="39757"/>
                </a:lnTo>
                <a:lnTo>
                  <a:pt x="319433" y="39863"/>
                </a:lnTo>
                <a:lnTo>
                  <a:pt x="319066" y="39981"/>
                </a:lnTo>
                <a:lnTo>
                  <a:pt x="318688" y="40112"/>
                </a:lnTo>
                <a:lnTo>
                  <a:pt x="318298" y="40255"/>
                </a:lnTo>
                <a:lnTo>
                  <a:pt x="317527" y="38205"/>
                </a:lnTo>
                <a:moveTo>
                  <a:pt x="338070" y="48505"/>
                </a:moveTo>
                <a:lnTo>
                  <a:pt x="338070" y="70397"/>
                </a:lnTo>
                <a:lnTo>
                  <a:pt x="338074" y="71547"/>
                </a:lnTo>
                <a:lnTo>
                  <a:pt x="338086" y="72630"/>
                </a:lnTo>
                <a:lnTo>
                  <a:pt x="338106" y="73645"/>
                </a:lnTo>
                <a:lnTo>
                  <a:pt x="338134" y="74593"/>
                </a:lnTo>
                <a:lnTo>
                  <a:pt x="338170" y="75473"/>
                </a:lnTo>
                <a:lnTo>
                  <a:pt x="338215" y="76286"/>
                </a:lnTo>
                <a:lnTo>
                  <a:pt x="338267" y="77031"/>
                </a:lnTo>
                <a:lnTo>
                  <a:pt x="338327" y="77708"/>
                </a:lnTo>
                <a:lnTo>
                  <a:pt x="338395" y="78318"/>
                </a:lnTo>
                <a:lnTo>
                  <a:pt x="338471" y="78860"/>
                </a:lnTo>
                <a:lnTo>
                  <a:pt x="338556" y="79335"/>
                </a:lnTo>
                <a:lnTo>
                  <a:pt x="338648" y="79742"/>
                </a:lnTo>
                <a:lnTo>
                  <a:pt x="338816" y="80354"/>
                </a:lnTo>
                <a:lnTo>
                  <a:pt x="339020" y="80955"/>
                </a:lnTo>
                <a:lnTo>
                  <a:pt x="339260" y="81542"/>
                </a:lnTo>
                <a:lnTo>
                  <a:pt x="339536" y="82118"/>
                </a:lnTo>
                <a:lnTo>
                  <a:pt x="339848" y="82680"/>
                </a:lnTo>
                <a:lnTo>
                  <a:pt x="340197" y="83231"/>
                </a:lnTo>
                <a:lnTo>
                  <a:pt x="340581" y="83769"/>
                </a:lnTo>
                <a:lnTo>
                  <a:pt x="341002" y="84294"/>
                </a:lnTo>
                <a:lnTo>
                  <a:pt x="341459" y="84807"/>
                </a:lnTo>
                <a:lnTo>
                  <a:pt x="341951" y="85308"/>
                </a:lnTo>
                <a:lnTo>
                  <a:pt x="342480" y="85796"/>
                </a:lnTo>
                <a:lnTo>
                  <a:pt x="343045" y="86271"/>
                </a:lnTo>
                <a:lnTo>
                  <a:pt x="343641" y="86721"/>
                </a:lnTo>
                <a:lnTo>
                  <a:pt x="344262" y="87132"/>
                </a:lnTo>
                <a:lnTo>
                  <a:pt x="344909" y="87503"/>
                </a:lnTo>
                <a:lnTo>
                  <a:pt x="345581" y="87836"/>
                </a:lnTo>
                <a:lnTo>
                  <a:pt x="346279" y="88129"/>
                </a:lnTo>
                <a:lnTo>
                  <a:pt x="347002" y="88383"/>
                </a:lnTo>
                <a:lnTo>
                  <a:pt x="347750" y="88598"/>
                </a:lnTo>
                <a:lnTo>
                  <a:pt x="348524" y="88774"/>
                </a:lnTo>
                <a:lnTo>
                  <a:pt x="349323" y="88911"/>
                </a:lnTo>
                <a:lnTo>
                  <a:pt x="350147" y="89009"/>
                </a:lnTo>
                <a:lnTo>
                  <a:pt x="350997" y="89068"/>
                </a:lnTo>
                <a:lnTo>
                  <a:pt x="351872" y="89087"/>
                </a:lnTo>
                <a:lnTo>
                  <a:pt x="352925" y="89053"/>
                </a:lnTo>
                <a:lnTo>
                  <a:pt x="353945" y="88948"/>
                </a:lnTo>
                <a:lnTo>
                  <a:pt x="354930" y="88775"/>
                </a:lnTo>
                <a:lnTo>
                  <a:pt x="355881" y="88532"/>
                </a:lnTo>
                <a:lnTo>
                  <a:pt x="356799" y="88220"/>
                </a:lnTo>
                <a:lnTo>
                  <a:pt x="357682" y="87839"/>
                </a:lnTo>
                <a:lnTo>
                  <a:pt x="358532" y="87388"/>
                </a:lnTo>
                <a:lnTo>
                  <a:pt x="359348" y="86868"/>
                </a:lnTo>
                <a:lnTo>
                  <a:pt x="360130" y="86279"/>
                </a:lnTo>
                <a:lnTo>
                  <a:pt x="360878" y="85620"/>
                </a:lnTo>
                <a:lnTo>
                  <a:pt x="361592" y="84892"/>
                </a:lnTo>
                <a:lnTo>
                  <a:pt x="362272" y="84094"/>
                </a:lnTo>
                <a:lnTo>
                  <a:pt x="363103" y="82969"/>
                </a:lnTo>
                <a:lnTo>
                  <a:pt x="363861" y="81771"/>
                </a:lnTo>
                <a:lnTo>
                  <a:pt x="364547" y="80498"/>
                </a:lnTo>
                <a:lnTo>
                  <a:pt x="365161" y="79152"/>
                </a:lnTo>
                <a:lnTo>
                  <a:pt x="365703" y="77732"/>
                </a:lnTo>
                <a:lnTo>
                  <a:pt x="366172" y="76238"/>
                </a:lnTo>
                <a:lnTo>
                  <a:pt x="366569" y="74670"/>
                </a:lnTo>
                <a:lnTo>
                  <a:pt x="366894" y="73028"/>
                </a:lnTo>
                <a:lnTo>
                  <a:pt x="367147" y="71313"/>
                </a:lnTo>
                <a:lnTo>
                  <a:pt x="367328" y="69524"/>
                </a:lnTo>
                <a:lnTo>
                  <a:pt x="367436" y="67661"/>
                </a:lnTo>
                <a:lnTo>
                  <a:pt x="367472" y="65724"/>
                </a:lnTo>
                <a:lnTo>
                  <a:pt x="367431" y="63527"/>
                </a:lnTo>
                <a:lnTo>
                  <a:pt x="367308" y="61416"/>
                </a:lnTo>
                <a:lnTo>
                  <a:pt x="367103" y="59391"/>
                </a:lnTo>
                <a:lnTo>
                  <a:pt x="366816" y="57453"/>
                </a:lnTo>
                <a:lnTo>
                  <a:pt x="366447" y="55601"/>
                </a:lnTo>
                <a:lnTo>
                  <a:pt x="365996" y="53835"/>
                </a:lnTo>
                <a:lnTo>
                  <a:pt x="365462" y="52155"/>
                </a:lnTo>
                <a:lnTo>
                  <a:pt x="364847" y="50562"/>
                </a:lnTo>
                <a:lnTo>
                  <a:pt x="364150" y="49055"/>
                </a:lnTo>
                <a:lnTo>
                  <a:pt x="363371" y="47634"/>
                </a:lnTo>
                <a:lnTo>
                  <a:pt x="362509" y="46299"/>
                </a:lnTo>
                <a:lnTo>
                  <a:pt x="361566" y="45050"/>
                </a:lnTo>
                <a:lnTo>
                  <a:pt x="360871" y="44253"/>
                </a:lnTo>
                <a:lnTo>
                  <a:pt x="360154" y="43525"/>
                </a:lnTo>
                <a:lnTo>
                  <a:pt x="359416" y="42866"/>
                </a:lnTo>
                <a:lnTo>
                  <a:pt x="358656" y="42276"/>
                </a:lnTo>
                <a:lnTo>
                  <a:pt x="357875" y="41756"/>
                </a:lnTo>
                <a:lnTo>
                  <a:pt x="357072" y="41305"/>
                </a:lnTo>
                <a:lnTo>
                  <a:pt x="356248" y="40924"/>
                </a:lnTo>
                <a:lnTo>
                  <a:pt x="355403" y="40612"/>
                </a:lnTo>
                <a:lnTo>
                  <a:pt x="354537" y="40369"/>
                </a:lnTo>
                <a:lnTo>
                  <a:pt x="353649" y="40196"/>
                </a:lnTo>
                <a:lnTo>
                  <a:pt x="352739" y="40092"/>
                </a:lnTo>
                <a:lnTo>
                  <a:pt x="351808" y="40057"/>
                </a:lnTo>
                <a:lnTo>
                  <a:pt x="351295" y="40068"/>
                </a:lnTo>
                <a:lnTo>
                  <a:pt x="350783" y="40100"/>
                </a:lnTo>
                <a:lnTo>
                  <a:pt x="350272" y="40153"/>
                </a:lnTo>
                <a:lnTo>
                  <a:pt x="349761" y="40228"/>
                </a:lnTo>
                <a:lnTo>
                  <a:pt x="349252" y="40324"/>
                </a:lnTo>
                <a:lnTo>
                  <a:pt x="348743" y="40441"/>
                </a:lnTo>
                <a:lnTo>
                  <a:pt x="348235" y="40580"/>
                </a:lnTo>
                <a:lnTo>
                  <a:pt x="347728" y="40740"/>
                </a:lnTo>
                <a:lnTo>
                  <a:pt x="347222" y="40921"/>
                </a:lnTo>
                <a:lnTo>
                  <a:pt x="346717" y="41124"/>
                </a:lnTo>
                <a:lnTo>
                  <a:pt x="346213" y="41348"/>
                </a:lnTo>
                <a:lnTo>
                  <a:pt x="345710" y="41593"/>
                </a:lnTo>
                <a:lnTo>
                  <a:pt x="345303" y="41817"/>
                </a:lnTo>
                <a:lnTo>
                  <a:pt x="344855" y="42105"/>
                </a:lnTo>
                <a:lnTo>
                  <a:pt x="344365" y="42457"/>
                </a:lnTo>
                <a:lnTo>
                  <a:pt x="343834" y="42873"/>
                </a:lnTo>
                <a:lnTo>
                  <a:pt x="343260" y="43353"/>
                </a:lnTo>
                <a:lnTo>
                  <a:pt x="342644" y="43897"/>
                </a:lnTo>
                <a:lnTo>
                  <a:pt x="341987" y="44505"/>
                </a:lnTo>
                <a:lnTo>
                  <a:pt x="341287" y="45177"/>
                </a:lnTo>
                <a:lnTo>
                  <a:pt x="340546" y="45913"/>
                </a:lnTo>
                <a:lnTo>
                  <a:pt x="339762" y="46713"/>
                </a:lnTo>
                <a:lnTo>
                  <a:pt x="338937" y="47577"/>
                </a:lnTo>
                <a:lnTo>
                  <a:pt x="338070" y="48505"/>
                </a:lnTo>
                <a:close/>
                <a:moveTo>
                  <a:pt x="439051" y="32430"/>
                </a:moveTo>
                <a:lnTo>
                  <a:pt x="439051" y="68001"/>
                </a:lnTo>
                <a:lnTo>
                  <a:pt x="439055" y="69645"/>
                </a:lnTo>
                <a:lnTo>
                  <a:pt x="439065" y="71178"/>
                </a:lnTo>
                <a:lnTo>
                  <a:pt x="439081" y="72602"/>
                </a:lnTo>
                <a:lnTo>
                  <a:pt x="439105" y="73915"/>
                </a:lnTo>
                <a:lnTo>
                  <a:pt x="439135" y="75119"/>
                </a:lnTo>
                <a:lnTo>
                  <a:pt x="439172" y="76213"/>
                </a:lnTo>
                <a:lnTo>
                  <a:pt x="439215" y="77197"/>
                </a:lnTo>
                <a:lnTo>
                  <a:pt x="439265" y="78071"/>
                </a:lnTo>
                <a:lnTo>
                  <a:pt x="439322" y="78835"/>
                </a:lnTo>
                <a:lnTo>
                  <a:pt x="439386" y="79489"/>
                </a:lnTo>
                <a:lnTo>
                  <a:pt x="439456" y="80033"/>
                </a:lnTo>
                <a:lnTo>
                  <a:pt x="439533" y="80467"/>
                </a:lnTo>
                <a:lnTo>
                  <a:pt x="439617" y="80837"/>
                </a:lnTo>
                <a:lnTo>
                  <a:pt x="439709" y="81187"/>
                </a:lnTo>
                <a:lnTo>
                  <a:pt x="439810" y="81518"/>
                </a:lnTo>
                <a:lnTo>
                  <a:pt x="439918" y="81831"/>
                </a:lnTo>
                <a:lnTo>
                  <a:pt x="440034" y="82124"/>
                </a:lnTo>
                <a:lnTo>
                  <a:pt x="440159" y="82398"/>
                </a:lnTo>
                <a:lnTo>
                  <a:pt x="440291" y="82652"/>
                </a:lnTo>
                <a:lnTo>
                  <a:pt x="440432" y="82888"/>
                </a:lnTo>
                <a:lnTo>
                  <a:pt x="440580" y="83105"/>
                </a:lnTo>
                <a:lnTo>
                  <a:pt x="440737" y="83302"/>
                </a:lnTo>
                <a:lnTo>
                  <a:pt x="440901" y="83480"/>
                </a:lnTo>
                <a:lnTo>
                  <a:pt x="441074" y="83639"/>
                </a:lnTo>
                <a:lnTo>
                  <a:pt x="441253" y="83783"/>
                </a:lnTo>
                <a:lnTo>
                  <a:pt x="441436" y="83914"/>
                </a:lnTo>
                <a:lnTo>
                  <a:pt x="441625" y="84032"/>
                </a:lnTo>
                <a:lnTo>
                  <a:pt x="441819" y="84138"/>
                </a:lnTo>
                <a:lnTo>
                  <a:pt x="442018" y="84231"/>
                </a:lnTo>
                <a:lnTo>
                  <a:pt x="442221" y="84312"/>
                </a:lnTo>
                <a:lnTo>
                  <a:pt x="442429" y="84381"/>
                </a:lnTo>
                <a:lnTo>
                  <a:pt x="442643" y="84437"/>
                </a:lnTo>
                <a:lnTo>
                  <a:pt x="442861" y="84481"/>
                </a:lnTo>
                <a:lnTo>
                  <a:pt x="443084" y="84512"/>
                </a:lnTo>
                <a:lnTo>
                  <a:pt x="443312" y="84530"/>
                </a:lnTo>
                <a:lnTo>
                  <a:pt x="443545" y="84537"/>
                </a:lnTo>
                <a:lnTo>
                  <a:pt x="443880" y="84529"/>
                </a:lnTo>
                <a:lnTo>
                  <a:pt x="444223" y="84506"/>
                </a:lnTo>
                <a:lnTo>
                  <a:pt x="444572" y="84469"/>
                </a:lnTo>
                <a:lnTo>
                  <a:pt x="444929" y="84416"/>
                </a:lnTo>
                <a:lnTo>
                  <a:pt x="445293" y="84348"/>
                </a:lnTo>
                <a:lnTo>
                  <a:pt x="445664" y="84264"/>
                </a:lnTo>
                <a:lnTo>
                  <a:pt x="446042" y="84166"/>
                </a:lnTo>
                <a:lnTo>
                  <a:pt x="446427" y="84052"/>
                </a:lnTo>
                <a:lnTo>
                  <a:pt x="446819" y="83924"/>
                </a:lnTo>
                <a:lnTo>
                  <a:pt x="447219" y="83780"/>
                </a:lnTo>
                <a:lnTo>
                  <a:pt x="447625" y="83621"/>
                </a:lnTo>
                <a:lnTo>
                  <a:pt x="448039" y="83447"/>
                </a:lnTo>
                <a:lnTo>
                  <a:pt x="448938" y="85690"/>
                </a:lnTo>
                <a:lnTo>
                  <a:pt x="431348" y="92933"/>
                </a:lnTo>
                <a:lnTo>
                  <a:pt x="428459" y="92933"/>
                </a:lnTo>
                <a:lnTo>
                  <a:pt x="428459" y="80499"/>
                </a:lnTo>
                <a:lnTo>
                  <a:pt x="427221" y="81824"/>
                </a:lnTo>
                <a:lnTo>
                  <a:pt x="426034" y="83064"/>
                </a:lnTo>
                <a:lnTo>
                  <a:pt x="424896" y="84220"/>
                </a:lnTo>
                <a:lnTo>
                  <a:pt x="423808" y="85292"/>
                </a:lnTo>
                <a:lnTo>
                  <a:pt x="422770" y="86278"/>
                </a:lnTo>
                <a:lnTo>
                  <a:pt x="421782" y="87180"/>
                </a:lnTo>
                <a:lnTo>
                  <a:pt x="420844" y="87998"/>
                </a:lnTo>
                <a:lnTo>
                  <a:pt x="419956" y="88731"/>
                </a:lnTo>
                <a:lnTo>
                  <a:pt x="419118" y="89380"/>
                </a:lnTo>
                <a:lnTo>
                  <a:pt x="418330" y="89944"/>
                </a:lnTo>
                <a:lnTo>
                  <a:pt x="417592" y="90423"/>
                </a:lnTo>
                <a:lnTo>
                  <a:pt x="416904" y="90818"/>
                </a:lnTo>
                <a:lnTo>
                  <a:pt x="416237" y="91155"/>
                </a:lnTo>
                <a:lnTo>
                  <a:pt x="415564" y="91464"/>
                </a:lnTo>
                <a:lnTo>
                  <a:pt x="414885" y="91743"/>
                </a:lnTo>
                <a:lnTo>
                  <a:pt x="414200" y="91993"/>
                </a:lnTo>
                <a:lnTo>
                  <a:pt x="413509" y="92213"/>
                </a:lnTo>
                <a:lnTo>
                  <a:pt x="412811" y="92404"/>
                </a:lnTo>
                <a:lnTo>
                  <a:pt x="412107" y="92565"/>
                </a:lnTo>
                <a:lnTo>
                  <a:pt x="411397" y="92698"/>
                </a:lnTo>
                <a:lnTo>
                  <a:pt x="410680" y="92800"/>
                </a:lnTo>
                <a:lnTo>
                  <a:pt x="409958" y="92874"/>
                </a:lnTo>
                <a:lnTo>
                  <a:pt x="409229" y="92918"/>
                </a:lnTo>
                <a:lnTo>
                  <a:pt x="408494" y="92933"/>
                </a:lnTo>
                <a:lnTo>
                  <a:pt x="407679" y="92913"/>
                </a:lnTo>
                <a:lnTo>
                  <a:pt x="406883" y="92853"/>
                </a:lnTo>
                <a:lnTo>
                  <a:pt x="406104" y="92754"/>
                </a:lnTo>
                <a:lnTo>
                  <a:pt x="405345" y="92616"/>
                </a:lnTo>
                <a:lnTo>
                  <a:pt x="404603" y="92438"/>
                </a:lnTo>
                <a:lnTo>
                  <a:pt x="403880" y="92220"/>
                </a:lnTo>
                <a:lnTo>
                  <a:pt x="403175" y="91962"/>
                </a:lnTo>
                <a:lnTo>
                  <a:pt x="402488" y="91665"/>
                </a:lnTo>
                <a:lnTo>
                  <a:pt x="401819" y="91328"/>
                </a:lnTo>
                <a:lnTo>
                  <a:pt x="401169" y="90952"/>
                </a:lnTo>
                <a:lnTo>
                  <a:pt x="400537" y="90536"/>
                </a:lnTo>
                <a:lnTo>
                  <a:pt x="399924" y="90081"/>
                </a:lnTo>
                <a:lnTo>
                  <a:pt x="399334" y="89594"/>
                </a:lnTo>
                <a:lnTo>
                  <a:pt x="398776" y="89085"/>
                </a:lnTo>
                <a:lnTo>
                  <a:pt x="398248" y="88552"/>
                </a:lnTo>
                <a:lnTo>
                  <a:pt x="397752" y="87998"/>
                </a:lnTo>
                <a:lnTo>
                  <a:pt x="397285" y="87420"/>
                </a:lnTo>
                <a:lnTo>
                  <a:pt x="396850" y="86820"/>
                </a:lnTo>
                <a:lnTo>
                  <a:pt x="396446" y="86197"/>
                </a:lnTo>
                <a:lnTo>
                  <a:pt x="396072" y="85551"/>
                </a:lnTo>
                <a:lnTo>
                  <a:pt x="395729" y="84883"/>
                </a:lnTo>
                <a:lnTo>
                  <a:pt x="395416" y="84192"/>
                </a:lnTo>
                <a:lnTo>
                  <a:pt x="395135" y="83479"/>
                </a:lnTo>
                <a:lnTo>
                  <a:pt x="394884" y="82742"/>
                </a:lnTo>
                <a:lnTo>
                  <a:pt x="394659" y="81969"/>
                </a:lnTo>
                <a:lnTo>
                  <a:pt x="394453" y="81143"/>
                </a:lnTo>
                <a:lnTo>
                  <a:pt x="394266" y="80267"/>
                </a:lnTo>
                <a:lnTo>
                  <a:pt x="394099" y="79338"/>
                </a:lnTo>
                <a:lnTo>
                  <a:pt x="393952" y="78358"/>
                </a:lnTo>
                <a:lnTo>
                  <a:pt x="393825" y="77326"/>
                </a:lnTo>
                <a:lnTo>
                  <a:pt x="393717" y="76243"/>
                </a:lnTo>
                <a:lnTo>
                  <a:pt x="393629" y="75108"/>
                </a:lnTo>
                <a:lnTo>
                  <a:pt x="393560" y="73922"/>
                </a:lnTo>
                <a:lnTo>
                  <a:pt x="393511" y="72683"/>
                </a:lnTo>
                <a:lnTo>
                  <a:pt x="393482" y="71393"/>
                </a:lnTo>
                <a:lnTo>
                  <a:pt x="393472" y="70052"/>
                </a:lnTo>
                <a:lnTo>
                  <a:pt x="393472" y="43839"/>
                </a:lnTo>
                <a:lnTo>
                  <a:pt x="393466" y="43162"/>
                </a:lnTo>
                <a:lnTo>
                  <a:pt x="393447" y="42521"/>
                </a:lnTo>
                <a:lnTo>
                  <a:pt x="393416" y="41916"/>
                </a:lnTo>
                <a:lnTo>
                  <a:pt x="393372" y="41346"/>
                </a:lnTo>
                <a:lnTo>
                  <a:pt x="393316" y="40812"/>
                </a:lnTo>
                <a:lnTo>
                  <a:pt x="393247" y="40314"/>
                </a:lnTo>
                <a:lnTo>
                  <a:pt x="393166" y="39851"/>
                </a:lnTo>
                <a:lnTo>
                  <a:pt x="393072" y="39423"/>
                </a:lnTo>
                <a:lnTo>
                  <a:pt x="392966" y="39032"/>
                </a:lnTo>
                <a:lnTo>
                  <a:pt x="392848" y="38676"/>
                </a:lnTo>
                <a:lnTo>
                  <a:pt x="392717" y="38355"/>
                </a:lnTo>
                <a:lnTo>
                  <a:pt x="392573" y="38070"/>
                </a:lnTo>
                <a:lnTo>
                  <a:pt x="392417" y="37808"/>
                </a:lnTo>
                <a:lnTo>
                  <a:pt x="392249" y="37557"/>
                </a:lnTo>
                <a:lnTo>
                  <a:pt x="392069" y="37315"/>
                </a:lnTo>
                <a:lnTo>
                  <a:pt x="391878" y="37084"/>
                </a:lnTo>
                <a:lnTo>
                  <a:pt x="391674" y="36863"/>
                </a:lnTo>
                <a:lnTo>
                  <a:pt x="391458" y="36652"/>
                </a:lnTo>
                <a:lnTo>
                  <a:pt x="391230" y="36452"/>
                </a:lnTo>
                <a:lnTo>
                  <a:pt x="390990" y="36262"/>
                </a:lnTo>
                <a:lnTo>
                  <a:pt x="390737" y="36082"/>
                </a:lnTo>
                <a:lnTo>
                  <a:pt x="390473" y="35912"/>
                </a:lnTo>
                <a:lnTo>
                  <a:pt x="390197" y="35752"/>
                </a:lnTo>
                <a:lnTo>
                  <a:pt x="389909" y="35603"/>
                </a:lnTo>
                <a:lnTo>
                  <a:pt x="389595" y="35465"/>
                </a:lnTo>
                <a:lnTo>
                  <a:pt x="389241" y="35340"/>
                </a:lnTo>
                <a:lnTo>
                  <a:pt x="388848" y="35228"/>
                </a:lnTo>
                <a:lnTo>
                  <a:pt x="388415" y="35129"/>
                </a:lnTo>
                <a:lnTo>
                  <a:pt x="387942" y="35043"/>
                </a:lnTo>
                <a:lnTo>
                  <a:pt x="387429" y="34970"/>
                </a:lnTo>
                <a:lnTo>
                  <a:pt x="386877" y="34910"/>
                </a:lnTo>
                <a:lnTo>
                  <a:pt x="386285" y="34862"/>
                </a:lnTo>
                <a:lnTo>
                  <a:pt x="385654" y="34828"/>
                </a:lnTo>
                <a:lnTo>
                  <a:pt x="384983" y="34806"/>
                </a:lnTo>
                <a:lnTo>
                  <a:pt x="384272" y="34797"/>
                </a:lnTo>
                <a:lnTo>
                  <a:pt x="383521" y="34802"/>
                </a:lnTo>
                <a:lnTo>
                  <a:pt x="383521" y="32430"/>
                </a:lnTo>
                <a:lnTo>
                  <a:pt x="404128" y="32430"/>
                </a:lnTo>
                <a:lnTo>
                  <a:pt x="404128" y="71622"/>
                </a:lnTo>
                <a:lnTo>
                  <a:pt x="404148" y="72947"/>
                </a:lnTo>
                <a:lnTo>
                  <a:pt x="404208" y="74194"/>
                </a:lnTo>
                <a:lnTo>
                  <a:pt x="404307" y="75362"/>
                </a:lnTo>
                <a:lnTo>
                  <a:pt x="404446" y="76453"/>
                </a:lnTo>
                <a:lnTo>
                  <a:pt x="404624" y="77465"/>
                </a:lnTo>
                <a:lnTo>
                  <a:pt x="404843" y="78399"/>
                </a:lnTo>
                <a:lnTo>
                  <a:pt x="405101" y="79255"/>
                </a:lnTo>
                <a:lnTo>
                  <a:pt x="405398" y="80033"/>
                </a:lnTo>
                <a:lnTo>
                  <a:pt x="405735" y="80733"/>
                </a:lnTo>
                <a:lnTo>
                  <a:pt x="406112" y="81355"/>
                </a:lnTo>
                <a:lnTo>
                  <a:pt x="406529" y="81898"/>
                </a:lnTo>
                <a:lnTo>
                  <a:pt x="406985" y="82364"/>
                </a:lnTo>
                <a:lnTo>
                  <a:pt x="407470" y="82772"/>
                </a:lnTo>
                <a:lnTo>
                  <a:pt x="407970" y="83145"/>
                </a:lnTo>
                <a:lnTo>
                  <a:pt x="408488" y="83483"/>
                </a:lnTo>
                <a:lnTo>
                  <a:pt x="409022" y="83785"/>
                </a:lnTo>
                <a:lnTo>
                  <a:pt x="409572" y="84051"/>
                </a:lnTo>
                <a:lnTo>
                  <a:pt x="410139" y="84282"/>
                </a:lnTo>
                <a:lnTo>
                  <a:pt x="410722" y="84477"/>
                </a:lnTo>
                <a:lnTo>
                  <a:pt x="411322" y="84637"/>
                </a:lnTo>
                <a:lnTo>
                  <a:pt x="411938" y="84761"/>
                </a:lnTo>
                <a:lnTo>
                  <a:pt x="412571" y="84850"/>
                </a:lnTo>
                <a:lnTo>
                  <a:pt x="413220" y="84903"/>
                </a:lnTo>
                <a:lnTo>
                  <a:pt x="413886" y="84921"/>
                </a:lnTo>
                <a:lnTo>
                  <a:pt x="414351" y="84909"/>
                </a:lnTo>
                <a:lnTo>
                  <a:pt x="414827" y="84873"/>
                </a:lnTo>
                <a:lnTo>
                  <a:pt x="415313" y="84813"/>
                </a:lnTo>
                <a:lnTo>
                  <a:pt x="415809" y="84729"/>
                </a:lnTo>
                <a:lnTo>
                  <a:pt x="416315" y="84622"/>
                </a:lnTo>
                <a:lnTo>
                  <a:pt x="416831" y="84490"/>
                </a:lnTo>
                <a:lnTo>
                  <a:pt x="417358" y="84334"/>
                </a:lnTo>
                <a:lnTo>
                  <a:pt x="417895" y="84154"/>
                </a:lnTo>
                <a:lnTo>
                  <a:pt x="418442" y="83950"/>
                </a:lnTo>
                <a:lnTo>
                  <a:pt x="419000" y="83722"/>
                </a:lnTo>
                <a:lnTo>
                  <a:pt x="419567" y="83471"/>
                </a:lnTo>
                <a:lnTo>
                  <a:pt x="420145" y="83195"/>
                </a:lnTo>
                <a:lnTo>
                  <a:pt x="420738" y="82885"/>
                </a:lnTo>
                <a:lnTo>
                  <a:pt x="421348" y="82532"/>
                </a:lnTo>
                <a:lnTo>
                  <a:pt x="421977" y="82136"/>
                </a:lnTo>
                <a:lnTo>
                  <a:pt x="422624" y="81696"/>
                </a:lnTo>
                <a:lnTo>
                  <a:pt x="423290" y="81213"/>
                </a:lnTo>
                <a:lnTo>
                  <a:pt x="423973" y="80686"/>
                </a:lnTo>
                <a:lnTo>
                  <a:pt x="424675" y="80115"/>
                </a:lnTo>
                <a:lnTo>
                  <a:pt x="425395" y="79502"/>
                </a:lnTo>
                <a:lnTo>
                  <a:pt x="426134" y="78844"/>
                </a:lnTo>
                <a:lnTo>
                  <a:pt x="426891" y="78143"/>
                </a:lnTo>
                <a:lnTo>
                  <a:pt x="427666" y="77399"/>
                </a:lnTo>
                <a:lnTo>
                  <a:pt x="428459" y="76611"/>
                </a:lnTo>
                <a:lnTo>
                  <a:pt x="428459" y="43432"/>
                </a:lnTo>
                <a:lnTo>
                  <a:pt x="428446" y="42623"/>
                </a:lnTo>
                <a:lnTo>
                  <a:pt x="428408" y="41859"/>
                </a:lnTo>
                <a:lnTo>
                  <a:pt x="428345" y="41140"/>
                </a:lnTo>
                <a:lnTo>
                  <a:pt x="428256" y="40466"/>
                </a:lnTo>
                <a:lnTo>
                  <a:pt x="428141" y="39837"/>
                </a:lnTo>
                <a:lnTo>
                  <a:pt x="428002" y="39253"/>
                </a:lnTo>
                <a:lnTo>
                  <a:pt x="427836" y="38713"/>
                </a:lnTo>
                <a:lnTo>
                  <a:pt x="427646" y="38218"/>
                </a:lnTo>
                <a:lnTo>
                  <a:pt x="427430" y="37769"/>
                </a:lnTo>
                <a:lnTo>
                  <a:pt x="427188" y="37364"/>
                </a:lnTo>
                <a:lnTo>
                  <a:pt x="426922" y="37004"/>
                </a:lnTo>
                <a:lnTo>
                  <a:pt x="426629" y="36688"/>
                </a:lnTo>
                <a:lnTo>
                  <a:pt x="426297" y="36407"/>
                </a:lnTo>
                <a:lnTo>
                  <a:pt x="425910" y="36147"/>
                </a:lnTo>
                <a:lnTo>
                  <a:pt x="425468" y="35911"/>
                </a:lnTo>
                <a:lnTo>
                  <a:pt x="424971" y="35697"/>
                </a:lnTo>
                <a:lnTo>
                  <a:pt x="424419" y="35506"/>
                </a:lnTo>
                <a:lnTo>
                  <a:pt x="423813" y="35337"/>
                </a:lnTo>
                <a:lnTo>
                  <a:pt x="423151" y="35192"/>
                </a:lnTo>
                <a:lnTo>
                  <a:pt x="422435" y="35068"/>
                </a:lnTo>
                <a:lnTo>
                  <a:pt x="421664" y="34968"/>
                </a:lnTo>
                <a:lnTo>
                  <a:pt x="420838" y="34890"/>
                </a:lnTo>
                <a:lnTo>
                  <a:pt x="419958" y="34834"/>
                </a:lnTo>
                <a:lnTo>
                  <a:pt x="419022" y="34802"/>
                </a:lnTo>
                <a:lnTo>
                  <a:pt x="419022" y="32430"/>
                </a:lnTo>
                <a:lnTo>
                  <a:pt x="439051" y="32430"/>
                </a:lnTo>
                <a:close/>
                <a:moveTo>
                  <a:pt x="454464" y="56785"/>
                </a:moveTo>
                <a:lnTo>
                  <a:pt x="487654" y="56785"/>
                </a:lnTo>
                <a:lnTo>
                  <a:pt x="487654" y="66463"/>
                </a:lnTo>
                <a:lnTo>
                  <a:pt x="454464" y="66463"/>
                </a:lnTo>
                <a:lnTo>
                  <a:pt x="454464" y="56785"/>
                </a:lnTo>
                <a:close/>
                <a:moveTo>
                  <a:pt x="514274" y="30764"/>
                </a:moveTo>
                <a:lnTo>
                  <a:pt x="514274" y="43967"/>
                </a:lnTo>
                <a:lnTo>
                  <a:pt x="515507" y="41858"/>
                </a:lnTo>
                <a:lnTo>
                  <a:pt x="516746" y="39933"/>
                </a:lnTo>
                <a:lnTo>
                  <a:pt x="517990" y="38191"/>
                </a:lnTo>
                <a:lnTo>
                  <a:pt x="519239" y="36632"/>
                </a:lnTo>
                <a:lnTo>
                  <a:pt x="520493" y="35257"/>
                </a:lnTo>
                <a:lnTo>
                  <a:pt x="521753" y="34065"/>
                </a:lnTo>
                <a:lnTo>
                  <a:pt x="523018" y="33056"/>
                </a:lnTo>
                <a:lnTo>
                  <a:pt x="524289" y="32231"/>
                </a:lnTo>
                <a:lnTo>
                  <a:pt x="525565" y="31589"/>
                </a:lnTo>
                <a:lnTo>
                  <a:pt x="526846" y="31131"/>
                </a:lnTo>
                <a:lnTo>
                  <a:pt x="528133" y="30856"/>
                </a:lnTo>
                <a:lnTo>
                  <a:pt x="529425" y="30764"/>
                </a:lnTo>
                <a:lnTo>
                  <a:pt x="530005" y="30779"/>
                </a:lnTo>
                <a:lnTo>
                  <a:pt x="530568" y="30824"/>
                </a:lnTo>
                <a:lnTo>
                  <a:pt x="531114" y="30898"/>
                </a:lnTo>
                <a:lnTo>
                  <a:pt x="531643" y="31002"/>
                </a:lnTo>
                <a:lnTo>
                  <a:pt x="532155" y="31137"/>
                </a:lnTo>
                <a:lnTo>
                  <a:pt x="532651" y="31301"/>
                </a:lnTo>
                <a:lnTo>
                  <a:pt x="533129" y="31495"/>
                </a:lnTo>
                <a:lnTo>
                  <a:pt x="533590" y="31718"/>
                </a:lnTo>
                <a:lnTo>
                  <a:pt x="534035" y="31972"/>
                </a:lnTo>
                <a:lnTo>
                  <a:pt x="534462" y="32255"/>
                </a:lnTo>
                <a:lnTo>
                  <a:pt x="534873" y="32568"/>
                </a:lnTo>
                <a:lnTo>
                  <a:pt x="535267" y="32911"/>
                </a:lnTo>
                <a:lnTo>
                  <a:pt x="535636" y="33274"/>
                </a:lnTo>
                <a:lnTo>
                  <a:pt x="535973" y="33645"/>
                </a:lnTo>
                <a:lnTo>
                  <a:pt x="536278" y="34027"/>
                </a:lnTo>
                <a:lnTo>
                  <a:pt x="536551" y="34417"/>
                </a:lnTo>
                <a:lnTo>
                  <a:pt x="536791" y="34817"/>
                </a:lnTo>
                <a:lnTo>
                  <a:pt x="537000" y="35226"/>
                </a:lnTo>
                <a:lnTo>
                  <a:pt x="537176" y="35645"/>
                </a:lnTo>
                <a:lnTo>
                  <a:pt x="537321" y="36073"/>
                </a:lnTo>
                <a:lnTo>
                  <a:pt x="537433" y="36510"/>
                </a:lnTo>
                <a:lnTo>
                  <a:pt x="537513" y="36957"/>
                </a:lnTo>
                <a:lnTo>
                  <a:pt x="537562" y="37413"/>
                </a:lnTo>
                <a:lnTo>
                  <a:pt x="537578" y="37878"/>
                </a:lnTo>
                <a:lnTo>
                  <a:pt x="537566" y="38289"/>
                </a:lnTo>
                <a:lnTo>
                  <a:pt x="537531" y="38690"/>
                </a:lnTo>
                <a:lnTo>
                  <a:pt x="537473" y="39080"/>
                </a:lnTo>
                <a:lnTo>
                  <a:pt x="537392" y="39459"/>
                </a:lnTo>
                <a:lnTo>
                  <a:pt x="537288" y="39828"/>
                </a:lnTo>
                <a:lnTo>
                  <a:pt x="537160" y="40185"/>
                </a:lnTo>
                <a:lnTo>
                  <a:pt x="537010" y="40533"/>
                </a:lnTo>
                <a:lnTo>
                  <a:pt x="536836" y="40869"/>
                </a:lnTo>
                <a:lnTo>
                  <a:pt x="536639" y="41195"/>
                </a:lnTo>
                <a:lnTo>
                  <a:pt x="536419" y="41510"/>
                </a:lnTo>
                <a:lnTo>
                  <a:pt x="536175" y="41814"/>
                </a:lnTo>
                <a:lnTo>
                  <a:pt x="535909" y="42108"/>
                </a:lnTo>
                <a:lnTo>
                  <a:pt x="535626" y="42385"/>
                </a:lnTo>
                <a:lnTo>
                  <a:pt x="535334" y="42637"/>
                </a:lnTo>
                <a:lnTo>
                  <a:pt x="535034" y="42865"/>
                </a:lnTo>
                <a:lnTo>
                  <a:pt x="534724" y="43069"/>
                </a:lnTo>
                <a:lnTo>
                  <a:pt x="534406" y="43250"/>
                </a:lnTo>
                <a:lnTo>
                  <a:pt x="534079" y="43406"/>
                </a:lnTo>
                <a:lnTo>
                  <a:pt x="533743" y="43538"/>
                </a:lnTo>
                <a:lnTo>
                  <a:pt x="533398" y="43646"/>
                </a:lnTo>
                <a:lnTo>
                  <a:pt x="533044" y="43730"/>
                </a:lnTo>
                <a:lnTo>
                  <a:pt x="532681" y="43791"/>
                </a:lnTo>
                <a:lnTo>
                  <a:pt x="532309" y="43827"/>
                </a:lnTo>
                <a:lnTo>
                  <a:pt x="531928" y="43839"/>
                </a:lnTo>
                <a:lnTo>
                  <a:pt x="531550" y="43823"/>
                </a:lnTo>
                <a:lnTo>
                  <a:pt x="531164" y="43777"/>
                </a:lnTo>
                <a:lnTo>
                  <a:pt x="530771" y="43700"/>
                </a:lnTo>
                <a:lnTo>
                  <a:pt x="530370" y="43593"/>
                </a:lnTo>
                <a:lnTo>
                  <a:pt x="529961" y="43455"/>
                </a:lnTo>
                <a:lnTo>
                  <a:pt x="529545" y="43286"/>
                </a:lnTo>
                <a:lnTo>
                  <a:pt x="529121" y="43086"/>
                </a:lnTo>
                <a:lnTo>
                  <a:pt x="528690" y="42856"/>
                </a:lnTo>
                <a:lnTo>
                  <a:pt x="528251" y="42595"/>
                </a:lnTo>
                <a:lnTo>
                  <a:pt x="527805" y="42303"/>
                </a:lnTo>
                <a:lnTo>
                  <a:pt x="527351" y="41981"/>
                </a:lnTo>
                <a:lnTo>
                  <a:pt x="526889" y="41627"/>
                </a:lnTo>
                <a:lnTo>
                  <a:pt x="526434" y="41274"/>
                </a:lnTo>
                <a:lnTo>
                  <a:pt x="525998" y="40952"/>
                </a:lnTo>
                <a:lnTo>
                  <a:pt x="525583" y="40660"/>
                </a:lnTo>
                <a:lnTo>
                  <a:pt x="525188" y="40399"/>
                </a:lnTo>
                <a:lnTo>
                  <a:pt x="524813" y="40169"/>
                </a:lnTo>
                <a:lnTo>
                  <a:pt x="524457" y="39969"/>
                </a:lnTo>
                <a:lnTo>
                  <a:pt x="524122" y="39800"/>
                </a:lnTo>
                <a:lnTo>
                  <a:pt x="523807" y="39662"/>
                </a:lnTo>
                <a:lnTo>
                  <a:pt x="523513" y="39554"/>
                </a:lnTo>
                <a:lnTo>
                  <a:pt x="523238" y="39478"/>
                </a:lnTo>
                <a:lnTo>
                  <a:pt x="522983" y="39432"/>
                </a:lnTo>
                <a:lnTo>
                  <a:pt x="522748" y="39416"/>
                </a:lnTo>
                <a:lnTo>
                  <a:pt x="522554" y="39425"/>
                </a:lnTo>
                <a:lnTo>
                  <a:pt x="522358" y="39452"/>
                </a:lnTo>
                <a:lnTo>
                  <a:pt x="522158" y="39496"/>
                </a:lnTo>
                <a:lnTo>
                  <a:pt x="521956" y="39558"/>
                </a:lnTo>
                <a:lnTo>
                  <a:pt x="521752" y="39638"/>
                </a:lnTo>
                <a:lnTo>
                  <a:pt x="521545" y="39736"/>
                </a:lnTo>
                <a:lnTo>
                  <a:pt x="521335" y="39851"/>
                </a:lnTo>
                <a:lnTo>
                  <a:pt x="521122" y="39984"/>
                </a:lnTo>
                <a:lnTo>
                  <a:pt x="520907" y="40135"/>
                </a:lnTo>
                <a:lnTo>
                  <a:pt x="520689" y="40304"/>
                </a:lnTo>
                <a:lnTo>
                  <a:pt x="520468" y="40490"/>
                </a:lnTo>
                <a:lnTo>
                  <a:pt x="520245" y="40694"/>
                </a:lnTo>
                <a:lnTo>
                  <a:pt x="519762" y="41155"/>
                </a:lnTo>
                <a:lnTo>
                  <a:pt x="519276" y="41662"/>
                </a:lnTo>
                <a:lnTo>
                  <a:pt x="518788" y="42217"/>
                </a:lnTo>
                <a:lnTo>
                  <a:pt x="518297" y="42818"/>
                </a:lnTo>
                <a:lnTo>
                  <a:pt x="517804" y="43467"/>
                </a:lnTo>
                <a:lnTo>
                  <a:pt x="517308" y="44163"/>
                </a:lnTo>
                <a:lnTo>
                  <a:pt x="516809" y="44905"/>
                </a:lnTo>
                <a:lnTo>
                  <a:pt x="516307" y="45695"/>
                </a:lnTo>
                <a:lnTo>
                  <a:pt x="515803" y="46532"/>
                </a:lnTo>
                <a:lnTo>
                  <a:pt x="515296" y="47416"/>
                </a:lnTo>
                <a:lnTo>
                  <a:pt x="514787" y="48347"/>
                </a:lnTo>
                <a:lnTo>
                  <a:pt x="514274" y="49324"/>
                </a:lnTo>
                <a:lnTo>
                  <a:pt x="514274" y="77388"/>
                </a:lnTo>
                <a:lnTo>
                  <a:pt x="514283" y="78182"/>
                </a:lnTo>
                <a:lnTo>
                  <a:pt x="514308" y="78942"/>
                </a:lnTo>
                <a:lnTo>
                  <a:pt x="514351" y="79669"/>
                </a:lnTo>
                <a:lnTo>
                  <a:pt x="514410" y="80364"/>
                </a:lnTo>
                <a:lnTo>
                  <a:pt x="514486" y="81026"/>
                </a:lnTo>
                <a:lnTo>
                  <a:pt x="514579" y="81655"/>
                </a:lnTo>
                <a:lnTo>
                  <a:pt x="514689" y="82251"/>
                </a:lnTo>
                <a:lnTo>
                  <a:pt x="514816" y="82814"/>
                </a:lnTo>
                <a:lnTo>
                  <a:pt x="514960" y="83344"/>
                </a:lnTo>
                <a:lnTo>
                  <a:pt x="515121" y="83842"/>
                </a:lnTo>
                <a:lnTo>
                  <a:pt x="515299" y="84307"/>
                </a:lnTo>
                <a:lnTo>
                  <a:pt x="515494" y="84739"/>
                </a:lnTo>
                <a:lnTo>
                  <a:pt x="515642" y="85023"/>
                </a:lnTo>
                <a:lnTo>
                  <a:pt x="515808" y="85299"/>
                </a:lnTo>
                <a:lnTo>
                  <a:pt x="515992" y="85566"/>
                </a:lnTo>
                <a:lnTo>
                  <a:pt x="516193" y="85826"/>
                </a:lnTo>
                <a:lnTo>
                  <a:pt x="516412" y="86078"/>
                </a:lnTo>
                <a:lnTo>
                  <a:pt x="516650" y="86322"/>
                </a:lnTo>
                <a:lnTo>
                  <a:pt x="516905" y="86558"/>
                </a:lnTo>
                <a:lnTo>
                  <a:pt x="517177" y="86785"/>
                </a:lnTo>
                <a:lnTo>
                  <a:pt x="517468" y="87005"/>
                </a:lnTo>
                <a:lnTo>
                  <a:pt x="517777" y="87217"/>
                </a:lnTo>
                <a:lnTo>
                  <a:pt x="518103" y="87421"/>
                </a:lnTo>
                <a:lnTo>
                  <a:pt x="518447" y="87617"/>
                </a:lnTo>
                <a:lnTo>
                  <a:pt x="518813" y="87801"/>
                </a:lnTo>
                <a:lnTo>
                  <a:pt x="519205" y="87968"/>
                </a:lnTo>
                <a:lnTo>
                  <a:pt x="519623" y="88120"/>
                </a:lnTo>
                <a:lnTo>
                  <a:pt x="520066" y="88256"/>
                </a:lnTo>
                <a:lnTo>
                  <a:pt x="520536" y="88376"/>
                </a:lnTo>
                <a:lnTo>
                  <a:pt x="521031" y="88479"/>
                </a:lnTo>
                <a:lnTo>
                  <a:pt x="521552" y="88567"/>
                </a:lnTo>
                <a:lnTo>
                  <a:pt x="522099" y="88639"/>
                </a:lnTo>
                <a:lnTo>
                  <a:pt x="522672" y="88695"/>
                </a:lnTo>
                <a:lnTo>
                  <a:pt x="523271" y="88735"/>
                </a:lnTo>
                <a:lnTo>
                  <a:pt x="523895" y="88759"/>
                </a:lnTo>
                <a:lnTo>
                  <a:pt x="524546" y="88767"/>
                </a:lnTo>
                <a:lnTo>
                  <a:pt x="524546" y="91138"/>
                </a:lnTo>
                <a:lnTo>
                  <a:pt x="494438" y="91138"/>
                </a:lnTo>
                <a:lnTo>
                  <a:pt x="494438" y="88767"/>
                </a:lnTo>
                <a:lnTo>
                  <a:pt x="495170" y="88757"/>
                </a:lnTo>
                <a:lnTo>
                  <a:pt x="495871" y="88728"/>
                </a:lnTo>
                <a:lnTo>
                  <a:pt x="496540" y="88679"/>
                </a:lnTo>
                <a:lnTo>
                  <a:pt x="497177" y="88611"/>
                </a:lnTo>
                <a:lnTo>
                  <a:pt x="497781" y="88523"/>
                </a:lnTo>
                <a:lnTo>
                  <a:pt x="498354" y="88415"/>
                </a:lnTo>
                <a:lnTo>
                  <a:pt x="498894" y="88288"/>
                </a:lnTo>
                <a:lnTo>
                  <a:pt x="499402" y="88142"/>
                </a:lnTo>
                <a:lnTo>
                  <a:pt x="499878" y="87976"/>
                </a:lnTo>
                <a:lnTo>
                  <a:pt x="500322" y="87790"/>
                </a:lnTo>
                <a:lnTo>
                  <a:pt x="500734" y="87585"/>
                </a:lnTo>
                <a:lnTo>
                  <a:pt x="501114" y="87361"/>
                </a:lnTo>
                <a:lnTo>
                  <a:pt x="501375" y="87182"/>
                </a:lnTo>
                <a:lnTo>
                  <a:pt x="501622" y="86986"/>
                </a:lnTo>
                <a:lnTo>
                  <a:pt x="501856" y="86773"/>
                </a:lnTo>
                <a:lnTo>
                  <a:pt x="502077" y="86543"/>
                </a:lnTo>
                <a:lnTo>
                  <a:pt x="502284" y="86297"/>
                </a:lnTo>
                <a:lnTo>
                  <a:pt x="502478" y="86033"/>
                </a:lnTo>
                <a:lnTo>
                  <a:pt x="502659" y="85753"/>
                </a:lnTo>
                <a:lnTo>
                  <a:pt x="502826" y="85456"/>
                </a:lnTo>
                <a:lnTo>
                  <a:pt x="502980" y="85142"/>
                </a:lnTo>
                <a:lnTo>
                  <a:pt x="503120" y="84811"/>
                </a:lnTo>
                <a:lnTo>
                  <a:pt x="503247" y="84463"/>
                </a:lnTo>
                <a:lnTo>
                  <a:pt x="503361" y="84098"/>
                </a:lnTo>
                <a:lnTo>
                  <a:pt x="503412" y="83889"/>
                </a:lnTo>
                <a:lnTo>
                  <a:pt x="503459" y="83624"/>
                </a:lnTo>
                <a:lnTo>
                  <a:pt x="503501" y="83303"/>
                </a:lnTo>
                <a:lnTo>
                  <a:pt x="503539" y="82926"/>
                </a:lnTo>
                <a:lnTo>
                  <a:pt x="503573" y="82493"/>
                </a:lnTo>
                <a:lnTo>
                  <a:pt x="503602" y="82004"/>
                </a:lnTo>
                <a:lnTo>
                  <a:pt x="503626" y="81459"/>
                </a:lnTo>
                <a:lnTo>
                  <a:pt x="503646" y="80858"/>
                </a:lnTo>
                <a:lnTo>
                  <a:pt x="503662" y="80201"/>
                </a:lnTo>
                <a:lnTo>
                  <a:pt x="503673" y="79488"/>
                </a:lnTo>
                <a:lnTo>
                  <a:pt x="503680" y="78720"/>
                </a:lnTo>
                <a:lnTo>
                  <a:pt x="503682" y="77895"/>
                </a:lnTo>
                <a:lnTo>
                  <a:pt x="503682" y="55193"/>
                </a:lnTo>
                <a:lnTo>
                  <a:pt x="503679" y="53545"/>
                </a:lnTo>
                <a:lnTo>
                  <a:pt x="503670" y="52012"/>
                </a:lnTo>
                <a:lnTo>
                  <a:pt x="503656" y="50594"/>
                </a:lnTo>
                <a:lnTo>
                  <a:pt x="503636" y="49291"/>
                </a:lnTo>
                <a:lnTo>
                  <a:pt x="503609" y="48104"/>
                </a:lnTo>
                <a:lnTo>
                  <a:pt x="503578" y="47031"/>
                </a:lnTo>
                <a:lnTo>
                  <a:pt x="503540" y="46074"/>
                </a:lnTo>
                <a:lnTo>
                  <a:pt x="503496" y="45231"/>
                </a:lnTo>
                <a:lnTo>
                  <a:pt x="503447" y="44504"/>
                </a:lnTo>
                <a:lnTo>
                  <a:pt x="503392" y="43891"/>
                </a:lnTo>
                <a:lnTo>
                  <a:pt x="503331" y="43394"/>
                </a:lnTo>
                <a:lnTo>
                  <a:pt x="503265" y="43011"/>
                </a:lnTo>
                <a:lnTo>
                  <a:pt x="503190" y="42694"/>
                </a:lnTo>
                <a:lnTo>
                  <a:pt x="503106" y="42390"/>
                </a:lnTo>
                <a:lnTo>
                  <a:pt x="503012" y="42102"/>
                </a:lnTo>
                <a:lnTo>
                  <a:pt x="502908" y="41828"/>
                </a:lnTo>
                <a:lnTo>
                  <a:pt x="502794" y="41569"/>
                </a:lnTo>
                <a:lnTo>
                  <a:pt x="502671" y="41324"/>
                </a:lnTo>
                <a:lnTo>
                  <a:pt x="502537" y="41095"/>
                </a:lnTo>
                <a:lnTo>
                  <a:pt x="502394" y="40879"/>
                </a:lnTo>
                <a:lnTo>
                  <a:pt x="502241" y="40679"/>
                </a:lnTo>
                <a:lnTo>
                  <a:pt x="502079" y="40493"/>
                </a:lnTo>
                <a:lnTo>
                  <a:pt x="501906" y="40322"/>
                </a:lnTo>
                <a:lnTo>
                  <a:pt x="501724" y="40165"/>
                </a:lnTo>
                <a:lnTo>
                  <a:pt x="501533" y="40022"/>
                </a:lnTo>
                <a:lnTo>
                  <a:pt x="501334" y="39892"/>
                </a:lnTo>
                <a:lnTo>
                  <a:pt x="501128" y="39774"/>
                </a:lnTo>
                <a:lnTo>
                  <a:pt x="500914" y="39668"/>
                </a:lnTo>
                <a:lnTo>
                  <a:pt x="500693" y="39575"/>
                </a:lnTo>
                <a:lnTo>
                  <a:pt x="500464" y="39494"/>
                </a:lnTo>
                <a:lnTo>
                  <a:pt x="500228" y="39425"/>
                </a:lnTo>
                <a:lnTo>
                  <a:pt x="499983" y="39370"/>
                </a:lnTo>
                <a:lnTo>
                  <a:pt x="499732" y="39326"/>
                </a:lnTo>
                <a:lnTo>
                  <a:pt x="499473" y="39295"/>
                </a:lnTo>
                <a:lnTo>
                  <a:pt x="499206" y="39276"/>
                </a:lnTo>
                <a:lnTo>
                  <a:pt x="498931" y="39270"/>
                </a:lnTo>
                <a:lnTo>
                  <a:pt x="498596" y="39277"/>
                </a:lnTo>
                <a:lnTo>
                  <a:pt x="498254" y="39297"/>
                </a:lnTo>
                <a:lnTo>
                  <a:pt x="497904" y="39330"/>
                </a:lnTo>
                <a:lnTo>
                  <a:pt x="497548" y="39377"/>
                </a:lnTo>
                <a:lnTo>
                  <a:pt x="497184" y="39437"/>
                </a:lnTo>
                <a:lnTo>
                  <a:pt x="496813" y="39510"/>
                </a:lnTo>
                <a:lnTo>
                  <a:pt x="496435" y="39597"/>
                </a:lnTo>
                <a:lnTo>
                  <a:pt x="496050" y="39696"/>
                </a:lnTo>
                <a:lnTo>
                  <a:pt x="495657" y="39810"/>
                </a:lnTo>
                <a:lnTo>
                  <a:pt x="495258" y="39936"/>
                </a:lnTo>
                <a:lnTo>
                  <a:pt x="494851" y="40076"/>
                </a:lnTo>
                <a:lnTo>
                  <a:pt x="494438" y="40229"/>
                </a:lnTo>
                <a:lnTo>
                  <a:pt x="493796" y="37926"/>
                </a:lnTo>
                <a:lnTo>
                  <a:pt x="511578" y="30764"/>
                </a:lnTo>
                <a:lnTo>
                  <a:pt x="514274" y="30764"/>
                </a:lnTo>
                <a:close/>
                <a:moveTo>
                  <a:pt x="592440" y="32430"/>
                </a:moveTo>
                <a:lnTo>
                  <a:pt x="592440" y="68001"/>
                </a:lnTo>
                <a:lnTo>
                  <a:pt x="592443" y="69645"/>
                </a:lnTo>
                <a:lnTo>
                  <a:pt x="592453" y="71178"/>
                </a:lnTo>
                <a:lnTo>
                  <a:pt x="592470" y="72602"/>
                </a:lnTo>
                <a:lnTo>
                  <a:pt x="592493" y="73915"/>
                </a:lnTo>
                <a:lnTo>
                  <a:pt x="592524" y="75119"/>
                </a:lnTo>
                <a:lnTo>
                  <a:pt x="592560" y="76213"/>
                </a:lnTo>
                <a:lnTo>
                  <a:pt x="592604" y="77197"/>
                </a:lnTo>
                <a:lnTo>
                  <a:pt x="592654" y="78071"/>
                </a:lnTo>
                <a:lnTo>
                  <a:pt x="592711" y="78835"/>
                </a:lnTo>
                <a:lnTo>
                  <a:pt x="592774" y="79489"/>
                </a:lnTo>
                <a:lnTo>
                  <a:pt x="592845" y="80033"/>
                </a:lnTo>
                <a:lnTo>
                  <a:pt x="592921" y="80467"/>
                </a:lnTo>
                <a:lnTo>
                  <a:pt x="593006" y="80837"/>
                </a:lnTo>
                <a:lnTo>
                  <a:pt x="593098" y="81187"/>
                </a:lnTo>
                <a:lnTo>
                  <a:pt x="593198" y="81518"/>
                </a:lnTo>
                <a:lnTo>
                  <a:pt x="593307" y="81831"/>
                </a:lnTo>
                <a:lnTo>
                  <a:pt x="593423" y="82124"/>
                </a:lnTo>
                <a:lnTo>
                  <a:pt x="593547" y="82398"/>
                </a:lnTo>
                <a:lnTo>
                  <a:pt x="593680" y="82652"/>
                </a:lnTo>
                <a:lnTo>
                  <a:pt x="593820" y="82888"/>
                </a:lnTo>
                <a:lnTo>
                  <a:pt x="593969" y="83105"/>
                </a:lnTo>
                <a:lnTo>
                  <a:pt x="594125" y="83302"/>
                </a:lnTo>
                <a:lnTo>
                  <a:pt x="594290" y="83480"/>
                </a:lnTo>
                <a:lnTo>
                  <a:pt x="594462" y="83639"/>
                </a:lnTo>
                <a:lnTo>
                  <a:pt x="594641" y="83783"/>
                </a:lnTo>
                <a:lnTo>
                  <a:pt x="594825" y="83914"/>
                </a:lnTo>
                <a:lnTo>
                  <a:pt x="595014" y="84032"/>
                </a:lnTo>
                <a:lnTo>
                  <a:pt x="595208" y="84138"/>
                </a:lnTo>
                <a:lnTo>
                  <a:pt x="595406" y="84231"/>
                </a:lnTo>
                <a:lnTo>
                  <a:pt x="595610" y="84312"/>
                </a:lnTo>
                <a:lnTo>
                  <a:pt x="595818" y="84381"/>
                </a:lnTo>
                <a:lnTo>
                  <a:pt x="596031" y="84437"/>
                </a:lnTo>
                <a:lnTo>
                  <a:pt x="596250" y="84481"/>
                </a:lnTo>
                <a:lnTo>
                  <a:pt x="596473" y="84512"/>
                </a:lnTo>
                <a:lnTo>
                  <a:pt x="596701" y="84530"/>
                </a:lnTo>
                <a:lnTo>
                  <a:pt x="596934" y="84537"/>
                </a:lnTo>
                <a:lnTo>
                  <a:pt x="597269" y="84529"/>
                </a:lnTo>
                <a:lnTo>
                  <a:pt x="597611" y="84506"/>
                </a:lnTo>
                <a:lnTo>
                  <a:pt x="597961" y="84469"/>
                </a:lnTo>
                <a:lnTo>
                  <a:pt x="598318" y="84416"/>
                </a:lnTo>
                <a:lnTo>
                  <a:pt x="598681" y="84348"/>
                </a:lnTo>
                <a:lnTo>
                  <a:pt x="599052" y="84264"/>
                </a:lnTo>
                <a:lnTo>
                  <a:pt x="599430" y="84166"/>
                </a:lnTo>
                <a:lnTo>
                  <a:pt x="599815" y="84052"/>
                </a:lnTo>
                <a:lnTo>
                  <a:pt x="600208" y="83924"/>
                </a:lnTo>
                <a:lnTo>
                  <a:pt x="600607" y="83780"/>
                </a:lnTo>
                <a:lnTo>
                  <a:pt x="601014" y="83621"/>
                </a:lnTo>
                <a:lnTo>
                  <a:pt x="601427" y="83447"/>
                </a:lnTo>
                <a:lnTo>
                  <a:pt x="602326" y="85690"/>
                </a:lnTo>
                <a:lnTo>
                  <a:pt x="584736" y="92933"/>
                </a:lnTo>
                <a:lnTo>
                  <a:pt x="581848" y="92933"/>
                </a:lnTo>
                <a:lnTo>
                  <a:pt x="581848" y="80499"/>
                </a:lnTo>
                <a:lnTo>
                  <a:pt x="580610" y="81824"/>
                </a:lnTo>
                <a:lnTo>
                  <a:pt x="579422" y="83064"/>
                </a:lnTo>
                <a:lnTo>
                  <a:pt x="578285" y="84220"/>
                </a:lnTo>
                <a:lnTo>
                  <a:pt x="577197" y="85292"/>
                </a:lnTo>
                <a:lnTo>
                  <a:pt x="576159" y="86278"/>
                </a:lnTo>
                <a:lnTo>
                  <a:pt x="575171" y="87180"/>
                </a:lnTo>
                <a:lnTo>
                  <a:pt x="574233" y="87998"/>
                </a:lnTo>
                <a:lnTo>
                  <a:pt x="573345" y="88731"/>
                </a:lnTo>
                <a:lnTo>
                  <a:pt x="572507" y="89380"/>
                </a:lnTo>
                <a:lnTo>
                  <a:pt x="571719" y="89944"/>
                </a:lnTo>
                <a:lnTo>
                  <a:pt x="570980" y="90423"/>
                </a:lnTo>
                <a:lnTo>
                  <a:pt x="570292" y="90818"/>
                </a:lnTo>
                <a:lnTo>
                  <a:pt x="569626" y="91155"/>
                </a:lnTo>
                <a:lnTo>
                  <a:pt x="568953" y="91464"/>
                </a:lnTo>
                <a:lnTo>
                  <a:pt x="568274" y="91743"/>
                </a:lnTo>
                <a:lnTo>
                  <a:pt x="567589" y="91993"/>
                </a:lnTo>
                <a:lnTo>
                  <a:pt x="566897" y="92213"/>
                </a:lnTo>
                <a:lnTo>
                  <a:pt x="566200" y="92404"/>
                </a:lnTo>
                <a:lnTo>
                  <a:pt x="565496" y="92565"/>
                </a:lnTo>
                <a:lnTo>
                  <a:pt x="564785" y="92698"/>
                </a:lnTo>
                <a:lnTo>
                  <a:pt x="564069" y="92800"/>
                </a:lnTo>
                <a:lnTo>
                  <a:pt x="563346" y="92874"/>
                </a:lnTo>
                <a:lnTo>
                  <a:pt x="562618" y="92918"/>
                </a:lnTo>
                <a:lnTo>
                  <a:pt x="561882" y="92933"/>
                </a:lnTo>
                <a:lnTo>
                  <a:pt x="561068" y="92913"/>
                </a:lnTo>
                <a:lnTo>
                  <a:pt x="560271" y="92853"/>
                </a:lnTo>
                <a:lnTo>
                  <a:pt x="559493" y="92754"/>
                </a:lnTo>
                <a:lnTo>
                  <a:pt x="558733" y="92616"/>
                </a:lnTo>
                <a:lnTo>
                  <a:pt x="557992" y="92438"/>
                </a:lnTo>
                <a:lnTo>
                  <a:pt x="557268" y="92220"/>
                </a:lnTo>
                <a:lnTo>
                  <a:pt x="556563" y="91962"/>
                </a:lnTo>
                <a:lnTo>
                  <a:pt x="555876" y="91665"/>
                </a:lnTo>
                <a:lnTo>
                  <a:pt x="555208" y="91328"/>
                </a:lnTo>
                <a:lnTo>
                  <a:pt x="554558" y="90952"/>
                </a:lnTo>
                <a:lnTo>
                  <a:pt x="553926" y="90536"/>
                </a:lnTo>
                <a:lnTo>
                  <a:pt x="553312" y="90081"/>
                </a:lnTo>
                <a:lnTo>
                  <a:pt x="552723" y="89594"/>
                </a:lnTo>
                <a:lnTo>
                  <a:pt x="552165" y="89085"/>
                </a:lnTo>
                <a:lnTo>
                  <a:pt x="551637" y="88552"/>
                </a:lnTo>
                <a:lnTo>
                  <a:pt x="551140" y="87998"/>
                </a:lnTo>
                <a:lnTo>
                  <a:pt x="550674" y="87420"/>
                </a:lnTo>
                <a:lnTo>
                  <a:pt x="550239" y="86820"/>
                </a:lnTo>
                <a:lnTo>
                  <a:pt x="549834" y="86197"/>
                </a:lnTo>
                <a:lnTo>
                  <a:pt x="549460" y="85551"/>
                </a:lnTo>
                <a:lnTo>
                  <a:pt x="549117" y="84883"/>
                </a:lnTo>
                <a:lnTo>
                  <a:pt x="548805" y="84192"/>
                </a:lnTo>
                <a:lnTo>
                  <a:pt x="548523" y="83479"/>
                </a:lnTo>
                <a:lnTo>
                  <a:pt x="548273" y="82742"/>
                </a:lnTo>
                <a:lnTo>
                  <a:pt x="548047" y="81969"/>
                </a:lnTo>
                <a:lnTo>
                  <a:pt x="547841" y="81143"/>
                </a:lnTo>
                <a:lnTo>
                  <a:pt x="547655" y="80267"/>
                </a:lnTo>
                <a:lnTo>
                  <a:pt x="547488" y="79338"/>
                </a:lnTo>
                <a:lnTo>
                  <a:pt x="547341" y="78358"/>
                </a:lnTo>
                <a:lnTo>
                  <a:pt x="547213" y="77326"/>
                </a:lnTo>
                <a:lnTo>
                  <a:pt x="547106" y="76243"/>
                </a:lnTo>
                <a:lnTo>
                  <a:pt x="547017" y="75108"/>
                </a:lnTo>
                <a:lnTo>
                  <a:pt x="546949" y="73922"/>
                </a:lnTo>
                <a:lnTo>
                  <a:pt x="546900" y="72683"/>
                </a:lnTo>
                <a:lnTo>
                  <a:pt x="546870" y="71393"/>
                </a:lnTo>
                <a:lnTo>
                  <a:pt x="546860" y="70052"/>
                </a:lnTo>
                <a:lnTo>
                  <a:pt x="546860" y="43839"/>
                </a:lnTo>
                <a:lnTo>
                  <a:pt x="546854" y="43162"/>
                </a:lnTo>
                <a:lnTo>
                  <a:pt x="546835" y="42521"/>
                </a:lnTo>
                <a:lnTo>
                  <a:pt x="546804" y="41916"/>
                </a:lnTo>
                <a:lnTo>
                  <a:pt x="546761" y="41346"/>
                </a:lnTo>
                <a:lnTo>
                  <a:pt x="546704" y="40812"/>
                </a:lnTo>
                <a:lnTo>
                  <a:pt x="546636" y="40314"/>
                </a:lnTo>
                <a:lnTo>
                  <a:pt x="546555" y="39851"/>
                </a:lnTo>
                <a:lnTo>
                  <a:pt x="546461" y="39423"/>
                </a:lnTo>
                <a:lnTo>
                  <a:pt x="546355" y="39032"/>
                </a:lnTo>
                <a:lnTo>
                  <a:pt x="546236" y="38676"/>
                </a:lnTo>
                <a:lnTo>
                  <a:pt x="546105" y="38355"/>
                </a:lnTo>
                <a:lnTo>
                  <a:pt x="545962" y="38070"/>
                </a:lnTo>
                <a:lnTo>
                  <a:pt x="545806" y="37808"/>
                </a:lnTo>
                <a:lnTo>
                  <a:pt x="545638" y="37557"/>
                </a:lnTo>
                <a:lnTo>
                  <a:pt x="545458" y="37315"/>
                </a:lnTo>
                <a:lnTo>
                  <a:pt x="545266" y="37084"/>
                </a:lnTo>
                <a:lnTo>
                  <a:pt x="545062" y="36863"/>
                </a:lnTo>
                <a:lnTo>
                  <a:pt x="544846" y="36652"/>
                </a:lnTo>
                <a:lnTo>
                  <a:pt x="544618" y="36452"/>
                </a:lnTo>
                <a:lnTo>
                  <a:pt x="544378" y="36262"/>
                </a:lnTo>
                <a:lnTo>
                  <a:pt x="544126" y="36082"/>
                </a:lnTo>
                <a:lnTo>
                  <a:pt x="543862" y="35912"/>
                </a:lnTo>
                <a:lnTo>
                  <a:pt x="543586" y="35752"/>
                </a:lnTo>
                <a:lnTo>
                  <a:pt x="543297" y="35603"/>
                </a:lnTo>
                <a:lnTo>
                  <a:pt x="542983" y="35465"/>
                </a:lnTo>
                <a:lnTo>
                  <a:pt x="542630" y="35340"/>
                </a:lnTo>
                <a:lnTo>
                  <a:pt x="542236" y="35228"/>
                </a:lnTo>
                <a:lnTo>
                  <a:pt x="541803" y="35129"/>
                </a:lnTo>
                <a:lnTo>
                  <a:pt x="541330" y="35043"/>
                </a:lnTo>
                <a:lnTo>
                  <a:pt x="540818" y="34970"/>
                </a:lnTo>
                <a:lnTo>
                  <a:pt x="540266" y="34910"/>
                </a:lnTo>
                <a:lnTo>
                  <a:pt x="539674" y="34862"/>
                </a:lnTo>
                <a:lnTo>
                  <a:pt x="539042" y="34828"/>
                </a:lnTo>
                <a:lnTo>
                  <a:pt x="538371" y="34806"/>
                </a:lnTo>
                <a:lnTo>
                  <a:pt x="537660" y="34797"/>
                </a:lnTo>
                <a:lnTo>
                  <a:pt x="536910" y="34802"/>
                </a:lnTo>
                <a:lnTo>
                  <a:pt x="536910" y="32430"/>
                </a:lnTo>
                <a:lnTo>
                  <a:pt x="557517" y="32430"/>
                </a:lnTo>
                <a:lnTo>
                  <a:pt x="557517" y="71622"/>
                </a:lnTo>
                <a:lnTo>
                  <a:pt x="557537" y="72947"/>
                </a:lnTo>
                <a:lnTo>
                  <a:pt x="557596" y="74194"/>
                </a:lnTo>
                <a:lnTo>
                  <a:pt x="557696" y="75362"/>
                </a:lnTo>
                <a:lnTo>
                  <a:pt x="557834" y="76453"/>
                </a:lnTo>
                <a:lnTo>
                  <a:pt x="558013" y="77465"/>
                </a:lnTo>
                <a:lnTo>
                  <a:pt x="558231" y="78399"/>
                </a:lnTo>
                <a:lnTo>
                  <a:pt x="558489" y="79255"/>
                </a:lnTo>
                <a:lnTo>
                  <a:pt x="558787" y="80033"/>
                </a:lnTo>
                <a:lnTo>
                  <a:pt x="559124" y="80733"/>
                </a:lnTo>
                <a:lnTo>
                  <a:pt x="559501" y="81355"/>
                </a:lnTo>
                <a:lnTo>
                  <a:pt x="559917" y="81898"/>
                </a:lnTo>
                <a:lnTo>
                  <a:pt x="560374" y="82364"/>
                </a:lnTo>
                <a:lnTo>
                  <a:pt x="560858" y="82772"/>
                </a:lnTo>
                <a:lnTo>
                  <a:pt x="561359" y="83145"/>
                </a:lnTo>
                <a:lnTo>
                  <a:pt x="561876" y="83483"/>
                </a:lnTo>
                <a:lnTo>
                  <a:pt x="562410" y="83785"/>
                </a:lnTo>
                <a:lnTo>
                  <a:pt x="562961" y="84051"/>
                </a:lnTo>
                <a:lnTo>
                  <a:pt x="563527" y="84282"/>
                </a:lnTo>
                <a:lnTo>
                  <a:pt x="564111" y="84477"/>
                </a:lnTo>
                <a:lnTo>
                  <a:pt x="564711" y="84637"/>
                </a:lnTo>
                <a:lnTo>
                  <a:pt x="565327" y="84761"/>
                </a:lnTo>
                <a:lnTo>
                  <a:pt x="565960" y="84850"/>
                </a:lnTo>
                <a:lnTo>
                  <a:pt x="566609" y="84903"/>
                </a:lnTo>
                <a:lnTo>
                  <a:pt x="567275" y="84921"/>
                </a:lnTo>
                <a:lnTo>
                  <a:pt x="567740" y="84909"/>
                </a:lnTo>
                <a:lnTo>
                  <a:pt x="568216" y="84873"/>
                </a:lnTo>
                <a:lnTo>
                  <a:pt x="568701" y="84813"/>
                </a:lnTo>
                <a:lnTo>
                  <a:pt x="569197" y="84729"/>
                </a:lnTo>
                <a:lnTo>
                  <a:pt x="569703" y="84622"/>
                </a:lnTo>
                <a:lnTo>
                  <a:pt x="570220" y="84490"/>
                </a:lnTo>
                <a:lnTo>
                  <a:pt x="570747" y="84334"/>
                </a:lnTo>
                <a:lnTo>
                  <a:pt x="571284" y="84154"/>
                </a:lnTo>
                <a:lnTo>
                  <a:pt x="571831" y="83950"/>
                </a:lnTo>
                <a:lnTo>
                  <a:pt x="572388" y="83722"/>
                </a:lnTo>
                <a:lnTo>
                  <a:pt x="572956" y="83471"/>
                </a:lnTo>
                <a:lnTo>
                  <a:pt x="573534" y="83195"/>
                </a:lnTo>
                <a:lnTo>
                  <a:pt x="574126" y="82885"/>
                </a:lnTo>
                <a:lnTo>
                  <a:pt x="574737" y="82532"/>
                </a:lnTo>
                <a:lnTo>
                  <a:pt x="575366" y="82136"/>
                </a:lnTo>
                <a:lnTo>
                  <a:pt x="576013" y="81696"/>
                </a:lnTo>
                <a:lnTo>
                  <a:pt x="576678" y="81213"/>
                </a:lnTo>
                <a:lnTo>
                  <a:pt x="577362" y="80686"/>
                </a:lnTo>
                <a:lnTo>
                  <a:pt x="578064" y="80115"/>
                </a:lnTo>
                <a:lnTo>
                  <a:pt x="578784" y="79502"/>
                </a:lnTo>
                <a:lnTo>
                  <a:pt x="579522" y="78844"/>
                </a:lnTo>
                <a:lnTo>
                  <a:pt x="580279" y="78143"/>
                </a:lnTo>
                <a:lnTo>
                  <a:pt x="581054" y="77399"/>
                </a:lnTo>
                <a:lnTo>
                  <a:pt x="581848" y="76611"/>
                </a:lnTo>
                <a:lnTo>
                  <a:pt x="581848" y="43432"/>
                </a:lnTo>
                <a:lnTo>
                  <a:pt x="581835" y="42623"/>
                </a:lnTo>
                <a:lnTo>
                  <a:pt x="581797" y="41859"/>
                </a:lnTo>
                <a:lnTo>
                  <a:pt x="581733" y="41140"/>
                </a:lnTo>
                <a:lnTo>
                  <a:pt x="581644" y="40466"/>
                </a:lnTo>
                <a:lnTo>
                  <a:pt x="581530" y="39837"/>
                </a:lnTo>
                <a:lnTo>
                  <a:pt x="581390" y="39253"/>
                </a:lnTo>
                <a:lnTo>
                  <a:pt x="581225" y="38713"/>
                </a:lnTo>
                <a:lnTo>
                  <a:pt x="581034" y="38218"/>
                </a:lnTo>
                <a:lnTo>
                  <a:pt x="580818" y="37769"/>
                </a:lnTo>
                <a:lnTo>
                  <a:pt x="580577" y="37364"/>
                </a:lnTo>
                <a:lnTo>
                  <a:pt x="580310" y="37004"/>
                </a:lnTo>
                <a:lnTo>
                  <a:pt x="580018" y="36688"/>
                </a:lnTo>
                <a:lnTo>
                  <a:pt x="579686" y="36407"/>
                </a:lnTo>
                <a:lnTo>
                  <a:pt x="579298" y="36147"/>
                </a:lnTo>
                <a:lnTo>
                  <a:pt x="578856" y="35911"/>
                </a:lnTo>
                <a:lnTo>
                  <a:pt x="578360" y="35697"/>
                </a:lnTo>
                <a:lnTo>
                  <a:pt x="577808" y="35506"/>
                </a:lnTo>
                <a:lnTo>
                  <a:pt x="577201" y="35337"/>
                </a:lnTo>
                <a:lnTo>
                  <a:pt x="576540" y="35192"/>
                </a:lnTo>
                <a:lnTo>
                  <a:pt x="575824" y="35068"/>
                </a:lnTo>
                <a:lnTo>
                  <a:pt x="575053" y="34968"/>
                </a:lnTo>
                <a:lnTo>
                  <a:pt x="574227" y="34890"/>
                </a:lnTo>
                <a:lnTo>
                  <a:pt x="573346" y="34834"/>
                </a:lnTo>
                <a:lnTo>
                  <a:pt x="572411" y="34802"/>
                </a:lnTo>
                <a:lnTo>
                  <a:pt x="572411" y="32430"/>
                </a:lnTo>
                <a:lnTo>
                  <a:pt x="592440" y="32430"/>
                </a:lnTo>
                <a:close/>
                <a:moveTo>
                  <a:pt x="623768" y="43198"/>
                </a:moveTo>
                <a:lnTo>
                  <a:pt x="625484" y="41212"/>
                </a:lnTo>
                <a:lnTo>
                  <a:pt x="627186" y="39398"/>
                </a:lnTo>
                <a:lnTo>
                  <a:pt x="628876" y="37758"/>
                </a:lnTo>
                <a:lnTo>
                  <a:pt x="630551" y="36290"/>
                </a:lnTo>
                <a:lnTo>
                  <a:pt x="632214" y="34995"/>
                </a:lnTo>
                <a:lnTo>
                  <a:pt x="633863" y="33872"/>
                </a:lnTo>
                <a:lnTo>
                  <a:pt x="635499" y="32923"/>
                </a:lnTo>
                <a:lnTo>
                  <a:pt x="637121" y="32145"/>
                </a:lnTo>
                <a:lnTo>
                  <a:pt x="638730" y="31541"/>
                </a:lnTo>
                <a:lnTo>
                  <a:pt x="640325" y="31109"/>
                </a:lnTo>
                <a:lnTo>
                  <a:pt x="641907" y="30850"/>
                </a:lnTo>
                <a:lnTo>
                  <a:pt x="643476" y="30764"/>
                </a:lnTo>
                <a:lnTo>
                  <a:pt x="644269" y="30781"/>
                </a:lnTo>
                <a:lnTo>
                  <a:pt x="645044" y="30831"/>
                </a:lnTo>
                <a:lnTo>
                  <a:pt x="645799" y="30914"/>
                </a:lnTo>
                <a:lnTo>
                  <a:pt x="646536" y="31031"/>
                </a:lnTo>
                <a:lnTo>
                  <a:pt x="647255" y="31180"/>
                </a:lnTo>
                <a:lnTo>
                  <a:pt x="647954" y="31364"/>
                </a:lnTo>
                <a:lnTo>
                  <a:pt x="648635" y="31580"/>
                </a:lnTo>
                <a:lnTo>
                  <a:pt x="649297" y="31830"/>
                </a:lnTo>
                <a:lnTo>
                  <a:pt x="649940" y="32114"/>
                </a:lnTo>
                <a:lnTo>
                  <a:pt x="650565" y="32430"/>
                </a:lnTo>
                <a:lnTo>
                  <a:pt x="651170" y="32780"/>
                </a:lnTo>
                <a:lnTo>
                  <a:pt x="651758" y="33163"/>
                </a:lnTo>
                <a:lnTo>
                  <a:pt x="652326" y="33584"/>
                </a:lnTo>
                <a:lnTo>
                  <a:pt x="652874" y="34049"/>
                </a:lnTo>
                <a:lnTo>
                  <a:pt x="653403" y="34556"/>
                </a:lnTo>
                <a:lnTo>
                  <a:pt x="653912" y="35106"/>
                </a:lnTo>
                <a:lnTo>
                  <a:pt x="654401" y="35700"/>
                </a:lnTo>
                <a:lnTo>
                  <a:pt x="654871" y="36336"/>
                </a:lnTo>
                <a:lnTo>
                  <a:pt x="655321" y="37016"/>
                </a:lnTo>
                <a:lnTo>
                  <a:pt x="655752" y="37739"/>
                </a:lnTo>
                <a:lnTo>
                  <a:pt x="656163" y="38505"/>
                </a:lnTo>
                <a:lnTo>
                  <a:pt x="656555" y="39314"/>
                </a:lnTo>
                <a:lnTo>
                  <a:pt x="656926" y="40166"/>
                </a:lnTo>
                <a:lnTo>
                  <a:pt x="657279" y="41061"/>
                </a:lnTo>
                <a:lnTo>
                  <a:pt x="657504" y="41728"/>
                </a:lnTo>
                <a:lnTo>
                  <a:pt x="657710" y="42453"/>
                </a:lnTo>
                <a:lnTo>
                  <a:pt x="657896" y="43234"/>
                </a:lnTo>
                <a:lnTo>
                  <a:pt x="658063" y="44073"/>
                </a:lnTo>
                <a:lnTo>
                  <a:pt x="658210" y="44968"/>
                </a:lnTo>
                <a:lnTo>
                  <a:pt x="658338" y="45920"/>
                </a:lnTo>
                <a:lnTo>
                  <a:pt x="658446" y="46929"/>
                </a:lnTo>
                <a:lnTo>
                  <a:pt x="658534" y="47995"/>
                </a:lnTo>
                <a:lnTo>
                  <a:pt x="658603" y="49118"/>
                </a:lnTo>
                <a:lnTo>
                  <a:pt x="658652" y="50297"/>
                </a:lnTo>
                <a:lnTo>
                  <a:pt x="658681" y="51534"/>
                </a:lnTo>
                <a:lnTo>
                  <a:pt x="658691" y="52827"/>
                </a:lnTo>
                <a:lnTo>
                  <a:pt x="658691" y="77831"/>
                </a:lnTo>
                <a:lnTo>
                  <a:pt x="658697" y="78734"/>
                </a:lnTo>
                <a:lnTo>
                  <a:pt x="658716" y="79586"/>
                </a:lnTo>
                <a:lnTo>
                  <a:pt x="658747" y="80389"/>
                </a:lnTo>
                <a:lnTo>
                  <a:pt x="658791" y="81143"/>
                </a:lnTo>
                <a:lnTo>
                  <a:pt x="658847" y="81846"/>
                </a:lnTo>
                <a:lnTo>
                  <a:pt x="658916" y="82500"/>
                </a:lnTo>
                <a:lnTo>
                  <a:pt x="658997" y="83104"/>
                </a:lnTo>
                <a:lnTo>
                  <a:pt x="659090" y="83658"/>
                </a:lnTo>
                <a:lnTo>
                  <a:pt x="659196" y="84163"/>
                </a:lnTo>
                <a:lnTo>
                  <a:pt x="659315" y="84617"/>
                </a:lnTo>
                <a:lnTo>
                  <a:pt x="659446" y="85023"/>
                </a:lnTo>
                <a:lnTo>
                  <a:pt x="659590" y="85378"/>
                </a:lnTo>
                <a:lnTo>
                  <a:pt x="659713" y="85639"/>
                </a:lnTo>
                <a:lnTo>
                  <a:pt x="659849" y="85891"/>
                </a:lnTo>
                <a:lnTo>
                  <a:pt x="659997" y="86133"/>
                </a:lnTo>
                <a:lnTo>
                  <a:pt x="660157" y="86365"/>
                </a:lnTo>
                <a:lnTo>
                  <a:pt x="660329" y="86588"/>
                </a:lnTo>
                <a:lnTo>
                  <a:pt x="660512" y="86800"/>
                </a:lnTo>
                <a:lnTo>
                  <a:pt x="660708" y="87003"/>
                </a:lnTo>
                <a:lnTo>
                  <a:pt x="660916" y="87196"/>
                </a:lnTo>
                <a:lnTo>
                  <a:pt x="661136" y="87380"/>
                </a:lnTo>
                <a:lnTo>
                  <a:pt x="661368" y="87553"/>
                </a:lnTo>
                <a:lnTo>
                  <a:pt x="661612" y="87717"/>
                </a:lnTo>
                <a:lnTo>
                  <a:pt x="661869" y="87871"/>
                </a:lnTo>
                <a:lnTo>
                  <a:pt x="662149" y="88014"/>
                </a:lnTo>
                <a:lnTo>
                  <a:pt x="662467" y="88145"/>
                </a:lnTo>
                <a:lnTo>
                  <a:pt x="662822" y="88263"/>
                </a:lnTo>
                <a:lnTo>
                  <a:pt x="663213" y="88369"/>
                </a:lnTo>
                <a:lnTo>
                  <a:pt x="663642" y="88462"/>
                </a:lnTo>
                <a:lnTo>
                  <a:pt x="664107" y="88543"/>
                </a:lnTo>
                <a:lnTo>
                  <a:pt x="664610" y="88611"/>
                </a:lnTo>
                <a:lnTo>
                  <a:pt x="665150" y="88667"/>
                </a:lnTo>
                <a:lnTo>
                  <a:pt x="665726" y="88711"/>
                </a:lnTo>
                <a:lnTo>
                  <a:pt x="666340" y="88742"/>
                </a:lnTo>
                <a:lnTo>
                  <a:pt x="666991" y="88761"/>
                </a:lnTo>
                <a:lnTo>
                  <a:pt x="667678" y="88767"/>
                </a:lnTo>
                <a:lnTo>
                  <a:pt x="667678" y="91138"/>
                </a:lnTo>
                <a:lnTo>
                  <a:pt x="638597" y="91138"/>
                </a:lnTo>
                <a:lnTo>
                  <a:pt x="638597" y="88767"/>
                </a:lnTo>
                <a:lnTo>
                  <a:pt x="639817" y="88767"/>
                </a:lnTo>
                <a:lnTo>
                  <a:pt x="640485" y="88758"/>
                </a:lnTo>
                <a:lnTo>
                  <a:pt x="641118" y="88732"/>
                </a:lnTo>
                <a:lnTo>
                  <a:pt x="641717" y="88689"/>
                </a:lnTo>
                <a:lnTo>
                  <a:pt x="642282" y="88629"/>
                </a:lnTo>
                <a:lnTo>
                  <a:pt x="642812" y="88551"/>
                </a:lnTo>
                <a:lnTo>
                  <a:pt x="643308" y="88456"/>
                </a:lnTo>
                <a:lnTo>
                  <a:pt x="643769" y="88344"/>
                </a:lnTo>
                <a:lnTo>
                  <a:pt x="644197" y="88214"/>
                </a:lnTo>
                <a:lnTo>
                  <a:pt x="644590" y="88067"/>
                </a:lnTo>
                <a:lnTo>
                  <a:pt x="644948" y="87903"/>
                </a:lnTo>
                <a:lnTo>
                  <a:pt x="645273" y="87722"/>
                </a:lnTo>
                <a:lnTo>
                  <a:pt x="645563" y="87523"/>
                </a:lnTo>
                <a:lnTo>
                  <a:pt x="645829" y="87307"/>
                </a:lnTo>
                <a:lnTo>
                  <a:pt x="646081" y="87076"/>
                </a:lnTo>
                <a:lnTo>
                  <a:pt x="646319" y="86827"/>
                </a:lnTo>
                <a:lnTo>
                  <a:pt x="646543" y="86563"/>
                </a:lnTo>
                <a:lnTo>
                  <a:pt x="646754" y="86282"/>
                </a:lnTo>
                <a:lnTo>
                  <a:pt x="646951" y="85985"/>
                </a:lnTo>
                <a:lnTo>
                  <a:pt x="647134" y="85671"/>
                </a:lnTo>
                <a:lnTo>
                  <a:pt x="647303" y="85341"/>
                </a:lnTo>
                <a:lnTo>
                  <a:pt x="647458" y="84995"/>
                </a:lnTo>
                <a:lnTo>
                  <a:pt x="647600" y="84632"/>
                </a:lnTo>
                <a:lnTo>
                  <a:pt x="647728" y="84253"/>
                </a:lnTo>
                <a:lnTo>
                  <a:pt x="647842" y="83858"/>
                </a:lnTo>
                <a:lnTo>
                  <a:pt x="647883" y="83670"/>
                </a:lnTo>
                <a:lnTo>
                  <a:pt x="647920" y="83425"/>
                </a:lnTo>
                <a:lnTo>
                  <a:pt x="647954" y="83124"/>
                </a:lnTo>
                <a:lnTo>
                  <a:pt x="647984" y="82766"/>
                </a:lnTo>
                <a:lnTo>
                  <a:pt x="648011" y="82352"/>
                </a:lnTo>
                <a:lnTo>
                  <a:pt x="648034" y="81880"/>
                </a:lnTo>
                <a:lnTo>
                  <a:pt x="648054" y="81353"/>
                </a:lnTo>
                <a:lnTo>
                  <a:pt x="648070" y="80768"/>
                </a:lnTo>
                <a:lnTo>
                  <a:pt x="648082" y="80127"/>
                </a:lnTo>
                <a:lnTo>
                  <a:pt x="648091" y="79429"/>
                </a:lnTo>
                <a:lnTo>
                  <a:pt x="648097" y="78674"/>
                </a:lnTo>
                <a:lnTo>
                  <a:pt x="648098" y="77863"/>
                </a:lnTo>
                <a:lnTo>
                  <a:pt x="648098" y="53951"/>
                </a:lnTo>
                <a:lnTo>
                  <a:pt x="648084" y="52653"/>
                </a:lnTo>
                <a:lnTo>
                  <a:pt x="648040" y="51416"/>
                </a:lnTo>
                <a:lnTo>
                  <a:pt x="647968" y="50239"/>
                </a:lnTo>
                <a:lnTo>
                  <a:pt x="647867" y="49123"/>
                </a:lnTo>
                <a:lnTo>
                  <a:pt x="647736" y="48068"/>
                </a:lnTo>
                <a:lnTo>
                  <a:pt x="647577" y="47073"/>
                </a:lnTo>
                <a:lnTo>
                  <a:pt x="647388" y="46139"/>
                </a:lnTo>
                <a:lnTo>
                  <a:pt x="647171" y="45266"/>
                </a:lnTo>
                <a:lnTo>
                  <a:pt x="646925" y="44453"/>
                </a:lnTo>
                <a:lnTo>
                  <a:pt x="646650" y="43701"/>
                </a:lnTo>
                <a:lnTo>
                  <a:pt x="646345" y="43009"/>
                </a:lnTo>
                <a:lnTo>
                  <a:pt x="646012" y="42379"/>
                </a:lnTo>
                <a:lnTo>
                  <a:pt x="645644" y="41803"/>
                </a:lnTo>
                <a:lnTo>
                  <a:pt x="645237" y="41278"/>
                </a:lnTo>
                <a:lnTo>
                  <a:pt x="644790" y="40802"/>
                </a:lnTo>
                <a:lnTo>
                  <a:pt x="644304" y="40377"/>
                </a:lnTo>
                <a:lnTo>
                  <a:pt x="643777" y="40001"/>
                </a:lnTo>
                <a:lnTo>
                  <a:pt x="643211" y="39676"/>
                </a:lnTo>
                <a:lnTo>
                  <a:pt x="642606" y="39401"/>
                </a:lnTo>
                <a:lnTo>
                  <a:pt x="641961" y="39176"/>
                </a:lnTo>
                <a:lnTo>
                  <a:pt x="641276" y="39001"/>
                </a:lnTo>
                <a:lnTo>
                  <a:pt x="640551" y="38875"/>
                </a:lnTo>
                <a:lnTo>
                  <a:pt x="639787" y="38800"/>
                </a:lnTo>
                <a:lnTo>
                  <a:pt x="638983" y="38775"/>
                </a:lnTo>
                <a:lnTo>
                  <a:pt x="637710" y="38833"/>
                </a:lnTo>
                <a:lnTo>
                  <a:pt x="636438" y="39006"/>
                </a:lnTo>
                <a:lnTo>
                  <a:pt x="635167" y="39293"/>
                </a:lnTo>
                <a:lnTo>
                  <a:pt x="633897" y="39696"/>
                </a:lnTo>
                <a:lnTo>
                  <a:pt x="632627" y="40215"/>
                </a:lnTo>
                <a:lnTo>
                  <a:pt x="631359" y="40848"/>
                </a:lnTo>
                <a:lnTo>
                  <a:pt x="630092" y="41596"/>
                </a:lnTo>
                <a:lnTo>
                  <a:pt x="628825" y="42460"/>
                </a:lnTo>
                <a:lnTo>
                  <a:pt x="627560" y="43438"/>
                </a:lnTo>
                <a:lnTo>
                  <a:pt x="626295" y="44532"/>
                </a:lnTo>
                <a:lnTo>
                  <a:pt x="625031" y="45741"/>
                </a:lnTo>
                <a:lnTo>
                  <a:pt x="623768" y="47065"/>
                </a:lnTo>
                <a:lnTo>
                  <a:pt x="623768" y="77863"/>
                </a:lnTo>
                <a:lnTo>
                  <a:pt x="623773" y="78820"/>
                </a:lnTo>
                <a:lnTo>
                  <a:pt x="623788" y="79714"/>
                </a:lnTo>
                <a:lnTo>
                  <a:pt x="623812" y="80545"/>
                </a:lnTo>
                <a:lnTo>
                  <a:pt x="623846" y="81314"/>
                </a:lnTo>
                <a:lnTo>
                  <a:pt x="623891" y="82019"/>
                </a:lnTo>
                <a:lnTo>
                  <a:pt x="623944" y="82662"/>
                </a:lnTo>
                <a:lnTo>
                  <a:pt x="624008" y="83241"/>
                </a:lnTo>
                <a:lnTo>
                  <a:pt x="624082" y="83758"/>
                </a:lnTo>
                <a:lnTo>
                  <a:pt x="624165" y="84212"/>
                </a:lnTo>
                <a:lnTo>
                  <a:pt x="624258" y="84603"/>
                </a:lnTo>
                <a:lnTo>
                  <a:pt x="624361" y="84931"/>
                </a:lnTo>
                <a:lnTo>
                  <a:pt x="624474" y="85196"/>
                </a:lnTo>
                <a:lnTo>
                  <a:pt x="624629" y="85497"/>
                </a:lnTo>
                <a:lnTo>
                  <a:pt x="624792" y="85784"/>
                </a:lnTo>
                <a:lnTo>
                  <a:pt x="624966" y="86058"/>
                </a:lnTo>
                <a:lnTo>
                  <a:pt x="625148" y="86318"/>
                </a:lnTo>
                <a:lnTo>
                  <a:pt x="625340" y="86565"/>
                </a:lnTo>
                <a:lnTo>
                  <a:pt x="625541" y="86797"/>
                </a:lnTo>
                <a:lnTo>
                  <a:pt x="625752" y="87016"/>
                </a:lnTo>
                <a:lnTo>
                  <a:pt x="625972" y="87222"/>
                </a:lnTo>
                <a:lnTo>
                  <a:pt x="626201" y="87413"/>
                </a:lnTo>
                <a:lnTo>
                  <a:pt x="626440" y="87591"/>
                </a:lnTo>
                <a:lnTo>
                  <a:pt x="626688" y="87755"/>
                </a:lnTo>
                <a:lnTo>
                  <a:pt x="626946" y="87906"/>
                </a:lnTo>
                <a:lnTo>
                  <a:pt x="627230" y="88043"/>
                </a:lnTo>
                <a:lnTo>
                  <a:pt x="627560" y="88169"/>
                </a:lnTo>
                <a:lnTo>
                  <a:pt x="627935" y="88282"/>
                </a:lnTo>
                <a:lnTo>
                  <a:pt x="628354" y="88384"/>
                </a:lnTo>
                <a:lnTo>
                  <a:pt x="628819" y="88474"/>
                </a:lnTo>
                <a:lnTo>
                  <a:pt x="629329" y="88551"/>
                </a:lnTo>
                <a:lnTo>
                  <a:pt x="629884" y="88617"/>
                </a:lnTo>
                <a:lnTo>
                  <a:pt x="630484" y="88671"/>
                </a:lnTo>
                <a:lnTo>
                  <a:pt x="631128" y="88713"/>
                </a:lnTo>
                <a:lnTo>
                  <a:pt x="631818" y="88743"/>
                </a:lnTo>
                <a:lnTo>
                  <a:pt x="632553" y="88761"/>
                </a:lnTo>
                <a:lnTo>
                  <a:pt x="633333" y="88767"/>
                </a:lnTo>
                <a:lnTo>
                  <a:pt x="633333" y="91138"/>
                </a:lnTo>
                <a:lnTo>
                  <a:pt x="604252" y="91138"/>
                </a:lnTo>
                <a:lnTo>
                  <a:pt x="604252" y="88767"/>
                </a:lnTo>
                <a:lnTo>
                  <a:pt x="605536" y="88767"/>
                </a:lnTo>
                <a:lnTo>
                  <a:pt x="606265" y="88751"/>
                </a:lnTo>
                <a:lnTo>
                  <a:pt x="606953" y="88704"/>
                </a:lnTo>
                <a:lnTo>
                  <a:pt x="607600" y="88625"/>
                </a:lnTo>
                <a:lnTo>
                  <a:pt x="608207" y="88515"/>
                </a:lnTo>
                <a:lnTo>
                  <a:pt x="608774" y="88373"/>
                </a:lnTo>
                <a:lnTo>
                  <a:pt x="609300" y="88199"/>
                </a:lnTo>
                <a:lnTo>
                  <a:pt x="609785" y="87995"/>
                </a:lnTo>
                <a:lnTo>
                  <a:pt x="610230" y="87758"/>
                </a:lnTo>
                <a:lnTo>
                  <a:pt x="610634" y="87490"/>
                </a:lnTo>
                <a:lnTo>
                  <a:pt x="610997" y="87191"/>
                </a:lnTo>
                <a:lnTo>
                  <a:pt x="611320" y="86860"/>
                </a:lnTo>
                <a:lnTo>
                  <a:pt x="611603" y="86497"/>
                </a:lnTo>
                <a:lnTo>
                  <a:pt x="611854" y="86090"/>
                </a:lnTo>
                <a:lnTo>
                  <a:pt x="612083" y="85626"/>
                </a:lnTo>
                <a:lnTo>
                  <a:pt x="612291" y="85104"/>
                </a:lnTo>
                <a:lnTo>
                  <a:pt x="612476" y="84525"/>
                </a:lnTo>
                <a:lnTo>
                  <a:pt x="612640" y="83889"/>
                </a:lnTo>
                <a:lnTo>
                  <a:pt x="612782" y="83195"/>
                </a:lnTo>
                <a:lnTo>
                  <a:pt x="612902" y="82444"/>
                </a:lnTo>
                <a:lnTo>
                  <a:pt x="613001" y="81636"/>
                </a:lnTo>
                <a:lnTo>
                  <a:pt x="613077" y="80771"/>
                </a:lnTo>
                <a:lnTo>
                  <a:pt x="613132" y="79848"/>
                </a:lnTo>
                <a:lnTo>
                  <a:pt x="613165" y="78868"/>
                </a:lnTo>
                <a:lnTo>
                  <a:pt x="613175" y="77831"/>
                </a:lnTo>
                <a:lnTo>
                  <a:pt x="613175" y="56088"/>
                </a:lnTo>
                <a:lnTo>
                  <a:pt x="613172" y="54387"/>
                </a:lnTo>
                <a:lnTo>
                  <a:pt x="613162" y="52800"/>
                </a:lnTo>
                <a:lnTo>
                  <a:pt x="613145" y="51328"/>
                </a:lnTo>
                <a:lnTo>
                  <a:pt x="613122" y="49971"/>
                </a:lnTo>
                <a:lnTo>
                  <a:pt x="613092" y="48728"/>
                </a:lnTo>
                <a:lnTo>
                  <a:pt x="613055" y="47599"/>
                </a:lnTo>
                <a:lnTo>
                  <a:pt x="613012" y="46586"/>
                </a:lnTo>
                <a:lnTo>
                  <a:pt x="612961" y="45687"/>
                </a:lnTo>
                <a:lnTo>
                  <a:pt x="612905" y="44902"/>
                </a:lnTo>
                <a:lnTo>
                  <a:pt x="612841" y="44232"/>
                </a:lnTo>
                <a:lnTo>
                  <a:pt x="612771" y="43677"/>
                </a:lnTo>
                <a:lnTo>
                  <a:pt x="612694" y="43236"/>
                </a:lnTo>
                <a:lnTo>
                  <a:pt x="612610" y="42862"/>
                </a:lnTo>
                <a:lnTo>
                  <a:pt x="612519" y="42509"/>
                </a:lnTo>
                <a:lnTo>
                  <a:pt x="612421" y="42176"/>
                </a:lnTo>
                <a:lnTo>
                  <a:pt x="612316" y="41864"/>
                </a:lnTo>
                <a:lnTo>
                  <a:pt x="612204" y="41572"/>
                </a:lnTo>
                <a:lnTo>
                  <a:pt x="612084" y="41300"/>
                </a:lnTo>
                <a:lnTo>
                  <a:pt x="611958" y="41049"/>
                </a:lnTo>
                <a:lnTo>
                  <a:pt x="611824" y="40819"/>
                </a:lnTo>
                <a:lnTo>
                  <a:pt x="611683" y="40609"/>
                </a:lnTo>
                <a:lnTo>
                  <a:pt x="611535" y="40419"/>
                </a:lnTo>
                <a:lnTo>
                  <a:pt x="611380" y="40250"/>
                </a:lnTo>
                <a:lnTo>
                  <a:pt x="611217" y="40101"/>
                </a:lnTo>
                <a:lnTo>
                  <a:pt x="611047" y="39968"/>
                </a:lnTo>
                <a:lnTo>
                  <a:pt x="610867" y="39847"/>
                </a:lnTo>
                <a:lnTo>
                  <a:pt x="610678" y="39738"/>
                </a:lnTo>
                <a:lnTo>
                  <a:pt x="610479" y="39639"/>
                </a:lnTo>
                <a:lnTo>
                  <a:pt x="610271" y="39553"/>
                </a:lnTo>
                <a:lnTo>
                  <a:pt x="610054" y="39478"/>
                </a:lnTo>
                <a:lnTo>
                  <a:pt x="609827" y="39414"/>
                </a:lnTo>
                <a:lnTo>
                  <a:pt x="609591" y="39362"/>
                </a:lnTo>
                <a:lnTo>
                  <a:pt x="609346" y="39322"/>
                </a:lnTo>
                <a:lnTo>
                  <a:pt x="609091" y="39293"/>
                </a:lnTo>
                <a:lnTo>
                  <a:pt x="608827" y="39276"/>
                </a:lnTo>
                <a:lnTo>
                  <a:pt x="608553" y="39270"/>
                </a:lnTo>
                <a:lnTo>
                  <a:pt x="608249" y="39277"/>
                </a:lnTo>
                <a:lnTo>
                  <a:pt x="607935" y="39297"/>
                </a:lnTo>
                <a:lnTo>
                  <a:pt x="607610" y="39330"/>
                </a:lnTo>
                <a:lnTo>
                  <a:pt x="607277" y="39377"/>
                </a:lnTo>
                <a:lnTo>
                  <a:pt x="606933" y="39437"/>
                </a:lnTo>
                <a:lnTo>
                  <a:pt x="606579" y="39510"/>
                </a:lnTo>
                <a:lnTo>
                  <a:pt x="606216" y="39597"/>
                </a:lnTo>
                <a:lnTo>
                  <a:pt x="605843" y="39696"/>
                </a:lnTo>
                <a:lnTo>
                  <a:pt x="605460" y="39810"/>
                </a:lnTo>
                <a:lnTo>
                  <a:pt x="605067" y="39936"/>
                </a:lnTo>
                <a:lnTo>
                  <a:pt x="604665" y="40076"/>
                </a:lnTo>
                <a:lnTo>
                  <a:pt x="604252" y="40229"/>
                </a:lnTo>
                <a:lnTo>
                  <a:pt x="603289" y="37926"/>
                </a:lnTo>
                <a:lnTo>
                  <a:pt x="621007" y="30764"/>
                </a:lnTo>
                <a:lnTo>
                  <a:pt x="623768" y="30764"/>
                </a:lnTo>
                <a:lnTo>
                  <a:pt x="623768" y="43198"/>
                </a:lnTo>
                <a:close/>
                <a:moveTo>
                  <a:pt x="689505" y="43198"/>
                </a:moveTo>
                <a:lnTo>
                  <a:pt x="691221" y="41212"/>
                </a:lnTo>
                <a:lnTo>
                  <a:pt x="692924" y="39398"/>
                </a:lnTo>
                <a:lnTo>
                  <a:pt x="694613" y="37758"/>
                </a:lnTo>
                <a:lnTo>
                  <a:pt x="696289" y="36290"/>
                </a:lnTo>
                <a:lnTo>
                  <a:pt x="697951" y="34995"/>
                </a:lnTo>
                <a:lnTo>
                  <a:pt x="699600" y="33872"/>
                </a:lnTo>
                <a:lnTo>
                  <a:pt x="701236" y="32923"/>
                </a:lnTo>
                <a:lnTo>
                  <a:pt x="702858" y="32145"/>
                </a:lnTo>
                <a:lnTo>
                  <a:pt x="704467" y="31541"/>
                </a:lnTo>
                <a:lnTo>
                  <a:pt x="706063" y="31109"/>
                </a:lnTo>
                <a:lnTo>
                  <a:pt x="707645" y="30850"/>
                </a:lnTo>
                <a:lnTo>
                  <a:pt x="709214" y="30764"/>
                </a:lnTo>
                <a:lnTo>
                  <a:pt x="710007" y="30781"/>
                </a:lnTo>
                <a:lnTo>
                  <a:pt x="710781" y="30831"/>
                </a:lnTo>
                <a:lnTo>
                  <a:pt x="711537" y="30914"/>
                </a:lnTo>
                <a:lnTo>
                  <a:pt x="712274" y="31031"/>
                </a:lnTo>
                <a:lnTo>
                  <a:pt x="712992" y="31180"/>
                </a:lnTo>
                <a:lnTo>
                  <a:pt x="713691" y="31364"/>
                </a:lnTo>
                <a:lnTo>
                  <a:pt x="714372" y="31580"/>
                </a:lnTo>
                <a:lnTo>
                  <a:pt x="715034" y="31830"/>
                </a:lnTo>
                <a:lnTo>
                  <a:pt x="715677" y="32114"/>
                </a:lnTo>
                <a:lnTo>
                  <a:pt x="716302" y="32430"/>
                </a:lnTo>
                <a:lnTo>
                  <a:pt x="716908" y="32780"/>
                </a:lnTo>
                <a:lnTo>
                  <a:pt x="717495" y="33163"/>
                </a:lnTo>
                <a:lnTo>
                  <a:pt x="718063" y="33584"/>
                </a:lnTo>
                <a:lnTo>
                  <a:pt x="718611" y="34049"/>
                </a:lnTo>
                <a:lnTo>
                  <a:pt x="719140" y="34556"/>
                </a:lnTo>
                <a:lnTo>
                  <a:pt x="719649" y="35106"/>
                </a:lnTo>
                <a:lnTo>
                  <a:pt x="720139" y="35700"/>
                </a:lnTo>
                <a:lnTo>
                  <a:pt x="720608" y="36336"/>
                </a:lnTo>
                <a:lnTo>
                  <a:pt x="721059" y="37016"/>
                </a:lnTo>
                <a:lnTo>
                  <a:pt x="721489" y="37739"/>
                </a:lnTo>
                <a:lnTo>
                  <a:pt x="721900" y="38505"/>
                </a:lnTo>
                <a:lnTo>
                  <a:pt x="722292" y="39314"/>
                </a:lnTo>
                <a:lnTo>
                  <a:pt x="722664" y="40166"/>
                </a:lnTo>
                <a:lnTo>
                  <a:pt x="723016" y="41061"/>
                </a:lnTo>
                <a:lnTo>
                  <a:pt x="723241" y="41728"/>
                </a:lnTo>
                <a:lnTo>
                  <a:pt x="723447" y="42453"/>
                </a:lnTo>
                <a:lnTo>
                  <a:pt x="723634" y="43234"/>
                </a:lnTo>
                <a:lnTo>
                  <a:pt x="723800" y="44073"/>
                </a:lnTo>
                <a:lnTo>
                  <a:pt x="723948" y="44968"/>
                </a:lnTo>
                <a:lnTo>
                  <a:pt x="724075" y="45920"/>
                </a:lnTo>
                <a:lnTo>
                  <a:pt x="724183" y="46929"/>
                </a:lnTo>
                <a:lnTo>
                  <a:pt x="724271" y="47995"/>
                </a:lnTo>
                <a:lnTo>
                  <a:pt x="724340" y="49118"/>
                </a:lnTo>
                <a:lnTo>
                  <a:pt x="724389" y="50297"/>
                </a:lnTo>
                <a:lnTo>
                  <a:pt x="724418" y="51534"/>
                </a:lnTo>
                <a:lnTo>
                  <a:pt x="724428" y="52827"/>
                </a:lnTo>
                <a:lnTo>
                  <a:pt x="724428" y="77831"/>
                </a:lnTo>
                <a:lnTo>
                  <a:pt x="724434" y="78734"/>
                </a:lnTo>
                <a:lnTo>
                  <a:pt x="724453" y="79586"/>
                </a:lnTo>
                <a:lnTo>
                  <a:pt x="724484" y="80389"/>
                </a:lnTo>
                <a:lnTo>
                  <a:pt x="724528" y="81143"/>
                </a:lnTo>
                <a:lnTo>
                  <a:pt x="724584" y="81846"/>
                </a:lnTo>
                <a:lnTo>
                  <a:pt x="724653" y="82500"/>
                </a:lnTo>
                <a:lnTo>
                  <a:pt x="724734" y="83104"/>
                </a:lnTo>
                <a:lnTo>
                  <a:pt x="724828" y="83658"/>
                </a:lnTo>
                <a:lnTo>
                  <a:pt x="724934" y="84163"/>
                </a:lnTo>
                <a:lnTo>
                  <a:pt x="725052" y="84617"/>
                </a:lnTo>
                <a:lnTo>
                  <a:pt x="725183" y="85023"/>
                </a:lnTo>
                <a:lnTo>
                  <a:pt x="725327" y="85378"/>
                </a:lnTo>
                <a:lnTo>
                  <a:pt x="725451" y="85639"/>
                </a:lnTo>
                <a:lnTo>
                  <a:pt x="725586" y="85891"/>
                </a:lnTo>
                <a:lnTo>
                  <a:pt x="725734" y="86133"/>
                </a:lnTo>
                <a:lnTo>
                  <a:pt x="725894" y="86365"/>
                </a:lnTo>
                <a:lnTo>
                  <a:pt x="726066" y="86588"/>
                </a:lnTo>
                <a:lnTo>
                  <a:pt x="726250" y="86800"/>
                </a:lnTo>
                <a:lnTo>
                  <a:pt x="726446" y="87003"/>
                </a:lnTo>
                <a:lnTo>
                  <a:pt x="726654" y="87196"/>
                </a:lnTo>
                <a:lnTo>
                  <a:pt x="726874" y="87380"/>
                </a:lnTo>
                <a:lnTo>
                  <a:pt x="727106" y="87553"/>
                </a:lnTo>
                <a:lnTo>
                  <a:pt x="727350" y="87717"/>
                </a:lnTo>
                <a:lnTo>
                  <a:pt x="727606" y="87871"/>
                </a:lnTo>
                <a:lnTo>
                  <a:pt x="727887" y="88014"/>
                </a:lnTo>
                <a:lnTo>
                  <a:pt x="728204" y="88145"/>
                </a:lnTo>
                <a:lnTo>
                  <a:pt x="728559" y="88263"/>
                </a:lnTo>
                <a:lnTo>
                  <a:pt x="728950" y="88369"/>
                </a:lnTo>
                <a:lnTo>
                  <a:pt x="729379" y="88462"/>
                </a:lnTo>
                <a:lnTo>
                  <a:pt x="729845" y="88543"/>
                </a:lnTo>
                <a:lnTo>
                  <a:pt x="730347" y="88611"/>
                </a:lnTo>
                <a:lnTo>
                  <a:pt x="730887" y="88667"/>
                </a:lnTo>
                <a:lnTo>
                  <a:pt x="731464" y="88711"/>
                </a:lnTo>
                <a:lnTo>
                  <a:pt x="732077" y="88742"/>
                </a:lnTo>
                <a:lnTo>
                  <a:pt x="732728" y="88761"/>
                </a:lnTo>
                <a:lnTo>
                  <a:pt x="733416" y="88767"/>
                </a:lnTo>
                <a:lnTo>
                  <a:pt x="733416" y="91138"/>
                </a:lnTo>
                <a:lnTo>
                  <a:pt x="704335" y="91138"/>
                </a:lnTo>
                <a:lnTo>
                  <a:pt x="704335" y="88767"/>
                </a:lnTo>
                <a:lnTo>
                  <a:pt x="705554" y="88767"/>
                </a:lnTo>
                <a:lnTo>
                  <a:pt x="706222" y="88758"/>
                </a:lnTo>
                <a:lnTo>
                  <a:pt x="706855" y="88732"/>
                </a:lnTo>
                <a:lnTo>
                  <a:pt x="707454" y="88689"/>
                </a:lnTo>
                <a:lnTo>
                  <a:pt x="708019" y="88629"/>
                </a:lnTo>
                <a:lnTo>
                  <a:pt x="708549" y="88551"/>
                </a:lnTo>
                <a:lnTo>
                  <a:pt x="709045" y="88456"/>
                </a:lnTo>
                <a:lnTo>
                  <a:pt x="709507" y="88344"/>
                </a:lnTo>
                <a:lnTo>
                  <a:pt x="709934" y="88214"/>
                </a:lnTo>
                <a:lnTo>
                  <a:pt x="710327" y="88067"/>
                </a:lnTo>
                <a:lnTo>
                  <a:pt x="710686" y="87903"/>
                </a:lnTo>
                <a:lnTo>
                  <a:pt x="711010" y="87722"/>
                </a:lnTo>
                <a:lnTo>
                  <a:pt x="711300" y="87523"/>
                </a:lnTo>
                <a:lnTo>
                  <a:pt x="711566" y="87307"/>
                </a:lnTo>
                <a:lnTo>
                  <a:pt x="711818" y="87076"/>
                </a:lnTo>
                <a:lnTo>
                  <a:pt x="712056" y="86827"/>
                </a:lnTo>
                <a:lnTo>
                  <a:pt x="712281" y="86563"/>
                </a:lnTo>
                <a:lnTo>
                  <a:pt x="712491" y="86282"/>
                </a:lnTo>
                <a:lnTo>
                  <a:pt x="712688" y="85985"/>
                </a:lnTo>
                <a:lnTo>
                  <a:pt x="712871" y="85671"/>
                </a:lnTo>
                <a:lnTo>
                  <a:pt x="713040" y="85341"/>
                </a:lnTo>
                <a:lnTo>
                  <a:pt x="713196" y="84995"/>
                </a:lnTo>
                <a:lnTo>
                  <a:pt x="713337" y="84632"/>
                </a:lnTo>
                <a:lnTo>
                  <a:pt x="713465" y="84253"/>
                </a:lnTo>
                <a:lnTo>
                  <a:pt x="713579" y="83858"/>
                </a:lnTo>
                <a:lnTo>
                  <a:pt x="713620" y="83670"/>
                </a:lnTo>
                <a:lnTo>
                  <a:pt x="713657" y="83425"/>
                </a:lnTo>
                <a:lnTo>
                  <a:pt x="713691" y="83124"/>
                </a:lnTo>
                <a:lnTo>
                  <a:pt x="713722" y="82766"/>
                </a:lnTo>
                <a:lnTo>
                  <a:pt x="713748" y="82352"/>
                </a:lnTo>
                <a:lnTo>
                  <a:pt x="713772" y="81880"/>
                </a:lnTo>
                <a:lnTo>
                  <a:pt x="713791" y="81353"/>
                </a:lnTo>
                <a:lnTo>
                  <a:pt x="713807" y="80768"/>
                </a:lnTo>
                <a:lnTo>
                  <a:pt x="713820" y="80127"/>
                </a:lnTo>
                <a:lnTo>
                  <a:pt x="713829" y="79429"/>
                </a:lnTo>
                <a:lnTo>
                  <a:pt x="713834" y="78674"/>
                </a:lnTo>
                <a:lnTo>
                  <a:pt x="713836" y="77863"/>
                </a:lnTo>
                <a:lnTo>
                  <a:pt x="713836" y="53951"/>
                </a:lnTo>
                <a:lnTo>
                  <a:pt x="713821" y="52653"/>
                </a:lnTo>
                <a:lnTo>
                  <a:pt x="713778" y="51416"/>
                </a:lnTo>
                <a:lnTo>
                  <a:pt x="713705" y="50239"/>
                </a:lnTo>
                <a:lnTo>
                  <a:pt x="713604" y="49123"/>
                </a:lnTo>
                <a:lnTo>
                  <a:pt x="713474" y="48068"/>
                </a:lnTo>
                <a:lnTo>
                  <a:pt x="713314" y="47073"/>
                </a:lnTo>
                <a:lnTo>
                  <a:pt x="713126" y="46139"/>
                </a:lnTo>
                <a:lnTo>
                  <a:pt x="712908" y="45266"/>
                </a:lnTo>
                <a:lnTo>
                  <a:pt x="712662" y="44453"/>
                </a:lnTo>
                <a:lnTo>
                  <a:pt x="712387" y="43701"/>
                </a:lnTo>
                <a:lnTo>
                  <a:pt x="712083" y="43009"/>
                </a:lnTo>
                <a:lnTo>
                  <a:pt x="711749" y="42379"/>
                </a:lnTo>
                <a:lnTo>
                  <a:pt x="711382" y="41803"/>
                </a:lnTo>
                <a:lnTo>
                  <a:pt x="710975" y="41278"/>
                </a:lnTo>
                <a:lnTo>
                  <a:pt x="710528" y="40802"/>
                </a:lnTo>
                <a:lnTo>
                  <a:pt x="710041" y="40377"/>
                </a:lnTo>
                <a:lnTo>
                  <a:pt x="709515" y="40001"/>
                </a:lnTo>
                <a:lnTo>
                  <a:pt x="708949" y="39676"/>
                </a:lnTo>
                <a:lnTo>
                  <a:pt x="708343" y="39401"/>
                </a:lnTo>
                <a:lnTo>
                  <a:pt x="707698" y="39176"/>
                </a:lnTo>
                <a:lnTo>
                  <a:pt x="707013" y="39001"/>
                </a:lnTo>
                <a:lnTo>
                  <a:pt x="706288" y="38875"/>
                </a:lnTo>
                <a:lnTo>
                  <a:pt x="705524" y="38800"/>
                </a:lnTo>
                <a:lnTo>
                  <a:pt x="704720" y="38775"/>
                </a:lnTo>
                <a:lnTo>
                  <a:pt x="703447" y="38833"/>
                </a:lnTo>
                <a:lnTo>
                  <a:pt x="702175" y="39006"/>
                </a:lnTo>
                <a:lnTo>
                  <a:pt x="700904" y="39293"/>
                </a:lnTo>
                <a:lnTo>
                  <a:pt x="699634" y="39696"/>
                </a:lnTo>
                <a:lnTo>
                  <a:pt x="698365" y="40215"/>
                </a:lnTo>
                <a:lnTo>
                  <a:pt x="697096" y="40848"/>
                </a:lnTo>
                <a:lnTo>
                  <a:pt x="695829" y="41596"/>
                </a:lnTo>
                <a:lnTo>
                  <a:pt x="694562" y="42460"/>
                </a:lnTo>
                <a:lnTo>
                  <a:pt x="693297" y="43438"/>
                </a:lnTo>
                <a:lnTo>
                  <a:pt x="692032" y="44532"/>
                </a:lnTo>
                <a:lnTo>
                  <a:pt x="690768" y="45741"/>
                </a:lnTo>
                <a:lnTo>
                  <a:pt x="689505" y="47065"/>
                </a:lnTo>
                <a:lnTo>
                  <a:pt x="689505" y="77863"/>
                </a:lnTo>
                <a:lnTo>
                  <a:pt x="689510" y="78820"/>
                </a:lnTo>
                <a:lnTo>
                  <a:pt x="689525" y="79714"/>
                </a:lnTo>
                <a:lnTo>
                  <a:pt x="689549" y="80545"/>
                </a:lnTo>
                <a:lnTo>
                  <a:pt x="689584" y="81314"/>
                </a:lnTo>
                <a:lnTo>
                  <a:pt x="689628" y="82019"/>
                </a:lnTo>
                <a:lnTo>
                  <a:pt x="689682" y="82662"/>
                </a:lnTo>
                <a:lnTo>
                  <a:pt x="689746" y="83241"/>
                </a:lnTo>
                <a:lnTo>
                  <a:pt x="689819" y="83758"/>
                </a:lnTo>
                <a:lnTo>
                  <a:pt x="689902" y="84212"/>
                </a:lnTo>
                <a:lnTo>
                  <a:pt x="689996" y="84603"/>
                </a:lnTo>
                <a:lnTo>
                  <a:pt x="690099" y="84931"/>
                </a:lnTo>
                <a:lnTo>
                  <a:pt x="690211" y="85196"/>
                </a:lnTo>
                <a:lnTo>
                  <a:pt x="690366" y="85497"/>
                </a:lnTo>
                <a:lnTo>
                  <a:pt x="690530" y="85784"/>
                </a:lnTo>
                <a:lnTo>
                  <a:pt x="690703" y="86058"/>
                </a:lnTo>
                <a:lnTo>
                  <a:pt x="690885" y="86318"/>
                </a:lnTo>
                <a:lnTo>
                  <a:pt x="691077" y="86565"/>
                </a:lnTo>
                <a:lnTo>
                  <a:pt x="691279" y="86797"/>
                </a:lnTo>
                <a:lnTo>
                  <a:pt x="691489" y="87016"/>
                </a:lnTo>
                <a:lnTo>
                  <a:pt x="691709" y="87222"/>
                </a:lnTo>
                <a:lnTo>
                  <a:pt x="691939" y="87413"/>
                </a:lnTo>
                <a:lnTo>
                  <a:pt x="692177" y="87591"/>
                </a:lnTo>
                <a:lnTo>
                  <a:pt x="692425" y="87755"/>
                </a:lnTo>
                <a:lnTo>
                  <a:pt x="692683" y="87906"/>
                </a:lnTo>
                <a:lnTo>
                  <a:pt x="692968" y="88043"/>
                </a:lnTo>
                <a:lnTo>
                  <a:pt x="693297" y="88169"/>
                </a:lnTo>
                <a:lnTo>
                  <a:pt x="693672" y="88282"/>
                </a:lnTo>
                <a:lnTo>
                  <a:pt x="694092" y="88384"/>
                </a:lnTo>
                <a:lnTo>
                  <a:pt x="694556" y="88474"/>
                </a:lnTo>
                <a:lnTo>
                  <a:pt x="695066" y="88551"/>
                </a:lnTo>
                <a:lnTo>
                  <a:pt x="695621" y="88617"/>
                </a:lnTo>
                <a:lnTo>
                  <a:pt x="696221" y="88671"/>
                </a:lnTo>
                <a:lnTo>
                  <a:pt x="696866" y="88713"/>
                </a:lnTo>
                <a:lnTo>
                  <a:pt x="697556" y="88743"/>
                </a:lnTo>
                <a:lnTo>
                  <a:pt x="698291" y="88761"/>
                </a:lnTo>
                <a:lnTo>
                  <a:pt x="699071" y="88767"/>
                </a:lnTo>
                <a:lnTo>
                  <a:pt x="699071" y="91138"/>
                </a:lnTo>
                <a:lnTo>
                  <a:pt x="669989" y="91138"/>
                </a:lnTo>
                <a:lnTo>
                  <a:pt x="669989" y="88767"/>
                </a:lnTo>
                <a:lnTo>
                  <a:pt x="671273" y="88767"/>
                </a:lnTo>
                <a:lnTo>
                  <a:pt x="672002" y="88751"/>
                </a:lnTo>
                <a:lnTo>
                  <a:pt x="672690" y="88704"/>
                </a:lnTo>
                <a:lnTo>
                  <a:pt x="673338" y="88625"/>
                </a:lnTo>
                <a:lnTo>
                  <a:pt x="673945" y="88515"/>
                </a:lnTo>
                <a:lnTo>
                  <a:pt x="674511" y="88373"/>
                </a:lnTo>
                <a:lnTo>
                  <a:pt x="675037" y="88199"/>
                </a:lnTo>
                <a:lnTo>
                  <a:pt x="675522" y="87995"/>
                </a:lnTo>
                <a:lnTo>
                  <a:pt x="675967" y="87758"/>
                </a:lnTo>
                <a:lnTo>
                  <a:pt x="676371" y="87490"/>
                </a:lnTo>
                <a:lnTo>
                  <a:pt x="676735" y="87191"/>
                </a:lnTo>
                <a:lnTo>
                  <a:pt x="677058" y="86860"/>
                </a:lnTo>
                <a:lnTo>
                  <a:pt x="677340" y="86497"/>
                </a:lnTo>
                <a:lnTo>
                  <a:pt x="677591" y="86090"/>
                </a:lnTo>
                <a:lnTo>
                  <a:pt x="677821" y="85626"/>
                </a:lnTo>
                <a:lnTo>
                  <a:pt x="678028" y="85104"/>
                </a:lnTo>
                <a:lnTo>
                  <a:pt x="678214" y="84525"/>
                </a:lnTo>
                <a:lnTo>
                  <a:pt x="678378" y="83889"/>
                </a:lnTo>
                <a:lnTo>
                  <a:pt x="678520" y="83195"/>
                </a:lnTo>
                <a:lnTo>
                  <a:pt x="678640" y="82444"/>
                </a:lnTo>
                <a:lnTo>
                  <a:pt x="678738" y="81636"/>
                </a:lnTo>
                <a:lnTo>
                  <a:pt x="678814" y="80771"/>
                </a:lnTo>
                <a:lnTo>
                  <a:pt x="678869" y="79848"/>
                </a:lnTo>
                <a:lnTo>
                  <a:pt x="678902" y="78868"/>
                </a:lnTo>
                <a:lnTo>
                  <a:pt x="678913" y="77831"/>
                </a:lnTo>
                <a:lnTo>
                  <a:pt x="678913" y="56088"/>
                </a:lnTo>
                <a:lnTo>
                  <a:pt x="678909" y="54387"/>
                </a:lnTo>
                <a:lnTo>
                  <a:pt x="678899" y="52800"/>
                </a:lnTo>
                <a:lnTo>
                  <a:pt x="678883" y="51328"/>
                </a:lnTo>
                <a:lnTo>
                  <a:pt x="678859" y="49971"/>
                </a:lnTo>
                <a:lnTo>
                  <a:pt x="678829" y="48728"/>
                </a:lnTo>
                <a:lnTo>
                  <a:pt x="678792" y="47599"/>
                </a:lnTo>
                <a:lnTo>
                  <a:pt x="678749" y="46586"/>
                </a:lnTo>
                <a:lnTo>
                  <a:pt x="678699" y="45687"/>
                </a:lnTo>
                <a:lnTo>
                  <a:pt x="678642" y="44902"/>
                </a:lnTo>
                <a:lnTo>
                  <a:pt x="678578" y="44232"/>
                </a:lnTo>
                <a:lnTo>
                  <a:pt x="678508" y="43677"/>
                </a:lnTo>
                <a:lnTo>
                  <a:pt x="678431" y="43236"/>
                </a:lnTo>
                <a:lnTo>
                  <a:pt x="678347" y="42862"/>
                </a:lnTo>
                <a:lnTo>
                  <a:pt x="678257" y="42509"/>
                </a:lnTo>
                <a:lnTo>
                  <a:pt x="678158" y="42176"/>
                </a:lnTo>
                <a:lnTo>
                  <a:pt x="678053" y="41864"/>
                </a:lnTo>
                <a:lnTo>
                  <a:pt x="677941" y="41572"/>
                </a:lnTo>
                <a:lnTo>
                  <a:pt x="677821" y="41300"/>
                </a:lnTo>
                <a:lnTo>
                  <a:pt x="677695" y="41049"/>
                </a:lnTo>
                <a:lnTo>
                  <a:pt x="677561" y="40819"/>
                </a:lnTo>
                <a:lnTo>
                  <a:pt x="677420" y="40609"/>
                </a:lnTo>
                <a:lnTo>
                  <a:pt x="677272" y="40419"/>
                </a:lnTo>
                <a:lnTo>
                  <a:pt x="677117" y="40250"/>
                </a:lnTo>
                <a:lnTo>
                  <a:pt x="676955" y="40101"/>
                </a:lnTo>
                <a:lnTo>
                  <a:pt x="676784" y="39968"/>
                </a:lnTo>
                <a:lnTo>
                  <a:pt x="676604" y="39847"/>
                </a:lnTo>
                <a:lnTo>
                  <a:pt x="676415" y="39738"/>
                </a:lnTo>
                <a:lnTo>
                  <a:pt x="676217" y="39639"/>
                </a:lnTo>
                <a:lnTo>
                  <a:pt x="676009" y="39553"/>
                </a:lnTo>
                <a:lnTo>
                  <a:pt x="675791" y="39478"/>
                </a:lnTo>
                <a:lnTo>
                  <a:pt x="675565" y="39414"/>
                </a:lnTo>
                <a:lnTo>
                  <a:pt x="675328" y="39362"/>
                </a:lnTo>
                <a:lnTo>
                  <a:pt x="675083" y="39322"/>
                </a:lnTo>
                <a:lnTo>
                  <a:pt x="674828" y="39293"/>
                </a:lnTo>
                <a:lnTo>
                  <a:pt x="674564" y="39276"/>
                </a:lnTo>
                <a:lnTo>
                  <a:pt x="674291" y="39270"/>
                </a:lnTo>
                <a:lnTo>
                  <a:pt x="673986" y="39277"/>
                </a:lnTo>
                <a:lnTo>
                  <a:pt x="673672" y="39297"/>
                </a:lnTo>
                <a:lnTo>
                  <a:pt x="673348" y="39330"/>
                </a:lnTo>
                <a:lnTo>
                  <a:pt x="673014" y="39377"/>
                </a:lnTo>
                <a:lnTo>
                  <a:pt x="672670" y="39437"/>
                </a:lnTo>
                <a:lnTo>
                  <a:pt x="672317" y="39510"/>
                </a:lnTo>
                <a:lnTo>
                  <a:pt x="671953" y="39597"/>
                </a:lnTo>
                <a:lnTo>
                  <a:pt x="671580" y="39696"/>
                </a:lnTo>
                <a:lnTo>
                  <a:pt x="671197" y="39810"/>
                </a:lnTo>
                <a:lnTo>
                  <a:pt x="670804" y="39936"/>
                </a:lnTo>
                <a:lnTo>
                  <a:pt x="670402" y="40076"/>
                </a:lnTo>
                <a:lnTo>
                  <a:pt x="669989" y="40229"/>
                </a:lnTo>
                <a:lnTo>
                  <a:pt x="669027" y="37926"/>
                </a:lnTo>
                <a:lnTo>
                  <a:pt x="686745" y="30764"/>
                </a:lnTo>
                <a:lnTo>
                  <a:pt x="689505" y="30764"/>
                </a:lnTo>
                <a:lnTo>
                  <a:pt x="689505" y="43198"/>
                </a:lnTo>
                <a:close/>
                <a:moveTo>
                  <a:pt x="747988" y="54606"/>
                </a:moveTo>
                <a:lnTo>
                  <a:pt x="748023" y="56741"/>
                </a:lnTo>
                <a:lnTo>
                  <a:pt x="748147" y="58798"/>
                </a:lnTo>
                <a:lnTo>
                  <a:pt x="748361" y="60777"/>
                </a:lnTo>
                <a:lnTo>
                  <a:pt x="748666" y="62677"/>
                </a:lnTo>
                <a:lnTo>
                  <a:pt x="749061" y="64500"/>
                </a:lnTo>
                <a:lnTo>
                  <a:pt x="749545" y="66244"/>
                </a:lnTo>
                <a:lnTo>
                  <a:pt x="750120" y="67910"/>
                </a:lnTo>
                <a:lnTo>
                  <a:pt x="750784" y="69498"/>
                </a:lnTo>
                <a:lnTo>
                  <a:pt x="751539" y="71008"/>
                </a:lnTo>
                <a:lnTo>
                  <a:pt x="752384" y="72440"/>
                </a:lnTo>
                <a:lnTo>
                  <a:pt x="753319" y="73794"/>
                </a:lnTo>
                <a:lnTo>
                  <a:pt x="754344" y="75069"/>
                </a:lnTo>
                <a:lnTo>
                  <a:pt x="755429" y="76254"/>
                </a:lnTo>
                <a:lnTo>
                  <a:pt x="756546" y="77335"/>
                </a:lnTo>
                <a:lnTo>
                  <a:pt x="757694" y="78314"/>
                </a:lnTo>
                <a:lnTo>
                  <a:pt x="758873" y="79190"/>
                </a:lnTo>
                <a:lnTo>
                  <a:pt x="760084" y="79962"/>
                </a:lnTo>
                <a:lnTo>
                  <a:pt x="761325" y="80632"/>
                </a:lnTo>
                <a:lnTo>
                  <a:pt x="762598" y="81198"/>
                </a:lnTo>
                <a:lnTo>
                  <a:pt x="763902" y="81662"/>
                </a:lnTo>
                <a:lnTo>
                  <a:pt x="765237" y="82022"/>
                </a:lnTo>
                <a:lnTo>
                  <a:pt x="766604" y="82280"/>
                </a:lnTo>
                <a:lnTo>
                  <a:pt x="768001" y="82434"/>
                </a:lnTo>
                <a:lnTo>
                  <a:pt x="769430" y="82486"/>
                </a:lnTo>
                <a:lnTo>
                  <a:pt x="770382" y="82464"/>
                </a:lnTo>
                <a:lnTo>
                  <a:pt x="771314" y="82398"/>
                </a:lnTo>
                <a:lnTo>
                  <a:pt x="772225" y="82287"/>
                </a:lnTo>
                <a:lnTo>
                  <a:pt x="773114" y="82133"/>
                </a:lnTo>
                <a:lnTo>
                  <a:pt x="773983" y="81935"/>
                </a:lnTo>
                <a:lnTo>
                  <a:pt x="774831" y="81693"/>
                </a:lnTo>
                <a:lnTo>
                  <a:pt x="775657" y="81406"/>
                </a:lnTo>
                <a:lnTo>
                  <a:pt x="776463" y="81076"/>
                </a:lnTo>
                <a:lnTo>
                  <a:pt x="777248" y="80701"/>
                </a:lnTo>
                <a:lnTo>
                  <a:pt x="778012" y="80283"/>
                </a:lnTo>
                <a:lnTo>
                  <a:pt x="778755" y="79820"/>
                </a:lnTo>
                <a:lnTo>
                  <a:pt x="779477" y="79313"/>
                </a:lnTo>
                <a:lnTo>
                  <a:pt x="780179" y="78753"/>
                </a:lnTo>
                <a:lnTo>
                  <a:pt x="780861" y="78130"/>
                </a:lnTo>
                <a:lnTo>
                  <a:pt x="781525" y="77445"/>
                </a:lnTo>
                <a:lnTo>
                  <a:pt x="782169" y="76696"/>
                </a:lnTo>
                <a:lnTo>
                  <a:pt x="782795" y="75885"/>
                </a:lnTo>
                <a:lnTo>
                  <a:pt x="783401" y="75011"/>
                </a:lnTo>
                <a:lnTo>
                  <a:pt x="783988" y="74074"/>
                </a:lnTo>
                <a:lnTo>
                  <a:pt x="784555" y="73075"/>
                </a:lnTo>
                <a:lnTo>
                  <a:pt x="785104" y="72013"/>
                </a:lnTo>
                <a:lnTo>
                  <a:pt x="785633" y="70888"/>
                </a:lnTo>
                <a:lnTo>
                  <a:pt x="786144" y="69700"/>
                </a:lnTo>
                <a:lnTo>
                  <a:pt x="786635" y="68450"/>
                </a:lnTo>
                <a:lnTo>
                  <a:pt x="788625" y="69732"/>
                </a:lnTo>
                <a:lnTo>
                  <a:pt x="788364" y="71184"/>
                </a:lnTo>
                <a:lnTo>
                  <a:pt x="788033" y="72615"/>
                </a:lnTo>
                <a:lnTo>
                  <a:pt x="787630" y="74024"/>
                </a:lnTo>
                <a:lnTo>
                  <a:pt x="787155" y="75411"/>
                </a:lnTo>
                <a:lnTo>
                  <a:pt x="786610" y="76776"/>
                </a:lnTo>
                <a:lnTo>
                  <a:pt x="785993" y="78120"/>
                </a:lnTo>
                <a:lnTo>
                  <a:pt x="785304" y="79441"/>
                </a:lnTo>
                <a:lnTo>
                  <a:pt x="784545" y="80741"/>
                </a:lnTo>
                <a:lnTo>
                  <a:pt x="783714" y="82019"/>
                </a:lnTo>
                <a:lnTo>
                  <a:pt x="782811" y="83275"/>
                </a:lnTo>
                <a:lnTo>
                  <a:pt x="781838" y="84510"/>
                </a:lnTo>
                <a:lnTo>
                  <a:pt x="780793" y="85722"/>
                </a:lnTo>
                <a:lnTo>
                  <a:pt x="779689" y="86874"/>
                </a:lnTo>
                <a:lnTo>
                  <a:pt x="778541" y="87926"/>
                </a:lnTo>
                <a:lnTo>
                  <a:pt x="777346" y="88877"/>
                </a:lnTo>
                <a:lnTo>
                  <a:pt x="776106" y="89728"/>
                </a:lnTo>
                <a:lnTo>
                  <a:pt x="774821" y="90479"/>
                </a:lnTo>
                <a:lnTo>
                  <a:pt x="773490" y="91130"/>
                </a:lnTo>
                <a:lnTo>
                  <a:pt x="772114" y="91681"/>
                </a:lnTo>
                <a:lnTo>
                  <a:pt x="770693" y="92132"/>
                </a:lnTo>
                <a:lnTo>
                  <a:pt x="769225" y="92482"/>
                </a:lnTo>
                <a:lnTo>
                  <a:pt x="767713" y="92732"/>
                </a:lnTo>
                <a:lnTo>
                  <a:pt x="766155" y="92883"/>
                </a:lnTo>
                <a:lnTo>
                  <a:pt x="764551" y="92933"/>
                </a:lnTo>
                <a:lnTo>
                  <a:pt x="762807" y="92876"/>
                </a:lnTo>
                <a:lnTo>
                  <a:pt x="761105" y="92704"/>
                </a:lnTo>
                <a:lnTo>
                  <a:pt x="759445" y="92419"/>
                </a:lnTo>
                <a:lnTo>
                  <a:pt x="757828" y="92020"/>
                </a:lnTo>
                <a:lnTo>
                  <a:pt x="756253" y="91506"/>
                </a:lnTo>
                <a:lnTo>
                  <a:pt x="754721" y="90878"/>
                </a:lnTo>
                <a:lnTo>
                  <a:pt x="753231" y="90136"/>
                </a:lnTo>
                <a:lnTo>
                  <a:pt x="751783" y="89280"/>
                </a:lnTo>
                <a:lnTo>
                  <a:pt x="750378" y="88310"/>
                </a:lnTo>
                <a:lnTo>
                  <a:pt x="749015" y="87226"/>
                </a:lnTo>
                <a:lnTo>
                  <a:pt x="747694" y="86028"/>
                </a:lnTo>
                <a:lnTo>
                  <a:pt x="746416" y="84715"/>
                </a:lnTo>
                <a:lnTo>
                  <a:pt x="745211" y="83306"/>
                </a:lnTo>
                <a:lnTo>
                  <a:pt x="744111" y="81818"/>
                </a:lnTo>
                <a:lnTo>
                  <a:pt x="743115" y="80251"/>
                </a:lnTo>
                <a:lnTo>
                  <a:pt x="742225" y="78606"/>
                </a:lnTo>
                <a:lnTo>
                  <a:pt x="741439" y="76883"/>
                </a:lnTo>
                <a:lnTo>
                  <a:pt x="740758" y="75080"/>
                </a:lnTo>
                <a:lnTo>
                  <a:pt x="740182" y="73199"/>
                </a:lnTo>
                <a:lnTo>
                  <a:pt x="739711" y="71240"/>
                </a:lnTo>
                <a:lnTo>
                  <a:pt x="739344" y="69202"/>
                </a:lnTo>
                <a:lnTo>
                  <a:pt x="739082" y="67085"/>
                </a:lnTo>
                <a:lnTo>
                  <a:pt x="738925" y="64889"/>
                </a:lnTo>
                <a:lnTo>
                  <a:pt x="738872" y="62615"/>
                </a:lnTo>
                <a:lnTo>
                  <a:pt x="738926" y="60156"/>
                </a:lnTo>
                <a:lnTo>
                  <a:pt x="739087" y="57789"/>
                </a:lnTo>
                <a:lnTo>
                  <a:pt x="739356" y="55514"/>
                </a:lnTo>
                <a:lnTo>
                  <a:pt x="739732" y="53331"/>
                </a:lnTo>
                <a:lnTo>
                  <a:pt x="740215" y="51240"/>
                </a:lnTo>
                <a:lnTo>
                  <a:pt x="740806" y="49241"/>
                </a:lnTo>
                <a:lnTo>
                  <a:pt x="741505" y="47333"/>
                </a:lnTo>
                <a:lnTo>
                  <a:pt x="742311" y="45518"/>
                </a:lnTo>
                <a:lnTo>
                  <a:pt x="743224" y="43795"/>
                </a:lnTo>
                <a:lnTo>
                  <a:pt x="744244" y="42163"/>
                </a:lnTo>
                <a:lnTo>
                  <a:pt x="745373" y="40624"/>
                </a:lnTo>
                <a:lnTo>
                  <a:pt x="746608" y="39176"/>
                </a:lnTo>
                <a:lnTo>
                  <a:pt x="747925" y="37832"/>
                </a:lnTo>
                <a:lnTo>
                  <a:pt x="749296" y="36606"/>
                </a:lnTo>
                <a:lnTo>
                  <a:pt x="750723" y="35496"/>
                </a:lnTo>
                <a:lnTo>
                  <a:pt x="752204" y="34503"/>
                </a:lnTo>
                <a:lnTo>
                  <a:pt x="753740" y="33626"/>
                </a:lnTo>
                <a:lnTo>
                  <a:pt x="755331" y="32867"/>
                </a:lnTo>
                <a:lnTo>
                  <a:pt x="756977" y="32224"/>
                </a:lnTo>
                <a:lnTo>
                  <a:pt x="758677" y="31699"/>
                </a:lnTo>
                <a:lnTo>
                  <a:pt x="760432" y="31290"/>
                </a:lnTo>
                <a:lnTo>
                  <a:pt x="762243" y="30998"/>
                </a:lnTo>
                <a:lnTo>
                  <a:pt x="764108" y="30822"/>
                </a:lnTo>
                <a:lnTo>
                  <a:pt x="766028" y="30764"/>
                </a:lnTo>
                <a:lnTo>
                  <a:pt x="767651" y="30809"/>
                </a:lnTo>
                <a:lnTo>
                  <a:pt x="769225" y="30944"/>
                </a:lnTo>
                <a:lnTo>
                  <a:pt x="770750" y="31170"/>
                </a:lnTo>
                <a:lnTo>
                  <a:pt x="772226" y="31485"/>
                </a:lnTo>
                <a:lnTo>
                  <a:pt x="773653" y="31891"/>
                </a:lnTo>
                <a:lnTo>
                  <a:pt x="775031" y="32386"/>
                </a:lnTo>
                <a:lnTo>
                  <a:pt x="776360" y="32972"/>
                </a:lnTo>
                <a:lnTo>
                  <a:pt x="777640" y="33648"/>
                </a:lnTo>
                <a:lnTo>
                  <a:pt x="778871" y="34414"/>
                </a:lnTo>
                <a:lnTo>
                  <a:pt x="780053" y="35270"/>
                </a:lnTo>
                <a:lnTo>
                  <a:pt x="781186" y="36217"/>
                </a:lnTo>
                <a:lnTo>
                  <a:pt x="782269" y="37253"/>
                </a:lnTo>
                <a:lnTo>
                  <a:pt x="783284" y="38365"/>
                </a:lnTo>
                <a:lnTo>
                  <a:pt x="784211" y="39537"/>
                </a:lnTo>
                <a:lnTo>
                  <a:pt x="785050" y="40770"/>
                </a:lnTo>
                <a:lnTo>
                  <a:pt x="785800" y="42065"/>
                </a:lnTo>
                <a:lnTo>
                  <a:pt x="786462" y="43419"/>
                </a:lnTo>
                <a:lnTo>
                  <a:pt x="787036" y="44835"/>
                </a:lnTo>
                <a:lnTo>
                  <a:pt x="787521" y="46311"/>
                </a:lnTo>
                <a:lnTo>
                  <a:pt x="787919" y="47849"/>
                </a:lnTo>
                <a:lnTo>
                  <a:pt x="788228" y="49447"/>
                </a:lnTo>
                <a:lnTo>
                  <a:pt x="788448" y="51106"/>
                </a:lnTo>
                <a:lnTo>
                  <a:pt x="788581" y="52825"/>
                </a:lnTo>
                <a:lnTo>
                  <a:pt x="788625" y="54606"/>
                </a:lnTo>
                <a:lnTo>
                  <a:pt x="747988" y="54606"/>
                </a:lnTo>
                <a:moveTo>
                  <a:pt x="747988" y="50889"/>
                </a:moveTo>
                <a:lnTo>
                  <a:pt x="775208" y="50889"/>
                </a:lnTo>
                <a:lnTo>
                  <a:pt x="775149" y="49972"/>
                </a:lnTo>
                <a:lnTo>
                  <a:pt x="775081" y="49101"/>
                </a:lnTo>
                <a:lnTo>
                  <a:pt x="775003" y="48277"/>
                </a:lnTo>
                <a:lnTo>
                  <a:pt x="774915" y="47499"/>
                </a:lnTo>
                <a:lnTo>
                  <a:pt x="774818" y="46767"/>
                </a:lnTo>
                <a:lnTo>
                  <a:pt x="774710" y="46082"/>
                </a:lnTo>
                <a:lnTo>
                  <a:pt x="774593" y="45443"/>
                </a:lnTo>
                <a:lnTo>
                  <a:pt x="774466" y="44850"/>
                </a:lnTo>
                <a:lnTo>
                  <a:pt x="774329" y="44303"/>
                </a:lnTo>
                <a:lnTo>
                  <a:pt x="774182" y="43803"/>
                </a:lnTo>
                <a:lnTo>
                  <a:pt x="774026" y="43349"/>
                </a:lnTo>
                <a:lnTo>
                  <a:pt x="773860" y="42941"/>
                </a:lnTo>
                <a:lnTo>
                  <a:pt x="773581" y="42354"/>
                </a:lnTo>
                <a:lnTo>
                  <a:pt x="773281" y="41788"/>
                </a:lnTo>
                <a:lnTo>
                  <a:pt x="772959" y="41243"/>
                </a:lnTo>
                <a:lnTo>
                  <a:pt x="772615" y="40719"/>
                </a:lnTo>
                <a:lnTo>
                  <a:pt x="772249" y="40217"/>
                </a:lnTo>
                <a:lnTo>
                  <a:pt x="771861" y="39737"/>
                </a:lnTo>
                <a:lnTo>
                  <a:pt x="771452" y="39277"/>
                </a:lnTo>
                <a:lnTo>
                  <a:pt x="771021" y="38839"/>
                </a:lnTo>
                <a:lnTo>
                  <a:pt x="770567" y="38423"/>
                </a:lnTo>
                <a:lnTo>
                  <a:pt x="770092" y="38028"/>
                </a:lnTo>
                <a:lnTo>
                  <a:pt x="769596" y="37654"/>
                </a:lnTo>
                <a:lnTo>
                  <a:pt x="769077" y="37301"/>
                </a:lnTo>
                <a:lnTo>
                  <a:pt x="768545" y="36974"/>
                </a:lnTo>
                <a:lnTo>
                  <a:pt x="768010" y="36675"/>
                </a:lnTo>
                <a:lnTo>
                  <a:pt x="767470" y="36404"/>
                </a:lnTo>
                <a:lnTo>
                  <a:pt x="766926" y="36162"/>
                </a:lnTo>
                <a:lnTo>
                  <a:pt x="766379" y="35948"/>
                </a:lnTo>
                <a:lnTo>
                  <a:pt x="765827" y="35763"/>
                </a:lnTo>
                <a:lnTo>
                  <a:pt x="765271" y="35606"/>
                </a:lnTo>
                <a:lnTo>
                  <a:pt x="764712" y="35478"/>
                </a:lnTo>
                <a:lnTo>
                  <a:pt x="764148" y="35379"/>
                </a:lnTo>
                <a:lnTo>
                  <a:pt x="763580" y="35307"/>
                </a:lnTo>
                <a:lnTo>
                  <a:pt x="763008" y="35265"/>
                </a:lnTo>
                <a:lnTo>
                  <a:pt x="762433" y="35250"/>
                </a:lnTo>
                <a:lnTo>
                  <a:pt x="761552" y="35279"/>
                </a:lnTo>
                <a:lnTo>
                  <a:pt x="760688" y="35365"/>
                </a:lnTo>
                <a:lnTo>
                  <a:pt x="759839" y="35509"/>
                </a:lnTo>
                <a:lnTo>
                  <a:pt x="759005" y="35710"/>
                </a:lnTo>
                <a:lnTo>
                  <a:pt x="758187" y="35968"/>
                </a:lnTo>
                <a:lnTo>
                  <a:pt x="757385" y="36284"/>
                </a:lnTo>
                <a:lnTo>
                  <a:pt x="756598" y="36657"/>
                </a:lnTo>
                <a:lnTo>
                  <a:pt x="755827" y="37088"/>
                </a:lnTo>
                <a:lnTo>
                  <a:pt x="755072" y="37576"/>
                </a:lnTo>
                <a:lnTo>
                  <a:pt x="754332" y="38121"/>
                </a:lnTo>
                <a:lnTo>
                  <a:pt x="753608" y="38724"/>
                </a:lnTo>
                <a:lnTo>
                  <a:pt x="752899" y="39384"/>
                </a:lnTo>
                <a:lnTo>
                  <a:pt x="752223" y="40096"/>
                </a:lnTo>
                <a:lnTo>
                  <a:pt x="751595" y="40852"/>
                </a:lnTo>
                <a:lnTo>
                  <a:pt x="751016" y="41653"/>
                </a:lnTo>
                <a:lnTo>
                  <a:pt x="750485" y="42500"/>
                </a:lnTo>
                <a:lnTo>
                  <a:pt x="750003" y="43391"/>
                </a:lnTo>
                <a:lnTo>
                  <a:pt x="749569" y="44327"/>
                </a:lnTo>
                <a:lnTo>
                  <a:pt x="749184" y="45308"/>
                </a:lnTo>
                <a:lnTo>
                  <a:pt x="748848" y="46335"/>
                </a:lnTo>
                <a:lnTo>
                  <a:pt x="748560" y="47406"/>
                </a:lnTo>
                <a:lnTo>
                  <a:pt x="748321" y="48522"/>
                </a:lnTo>
                <a:lnTo>
                  <a:pt x="748130" y="49683"/>
                </a:lnTo>
                <a:lnTo>
                  <a:pt x="747988" y="50889"/>
                </a:lnTo>
                <a:close/>
                <a:moveTo>
                  <a:pt x="813734" y="30764"/>
                </a:moveTo>
                <a:lnTo>
                  <a:pt x="813734" y="43967"/>
                </a:lnTo>
                <a:lnTo>
                  <a:pt x="814967" y="41858"/>
                </a:lnTo>
                <a:lnTo>
                  <a:pt x="816206" y="39933"/>
                </a:lnTo>
                <a:lnTo>
                  <a:pt x="817449" y="38191"/>
                </a:lnTo>
                <a:lnTo>
                  <a:pt x="818699" y="36632"/>
                </a:lnTo>
                <a:lnTo>
                  <a:pt x="819953" y="35257"/>
                </a:lnTo>
                <a:lnTo>
                  <a:pt x="821213" y="34065"/>
                </a:lnTo>
                <a:lnTo>
                  <a:pt x="822478" y="33056"/>
                </a:lnTo>
                <a:lnTo>
                  <a:pt x="823749" y="32231"/>
                </a:lnTo>
                <a:lnTo>
                  <a:pt x="825025" y="31589"/>
                </a:lnTo>
                <a:lnTo>
                  <a:pt x="826306" y="31131"/>
                </a:lnTo>
                <a:lnTo>
                  <a:pt x="827592" y="30856"/>
                </a:lnTo>
                <a:lnTo>
                  <a:pt x="828884" y="30764"/>
                </a:lnTo>
                <a:lnTo>
                  <a:pt x="829464" y="30779"/>
                </a:lnTo>
                <a:lnTo>
                  <a:pt x="830027" y="30824"/>
                </a:lnTo>
                <a:lnTo>
                  <a:pt x="830574" y="30898"/>
                </a:lnTo>
                <a:lnTo>
                  <a:pt x="831103" y="31002"/>
                </a:lnTo>
                <a:lnTo>
                  <a:pt x="831615" y="31137"/>
                </a:lnTo>
                <a:lnTo>
                  <a:pt x="832110" y="31301"/>
                </a:lnTo>
                <a:lnTo>
                  <a:pt x="832589" y="31495"/>
                </a:lnTo>
                <a:lnTo>
                  <a:pt x="833050" y="31718"/>
                </a:lnTo>
                <a:lnTo>
                  <a:pt x="833495" y="31972"/>
                </a:lnTo>
                <a:lnTo>
                  <a:pt x="833922" y="32255"/>
                </a:lnTo>
                <a:lnTo>
                  <a:pt x="834333" y="32568"/>
                </a:lnTo>
                <a:lnTo>
                  <a:pt x="834726" y="32911"/>
                </a:lnTo>
                <a:lnTo>
                  <a:pt x="835095" y="33274"/>
                </a:lnTo>
                <a:lnTo>
                  <a:pt x="835432" y="33645"/>
                </a:lnTo>
                <a:lnTo>
                  <a:pt x="835737" y="34027"/>
                </a:lnTo>
                <a:lnTo>
                  <a:pt x="836010" y="34417"/>
                </a:lnTo>
                <a:lnTo>
                  <a:pt x="836251" y="34817"/>
                </a:lnTo>
                <a:lnTo>
                  <a:pt x="836460" y="35226"/>
                </a:lnTo>
                <a:lnTo>
                  <a:pt x="836636" y="35645"/>
                </a:lnTo>
                <a:lnTo>
                  <a:pt x="836781" y="36073"/>
                </a:lnTo>
                <a:lnTo>
                  <a:pt x="836893" y="36510"/>
                </a:lnTo>
                <a:lnTo>
                  <a:pt x="836973" y="36957"/>
                </a:lnTo>
                <a:lnTo>
                  <a:pt x="837021" y="37413"/>
                </a:lnTo>
                <a:lnTo>
                  <a:pt x="837037" y="37878"/>
                </a:lnTo>
                <a:lnTo>
                  <a:pt x="837026" y="38289"/>
                </a:lnTo>
                <a:lnTo>
                  <a:pt x="836991" y="38690"/>
                </a:lnTo>
                <a:lnTo>
                  <a:pt x="836933" y="39080"/>
                </a:lnTo>
                <a:lnTo>
                  <a:pt x="836852" y="39459"/>
                </a:lnTo>
                <a:lnTo>
                  <a:pt x="836748" y="39828"/>
                </a:lnTo>
                <a:lnTo>
                  <a:pt x="836620" y="40185"/>
                </a:lnTo>
                <a:lnTo>
                  <a:pt x="836469" y="40533"/>
                </a:lnTo>
                <a:lnTo>
                  <a:pt x="836296" y="40869"/>
                </a:lnTo>
                <a:lnTo>
                  <a:pt x="836099" y="41195"/>
                </a:lnTo>
                <a:lnTo>
                  <a:pt x="835878" y="41510"/>
                </a:lnTo>
                <a:lnTo>
                  <a:pt x="835635" y="41814"/>
                </a:lnTo>
                <a:lnTo>
                  <a:pt x="835368" y="42108"/>
                </a:lnTo>
                <a:lnTo>
                  <a:pt x="835086" y="42385"/>
                </a:lnTo>
                <a:lnTo>
                  <a:pt x="834794" y="42637"/>
                </a:lnTo>
                <a:lnTo>
                  <a:pt x="834494" y="42865"/>
                </a:lnTo>
                <a:lnTo>
                  <a:pt x="834184" y="43069"/>
                </a:lnTo>
                <a:lnTo>
                  <a:pt x="833866" y="43250"/>
                </a:lnTo>
                <a:lnTo>
                  <a:pt x="833539" y="43406"/>
                </a:lnTo>
                <a:lnTo>
                  <a:pt x="833203" y="43538"/>
                </a:lnTo>
                <a:lnTo>
                  <a:pt x="832858" y="43646"/>
                </a:lnTo>
                <a:lnTo>
                  <a:pt x="832504" y="43730"/>
                </a:lnTo>
                <a:lnTo>
                  <a:pt x="832141" y="43791"/>
                </a:lnTo>
                <a:lnTo>
                  <a:pt x="831769" y="43827"/>
                </a:lnTo>
                <a:lnTo>
                  <a:pt x="831388" y="43839"/>
                </a:lnTo>
                <a:lnTo>
                  <a:pt x="831010" y="43823"/>
                </a:lnTo>
                <a:lnTo>
                  <a:pt x="830624" y="43777"/>
                </a:lnTo>
                <a:lnTo>
                  <a:pt x="830231" y="43700"/>
                </a:lnTo>
                <a:lnTo>
                  <a:pt x="829830" y="43593"/>
                </a:lnTo>
                <a:lnTo>
                  <a:pt x="829421" y="43455"/>
                </a:lnTo>
                <a:lnTo>
                  <a:pt x="829005" y="43286"/>
                </a:lnTo>
                <a:lnTo>
                  <a:pt x="828581" y="43086"/>
                </a:lnTo>
                <a:lnTo>
                  <a:pt x="828150" y="42856"/>
                </a:lnTo>
                <a:lnTo>
                  <a:pt x="827711" y="42595"/>
                </a:lnTo>
                <a:lnTo>
                  <a:pt x="827264" y="42303"/>
                </a:lnTo>
                <a:lnTo>
                  <a:pt x="826810" y="41981"/>
                </a:lnTo>
                <a:lnTo>
                  <a:pt x="826349" y="41627"/>
                </a:lnTo>
                <a:lnTo>
                  <a:pt x="825893" y="41274"/>
                </a:lnTo>
                <a:lnTo>
                  <a:pt x="825458" y="40952"/>
                </a:lnTo>
                <a:lnTo>
                  <a:pt x="825043" y="40660"/>
                </a:lnTo>
                <a:lnTo>
                  <a:pt x="824647" y="40399"/>
                </a:lnTo>
                <a:lnTo>
                  <a:pt x="824272" y="40169"/>
                </a:lnTo>
                <a:lnTo>
                  <a:pt x="823917" y="39969"/>
                </a:lnTo>
                <a:lnTo>
                  <a:pt x="823582" y="39800"/>
                </a:lnTo>
                <a:lnTo>
                  <a:pt x="823267" y="39662"/>
                </a:lnTo>
                <a:lnTo>
                  <a:pt x="822972" y="39554"/>
                </a:lnTo>
                <a:lnTo>
                  <a:pt x="822697" y="39478"/>
                </a:lnTo>
                <a:lnTo>
                  <a:pt x="822443" y="39432"/>
                </a:lnTo>
                <a:lnTo>
                  <a:pt x="822208" y="39416"/>
                </a:lnTo>
                <a:lnTo>
                  <a:pt x="822014" y="39425"/>
                </a:lnTo>
                <a:lnTo>
                  <a:pt x="821817" y="39452"/>
                </a:lnTo>
                <a:lnTo>
                  <a:pt x="821618" y="39496"/>
                </a:lnTo>
                <a:lnTo>
                  <a:pt x="821416" y="39558"/>
                </a:lnTo>
                <a:lnTo>
                  <a:pt x="821212" y="39638"/>
                </a:lnTo>
                <a:lnTo>
                  <a:pt x="821004" y="39736"/>
                </a:lnTo>
                <a:lnTo>
                  <a:pt x="820794" y="39851"/>
                </a:lnTo>
                <a:lnTo>
                  <a:pt x="820582" y="39984"/>
                </a:lnTo>
                <a:lnTo>
                  <a:pt x="820366" y="40135"/>
                </a:lnTo>
                <a:lnTo>
                  <a:pt x="820148" y="40304"/>
                </a:lnTo>
                <a:lnTo>
                  <a:pt x="819928" y="40490"/>
                </a:lnTo>
                <a:lnTo>
                  <a:pt x="819704" y="40694"/>
                </a:lnTo>
                <a:lnTo>
                  <a:pt x="819222" y="41155"/>
                </a:lnTo>
                <a:lnTo>
                  <a:pt x="818736" y="41662"/>
                </a:lnTo>
                <a:lnTo>
                  <a:pt x="818248" y="42217"/>
                </a:lnTo>
                <a:lnTo>
                  <a:pt x="817757" y="42818"/>
                </a:lnTo>
                <a:lnTo>
                  <a:pt x="817264" y="43467"/>
                </a:lnTo>
                <a:lnTo>
                  <a:pt x="816767" y="44163"/>
                </a:lnTo>
                <a:lnTo>
                  <a:pt x="816268" y="44905"/>
                </a:lnTo>
                <a:lnTo>
                  <a:pt x="815767" y="45695"/>
                </a:lnTo>
                <a:lnTo>
                  <a:pt x="815263" y="46532"/>
                </a:lnTo>
                <a:lnTo>
                  <a:pt x="814756" y="47416"/>
                </a:lnTo>
                <a:lnTo>
                  <a:pt x="814246" y="48347"/>
                </a:lnTo>
                <a:lnTo>
                  <a:pt x="813734" y="49324"/>
                </a:lnTo>
                <a:lnTo>
                  <a:pt x="813734" y="77388"/>
                </a:lnTo>
                <a:lnTo>
                  <a:pt x="813743" y="78182"/>
                </a:lnTo>
                <a:lnTo>
                  <a:pt x="813768" y="78942"/>
                </a:lnTo>
                <a:lnTo>
                  <a:pt x="813810" y="79669"/>
                </a:lnTo>
                <a:lnTo>
                  <a:pt x="813870" y="80364"/>
                </a:lnTo>
                <a:lnTo>
                  <a:pt x="813946" y="81026"/>
                </a:lnTo>
                <a:lnTo>
                  <a:pt x="814039" y="81655"/>
                </a:lnTo>
                <a:lnTo>
                  <a:pt x="814149" y="82251"/>
                </a:lnTo>
                <a:lnTo>
                  <a:pt x="814276" y="82814"/>
                </a:lnTo>
                <a:lnTo>
                  <a:pt x="814420" y="83344"/>
                </a:lnTo>
                <a:lnTo>
                  <a:pt x="814581" y="83842"/>
                </a:lnTo>
                <a:lnTo>
                  <a:pt x="814759" y="84307"/>
                </a:lnTo>
                <a:lnTo>
                  <a:pt x="814954" y="84739"/>
                </a:lnTo>
                <a:lnTo>
                  <a:pt x="815102" y="85023"/>
                </a:lnTo>
                <a:lnTo>
                  <a:pt x="815268" y="85299"/>
                </a:lnTo>
                <a:lnTo>
                  <a:pt x="815451" y="85566"/>
                </a:lnTo>
                <a:lnTo>
                  <a:pt x="815653" y="85826"/>
                </a:lnTo>
                <a:lnTo>
                  <a:pt x="815872" y="86078"/>
                </a:lnTo>
                <a:lnTo>
                  <a:pt x="816109" y="86322"/>
                </a:lnTo>
                <a:lnTo>
                  <a:pt x="816364" y="86558"/>
                </a:lnTo>
                <a:lnTo>
                  <a:pt x="816637" y="86785"/>
                </a:lnTo>
                <a:lnTo>
                  <a:pt x="816928" y="87005"/>
                </a:lnTo>
                <a:lnTo>
                  <a:pt x="817236" y="87217"/>
                </a:lnTo>
                <a:lnTo>
                  <a:pt x="817563" y="87421"/>
                </a:lnTo>
                <a:lnTo>
                  <a:pt x="817907" y="87617"/>
                </a:lnTo>
                <a:lnTo>
                  <a:pt x="818273" y="87801"/>
                </a:lnTo>
                <a:lnTo>
                  <a:pt x="818665" y="87968"/>
                </a:lnTo>
                <a:lnTo>
                  <a:pt x="819082" y="88120"/>
                </a:lnTo>
                <a:lnTo>
                  <a:pt x="819526" y="88256"/>
                </a:lnTo>
                <a:lnTo>
                  <a:pt x="819995" y="88376"/>
                </a:lnTo>
                <a:lnTo>
                  <a:pt x="820491" y="88479"/>
                </a:lnTo>
                <a:lnTo>
                  <a:pt x="821012" y="88567"/>
                </a:lnTo>
                <a:lnTo>
                  <a:pt x="821559" y="88639"/>
                </a:lnTo>
                <a:lnTo>
                  <a:pt x="822132" y="88695"/>
                </a:lnTo>
                <a:lnTo>
                  <a:pt x="822730" y="88735"/>
                </a:lnTo>
                <a:lnTo>
                  <a:pt x="823355" y="88759"/>
                </a:lnTo>
                <a:lnTo>
                  <a:pt x="824006" y="88767"/>
                </a:lnTo>
                <a:lnTo>
                  <a:pt x="824006" y="91138"/>
                </a:lnTo>
                <a:lnTo>
                  <a:pt x="793897" y="91138"/>
                </a:lnTo>
                <a:lnTo>
                  <a:pt x="793897" y="88767"/>
                </a:lnTo>
                <a:lnTo>
                  <a:pt x="794630" y="88757"/>
                </a:lnTo>
                <a:lnTo>
                  <a:pt x="795331" y="88728"/>
                </a:lnTo>
                <a:lnTo>
                  <a:pt x="796000" y="88679"/>
                </a:lnTo>
                <a:lnTo>
                  <a:pt x="796636" y="88611"/>
                </a:lnTo>
                <a:lnTo>
                  <a:pt x="797241" y="88523"/>
                </a:lnTo>
                <a:lnTo>
                  <a:pt x="797813" y="88415"/>
                </a:lnTo>
                <a:lnTo>
                  <a:pt x="798354" y="88288"/>
                </a:lnTo>
                <a:lnTo>
                  <a:pt x="798862" y="88142"/>
                </a:lnTo>
                <a:lnTo>
                  <a:pt x="799338" y="87976"/>
                </a:lnTo>
                <a:lnTo>
                  <a:pt x="799782" y="87790"/>
                </a:lnTo>
                <a:lnTo>
                  <a:pt x="800194" y="87585"/>
                </a:lnTo>
                <a:lnTo>
                  <a:pt x="800574" y="87361"/>
                </a:lnTo>
                <a:lnTo>
                  <a:pt x="800835" y="87182"/>
                </a:lnTo>
                <a:lnTo>
                  <a:pt x="801082" y="86986"/>
                </a:lnTo>
                <a:lnTo>
                  <a:pt x="801316" y="86773"/>
                </a:lnTo>
                <a:lnTo>
                  <a:pt x="801537" y="86543"/>
                </a:lnTo>
                <a:lnTo>
                  <a:pt x="801744" y="86297"/>
                </a:lnTo>
                <a:lnTo>
                  <a:pt x="801938" y="86033"/>
                </a:lnTo>
                <a:lnTo>
                  <a:pt x="802118" y="85753"/>
                </a:lnTo>
                <a:lnTo>
                  <a:pt x="802286" y="85456"/>
                </a:lnTo>
                <a:lnTo>
                  <a:pt x="802439" y="85142"/>
                </a:lnTo>
                <a:lnTo>
                  <a:pt x="802580" y="84811"/>
                </a:lnTo>
                <a:lnTo>
                  <a:pt x="802707" y="84463"/>
                </a:lnTo>
                <a:lnTo>
                  <a:pt x="802821" y="84098"/>
                </a:lnTo>
                <a:lnTo>
                  <a:pt x="802872" y="83889"/>
                </a:lnTo>
                <a:lnTo>
                  <a:pt x="802919" y="83624"/>
                </a:lnTo>
                <a:lnTo>
                  <a:pt x="802961" y="83303"/>
                </a:lnTo>
                <a:lnTo>
                  <a:pt x="802999" y="82926"/>
                </a:lnTo>
                <a:lnTo>
                  <a:pt x="803032" y="82493"/>
                </a:lnTo>
                <a:lnTo>
                  <a:pt x="803061" y="82004"/>
                </a:lnTo>
                <a:lnTo>
                  <a:pt x="803086" y="81459"/>
                </a:lnTo>
                <a:lnTo>
                  <a:pt x="803106" y="80858"/>
                </a:lnTo>
                <a:lnTo>
                  <a:pt x="803122" y="80201"/>
                </a:lnTo>
                <a:lnTo>
                  <a:pt x="803133" y="79488"/>
                </a:lnTo>
                <a:lnTo>
                  <a:pt x="803139" y="78720"/>
                </a:lnTo>
                <a:lnTo>
                  <a:pt x="803142" y="77895"/>
                </a:lnTo>
                <a:lnTo>
                  <a:pt x="803142" y="55193"/>
                </a:lnTo>
                <a:lnTo>
                  <a:pt x="803139" y="53545"/>
                </a:lnTo>
                <a:lnTo>
                  <a:pt x="803130" y="52012"/>
                </a:lnTo>
                <a:lnTo>
                  <a:pt x="803116" y="50594"/>
                </a:lnTo>
                <a:lnTo>
                  <a:pt x="803095" y="49291"/>
                </a:lnTo>
                <a:lnTo>
                  <a:pt x="803069" y="48104"/>
                </a:lnTo>
                <a:lnTo>
                  <a:pt x="803037" y="47031"/>
                </a:lnTo>
                <a:lnTo>
                  <a:pt x="803000" y="46074"/>
                </a:lnTo>
                <a:lnTo>
                  <a:pt x="802956" y="45231"/>
                </a:lnTo>
                <a:lnTo>
                  <a:pt x="802907" y="44504"/>
                </a:lnTo>
                <a:lnTo>
                  <a:pt x="802852" y="43891"/>
                </a:lnTo>
                <a:lnTo>
                  <a:pt x="802791" y="43394"/>
                </a:lnTo>
                <a:lnTo>
                  <a:pt x="802724" y="43011"/>
                </a:lnTo>
                <a:lnTo>
                  <a:pt x="802650" y="42694"/>
                </a:lnTo>
                <a:lnTo>
                  <a:pt x="802566" y="42390"/>
                </a:lnTo>
                <a:lnTo>
                  <a:pt x="802472" y="42102"/>
                </a:lnTo>
                <a:lnTo>
                  <a:pt x="802368" y="41828"/>
                </a:lnTo>
                <a:lnTo>
                  <a:pt x="802254" y="41569"/>
                </a:lnTo>
                <a:lnTo>
                  <a:pt x="802131" y="41324"/>
                </a:lnTo>
                <a:lnTo>
                  <a:pt x="801997" y="41095"/>
                </a:lnTo>
                <a:lnTo>
                  <a:pt x="801854" y="40879"/>
                </a:lnTo>
                <a:lnTo>
                  <a:pt x="801701" y="40679"/>
                </a:lnTo>
                <a:lnTo>
                  <a:pt x="801538" y="40493"/>
                </a:lnTo>
                <a:lnTo>
                  <a:pt x="801366" y="40322"/>
                </a:lnTo>
                <a:lnTo>
                  <a:pt x="801184" y="40165"/>
                </a:lnTo>
                <a:lnTo>
                  <a:pt x="800993" y="40022"/>
                </a:lnTo>
                <a:lnTo>
                  <a:pt x="800794" y="39892"/>
                </a:lnTo>
                <a:lnTo>
                  <a:pt x="800588" y="39774"/>
                </a:lnTo>
                <a:lnTo>
                  <a:pt x="800374" y="39668"/>
                </a:lnTo>
                <a:lnTo>
                  <a:pt x="800153" y="39575"/>
                </a:lnTo>
                <a:lnTo>
                  <a:pt x="799924" y="39494"/>
                </a:lnTo>
                <a:lnTo>
                  <a:pt x="799687" y="39425"/>
                </a:lnTo>
                <a:lnTo>
                  <a:pt x="799443" y="39370"/>
                </a:lnTo>
                <a:lnTo>
                  <a:pt x="799192" y="39326"/>
                </a:lnTo>
                <a:lnTo>
                  <a:pt x="798932" y="39295"/>
                </a:lnTo>
                <a:lnTo>
                  <a:pt x="798665" y="39276"/>
                </a:lnTo>
                <a:lnTo>
                  <a:pt x="798391" y="39270"/>
                </a:lnTo>
                <a:lnTo>
                  <a:pt x="798056" y="39277"/>
                </a:lnTo>
                <a:lnTo>
                  <a:pt x="797713" y="39297"/>
                </a:lnTo>
                <a:lnTo>
                  <a:pt x="797364" y="39330"/>
                </a:lnTo>
                <a:lnTo>
                  <a:pt x="797007" y="39377"/>
                </a:lnTo>
                <a:lnTo>
                  <a:pt x="796643" y="39437"/>
                </a:lnTo>
                <a:lnTo>
                  <a:pt x="796273" y="39510"/>
                </a:lnTo>
                <a:lnTo>
                  <a:pt x="795895" y="39597"/>
                </a:lnTo>
                <a:lnTo>
                  <a:pt x="795509" y="39696"/>
                </a:lnTo>
                <a:lnTo>
                  <a:pt x="795117" y="39810"/>
                </a:lnTo>
                <a:lnTo>
                  <a:pt x="794718" y="39936"/>
                </a:lnTo>
                <a:lnTo>
                  <a:pt x="794311" y="40076"/>
                </a:lnTo>
                <a:lnTo>
                  <a:pt x="793897" y="40229"/>
                </a:lnTo>
                <a:lnTo>
                  <a:pt x="793255" y="37926"/>
                </a:lnTo>
                <a:lnTo>
                  <a:pt x="811038" y="30764"/>
                </a:lnTo>
                <a:lnTo>
                  <a:pt x="813734" y="30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0" name="Original vector context 79">
            <a:extLst xmlns:a="http://schemas.openxmlformats.org/drawingml/2006/main">
              <a:ext uri="{FF2B5EF4-FFF2-40B4-BE49-F238E27FC236}">
                <a16:creationId xmlns:a16="http://schemas.microsoft.com/office/drawing/2014/main" id="{ACD1FDF6-D26B-487E-8ED4-7834D09E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98" y="11257860"/>
            <a:ext cx="632603" cy="114980"/>
          </a:xfrm>
          <a:custGeom xmlns:a="http://schemas.openxmlformats.org/drawingml/2006/main">
            <a:pathLst>
              <a:path w="632603" h="114980">
                <a:moveTo>
                  <a:pt x="28247" y="114980"/>
                </a:moveTo>
                <a:lnTo>
                  <a:pt x="0" y="114980"/>
                </a:lnTo>
                <a:lnTo>
                  <a:pt x="0" y="0"/>
                </a:lnTo>
                <a:lnTo>
                  <a:pt x="28247" y="0"/>
                </a:lnTo>
                <a:lnTo>
                  <a:pt x="28247" y="5063"/>
                </a:lnTo>
                <a:lnTo>
                  <a:pt x="9629" y="5063"/>
                </a:lnTo>
                <a:lnTo>
                  <a:pt x="9629" y="110045"/>
                </a:lnTo>
                <a:lnTo>
                  <a:pt x="28247" y="110045"/>
                </a:lnTo>
                <a:lnTo>
                  <a:pt x="28247" y="114980"/>
                </a:lnTo>
                <a:close/>
                <a:moveTo>
                  <a:pt x="37790" y="46018"/>
                </a:moveTo>
                <a:lnTo>
                  <a:pt x="37822" y="43568"/>
                </a:lnTo>
                <a:lnTo>
                  <a:pt x="37915" y="41176"/>
                </a:lnTo>
                <a:lnTo>
                  <a:pt x="38071" y="38841"/>
                </a:lnTo>
                <a:lnTo>
                  <a:pt x="38290" y="36564"/>
                </a:lnTo>
                <a:lnTo>
                  <a:pt x="38571" y="34344"/>
                </a:lnTo>
                <a:lnTo>
                  <a:pt x="38914" y="32182"/>
                </a:lnTo>
                <a:lnTo>
                  <a:pt x="39320" y="30077"/>
                </a:lnTo>
                <a:lnTo>
                  <a:pt x="39788" y="28029"/>
                </a:lnTo>
                <a:lnTo>
                  <a:pt x="40318" y="26039"/>
                </a:lnTo>
                <a:lnTo>
                  <a:pt x="40911" y="24106"/>
                </a:lnTo>
                <a:lnTo>
                  <a:pt x="41566" y="22231"/>
                </a:lnTo>
                <a:lnTo>
                  <a:pt x="42284" y="20413"/>
                </a:lnTo>
                <a:lnTo>
                  <a:pt x="43054" y="18662"/>
                </a:lnTo>
                <a:lnTo>
                  <a:pt x="43864" y="16987"/>
                </a:lnTo>
                <a:lnTo>
                  <a:pt x="44716" y="15388"/>
                </a:lnTo>
                <a:lnTo>
                  <a:pt x="45608" y="13865"/>
                </a:lnTo>
                <a:lnTo>
                  <a:pt x="46542" y="12418"/>
                </a:lnTo>
                <a:lnTo>
                  <a:pt x="47516" y="11048"/>
                </a:lnTo>
                <a:lnTo>
                  <a:pt x="48532" y="9753"/>
                </a:lnTo>
                <a:lnTo>
                  <a:pt x="49588" y="8535"/>
                </a:lnTo>
                <a:lnTo>
                  <a:pt x="50686" y="7393"/>
                </a:lnTo>
                <a:lnTo>
                  <a:pt x="51824" y="6326"/>
                </a:lnTo>
                <a:lnTo>
                  <a:pt x="53004" y="5336"/>
                </a:lnTo>
                <a:lnTo>
                  <a:pt x="54225" y="4422"/>
                </a:lnTo>
                <a:lnTo>
                  <a:pt x="55190" y="3757"/>
                </a:lnTo>
                <a:lnTo>
                  <a:pt x="56161" y="3149"/>
                </a:lnTo>
                <a:lnTo>
                  <a:pt x="57138" y="2600"/>
                </a:lnTo>
                <a:lnTo>
                  <a:pt x="58119" y="2108"/>
                </a:lnTo>
                <a:lnTo>
                  <a:pt x="59106" y="1674"/>
                </a:lnTo>
                <a:lnTo>
                  <a:pt x="60099" y="1298"/>
                </a:lnTo>
                <a:lnTo>
                  <a:pt x="61096" y="980"/>
                </a:lnTo>
                <a:lnTo>
                  <a:pt x="62100" y="719"/>
                </a:lnTo>
                <a:lnTo>
                  <a:pt x="63108" y="517"/>
                </a:lnTo>
                <a:lnTo>
                  <a:pt x="64122" y="372"/>
                </a:lnTo>
                <a:lnTo>
                  <a:pt x="65141" y="285"/>
                </a:lnTo>
                <a:lnTo>
                  <a:pt x="66165" y="256"/>
                </a:lnTo>
                <a:lnTo>
                  <a:pt x="67820" y="327"/>
                </a:lnTo>
                <a:lnTo>
                  <a:pt x="69446" y="539"/>
                </a:lnTo>
                <a:lnTo>
                  <a:pt x="71044" y="893"/>
                </a:lnTo>
                <a:lnTo>
                  <a:pt x="72613" y="1389"/>
                </a:lnTo>
                <a:lnTo>
                  <a:pt x="74154" y="2026"/>
                </a:lnTo>
                <a:lnTo>
                  <a:pt x="75666" y="2804"/>
                </a:lnTo>
                <a:lnTo>
                  <a:pt x="77150" y="3724"/>
                </a:lnTo>
                <a:lnTo>
                  <a:pt x="78605" y="4785"/>
                </a:lnTo>
                <a:lnTo>
                  <a:pt x="80032" y="5989"/>
                </a:lnTo>
                <a:lnTo>
                  <a:pt x="81430" y="7333"/>
                </a:lnTo>
                <a:lnTo>
                  <a:pt x="82799" y="8819"/>
                </a:lnTo>
                <a:lnTo>
                  <a:pt x="84140" y="10447"/>
                </a:lnTo>
                <a:lnTo>
                  <a:pt x="85730" y="12614"/>
                </a:lnTo>
                <a:lnTo>
                  <a:pt x="87181" y="14905"/>
                </a:lnTo>
                <a:lnTo>
                  <a:pt x="88494" y="17321"/>
                </a:lnTo>
                <a:lnTo>
                  <a:pt x="89668" y="19861"/>
                </a:lnTo>
                <a:lnTo>
                  <a:pt x="90705" y="22526"/>
                </a:lnTo>
                <a:lnTo>
                  <a:pt x="91603" y="25316"/>
                </a:lnTo>
                <a:lnTo>
                  <a:pt x="92363" y="28231"/>
                </a:lnTo>
                <a:lnTo>
                  <a:pt x="92985" y="31270"/>
                </a:lnTo>
                <a:lnTo>
                  <a:pt x="93469" y="34433"/>
                </a:lnTo>
                <a:lnTo>
                  <a:pt x="93814" y="37721"/>
                </a:lnTo>
                <a:lnTo>
                  <a:pt x="94022" y="41134"/>
                </a:lnTo>
                <a:lnTo>
                  <a:pt x="94091" y="44672"/>
                </a:lnTo>
                <a:lnTo>
                  <a:pt x="94060" y="47161"/>
                </a:lnTo>
                <a:lnTo>
                  <a:pt x="93970" y="49587"/>
                </a:lnTo>
                <a:lnTo>
                  <a:pt x="93818" y="51950"/>
                </a:lnTo>
                <a:lnTo>
                  <a:pt x="93606" y="54250"/>
                </a:lnTo>
                <a:lnTo>
                  <a:pt x="93333" y="56486"/>
                </a:lnTo>
                <a:lnTo>
                  <a:pt x="92999" y="58660"/>
                </a:lnTo>
                <a:lnTo>
                  <a:pt x="92605" y="60770"/>
                </a:lnTo>
                <a:lnTo>
                  <a:pt x="92151" y="62817"/>
                </a:lnTo>
                <a:lnTo>
                  <a:pt x="91635" y="64801"/>
                </a:lnTo>
                <a:lnTo>
                  <a:pt x="91059" y="66721"/>
                </a:lnTo>
                <a:lnTo>
                  <a:pt x="90423" y="68578"/>
                </a:lnTo>
                <a:lnTo>
                  <a:pt x="89725" y="70372"/>
                </a:lnTo>
                <a:lnTo>
                  <a:pt x="88981" y="72095"/>
                </a:lnTo>
                <a:lnTo>
                  <a:pt x="88203" y="73736"/>
                </a:lnTo>
                <a:lnTo>
                  <a:pt x="87392" y="75298"/>
                </a:lnTo>
                <a:lnTo>
                  <a:pt x="86548" y="76778"/>
                </a:lnTo>
                <a:lnTo>
                  <a:pt x="85670" y="78178"/>
                </a:lnTo>
                <a:lnTo>
                  <a:pt x="84758" y="79497"/>
                </a:lnTo>
                <a:lnTo>
                  <a:pt x="83813" y="80736"/>
                </a:lnTo>
                <a:lnTo>
                  <a:pt x="82835" y="81895"/>
                </a:lnTo>
                <a:lnTo>
                  <a:pt x="81823" y="82972"/>
                </a:lnTo>
                <a:lnTo>
                  <a:pt x="80778" y="83970"/>
                </a:lnTo>
                <a:lnTo>
                  <a:pt x="79699" y="84886"/>
                </a:lnTo>
                <a:lnTo>
                  <a:pt x="78587" y="85722"/>
                </a:lnTo>
                <a:lnTo>
                  <a:pt x="77462" y="86485"/>
                </a:lnTo>
                <a:lnTo>
                  <a:pt x="76343" y="87181"/>
                </a:lnTo>
                <a:lnTo>
                  <a:pt x="75231" y="87811"/>
                </a:lnTo>
                <a:lnTo>
                  <a:pt x="74126" y="88375"/>
                </a:lnTo>
                <a:lnTo>
                  <a:pt x="73027" y="88872"/>
                </a:lnTo>
                <a:lnTo>
                  <a:pt x="71935" y="89303"/>
                </a:lnTo>
                <a:lnTo>
                  <a:pt x="70850" y="89668"/>
                </a:lnTo>
                <a:lnTo>
                  <a:pt x="69771" y="89967"/>
                </a:lnTo>
                <a:lnTo>
                  <a:pt x="68699" y="90199"/>
                </a:lnTo>
                <a:lnTo>
                  <a:pt x="67634" y="90365"/>
                </a:lnTo>
                <a:lnTo>
                  <a:pt x="66575" y="90464"/>
                </a:lnTo>
                <a:lnTo>
                  <a:pt x="65523" y="90497"/>
                </a:lnTo>
                <a:lnTo>
                  <a:pt x="63477" y="90395"/>
                </a:lnTo>
                <a:lnTo>
                  <a:pt x="61488" y="90090"/>
                </a:lnTo>
                <a:lnTo>
                  <a:pt x="59557" y="89580"/>
                </a:lnTo>
                <a:lnTo>
                  <a:pt x="57684" y="88866"/>
                </a:lnTo>
                <a:lnTo>
                  <a:pt x="55869" y="87949"/>
                </a:lnTo>
                <a:lnTo>
                  <a:pt x="54112" y="86828"/>
                </a:lnTo>
                <a:lnTo>
                  <a:pt x="52413" y="85503"/>
                </a:lnTo>
                <a:lnTo>
                  <a:pt x="50772" y="83974"/>
                </a:lnTo>
                <a:lnTo>
                  <a:pt x="49189" y="82241"/>
                </a:lnTo>
                <a:lnTo>
                  <a:pt x="47664" y="80305"/>
                </a:lnTo>
                <a:lnTo>
                  <a:pt x="46197" y="78164"/>
                </a:lnTo>
                <a:lnTo>
                  <a:pt x="44788" y="75820"/>
                </a:lnTo>
                <a:lnTo>
                  <a:pt x="43670" y="73723"/>
                </a:lnTo>
                <a:lnTo>
                  <a:pt x="42650" y="71556"/>
                </a:lnTo>
                <a:lnTo>
                  <a:pt x="41726" y="69319"/>
                </a:lnTo>
                <a:lnTo>
                  <a:pt x="40900" y="67011"/>
                </a:lnTo>
                <a:lnTo>
                  <a:pt x="40171" y="64633"/>
                </a:lnTo>
                <a:lnTo>
                  <a:pt x="39540" y="62185"/>
                </a:lnTo>
                <a:lnTo>
                  <a:pt x="39005" y="59666"/>
                </a:lnTo>
                <a:lnTo>
                  <a:pt x="38568" y="57077"/>
                </a:lnTo>
                <a:lnTo>
                  <a:pt x="38228" y="54418"/>
                </a:lnTo>
                <a:lnTo>
                  <a:pt x="37985" y="51688"/>
                </a:lnTo>
                <a:lnTo>
                  <a:pt x="37839" y="48888"/>
                </a:lnTo>
                <a:lnTo>
                  <a:pt x="37790" y="46018"/>
                </a:lnTo>
                <a:moveTo>
                  <a:pt x="50373" y="47654"/>
                </a:moveTo>
                <a:lnTo>
                  <a:pt x="50404" y="50601"/>
                </a:lnTo>
                <a:lnTo>
                  <a:pt x="50496" y="53457"/>
                </a:lnTo>
                <a:lnTo>
                  <a:pt x="50650" y="56221"/>
                </a:lnTo>
                <a:lnTo>
                  <a:pt x="50865" y="58893"/>
                </a:lnTo>
                <a:lnTo>
                  <a:pt x="51142" y="61473"/>
                </a:lnTo>
                <a:lnTo>
                  <a:pt x="51480" y="63962"/>
                </a:lnTo>
                <a:lnTo>
                  <a:pt x="51880" y="66359"/>
                </a:lnTo>
                <a:lnTo>
                  <a:pt x="52342" y="68664"/>
                </a:lnTo>
                <a:lnTo>
                  <a:pt x="52865" y="70877"/>
                </a:lnTo>
                <a:lnTo>
                  <a:pt x="53449" y="72998"/>
                </a:lnTo>
                <a:lnTo>
                  <a:pt x="54095" y="75028"/>
                </a:lnTo>
                <a:lnTo>
                  <a:pt x="54802" y="76966"/>
                </a:lnTo>
                <a:lnTo>
                  <a:pt x="55437" y="78492"/>
                </a:lnTo>
                <a:lnTo>
                  <a:pt x="56122" y="79886"/>
                </a:lnTo>
                <a:lnTo>
                  <a:pt x="56857" y="81147"/>
                </a:lnTo>
                <a:lnTo>
                  <a:pt x="57641" y="82276"/>
                </a:lnTo>
                <a:lnTo>
                  <a:pt x="58476" y="83271"/>
                </a:lnTo>
                <a:lnTo>
                  <a:pt x="59360" y="84134"/>
                </a:lnTo>
                <a:lnTo>
                  <a:pt x="60295" y="84864"/>
                </a:lnTo>
                <a:lnTo>
                  <a:pt x="61279" y="85462"/>
                </a:lnTo>
                <a:lnTo>
                  <a:pt x="62313" y="85926"/>
                </a:lnTo>
                <a:lnTo>
                  <a:pt x="63398" y="86258"/>
                </a:lnTo>
                <a:lnTo>
                  <a:pt x="64532" y="86457"/>
                </a:lnTo>
                <a:lnTo>
                  <a:pt x="65716" y="86524"/>
                </a:lnTo>
                <a:lnTo>
                  <a:pt x="66295" y="86502"/>
                </a:lnTo>
                <a:lnTo>
                  <a:pt x="66879" y="86437"/>
                </a:lnTo>
                <a:lnTo>
                  <a:pt x="67465" y="86329"/>
                </a:lnTo>
                <a:lnTo>
                  <a:pt x="68056" y="86178"/>
                </a:lnTo>
                <a:lnTo>
                  <a:pt x="68649" y="85984"/>
                </a:lnTo>
                <a:lnTo>
                  <a:pt x="69247" y="85746"/>
                </a:lnTo>
                <a:lnTo>
                  <a:pt x="69848" y="85465"/>
                </a:lnTo>
                <a:lnTo>
                  <a:pt x="70452" y="85141"/>
                </a:lnTo>
                <a:lnTo>
                  <a:pt x="71060" y="84774"/>
                </a:lnTo>
                <a:lnTo>
                  <a:pt x="71672" y="84364"/>
                </a:lnTo>
                <a:lnTo>
                  <a:pt x="72287" y="83910"/>
                </a:lnTo>
                <a:lnTo>
                  <a:pt x="72906" y="83413"/>
                </a:lnTo>
                <a:lnTo>
                  <a:pt x="73514" y="82866"/>
                </a:lnTo>
                <a:lnTo>
                  <a:pt x="74097" y="82260"/>
                </a:lnTo>
                <a:lnTo>
                  <a:pt x="74655" y="81595"/>
                </a:lnTo>
                <a:lnTo>
                  <a:pt x="75188" y="80873"/>
                </a:lnTo>
                <a:lnTo>
                  <a:pt x="75697" y="80092"/>
                </a:lnTo>
                <a:lnTo>
                  <a:pt x="76180" y="79252"/>
                </a:lnTo>
                <a:lnTo>
                  <a:pt x="76638" y="78354"/>
                </a:lnTo>
                <a:lnTo>
                  <a:pt x="77072" y="77398"/>
                </a:lnTo>
                <a:lnTo>
                  <a:pt x="77480" y="76384"/>
                </a:lnTo>
                <a:lnTo>
                  <a:pt x="77863" y="75311"/>
                </a:lnTo>
                <a:lnTo>
                  <a:pt x="78222" y="74180"/>
                </a:lnTo>
                <a:lnTo>
                  <a:pt x="78555" y="72990"/>
                </a:lnTo>
                <a:lnTo>
                  <a:pt x="79027" y="71088"/>
                </a:lnTo>
                <a:lnTo>
                  <a:pt x="79458" y="69061"/>
                </a:lnTo>
                <a:lnTo>
                  <a:pt x="79847" y="66908"/>
                </a:lnTo>
                <a:lnTo>
                  <a:pt x="80196" y="64630"/>
                </a:lnTo>
                <a:lnTo>
                  <a:pt x="80503" y="62226"/>
                </a:lnTo>
                <a:lnTo>
                  <a:pt x="80770" y="59696"/>
                </a:lnTo>
                <a:lnTo>
                  <a:pt x="80996" y="57041"/>
                </a:lnTo>
                <a:lnTo>
                  <a:pt x="81180" y="54260"/>
                </a:lnTo>
                <a:lnTo>
                  <a:pt x="81324" y="51354"/>
                </a:lnTo>
                <a:lnTo>
                  <a:pt x="81426" y="48322"/>
                </a:lnTo>
                <a:lnTo>
                  <a:pt x="81488" y="45165"/>
                </a:lnTo>
                <a:lnTo>
                  <a:pt x="81508" y="41882"/>
                </a:lnTo>
                <a:lnTo>
                  <a:pt x="81487" y="39436"/>
                </a:lnTo>
                <a:lnTo>
                  <a:pt x="81423" y="37059"/>
                </a:lnTo>
                <a:lnTo>
                  <a:pt x="81316" y="34750"/>
                </a:lnTo>
                <a:lnTo>
                  <a:pt x="81166" y="32510"/>
                </a:lnTo>
                <a:lnTo>
                  <a:pt x="80973" y="30338"/>
                </a:lnTo>
                <a:lnTo>
                  <a:pt x="80738" y="28235"/>
                </a:lnTo>
                <a:lnTo>
                  <a:pt x="80460" y="26201"/>
                </a:lnTo>
                <a:lnTo>
                  <a:pt x="80139" y="24235"/>
                </a:lnTo>
                <a:lnTo>
                  <a:pt x="79775" y="22338"/>
                </a:lnTo>
                <a:lnTo>
                  <a:pt x="79368" y="20510"/>
                </a:lnTo>
                <a:lnTo>
                  <a:pt x="78919" y="18750"/>
                </a:lnTo>
                <a:lnTo>
                  <a:pt x="78427" y="17058"/>
                </a:lnTo>
                <a:lnTo>
                  <a:pt x="78032" y="15859"/>
                </a:lnTo>
                <a:lnTo>
                  <a:pt x="77619" y="14719"/>
                </a:lnTo>
                <a:lnTo>
                  <a:pt x="77187" y="13639"/>
                </a:lnTo>
                <a:lnTo>
                  <a:pt x="76736" y="12618"/>
                </a:lnTo>
                <a:lnTo>
                  <a:pt x="76267" y="11657"/>
                </a:lnTo>
                <a:lnTo>
                  <a:pt x="75779" y="10756"/>
                </a:lnTo>
                <a:lnTo>
                  <a:pt x="75272" y="9915"/>
                </a:lnTo>
                <a:lnTo>
                  <a:pt x="74746" y="9133"/>
                </a:lnTo>
                <a:lnTo>
                  <a:pt x="74202" y="8411"/>
                </a:lnTo>
                <a:lnTo>
                  <a:pt x="73639" y="7749"/>
                </a:lnTo>
                <a:lnTo>
                  <a:pt x="73057" y="7146"/>
                </a:lnTo>
                <a:lnTo>
                  <a:pt x="72457" y="6603"/>
                </a:lnTo>
                <a:lnTo>
                  <a:pt x="72010" y="6265"/>
                </a:lnTo>
                <a:lnTo>
                  <a:pt x="71549" y="5957"/>
                </a:lnTo>
                <a:lnTo>
                  <a:pt x="71072" y="5677"/>
                </a:lnTo>
                <a:lnTo>
                  <a:pt x="70581" y="5427"/>
                </a:lnTo>
                <a:lnTo>
                  <a:pt x="70074" y="5207"/>
                </a:lnTo>
                <a:lnTo>
                  <a:pt x="69552" y="5016"/>
                </a:lnTo>
                <a:lnTo>
                  <a:pt x="69014" y="4854"/>
                </a:lnTo>
                <a:lnTo>
                  <a:pt x="68462" y="4722"/>
                </a:lnTo>
                <a:lnTo>
                  <a:pt x="67895" y="4619"/>
                </a:lnTo>
                <a:lnTo>
                  <a:pt x="67312" y="4545"/>
                </a:lnTo>
                <a:lnTo>
                  <a:pt x="66714" y="4501"/>
                </a:lnTo>
                <a:lnTo>
                  <a:pt x="66101" y="4486"/>
                </a:lnTo>
                <a:lnTo>
                  <a:pt x="65380" y="4514"/>
                </a:lnTo>
                <a:lnTo>
                  <a:pt x="64673" y="4595"/>
                </a:lnTo>
                <a:lnTo>
                  <a:pt x="63979" y="4731"/>
                </a:lnTo>
                <a:lnTo>
                  <a:pt x="63298" y="4921"/>
                </a:lnTo>
                <a:lnTo>
                  <a:pt x="62630" y="5166"/>
                </a:lnTo>
                <a:lnTo>
                  <a:pt x="61976" y="5465"/>
                </a:lnTo>
                <a:lnTo>
                  <a:pt x="61336" y="5818"/>
                </a:lnTo>
                <a:lnTo>
                  <a:pt x="60709" y="6226"/>
                </a:lnTo>
                <a:lnTo>
                  <a:pt x="60095" y="6688"/>
                </a:lnTo>
                <a:lnTo>
                  <a:pt x="59494" y="7204"/>
                </a:lnTo>
                <a:lnTo>
                  <a:pt x="58907" y="7775"/>
                </a:lnTo>
                <a:lnTo>
                  <a:pt x="58333" y="8400"/>
                </a:lnTo>
                <a:lnTo>
                  <a:pt x="57583" y="9330"/>
                </a:lnTo>
                <a:lnTo>
                  <a:pt x="56875" y="10344"/>
                </a:lnTo>
                <a:lnTo>
                  <a:pt x="56207" y="11443"/>
                </a:lnTo>
                <a:lnTo>
                  <a:pt x="55580" y="12626"/>
                </a:lnTo>
                <a:lnTo>
                  <a:pt x="54994" y="13894"/>
                </a:lnTo>
                <a:lnTo>
                  <a:pt x="54449" y="15247"/>
                </a:lnTo>
                <a:lnTo>
                  <a:pt x="53946" y="16685"/>
                </a:lnTo>
                <a:lnTo>
                  <a:pt x="53483" y="18207"/>
                </a:lnTo>
                <a:lnTo>
                  <a:pt x="53061" y="19814"/>
                </a:lnTo>
                <a:lnTo>
                  <a:pt x="52680" y="21505"/>
                </a:lnTo>
                <a:lnTo>
                  <a:pt x="52341" y="23281"/>
                </a:lnTo>
                <a:lnTo>
                  <a:pt x="52042" y="25142"/>
                </a:lnTo>
                <a:lnTo>
                  <a:pt x="51775" y="27042"/>
                </a:lnTo>
                <a:lnTo>
                  <a:pt x="51532" y="28938"/>
                </a:lnTo>
                <a:lnTo>
                  <a:pt x="51312" y="30830"/>
                </a:lnTo>
                <a:lnTo>
                  <a:pt x="51115" y="32717"/>
                </a:lnTo>
                <a:lnTo>
                  <a:pt x="50941" y="34600"/>
                </a:lnTo>
                <a:lnTo>
                  <a:pt x="50790" y="36478"/>
                </a:lnTo>
                <a:lnTo>
                  <a:pt x="50663" y="38352"/>
                </a:lnTo>
                <a:lnTo>
                  <a:pt x="50558" y="40221"/>
                </a:lnTo>
                <a:lnTo>
                  <a:pt x="50477" y="42086"/>
                </a:lnTo>
                <a:lnTo>
                  <a:pt x="50419" y="43947"/>
                </a:lnTo>
                <a:lnTo>
                  <a:pt x="50385" y="45803"/>
                </a:lnTo>
                <a:lnTo>
                  <a:pt x="50373" y="47654"/>
                </a:lnTo>
                <a:close/>
                <a:moveTo>
                  <a:pt x="105839" y="110878"/>
                </a:moveTo>
                <a:lnTo>
                  <a:pt x="105839" y="108058"/>
                </a:lnTo>
                <a:lnTo>
                  <a:pt x="106920" y="107677"/>
                </a:lnTo>
                <a:lnTo>
                  <a:pt x="107960" y="107262"/>
                </a:lnTo>
                <a:lnTo>
                  <a:pt x="108958" y="106814"/>
                </a:lnTo>
                <a:lnTo>
                  <a:pt x="109915" y="106332"/>
                </a:lnTo>
                <a:lnTo>
                  <a:pt x="110831" y="105817"/>
                </a:lnTo>
                <a:lnTo>
                  <a:pt x="111705" y="105268"/>
                </a:lnTo>
                <a:lnTo>
                  <a:pt x="112537" y="104685"/>
                </a:lnTo>
                <a:lnTo>
                  <a:pt x="113328" y="104069"/>
                </a:lnTo>
                <a:lnTo>
                  <a:pt x="114078" y="103420"/>
                </a:lnTo>
                <a:lnTo>
                  <a:pt x="114786" y="102737"/>
                </a:lnTo>
                <a:lnTo>
                  <a:pt x="115453" y="102021"/>
                </a:lnTo>
                <a:lnTo>
                  <a:pt x="116078" y="101271"/>
                </a:lnTo>
                <a:lnTo>
                  <a:pt x="116657" y="100500"/>
                </a:lnTo>
                <a:lnTo>
                  <a:pt x="117186" y="99722"/>
                </a:lnTo>
                <a:lnTo>
                  <a:pt x="117665" y="98937"/>
                </a:lnTo>
                <a:lnTo>
                  <a:pt x="118093" y="98144"/>
                </a:lnTo>
                <a:lnTo>
                  <a:pt x="118471" y="97343"/>
                </a:lnTo>
                <a:lnTo>
                  <a:pt x="118798" y="96535"/>
                </a:lnTo>
                <a:lnTo>
                  <a:pt x="119075" y="95719"/>
                </a:lnTo>
                <a:lnTo>
                  <a:pt x="119302" y="94895"/>
                </a:lnTo>
                <a:lnTo>
                  <a:pt x="119478" y="94064"/>
                </a:lnTo>
                <a:lnTo>
                  <a:pt x="119604" y="93225"/>
                </a:lnTo>
                <a:lnTo>
                  <a:pt x="119680" y="92379"/>
                </a:lnTo>
                <a:lnTo>
                  <a:pt x="119705" y="91525"/>
                </a:lnTo>
                <a:lnTo>
                  <a:pt x="119701" y="91324"/>
                </a:lnTo>
                <a:lnTo>
                  <a:pt x="119689" y="91129"/>
                </a:lnTo>
                <a:lnTo>
                  <a:pt x="119669" y="90939"/>
                </a:lnTo>
                <a:lnTo>
                  <a:pt x="119641" y="90754"/>
                </a:lnTo>
                <a:lnTo>
                  <a:pt x="119605" y="90575"/>
                </a:lnTo>
                <a:lnTo>
                  <a:pt x="119561" y="90402"/>
                </a:lnTo>
                <a:lnTo>
                  <a:pt x="119509" y="90233"/>
                </a:lnTo>
                <a:lnTo>
                  <a:pt x="119448" y="90070"/>
                </a:lnTo>
                <a:lnTo>
                  <a:pt x="119380" y="89912"/>
                </a:lnTo>
                <a:lnTo>
                  <a:pt x="119304" y="89760"/>
                </a:lnTo>
                <a:lnTo>
                  <a:pt x="119220" y="89613"/>
                </a:lnTo>
                <a:lnTo>
                  <a:pt x="119127" y="89472"/>
                </a:lnTo>
                <a:lnTo>
                  <a:pt x="119052" y="89380"/>
                </a:lnTo>
                <a:lnTo>
                  <a:pt x="118978" y="89295"/>
                </a:lnTo>
                <a:lnTo>
                  <a:pt x="118903" y="89219"/>
                </a:lnTo>
                <a:lnTo>
                  <a:pt x="118828" y="89151"/>
                </a:lnTo>
                <a:lnTo>
                  <a:pt x="118753" y="89091"/>
                </a:lnTo>
                <a:lnTo>
                  <a:pt x="118678" y="89039"/>
                </a:lnTo>
                <a:lnTo>
                  <a:pt x="118603" y="88995"/>
                </a:lnTo>
                <a:lnTo>
                  <a:pt x="118528" y="88959"/>
                </a:lnTo>
                <a:lnTo>
                  <a:pt x="118453" y="88931"/>
                </a:lnTo>
                <a:lnTo>
                  <a:pt x="118378" y="88911"/>
                </a:lnTo>
                <a:lnTo>
                  <a:pt x="118304" y="88899"/>
                </a:lnTo>
                <a:lnTo>
                  <a:pt x="118229" y="88895"/>
                </a:lnTo>
                <a:lnTo>
                  <a:pt x="118099" y="88904"/>
                </a:lnTo>
                <a:lnTo>
                  <a:pt x="117947" y="88931"/>
                </a:lnTo>
                <a:lnTo>
                  <a:pt x="117771" y="88975"/>
                </a:lnTo>
                <a:lnTo>
                  <a:pt x="117572" y="89037"/>
                </a:lnTo>
                <a:lnTo>
                  <a:pt x="117350" y="89117"/>
                </a:lnTo>
                <a:lnTo>
                  <a:pt x="117105" y="89215"/>
                </a:lnTo>
                <a:lnTo>
                  <a:pt x="116837" y="89331"/>
                </a:lnTo>
                <a:lnTo>
                  <a:pt x="116545" y="89465"/>
                </a:lnTo>
                <a:lnTo>
                  <a:pt x="116231" y="89616"/>
                </a:lnTo>
                <a:lnTo>
                  <a:pt x="115893" y="89785"/>
                </a:lnTo>
                <a:lnTo>
                  <a:pt x="115531" y="89972"/>
                </a:lnTo>
                <a:lnTo>
                  <a:pt x="115147" y="90177"/>
                </a:lnTo>
                <a:lnTo>
                  <a:pt x="114954" y="90269"/>
                </a:lnTo>
                <a:lnTo>
                  <a:pt x="114758" y="90353"/>
                </a:lnTo>
                <a:lnTo>
                  <a:pt x="114561" y="90429"/>
                </a:lnTo>
                <a:lnTo>
                  <a:pt x="114363" y="90497"/>
                </a:lnTo>
                <a:lnTo>
                  <a:pt x="114162" y="90557"/>
                </a:lnTo>
                <a:lnTo>
                  <a:pt x="113960" y="90609"/>
                </a:lnTo>
                <a:lnTo>
                  <a:pt x="113755" y="90653"/>
                </a:lnTo>
                <a:lnTo>
                  <a:pt x="113549" y="90689"/>
                </a:lnTo>
                <a:lnTo>
                  <a:pt x="113342" y="90718"/>
                </a:lnTo>
                <a:lnTo>
                  <a:pt x="113132" y="90738"/>
                </a:lnTo>
                <a:lnTo>
                  <a:pt x="112921" y="90750"/>
                </a:lnTo>
                <a:lnTo>
                  <a:pt x="112708" y="90754"/>
                </a:lnTo>
                <a:lnTo>
                  <a:pt x="112192" y="90741"/>
                </a:lnTo>
                <a:lnTo>
                  <a:pt x="111695" y="90702"/>
                </a:lnTo>
                <a:lnTo>
                  <a:pt x="111215" y="90637"/>
                </a:lnTo>
                <a:lnTo>
                  <a:pt x="110753" y="90547"/>
                </a:lnTo>
                <a:lnTo>
                  <a:pt x="110309" y="90431"/>
                </a:lnTo>
                <a:lnTo>
                  <a:pt x="109883" y="90289"/>
                </a:lnTo>
                <a:lnTo>
                  <a:pt x="109475" y="90121"/>
                </a:lnTo>
                <a:lnTo>
                  <a:pt x="109084" y="89928"/>
                </a:lnTo>
                <a:lnTo>
                  <a:pt x="108711" y="89708"/>
                </a:lnTo>
                <a:lnTo>
                  <a:pt x="108357" y="89463"/>
                </a:lnTo>
                <a:lnTo>
                  <a:pt x="108020" y="89192"/>
                </a:lnTo>
                <a:lnTo>
                  <a:pt x="107700" y="88895"/>
                </a:lnTo>
                <a:lnTo>
                  <a:pt x="107403" y="88575"/>
                </a:lnTo>
                <a:lnTo>
                  <a:pt x="107132" y="88236"/>
                </a:lnTo>
                <a:lnTo>
                  <a:pt x="106886" y="87877"/>
                </a:lnTo>
                <a:lnTo>
                  <a:pt x="106666" y="87499"/>
                </a:lnTo>
                <a:lnTo>
                  <a:pt x="106472" y="87101"/>
                </a:lnTo>
                <a:lnTo>
                  <a:pt x="106304" y="86684"/>
                </a:lnTo>
                <a:lnTo>
                  <a:pt x="106162" y="86247"/>
                </a:lnTo>
                <a:lnTo>
                  <a:pt x="106046" y="85790"/>
                </a:lnTo>
                <a:lnTo>
                  <a:pt x="105955" y="85314"/>
                </a:lnTo>
                <a:lnTo>
                  <a:pt x="105890" y="84818"/>
                </a:lnTo>
                <a:lnTo>
                  <a:pt x="105852" y="84303"/>
                </a:lnTo>
                <a:lnTo>
                  <a:pt x="105839" y="83768"/>
                </a:lnTo>
                <a:lnTo>
                  <a:pt x="105855" y="83250"/>
                </a:lnTo>
                <a:lnTo>
                  <a:pt x="105906" y="82746"/>
                </a:lnTo>
                <a:lnTo>
                  <a:pt x="105989" y="82253"/>
                </a:lnTo>
                <a:lnTo>
                  <a:pt x="106106" y="81774"/>
                </a:lnTo>
                <a:lnTo>
                  <a:pt x="106257" y="81306"/>
                </a:lnTo>
                <a:lnTo>
                  <a:pt x="106441" y="80851"/>
                </a:lnTo>
                <a:lnTo>
                  <a:pt x="106658" y="80409"/>
                </a:lnTo>
                <a:lnTo>
                  <a:pt x="106909" y="79979"/>
                </a:lnTo>
                <a:lnTo>
                  <a:pt x="107193" y="79562"/>
                </a:lnTo>
                <a:lnTo>
                  <a:pt x="107510" y="79157"/>
                </a:lnTo>
                <a:lnTo>
                  <a:pt x="107862" y="78764"/>
                </a:lnTo>
                <a:lnTo>
                  <a:pt x="108246" y="78384"/>
                </a:lnTo>
                <a:lnTo>
                  <a:pt x="108655" y="78026"/>
                </a:lnTo>
                <a:lnTo>
                  <a:pt x="109078" y="77698"/>
                </a:lnTo>
                <a:lnTo>
                  <a:pt x="109516" y="77403"/>
                </a:lnTo>
                <a:lnTo>
                  <a:pt x="109969" y="77138"/>
                </a:lnTo>
                <a:lnTo>
                  <a:pt x="110436" y="76904"/>
                </a:lnTo>
                <a:lnTo>
                  <a:pt x="110918" y="76702"/>
                </a:lnTo>
                <a:lnTo>
                  <a:pt x="111415" y="76530"/>
                </a:lnTo>
                <a:lnTo>
                  <a:pt x="111927" y="76390"/>
                </a:lnTo>
                <a:lnTo>
                  <a:pt x="112453" y="76281"/>
                </a:lnTo>
                <a:lnTo>
                  <a:pt x="112994" y="76203"/>
                </a:lnTo>
                <a:lnTo>
                  <a:pt x="113550" y="76156"/>
                </a:lnTo>
                <a:lnTo>
                  <a:pt x="114120" y="76141"/>
                </a:lnTo>
                <a:lnTo>
                  <a:pt x="114820" y="76166"/>
                </a:lnTo>
                <a:lnTo>
                  <a:pt x="115507" y="76243"/>
                </a:lnTo>
                <a:lnTo>
                  <a:pt x="116180" y="76372"/>
                </a:lnTo>
                <a:lnTo>
                  <a:pt x="116841" y="76551"/>
                </a:lnTo>
                <a:lnTo>
                  <a:pt x="117489" y="76782"/>
                </a:lnTo>
                <a:lnTo>
                  <a:pt x="118124" y="77064"/>
                </a:lnTo>
                <a:lnTo>
                  <a:pt x="118746" y="77397"/>
                </a:lnTo>
                <a:lnTo>
                  <a:pt x="119356" y="77782"/>
                </a:lnTo>
                <a:lnTo>
                  <a:pt x="119952" y="78218"/>
                </a:lnTo>
                <a:lnTo>
                  <a:pt x="120535" y="78705"/>
                </a:lnTo>
                <a:lnTo>
                  <a:pt x="121106" y="79244"/>
                </a:lnTo>
                <a:lnTo>
                  <a:pt x="121663" y="79834"/>
                </a:lnTo>
                <a:lnTo>
                  <a:pt x="122191" y="80466"/>
                </a:lnTo>
                <a:lnTo>
                  <a:pt x="122673" y="81131"/>
                </a:lnTo>
                <a:lnTo>
                  <a:pt x="123110" y="81830"/>
                </a:lnTo>
                <a:lnTo>
                  <a:pt x="123500" y="82562"/>
                </a:lnTo>
                <a:lnTo>
                  <a:pt x="123844" y="83328"/>
                </a:lnTo>
                <a:lnTo>
                  <a:pt x="124143" y="84127"/>
                </a:lnTo>
                <a:lnTo>
                  <a:pt x="124395" y="84960"/>
                </a:lnTo>
                <a:lnTo>
                  <a:pt x="124602" y="85826"/>
                </a:lnTo>
                <a:lnTo>
                  <a:pt x="124763" y="86725"/>
                </a:lnTo>
                <a:lnTo>
                  <a:pt x="124877" y="87658"/>
                </a:lnTo>
                <a:lnTo>
                  <a:pt x="124946" y="88624"/>
                </a:lnTo>
                <a:lnTo>
                  <a:pt x="124969" y="89624"/>
                </a:lnTo>
                <a:lnTo>
                  <a:pt x="124937" y="90720"/>
                </a:lnTo>
                <a:lnTo>
                  <a:pt x="124842" y="91803"/>
                </a:lnTo>
                <a:lnTo>
                  <a:pt x="124682" y="92873"/>
                </a:lnTo>
                <a:lnTo>
                  <a:pt x="124459" y="93931"/>
                </a:lnTo>
                <a:lnTo>
                  <a:pt x="124172" y="94975"/>
                </a:lnTo>
                <a:lnTo>
                  <a:pt x="123822" y="96006"/>
                </a:lnTo>
                <a:lnTo>
                  <a:pt x="123407" y="97024"/>
                </a:lnTo>
                <a:lnTo>
                  <a:pt x="122929" y="98030"/>
                </a:lnTo>
                <a:lnTo>
                  <a:pt x="122387" y="99022"/>
                </a:lnTo>
                <a:lnTo>
                  <a:pt x="121782" y="100002"/>
                </a:lnTo>
                <a:lnTo>
                  <a:pt x="121112" y="100968"/>
                </a:lnTo>
                <a:lnTo>
                  <a:pt x="120379" y="101922"/>
                </a:lnTo>
                <a:lnTo>
                  <a:pt x="119577" y="102852"/>
                </a:lnTo>
                <a:lnTo>
                  <a:pt x="118700" y="103749"/>
                </a:lnTo>
                <a:lnTo>
                  <a:pt x="117749" y="104612"/>
                </a:lnTo>
                <a:lnTo>
                  <a:pt x="116724" y="105442"/>
                </a:lnTo>
                <a:lnTo>
                  <a:pt x="115624" y="106239"/>
                </a:lnTo>
                <a:lnTo>
                  <a:pt x="114449" y="107002"/>
                </a:lnTo>
                <a:lnTo>
                  <a:pt x="113200" y="107731"/>
                </a:lnTo>
                <a:lnTo>
                  <a:pt x="111877" y="108428"/>
                </a:lnTo>
                <a:lnTo>
                  <a:pt x="110479" y="109090"/>
                </a:lnTo>
                <a:lnTo>
                  <a:pt x="109007" y="109720"/>
                </a:lnTo>
                <a:lnTo>
                  <a:pt x="107460" y="110316"/>
                </a:lnTo>
                <a:lnTo>
                  <a:pt x="105839" y="110878"/>
                </a:lnTo>
                <a:close/>
                <a:moveTo>
                  <a:pt x="171191" y="18522"/>
                </a:moveTo>
                <a:lnTo>
                  <a:pt x="171825" y="17087"/>
                </a:lnTo>
                <a:lnTo>
                  <a:pt x="172486" y="15708"/>
                </a:lnTo>
                <a:lnTo>
                  <a:pt x="173175" y="14385"/>
                </a:lnTo>
                <a:lnTo>
                  <a:pt x="173891" y="13117"/>
                </a:lnTo>
                <a:lnTo>
                  <a:pt x="174634" y="11906"/>
                </a:lnTo>
                <a:lnTo>
                  <a:pt x="175404" y="10751"/>
                </a:lnTo>
                <a:lnTo>
                  <a:pt x="176201" y="9652"/>
                </a:lnTo>
                <a:lnTo>
                  <a:pt x="177026" y="8610"/>
                </a:lnTo>
                <a:lnTo>
                  <a:pt x="177877" y="7623"/>
                </a:lnTo>
                <a:lnTo>
                  <a:pt x="178756" y="6692"/>
                </a:lnTo>
                <a:lnTo>
                  <a:pt x="179662" y="5818"/>
                </a:lnTo>
                <a:lnTo>
                  <a:pt x="180596" y="4999"/>
                </a:lnTo>
                <a:lnTo>
                  <a:pt x="181562" y="4242"/>
                </a:lnTo>
                <a:lnTo>
                  <a:pt x="182567" y="3550"/>
                </a:lnTo>
                <a:lnTo>
                  <a:pt x="183611" y="2924"/>
                </a:lnTo>
                <a:lnTo>
                  <a:pt x="184693" y="2364"/>
                </a:lnTo>
                <a:lnTo>
                  <a:pt x="185815" y="1870"/>
                </a:lnTo>
                <a:lnTo>
                  <a:pt x="186975" y="1442"/>
                </a:lnTo>
                <a:lnTo>
                  <a:pt x="188174" y="1080"/>
                </a:lnTo>
                <a:lnTo>
                  <a:pt x="189412" y="783"/>
                </a:lnTo>
                <a:lnTo>
                  <a:pt x="190688" y="553"/>
                </a:lnTo>
                <a:lnTo>
                  <a:pt x="192004" y="388"/>
                </a:lnTo>
                <a:lnTo>
                  <a:pt x="193358" y="289"/>
                </a:lnTo>
                <a:lnTo>
                  <a:pt x="194751" y="256"/>
                </a:lnTo>
                <a:lnTo>
                  <a:pt x="196461" y="303"/>
                </a:lnTo>
                <a:lnTo>
                  <a:pt x="198103" y="445"/>
                </a:lnTo>
                <a:lnTo>
                  <a:pt x="199678" y="680"/>
                </a:lnTo>
                <a:lnTo>
                  <a:pt x="201185" y="1010"/>
                </a:lnTo>
                <a:lnTo>
                  <a:pt x="202624" y="1434"/>
                </a:lnTo>
                <a:lnTo>
                  <a:pt x="203995" y="1952"/>
                </a:lnTo>
                <a:lnTo>
                  <a:pt x="205299" y="2565"/>
                </a:lnTo>
                <a:lnTo>
                  <a:pt x="206535" y="3271"/>
                </a:lnTo>
                <a:lnTo>
                  <a:pt x="207703" y="4072"/>
                </a:lnTo>
                <a:lnTo>
                  <a:pt x="208803" y="4967"/>
                </a:lnTo>
                <a:lnTo>
                  <a:pt x="209835" y="5957"/>
                </a:lnTo>
                <a:lnTo>
                  <a:pt x="210800" y="7040"/>
                </a:lnTo>
                <a:lnTo>
                  <a:pt x="211477" y="7888"/>
                </a:lnTo>
                <a:lnTo>
                  <a:pt x="212095" y="8745"/>
                </a:lnTo>
                <a:lnTo>
                  <a:pt x="212654" y="9613"/>
                </a:lnTo>
                <a:lnTo>
                  <a:pt x="213154" y="10490"/>
                </a:lnTo>
                <a:lnTo>
                  <a:pt x="213595" y="11376"/>
                </a:lnTo>
                <a:lnTo>
                  <a:pt x="213978" y="12273"/>
                </a:lnTo>
                <a:lnTo>
                  <a:pt x="214301" y="13179"/>
                </a:lnTo>
                <a:lnTo>
                  <a:pt x="214566" y="14095"/>
                </a:lnTo>
                <a:lnTo>
                  <a:pt x="214772" y="15021"/>
                </a:lnTo>
                <a:lnTo>
                  <a:pt x="214919" y="15957"/>
                </a:lnTo>
                <a:lnTo>
                  <a:pt x="215008" y="16902"/>
                </a:lnTo>
                <a:lnTo>
                  <a:pt x="215037" y="17857"/>
                </a:lnTo>
                <a:lnTo>
                  <a:pt x="214954" y="19441"/>
                </a:lnTo>
                <a:lnTo>
                  <a:pt x="214705" y="21032"/>
                </a:lnTo>
                <a:lnTo>
                  <a:pt x="214291" y="22633"/>
                </a:lnTo>
                <a:lnTo>
                  <a:pt x="213710" y="24243"/>
                </a:lnTo>
                <a:lnTo>
                  <a:pt x="212964" y="25862"/>
                </a:lnTo>
                <a:lnTo>
                  <a:pt x="212052" y="27489"/>
                </a:lnTo>
                <a:lnTo>
                  <a:pt x="210974" y="29126"/>
                </a:lnTo>
                <a:lnTo>
                  <a:pt x="209730" y="30771"/>
                </a:lnTo>
                <a:lnTo>
                  <a:pt x="208320" y="32425"/>
                </a:lnTo>
                <a:lnTo>
                  <a:pt x="206745" y="34088"/>
                </a:lnTo>
                <a:lnTo>
                  <a:pt x="205004" y="35761"/>
                </a:lnTo>
                <a:lnTo>
                  <a:pt x="203096" y="37441"/>
                </a:lnTo>
                <a:lnTo>
                  <a:pt x="204407" y="37984"/>
                </a:lnTo>
                <a:lnTo>
                  <a:pt x="205663" y="38564"/>
                </a:lnTo>
                <a:lnTo>
                  <a:pt x="206864" y="39182"/>
                </a:lnTo>
                <a:lnTo>
                  <a:pt x="208011" y="39837"/>
                </a:lnTo>
                <a:lnTo>
                  <a:pt x="209104" y="40530"/>
                </a:lnTo>
                <a:lnTo>
                  <a:pt x="210142" y="41259"/>
                </a:lnTo>
                <a:lnTo>
                  <a:pt x="211126" y="42027"/>
                </a:lnTo>
                <a:lnTo>
                  <a:pt x="212055" y="42831"/>
                </a:lnTo>
                <a:lnTo>
                  <a:pt x="212931" y="43673"/>
                </a:lnTo>
                <a:lnTo>
                  <a:pt x="213751" y="44553"/>
                </a:lnTo>
                <a:lnTo>
                  <a:pt x="214518" y="45470"/>
                </a:lnTo>
                <a:lnTo>
                  <a:pt x="215230" y="46424"/>
                </a:lnTo>
                <a:lnTo>
                  <a:pt x="215886" y="47411"/>
                </a:lnTo>
                <a:lnTo>
                  <a:pt x="216485" y="48427"/>
                </a:lnTo>
                <a:lnTo>
                  <a:pt x="217027" y="49471"/>
                </a:lnTo>
                <a:lnTo>
                  <a:pt x="217512" y="50543"/>
                </a:lnTo>
                <a:lnTo>
                  <a:pt x="217940" y="51645"/>
                </a:lnTo>
                <a:lnTo>
                  <a:pt x="218311" y="52774"/>
                </a:lnTo>
                <a:lnTo>
                  <a:pt x="218625" y="53933"/>
                </a:lnTo>
                <a:lnTo>
                  <a:pt x="218882" y="55119"/>
                </a:lnTo>
                <a:lnTo>
                  <a:pt x="219081" y="56335"/>
                </a:lnTo>
                <a:lnTo>
                  <a:pt x="219224" y="57579"/>
                </a:lnTo>
                <a:lnTo>
                  <a:pt x="219310" y="58851"/>
                </a:lnTo>
                <a:lnTo>
                  <a:pt x="219338" y="60152"/>
                </a:lnTo>
                <a:lnTo>
                  <a:pt x="219288" y="62013"/>
                </a:lnTo>
                <a:lnTo>
                  <a:pt x="219138" y="63832"/>
                </a:lnTo>
                <a:lnTo>
                  <a:pt x="218889" y="65609"/>
                </a:lnTo>
                <a:lnTo>
                  <a:pt x="218539" y="67345"/>
                </a:lnTo>
                <a:lnTo>
                  <a:pt x="218090" y="69038"/>
                </a:lnTo>
                <a:lnTo>
                  <a:pt x="217541" y="70690"/>
                </a:lnTo>
                <a:lnTo>
                  <a:pt x="216892" y="72300"/>
                </a:lnTo>
                <a:lnTo>
                  <a:pt x="216143" y="73867"/>
                </a:lnTo>
                <a:lnTo>
                  <a:pt x="215294" y="75393"/>
                </a:lnTo>
                <a:lnTo>
                  <a:pt x="214345" y="76877"/>
                </a:lnTo>
                <a:lnTo>
                  <a:pt x="213297" y="78320"/>
                </a:lnTo>
                <a:lnTo>
                  <a:pt x="212148" y="79720"/>
                </a:lnTo>
                <a:lnTo>
                  <a:pt x="210528" y="81441"/>
                </a:lnTo>
                <a:lnTo>
                  <a:pt x="208790" y="83013"/>
                </a:lnTo>
                <a:lnTo>
                  <a:pt x="206936" y="84435"/>
                </a:lnTo>
                <a:lnTo>
                  <a:pt x="204965" y="85707"/>
                </a:lnTo>
                <a:lnTo>
                  <a:pt x="202878" y="86830"/>
                </a:lnTo>
                <a:lnTo>
                  <a:pt x="200673" y="87803"/>
                </a:lnTo>
                <a:lnTo>
                  <a:pt x="198352" y="88626"/>
                </a:lnTo>
                <a:lnTo>
                  <a:pt x="195914" y="89300"/>
                </a:lnTo>
                <a:lnTo>
                  <a:pt x="193359" y="89824"/>
                </a:lnTo>
                <a:lnTo>
                  <a:pt x="190687" y="90198"/>
                </a:lnTo>
                <a:lnTo>
                  <a:pt x="187898" y="90422"/>
                </a:lnTo>
                <a:lnTo>
                  <a:pt x="184993" y="90497"/>
                </a:lnTo>
                <a:lnTo>
                  <a:pt x="183566" y="90482"/>
                </a:lnTo>
                <a:lnTo>
                  <a:pt x="182217" y="90437"/>
                </a:lnTo>
                <a:lnTo>
                  <a:pt x="180947" y="90361"/>
                </a:lnTo>
                <a:lnTo>
                  <a:pt x="179754" y="90255"/>
                </a:lnTo>
                <a:lnTo>
                  <a:pt x="178639" y="90119"/>
                </a:lnTo>
                <a:lnTo>
                  <a:pt x="177602" y="89952"/>
                </a:lnTo>
                <a:lnTo>
                  <a:pt x="176644" y="89756"/>
                </a:lnTo>
                <a:lnTo>
                  <a:pt x="175763" y="89529"/>
                </a:lnTo>
                <a:lnTo>
                  <a:pt x="174960" y="89271"/>
                </a:lnTo>
                <a:lnTo>
                  <a:pt x="174236" y="88984"/>
                </a:lnTo>
                <a:lnTo>
                  <a:pt x="173589" y="88666"/>
                </a:lnTo>
                <a:lnTo>
                  <a:pt x="173020" y="88318"/>
                </a:lnTo>
                <a:lnTo>
                  <a:pt x="172513" y="87953"/>
                </a:lnTo>
                <a:lnTo>
                  <a:pt x="172049" y="87583"/>
                </a:lnTo>
                <a:lnTo>
                  <a:pt x="171630" y="87209"/>
                </a:lnTo>
                <a:lnTo>
                  <a:pt x="171255" y="86830"/>
                </a:lnTo>
                <a:lnTo>
                  <a:pt x="170924" y="86447"/>
                </a:lnTo>
                <a:lnTo>
                  <a:pt x="170637" y="86059"/>
                </a:lnTo>
                <a:lnTo>
                  <a:pt x="170394" y="85667"/>
                </a:lnTo>
                <a:lnTo>
                  <a:pt x="170196" y="85270"/>
                </a:lnTo>
                <a:lnTo>
                  <a:pt x="170041" y="84869"/>
                </a:lnTo>
                <a:lnTo>
                  <a:pt x="169931" y="84464"/>
                </a:lnTo>
                <a:lnTo>
                  <a:pt x="169865" y="84054"/>
                </a:lnTo>
                <a:lnTo>
                  <a:pt x="169843" y="83639"/>
                </a:lnTo>
                <a:lnTo>
                  <a:pt x="169853" y="83333"/>
                </a:lnTo>
                <a:lnTo>
                  <a:pt x="169885" y="83032"/>
                </a:lnTo>
                <a:lnTo>
                  <a:pt x="169937" y="82738"/>
                </a:lnTo>
                <a:lnTo>
                  <a:pt x="170010" y="82450"/>
                </a:lnTo>
                <a:lnTo>
                  <a:pt x="170105" y="82168"/>
                </a:lnTo>
                <a:lnTo>
                  <a:pt x="170220" y="81893"/>
                </a:lnTo>
                <a:lnTo>
                  <a:pt x="170356" y="81624"/>
                </a:lnTo>
                <a:lnTo>
                  <a:pt x="170513" y="81361"/>
                </a:lnTo>
                <a:lnTo>
                  <a:pt x="170691" y="81104"/>
                </a:lnTo>
                <a:lnTo>
                  <a:pt x="170890" y="80853"/>
                </a:lnTo>
                <a:lnTo>
                  <a:pt x="171110" y="80609"/>
                </a:lnTo>
                <a:lnTo>
                  <a:pt x="171351" y="80371"/>
                </a:lnTo>
                <a:lnTo>
                  <a:pt x="171607" y="80146"/>
                </a:lnTo>
                <a:lnTo>
                  <a:pt x="171871" y="79940"/>
                </a:lnTo>
                <a:lnTo>
                  <a:pt x="172144" y="79754"/>
                </a:lnTo>
                <a:lnTo>
                  <a:pt x="172425" y="79587"/>
                </a:lnTo>
                <a:lnTo>
                  <a:pt x="172714" y="79441"/>
                </a:lnTo>
                <a:lnTo>
                  <a:pt x="173012" y="79313"/>
                </a:lnTo>
                <a:lnTo>
                  <a:pt x="173319" y="79206"/>
                </a:lnTo>
                <a:lnTo>
                  <a:pt x="173634" y="79117"/>
                </a:lnTo>
                <a:lnTo>
                  <a:pt x="173957" y="79049"/>
                </a:lnTo>
                <a:lnTo>
                  <a:pt x="174289" y="79000"/>
                </a:lnTo>
                <a:lnTo>
                  <a:pt x="174630" y="78971"/>
                </a:lnTo>
                <a:lnTo>
                  <a:pt x="174978" y="78961"/>
                </a:lnTo>
                <a:lnTo>
                  <a:pt x="175246" y="78964"/>
                </a:lnTo>
                <a:lnTo>
                  <a:pt x="175515" y="78975"/>
                </a:lnTo>
                <a:lnTo>
                  <a:pt x="175785" y="78993"/>
                </a:lnTo>
                <a:lnTo>
                  <a:pt x="176055" y="79018"/>
                </a:lnTo>
                <a:lnTo>
                  <a:pt x="176327" y="79050"/>
                </a:lnTo>
                <a:lnTo>
                  <a:pt x="176599" y="79089"/>
                </a:lnTo>
                <a:lnTo>
                  <a:pt x="176873" y="79135"/>
                </a:lnTo>
                <a:lnTo>
                  <a:pt x="177147" y="79189"/>
                </a:lnTo>
                <a:lnTo>
                  <a:pt x="177422" y="79249"/>
                </a:lnTo>
                <a:lnTo>
                  <a:pt x="177698" y="79317"/>
                </a:lnTo>
                <a:lnTo>
                  <a:pt x="177975" y="79392"/>
                </a:lnTo>
                <a:lnTo>
                  <a:pt x="178252" y="79473"/>
                </a:lnTo>
                <a:lnTo>
                  <a:pt x="178453" y="79539"/>
                </a:lnTo>
                <a:lnTo>
                  <a:pt x="178693" y="79627"/>
                </a:lnTo>
                <a:lnTo>
                  <a:pt x="178971" y="79740"/>
                </a:lnTo>
                <a:lnTo>
                  <a:pt x="179287" y="79876"/>
                </a:lnTo>
                <a:lnTo>
                  <a:pt x="179641" y="80035"/>
                </a:lnTo>
                <a:lnTo>
                  <a:pt x="180034" y="80219"/>
                </a:lnTo>
                <a:lnTo>
                  <a:pt x="180465" y="80425"/>
                </a:lnTo>
                <a:lnTo>
                  <a:pt x="180934" y="80656"/>
                </a:lnTo>
                <a:lnTo>
                  <a:pt x="181442" y="80910"/>
                </a:lnTo>
                <a:lnTo>
                  <a:pt x="181988" y="81187"/>
                </a:lnTo>
                <a:lnTo>
                  <a:pt x="182573" y="81488"/>
                </a:lnTo>
                <a:lnTo>
                  <a:pt x="183196" y="81813"/>
                </a:lnTo>
                <a:lnTo>
                  <a:pt x="183821" y="82138"/>
                </a:lnTo>
                <a:lnTo>
                  <a:pt x="184413" y="82440"/>
                </a:lnTo>
                <a:lnTo>
                  <a:pt x="184973" y="82720"/>
                </a:lnTo>
                <a:lnTo>
                  <a:pt x="185499" y="82977"/>
                </a:lnTo>
                <a:lnTo>
                  <a:pt x="185993" y="83211"/>
                </a:lnTo>
                <a:lnTo>
                  <a:pt x="186453" y="83423"/>
                </a:lnTo>
                <a:lnTo>
                  <a:pt x="186881" y="83612"/>
                </a:lnTo>
                <a:lnTo>
                  <a:pt x="187276" y="83778"/>
                </a:lnTo>
                <a:lnTo>
                  <a:pt x="187637" y="83922"/>
                </a:lnTo>
                <a:lnTo>
                  <a:pt x="187966" y="84043"/>
                </a:lnTo>
                <a:lnTo>
                  <a:pt x="188261" y="84141"/>
                </a:lnTo>
                <a:lnTo>
                  <a:pt x="188524" y="84216"/>
                </a:lnTo>
                <a:lnTo>
                  <a:pt x="188922" y="84329"/>
                </a:lnTo>
                <a:lnTo>
                  <a:pt x="189325" y="84432"/>
                </a:lnTo>
                <a:lnTo>
                  <a:pt x="189732" y="84525"/>
                </a:lnTo>
                <a:lnTo>
                  <a:pt x="190143" y="84608"/>
                </a:lnTo>
                <a:lnTo>
                  <a:pt x="190559" y="84681"/>
                </a:lnTo>
                <a:lnTo>
                  <a:pt x="190979" y="84745"/>
                </a:lnTo>
                <a:lnTo>
                  <a:pt x="191404" y="84799"/>
                </a:lnTo>
                <a:lnTo>
                  <a:pt x="191834" y="84843"/>
                </a:lnTo>
                <a:lnTo>
                  <a:pt x="192267" y="84877"/>
                </a:lnTo>
                <a:lnTo>
                  <a:pt x="192706" y="84902"/>
                </a:lnTo>
                <a:lnTo>
                  <a:pt x="193148" y="84916"/>
                </a:lnTo>
                <a:lnTo>
                  <a:pt x="193595" y="84921"/>
                </a:lnTo>
                <a:lnTo>
                  <a:pt x="194675" y="84886"/>
                </a:lnTo>
                <a:lnTo>
                  <a:pt x="195731" y="84780"/>
                </a:lnTo>
                <a:lnTo>
                  <a:pt x="196763" y="84604"/>
                </a:lnTo>
                <a:lnTo>
                  <a:pt x="197772" y="84358"/>
                </a:lnTo>
                <a:lnTo>
                  <a:pt x="198757" y="84041"/>
                </a:lnTo>
                <a:lnTo>
                  <a:pt x="199718" y="83653"/>
                </a:lnTo>
                <a:lnTo>
                  <a:pt x="200656" y="83196"/>
                </a:lnTo>
                <a:lnTo>
                  <a:pt x="201570" y="82667"/>
                </a:lnTo>
                <a:lnTo>
                  <a:pt x="202461" y="82069"/>
                </a:lnTo>
                <a:lnTo>
                  <a:pt x="203327" y="81400"/>
                </a:lnTo>
                <a:lnTo>
                  <a:pt x="204171" y="80660"/>
                </a:lnTo>
                <a:lnTo>
                  <a:pt x="204990" y="79850"/>
                </a:lnTo>
                <a:lnTo>
                  <a:pt x="205764" y="78992"/>
                </a:lnTo>
                <a:lnTo>
                  <a:pt x="206471" y="78108"/>
                </a:lnTo>
                <a:lnTo>
                  <a:pt x="207111" y="77198"/>
                </a:lnTo>
                <a:lnTo>
                  <a:pt x="207683" y="76262"/>
                </a:lnTo>
                <a:lnTo>
                  <a:pt x="208188" y="75301"/>
                </a:lnTo>
                <a:lnTo>
                  <a:pt x="208625" y="74313"/>
                </a:lnTo>
                <a:lnTo>
                  <a:pt x="208996" y="73300"/>
                </a:lnTo>
                <a:lnTo>
                  <a:pt x="209299" y="72260"/>
                </a:lnTo>
                <a:lnTo>
                  <a:pt x="209534" y="71195"/>
                </a:lnTo>
                <a:lnTo>
                  <a:pt x="209702" y="70104"/>
                </a:lnTo>
                <a:lnTo>
                  <a:pt x="209803" y="68988"/>
                </a:lnTo>
                <a:lnTo>
                  <a:pt x="209837" y="67845"/>
                </a:lnTo>
                <a:lnTo>
                  <a:pt x="209822" y="67001"/>
                </a:lnTo>
                <a:lnTo>
                  <a:pt x="209775" y="66162"/>
                </a:lnTo>
                <a:lnTo>
                  <a:pt x="209697" y="65325"/>
                </a:lnTo>
                <a:lnTo>
                  <a:pt x="209587" y="64493"/>
                </a:lnTo>
                <a:lnTo>
                  <a:pt x="209447" y="63663"/>
                </a:lnTo>
                <a:lnTo>
                  <a:pt x="209275" y="62838"/>
                </a:lnTo>
                <a:lnTo>
                  <a:pt x="209073" y="62016"/>
                </a:lnTo>
                <a:lnTo>
                  <a:pt x="208838" y="61197"/>
                </a:lnTo>
                <a:lnTo>
                  <a:pt x="208573" y="60382"/>
                </a:lnTo>
                <a:lnTo>
                  <a:pt x="208277" y="59571"/>
                </a:lnTo>
                <a:lnTo>
                  <a:pt x="207949" y="58763"/>
                </a:lnTo>
                <a:lnTo>
                  <a:pt x="207590" y="57959"/>
                </a:lnTo>
                <a:lnTo>
                  <a:pt x="207310" y="57372"/>
                </a:lnTo>
                <a:lnTo>
                  <a:pt x="207025" y="56809"/>
                </a:lnTo>
                <a:lnTo>
                  <a:pt x="206736" y="56270"/>
                </a:lnTo>
                <a:lnTo>
                  <a:pt x="206442" y="55755"/>
                </a:lnTo>
                <a:lnTo>
                  <a:pt x="206144" y="55264"/>
                </a:lnTo>
                <a:lnTo>
                  <a:pt x="205841" y="54797"/>
                </a:lnTo>
                <a:lnTo>
                  <a:pt x="205534" y="54355"/>
                </a:lnTo>
                <a:lnTo>
                  <a:pt x="205222" y="53936"/>
                </a:lnTo>
                <a:lnTo>
                  <a:pt x="204906" y="53542"/>
                </a:lnTo>
                <a:lnTo>
                  <a:pt x="204585" y="53171"/>
                </a:lnTo>
                <a:lnTo>
                  <a:pt x="204260" y="52825"/>
                </a:lnTo>
                <a:lnTo>
                  <a:pt x="203931" y="52503"/>
                </a:lnTo>
                <a:lnTo>
                  <a:pt x="203457" y="52078"/>
                </a:lnTo>
                <a:lnTo>
                  <a:pt x="202954" y="51660"/>
                </a:lnTo>
                <a:lnTo>
                  <a:pt x="202422" y="51248"/>
                </a:lnTo>
                <a:lnTo>
                  <a:pt x="201862" y="50844"/>
                </a:lnTo>
                <a:lnTo>
                  <a:pt x="201274" y="50446"/>
                </a:lnTo>
                <a:lnTo>
                  <a:pt x="200657" y="50054"/>
                </a:lnTo>
                <a:lnTo>
                  <a:pt x="200011" y="49670"/>
                </a:lnTo>
                <a:lnTo>
                  <a:pt x="199337" y="49292"/>
                </a:lnTo>
                <a:lnTo>
                  <a:pt x="198635" y="48921"/>
                </a:lnTo>
                <a:lnTo>
                  <a:pt x="197904" y="48557"/>
                </a:lnTo>
                <a:lnTo>
                  <a:pt x="197144" y="48199"/>
                </a:lnTo>
                <a:lnTo>
                  <a:pt x="196356" y="47848"/>
                </a:lnTo>
                <a:lnTo>
                  <a:pt x="195552" y="47515"/>
                </a:lnTo>
                <a:lnTo>
                  <a:pt x="194746" y="47211"/>
                </a:lnTo>
                <a:lnTo>
                  <a:pt x="193936" y="46935"/>
                </a:lnTo>
                <a:lnTo>
                  <a:pt x="193125" y="46689"/>
                </a:lnTo>
                <a:lnTo>
                  <a:pt x="192310" y="46471"/>
                </a:lnTo>
                <a:lnTo>
                  <a:pt x="191493" y="46283"/>
                </a:lnTo>
                <a:lnTo>
                  <a:pt x="190673" y="46124"/>
                </a:lnTo>
                <a:lnTo>
                  <a:pt x="189851" y="45993"/>
                </a:lnTo>
                <a:lnTo>
                  <a:pt x="189025" y="45892"/>
                </a:lnTo>
                <a:lnTo>
                  <a:pt x="188198" y="45819"/>
                </a:lnTo>
                <a:lnTo>
                  <a:pt x="187367" y="45776"/>
                </a:lnTo>
                <a:lnTo>
                  <a:pt x="186534" y="45761"/>
                </a:lnTo>
                <a:lnTo>
                  <a:pt x="184479" y="45761"/>
                </a:lnTo>
                <a:lnTo>
                  <a:pt x="184479" y="43839"/>
                </a:lnTo>
                <a:lnTo>
                  <a:pt x="185325" y="43715"/>
                </a:lnTo>
                <a:lnTo>
                  <a:pt x="186171" y="43559"/>
                </a:lnTo>
                <a:lnTo>
                  <a:pt x="187017" y="43370"/>
                </a:lnTo>
                <a:lnTo>
                  <a:pt x="187864" y="43148"/>
                </a:lnTo>
                <a:lnTo>
                  <a:pt x="188711" y="42893"/>
                </a:lnTo>
                <a:lnTo>
                  <a:pt x="189559" y="42605"/>
                </a:lnTo>
                <a:lnTo>
                  <a:pt x="190407" y="42284"/>
                </a:lnTo>
                <a:lnTo>
                  <a:pt x="191256" y="41930"/>
                </a:lnTo>
                <a:lnTo>
                  <a:pt x="192105" y="41543"/>
                </a:lnTo>
                <a:lnTo>
                  <a:pt x="192954" y="41124"/>
                </a:lnTo>
                <a:lnTo>
                  <a:pt x="193804" y="40671"/>
                </a:lnTo>
                <a:lnTo>
                  <a:pt x="194655" y="40185"/>
                </a:lnTo>
                <a:lnTo>
                  <a:pt x="195486" y="39675"/>
                </a:lnTo>
                <a:lnTo>
                  <a:pt x="196278" y="39147"/>
                </a:lnTo>
                <a:lnTo>
                  <a:pt x="197032" y="38603"/>
                </a:lnTo>
                <a:lnTo>
                  <a:pt x="197747" y="38042"/>
                </a:lnTo>
                <a:lnTo>
                  <a:pt x="198423" y="37464"/>
                </a:lnTo>
                <a:lnTo>
                  <a:pt x="199060" y="36869"/>
                </a:lnTo>
                <a:lnTo>
                  <a:pt x="199659" y="36257"/>
                </a:lnTo>
                <a:lnTo>
                  <a:pt x="200218" y="35628"/>
                </a:lnTo>
                <a:lnTo>
                  <a:pt x="200739" y="34982"/>
                </a:lnTo>
                <a:lnTo>
                  <a:pt x="201221" y="34319"/>
                </a:lnTo>
                <a:lnTo>
                  <a:pt x="201665" y="33640"/>
                </a:lnTo>
                <a:lnTo>
                  <a:pt x="202069" y="32943"/>
                </a:lnTo>
                <a:lnTo>
                  <a:pt x="202438" y="32232"/>
                </a:lnTo>
                <a:lnTo>
                  <a:pt x="202775" y="31510"/>
                </a:lnTo>
                <a:lnTo>
                  <a:pt x="203080" y="30776"/>
                </a:lnTo>
                <a:lnTo>
                  <a:pt x="203353" y="30030"/>
                </a:lnTo>
                <a:lnTo>
                  <a:pt x="203594" y="29273"/>
                </a:lnTo>
                <a:lnTo>
                  <a:pt x="203803" y="28505"/>
                </a:lnTo>
                <a:lnTo>
                  <a:pt x="203979" y="27724"/>
                </a:lnTo>
                <a:lnTo>
                  <a:pt x="204124" y="26933"/>
                </a:lnTo>
                <a:lnTo>
                  <a:pt x="204236" y="26129"/>
                </a:lnTo>
                <a:lnTo>
                  <a:pt x="204316" y="25314"/>
                </a:lnTo>
                <a:lnTo>
                  <a:pt x="204364" y="24488"/>
                </a:lnTo>
                <a:lnTo>
                  <a:pt x="204380" y="23650"/>
                </a:lnTo>
                <a:lnTo>
                  <a:pt x="204352" y="22567"/>
                </a:lnTo>
                <a:lnTo>
                  <a:pt x="204265" y="21520"/>
                </a:lnTo>
                <a:lnTo>
                  <a:pt x="204122" y="20507"/>
                </a:lnTo>
                <a:lnTo>
                  <a:pt x="203920" y="19530"/>
                </a:lnTo>
                <a:lnTo>
                  <a:pt x="203662" y="18588"/>
                </a:lnTo>
                <a:lnTo>
                  <a:pt x="203345" y="17681"/>
                </a:lnTo>
                <a:lnTo>
                  <a:pt x="202971" y="16810"/>
                </a:lnTo>
                <a:lnTo>
                  <a:pt x="202540" y="15973"/>
                </a:lnTo>
                <a:lnTo>
                  <a:pt x="202051" y="15172"/>
                </a:lnTo>
                <a:lnTo>
                  <a:pt x="201505" y="14405"/>
                </a:lnTo>
                <a:lnTo>
                  <a:pt x="200901" y="13674"/>
                </a:lnTo>
                <a:lnTo>
                  <a:pt x="200240" y="12979"/>
                </a:lnTo>
                <a:lnTo>
                  <a:pt x="199536" y="12328"/>
                </a:lnTo>
                <a:lnTo>
                  <a:pt x="198803" y="11735"/>
                </a:lnTo>
                <a:lnTo>
                  <a:pt x="198043" y="11198"/>
                </a:lnTo>
                <a:lnTo>
                  <a:pt x="197255" y="10718"/>
                </a:lnTo>
                <a:lnTo>
                  <a:pt x="196438" y="10294"/>
                </a:lnTo>
                <a:lnTo>
                  <a:pt x="195593" y="9926"/>
                </a:lnTo>
                <a:lnTo>
                  <a:pt x="194721" y="9615"/>
                </a:lnTo>
                <a:lnTo>
                  <a:pt x="193820" y="9361"/>
                </a:lnTo>
                <a:lnTo>
                  <a:pt x="192891" y="9163"/>
                </a:lnTo>
                <a:lnTo>
                  <a:pt x="191934" y="9022"/>
                </a:lnTo>
                <a:lnTo>
                  <a:pt x="190949" y="8937"/>
                </a:lnTo>
                <a:lnTo>
                  <a:pt x="189936" y="8909"/>
                </a:lnTo>
                <a:lnTo>
                  <a:pt x="188300" y="8983"/>
                </a:lnTo>
                <a:lnTo>
                  <a:pt x="186710" y="9204"/>
                </a:lnTo>
                <a:lnTo>
                  <a:pt x="185166" y="9574"/>
                </a:lnTo>
                <a:lnTo>
                  <a:pt x="183666" y="10091"/>
                </a:lnTo>
                <a:lnTo>
                  <a:pt x="182213" y="10756"/>
                </a:lnTo>
                <a:lnTo>
                  <a:pt x="180804" y="11569"/>
                </a:lnTo>
                <a:lnTo>
                  <a:pt x="179441" y="12529"/>
                </a:lnTo>
                <a:lnTo>
                  <a:pt x="178124" y="13637"/>
                </a:lnTo>
                <a:lnTo>
                  <a:pt x="176852" y="14893"/>
                </a:lnTo>
                <a:lnTo>
                  <a:pt x="175626" y="16297"/>
                </a:lnTo>
                <a:lnTo>
                  <a:pt x="174445" y="17849"/>
                </a:lnTo>
                <a:lnTo>
                  <a:pt x="173309" y="19548"/>
                </a:lnTo>
                <a:lnTo>
                  <a:pt x="171191" y="18522"/>
                </a:lnTo>
                <a:close/>
                <a:moveTo>
                  <a:pt x="246686" y="76525"/>
                </a:moveTo>
                <a:lnTo>
                  <a:pt x="247182" y="76540"/>
                </a:lnTo>
                <a:lnTo>
                  <a:pt x="247665" y="76583"/>
                </a:lnTo>
                <a:lnTo>
                  <a:pt x="248134" y="76655"/>
                </a:lnTo>
                <a:lnTo>
                  <a:pt x="248590" y="76757"/>
                </a:lnTo>
                <a:lnTo>
                  <a:pt x="249033" y="76887"/>
                </a:lnTo>
                <a:lnTo>
                  <a:pt x="249463" y="77046"/>
                </a:lnTo>
                <a:lnTo>
                  <a:pt x="249878" y="77234"/>
                </a:lnTo>
                <a:lnTo>
                  <a:pt x="250281" y="77451"/>
                </a:lnTo>
                <a:lnTo>
                  <a:pt x="250670" y="77697"/>
                </a:lnTo>
                <a:lnTo>
                  <a:pt x="251046" y="77972"/>
                </a:lnTo>
                <a:lnTo>
                  <a:pt x="251408" y="78276"/>
                </a:lnTo>
                <a:lnTo>
                  <a:pt x="251758" y="78608"/>
                </a:lnTo>
                <a:lnTo>
                  <a:pt x="252086" y="78961"/>
                </a:lnTo>
                <a:lnTo>
                  <a:pt x="252385" y="79327"/>
                </a:lnTo>
                <a:lnTo>
                  <a:pt x="252656" y="79704"/>
                </a:lnTo>
                <a:lnTo>
                  <a:pt x="252899" y="80093"/>
                </a:lnTo>
                <a:lnTo>
                  <a:pt x="253113" y="80494"/>
                </a:lnTo>
                <a:lnTo>
                  <a:pt x="253298" y="80908"/>
                </a:lnTo>
                <a:lnTo>
                  <a:pt x="253455" y="81333"/>
                </a:lnTo>
                <a:lnTo>
                  <a:pt x="253584" y="81770"/>
                </a:lnTo>
                <a:lnTo>
                  <a:pt x="253683" y="82219"/>
                </a:lnTo>
                <a:lnTo>
                  <a:pt x="253755" y="82681"/>
                </a:lnTo>
                <a:lnTo>
                  <a:pt x="253798" y="83154"/>
                </a:lnTo>
                <a:lnTo>
                  <a:pt x="253812" y="83639"/>
                </a:lnTo>
                <a:lnTo>
                  <a:pt x="253797" y="84125"/>
                </a:lnTo>
                <a:lnTo>
                  <a:pt x="253754" y="84598"/>
                </a:lnTo>
                <a:lnTo>
                  <a:pt x="253681" y="85059"/>
                </a:lnTo>
                <a:lnTo>
                  <a:pt x="253580" y="85509"/>
                </a:lnTo>
                <a:lnTo>
                  <a:pt x="253450" y="85946"/>
                </a:lnTo>
                <a:lnTo>
                  <a:pt x="253290" y="86371"/>
                </a:lnTo>
                <a:lnTo>
                  <a:pt x="253102" y="86785"/>
                </a:lnTo>
                <a:lnTo>
                  <a:pt x="252885" y="87186"/>
                </a:lnTo>
                <a:lnTo>
                  <a:pt x="252638" y="87575"/>
                </a:lnTo>
                <a:lnTo>
                  <a:pt x="252363" y="87952"/>
                </a:lnTo>
                <a:lnTo>
                  <a:pt x="252059" y="88317"/>
                </a:lnTo>
                <a:lnTo>
                  <a:pt x="251725" y="88671"/>
                </a:lnTo>
                <a:lnTo>
                  <a:pt x="251372" y="89003"/>
                </a:lnTo>
                <a:lnTo>
                  <a:pt x="251006" y="89307"/>
                </a:lnTo>
                <a:lnTo>
                  <a:pt x="250628" y="89582"/>
                </a:lnTo>
                <a:lnTo>
                  <a:pt x="250238" y="89828"/>
                </a:lnTo>
                <a:lnTo>
                  <a:pt x="249836" y="90045"/>
                </a:lnTo>
                <a:lnTo>
                  <a:pt x="249422" y="90233"/>
                </a:lnTo>
                <a:lnTo>
                  <a:pt x="248996" y="90392"/>
                </a:lnTo>
                <a:lnTo>
                  <a:pt x="248558" y="90522"/>
                </a:lnTo>
                <a:lnTo>
                  <a:pt x="248108" y="90623"/>
                </a:lnTo>
                <a:lnTo>
                  <a:pt x="247646" y="90696"/>
                </a:lnTo>
                <a:lnTo>
                  <a:pt x="247172" y="90739"/>
                </a:lnTo>
                <a:lnTo>
                  <a:pt x="246686" y="90754"/>
                </a:lnTo>
                <a:lnTo>
                  <a:pt x="246200" y="90739"/>
                </a:lnTo>
                <a:lnTo>
                  <a:pt x="245726" y="90696"/>
                </a:lnTo>
                <a:lnTo>
                  <a:pt x="245264" y="90623"/>
                </a:lnTo>
                <a:lnTo>
                  <a:pt x="244814" y="90522"/>
                </a:lnTo>
                <a:lnTo>
                  <a:pt x="244376" y="90392"/>
                </a:lnTo>
                <a:lnTo>
                  <a:pt x="243950" y="90233"/>
                </a:lnTo>
                <a:lnTo>
                  <a:pt x="243536" y="90045"/>
                </a:lnTo>
                <a:lnTo>
                  <a:pt x="243134" y="89828"/>
                </a:lnTo>
                <a:lnTo>
                  <a:pt x="242744" y="89582"/>
                </a:lnTo>
                <a:lnTo>
                  <a:pt x="242366" y="89307"/>
                </a:lnTo>
                <a:lnTo>
                  <a:pt x="242000" y="89003"/>
                </a:lnTo>
                <a:lnTo>
                  <a:pt x="241647" y="88671"/>
                </a:lnTo>
                <a:lnTo>
                  <a:pt x="241313" y="88317"/>
                </a:lnTo>
                <a:lnTo>
                  <a:pt x="241009" y="87952"/>
                </a:lnTo>
                <a:lnTo>
                  <a:pt x="240734" y="87575"/>
                </a:lnTo>
                <a:lnTo>
                  <a:pt x="240487" y="87186"/>
                </a:lnTo>
                <a:lnTo>
                  <a:pt x="240270" y="86785"/>
                </a:lnTo>
                <a:lnTo>
                  <a:pt x="240082" y="86371"/>
                </a:lnTo>
                <a:lnTo>
                  <a:pt x="239922" y="85946"/>
                </a:lnTo>
                <a:lnTo>
                  <a:pt x="239792" y="85509"/>
                </a:lnTo>
                <a:lnTo>
                  <a:pt x="239691" y="85059"/>
                </a:lnTo>
                <a:lnTo>
                  <a:pt x="239618" y="84598"/>
                </a:lnTo>
                <a:lnTo>
                  <a:pt x="239575" y="84125"/>
                </a:lnTo>
                <a:lnTo>
                  <a:pt x="239560" y="83639"/>
                </a:lnTo>
                <a:lnTo>
                  <a:pt x="239575" y="83144"/>
                </a:lnTo>
                <a:lnTo>
                  <a:pt x="239618" y="82662"/>
                </a:lnTo>
                <a:lnTo>
                  <a:pt x="239691" y="82193"/>
                </a:lnTo>
                <a:lnTo>
                  <a:pt x="239792" y="81738"/>
                </a:lnTo>
                <a:lnTo>
                  <a:pt x="239922" y="81296"/>
                </a:lnTo>
                <a:lnTo>
                  <a:pt x="240082" y="80867"/>
                </a:lnTo>
                <a:lnTo>
                  <a:pt x="240270" y="80452"/>
                </a:lnTo>
                <a:lnTo>
                  <a:pt x="240487" y="80050"/>
                </a:lnTo>
                <a:lnTo>
                  <a:pt x="240734" y="79662"/>
                </a:lnTo>
                <a:lnTo>
                  <a:pt x="241009" y="79287"/>
                </a:lnTo>
                <a:lnTo>
                  <a:pt x="241313" y="78925"/>
                </a:lnTo>
                <a:lnTo>
                  <a:pt x="241647" y="78576"/>
                </a:lnTo>
                <a:lnTo>
                  <a:pt x="242000" y="78249"/>
                </a:lnTo>
                <a:lnTo>
                  <a:pt x="242366" y="77950"/>
                </a:lnTo>
                <a:lnTo>
                  <a:pt x="242744" y="77679"/>
                </a:lnTo>
                <a:lnTo>
                  <a:pt x="243134" y="77437"/>
                </a:lnTo>
                <a:lnTo>
                  <a:pt x="243536" y="77223"/>
                </a:lnTo>
                <a:lnTo>
                  <a:pt x="243950" y="77038"/>
                </a:lnTo>
                <a:lnTo>
                  <a:pt x="244376" y="76881"/>
                </a:lnTo>
                <a:lnTo>
                  <a:pt x="244814" y="76753"/>
                </a:lnTo>
                <a:lnTo>
                  <a:pt x="245264" y="76653"/>
                </a:lnTo>
                <a:lnTo>
                  <a:pt x="245726" y="76582"/>
                </a:lnTo>
                <a:lnTo>
                  <a:pt x="246200" y="76539"/>
                </a:lnTo>
                <a:lnTo>
                  <a:pt x="246686" y="76525"/>
                </a:lnTo>
                <a:close/>
                <a:moveTo>
                  <a:pt x="267871" y="46018"/>
                </a:moveTo>
                <a:lnTo>
                  <a:pt x="267902" y="43568"/>
                </a:lnTo>
                <a:lnTo>
                  <a:pt x="267996" y="41176"/>
                </a:lnTo>
                <a:lnTo>
                  <a:pt x="268152" y="38841"/>
                </a:lnTo>
                <a:lnTo>
                  <a:pt x="268370" y="36564"/>
                </a:lnTo>
                <a:lnTo>
                  <a:pt x="268651" y="34344"/>
                </a:lnTo>
                <a:lnTo>
                  <a:pt x="268994" y="32182"/>
                </a:lnTo>
                <a:lnTo>
                  <a:pt x="269400" y="30077"/>
                </a:lnTo>
                <a:lnTo>
                  <a:pt x="269868" y="28029"/>
                </a:lnTo>
                <a:lnTo>
                  <a:pt x="270399" y="26039"/>
                </a:lnTo>
                <a:lnTo>
                  <a:pt x="270992" y="24106"/>
                </a:lnTo>
                <a:lnTo>
                  <a:pt x="271647" y="22231"/>
                </a:lnTo>
                <a:lnTo>
                  <a:pt x="272365" y="20413"/>
                </a:lnTo>
                <a:lnTo>
                  <a:pt x="273134" y="18662"/>
                </a:lnTo>
                <a:lnTo>
                  <a:pt x="273945" y="16987"/>
                </a:lnTo>
                <a:lnTo>
                  <a:pt x="274796" y="15388"/>
                </a:lnTo>
                <a:lnTo>
                  <a:pt x="275689" y="13865"/>
                </a:lnTo>
                <a:lnTo>
                  <a:pt x="276622" y="12418"/>
                </a:lnTo>
                <a:lnTo>
                  <a:pt x="277597" y="11048"/>
                </a:lnTo>
                <a:lnTo>
                  <a:pt x="278612" y="9753"/>
                </a:lnTo>
                <a:lnTo>
                  <a:pt x="279669" y="8535"/>
                </a:lnTo>
                <a:lnTo>
                  <a:pt x="280766" y="7393"/>
                </a:lnTo>
                <a:lnTo>
                  <a:pt x="281905" y="6326"/>
                </a:lnTo>
                <a:lnTo>
                  <a:pt x="283085" y="5336"/>
                </a:lnTo>
                <a:lnTo>
                  <a:pt x="284305" y="4422"/>
                </a:lnTo>
                <a:lnTo>
                  <a:pt x="285271" y="3757"/>
                </a:lnTo>
                <a:lnTo>
                  <a:pt x="286242" y="3149"/>
                </a:lnTo>
                <a:lnTo>
                  <a:pt x="287218" y="2600"/>
                </a:lnTo>
                <a:lnTo>
                  <a:pt x="288200" y="2108"/>
                </a:lnTo>
                <a:lnTo>
                  <a:pt x="289187" y="1674"/>
                </a:lnTo>
                <a:lnTo>
                  <a:pt x="290179" y="1298"/>
                </a:lnTo>
                <a:lnTo>
                  <a:pt x="291177" y="980"/>
                </a:lnTo>
                <a:lnTo>
                  <a:pt x="292180" y="719"/>
                </a:lnTo>
                <a:lnTo>
                  <a:pt x="293188" y="517"/>
                </a:lnTo>
                <a:lnTo>
                  <a:pt x="294202" y="372"/>
                </a:lnTo>
                <a:lnTo>
                  <a:pt x="295221" y="285"/>
                </a:lnTo>
                <a:lnTo>
                  <a:pt x="296246" y="256"/>
                </a:lnTo>
                <a:lnTo>
                  <a:pt x="297901" y="327"/>
                </a:lnTo>
                <a:lnTo>
                  <a:pt x="299527" y="539"/>
                </a:lnTo>
                <a:lnTo>
                  <a:pt x="301125" y="893"/>
                </a:lnTo>
                <a:lnTo>
                  <a:pt x="302694" y="1389"/>
                </a:lnTo>
                <a:lnTo>
                  <a:pt x="304235" y="2026"/>
                </a:lnTo>
                <a:lnTo>
                  <a:pt x="305747" y="2804"/>
                </a:lnTo>
                <a:lnTo>
                  <a:pt x="307231" y="3724"/>
                </a:lnTo>
                <a:lnTo>
                  <a:pt x="308686" y="4785"/>
                </a:lnTo>
                <a:lnTo>
                  <a:pt x="310112" y="5989"/>
                </a:lnTo>
                <a:lnTo>
                  <a:pt x="311510" y="7333"/>
                </a:lnTo>
                <a:lnTo>
                  <a:pt x="312880" y="8819"/>
                </a:lnTo>
                <a:lnTo>
                  <a:pt x="314221" y="10447"/>
                </a:lnTo>
                <a:lnTo>
                  <a:pt x="315810" y="12614"/>
                </a:lnTo>
                <a:lnTo>
                  <a:pt x="317261" y="14905"/>
                </a:lnTo>
                <a:lnTo>
                  <a:pt x="318574" y="17321"/>
                </a:lnTo>
                <a:lnTo>
                  <a:pt x="319749" y="19861"/>
                </a:lnTo>
                <a:lnTo>
                  <a:pt x="320785" y="22526"/>
                </a:lnTo>
                <a:lnTo>
                  <a:pt x="321684" y="25316"/>
                </a:lnTo>
                <a:lnTo>
                  <a:pt x="322444" y="28231"/>
                </a:lnTo>
                <a:lnTo>
                  <a:pt x="323066" y="31270"/>
                </a:lnTo>
                <a:lnTo>
                  <a:pt x="323549" y="34433"/>
                </a:lnTo>
                <a:lnTo>
                  <a:pt x="323895" y="37721"/>
                </a:lnTo>
                <a:lnTo>
                  <a:pt x="324102" y="41134"/>
                </a:lnTo>
                <a:lnTo>
                  <a:pt x="324171" y="44672"/>
                </a:lnTo>
                <a:lnTo>
                  <a:pt x="324141" y="47161"/>
                </a:lnTo>
                <a:lnTo>
                  <a:pt x="324050" y="49587"/>
                </a:lnTo>
                <a:lnTo>
                  <a:pt x="323898" y="51950"/>
                </a:lnTo>
                <a:lnTo>
                  <a:pt x="323686" y="54250"/>
                </a:lnTo>
                <a:lnTo>
                  <a:pt x="323413" y="56486"/>
                </a:lnTo>
                <a:lnTo>
                  <a:pt x="323080" y="58660"/>
                </a:lnTo>
                <a:lnTo>
                  <a:pt x="322686" y="60770"/>
                </a:lnTo>
                <a:lnTo>
                  <a:pt x="322231" y="62817"/>
                </a:lnTo>
                <a:lnTo>
                  <a:pt x="321716" y="64801"/>
                </a:lnTo>
                <a:lnTo>
                  <a:pt x="321140" y="66721"/>
                </a:lnTo>
                <a:lnTo>
                  <a:pt x="320503" y="68578"/>
                </a:lnTo>
                <a:lnTo>
                  <a:pt x="319806" y="70372"/>
                </a:lnTo>
                <a:lnTo>
                  <a:pt x="319062" y="72095"/>
                </a:lnTo>
                <a:lnTo>
                  <a:pt x="318284" y="73736"/>
                </a:lnTo>
                <a:lnTo>
                  <a:pt x="317473" y="75298"/>
                </a:lnTo>
                <a:lnTo>
                  <a:pt x="316628" y="76778"/>
                </a:lnTo>
                <a:lnTo>
                  <a:pt x="315750" y="78178"/>
                </a:lnTo>
                <a:lnTo>
                  <a:pt x="314839" y="79497"/>
                </a:lnTo>
                <a:lnTo>
                  <a:pt x="313894" y="80736"/>
                </a:lnTo>
                <a:lnTo>
                  <a:pt x="312916" y="81895"/>
                </a:lnTo>
                <a:lnTo>
                  <a:pt x="311904" y="82972"/>
                </a:lnTo>
                <a:lnTo>
                  <a:pt x="310859" y="83970"/>
                </a:lnTo>
                <a:lnTo>
                  <a:pt x="309780" y="84886"/>
                </a:lnTo>
                <a:lnTo>
                  <a:pt x="308668" y="85722"/>
                </a:lnTo>
                <a:lnTo>
                  <a:pt x="307542" y="86485"/>
                </a:lnTo>
                <a:lnTo>
                  <a:pt x="306424" y="87181"/>
                </a:lnTo>
                <a:lnTo>
                  <a:pt x="305312" y="87811"/>
                </a:lnTo>
                <a:lnTo>
                  <a:pt x="304206" y="88375"/>
                </a:lnTo>
                <a:lnTo>
                  <a:pt x="303107" y="88872"/>
                </a:lnTo>
                <a:lnTo>
                  <a:pt x="302015" y="89303"/>
                </a:lnTo>
                <a:lnTo>
                  <a:pt x="300930" y="89668"/>
                </a:lnTo>
                <a:lnTo>
                  <a:pt x="299851" y="89967"/>
                </a:lnTo>
                <a:lnTo>
                  <a:pt x="298780" y="90199"/>
                </a:lnTo>
                <a:lnTo>
                  <a:pt x="297714" y="90365"/>
                </a:lnTo>
                <a:lnTo>
                  <a:pt x="296656" y="90464"/>
                </a:lnTo>
                <a:lnTo>
                  <a:pt x="295604" y="90497"/>
                </a:lnTo>
                <a:lnTo>
                  <a:pt x="293557" y="90395"/>
                </a:lnTo>
                <a:lnTo>
                  <a:pt x="291568" y="90090"/>
                </a:lnTo>
                <a:lnTo>
                  <a:pt x="289638" y="89580"/>
                </a:lnTo>
                <a:lnTo>
                  <a:pt x="287765" y="88866"/>
                </a:lnTo>
                <a:lnTo>
                  <a:pt x="285950" y="87949"/>
                </a:lnTo>
                <a:lnTo>
                  <a:pt x="284193" y="86828"/>
                </a:lnTo>
                <a:lnTo>
                  <a:pt x="282494" y="85503"/>
                </a:lnTo>
                <a:lnTo>
                  <a:pt x="280853" y="83974"/>
                </a:lnTo>
                <a:lnTo>
                  <a:pt x="279270" y="82241"/>
                </a:lnTo>
                <a:lnTo>
                  <a:pt x="277745" y="80305"/>
                </a:lnTo>
                <a:lnTo>
                  <a:pt x="276278" y="78164"/>
                </a:lnTo>
                <a:lnTo>
                  <a:pt x="274868" y="75820"/>
                </a:lnTo>
                <a:lnTo>
                  <a:pt x="273751" y="73723"/>
                </a:lnTo>
                <a:lnTo>
                  <a:pt x="272730" y="71556"/>
                </a:lnTo>
                <a:lnTo>
                  <a:pt x="271807" y="69319"/>
                </a:lnTo>
                <a:lnTo>
                  <a:pt x="270981" y="67011"/>
                </a:lnTo>
                <a:lnTo>
                  <a:pt x="270252" y="64633"/>
                </a:lnTo>
                <a:lnTo>
                  <a:pt x="269620" y="62185"/>
                </a:lnTo>
                <a:lnTo>
                  <a:pt x="269086" y="59666"/>
                </a:lnTo>
                <a:lnTo>
                  <a:pt x="268648" y="57077"/>
                </a:lnTo>
                <a:lnTo>
                  <a:pt x="268308" y="54418"/>
                </a:lnTo>
                <a:lnTo>
                  <a:pt x="268065" y="51688"/>
                </a:lnTo>
                <a:lnTo>
                  <a:pt x="267919" y="48888"/>
                </a:lnTo>
                <a:lnTo>
                  <a:pt x="267871" y="46018"/>
                </a:lnTo>
                <a:moveTo>
                  <a:pt x="280453" y="47654"/>
                </a:moveTo>
                <a:lnTo>
                  <a:pt x="280484" y="50601"/>
                </a:lnTo>
                <a:lnTo>
                  <a:pt x="280576" y="53457"/>
                </a:lnTo>
                <a:lnTo>
                  <a:pt x="280730" y="56221"/>
                </a:lnTo>
                <a:lnTo>
                  <a:pt x="280946" y="58893"/>
                </a:lnTo>
                <a:lnTo>
                  <a:pt x="281222" y="61473"/>
                </a:lnTo>
                <a:lnTo>
                  <a:pt x="281561" y="63962"/>
                </a:lnTo>
                <a:lnTo>
                  <a:pt x="281961" y="66359"/>
                </a:lnTo>
                <a:lnTo>
                  <a:pt x="282422" y="68664"/>
                </a:lnTo>
                <a:lnTo>
                  <a:pt x="282945" y="70877"/>
                </a:lnTo>
                <a:lnTo>
                  <a:pt x="283530" y="72998"/>
                </a:lnTo>
                <a:lnTo>
                  <a:pt x="284175" y="75028"/>
                </a:lnTo>
                <a:lnTo>
                  <a:pt x="284883" y="76966"/>
                </a:lnTo>
                <a:lnTo>
                  <a:pt x="285518" y="78492"/>
                </a:lnTo>
                <a:lnTo>
                  <a:pt x="286203" y="79886"/>
                </a:lnTo>
                <a:lnTo>
                  <a:pt x="286937" y="81147"/>
                </a:lnTo>
                <a:lnTo>
                  <a:pt x="287722" y="82276"/>
                </a:lnTo>
                <a:lnTo>
                  <a:pt x="288556" y="83271"/>
                </a:lnTo>
                <a:lnTo>
                  <a:pt x="289441" y="84134"/>
                </a:lnTo>
                <a:lnTo>
                  <a:pt x="290375" y="84864"/>
                </a:lnTo>
                <a:lnTo>
                  <a:pt x="291360" y="85462"/>
                </a:lnTo>
                <a:lnTo>
                  <a:pt x="292394" y="85926"/>
                </a:lnTo>
                <a:lnTo>
                  <a:pt x="293478" y="86258"/>
                </a:lnTo>
                <a:lnTo>
                  <a:pt x="294612" y="86457"/>
                </a:lnTo>
                <a:lnTo>
                  <a:pt x="295796" y="86524"/>
                </a:lnTo>
                <a:lnTo>
                  <a:pt x="296376" y="86502"/>
                </a:lnTo>
                <a:lnTo>
                  <a:pt x="296959" y="86437"/>
                </a:lnTo>
                <a:lnTo>
                  <a:pt x="297546" y="86329"/>
                </a:lnTo>
                <a:lnTo>
                  <a:pt x="298136" y="86178"/>
                </a:lnTo>
                <a:lnTo>
                  <a:pt x="298730" y="85984"/>
                </a:lnTo>
                <a:lnTo>
                  <a:pt x="299327" y="85746"/>
                </a:lnTo>
                <a:lnTo>
                  <a:pt x="299928" y="85465"/>
                </a:lnTo>
                <a:lnTo>
                  <a:pt x="300533" y="85141"/>
                </a:lnTo>
                <a:lnTo>
                  <a:pt x="301141" y="84774"/>
                </a:lnTo>
                <a:lnTo>
                  <a:pt x="301752" y="84364"/>
                </a:lnTo>
                <a:lnTo>
                  <a:pt x="302368" y="83910"/>
                </a:lnTo>
                <a:lnTo>
                  <a:pt x="302986" y="83413"/>
                </a:lnTo>
                <a:lnTo>
                  <a:pt x="303595" y="82866"/>
                </a:lnTo>
                <a:lnTo>
                  <a:pt x="304178" y="82260"/>
                </a:lnTo>
                <a:lnTo>
                  <a:pt x="304736" y="81595"/>
                </a:lnTo>
                <a:lnTo>
                  <a:pt x="305269" y="80873"/>
                </a:lnTo>
                <a:lnTo>
                  <a:pt x="305777" y="80092"/>
                </a:lnTo>
                <a:lnTo>
                  <a:pt x="306260" y="79252"/>
                </a:lnTo>
                <a:lnTo>
                  <a:pt x="306719" y="78354"/>
                </a:lnTo>
                <a:lnTo>
                  <a:pt x="307152" y="77398"/>
                </a:lnTo>
                <a:lnTo>
                  <a:pt x="307560" y="76384"/>
                </a:lnTo>
                <a:lnTo>
                  <a:pt x="307944" y="75311"/>
                </a:lnTo>
                <a:lnTo>
                  <a:pt x="308302" y="74180"/>
                </a:lnTo>
                <a:lnTo>
                  <a:pt x="308636" y="72990"/>
                </a:lnTo>
                <a:lnTo>
                  <a:pt x="309107" y="71088"/>
                </a:lnTo>
                <a:lnTo>
                  <a:pt x="309538" y="69061"/>
                </a:lnTo>
                <a:lnTo>
                  <a:pt x="309928" y="66908"/>
                </a:lnTo>
                <a:lnTo>
                  <a:pt x="310276" y="64630"/>
                </a:lnTo>
                <a:lnTo>
                  <a:pt x="310584" y="62226"/>
                </a:lnTo>
                <a:lnTo>
                  <a:pt x="310851" y="59696"/>
                </a:lnTo>
                <a:lnTo>
                  <a:pt x="311076" y="57041"/>
                </a:lnTo>
                <a:lnTo>
                  <a:pt x="311261" y="54260"/>
                </a:lnTo>
                <a:lnTo>
                  <a:pt x="311404" y="51354"/>
                </a:lnTo>
                <a:lnTo>
                  <a:pt x="311507" y="48322"/>
                </a:lnTo>
                <a:lnTo>
                  <a:pt x="311568" y="45165"/>
                </a:lnTo>
                <a:lnTo>
                  <a:pt x="311589" y="41882"/>
                </a:lnTo>
                <a:lnTo>
                  <a:pt x="311567" y="39436"/>
                </a:lnTo>
                <a:lnTo>
                  <a:pt x="311503" y="37059"/>
                </a:lnTo>
                <a:lnTo>
                  <a:pt x="311396" y="34750"/>
                </a:lnTo>
                <a:lnTo>
                  <a:pt x="311246" y="32510"/>
                </a:lnTo>
                <a:lnTo>
                  <a:pt x="311054" y="30338"/>
                </a:lnTo>
                <a:lnTo>
                  <a:pt x="310818" y="28235"/>
                </a:lnTo>
                <a:lnTo>
                  <a:pt x="310540" y="26201"/>
                </a:lnTo>
                <a:lnTo>
                  <a:pt x="310219" y="24235"/>
                </a:lnTo>
                <a:lnTo>
                  <a:pt x="309855" y="22338"/>
                </a:lnTo>
                <a:lnTo>
                  <a:pt x="309449" y="20510"/>
                </a:lnTo>
                <a:lnTo>
                  <a:pt x="309000" y="18750"/>
                </a:lnTo>
                <a:lnTo>
                  <a:pt x="308507" y="17058"/>
                </a:lnTo>
                <a:lnTo>
                  <a:pt x="308113" y="15859"/>
                </a:lnTo>
                <a:lnTo>
                  <a:pt x="307700" y="14719"/>
                </a:lnTo>
                <a:lnTo>
                  <a:pt x="307268" y="13639"/>
                </a:lnTo>
                <a:lnTo>
                  <a:pt x="306817" y="12618"/>
                </a:lnTo>
                <a:lnTo>
                  <a:pt x="306347" y="11657"/>
                </a:lnTo>
                <a:lnTo>
                  <a:pt x="305859" y="10756"/>
                </a:lnTo>
                <a:lnTo>
                  <a:pt x="305352" y="9915"/>
                </a:lnTo>
                <a:lnTo>
                  <a:pt x="304827" y="9133"/>
                </a:lnTo>
                <a:lnTo>
                  <a:pt x="304282" y="8411"/>
                </a:lnTo>
                <a:lnTo>
                  <a:pt x="303719" y="7749"/>
                </a:lnTo>
                <a:lnTo>
                  <a:pt x="303138" y="7146"/>
                </a:lnTo>
                <a:lnTo>
                  <a:pt x="302537" y="6603"/>
                </a:lnTo>
                <a:lnTo>
                  <a:pt x="302091" y="6265"/>
                </a:lnTo>
                <a:lnTo>
                  <a:pt x="301629" y="5957"/>
                </a:lnTo>
                <a:lnTo>
                  <a:pt x="301153" y="5677"/>
                </a:lnTo>
                <a:lnTo>
                  <a:pt x="300661" y="5427"/>
                </a:lnTo>
                <a:lnTo>
                  <a:pt x="300154" y="5207"/>
                </a:lnTo>
                <a:lnTo>
                  <a:pt x="299632" y="5016"/>
                </a:lnTo>
                <a:lnTo>
                  <a:pt x="299095" y="4854"/>
                </a:lnTo>
                <a:lnTo>
                  <a:pt x="298543" y="4722"/>
                </a:lnTo>
                <a:lnTo>
                  <a:pt x="297975" y="4619"/>
                </a:lnTo>
                <a:lnTo>
                  <a:pt x="297392" y="4545"/>
                </a:lnTo>
                <a:lnTo>
                  <a:pt x="296795" y="4501"/>
                </a:lnTo>
                <a:lnTo>
                  <a:pt x="296182" y="4486"/>
                </a:lnTo>
                <a:lnTo>
                  <a:pt x="295461" y="4514"/>
                </a:lnTo>
                <a:lnTo>
                  <a:pt x="294753" y="4595"/>
                </a:lnTo>
                <a:lnTo>
                  <a:pt x="294059" y="4731"/>
                </a:lnTo>
                <a:lnTo>
                  <a:pt x="293378" y="4921"/>
                </a:lnTo>
                <a:lnTo>
                  <a:pt x="292711" y="5166"/>
                </a:lnTo>
                <a:lnTo>
                  <a:pt x="292057" y="5465"/>
                </a:lnTo>
                <a:lnTo>
                  <a:pt x="291416" y="5818"/>
                </a:lnTo>
                <a:lnTo>
                  <a:pt x="290789" y="6226"/>
                </a:lnTo>
                <a:lnTo>
                  <a:pt x="290175" y="6688"/>
                </a:lnTo>
                <a:lnTo>
                  <a:pt x="289575" y="7204"/>
                </a:lnTo>
                <a:lnTo>
                  <a:pt x="288988" y="7775"/>
                </a:lnTo>
                <a:lnTo>
                  <a:pt x="288414" y="8400"/>
                </a:lnTo>
                <a:lnTo>
                  <a:pt x="287664" y="9330"/>
                </a:lnTo>
                <a:lnTo>
                  <a:pt x="286955" y="10344"/>
                </a:lnTo>
                <a:lnTo>
                  <a:pt x="286287" y="11443"/>
                </a:lnTo>
                <a:lnTo>
                  <a:pt x="285660" y="12626"/>
                </a:lnTo>
                <a:lnTo>
                  <a:pt x="285075" y="13894"/>
                </a:lnTo>
                <a:lnTo>
                  <a:pt x="284530" y="15247"/>
                </a:lnTo>
                <a:lnTo>
                  <a:pt x="284026" y="16685"/>
                </a:lnTo>
                <a:lnTo>
                  <a:pt x="283563" y="18207"/>
                </a:lnTo>
                <a:lnTo>
                  <a:pt x="283142" y="19814"/>
                </a:lnTo>
                <a:lnTo>
                  <a:pt x="282761" y="21505"/>
                </a:lnTo>
                <a:lnTo>
                  <a:pt x="282421" y="23281"/>
                </a:lnTo>
                <a:lnTo>
                  <a:pt x="282123" y="25142"/>
                </a:lnTo>
                <a:lnTo>
                  <a:pt x="281856" y="27042"/>
                </a:lnTo>
                <a:lnTo>
                  <a:pt x="281613" y="28938"/>
                </a:lnTo>
                <a:lnTo>
                  <a:pt x="281392" y="30830"/>
                </a:lnTo>
                <a:lnTo>
                  <a:pt x="281195" y="32717"/>
                </a:lnTo>
                <a:lnTo>
                  <a:pt x="281021" y="34600"/>
                </a:lnTo>
                <a:lnTo>
                  <a:pt x="280871" y="36478"/>
                </a:lnTo>
                <a:lnTo>
                  <a:pt x="280743" y="38352"/>
                </a:lnTo>
                <a:lnTo>
                  <a:pt x="280639" y="40221"/>
                </a:lnTo>
                <a:lnTo>
                  <a:pt x="280558" y="42086"/>
                </a:lnTo>
                <a:lnTo>
                  <a:pt x="280500" y="43947"/>
                </a:lnTo>
                <a:lnTo>
                  <a:pt x="280465" y="45803"/>
                </a:lnTo>
                <a:lnTo>
                  <a:pt x="280453" y="47654"/>
                </a:lnTo>
                <a:close/>
                <a:moveTo>
                  <a:pt x="342853" y="52427"/>
                </a:moveTo>
                <a:lnTo>
                  <a:pt x="342887" y="54562"/>
                </a:lnTo>
                <a:lnTo>
                  <a:pt x="343011" y="56619"/>
                </a:lnTo>
                <a:lnTo>
                  <a:pt x="343226" y="58598"/>
                </a:lnTo>
                <a:lnTo>
                  <a:pt x="343530" y="60498"/>
                </a:lnTo>
                <a:lnTo>
                  <a:pt x="343925" y="62321"/>
                </a:lnTo>
                <a:lnTo>
                  <a:pt x="344409" y="64065"/>
                </a:lnTo>
                <a:lnTo>
                  <a:pt x="344984" y="65731"/>
                </a:lnTo>
                <a:lnTo>
                  <a:pt x="345649" y="67319"/>
                </a:lnTo>
                <a:lnTo>
                  <a:pt x="346403" y="68829"/>
                </a:lnTo>
                <a:lnTo>
                  <a:pt x="347248" y="70261"/>
                </a:lnTo>
                <a:lnTo>
                  <a:pt x="348183" y="71615"/>
                </a:lnTo>
                <a:lnTo>
                  <a:pt x="349208" y="72890"/>
                </a:lnTo>
                <a:lnTo>
                  <a:pt x="350294" y="74075"/>
                </a:lnTo>
                <a:lnTo>
                  <a:pt x="351410" y="75156"/>
                </a:lnTo>
                <a:lnTo>
                  <a:pt x="352558" y="76135"/>
                </a:lnTo>
                <a:lnTo>
                  <a:pt x="353737" y="77010"/>
                </a:lnTo>
                <a:lnTo>
                  <a:pt x="354948" y="77783"/>
                </a:lnTo>
                <a:lnTo>
                  <a:pt x="356189" y="78453"/>
                </a:lnTo>
                <a:lnTo>
                  <a:pt x="357462" y="79019"/>
                </a:lnTo>
                <a:lnTo>
                  <a:pt x="358766" y="79483"/>
                </a:lnTo>
                <a:lnTo>
                  <a:pt x="360101" y="79843"/>
                </a:lnTo>
                <a:lnTo>
                  <a:pt x="361468" y="80101"/>
                </a:lnTo>
                <a:lnTo>
                  <a:pt x="362865" y="80255"/>
                </a:lnTo>
                <a:lnTo>
                  <a:pt x="364294" y="80307"/>
                </a:lnTo>
                <a:lnTo>
                  <a:pt x="365247" y="80285"/>
                </a:lnTo>
                <a:lnTo>
                  <a:pt x="366178" y="80219"/>
                </a:lnTo>
                <a:lnTo>
                  <a:pt x="367089" y="80108"/>
                </a:lnTo>
                <a:lnTo>
                  <a:pt x="367978" y="79954"/>
                </a:lnTo>
                <a:lnTo>
                  <a:pt x="368847" y="79756"/>
                </a:lnTo>
                <a:lnTo>
                  <a:pt x="369695" y="79514"/>
                </a:lnTo>
                <a:lnTo>
                  <a:pt x="370521" y="79227"/>
                </a:lnTo>
                <a:lnTo>
                  <a:pt x="371327" y="78897"/>
                </a:lnTo>
                <a:lnTo>
                  <a:pt x="372112" y="78522"/>
                </a:lnTo>
                <a:lnTo>
                  <a:pt x="372876" y="78104"/>
                </a:lnTo>
                <a:lnTo>
                  <a:pt x="373619" y="77641"/>
                </a:lnTo>
                <a:lnTo>
                  <a:pt x="374341" y="77134"/>
                </a:lnTo>
                <a:lnTo>
                  <a:pt x="375043" y="76574"/>
                </a:lnTo>
                <a:lnTo>
                  <a:pt x="375726" y="75951"/>
                </a:lnTo>
                <a:lnTo>
                  <a:pt x="376389" y="75265"/>
                </a:lnTo>
                <a:lnTo>
                  <a:pt x="377034" y="74517"/>
                </a:lnTo>
                <a:lnTo>
                  <a:pt x="377659" y="73706"/>
                </a:lnTo>
                <a:lnTo>
                  <a:pt x="378265" y="72832"/>
                </a:lnTo>
                <a:lnTo>
                  <a:pt x="378852" y="71895"/>
                </a:lnTo>
                <a:lnTo>
                  <a:pt x="379420" y="70896"/>
                </a:lnTo>
                <a:lnTo>
                  <a:pt x="379968" y="69834"/>
                </a:lnTo>
                <a:lnTo>
                  <a:pt x="380498" y="68709"/>
                </a:lnTo>
                <a:lnTo>
                  <a:pt x="381008" y="67521"/>
                </a:lnTo>
                <a:lnTo>
                  <a:pt x="381499" y="66271"/>
                </a:lnTo>
                <a:lnTo>
                  <a:pt x="383489" y="67552"/>
                </a:lnTo>
                <a:lnTo>
                  <a:pt x="383229" y="69005"/>
                </a:lnTo>
                <a:lnTo>
                  <a:pt x="382897" y="70436"/>
                </a:lnTo>
                <a:lnTo>
                  <a:pt x="382494" y="71845"/>
                </a:lnTo>
                <a:lnTo>
                  <a:pt x="382020" y="73232"/>
                </a:lnTo>
                <a:lnTo>
                  <a:pt x="381474" y="74597"/>
                </a:lnTo>
                <a:lnTo>
                  <a:pt x="380857" y="75940"/>
                </a:lnTo>
                <a:lnTo>
                  <a:pt x="380169" y="77262"/>
                </a:lnTo>
                <a:lnTo>
                  <a:pt x="379409" y="78562"/>
                </a:lnTo>
                <a:lnTo>
                  <a:pt x="378578" y="79840"/>
                </a:lnTo>
                <a:lnTo>
                  <a:pt x="377676" y="81096"/>
                </a:lnTo>
                <a:lnTo>
                  <a:pt x="376702" y="82331"/>
                </a:lnTo>
                <a:lnTo>
                  <a:pt x="375657" y="83543"/>
                </a:lnTo>
                <a:lnTo>
                  <a:pt x="374554" y="84695"/>
                </a:lnTo>
                <a:lnTo>
                  <a:pt x="373405" y="85746"/>
                </a:lnTo>
                <a:lnTo>
                  <a:pt x="372210" y="86698"/>
                </a:lnTo>
                <a:lnTo>
                  <a:pt x="370971" y="87549"/>
                </a:lnTo>
                <a:lnTo>
                  <a:pt x="369685" y="88300"/>
                </a:lnTo>
                <a:lnTo>
                  <a:pt x="368355" y="88951"/>
                </a:lnTo>
                <a:lnTo>
                  <a:pt x="366978" y="89502"/>
                </a:lnTo>
                <a:lnTo>
                  <a:pt x="365557" y="89952"/>
                </a:lnTo>
                <a:lnTo>
                  <a:pt x="364090" y="90303"/>
                </a:lnTo>
                <a:lnTo>
                  <a:pt x="362577" y="90553"/>
                </a:lnTo>
                <a:lnTo>
                  <a:pt x="361019" y="90703"/>
                </a:lnTo>
                <a:lnTo>
                  <a:pt x="359415" y="90754"/>
                </a:lnTo>
                <a:lnTo>
                  <a:pt x="357671" y="90697"/>
                </a:lnTo>
                <a:lnTo>
                  <a:pt x="355969" y="90525"/>
                </a:lnTo>
                <a:lnTo>
                  <a:pt x="354310" y="90240"/>
                </a:lnTo>
                <a:lnTo>
                  <a:pt x="352692" y="89840"/>
                </a:lnTo>
                <a:lnTo>
                  <a:pt x="351118" y="89327"/>
                </a:lnTo>
                <a:lnTo>
                  <a:pt x="349585" y="88699"/>
                </a:lnTo>
                <a:lnTo>
                  <a:pt x="348095" y="87957"/>
                </a:lnTo>
                <a:lnTo>
                  <a:pt x="346647" y="87101"/>
                </a:lnTo>
                <a:lnTo>
                  <a:pt x="345242" y="86131"/>
                </a:lnTo>
                <a:lnTo>
                  <a:pt x="343879" y="85047"/>
                </a:lnTo>
                <a:lnTo>
                  <a:pt x="342558" y="83848"/>
                </a:lnTo>
                <a:lnTo>
                  <a:pt x="341280" y="82536"/>
                </a:lnTo>
                <a:lnTo>
                  <a:pt x="340075" y="81127"/>
                </a:lnTo>
                <a:lnTo>
                  <a:pt x="338975" y="79639"/>
                </a:lnTo>
                <a:lnTo>
                  <a:pt x="337980" y="78072"/>
                </a:lnTo>
                <a:lnTo>
                  <a:pt x="337089" y="76427"/>
                </a:lnTo>
                <a:lnTo>
                  <a:pt x="336303" y="74703"/>
                </a:lnTo>
                <a:lnTo>
                  <a:pt x="335622" y="72901"/>
                </a:lnTo>
                <a:lnTo>
                  <a:pt x="335046" y="71020"/>
                </a:lnTo>
                <a:lnTo>
                  <a:pt x="334575" y="69061"/>
                </a:lnTo>
                <a:lnTo>
                  <a:pt x="334208" y="67022"/>
                </a:lnTo>
                <a:lnTo>
                  <a:pt x="333946" y="64906"/>
                </a:lnTo>
                <a:lnTo>
                  <a:pt x="333789" y="62710"/>
                </a:lnTo>
                <a:lnTo>
                  <a:pt x="333737" y="60436"/>
                </a:lnTo>
                <a:lnTo>
                  <a:pt x="333790" y="57977"/>
                </a:lnTo>
                <a:lnTo>
                  <a:pt x="333952" y="55610"/>
                </a:lnTo>
                <a:lnTo>
                  <a:pt x="334220" y="53335"/>
                </a:lnTo>
                <a:lnTo>
                  <a:pt x="334596" y="51152"/>
                </a:lnTo>
                <a:lnTo>
                  <a:pt x="335080" y="49061"/>
                </a:lnTo>
                <a:lnTo>
                  <a:pt x="335671" y="47062"/>
                </a:lnTo>
                <a:lnTo>
                  <a:pt x="336369" y="45154"/>
                </a:lnTo>
                <a:lnTo>
                  <a:pt x="337175" y="43339"/>
                </a:lnTo>
                <a:lnTo>
                  <a:pt x="338088" y="41616"/>
                </a:lnTo>
                <a:lnTo>
                  <a:pt x="339109" y="39984"/>
                </a:lnTo>
                <a:lnTo>
                  <a:pt x="340237" y="38444"/>
                </a:lnTo>
                <a:lnTo>
                  <a:pt x="341472" y="36997"/>
                </a:lnTo>
                <a:lnTo>
                  <a:pt x="342789" y="35653"/>
                </a:lnTo>
                <a:lnTo>
                  <a:pt x="344161" y="34426"/>
                </a:lnTo>
                <a:lnTo>
                  <a:pt x="345587" y="33317"/>
                </a:lnTo>
                <a:lnTo>
                  <a:pt x="347068" y="32323"/>
                </a:lnTo>
                <a:lnTo>
                  <a:pt x="348604" y="31447"/>
                </a:lnTo>
                <a:lnTo>
                  <a:pt x="350195" y="30688"/>
                </a:lnTo>
                <a:lnTo>
                  <a:pt x="351841" y="30045"/>
                </a:lnTo>
                <a:lnTo>
                  <a:pt x="353541" y="29519"/>
                </a:lnTo>
                <a:lnTo>
                  <a:pt x="355297" y="29111"/>
                </a:lnTo>
                <a:lnTo>
                  <a:pt x="357107" y="28818"/>
                </a:lnTo>
                <a:lnTo>
                  <a:pt x="358972" y="28643"/>
                </a:lnTo>
                <a:lnTo>
                  <a:pt x="360892" y="28585"/>
                </a:lnTo>
                <a:lnTo>
                  <a:pt x="362515" y="28630"/>
                </a:lnTo>
                <a:lnTo>
                  <a:pt x="364089" y="28765"/>
                </a:lnTo>
                <a:lnTo>
                  <a:pt x="365614" y="28990"/>
                </a:lnTo>
                <a:lnTo>
                  <a:pt x="367090" y="29306"/>
                </a:lnTo>
                <a:lnTo>
                  <a:pt x="368517" y="29711"/>
                </a:lnTo>
                <a:lnTo>
                  <a:pt x="369895" y="30207"/>
                </a:lnTo>
                <a:lnTo>
                  <a:pt x="371224" y="30793"/>
                </a:lnTo>
                <a:lnTo>
                  <a:pt x="372504" y="31469"/>
                </a:lnTo>
                <a:lnTo>
                  <a:pt x="373735" y="32235"/>
                </a:lnTo>
                <a:lnTo>
                  <a:pt x="374917" y="33091"/>
                </a:lnTo>
                <a:lnTo>
                  <a:pt x="376050" y="34038"/>
                </a:lnTo>
                <a:lnTo>
                  <a:pt x="377134" y="35074"/>
                </a:lnTo>
                <a:lnTo>
                  <a:pt x="378149" y="36186"/>
                </a:lnTo>
                <a:lnTo>
                  <a:pt x="379075" y="37358"/>
                </a:lnTo>
                <a:lnTo>
                  <a:pt x="379914" y="38591"/>
                </a:lnTo>
                <a:lnTo>
                  <a:pt x="380664" y="39885"/>
                </a:lnTo>
                <a:lnTo>
                  <a:pt x="381326" y="41240"/>
                </a:lnTo>
                <a:lnTo>
                  <a:pt x="381900" y="42656"/>
                </a:lnTo>
                <a:lnTo>
                  <a:pt x="382386" y="44132"/>
                </a:lnTo>
                <a:lnTo>
                  <a:pt x="382783" y="45670"/>
                </a:lnTo>
                <a:lnTo>
                  <a:pt x="383092" y="47268"/>
                </a:lnTo>
                <a:lnTo>
                  <a:pt x="383312" y="48927"/>
                </a:lnTo>
                <a:lnTo>
                  <a:pt x="383445" y="50646"/>
                </a:lnTo>
                <a:lnTo>
                  <a:pt x="383489" y="52427"/>
                </a:lnTo>
                <a:lnTo>
                  <a:pt x="342853" y="52427"/>
                </a:lnTo>
                <a:moveTo>
                  <a:pt x="342853" y="48710"/>
                </a:moveTo>
                <a:lnTo>
                  <a:pt x="370072" y="48710"/>
                </a:lnTo>
                <a:lnTo>
                  <a:pt x="370013" y="47793"/>
                </a:lnTo>
                <a:lnTo>
                  <a:pt x="369945" y="46922"/>
                </a:lnTo>
                <a:lnTo>
                  <a:pt x="369867" y="46098"/>
                </a:lnTo>
                <a:lnTo>
                  <a:pt x="369779" y="45320"/>
                </a:lnTo>
                <a:lnTo>
                  <a:pt x="369682" y="44588"/>
                </a:lnTo>
                <a:lnTo>
                  <a:pt x="369574" y="43903"/>
                </a:lnTo>
                <a:lnTo>
                  <a:pt x="369457" y="43264"/>
                </a:lnTo>
                <a:lnTo>
                  <a:pt x="369330" y="42671"/>
                </a:lnTo>
                <a:lnTo>
                  <a:pt x="369193" y="42124"/>
                </a:lnTo>
                <a:lnTo>
                  <a:pt x="369047" y="41624"/>
                </a:lnTo>
                <a:lnTo>
                  <a:pt x="368890" y="41170"/>
                </a:lnTo>
                <a:lnTo>
                  <a:pt x="368724" y="40762"/>
                </a:lnTo>
                <a:lnTo>
                  <a:pt x="368445" y="40175"/>
                </a:lnTo>
                <a:lnTo>
                  <a:pt x="368145" y="39609"/>
                </a:lnTo>
                <a:lnTo>
                  <a:pt x="367823" y="39064"/>
                </a:lnTo>
                <a:lnTo>
                  <a:pt x="367479" y="38540"/>
                </a:lnTo>
                <a:lnTo>
                  <a:pt x="367113" y="38038"/>
                </a:lnTo>
                <a:lnTo>
                  <a:pt x="366726" y="37558"/>
                </a:lnTo>
                <a:lnTo>
                  <a:pt x="366316" y="37098"/>
                </a:lnTo>
                <a:lnTo>
                  <a:pt x="365885" y="36660"/>
                </a:lnTo>
                <a:lnTo>
                  <a:pt x="365432" y="36244"/>
                </a:lnTo>
                <a:lnTo>
                  <a:pt x="364957" y="35849"/>
                </a:lnTo>
                <a:lnTo>
                  <a:pt x="364460" y="35475"/>
                </a:lnTo>
                <a:lnTo>
                  <a:pt x="363941" y="35122"/>
                </a:lnTo>
                <a:lnTo>
                  <a:pt x="363409" y="34795"/>
                </a:lnTo>
                <a:lnTo>
                  <a:pt x="362874" y="34495"/>
                </a:lnTo>
                <a:lnTo>
                  <a:pt x="362334" y="34225"/>
                </a:lnTo>
                <a:lnTo>
                  <a:pt x="361791" y="33983"/>
                </a:lnTo>
                <a:lnTo>
                  <a:pt x="361243" y="33769"/>
                </a:lnTo>
                <a:lnTo>
                  <a:pt x="360691" y="33584"/>
                </a:lnTo>
                <a:lnTo>
                  <a:pt x="360135" y="33427"/>
                </a:lnTo>
                <a:lnTo>
                  <a:pt x="359576" y="33299"/>
                </a:lnTo>
                <a:lnTo>
                  <a:pt x="359012" y="33199"/>
                </a:lnTo>
                <a:lnTo>
                  <a:pt x="358444" y="33128"/>
                </a:lnTo>
                <a:lnTo>
                  <a:pt x="357873" y="33085"/>
                </a:lnTo>
                <a:lnTo>
                  <a:pt x="357297" y="33071"/>
                </a:lnTo>
                <a:lnTo>
                  <a:pt x="356417" y="33100"/>
                </a:lnTo>
                <a:lnTo>
                  <a:pt x="355552" y="33186"/>
                </a:lnTo>
                <a:lnTo>
                  <a:pt x="354703" y="33330"/>
                </a:lnTo>
                <a:lnTo>
                  <a:pt x="353869" y="33531"/>
                </a:lnTo>
                <a:lnTo>
                  <a:pt x="353052" y="33789"/>
                </a:lnTo>
                <a:lnTo>
                  <a:pt x="352249" y="34105"/>
                </a:lnTo>
                <a:lnTo>
                  <a:pt x="351463" y="34478"/>
                </a:lnTo>
                <a:lnTo>
                  <a:pt x="350692" y="34909"/>
                </a:lnTo>
                <a:lnTo>
                  <a:pt x="349936" y="35397"/>
                </a:lnTo>
                <a:lnTo>
                  <a:pt x="349196" y="35942"/>
                </a:lnTo>
                <a:lnTo>
                  <a:pt x="348472" y="36545"/>
                </a:lnTo>
                <a:lnTo>
                  <a:pt x="347764" y="37205"/>
                </a:lnTo>
                <a:lnTo>
                  <a:pt x="347087" y="37917"/>
                </a:lnTo>
                <a:lnTo>
                  <a:pt x="346459" y="38673"/>
                </a:lnTo>
                <a:lnTo>
                  <a:pt x="345880" y="39474"/>
                </a:lnTo>
                <a:lnTo>
                  <a:pt x="345349" y="40321"/>
                </a:lnTo>
                <a:lnTo>
                  <a:pt x="344867" y="41212"/>
                </a:lnTo>
                <a:lnTo>
                  <a:pt x="344433" y="42148"/>
                </a:lnTo>
                <a:lnTo>
                  <a:pt x="344048" y="43129"/>
                </a:lnTo>
                <a:lnTo>
                  <a:pt x="343712" y="44155"/>
                </a:lnTo>
                <a:lnTo>
                  <a:pt x="343424" y="45227"/>
                </a:lnTo>
                <a:lnTo>
                  <a:pt x="343185" y="46343"/>
                </a:lnTo>
                <a:lnTo>
                  <a:pt x="342995" y="47504"/>
                </a:lnTo>
                <a:lnTo>
                  <a:pt x="342853" y="48710"/>
                </a:lnTo>
                <a:close/>
                <a:moveTo>
                  <a:pt x="392619" y="54606"/>
                </a:moveTo>
                <a:lnTo>
                  <a:pt x="425809" y="54606"/>
                </a:lnTo>
                <a:lnTo>
                  <a:pt x="425809" y="64284"/>
                </a:lnTo>
                <a:lnTo>
                  <a:pt x="392619" y="64284"/>
                </a:lnTo>
                <a:lnTo>
                  <a:pt x="392619" y="54606"/>
                </a:lnTo>
                <a:close/>
                <a:moveTo>
                  <a:pt x="492295" y="56913"/>
                </a:moveTo>
                <a:lnTo>
                  <a:pt x="492295" y="66014"/>
                </a:lnTo>
                <a:lnTo>
                  <a:pt x="480611" y="66014"/>
                </a:lnTo>
                <a:lnTo>
                  <a:pt x="480611" y="88959"/>
                </a:lnTo>
                <a:lnTo>
                  <a:pt x="470018" y="88959"/>
                </a:lnTo>
                <a:lnTo>
                  <a:pt x="470018" y="66014"/>
                </a:lnTo>
                <a:lnTo>
                  <a:pt x="433170" y="66014"/>
                </a:lnTo>
                <a:lnTo>
                  <a:pt x="433170" y="57811"/>
                </a:lnTo>
                <a:lnTo>
                  <a:pt x="473549" y="256"/>
                </a:lnTo>
                <a:lnTo>
                  <a:pt x="480611" y="256"/>
                </a:lnTo>
                <a:lnTo>
                  <a:pt x="480611" y="56913"/>
                </a:lnTo>
                <a:lnTo>
                  <a:pt x="492295" y="56913"/>
                </a:lnTo>
                <a:moveTo>
                  <a:pt x="470018" y="56913"/>
                </a:moveTo>
                <a:lnTo>
                  <a:pt x="470018" y="13780"/>
                </a:lnTo>
                <a:lnTo>
                  <a:pt x="439461" y="56913"/>
                </a:lnTo>
                <a:lnTo>
                  <a:pt x="470018" y="56913"/>
                </a:lnTo>
                <a:close/>
                <a:moveTo>
                  <a:pt x="512260" y="10575"/>
                </a:moveTo>
                <a:lnTo>
                  <a:pt x="533445" y="256"/>
                </a:lnTo>
                <a:lnTo>
                  <a:pt x="535563" y="256"/>
                </a:lnTo>
                <a:lnTo>
                  <a:pt x="535563" y="73641"/>
                </a:lnTo>
                <a:lnTo>
                  <a:pt x="535567" y="74821"/>
                </a:lnTo>
                <a:lnTo>
                  <a:pt x="535580" y="75924"/>
                </a:lnTo>
                <a:lnTo>
                  <a:pt x="535601" y="76950"/>
                </a:lnTo>
                <a:lnTo>
                  <a:pt x="535631" y="77900"/>
                </a:lnTo>
                <a:lnTo>
                  <a:pt x="535669" y="78773"/>
                </a:lnTo>
                <a:lnTo>
                  <a:pt x="535716" y="79570"/>
                </a:lnTo>
                <a:lnTo>
                  <a:pt x="535771" y="80290"/>
                </a:lnTo>
                <a:lnTo>
                  <a:pt x="535834" y="80933"/>
                </a:lnTo>
                <a:lnTo>
                  <a:pt x="535906" y="81500"/>
                </a:lnTo>
                <a:lnTo>
                  <a:pt x="535987" y="81991"/>
                </a:lnTo>
                <a:lnTo>
                  <a:pt x="536076" y="82405"/>
                </a:lnTo>
                <a:lnTo>
                  <a:pt x="536173" y="82742"/>
                </a:lnTo>
                <a:lnTo>
                  <a:pt x="536284" y="83035"/>
                </a:lnTo>
                <a:lnTo>
                  <a:pt x="536413" y="83317"/>
                </a:lnTo>
                <a:lnTo>
                  <a:pt x="536560" y="83587"/>
                </a:lnTo>
                <a:lnTo>
                  <a:pt x="536726" y="83846"/>
                </a:lnTo>
                <a:lnTo>
                  <a:pt x="536910" y="84093"/>
                </a:lnTo>
                <a:lnTo>
                  <a:pt x="537112" y="84328"/>
                </a:lnTo>
                <a:lnTo>
                  <a:pt x="537332" y="84552"/>
                </a:lnTo>
                <a:lnTo>
                  <a:pt x="537571" y="84765"/>
                </a:lnTo>
                <a:lnTo>
                  <a:pt x="537828" y="84965"/>
                </a:lnTo>
                <a:lnTo>
                  <a:pt x="538103" y="85154"/>
                </a:lnTo>
                <a:lnTo>
                  <a:pt x="538397" y="85332"/>
                </a:lnTo>
                <a:lnTo>
                  <a:pt x="538709" y="85498"/>
                </a:lnTo>
                <a:lnTo>
                  <a:pt x="539057" y="85653"/>
                </a:lnTo>
                <a:lnTo>
                  <a:pt x="539461" y="85795"/>
                </a:lnTo>
                <a:lnTo>
                  <a:pt x="539920" y="85927"/>
                </a:lnTo>
                <a:lnTo>
                  <a:pt x="540435" y="86046"/>
                </a:lnTo>
                <a:lnTo>
                  <a:pt x="541005" y="86155"/>
                </a:lnTo>
                <a:lnTo>
                  <a:pt x="541630" y="86251"/>
                </a:lnTo>
                <a:lnTo>
                  <a:pt x="542310" y="86336"/>
                </a:lnTo>
                <a:lnTo>
                  <a:pt x="543046" y="86410"/>
                </a:lnTo>
                <a:lnTo>
                  <a:pt x="543836" y="86471"/>
                </a:lnTo>
                <a:lnTo>
                  <a:pt x="544683" y="86522"/>
                </a:lnTo>
                <a:lnTo>
                  <a:pt x="545584" y="86560"/>
                </a:lnTo>
                <a:lnTo>
                  <a:pt x="546541" y="86588"/>
                </a:lnTo>
                <a:lnTo>
                  <a:pt x="546541" y="88959"/>
                </a:lnTo>
                <a:lnTo>
                  <a:pt x="513800" y="88959"/>
                </a:lnTo>
                <a:lnTo>
                  <a:pt x="513800" y="86588"/>
                </a:lnTo>
                <a:lnTo>
                  <a:pt x="514797" y="86561"/>
                </a:lnTo>
                <a:lnTo>
                  <a:pt x="515733" y="86523"/>
                </a:lnTo>
                <a:lnTo>
                  <a:pt x="516609" y="86473"/>
                </a:lnTo>
                <a:lnTo>
                  <a:pt x="517424" y="86413"/>
                </a:lnTo>
                <a:lnTo>
                  <a:pt x="518178" y="86342"/>
                </a:lnTo>
                <a:lnTo>
                  <a:pt x="518872" y="86259"/>
                </a:lnTo>
                <a:lnTo>
                  <a:pt x="519505" y="86165"/>
                </a:lnTo>
                <a:lnTo>
                  <a:pt x="520077" y="86061"/>
                </a:lnTo>
                <a:lnTo>
                  <a:pt x="520589" y="85945"/>
                </a:lnTo>
                <a:lnTo>
                  <a:pt x="521040" y="85818"/>
                </a:lnTo>
                <a:lnTo>
                  <a:pt x="521431" y="85679"/>
                </a:lnTo>
                <a:lnTo>
                  <a:pt x="521761" y="85530"/>
                </a:lnTo>
                <a:lnTo>
                  <a:pt x="522053" y="85371"/>
                </a:lnTo>
                <a:lnTo>
                  <a:pt x="522330" y="85203"/>
                </a:lnTo>
                <a:lnTo>
                  <a:pt x="522591" y="85025"/>
                </a:lnTo>
                <a:lnTo>
                  <a:pt x="522838" y="84839"/>
                </a:lnTo>
                <a:lnTo>
                  <a:pt x="523069" y="84644"/>
                </a:lnTo>
                <a:lnTo>
                  <a:pt x="523285" y="84441"/>
                </a:lnTo>
                <a:lnTo>
                  <a:pt x="523487" y="84228"/>
                </a:lnTo>
                <a:lnTo>
                  <a:pt x="523672" y="84006"/>
                </a:lnTo>
                <a:lnTo>
                  <a:pt x="523843" y="83776"/>
                </a:lnTo>
                <a:lnTo>
                  <a:pt x="523999" y="83536"/>
                </a:lnTo>
                <a:lnTo>
                  <a:pt x="524139" y="83288"/>
                </a:lnTo>
                <a:lnTo>
                  <a:pt x="524264" y="83031"/>
                </a:lnTo>
                <a:lnTo>
                  <a:pt x="524377" y="82725"/>
                </a:lnTo>
                <a:lnTo>
                  <a:pt x="524480" y="82334"/>
                </a:lnTo>
                <a:lnTo>
                  <a:pt x="524573" y="81855"/>
                </a:lnTo>
                <a:lnTo>
                  <a:pt x="524657" y="81289"/>
                </a:lnTo>
                <a:lnTo>
                  <a:pt x="524730" y="80637"/>
                </a:lnTo>
                <a:lnTo>
                  <a:pt x="524794" y="79898"/>
                </a:lnTo>
                <a:lnTo>
                  <a:pt x="524848" y="79072"/>
                </a:lnTo>
                <a:lnTo>
                  <a:pt x="524892" y="78160"/>
                </a:lnTo>
                <a:lnTo>
                  <a:pt x="524927" y="77160"/>
                </a:lnTo>
                <a:lnTo>
                  <a:pt x="524951" y="76074"/>
                </a:lnTo>
                <a:lnTo>
                  <a:pt x="524966" y="74901"/>
                </a:lnTo>
                <a:lnTo>
                  <a:pt x="524971" y="73641"/>
                </a:lnTo>
                <a:lnTo>
                  <a:pt x="524971" y="26726"/>
                </a:lnTo>
                <a:lnTo>
                  <a:pt x="524966" y="25192"/>
                </a:lnTo>
                <a:lnTo>
                  <a:pt x="524953" y="23753"/>
                </a:lnTo>
                <a:lnTo>
                  <a:pt x="524931" y="22408"/>
                </a:lnTo>
                <a:lnTo>
                  <a:pt x="524899" y="21157"/>
                </a:lnTo>
                <a:lnTo>
                  <a:pt x="524859" y="20001"/>
                </a:lnTo>
                <a:lnTo>
                  <a:pt x="524810" y="18939"/>
                </a:lnTo>
                <a:lnTo>
                  <a:pt x="524752" y="17971"/>
                </a:lnTo>
                <a:lnTo>
                  <a:pt x="524685" y="17098"/>
                </a:lnTo>
                <a:lnTo>
                  <a:pt x="524610" y="16319"/>
                </a:lnTo>
                <a:lnTo>
                  <a:pt x="524525" y="15635"/>
                </a:lnTo>
                <a:lnTo>
                  <a:pt x="524431" y="15045"/>
                </a:lnTo>
                <a:lnTo>
                  <a:pt x="524329" y="14549"/>
                </a:lnTo>
                <a:lnTo>
                  <a:pt x="524249" y="14215"/>
                </a:lnTo>
                <a:lnTo>
                  <a:pt x="524158" y="13895"/>
                </a:lnTo>
                <a:lnTo>
                  <a:pt x="524058" y="13591"/>
                </a:lnTo>
                <a:lnTo>
                  <a:pt x="523947" y="13303"/>
                </a:lnTo>
                <a:lnTo>
                  <a:pt x="523826" y="13029"/>
                </a:lnTo>
                <a:lnTo>
                  <a:pt x="523695" y="12770"/>
                </a:lnTo>
                <a:lnTo>
                  <a:pt x="523553" y="12527"/>
                </a:lnTo>
                <a:lnTo>
                  <a:pt x="523401" y="12298"/>
                </a:lnTo>
                <a:lnTo>
                  <a:pt x="523239" y="12085"/>
                </a:lnTo>
                <a:lnTo>
                  <a:pt x="523067" y="11887"/>
                </a:lnTo>
                <a:lnTo>
                  <a:pt x="522884" y="11704"/>
                </a:lnTo>
                <a:lnTo>
                  <a:pt x="522692" y="11536"/>
                </a:lnTo>
                <a:lnTo>
                  <a:pt x="522490" y="11383"/>
                </a:lnTo>
                <a:lnTo>
                  <a:pt x="522282" y="11243"/>
                </a:lnTo>
                <a:lnTo>
                  <a:pt x="522068" y="11116"/>
                </a:lnTo>
                <a:lnTo>
                  <a:pt x="521846" y="11002"/>
                </a:lnTo>
                <a:lnTo>
                  <a:pt x="521618" y="10902"/>
                </a:lnTo>
                <a:lnTo>
                  <a:pt x="521384" y="10815"/>
                </a:lnTo>
                <a:lnTo>
                  <a:pt x="521142" y="10742"/>
                </a:lnTo>
                <a:lnTo>
                  <a:pt x="520894" y="10682"/>
                </a:lnTo>
                <a:lnTo>
                  <a:pt x="520639" y="10635"/>
                </a:lnTo>
                <a:lnTo>
                  <a:pt x="520378" y="10602"/>
                </a:lnTo>
                <a:lnTo>
                  <a:pt x="520110" y="10582"/>
                </a:lnTo>
                <a:lnTo>
                  <a:pt x="519835" y="10575"/>
                </a:lnTo>
                <a:lnTo>
                  <a:pt x="519426" y="10589"/>
                </a:lnTo>
                <a:lnTo>
                  <a:pt x="518991" y="10630"/>
                </a:lnTo>
                <a:lnTo>
                  <a:pt x="518531" y="10699"/>
                </a:lnTo>
                <a:lnTo>
                  <a:pt x="518045" y="10796"/>
                </a:lnTo>
                <a:lnTo>
                  <a:pt x="517532" y="10920"/>
                </a:lnTo>
                <a:lnTo>
                  <a:pt x="516994" y="11072"/>
                </a:lnTo>
                <a:lnTo>
                  <a:pt x="516430" y="11251"/>
                </a:lnTo>
                <a:lnTo>
                  <a:pt x="515840" y="11458"/>
                </a:lnTo>
                <a:lnTo>
                  <a:pt x="515225" y="11693"/>
                </a:lnTo>
                <a:lnTo>
                  <a:pt x="514583" y="11955"/>
                </a:lnTo>
                <a:lnTo>
                  <a:pt x="513916" y="12245"/>
                </a:lnTo>
                <a:lnTo>
                  <a:pt x="513223" y="12562"/>
                </a:lnTo>
                <a:lnTo>
                  <a:pt x="512260" y="10575"/>
                </a:lnTo>
                <a:close/>
                <a:moveTo>
                  <a:pt x="567405" y="0"/>
                </a:moveTo>
                <a:lnTo>
                  <a:pt x="595651" y="0"/>
                </a:lnTo>
                <a:lnTo>
                  <a:pt x="595651" y="114980"/>
                </a:lnTo>
                <a:lnTo>
                  <a:pt x="567405" y="114980"/>
                </a:lnTo>
                <a:lnTo>
                  <a:pt x="567405" y="109917"/>
                </a:lnTo>
                <a:lnTo>
                  <a:pt x="586022" y="109917"/>
                </a:lnTo>
                <a:lnTo>
                  <a:pt x="586022" y="5063"/>
                </a:lnTo>
                <a:lnTo>
                  <a:pt x="567405" y="5063"/>
                </a:lnTo>
                <a:lnTo>
                  <a:pt x="567405" y="0"/>
                </a:lnTo>
                <a:close/>
                <a:moveTo>
                  <a:pt x="613472" y="110878"/>
                </a:moveTo>
                <a:lnTo>
                  <a:pt x="613472" y="108058"/>
                </a:lnTo>
                <a:lnTo>
                  <a:pt x="614553" y="107677"/>
                </a:lnTo>
                <a:lnTo>
                  <a:pt x="615593" y="107262"/>
                </a:lnTo>
                <a:lnTo>
                  <a:pt x="616592" y="106814"/>
                </a:lnTo>
                <a:lnTo>
                  <a:pt x="617549" y="106332"/>
                </a:lnTo>
                <a:lnTo>
                  <a:pt x="618464" y="105817"/>
                </a:lnTo>
                <a:lnTo>
                  <a:pt x="619338" y="105268"/>
                </a:lnTo>
                <a:lnTo>
                  <a:pt x="620171" y="104685"/>
                </a:lnTo>
                <a:lnTo>
                  <a:pt x="620962" y="104069"/>
                </a:lnTo>
                <a:lnTo>
                  <a:pt x="621711" y="103420"/>
                </a:lnTo>
                <a:lnTo>
                  <a:pt x="622419" y="102737"/>
                </a:lnTo>
                <a:lnTo>
                  <a:pt x="623086" y="102021"/>
                </a:lnTo>
                <a:lnTo>
                  <a:pt x="623711" y="101271"/>
                </a:lnTo>
                <a:lnTo>
                  <a:pt x="624291" y="100500"/>
                </a:lnTo>
                <a:lnTo>
                  <a:pt x="624820" y="99722"/>
                </a:lnTo>
                <a:lnTo>
                  <a:pt x="625298" y="98937"/>
                </a:lnTo>
                <a:lnTo>
                  <a:pt x="625726" y="98144"/>
                </a:lnTo>
                <a:lnTo>
                  <a:pt x="626104" y="97343"/>
                </a:lnTo>
                <a:lnTo>
                  <a:pt x="626432" y="96535"/>
                </a:lnTo>
                <a:lnTo>
                  <a:pt x="626709" y="95719"/>
                </a:lnTo>
                <a:lnTo>
                  <a:pt x="626935" y="94895"/>
                </a:lnTo>
                <a:lnTo>
                  <a:pt x="627112" y="94064"/>
                </a:lnTo>
                <a:lnTo>
                  <a:pt x="627238" y="93225"/>
                </a:lnTo>
                <a:lnTo>
                  <a:pt x="627313" y="92379"/>
                </a:lnTo>
                <a:lnTo>
                  <a:pt x="627338" y="91525"/>
                </a:lnTo>
                <a:lnTo>
                  <a:pt x="627334" y="91324"/>
                </a:lnTo>
                <a:lnTo>
                  <a:pt x="627322" y="91129"/>
                </a:lnTo>
                <a:lnTo>
                  <a:pt x="627302" y="90939"/>
                </a:lnTo>
                <a:lnTo>
                  <a:pt x="627274" y="90754"/>
                </a:lnTo>
                <a:lnTo>
                  <a:pt x="627238" y="90575"/>
                </a:lnTo>
                <a:lnTo>
                  <a:pt x="627194" y="90402"/>
                </a:lnTo>
                <a:lnTo>
                  <a:pt x="627142" y="90233"/>
                </a:lnTo>
                <a:lnTo>
                  <a:pt x="627082" y="90070"/>
                </a:lnTo>
                <a:lnTo>
                  <a:pt x="627013" y="89912"/>
                </a:lnTo>
                <a:lnTo>
                  <a:pt x="626937" y="89760"/>
                </a:lnTo>
                <a:lnTo>
                  <a:pt x="626853" y="89613"/>
                </a:lnTo>
                <a:lnTo>
                  <a:pt x="626761" y="89472"/>
                </a:lnTo>
                <a:lnTo>
                  <a:pt x="626686" y="89380"/>
                </a:lnTo>
                <a:lnTo>
                  <a:pt x="626611" y="89295"/>
                </a:lnTo>
                <a:lnTo>
                  <a:pt x="626536" y="89219"/>
                </a:lnTo>
                <a:lnTo>
                  <a:pt x="626461" y="89151"/>
                </a:lnTo>
                <a:lnTo>
                  <a:pt x="626386" y="89091"/>
                </a:lnTo>
                <a:lnTo>
                  <a:pt x="626311" y="89039"/>
                </a:lnTo>
                <a:lnTo>
                  <a:pt x="626236" y="88995"/>
                </a:lnTo>
                <a:lnTo>
                  <a:pt x="626162" y="88959"/>
                </a:lnTo>
                <a:lnTo>
                  <a:pt x="626087" y="88931"/>
                </a:lnTo>
                <a:lnTo>
                  <a:pt x="626012" y="88911"/>
                </a:lnTo>
                <a:lnTo>
                  <a:pt x="625937" y="88899"/>
                </a:lnTo>
                <a:lnTo>
                  <a:pt x="625862" y="88895"/>
                </a:lnTo>
                <a:lnTo>
                  <a:pt x="625733" y="88904"/>
                </a:lnTo>
                <a:lnTo>
                  <a:pt x="625580" y="88931"/>
                </a:lnTo>
                <a:lnTo>
                  <a:pt x="625405" y="88975"/>
                </a:lnTo>
                <a:lnTo>
                  <a:pt x="625206" y="89037"/>
                </a:lnTo>
                <a:lnTo>
                  <a:pt x="624984" y="89117"/>
                </a:lnTo>
                <a:lnTo>
                  <a:pt x="624739" y="89215"/>
                </a:lnTo>
                <a:lnTo>
                  <a:pt x="624470" y="89331"/>
                </a:lnTo>
                <a:lnTo>
                  <a:pt x="624179" y="89465"/>
                </a:lnTo>
                <a:lnTo>
                  <a:pt x="623864" y="89616"/>
                </a:lnTo>
                <a:lnTo>
                  <a:pt x="623526" y="89785"/>
                </a:lnTo>
                <a:lnTo>
                  <a:pt x="623165" y="89972"/>
                </a:lnTo>
                <a:lnTo>
                  <a:pt x="622781" y="90177"/>
                </a:lnTo>
                <a:lnTo>
                  <a:pt x="622587" y="90269"/>
                </a:lnTo>
                <a:lnTo>
                  <a:pt x="622392" y="90353"/>
                </a:lnTo>
                <a:lnTo>
                  <a:pt x="622195" y="90429"/>
                </a:lnTo>
                <a:lnTo>
                  <a:pt x="621996" y="90497"/>
                </a:lnTo>
                <a:lnTo>
                  <a:pt x="621795" y="90557"/>
                </a:lnTo>
                <a:lnTo>
                  <a:pt x="621593" y="90609"/>
                </a:lnTo>
                <a:lnTo>
                  <a:pt x="621389" y="90653"/>
                </a:lnTo>
                <a:lnTo>
                  <a:pt x="621183" y="90689"/>
                </a:lnTo>
                <a:lnTo>
                  <a:pt x="620975" y="90718"/>
                </a:lnTo>
                <a:lnTo>
                  <a:pt x="620765" y="90738"/>
                </a:lnTo>
                <a:lnTo>
                  <a:pt x="620554" y="90750"/>
                </a:lnTo>
                <a:lnTo>
                  <a:pt x="620341" y="90754"/>
                </a:lnTo>
                <a:lnTo>
                  <a:pt x="619826" y="90741"/>
                </a:lnTo>
                <a:lnTo>
                  <a:pt x="619328" y="90702"/>
                </a:lnTo>
                <a:lnTo>
                  <a:pt x="618848" y="90637"/>
                </a:lnTo>
                <a:lnTo>
                  <a:pt x="618387" y="90547"/>
                </a:lnTo>
                <a:lnTo>
                  <a:pt x="617943" y="90431"/>
                </a:lnTo>
                <a:lnTo>
                  <a:pt x="617516" y="90289"/>
                </a:lnTo>
                <a:lnTo>
                  <a:pt x="617108" y="90121"/>
                </a:lnTo>
                <a:lnTo>
                  <a:pt x="616718" y="89928"/>
                </a:lnTo>
                <a:lnTo>
                  <a:pt x="616345" y="89708"/>
                </a:lnTo>
                <a:lnTo>
                  <a:pt x="615990" y="89463"/>
                </a:lnTo>
                <a:lnTo>
                  <a:pt x="615653" y="89192"/>
                </a:lnTo>
                <a:lnTo>
                  <a:pt x="615334" y="88895"/>
                </a:lnTo>
                <a:lnTo>
                  <a:pt x="615036" y="88575"/>
                </a:lnTo>
                <a:lnTo>
                  <a:pt x="614765" y="88236"/>
                </a:lnTo>
                <a:lnTo>
                  <a:pt x="614519" y="87877"/>
                </a:lnTo>
                <a:lnTo>
                  <a:pt x="614299" y="87499"/>
                </a:lnTo>
                <a:lnTo>
                  <a:pt x="614106" y="87101"/>
                </a:lnTo>
                <a:lnTo>
                  <a:pt x="613937" y="86684"/>
                </a:lnTo>
                <a:lnTo>
                  <a:pt x="613795" y="86247"/>
                </a:lnTo>
                <a:lnTo>
                  <a:pt x="613679" y="85790"/>
                </a:lnTo>
                <a:lnTo>
                  <a:pt x="613588" y="85314"/>
                </a:lnTo>
                <a:lnTo>
                  <a:pt x="613524" y="84818"/>
                </a:lnTo>
                <a:lnTo>
                  <a:pt x="613485" y="84303"/>
                </a:lnTo>
                <a:lnTo>
                  <a:pt x="613472" y="83768"/>
                </a:lnTo>
                <a:lnTo>
                  <a:pt x="613489" y="83250"/>
                </a:lnTo>
                <a:lnTo>
                  <a:pt x="613539" y="82746"/>
                </a:lnTo>
                <a:lnTo>
                  <a:pt x="613622" y="82253"/>
                </a:lnTo>
                <a:lnTo>
                  <a:pt x="613740" y="81774"/>
                </a:lnTo>
                <a:lnTo>
                  <a:pt x="613890" y="81306"/>
                </a:lnTo>
                <a:lnTo>
                  <a:pt x="614074" y="80851"/>
                </a:lnTo>
                <a:lnTo>
                  <a:pt x="614291" y="80409"/>
                </a:lnTo>
                <a:lnTo>
                  <a:pt x="614542" y="79979"/>
                </a:lnTo>
                <a:lnTo>
                  <a:pt x="614826" y="79562"/>
                </a:lnTo>
                <a:lnTo>
                  <a:pt x="615144" y="79157"/>
                </a:lnTo>
                <a:lnTo>
                  <a:pt x="615495" y="78764"/>
                </a:lnTo>
                <a:lnTo>
                  <a:pt x="615879" y="78384"/>
                </a:lnTo>
                <a:lnTo>
                  <a:pt x="616288" y="78026"/>
                </a:lnTo>
                <a:lnTo>
                  <a:pt x="616711" y="77698"/>
                </a:lnTo>
                <a:lnTo>
                  <a:pt x="617149" y="77403"/>
                </a:lnTo>
                <a:lnTo>
                  <a:pt x="617602" y="77138"/>
                </a:lnTo>
                <a:lnTo>
                  <a:pt x="618069" y="76904"/>
                </a:lnTo>
                <a:lnTo>
                  <a:pt x="618552" y="76702"/>
                </a:lnTo>
                <a:lnTo>
                  <a:pt x="619048" y="76530"/>
                </a:lnTo>
                <a:lnTo>
                  <a:pt x="619560" y="76390"/>
                </a:lnTo>
                <a:lnTo>
                  <a:pt x="620086" y="76281"/>
                </a:lnTo>
                <a:lnTo>
                  <a:pt x="620627" y="76203"/>
                </a:lnTo>
                <a:lnTo>
                  <a:pt x="621183" y="76156"/>
                </a:lnTo>
                <a:lnTo>
                  <a:pt x="621753" y="76141"/>
                </a:lnTo>
                <a:lnTo>
                  <a:pt x="622453" y="76166"/>
                </a:lnTo>
                <a:lnTo>
                  <a:pt x="623140" y="76243"/>
                </a:lnTo>
                <a:lnTo>
                  <a:pt x="623814" y="76372"/>
                </a:lnTo>
                <a:lnTo>
                  <a:pt x="624475" y="76551"/>
                </a:lnTo>
                <a:lnTo>
                  <a:pt x="625123" y="76782"/>
                </a:lnTo>
                <a:lnTo>
                  <a:pt x="625758" y="77064"/>
                </a:lnTo>
                <a:lnTo>
                  <a:pt x="626380" y="77397"/>
                </a:lnTo>
                <a:lnTo>
                  <a:pt x="626989" y="77782"/>
                </a:lnTo>
                <a:lnTo>
                  <a:pt x="627585" y="78218"/>
                </a:lnTo>
                <a:lnTo>
                  <a:pt x="628169" y="78705"/>
                </a:lnTo>
                <a:lnTo>
                  <a:pt x="628739" y="79244"/>
                </a:lnTo>
                <a:lnTo>
                  <a:pt x="629296" y="79834"/>
                </a:lnTo>
                <a:lnTo>
                  <a:pt x="629825" y="80466"/>
                </a:lnTo>
                <a:lnTo>
                  <a:pt x="630307" y="81131"/>
                </a:lnTo>
                <a:lnTo>
                  <a:pt x="630743" y="81830"/>
                </a:lnTo>
                <a:lnTo>
                  <a:pt x="631133" y="82562"/>
                </a:lnTo>
                <a:lnTo>
                  <a:pt x="631478" y="83328"/>
                </a:lnTo>
                <a:lnTo>
                  <a:pt x="631776" y="84127"/>
                </a:lnTo>
                <a:lnTo>
                  <a:pt x="632029" y="84960"/>
                </a:lnTo>
                <a:lnTo>
                  <a:pt x="632235" y="85826"/>
                </a:lnTo>
                <a:lnTo>
                  <a:pt x="632396" y="86725"/>
                </a:lnTo>
                <a:lnTo>
                  <a:pt x="632511" y="87658"/>
                </a:lnTo>
                <a:lnTo>
                  <a:pt x="632580" y="88624"/>
                </a:lnTo>
                <a:lnTo>
                  <a:pt x="632603" y="89624"/>
                </a:lnTo>
                <a:lnTo>
                  <a:pt x="632571" y="90720"/>
                </a:lnTo>
                <a:lnTo>
                  <a:pt x="632475" y="91803"/>
                </a:lnTo>
                <a:lnTo>
                  <a:pt x="632316" y="92873"/>
                </a:lnTo>
                <a:lnTo>
                  <a:pt x="632093" y="93931"/>
                </a:lnTo>
                <a:lnTo>
                  <a:pt x="631806" y="94975"/>
                </a:lnTo>
                <a:lnTo>
                  <a:pt x="631455" y="96006"/>
                </a:lnTo>
                <a:lnTo>
                  <a:pt x="631041" y="97024"/>
                </a:lnTo>
                <a:lnTo>
                  <a:pt x="630563" y="98030"/>
                </a:lnTo>
                <a:lnTo>
                  <a:pt x="630021" y="99022"/>
                </a:lnTo>
                <a:lnTo>
                  <a:pt x="629415" y="100002"/>
                </a:lnTo>
                <a:lnTo>
                  <a:pt x="628746" y="100968"/>
                </a:lnTo>
                <a:lnTo>
                  <a:pt x="628013" y="101922"/>
                </a:lnTo>
                <a:lnTo>
                  <a:pt x="627210" y="102852"/>
                </a:lnTo>
                <a:lnTo>
                  <a:pt x="626334" y="103749"/>
                </a:lnTo>
                <a:lnTo>
                  <a:pt x="625382" y="104612"/>
                </a:lnTo>
                <a:lnTo>
                  <a:pt x="624357" y="105442"/>
                </a:lnTo>
                <a:lnTo>
                  <a:pt x="623257" y="106239"/>
                </a:lnTo>
                <a:lnTo>
                  <a:pt x="622082" y="107002"/>
                </a:lnTo>
                <a:lnTo>
                  <a:pt x="620833" y="107731"/>
                </a:lnTo>
                <a:lnTo>
                  <a:pt x="619510" y="108428"/>
                </a:lnTo>
                <a:lnTo>
                  <a:pt x="618112" y="109090"/>
                </a:lnTo>
                <a:lnTo>
                  <a:pt x="616640" y="109720"/>
                </a:lnTo>
                <a:lnTo>
                  <a:pt x="615093" y="110316"/>
                </a:lnTo>
                <a:lnTo>
                  <a:pt x="613472" y="11087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81" name="Original vector context 80">
            <a:extLst xmlns:a="http://schemas.openxmlformats.org/drawingml/2006/main">
              <a:ext uri="{FF2B5EF4-FFF2-40B4-BE49-F238E27FC236}">
                <a16:creationId xmlns:a16="http://schemas.microsoft.com/office/drawing/2014/main" id="{A5B52FD8-C55D-4B20-BA14-5D9A0B3A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05" y="11418288"/>
            <a:ext cx="230445" cy="114980"/>
          </a:xfrm>
          <a:custGeom xmlns:a="http://schemas.openxmlformats.org/drawingml/2006/main">
            <a:pathLst>
              <a:path w="230445" h="114980">
                <a:moveTo>
                  <a:pt x="28247" y="114980"/>
                </a:moveTo>
                <a:lnTo>
                  <a:pt x="0" y="114980"/>
                </a:lnTo>
                <a:lnTo>
                  <a:pt x="0" y="0"/>
                </a:lnTo>
                <a:lnTo>
                  <a:pt x="28247" y="0"/>
                </a:lnTo>
                <a:lnTo>
                  <a:pt x="28247" y="5063"/>
                </a:lnTo>
                <a:lnTo>
                  <a:pt x="9629" y="5063"/>
                </a:lnTo>
                <a:lnTo>
                  <a:pt x="9629" y="110045"/>
                </a:lnTo>
                <a:lnTo>
                  <a:pt x="28247" y="110045"/>
                </a:lnTo>
                <a:lnTo>
                  <a:pt x="28247" y="114980"/>
                </a:lnTo>
                <a:close/>
                <a:moveTo>
                  <a:pt x="37790" y="46018"/>
                </a:moveTo>
                <a:lnTo>
                  <a:pt x="37821" y="43568"/>
                </a:lnTo>
                <a:lnTo>
                  <a:pt x="37915" y="41176"/>
                </a:lnTo>
                <a:lnTo>
                  <a:pt x="38071" y="38841"/>
                </a:lnTo>
                <a:lnTo>
                  <a:pt x="38290" y="36564"/>
                </a:lnTo>
                <a:lnTo>
                  <a:pt x="38570" y="34344"/>
                </a:lnTo>
                <a:lnTo>
                  <a:pt x="38914" y="32182"/>
                </a:lnTo>
                <a:lnTo>
                  <a:pt x="39319" y="30077"/>
                </a:lnTo>
                <a:lnTo>
                  <a:pt x="39787" y="28029"/>
                </a:lnTo>
                <a:lnTo>
                  <a:pt x="40318" y="26039"/>
                </a:lnTo>
                <a:lnTo>
                  <a:pt x="40911" y="24106"/>
                </a:lnTo>
                <a:lnTo>
                  <a:pt x="41566" y="22231"/>
                </a:lnTo>
                <a:lnTo>
                  <a:pt x="42284" y="20413"/>
                </a:lnTo>
                <a:lnTo>
                  <a:pt x="43053" y="18662"/>
                </a:lnTo>
                <a:lnTo>
                  <a:pt x="43864" y="16987"/>
                </a:lnTo>
                <a:lnTo>
                  <a:pt x="44715" y="15388"/>
                </a:lnTo>
                <a:lnTo>
                  <a:pt x="45608" y="13865"/>
                </a:lnTo>
                <a:lnTo>
                  <a:pt x="46541" y="12418"/>
                </a:lnTo>
                <a:lnTo>
                  <a:pt x="47516" y="11048"/>
                </a:lnTo>
                <a:lnTo>
                  <a:pt x="48532" y="9753"/>
                </a:lnTo>
                <a:lnTo>
                  <a:pt x="49588" y="8535"/>
                </a:lnTo>
                <a:lnTo>
                  <a:pt x="50686" y="7393"/>
                </a:lnTo>
                <a:lnTo>
                  <a:pt x="51824" y="6326"/>
                </a:lnTo>
                <a:lnTo>
                  <a:pt x="53004" y="5336"/>
                </a:lnTo>
                <a:lnTo>
                  <a:pt x="54225" y="4422"/>
                </a:lnTo>
                <a:lnTo>
                  <a:pt x="55190" y="3757"/>
                </a:lnTo>
                <a:lnTo>
                  <a:pt x="56161" y="3149"/>
                </a:lnTo>
                <a:lnTo>
                  <a:pt x="57137" y="2600"/>
                </a:lnTo>
                <a:lnTo>
                  <a:pt x="58119" y="2108"/>
                </a:lnTo>
                <a:lnTo>
                  <a:pt x="59106" y="1674"/>
                </a:lnTo>
                <a:lnTo>
                  <a:pt x="60099" y="1298"/>
                </a:lnTo>
                <a:lnTo>
                  <a:pt x="61096" y="980"/>
                </a:lnTo>
                <a:lnTo>
                  <a:pt x="62099" y="719"/>
                </a:lnTo>
                <a:lnTo>
                  <a:pt x="63108" y="517"/>
                </a:lnTo>
                <a:lnTo>
                  <a:pt x="64122" y="372"/>
                </a:lnTo>
                <a:lnTo>
                  <a:pt x="65141" y="285"/>
                </a:lnTo>
                <a:lnTo>
                  <a:pt x="66165" y="256"/>
                </a:lnTo>
                <a:lnTo>
                  <a:pt x="67820" y="327"/>
                </a:lnTo>
                <a:lnTo>
                  <a:pt x="69446" y="539"/>
                </a:lnTo>
                <a:lnTo>
                  <a:pt x="71044" y="893"/>
                </a:lnTo>
                <a:lnTo>
                  <a:pt x="72613" y="1389"/>
                </a:lnTo>
                <a:lnTo>
                  <a:pt x="74154" y="2026"/>
                </a:lnTo>
                <a:lnTo>
                  <a:pt x="75666" y="2804"/>
                </a:lnTo>
                <a:lnTo>
                  <a:pt x="77150" y="3724"/>
                </a:lnTo>
                <a:lnTo>
                  <a:pt x="78605" y="4785"/>
                </a:lnTo>
                <a:lnTo>
                  <a:pt x="80032" y="5989"/>
                </a:lnTo>
                <a:lnTo>
                  <a:pt x="81430" y="7333"/>
                </a:lnTo>
                <a:lnTo>
                  <a:pt x="82799" y="8819"/>
                </a:lnTo>
                <a:lnTo>
                  <a:pt x="84140" y="10447"/>
                </a:lnTo>
                <a:lnTo>
                  <a:pt x="85729" y="12614"/>
                </a:lnTo>
                <a:lnTo>
                  <a:pt x="87181" y="14905"/>
                </a:lnTo>
                <a:lnTo>
                  <a:pt x="88493" y="17321"/>
                </a:lnTo>
                <a:lnTo>
                  <a:pt x="89668" y="19861"/>
                </a:lnTo>
                <a:lnTo>
                  <a:pt x="90705" y="22526"/>
                </a:lnTo>
                <a:lnTo>
                  <a:pt x="91603" y="25316"/>
                </a:lnTo>
                <a:lnTo>
                  <a:pt x="92363" y="28231"/>
                </a:lnTo>
                <a:lnTo>
                  <a:pt x="92985" y="31270"/>
                </a:lnTo>
                <a:lnTo>
                  <a:pt x="93469" y="34433"/>
                </a:lnTo>
                <a:lnTo>
                  <a:pt x="93814" y="37721"/>
                </a:lnTo>
                <a:lnTo>
                  <a:pt x="94022" y="41134"/>
                </a:lnTo>
                <a:lnTo>
                  <a:pt x="94091" y="44672"/>
                </a:lnTo>
                <a:lnTo>
                  <a:pt x="94060" y="47161"/>
                </a:lnTo>
                <a:lnTo>
                  <a:pt x="93969" y="49587"/>
                </a:lnTo>
                <a:lnTo>
                  <a:pt x="93818" y="51950"/>
                </a:lnTo>
                <a:lnTo>
                  <a:pt x="93606" y="54250"/>
                </a:lnTo>
                <a:lnTo>
                  <a:pt x="93333" y="56486"/>
                </a:lnTo>
                <a:lnTo>
                  <a:pt x="92999" y="58660"/>
                </a:lnTo>
                <a:lnTo>
                  <a:pt x="92605" y="60770"/>
                </a:lnTo>
                <a:lnTo>
                  <a:pt x="92150" y="62817"/>
                </a:lnTo>
                <a:lnTo>
                  <a:pt x="91635" y="64801"/>
                </a:lnTo>
                <a:lnTo>
                  <a:pt x="91059" y="66721"/>
                </a:lnTo>
                <a:lnTo>
                  <a:pt x="90422" y="68578"/>
                </a:lnTo>
                <a:lnTo>
                  <a:pt x="89725" y="70372"/>
                </a:lnTo>
                <a:lnTo>
                  <a:pt x="88981" y="72095"/>
                </a:lnTo>
                <a:lnTo>
                  <a:pt x="88203" y="73736"/>
                </a:lnTo>
                <a:lnTo>
                  <a:pt x="87392" y="75298"/>
                </a:lnTo>
                <a:lnTo>
                  <a:pt x="86548" y="76778"/>
                </a:lnTo>
                <a:lnTo>
                  <a:pt x="85669" y="78178"/>
                </a:lnTo>
                <a:lnTo>
                  <a:pt x="84758" y="79497"/>
                </a:lnTo>
                <a:lnTo>
                  <a:pt x="83813" y="80736"/>
                </a:lnTo>
                <a:lnTo>
                  <a:pt x="82835" y="81895"/>
                </a:lnTo>
                <a:lnTo>
                  <a:pt x="81823" y="82972"/>
                </a:lnTo>
                <a:lnTo>
                  <a:pt x="80778" y="83970"/>
                </a:lnTo>
                <a:lnTo>
                  <a:pt x="79699" y="84886"/>
                </a:lnTo>
                <a:lnTo>
                  <a:pt x="78587" y="85722"/>
                </a:lnTo>
                <a:lnTo>
                  <a:pt x="77462" y="86485"/>
                </a:lnTo>
                <a:lnTo>
                  <a:pt x="76343" y="87181"/>
                </a:lnTo>
                <a:lnTo>
                  <a:pt x="75231" y="87811"/>
                </a:lnTo>
                <a:lnTo>
                  <a:pt x="74125" y="88375"/>
                </a:lnTo>
                <a:lnTo>
                  <a:pt x="73027" y="88872"/>
                </a:lnTo>
                <a:lnTo>
                  <a:pt x="71935" y="89303"/>
                </a:lnTo>
                <a:lnTo>
                  <a:pt x="70849" y="89668"/>
                </a:lnTo>
                <a:lnTo>
                  <a:pt x="69771" y="89967"/>
                </a:lnTo>
                <a:lnTo>
                  <a:pt x="68699" y="90199"/>
                </a:lnTo>
                <a:lnTo>
                  <a:pt x="67634" y="90365"/>
                </a:lnTo>
                <a:lnTo>
                  <a:pt x="66575" y="90464"/>
                </a:lnTo>
                <a:lnTo>
                  <a:pt x="65523" y="90497"/>
                </a:lnTo>
                <a:lnTo>
                  <a:pt x="63476" y="90395"/>
                </a:lnTo>
                <a:lnTo>
                  <a:pt x="61488" y="90090"/>
                </a:lnTo>
                <a:lnTo>
                  <a:pt x="59557" y="89580"/>
                </a:lnTo>
                <a:lnTo>
                  <a:pt x="57684" y="88866"/>
                </a:lnTo>
                <a:lnTo>
                  <a:pt x="55869" y="87949"/>
                </a:lnTo>
                <a:lnTo>
                  <a:pt x="54112" y="86828"/>
                </a:lnTo>
                <a:lnTo>
                  <a:pt x="52413" y="85503"/>
                </a:lnTo>
                <a:lnTo>
                  <a:pt x="50772" y="83974"/>
                </a:lnTo>
                <a:lnTo>
                  <a:pt x="49189" y="82241"/>
                </a:lnTo>
                <a:lnTo>
                  <a:pt x="47664" y="80305"/>
                </a:lnTo>
                <a:lnTo>
                  <a:pt x="46197" y="78164"/>
                </a:lnTo>
                <a:lnTo>
                  <a:pt x="44788" y="75820"/>
                </a:lnTo>
                <a:lnTo>
                  <a:pt x="43670" y="73723"/>
                </a:lnTo>
                <a:lnTo>
                  <a:pt x="42650" y="71556"/>
                </a:lnTo>
                <a:lnTo>
                  <a:pt x="41726" y="69319"/>
                </a:lnTo>
                <a:lnTo>
                  <a:pt x="40900" y="67011"/>
                </a:lnTo>
                <a:lnTo>
                  <a:pt x="40171" y="64633"/>
                </a:lnTo>
                <a:lnTo>
                  <a:pt x="39540" y="62185"/>
                </a:lnTo>
                <a:lnTo>
                  <a:pt x="39005" y="59666"/>
                </a:lnTo>
                <a:lnTo>
                  <a:pt x="38568" y="57077"/>
                </a:lnTo>
                <a:lnTo>
                  <a:pt x="38228" y="54418"/>
                </a:lnTo>
                <a:lnTo>
                  <a:pt x="37985" y="51688"/>
                </a:lnTo>
                <a:lnTo>
                  <a:pt x="37839" y="48888"/>
                </a:lnTo>
                <a:lnTo>
                  <a:pt x="37790" y="46018"/>
                </a:lnTo>
                <a:moveTo>
                  <a:pt x="50373" y="47654"/>
                </a:moveTo>
                <a:lnTo>
                  <a:pt x="50403" y="50601"/>
                </a:lnTo>
                <a:lnTo>
                  <a:pt x="50496" y="53457"/>
                </a:lnTo>
                <a:lnTo>
                  <a:pt x="50650" y="56221"/>
                </a:lnTo>
                <a:lnTo>
                  <a:pt x="50865" y="58893"/>
                </a:lnTo>
                <a:lnTo>
                  <a:pt x="51142" y="61473"/>
                </a:lnTo>
                <a:lnTo>
                  <a:pt x="51480" y="63962"/>
                </a:lnTo>
                <a:lnTo>
                  <a:pt x="51880" y="66359"/>
                </a:lnTo>
                <a:lnTo>
                  <a:pt x="52341" y="68664"/>
                </a:lnTo>
                <a:lnTo>
                  <a:pt x="52864" y="70877"/>
                </a:lnTo>
                <a:lnTo>
                  <a:pt x="53449" y="72998"/>
                </a:lnTo>
                <a:lnTo>
                  <a:pt x="54095" y="75028"/>
                </a:lnTo>
                <a:lnTo>
                  <a:pt x="54802" y="76966"/>
                </a:lnTo>
                <a:lnTo>
                  <a:pt x="55437" y="78492"/>
                </a:lnTo>
                <a:lnTo>
                  <a:pt x="56122" y="79886"/>
                </a:lnTo>
                <a:lnTo>
                  <a:pt x="56857" y="81147"/>
                </a:lnTo>
                <a:lnTo>
                  <a:pt x="57641" y="82276"/>
                </a:lnTo>
                <a:lnTo>
                  <a:pt x="58476" y="83271"/>
                </a:lnTo>
                <a:lnTo>
                  <a:pt x="59360" y="84134"/>
                </a:lnTo>
                <a:lnTo>
                  <a:pt x="60295" y="84864"/>
                </a:lnTo>
                <a:lnTo>
                  <a:pt x="61279" y="85462"/>
                </a:lnTo>
                <a:lnTo>
                  <a:pt x="62313" y="85926"/>
                </a:lnTo>
                <a:lnTo>
                  <a:pt x="63398" y="86258"/>
                </a:lnTo>
                <a:lnTo>
                  <a:pt x="64532" y="86457"/>
                </a:lnTo>
                <a:lnTo>
                  <a:pt x="65716" y="86524"/>
                </a:lnTo>
                <a:lnTo>
                  <a:pt x="66295" y="86502"/>
                </a:lnTo>
                <a:lnTo>
                  <a:pt x="66878" y="86437"/>
                </a:lnTo>
                <a:lnTo>
                  <a:pt x="67465" y="86329"/>
                </a:lnTo>
                <a:lnTo>
                  <a:pt x="68055" y="86178"/>
                </a:lnTo>
                <a:lnTo>
                  <a:pt x="68649" y="85984"/>
                </a:lnTo>
                <a:lnTo>
                  <a:pt x="69247" y="85746"/>
                </a:lnTo>
                <a:lnTo>
                  <a:pt x="69847" y="85465"/>
                </a:lnTo>
                <a:lnTo>
                  <a:pt x="70452" y="85141"/>
                </a:lnTo>
                <a:lnTo>
                  <a:pt x="71060" y="84774"/>
                </a:lnTo>
                <a:lnTo>
                  <a:pt x="71672" y="84364"/>
                </a:lnTo>
                <a:lnTo>
                  <a:pt x="72287" y="83910"/>
                </a:lnTo>
                <a:lnTo>
                  <a:pt x="72906" y="83413"/>
                </a:lnTo>
                <a:lnTo>
                  <a:pt x="73514" y="82866"/>
                </a:lnTo>
                <a:lnTo>
                  <a:pt x="74097" y="82260"/>
                </a:lnTo>
                <a:lnTo>
                  <a:pt x="74655" y="81595"/>
                </a:lnTo>
                <a:lnTo>
                  <a:pt x="75188" y="80873"/>
                </a:lnTo>
                <a:lnTo>
                  <a:pt x="75697" y="80092"/>
                </a:lnTo>
                <a:lnTo>
                  <a:pt x="76180" y="79252"/>
                </a:lnTo>
                <a:lnTo>
                  <a:pt x="76638" y="78354"/>
                </a:lnTo>
                <a:lnTo>
                  <a:pt x="77071" y="77398"/>
                </a:lnTo>
                <a:lnTo>
                  <a:pt x="77480" y="76384"/>
                </a:lnTo>
                <a:lnTo>
                  <a:pt x="77863" y="75311"/>
                </a:lnTo>
                <a:lnTo>
                  <a:pt x="78222" y="74180"/>
                </a:lnTo>
                <a:lnTo>
                  <a:pt x="78555" y="72990"/>
                </a:lnTo>
                <a:lnTo>
                  <a:pt x="79027" y="71088"/>
                </a:lnTo>
                <a:lnTo>
                  <a:pt x="79457" y="69061"/>
                </a:lnTo>
                <a:lnTo>
                  <a:pt x="79847" y="66908"/>
                </a:lnTo>
                <a:lnTo>
                  <a:pt x="80196" y="64630"/>
                </a:lnTo>
                <a:lnTo>
                  <a:pt x="80503" y="62226"/>
                </a:lnTo>
                <a:lnTo>
                  <a:pt x="80770" y="59696"/>
                </a:lnTo>
                <a:lnTo>
                  <a:pt x="80995" y="57041"/>
                </a:lnTo>
                <a:lnTo>
                  <a:pt x="81180" y="54260"/>
                </a:lnTo>
                <a:lnTo>
                  <a:pt x="81324" y="51354"/>
                </a:lnTo>
                <a:lnTo>
                  <a:pt x="81426" y="48322"/>
                </a:lnTo>
                <a:lnTo>
                  <a:pt x="81488" y="45165"/>
                </a:lnTo>
                <a:lnTo>
                  <a:pt x="81508" y="41882"/>
                </a:lnTo>
                <a:lnTo>
                  <a:pt x="81487" y="39436"/>
                </a:lnTo>
                <a:lnTo>
                  <a:pt x="81422" y="37059"/>
                </a:lnTo>
                <a:lnTo>
                  <a:pt x="81315" y="34750"/>
                </a:lnTo>
                <a:lnTo>
                  <a:pt x="81166" y="32510"/>
                </a:lnTo>
                <a:lnTo>
                  <a:pt x="80973" y="30338"/>
                </a:lnTo>
                <a:lnTo>
                  <a:pt x="80738" y="28235"/>
                </a:lnTo>
                <a:lnTo>
                  <a:pt x="80460" y="26201"/>
                </a:lnTo>
                <a:lnTo>
                  <a:pt x="80139" y="24235"/>
                </a:lnTo>
                <a:lnTo>
                  <a:pt x="79775" y="22338"/>
                </a:lnTo>
                <a:lnTo>
                  <a:pt x="79368" y="20510"/>
                </a:lnTo>
                <a:lnTo>
                  <a:pt x="78919" y="18750"/>
                </a:lnTo>
                <a:lnTo>
                  <a:pt x="78427" y="17058"/>
                </a:lnTo>
                <a:lnTo>
                  <a:pt x="78032" y="15859"/>
                </a:lnTo>
                <a:lnTo>
                  <a:pt x="77619" y="14719"/>
                </a:lnTo>
                <a:lnTo>
                  <a:pt x="77187" y="13639"/>
                </a:lnTo>
                <a:lnTo>
                  <a:pt x="76736" y="12618"/>
                </a:lnTo>
                <a:lnTo>
                  <a:pt x="76267" y="11657"/>
                </a:lnTo>
                <a:lnTo>
                  <a:pt x="75779" y="10756"/>
                </a:lnTo>
                <a:lnTo>
                  <a:pt x="75272" y="9915"/>
                </a:lnTo>
                <a:lnTo>
                  <a:pt x="74746" y="9133"/>
                </a:lnTo>
                <a:lnTo>
                  <a:pt x="74202" y="8411"/>
                </a:lnTo>
                <a:lnTo>
                  <a:pt x="73639" y="7749"/>
                </a:lnTo>
                <a:lnTo>
                  <a:pt x="73057" y="7146"/>
                </a:lnTo>
                <a:lnTo>
                  <a:pt x="72456" y="6603"/>
                </a:lnTo>
                <a:lnTo>
                  <a:pt x="72010" y="6265"/>
                </a:lnTo>
                <a:lnTo>
                  <a:pt x="71549" y="5957"/>
                </a:lnTo>
                <a:lnTo>
                  <a:pt x="71072" y="5677"/>
                </a:lnTo>
                <a:lnTo>
                  <a:pt x="70580" y="5427"/>
                </a:lnTo>
                <a:lnTo>
                  <a:pt x="70074" y="5207"/>
                </a:lnTo>
                <a:lnTo>
                  <a:pt x="69551" y="5016"/>
                </a:lnTo>
                <a:lnTo>
                  <a:pt x="69014" y="4854"/>
                </a:lnTo>
                <a:lnTo>
                  <a:pt x="68462" y="4722"/>
                </a:lnTo>
                <a:lnTo>
                  <a:pt x="67894" y="4619"/>
                </a:lnTo>
                <a:lnTo>
                  <a:pt x="67312" y="4545"/>
                </a:lnTo>
                <a:lnTo>
                  <a:pt x="66714" y="4501"/>
                </a:lnTo>
                <a:lnTo>
                  <a:pt x="66101" y="4486"/>
                </a:lnTo>
                <a:lnTo>
                  <a:pt x="65380" y="4514"/>
                </a:lnTo>
                <a:lnTo>
                  <a:pt x="64673" y="4595"/>
                </a:lnTo>
                <a:lnTo>
                  <a:pt x="63978" y="4731"/>
                </a:lnTo>
                <a:lnTo>
                  <a:pt x="63298" y="4921"/>
                </a:lnTo>
                <a:lnTo>
                  <a:pt x="62630" y="5166"/>
                </a:lnTo>
                <a:lnTo>
                  <a:pt x="61976" y="5465"/>
                </a:lnTo>
                <a:lnTo>
                  <a:pt x="61336" y="5818"/>
                </a:lnTo>
                <a:lnTo>
                  <a:pt x="60708" y="6226"/>
                </a:lnTo>
                <a:lnTo>
                  <a:pt x="60095" y="6688"/>
                </a:lnTo>
                <a:lnTo>
                  <a:pt x="59494" y="7204"/>
                </a:lnTo>
                <a:lnTo>
                  <a:pt x="58907" y="7775"/>
                </a:lnTo>
                <a:lnTo>
                  <a:pt x="58333" y="8400"/>
                </a:lnTo>
                <a:lnTo>
                  <a:pt x="57583" y="9330"/>
                </a:lnTo>
                <a:lnTo>
                  <a:pt x="56874" y="10344"/>
                </a:lnTo>
                <a:lnTo>
                  <a:pt x="56207" y="11443"/>
                </a:lnTo>
                <a:lnTo>
                  <a:pt x="55580" y="12626"/>
                </a:lnTo>
                <a:lnTo>
                  <a:pt x="54994" y="13894"/>
                </a:lnTo>
                <a:lnTo>
                  <a:pt x="54449" y="15247"/>
                </a:lnTo>
                <a:lnTo>
                  <a:pt x="53945" y="16685"/>
                </a:lnTo>
                <a:lnTo>
                  <a:pt x="53483" y="18207"/>
                </a:lnTo>
                <a:lnTo>
                  <a:pt x="53061" y="19814"/>
                </a:lnTo>
                <a:lnTo>
                  <a:pt x="52680" y="21505"/>
                </a:lnTo>
                <a:lnTo>
                  <a:pt x="52341" y="23281"/>
                </a:lnTo>
                <a:lnTo>
                  <a:pt x="52042" y="25142"/>
                </a:lnTo>
                <a:lnTo>
                  <a:pt x="51775" y="27042"/>
                </a:lnTo>
                <a:lnTo>
                  <a:pt x="51532" y="28938"/>
                </a:lnTo>
                <a:lnTo>
                  <a:pt x="51312" y="30830"/>
                </a:lnTo>
                <a:lnTo>
                  <a:pt x="51115" y="32717"/>
                </a:lnTo>
                <a:lnTo>
                  <a:pt x="50941" y="34600"/>
                </a:lnTo>
                <a:lnTo>
                  <a:pt x="50790" y="36478"/>
                </a:lnTo>
                <a:lnTo>
                  <a:pt x="50663" y="38352"/>
                </a:lnTo>
                <a:lnTo>
                  <a:pt x="50558" y="40221"/>
                </a:lnTo>
                <a:lnTo>
                  <a:pt x="50477" y="42086"/>
                </a:lnTo>
                <a:lnTo>
                  <a:pt x="50419" y="43947"/>
                </a:lnTo>
                <a:lnTo>
                  <a:pt x="50384" y="45803"/>
                </a:lnTo>
                <a:lnTo>
                  <a:pt x="50373" y="47654"/>
                </a:lnTo>
                <a:close/>
                <a:moveTo>
                  <a:pt x="105839" y="110878"/>
                </a:moveTo>
                <a:lnTo>
                  <a:pt x="105839" y="108058"/>
                </a:lnTo>
                <a:lnTo>
                  <a:pt x="106920" y="107677"/>
                </a:lnTo>
                <a:lnTo>
                  <a:pt x="107960" y="107262"/>
                </a:lnTo>
                <a:lnTo>
                  <a:pt x="108958" y="106814"/>
                </a:lnTo>
                <a:lnTo>
                  <a:pt x="109915" y="106332"/>
                </a:lnTo>
                <a:lnTo>
                  <a:pt x="110831" y="105817"/>
                </a:lnTo>
                <a:lnTo>
                  <a:pt x="111705" y="105268"/>
                </a:lnTo>
                <a:lnTo>
                  <a:pt x="112537" y="104685"/>
                </a:lnTo>
                <a:lnTo>
                  <a:pt x="113328" y="104069"/>
                </a:lnTo>
                <a:lnTo>
                  <a:pt x="114078" y="103420"/>
                </a:lnTo>
                <a:lnTo>
                  <a:pt x="114786" y="102737"/>
                </a:lnTo>
                <a:lnTo>
                  <a:pt x="115453" y="102021"/>
                </a:lnTo>
                <a:lnTo>
                  <a:pt x="116078" y="101271"/>
                </a:lnTo>
                <a:lnTo>
                  <a:pt x="116657" y="100500"/>
                </a:lnTo>
                <a:lnTo>
                  <a:pt x="117186" y="99722"/>
                </a:lnTo>
                <a:lnTo>
                  <a:pt x="117665" y="98937"/>
                </a:lnTo>
                <a:lnTo>
                  <a:pt x="118093" y="98144"/>
                </a:lnTo>
                <a:lnTo>
                  <a:pt x="118471" y="97343"/>
                </a:lnTo>
                <a:lnTo>
                  <a:pt x="118798" y="96535"/>
                </a:lnTo>
                <a:lnTo>
                  <a:pt x="119075" y="95719"/>
                </a:lnTo>
                <a:lnTo>
                  <a:pt x="119302" y="94895"/>
                </a:lnTo>
                <a:lnTo>
                  <a:pt x="119478" y="94064"/>
                </a:lnTo>
                <a:lnTo>
                  <a:pt x="119604" y="93225"/>
                </a:lnTo>
                <a:lnTo>
                  <a:pt x="119680" y="92379"/>
                </a:lnTo>
                <a:lnTo>
                  <a:pt x="119705" y="91525"/>
                </a:lnTo>
                <a:lnTo>
                  <a:pt x="119701" y="91324"/>
                </a:lnTo>
                <a:lnTo>
                  <a:pt x="119689" y="91129"/>
                </a:lnTo>
                <a:lnTo>
                  <a:pt x="119669" y="90939"/>
                </a:lnTo>
                <a:lnTo>
                  <a:pt x="119641" y="90754"/>
                </a:lnTo>
                <a:lnTo>
                  <a:pt x="119605" y="90575"/>
                </a:lnTo>
                <a:lnTo>
                  <a:pt x="119561" y="90402"/>
                </a:lnTo>
                <a:lnTo>
                  <a:pt x="119509" y="90233"/>
                </a:lnTo>
                <a:lnTo>
                  <a:pt x="119448" y="90070"/>
                </a:lnTo>
                <a:lnTo>
                  <a:pt x="119380" y="89912"/>
                </a:lnTo>
                <a:lnTo>
                  <a:pt x="119304" y="89760"/>
                </a:lnTo>
                <a:lnTo>
                  <a:pt x="119220" y="89613"/>
                </a:lnTo>
                <a:lnTo>
                  <a:pt x="119127" y="89472"/>
                </a:lnTo>
                <a:lnTo>
                  <a:pt x="119052" y="89380"/>
                </a:lnTo>
                <a:lnTo>
                  <a:pt x="118978" y="89295"/>
                </a:lnTo>
                <a:lnTo>
                  <a:pt x="118903" y="89219"/>
                </a:lnTo>
                <a:lnTo>
                  <a:pt x="118828" y="89151"/>
                </a:lnTo>
                <a:lnTo>
                  <a:pt x="118753" y="89091"/>
                </a:lnTo>
                <a:lnTo>
                  <a:pt x="118678" y="89039"/>
                </a:lnTo>
                <a:lnTo>
                  <a:pt x="118603" y="88995"/>
                </a:lnTo>
                <a:lnTo>
                  <a:pt x="118528" y="88959"/>
                </a:lnTo>
                <a:lnTo>
                  <a:pt x="118453" y="88931"/>
                </a:lnTo>
                <a:lnTo>
                  <a:pt x="118378" y="88911"/>
                </a:lnTo>
                <a:lnTo>
                  <a:pt x="118304" y="88899"/>
                </a:lnTo>
                <a:lnTo>
                  <a:pt x="118229" y="88895"/>
                </a:lnTo>
                <a:lnTo>
                  <a:pt x="118099" y="88904"/>
                </a:lnTo>
                <a:lnTo>
                  <a:pt x="117947" y="88931"/>
                </a:lnTo>
                <a:lnTo>
                  <a:pt x="117771" y="88975"/>
                </a:lnTo>
                <a:lnTo>
                  <a:pt x="117572" y="89037"/>
                </a:lnTo>
                <a:lnTo>
                  <a:pt x="117350" y="89117"/>
                </a:lnTo>
                <a:lnTo>
                  <a:pt x="117105" y="89215"/>
                </a:lnTo>
                <a:lnTo>
                  <a:pt x="116837" y="89331"/>
                </a:lnTo>
                <a:lnTo>
                  <a:pt x="116545" y="89465"/>
                </a:lnTo>
                <a:lnTo>
                  <a:pt x="116231" y="89616"/>
                </a:lnTo>
                <a:lnTo>
                  <a:pt x="115893" y="89785"/>
                </a:lnTo>
                <a:lnTo>
                  <a:pt x="115531" y="89972"/>
                </a:lnTo>
                <a:lnTo>
                  <a:pt x="115147" y="90177"/>
                </a:lnTo>
                <a:lnTo>
                  <a:pt x="114954" y="90269"/>
                </a:lnTo>
                <a:lnTo>
                  <a:pt x="114758" y="90353"/>
                </a:lnTo>
                <a:lnTo>
                  <a:pt x="114561" y="90429"/>
                </a:lnTo>
                <a:lnTo>
                  <a:pt x="114363" y="90497"/>
                </a:lnTo>
                <a:lnTo>
                  <a:pt x="114162" y="90557"/>
                </a:lnTo>
                <a:lnTo>
                  <a:pt x="113960" y="90609"/>
                </a:lnTo>
                <a:lnTo>
                  <a:pt x="113755" y="90653"/>
                </a:lnTo>
                <a:lnTo>
                  <a:pt x="113549" y="90689"/>
                </a:lnTo>
                <a:lnTo>
                  <a:pt x="113342" y="90718"/>
                </a:lnTo>
                <a:lnTo>
                  <a:pt x="113132" y="90738"/>
                </a:lnTo>
                <a:lnTo>
                  <a:pt x="112921" y="90750"/>
                </a:lnTo>
                <a:lnTo>
                  <a:pt x="112708" y="90754"/>
                </a:lnTo>
                <a:lnTo>
                  <a:pt x="112192" y="90741"/>
                </a:lnTo>
                <a:lnTo>
                  <a:pt x="111695" y="90702"/>
                </a:lnTo>
                <a:lnTo>
                  <a:pt x="111215" y="90637"/>
                </a:lnTo>
                <a:lnTo>
                  <a:pt x="110753" y="90547"/>
                </a:lnTo>
                <a:lnTo>
                  <a:pt x="110309" y="90431"/>
                </a:lnTo>
                <a:lnTo>
                  <a:pt x="109883" y="90289"/>
                </a:lnTo>
                <a:lnTo>
                  <a:pt x="109475" y="90121"/>
                </a:lnTo>
                <a:lnTo>
                  <a:pt x="109084" y="89928"/>
                </a:lnTo>
                <a:lnTo>
                  <a:pt x="108711" y="89708"/>
                </a:lnTo>
                <a:lnTo>
                  <a:pt x="108357" y="89463"/>
                </a:lnTo>
                <a:lnTo>
                  <a:pt x="108020" y="89192"/>
                </a:lnTo>
                <a:lnTo>
                  <a:pt x="107700" y="88895"/>
                </a:lnTo>
                <a:lnTo>
                  <a:pt x="107403" y="88575"/>
                </a:lnTo>
                <a:lnTo>
                  <a:pt x="107132" y="88236"/>
                </a:lnTo>
                <a:lnTo>
                  <a:pt x="106886" y="87877"/>
                </a:lnTo>
                <a:lnTo>
                  <a:pt x="106666" y="87499"/>
                </a:lnTo>
                <a:lnTo>
                  <a:pt x="106472" y="87101"/>
                </a:lnTo>
                <a:lnTo>
                  <a:pt x="106304" y="86684"/>
                </a:lnTo>
                <a:lnTo>
                  <a:pt x="106162" y="86247"/>
                </a:lnTo>
                <a:lnTo>
                  <a:pt x="106046" y="85790"/>
                </a:lnTo>
                <a:lnTo>
                  <a:pt x="105955" y="85314"/>
                </a:lnTo>
                <a:lnTo>
                  <a:pt x="105890" y="84818"/>
                </a:lnTo>
                <a:lnTo>
                  <a:pt x="105852" y="84303"/>
                </a:lnTo>
                <a:lnTo>
                  <a:pt x="105839" y="83768"/>
                </a:lnTo>
                <a:lnTo>
                  <a:pt x="105855" y="83250"/>
                </a:lnTo>
                <a:lnTo>
                  <a:pt x="105906" y="82746"/>
                </a:lnTo>
                <a:lnTo>
                  <a:pt x="105989" y="82253"/>
                </a:lnTo>
                <a:lnTo>
                  <a:pt x="106106" y="81774"/>
                </a:lnTo>
                <a:lnTo>
                  <a:pt x="106257" y="81306"/>
                </a:lnTo>
                <a:lnTo>
                  <a:pt x="106441" y="80851"/>
                </a:lnTo>
                <a:lnTo>
                  <a:pt x="106658" y="80409"/>
                </a:lnTo>
                <a:lnTo>
                  <a:pt x="106909" y="79979"/>
                </a:lnTo>
                <a:lnTo>
                  <a:pt x="107193" y="79562"/>
                </a:lnTo>
                <a:lnTo>
                  <a:pt x="107510" y="79157"/>
                </a:lnTo>
                <a:lnTo>
                  <a:pt x="107862" y="78764"/>
                </a:lnTo>
                <a:lnTo>
                  <a:pt x="108246" y="78384"/>
                </a:lnTo>
                <a:lnTo>
                  <a:pt x="108655" y="78026"/>
                </a:lnTo>
                <a:lnTo>
                  <a:pt x="109078" y="77698"/>
                </a:lnTo>
                <a:lnTo>
                  <a:pt x="109516" y="77403"/>
                </a:lnTo>
                <a:lnTo>
                  <a:pt x="109969" y="77138"/>
                </a:lnTo>
                <a:lnTo>
                  <a:pt x="110436" y="76904"/>
                </a:lnTo>
                <a:lnTo>
                  <a:pt x="110918" y="76702"/>
                </a:lnTo>
                <a:lnTo>
                  <a:pt x="111415" y="76530"/>
                </a:lnTo>
                <a:lnTo>
                  <a:pt x="111927" y="76390"/>
                </a:lnTo>
                <a:lnTo>
                  <a:pt x="112453" y="76281"/>
                </a:lnTo>
                <a:lnTo>
                  <a:pt x="112994" y="76203"/>
                </a:lnTo>
                <a:lnTo>
                  <a:pt x="113550" y="76156"/>
                </a:lnTo>
                <a:lnTo>
                  <a:pt x="114120" y="76141"/>
                </a:lnTo>
                <a:lnTo>
                  <a:pt x="114820" y="76166"/>
                </a:lnTo>
                <a:lnTo>
                  <a:pt x="115507" y="76243"/>
                </a:lnTo>
                <a:lnTo>
                  <a:pt x="116180" y="76372"/>
                </a:lnTo>
                <a:lnTo>
                  <a:pt x="116841" y="76551"/>
                </a:lnTo>
                <a:lnTo>
                  <a:pt x="117489" y="76782"/>
                </a:lnTo>
                <a:lnTo>
                  <a:pt x="118124" y="77064"/>
                </a:lnTo>
                <a:lnTo>
                  <a:pt x="118746" y="77397"/>
                </a:lnTo>
                <a:lnTo>
                  <a:pt x="119356" y="77782"/>
                </a:lnTo>
                <a:lnTo>
                  <a:pt x="119952" y="78218"/>
                </a:lnTo>
                <a:lnTo>
                  <a:pt x="120535" y="78705"/>
                </a:lnTo>
                <a:lnTo>
                  <a:pt x="121106" y="79244"/>
                </a:lnTo>
                <a:lnTo>
                  <a:pt x="121663" y="79834"/>
                </a:lnTo>
                <a:lnTo>
                  <a:pt x="122191" y="80466"/>
                </a:lnTo>
                <a:lnTo>
                  <a:pt x="122673" y="81131"/>
                </a:lnTo>
                <a:lnTo>
                  <a:pt x="123110" y="81830"/>
                </a:lnTo>
                <a:lnTo>
                  <a:pt x="123500" y="82562"/>
                </a:lnTo>
                <a:lnTo>
                  <a:pt x="123844" y="83328"/>
                </a:lnTo>
                <a:lnTo>
                  <a:pt x="124143" y="84127"/>
                </a:lnTo>
                <a:lnTo>
                  <a:pt x="124395" y="84960"/>
                </a:lnTo>
                <a:lnTo>
                  <a:pt x="124602" y="85826"/>
                </a:lnTo>
                <a:lnTo>
                  <a:pt x="124763" y="86725"/>
                </a:lnTo>
                <a:lnTo>
                  <a:pt x="124877" y="87658"/>
                </a:lnTo>
                <a:lnTo>
                  <a:pt x="124946" y="88624"/>
                </a:lnTo>
                <a:lnTo>
                  <a:pt x="124969" y="89624"/>
                </a:lnTo>
                <a:lnTo>
                  <a:pt x="124937" y="90720"/>
                </a:lnTo>
                <a:lnTo>
                  <a:pt x="124842" y="91803"/>
                </a:lnTo>
                <a:lnTo>
                  <a:pt x="124682" y="92873"/>
                </a:lnTo>
                <a:lnTo>
                  <a:pt x="124459" y="93931"/>
                </a:lnTo>
                <a:lnTo>
                  <a:pt x="124172" y="94975"/>
                </a:lnTo>
                <a:lnTo>
                  <a:pt x="123822" y="96006"/>
                </a:lnTo>
                <a:lnTo>
                  <a:pt x="123407" y="97024"/>
                </a:lnTo>
                <a:lnTo>
                  <a:pt x="122929" y="98030"/>
                </a:lnTo>
                <a:lnTo>
                  <a:pt x="122387" y="99022"/>
                </a:lnTo>
                <a:lnTo>
                  <a:pt x="121782" y="100002"/>
                </a:lnTo>
                <a:lnTo>
                  <a:pt x="121112" y="100968"/>
                </a:lnTo>
                <a:lnTo>
                  <a:pt x="120379" y="101922"/>
                </a:lnTo>
                <a:lnTo>
                  <a:pt x="119577" y="102852"/>
                </a:lnTo>
                <a:lnTo>
                  <a:pt x="118700" y="103749"/>
                </a:lnTo>
                <a:lnTo>
                  <a:pt x="117749" y="104612"/>
                </a:lnTo>
                <a:lnTo>
                  <a:pt x="116724" y="105442"/>
                </a:lnTo>
                <a:lnTo>
                  <a:pt x="115624" y="106239"/>
                </a:lnTo>
                <a:lnTo>
                  <a:pt x="114449" y="107002"/>
                </a:lnTo>
                <a:lnTo>
                  <a:pt x="113200" y="107731"/>
                </a:lnTo>
                <a:lnTo>
                  <a:pt x="111877" y="108428"/>
                </a:lnTo>
                <a:lnTo>
                  <a:pt x="110479" y="109090"/>
                </a:lnTo>
                <a:lnTo>
                  <a:pt x="109007" y="109720"/>
                </a:lnTo>
                <a:lnTo>
                  <a:pt x="107460" y="110316"/>
                </a:lnTo>
                <a:lnTo>
                  <a:pt x="105839" y="110878"/>
                </a:lnTo>
                <a:close/>
                <a:moveTo>
                  <a:pt x="136396" y="46018"/>
                </a:moveTo>
                <a:lnTo>
                  <a:pt x="136428" y="43568"/>
                </a:lnTo>
                <a:lnTo>
                  <a:pt x="136521" y="41176"/>
                </a:lnTo>
                <a:lnTo>
                  <a:pt x="136677" y="38841"/>
                </a:lnTo>
                <a:lnTo>
                  <a:pt x="136896" y="36564"/>
                </a:lnTo>
                <a:lnTo>
                  <a:pt x="137176" y="34344"/>
                </a:lnTo>
                <a:lnTo>
                  <a:pt x="137520" y="32182"/>
                </a:lnTo>
                <a:lnTo>
                  <a:pt x="137925" y="30077"/>
                </a:lnTo>
                <a:lnTo>
                  <a:pt x="138394" y="28029"/>
                </a:lnTo>
                <a:lnTo>
                  <a:pt x="138924" y="26039"/>
                </a:lnTo>
                <a:lnTo>
                  <a:pt x="139517" y="24106"/>
                </a:lnTo>
                <a:lnTo>
                  <a:pt x="140172" y="22231"/>
                </a:lnTo>
                <a:lnTo>
                  <a:pt x="140890" y="20413"/>
                </a:lnTo>
                <a:lnTo>
                  <a:pt x="141660" y="18662"/>
                </a:lnTo>
                <a:lnTo>
                  <a:pt x="142470" y="16987"/>
                </a:lnTo>
                <a:lnTo>
                  <a:pt x="143322" y="15388"/>
                </a:lnTo>
                <a:lnTo>
                  <a:pt x="144214" y="13865"/>
                </a:lnTo>
                <a:lnTo>
                  <a:pt x="145148" y="12418"/>
                </a:lnTo>
                <a:lnTo>
                  <a:pt x="146122" y="11048"/>
                </a:lnTo>
                <a:lnTo>
                  <a:pt x="147138" y="9753"/>
                </a:lnTo>
                <a:lnTo>
                  <a:pt x="148194" y="8535"/>
                </a:lnTo>
                <a:lnTo>
                  <a:pt x="149292" y="7393"/>
                </a:lnTo>
                <a:lnTo>
                  <a:pt x="150430" y="6326"/>
                </a:lnTo>
                <a:lnTo>
                  <a:pt x="151610" y="5336"/>
                </a:lnTo>
                <a:lnTo>
                  <a:pt x="152831" y="4422"/>
                </a:lnTo>
                <a:lnTo>
                  <a:pt x="153796" y="3757"/>
                </a:lnTo>
                <a:lnTo>
                  <a:pt x="154767" y="3149"/>
                </a:lnTo>
                <a:lnTo>
                  <a:pt x="155744" y="2600"/>
                </a:lnTo>
                <a:lnTo>
                  <a:pt x="156725" y="2108"/>
                </a:lnTo>
                <a:lnTo>
                  <a:pt x="157712" y="1674"/>
                </a:lnTo>
                <a:lnTo>
                  <a:pt x="158705" y="1298"/>
                </a:lnTo>
                <a:lnTo>
                  <a:pt x="159702" y="980"/>
                </a:lnTo>
                <a:lnTo>
                  <a:pt x="160705" y="719"/>
                </a:lnTo>
                <a:lnTo>
                  <a:pt x="161714" y="517"/>
                </a:lnTo>
                <a:lnTo>
                  <a:pt x="162728" y="372"/>
                </a:lnTo>
                <a:lnTo>
                  <a:pt x="163747" y="285"/>
                </a:lnTo>
                <a:lnTo>
                  <a:pt x="164771" y="256"/>
                </a:lnTo>
                <a:lnTo>
                  <a:pt x="166426" y="327"/>
                </a:lnTo>
                <a:lnTo>
                  <a:pt x="168052" y="539"/>
                </a:lnTo>
                <a:lnTo>
                  <a:pt x="169650" y="893"/>
                </a:lnTo>
                <a:lnTo>
                  <a:pt x="171219" y="1389"/>
                </a:lnTo>
                <a:lnTo>
                  <a:pt x="172760" y="2026"/>
                </a:lnTo>
                <a:lnTo>
                  <a:pt x="174272" y="2804"/>
                </a:lnTo>
                <a:lnTo>
                  <a:pt x="175756" y="3724"/>
                </a:lnTo>
                <a:lnTo>
                  <a:pt x="177211" y="4785"/>
                </a:lnTo>
                <a:lnTo>
                  <a:pt x="178638" y="5989"/>
                </a:lnTo>
                <a:lnTo>
                  <a:pt x="180036" y="7333"/>
                </a:lnTo>
                <a:lnTo>
                  <a:pt x="181405" y="8819"/>
                </a:lnTo>
                <a:lnTo>
                  <a:pt x="182746" y="10447"/>
                </a:lnTo>
                <a:lnTo>
                  <a:pt x="184336" y="12614"/>
                </a:lnTo>
                <a:lnTo>
                  <a:pt x="185787" y="14905"/>
                </a:lnTo>
                <a:lnTo>
                  <a:pt x="187100" y="17321"/>
                </a:lnTo>
                <a:lnTo>
                  <a:pt x="188274" y="19861"/>
                </a:lnTo>
                <a:lnTo>
                  <a:pt x="189311" y="22526"/>
                </a:lnTo>
                <a:lnTo>
                  <a:pt x="190209" y="25316"/>
                </a:lnTo>
                <a:lnTo>
                  <a:pt x="190969" y="28231"/>
                </a:lnTo>
                <a:lnTo>
                  <a:pt x="191591" y="31270"/>
                </a:lnTo>
                <a:lnTo>
                  <a:pt x="192075" y="34433"/>
                </a:lnTo>
                <a:lnTo>
                  <a:pt x="192420" y="37721"/>
                </a:lnTo>
                <a:lnTo>
                  <a:pt x="192628" y="41134"/>
                </a:lnTo>
                <a:lnTo>
                  <a:pt x="192697" y="44672"/>
                </a:lnTo>
                <a:lnTo>
                  <a:pt x="192666" y="47161"/>
                </a:lnTo>
                <a:lnTo>
                  <a:pt x="192575" y="49587"/>
                </a:lnTo>
                <a:lnTo>
                  <a:pt x="192424" y="51950"/>
                </a:lnTo>
                <a:lnTo>
                  <a:pt x="192212" y="54250"/>
                </a:lnTo>
                <a:lnTo>
                  <a:pt x="191939" y="56486"/>
                </a:lnTo>
                <a:lnTo>
                  <a:pt x="191605" y="58660"/>
                </a:lnTo>
                <a:lnTo>
                  <a:pt x="191211" y="60770"/>
                </a:lnTo>
                <a:lnTo>
                  <a:pt x="190757" y="62817"/>
                </a:lnTo>
                <a:lnTo>
                  <a:pt x="190241" y="64801"/>
                </a:lnTo>
                <a:lnTo>
                  <a:pt x="189665" y="66721"/>
                </a:lnTo>
                <a:lnTo>
                  <a:pt x="189029" y="68578"/>
                </a:lnTo>
                <a:lnTo>
                  <a:pt x="188331" y="70372"/>
                </a:lnTo>
                <a:lnTo>
                  <a:pt x="187587" y="72095"/>
                </a:lnTo>
                <a:lnTo>
                  <a:pt x="186809" y="73736"/>
                </a:lnTo>
                <a:lnTo>
                  <a:pt x="185998" y="75298"/>
                </a:lnTo>
                <a:lnTo>
                  <a:pt x="185154" y="76778"/>
                </a:lnTo>
                <a:lnTo>
                  <a:pt x="184276" y="78178"/>
                </a:lnTo>
                <a:lnTo>
                  <a:pt x="183364" y="79497"/>
                </a:lnTo>
                <a:lnTo>
                  <a:pt x="182419" y="80736"/>
                </a:lnTo>
                <a:lnTo>
                  <a:pt x="181441" y="81895"/>
                </a:lnTo>
                <a:lnTo>
                  <a:pt x="180429" y="82972"/>
                </a:lnTo>
                <a:lnTo>
                  <a:pt x="179384" y="83970"/>
                </a:lnTo>
                <a:lnTo>
                  <a:pt x="178305" y="84886"/>
                </a:lnTo>
                <a:lnTo>
                  <a:pt x="177193" y="85722"/>
                </a:lnTo>
                <a:lnTo>
                  <a:pt x="176068" y="86485"/>
                </a:lnTo>
                <a:lnTo>
                  <a:pt x="174949" y="87181"/>
                </a:lnTo>
                <a:lnTo>
                  <a:pt x="173837" y="87811"/>
                </a:lnTo>
                <a:lnTo>
                  <a:pt x="172732" y="88375"/>
                </a:lnTo>
                <a:lnTo>
                  <a:pt x="171633" y="88872"/>
                </a:lnTo>
                <a:lnTo>
                  <a:pt x="170541" y="89303"/>
                </a:lnTo>
                <a:lnTo>
                  <a:pt x="169456" y="89668"/>
                </a:lnTo>
                <a:lnTo>
                  <a:pt x="168377" y="89967"/>
                </a:lnTo>
                <a:lnTo>
                  <a:pt x="167305" y="90199"/>
                </a:lnTo>
                <a:lnTo>
                  <a:pt x="166240" y="90365"/>
                </a:lnTo>
                <a:lnTo>
                  <a:pt x="165181" y="90464"/>
                </a:lnTo>
                <a:lnTo>
                  <a:pt x="164129" y="90497"/>
                </a:lnTo>
                <a:lnTo>
                  <a:pt x="162083" y="90395"/>
                </a:lnTo>
                <a:lnTo>
                  <a:pt x="160094" y="90090"/>
                </a:lnTo>
                <a:lnTo>
                  <a:pt x="158163" y="89580"/>
                </a:lnTo>
                <a:lnTo>
                  <a:pt x="156290" y="88866"/>
                </a:lnTo>
                <a:lnTo>
                  <a:pt x="154475" y="87949"/>
                </a:lnTo>
                <a:lnTo>
                  <a:pt x="152718" y="86828"/>
                </a:lnTo>
                <a:lnTo>
                  <a:pt x="151019" y="85503"/>
                </a:lnTo>
                <a:lnTo>
                  <a:pt x="149378" y="83974"/>
                </a:lnTo>
                <a:lnTo>
                  <a:pt x="147795" y="82241"/>
                </a:lnTo>
                <a:lnTo>
                  <a:pt x="146270" y="80305"/>
                </a:lnTo>
                <a:lnTo>
                  <a:pt x="144803" y="78164"/>
                </a:lnTo>
                <a:lnTo>
                  <a:pt x="143394" y="75820"/>
                </a:lnTo>
                <a:lnTo>
                  <a:pt x="142276" y="73723"/>
                </a:lnTo>
                <a:lnTo>
                  <a:pt x="141256" y="71556"/>
                </a:lnTo>
                <a:lnTo>
                  <a:pt x="140332" y="69319"/>
                </a:lnTo>
                <a:lnTo>
                  <a:pt x="139506" y="67011"/>
                </a:lnTo>
                <a:lnTo>
                  <a:pt x="138777" y="64633"/>
                </a:lnTo>
                <a:lnTo>
                  <a:pt x="138146" y="62185"/>
                </a:lnTo>
                <a:lnTo>
                  <a:pt x="137611" y="59666"/>
                </a:lnTo>
                <a:lnTo>
                  <a:pt x="137174" y="57077"/>
                </a:lnTo>
                <a:lnTo>
                  <a:pt x="136834" y="54418"/>
                </a:lnTo>
                <a:lnTo>
                  <a:pt x="136591" y="51688"/>
                </a:lnTo>
                <a:lnTo>
                  <a:pt x="136445" y="48888"/>
                </a:lnTo>
                <a:lnTo>
                  <a:pt x="136396" y="46018"/>
                </a:lnTo>
                <a:moveTo>
                  <a:pt x="148979" y="47654"/>
                </a:moveTo>
                <a:lnTo>
                  <a:pt x="149010" y="50601"/>
                </a:lnTo>
                <a:lnTo>
                  <a:pt x="149102" y="53457"/>
                </a:lnTo>
                <a:lnTo>
                  <a:pt x="149256" y="56221"/>
                </a:lnTo>
                <a:lnTo>
                  <a:pt x="149471" y="58893"/>
                </a:lnTo>
                <a:lnTo>
                  <a:pt x="149748" y="61473"/>
                </a:lnTo>
                <a:lnTo>
                  <a:pt x="150086" y="63962"/>
                </a:lnTo>
                <a:lnTo>
                  <a:pt x="150486" y="66359"/>
                </a:lnTo>
                <a:lnTo>
                  <a:pt x="150948" y="68664"/>
                </a:lnTo>
                <a:lnTo>
                  <a:pt x="151470" y="70877"/>
                </a:lnTo>
                <a:lnTo>
                  <a:pt x="152055" y="72998"/>
                </a:lnTo>
                <a:lnTo>
                  <a:pt x="152701" y="75028"/>
                </a:lnTo>
                <a:lnTo>
                  <a:pt x="153408" y="76966"/>
                </a:lnTo>
                <a:lnTo>
                  <a:pt x="154043" y="78492"/>
                </a:lnTo>
                <a:lnTo>
                  <a:pt x="154728" y="79886"/>
                </a:lnTo>
                <a:lnTo>
                  <a:pt x="155463" y="81147"/>
                </a:lnTo>
                <a:lnTo>
                  <a:pt x="156247" y="82276"/>
                </a:lnTo>
                <a:lnTo>
                  <a:pt x="157082" y="83271"/>
                </a:lnTo>
                <a:lnTo>
                  <a:pt x="157966" y="84134"/>
                </a:lnTo>
                <a:lnTo>
                  <a:pt x="158901" y="84864"/>
                </a:lnTo>
                <a:lnTo>
                  <a:pt x="159885" y="85462"/>
                </a:lnTo>
                <a:lnTo>
                  <a:pt x="160919" y="85926"/>
                </a:lnTo>
                <a:lnTo>
                  <a:pt x="162004" y="86258"/>
                </a:lnTo>
                <a:lnTo>
                  <a:pt x="163138" y="86457"/>
                </a:lnTo>
                <a:lnTo>
                  <a:pt x="164322" y="86524"/>
                </a:lnTo>
                <a:lnTo>
                  <a:pt x="164901" y="86502"/>
                </a:lnTo>
                <a:lnTo>
                  <a:pt x="165485" y="86437"/>
                </a:lnTo>
                <a:lnTo>
                  <a:pt x="166071" y="86329"/>
                </a:lnTo>
                <a:lnTo>
                  <a:pt x="166661" y="86178"/>
                </a:lnTo>
                <a:lnTo>
                  <a:pt x="167255" y="85984"/>
                </a:lnTo>
                <a:lnTo>
                  <a:pt x="167853" y="85746"/>
                </a:lnTo>
                <a:lnTo>
                  <a:pt x="168454" y="85465"/>
                </a:lnTo>
                <a:lnTo>
                  <a:pt x="169058" y="85141"/>
                </a:lnTo>
                <a:lnTo>
                  <a:pt x="169666" y="84774"/>
                </a:lnTo>
                <a:lnTo>
                  <a:pt x="170278" y="84364"/>
                </a:lnTo>
                <a:lnTo>
                  <a:pt x="170893" y="83910"/>
                </a:lnTo>
                <a:lnTo>
                  <a:pt x="171512" y="83413"/>
                </a:lnTo>
                <a:lnTo>
                  <a:pt x="172120" y="82866"/>
                </a:lnTo>
                <a:lnTo>
                  <a:pt x="172703" y="82260"/>
                </a:lnTo>
                <a:lnTo>
                  <a:pt x="173261" y="81595"/>
                </a:lnTo>
                <a:lnTo>
                  <a:pt x="173794" y="80873"/>
                </a:lnTo>
                <a:lnTo>
                  <a:pt x="174303" y="80092"/>
                </a:lnTo>
                <a:lnTo>
                  <a:pt x="174786" y="79252"/>
                </a:lnTo>
                <a:lnTo>
                  <a:pt x="175244" y="78354"/>
                </a:lnTo>
                <a:lnTo>
                  <a:pt x="175678" y="77398"/>
                </a:lnTo>
                <a:lnTo>
                  <a:pt x="176086" y="76384"/>
                </a:lnTo>
                <a:lnTo>
                  <a:pt x="176469" y="75311"/>
                </a:lnTo>
                <a:lnTo>
                  <a:pt x="176828" y="74180"/>
                </a:lnTo>
                <a:lnTo>
                  <a:pt x="177161" y="72990"/>
                </a:lnTo>
                <a:lnTo>
                  <a:pt x="177633" y="71088"/>
                </a:lnTo>
                <a:lnTo>
                  <a:pt x="178063" y="69061"/>
                </a:lnTo>
                <a:lnTo>
                  <a:pt x="178453" y="66908"/>
                </a:lnTo>
                <a:lnTo>
                  <a:pt x="178802" y="64630"/>
                </a:lnTo>
                <a:lnTo>
                  <a:pt x="179109" y="62226"/>
                </a:lnTo>
                <a:lnTo>
                  <a:pt x="179376" y="59696"/>
                </a:lnTo>
                <a:lnTo>
                  <a:pt x="179602" y="57041"/>
                </a:lnTo>
                <a:lnTo>
                  <a:pt x="179786" y="54260"/>
                </a:lnTo>
                <a:lnTo>
                  <a:pt x="179930" y="51354"/>
                </a:lnTo>
                <a:lnTo>
                  <a:pt x="180032" y="48322"/>
                </a:lnTo>
                <a:lnTo>
                  <a:pt x="180094" y="45165"/>
                </a:lnTo>
                <a:lnTo>
                  <a:pt x="180114" y="41882"/>
                </a:lnTo>
                <a:lnTo>
                  <a:pt x="180093" y="39436"/>
                </a:lnTo>
                <a:lnTo>
                  <a:pt x="180029" y="37059"/>
                </a:lnTo>
                <a:lnTo>
                  <a:pt x="179922" y="34750"/>
                </a:lnTo>
                <a:lnTo>
                  <a:pt x="179772" y="32510"/>
                </a:lnTo>
                <a:lnTo>
                  <a:pt x="179579" y="30338"/>
                </a:lnTo>
                <a:lnTo>
                  <a:pt x="179344" y="28235"/>
                </a:lnTo>
                <a:lnTo>
                  <a:pt x="179066" y="26201"/>
                </a:lnTo>
                <a:lnTo>
                  <a:pt x="178745" y="24235"/>
                </a:lnTo>
                <a:lnTo>
                  <a:pt x="178381" y="22338"/>
                </a:lnTo>
                <a:lnTo>
                  <a:pt x="177974" y="20510"/>
                </a:lnTo>
                <a:lnTo>
                  <a:pt x="177525" y="18750"/>
                </a:lnTo>
                <a:lnTo>
                  <a:pt x="177033" y="17058"/>
                </a:lnTo>
                <a:lnTo>
                  <a:pt x="176638" y="15859"/>
                </a:lnTo>
                <a:lnTo>
                  <a:pt x="176225" y="14719"/>
                </a:lnTo>
                <a:lnTo>
                  <a:pt x="175793" y="13639"/>
                </a:lnTo>
                <a:lnTo>
                  <a:pt x="175342" y="12618"/>
                </a:lnTo>
                <a:lnTo>
                  <a:pt x="174873" y="11657"/>
                </a:lnTo>
                <a:lnTo>
                  <a:pt x="174385" y="10756"/>
                </a:lnTo>
                <a:lnTo>
                  <a:pt x="173878" y="9915"/>
                </a:lnTo>
                <a:lnTo>
                  <a:pt x="173352" y="9133"/>
                </a:lnTo>
                <a:lnTo>
                  <a:pt x="172808" y="8411"/>
                </a:lnTo>
                <a:lnTo>
                  <a:pt x="172245" y="7749"/>
                </a:lnTo>
                <a:lnTo>
                  <a:pt x="171663" y="7146"/>
                </a:lnTo>
                <a:lnTo>
                  <a:pt x="171062" y="6603"/>
                </a:lnTo>
                <a:lnTo>
                  <a:pt x="170616" y="6265"/>
                </a:lnTo>
                <a:lnTo>
                  <a:pt x="170155" y="5957"/>
                </a:lnTo>
                <a:lnTo>
                  <a:pt x="169678" y="5677"/>
                </a:lnTo>
                <a:lnTo>
                  <a:pt x="169187" y="5427"/>
                </a:lnTo>
                <a:lnTo>
                  <a:pt x="168680" y="5207"/>
                </a:lnTo>
                <a:lnTo>
                  <a:pt x="168158" y="5016"/>
                </a:lnTo>
                <a:lnTo>
                  <a:pt x="167620" y="4854"/>
                </a:lnTo>
                <a:lnTo>
                  <a:pt x="167068" y="4722"/>
                </a:lnTo>
                <a:lnTo>
                  <a:pt x="166501" y="4619"/>
                </a:lnTo>
                <a:lnTo>
                  <a:pt x="165918" y="4545"/>
                </a:lnTo>
                <a:lnTo>
                  <a:pt x="165320" y="4501"/>
                </a:lnTo>
                <a:lnTo>
                  <a:pt x="164707" y="4486"/>
                </a:lnTo>
                <a:lnTo>
                  <a:pt x="163986" y="4514"/>
                </a:lnTo>
                <a:lnTo>
                  <a:pt x="163279" y="4595"/>
                </a:lnTo>
                <a:lnTo>
                  <a:pt x="162585" y="4731"/>
                </a:lnTo>
                <a:lnTo>
                  <a:pt x="161904" y="4921"/>
                </a:lnTo>
                <a:lnTo>
                  <a:pt x="161236" y="5166"/>
                </a:lnTo>
                <a:lnTo>
                  <a:pt x="160582" y="5465"/>
                </a:lnTo>
                <a:lnTo>
                  <a:pt x="159942" y="5818"/>
                </a:lnTo>
                <a:lnTo>
                  <a:pt x="159315" y="6226"/>
                </a:lnTo>
                <a:lnTo>
                  <a:pt x="158701" y="6688"/>
                </a:lnTo>
                <a:lnTo>
                  <a:pt x="158100" y="7204"/>
                </a:lnTo>
                <a:lnTo>
                  <a:pt x="157513" y="7775"/>
                </a:lnTo>
                <a:lnTo>
                  <a:pt x="156939" y="8400"/>
                </a:lnTo>
                <a:lnTo>
                  <a:pt x="156189" y="9330"/>
                </a:lnTo>
                <a:lnTo>
                  <a:pt x="155481" y="10344"/>
                </a:lnTo>
                <a:lnTo>
                  <a:pt x="154813" y="11443"/>
                </a:lnTo>
                <a:lnTo>
                  <a:pt x="154186" y="12626"/>
                </a:lnTo>
                <a:lnTo>
                  <a:pt x="153600" y="13894"/>
                </a:lnTo>
                <a:lnTo>
                  <a:pt x="153055" y="15247"/>
                </a:lnTo>
                <a:lnTo>
                  <a:pt x="152552" y="16685"/>
                </a:lnTo>
                <a:lnTo>
                  <a:pt x="152089" y="18207"/>
                </a:lnTo>
                <a:lnTo>
                  <a:pt x="151667" y="19814"/>
                </a:lnTo>
                <a:lnTo>
                  <a:pt x="151286" y="21505"/>
                </a:lnTo>
                <a:lnTo>
                  <a:pt x="150947" y="23281"/>
                </a:lnTo>
                <a:lnTo>
                  <a:pt x="150648" y="25142"/>
                </a:lnTo>
                <a:lnTo>
                  <a:pt x="150381" y="27042"/>
                </a:lnTo>
                <a:lnTo>
                  <a:pt x="150138" y="28938"/>
                </a:lnTo>
                <a:lnTo>
                  <a:pt x="149918" y="30830"/>
                </a:lnTo>
                <a:lnTo>
                  <a:pt x="149721" y="32717"/>
                </a:lnTo>
                <a:lnTo>
                  <a:pt x="149547" y="34600"/>
                </a:lnTo>
                <a:lnTo>
                  <a:pt x="149396" y="36478"/>
                </a:lnTo>
                <a:lnTo>
                  <a:pt x="149269" y="38352"/>
                </a:lnTo>
                <a:lnTo>
                  <a:pt x="149164" y="40221"/>
                </a:lnTo>
                <a:lnTo>
                  <a:pt x="149083" y="42086"/>
                </a:lnTo>
                <a:lnTo>
                  <a:pt x="149025" y="43947"/>
                </a:lnTo>
                <a:lnTo>
                  <a:pt x="148990" y="45803"/>
                </a:lnTo>
                <a:lnTo>
                  <a:pt x="148979" y="47654"/>
                </a:lnTo>
                <a:close/>
                <a:moveTo>
                  <a:pt x="202198" y="0"/>
                </a:moveTo>
                <a:lnTo>
                  <a:pt x="230445" y="0"/>
                </a:lnTo>
                <a:lnTo>
                  <a:pt x="230445" y="114980"/>
                </a:lnTo>
                <a:lnTo>
                  <a:pt x="202198" y="114980"/>
                </a:lnTo>
                <a:lnTo>
                  <a:pt x="202198" y="109917"/>
                </a:lnTo>
                <a:lnTo>
                  <a:pt x="220815" y="109917"/>
                </a:lnTo>
                <a:lnTo>
                  <a:pt x="220815" y="5063"/>
                </a:lnTo>
                <a:lnTo>
                  <a:pt x="202198" y="5063"/>
                </a:lnTo>
                <a:lnTo>
                  <a:pt x="202198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82" name="Original vector context 81">
            <a:extLst xmlns:a="http://schemas.openxmlformats.org/drawingml/2006/main">
              <a:ext uri="{FF2B5EF4-FFF2-40B4-BE49-F238E27FC236}">
                <a16:creationId xmlns:a16="http://schemas.microsoft.com/office/drawing/2014/main" id="{11697F53-09CD-440D-B647-450C4F1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512" y="11279736"/>
            <a:ext cx="267396" cy="114980"/>
          </a:xfrm>
          <a:custGeom xmlns:a="http://schemas.openxmlformats.org/drawingml/2006/main">
            <a:pathLst>
              <a:path w="267396" h="114980">
                <a:moveTo>
                  <a:pt x="28247" y="114980"/>
                </a:moveTo>
                <a:lnTo>
                  <a:pt x="0" y="114980"/>
                </a:lnTo>
                <a:lnTo>
                  <a:pt x="0" y="0"/>
                </a:lnTo>
                <a:lnTo>
                  <a:pt x="28247" y="0"/>
                </a:lnTo>
                <a:lnTo>
                  <a:pt x="28247" y="5063"/>
                </a:lnTo>
                <a:lnTo>
                  <a:pt x="9629" y="5063"/>
                </a:lnTo>
                <a:lnTo>
                  <a:pt x="9629" y="110045"/>
                </a:lnTo>
                <a:lnTo>
                  <a:pt x="28247" y="110045"/>
                </a:lnTo>
                <a:lnTo>
                  <a:pt x="28247" y="114980"/>
                </a:lnTo>
                <a:close/>
                <a:moveTo>
                  <a:pt x="37790" y="46018"/>
                </a:moveTo>
                <a:lnTo>
                  <a:pt x="37821" y="43568"/>
                </a:lnTo>
                <a:lnTo>
                  <a:pt x="37915" y="41176"/>
                </a:lnTo>
                <a:lnTo>
                  <a:pt x="38071" y="38841"/>
                </a:lnTo>
                <a:lnTo>
                  <a:pt x="38289" y="36564"/>
                </a:lnTo>
                <a:lnTo>
                  <a:pt x="38570" y="34344"/>
                </a:lnTo>
                <a:lnTo>
                  <a:pt x="38913" y="32182"/>
                </a:lnTo>
                <a:lnTo>
                  <a:pt x="39319" y="30077"/>
                </a:lnTo>
                <a:lnTo>
                  <a:pt x="39787" y="28029"/>
                </a:lnTo>
                <a:lnTo>
                  <a:pt x="40318" y="26039"/>
                </a:lnTo>
                <a:lnTo>
                  <a:pt x="40911" y="24106"/>
                </a:lnTo>
                <a:lnTo>
                  <a:pt x="41566" y="22231"/>
                </a:lnTo>
                <a:lnTo>
                  <a:pt x="42284" y="20413"/>
                </a:lnTo>
                <a:lnTo>
                  <a:pt x="43053" y="18662"/>
                </a:lnTo>
                <a:lnTo>
                  <a:pt x="43864" y="16987"/>
                </a:lnTo>
                <a:lnTo>
                  <a:pt x="44715" y="15388"/>
                </a:lnTo>
                <a:lnTo>
                  <a:pt x="45608" y="13865"/>
                </a:lnTo>
                <a:lnTo>
                  <a:pt x="46541" y="12418"/>
                </a:lnTo>
                <a:lnTo>
                  <a:pt x="47516" y="11048"/>
                </a:lnTo>
                <a:lnTo>
                  <a:pt x="48531" y="9753"/>
                </a:lnTo>
                <a:lnTo>
                  <a:pt x="49588" y="8535"/>
                </a:lnTo>
                <a:lnTo>
                  <a:pt x="50685" y="7393"/>
                </a:lnTo>
                <a:lnTo>
                  <a:pt x="51824" y="6326"/>
                </a:lnTo>
                <a:lnTo>
                  <a:pt x="53004" y="5336"/>
                </a:lnTo>
                <a:lnTo>
                  <a:pt x="54224" y="4422"/>
                </a:lnTo>
                <a:lnTo>
                  <a:pt x="55190" y="3757"/>
                </a:lnTo>
                <a:lnTo>
                  <a:pt x="56161" y="3149"/>
                </a:lnTo>
                <a:lnTo>
                  <a:pt x="57137" y="2600"/>
                </a:lnTo>
                <a:lnTo>
                  <a:pt x="58119" y="2108"/>
                </a:lnTo>
                <a:lnTo>
                  <a:pt x="59106" y="1674"/>
                </a:lnTo>
                <a:lnTo>
                  <a:pt x="60098" y="1298"/>
                </a:lnTo>
                <a:lnTo>
                  <a:pt x="61096" y="980"/>
                </a:lnTo>
                <a:lnTo>
                  <a:pt x="62099" y="719"/>
                </a:lnTo>
                <a:lnTo>
                  <a:pt x="63107" y="517"/>
                </a:lnTo>
                <a:lnTo>
                  <a:pt x="64121" y="372"/>
                </a:lnTo>
                <a:lnTo>
                  <a:pt x="65140" y="285"/>
                </a:lnTo>
                <a:lnTo>
                  <a:pt x="66165" y="256"/>
                </a:lnTo>
                <a:lnTo>
                  <a:pt x="67820" y="327"/>
                </a:lnTo>
                <a:lnTo>
                  <a:pt x="69446" y="539"/>
                </a:lnTo>
                <a:lnTo>
                  <a:pt x="71044" y="893"/>
                </a:lnTo>
                <a:lnTo>
                  <a:pt x="72613" y="1389"/>
                </a:lnTo>
                <a:lnTo>
                  <a:pt x="74154" y="2026"/>
                </a:lnTo>
                <a:lnTo>
                  <a:pt x="75666" y="2804"/>
                </a:lnTo>
                <a:lnTo>
                  <a:pt x="77149" y="3724"/>
                </a:lnTo>
                <a:lnTo>
                  <a:pt x="78605" y="4785"/>
                </a:lnTo>
                <a:lnTo>
                  <a:pt x="80031" y="5989"/>
                </a:lnTo>
                <a:lnTo>
                  <a:pt x="81429" y="7333"/>
                </a:lnTo>
                <a:lnTo>
                  <a:pt x="82799" y="8819"/>
                </a:lnTo>
                <a:lnTo>
                  <a:pt x="84140" y="10447"/>
                </a:lnTo>
                <a:lnTo>
                  <a:pt x="85729" y="12614"/>
                </a:lnTo>
                <a:lnTo>
                  <a:pt x="87180" y="14905"/>
                </a:lnTo>
                <a:lnTo>
                  <a:pt x="88493" y="17321"/>
                </a:lnTo>
                <a:lnTo>
                  <a:pt x="89668" y="19861"/>
                </a:lnTo>
                <a:lnTo>
                  <a:pt x="90704" y="22526"/>
                </a:lnTo>
                <a:lnTo>
                  <a:pt x="91603" y="25316"/>
                </a:lnTo>
                <a:lnTo>
                  <a:pt x="92363" y="28231"/>
                </a:lnTo>
                <a:lnTo>
                  <a:pt x="92985" y="31270"/>
                </a:lnTo>
                <a:lnTo>
                  <a:pt x="93468" y="34433"/>
                </a:lnTo>
                <a:lnTo>
                  <a:pt x="93814" y="37721"/>
                </a:lnTo>
                <a:lnTo>
                  <a:pt x="94021" y="41134"/>
                </a:lnTo>
                <a:lnTo>
                  <a:pt x="94090" y="44672"/>
                </a:lnTo>
                <a:lnTo>
                  <a:pt x="94060" y="47161"/>
                </a:lnTo>
                <a:lnTo>
                  <a:pt x="93969" y="49587"/>
                </a:lnTo>
                <a:lnTo>
                  <a:pt x="93817" y="51950"/>
                </a:lnTo>
                <a:lnTo>
                  <a:pt x="93605" y="54250"/>
                </a:lnTo>
                <a:lnTo>
                  <a:pt x="93332" y="56486"/>
                </a:lnTo>
                <a:lnTo>
                  <a:pt x="92999" y="58660"/>
                </a:lnTo>
                <a:lnTo>
                  <a:pt x="92605" y="60770"/>
                </a:lnTo>
                <a:lnTo>
                  <a:pt x="92150" y="62817"/>
                </a:lnTo>
                <a:lnTo>
                  <a:pt x="91635" y="64801"/>
                </a:lnTo>
                <a:lnTo>
                  <a:pt x="91059" y="66721"/>
                </a:lnTo>
                <a:lnTo>
                  <a:pt x="90422" y="68578"/>
                </a:lnTo>
                <a:lnTo>
                  <a:pt x="89725" y="70372"/>
                </a:lnTo>
                <a:lnTo>
                  <a:pt x="88981" y="72095"/>
                </a:lnTo>
                <a:lnTo>
                  <a:pt x="88203" y="73736"/>
                </a:lnTo>
                <a:lnTo>
                  <a:pt x="87392" y="75298"/>
                </a:lnTo>
                <a:lnTo>
                  <a:pt x="86547" y="76778"/>
                </a:lnTo>
                <a:lnTo>
                  <a:pt x="85669" y="78178"/>
                </a:lnTo>
                <a:lnTo>
                  <a:pt x="84758" y="79497"/>
                </a:lnTo>
                <a:lnTo>
                  <a:pt x="83813" y="80736"/>
                </a:lnTo>
                <a:lnTo>
                  <a:pt x="82834" y="81895"/>
                </a:lnTo>
                <a:lnTo>
                  <a:pt x="81823" y="82972"/>
                </a:lnTo>
                <a:lnTo>
                  <a:pt x="80777" y="83970"/>
                </a:lnTo>
                <a:lnTo>
                  <a:pt x="79699" y="84886"/>
                </a:lnTo>
                <a:lnTo>
                  <a:pt x="78587" y="85722"/>
                </a:lnTo>
                <a:lnTo>
                  <a:pt x="77461" y="86485"/>
                </a:lnTo>
                <a:lnTo>
                  <a:pt x="76343" y="87181"/>
                </a:lnTo>
                <a:lnTo>
                  <a:pt x="75231" y="87811"/>
                </a:lnTo>
                <a:lnTo>
                  <a:pt x="74125" y="88375"/>
                </a:lnTo>
                <a:lnTo>
                  <a:pt x="73026" y="88872"/>
                </a:lnTo>
                <a:lnTo>
                  <a:pt x="71934" y="89303"/>
                </a:lnTo>
                <a:lnTo>
                  <a:pt x="70849" y="89668"/>
                </a:lnTo>
                <a:lnTo>
                  <a:pt x="69770" y="89967"/>
                </a:lnTo>
                <a:lnTo>
                  <a:pt x="68699" y="90199"/>
                </a:lnTo>
                <a:lnTo>
                  <a:pt x="67633" y="90365"/>
                </a:lnTo>
                <a:lnTo>
                  <a:pt x="66575" y="90464"/>
                </a:lnTo>
                <a:lnTo>
                  <a:pt x="65523" y="90497"/>
                </a:lnTo>
                <a:lnTo>
                  <a:pt x="63476" y="90395"/>
                </a:lnTo>
                <a:lnTo>
                  <a:pt x="61487" y="90090"/>
                </a:lnTo>
                <a:lnTo>
                  <a:pt x="59557" y="89580"/>
                </a:lnTo>
                <a:lnTo>
                  <a:pt x="57684" y="88866"/>
                </a:lnTo>
                <a:lnTo>
                  <a:pt x="55869" y="87949"/>
                </a:lnTo>
                <a:lnTo>
                  <a:pt x="54112" y="86828"/>
                </a:lnTo>
                <a:lnTo>
                  <a:pt x="52413" y="85503"/>
                </a:lnTo>
                <a:lnTo>
                  <a:pt x="50772" y="83974"/>
                </a:lnTo>
                <a:lnTo>
                  <a:pt x="49189" y="82241"/>
                </a:lnTo>
                <a:lnTo>
                  <a:pt x="47664" y="80305"/>
                </a:lnTo>
                <a:lnTo>
                  <a:pt x="46196" y="78164"/>
                </a:lnTo>
                <a:lnTo>
                  <a:pt x="44787" y="75820"/>
                </a:lnTo>
                <a:lnTo>
                  <a:pt x="43670" y="73723"/>
                </a:lnTo>
                <a:lnTo>
                  <a:pt x="42649" y="71556"/>
                </a:lnTo>
                <a:lnTo>
                  <a:pt x="41726" y="69319"/>
                </a:lnTo>
                <a:lnTo>
                  <a:pt x="40900" y="67011"/>
                </a:lnTo>
                <a:lnTo>
                  <a:pt x="40171" y="64633"/>
                </a:lnTo>
                <a:lnTo>
                  <a:pt x="39539" y="62185"/>
                </a:lnTo>
                <a:lnTo>
                  <a:pt x="39005" y="59666"/>
                </a:lnTo>
                <a:lnTo>
                  <a:pt x="38567" y="57077"/>
                </a:lnTo>
                <a:lnTo>
                  <a:pt x="38227" y="54418"/>
                </a:lnTo>
                <a:lnTo>
                  <a:pt x="37984" y="51688"/>
                </a:lnTo>
                <a:lnTo>
                  <a:pt x="37838" y="48888"/>
                </a:lnTo>
                <a:lnTo>
                  <a:pt x="37790" y="46018"/>
                </a:lnTo>
                <a:moveTo>
                  <a:pt x="50372" y="47654"/>
                </a:moveTo>
                <a:lnTo>
                  <a:pt x="50403" y="50601"/>
                </a:lnTo>
                <a:lnTo>
                  <a:pt x="50495" y="53457"/>
                </a:lnTo>
                <a:lnTo>
                  <a:pt x="50649" y="56221"/>
                </a:lnTo>
                <a:lnTo>
                  <a:pt x="50865" y="58893"/>
                </a:lnTo>
                <a:lnTo>
                  <a:pt x="51141" y="61473"/>
                </a:lnTo>
                <a:lnTo>
                  <a:pt x="51480" y="63962"/>
                </a:lnTo>
                <a:lnTo>
                  <a:pt x="51880" y="66359"/>
                </a:lnTo>
                <a:lnTo>
                  <a:pt x="52341" y="68664"/>
                </a:lnTo>
                <a:lnTo>
                  <a:pt x="52864" y="70877"/>
                </a:lnTo>
                <a:lnTo>
                  <a:pt x="53448" y="72998"/>
                </a:lnTo>
                <a:lnTo>
                  <a:pt x="54094" y="75028"/>
                </a:lnTo>
                <a:lnTo>
                  <a:pt x="54802" y="76966"/>
                </a:lnTo>
                <a:lnTo>
                  <a:pt x="55437" y="78492"/>
                </a:lnTo>
                <a:lnTo>
                  <a:pt x="56122" y="79886"/>
                </a:lnTo>
                <a:lnTo>
                  <a:pt x="56856" y="81147"/>
                </a:lnTo>
                <a:lnTo>
                  <a:pt x="57641" y="82276"/>
                </a:lnTo>
                <a:lnTo>
                  <a:pt x="58475" y="83271"/>
                </a:lnTo>
                <a:lnTo>
                  <a:pt x="59360" y="84134"/>
                </a:lnTo>
                <a:lnTo>
                  <a:pt x="60294" y="84864"/>
                </a:lnTo>
                <a:lnTo>
                  <a:pt x="61279" y="85462"/>
                </a:lnTo>
                <a:lnTo>
                  <a:pt x="62313" y="85926"/>
                </a:lnTo>
                <a:lnTo>
                  <a:pt x="63397" y="86258"/>
                </a:lnTo>
                <a:lnTo>
                  <a:pt x="64531" y="86457"/>
                </a:lnTo>
                <a:lnTo>
                  <a:pt x="65715" y="86524"/>
                </a:lnTo>
                <a:lnTo>
                  <a:pt x="66295" y="86502"/>
                </a:lnTo>
                <a:lnTo>
                  <a:pt x="66878" y="86437"/>
                </a:lnTo>
                <a:lnTo>
                  <a:pt x="67465" y="86329"/>
                </a:lnTo>
                <a:lnTo>
                  <a:pt x="68055" y="86178"/>
                </a:lnTo>
                <a:lnTo>
                  <a:pt x="68649" y="85984"/>
                </a:lnTo>
                <a:lnTo>
                  <a:pt x="69246" y="85746"/>
                </a:lnTo>
                <a:lnTo>
                  <a:pt x="69847" y="85465"/>
                </a:lnTo>
                <a:lnTo>
                  <a:pt x="70452" y="85141"/>
                </a:lnTo>
                <a:lnTo>
                  <a:pt x="71060" y="84774"/>
                </a:lnTo>
                <a:lnTo>
                  <a:pt x="71671" y="84364"/>
                </a:lnTo>
                <a:lnTo>
                  <a:pt x="72287" y="83910"/>
                </a:lnTo>
                <a:lnTo>
                  <a:pt x="72905" y="83413"/>
                </a:lnTo>
                <a:lnTo>
                  <a:pt x="73513" y="82866"/>
                </a:lnTo>
                <a:lnTo>
                  <a:pt x="74097" y="82260"/>
                </a:lnTo>
                <a:lnTo>
                  <a:pt x="74655" y="81595"/>
                </a:lnTo>
                <a:lnTo>
                  <a:pt x="75188" y="80873"/>
                </a:lnTo>
                <a:lnTo>
                  <a:pt x="75696" y="80092"/>
                </a:lnTo>
                <a:lnTo>
                  <a:pt x="76179" y="79252"/>
                </a:lnTo>
                <a:lnTo>
                  <a:pt x="76638" y="78354"/>
                </a:lnTo>
                <a:lnTo>
                  <a:pt x="77071" y="77398"/>
                </a:lnTo>
                <a:lnTo>
                  <a:pt x="77479" y="76384"/>
                </a:lnTo>
                <a:lnTo>
                  <a:pt x="77863" y="75311"/>
                </a:lnTo>
                <a:lnTo>
                  <a:pt x="78221" y="74180"/>
                </a:lnTo>
                <a:lnTo>
                  <a:pt x="78555" y="72990"/>
                </a:lnTo>
                <a:lnTo>
                  <a:pt x="79026" y="71088"/>
                </a:lnTo>
                <a:lnTo>
                  <a:pt x="79457" y="69061"/>
                </a:lnTo>
                <a:lnTo>
                  <a:pt x="79847" y="66908"/>
                </a:lnTo>
                <a:lnTo>
                  <a:pt x="80195" y="64630"/>
                </a:lnTo>
                <a:lnTo>
                  <a:pt x="80503" y="62226"/>
                </a:lnTo>
                <a:lnTo>
                  <a:pt x="80769" y="59696"/>
                </a:lnTo>
                <a:lnTo>
                  <a:pt x="80995" y="57041"/>
                </a:lnTo>
                <a:lnTo>
                  <a:pt x="81180" y="54260"/>
                </a:lnTo>
                <a:lnTo>
                  <a:pt x="81323" y="51354"/>
                </a:lnTo>
                <a:lnTo>
                  <a:pt x="81426" y="48322"/>
                </a:lnTo>
                <a:lnTo>
                  <a:pt x="81487" y="45165"/>
                </a:lnTo>
                <a:lnTo>
                  <a:pt x="81508" y="41882"/>
                </a:lnTo>
                <a:lnTo>
                  <a:pt x="81486" y="39436"/>
                </a:lnTo>
                <a:lnTo>
                  <a:pt x="81422" y="37059"/>
                </a:lnTo>
                <a:lnTo>
                  <a:pt x="81315" y="34750"/>
                </a:lnTo>
                <a:lnTo>
                  <a:pt x="81165" y="32510"/>
                </a:lnTo>
                <a:lnTo>
                  <a:pt x="80973" y="30338"/>
                </a:lnTo>
                <a:lnTo>
                  <a:pt x="80737" y="28235"/>
                </a:lnTo>
                <a:lnTo>
                  <a:pt x="80459" y="26201"/>
                </a:lnTo>
                <a:lnTo>
                  <a:pt x="80138" y="24235"/>
                </a:lnTo>
                <a:lnTo>
                  <a:pt x="79774" y="22338"/>
                </a:lnTo>
                <a:lnTo>
                  <a:pt x="79368" y="20510"/>
                </a:lnTo>
                <a:lnTo>
                  <a:pt x="78918" y="18750"/>
                </a:lnTo>
                <a:lnTo>
                  <a:pt x="78426" y="17058"/>
                </a:lnTo>
                <a:lnTo>
                  <a:pt x="78032" y="15859"/>
                </a:lnTo>
                <a:lnTo>
                  <a:pt x="77618" y="14719"/>
                </a:lnTo>
                <a:lnTo>
                  <a:pt x="77187" y="13639"/>
                </a:lnTo>
                <a:lnTo>
                  <a:pt x="76736" y="12618"/>
                </a:lnTo>
                <a:lnTo>
                  <a:pt x="76266" y="11657"/>
                </a:lnTo>
                <a:lnTo>
                  <a:pt x="75778" y="10756"/>
                </a:lnTo>
                <a:lnTo>
                  <a:pt x="75271" y="9915"/>
                </a:lnTo>
                <a:lnTo>
                  <a:pt x="74746" y="9133"/>
                </a:lnTo>
                <a:lnTo>
                  <a:pt x="74201" y="8411"/>
                </a:lnTo>
                <a:lnTo>
                  <a:pt x="73638" y="7749"/>
                </a:lnTo>
                <a:lnTo>
                  <a:pt x="73057" y="7146"/>
                </a:lnTo>
                <a:lnTo>
                  <a:pt x="72456" y="6603"/>
                </a:lnTo>
                <a:lnTo>
                  <a:pt x="72010" y="6265"/>
                </a:lnTo>
                <a:lnTo>
                  <a:pt x="71548" y="5957"/>
                </a:lnTo>
                <a:lnTo>
                  <a:pt x="71072" y="5677"/>
                </a:lnTo>
                <a:lnTo>
                  <a:pt x="70580" y="5427"/>
                </a:lnTo>
                <a:lnTo>
                  <a:pt x="70073" y="5207"/>
                </a:lnTo>
                <a:lnTo>
                  <a:pt x="69551" y="5016"/>
                </a:lnTo>
                <a:lnTo>
                  <a:pt x="69014" y="4854"/>
                </a:lnTo>
                <a:lnTo>
                  <a:pt x="68462" y="4722"/>
                </a:lnTo>
                <a:lnTo>
                  <a:pt x="67894" y="4619"/>
                </a:lnTo>
                <a:lnTo>
                  <a:pt x="67311" y="4545"/>
                </a:lnTo>
                <a:lnTo>
                  <a:pt x="66714" y="4501"/>
                </a:lnTo>
                <a:lnTo>
                  <a:pt x="66101" y="4486"/>
                </a:lnTo>
                <a:lnTo>
                  <a:pt x="65380" y="4514"/>
                </a:lnTo>
                <a:lnTo>
                  <a:pt x="64672" y="4595"/>
                </a:lnTo>
                <a:lnTo>
                  <a:pt x="63978" y="4731"/>
                </a:lnTo>
                <a:lnTo>
                  <a:pt x="63297" y="4921"/>
                </a:lnTo>
                <a:lnTo>
                  <a:pt x="62630" y="5166"/>
                </a:lnTo>
                <a:lnTo>
                  <a:pt x="61976" y="5465"/>
                </a:lnTo>
                <a:lnTo>
                  <a:pt x="61335" y="5818"/>
                </a:lnTo>
                <a:lnTo>
                  <a:pt x="60708" y="6226"/>
                </a:lnTo>
                <a:lnTo>
                  <a:pt x="60094" y="6688"/>
                </a:lnTo>
                <a:lnTo>
                  <a:pt x="59494" y="7204"/>
                </a:lnTo>
                <a:lnTo>
                  <a:pt x="58907" y="7775"/>
                </a:lnTo>
                <a:lnTo>
                  <a:pt x="58333" y="8400"/>
                </a:lnTo>
                <a:lnTo>
                  <a:pt x="57583" y="9330"/>
                </a:lnTo>
                <a:lnTo>
                  <a:pt x="56874" y="10344"/>
                </a:lnTo>
                <a:lnTo>
                  <a:pt x="56206" y="11443"/>
                </a:lnTo>
                <a:lnTo>
                  <a:pt x="55579" y="12626"/>
                </a:lnTo>
                <a:lnTo>
                  <a:pt x="54994" y="13894"/>
                </a:lnTo>
                <a:lnTo>
                  <a:pt x="54449" y="15247"/>
                </a:lnTo>
                <a:lnTo>
                  <a:pt x="53945" y="16685"/>
                </a:lnTo>
                <a:lnTo>
                  <a:pt x="53482" y="18207"/>
                </a:lnTo>
                <a:lnTo>
                  <a:pt x="53061" y="19814"/>
                </a:lnTo>
                <a:lnTo>
                  <a:pt x="52680" y="21505"/>
                </a:lnTo>
                <a:lnTo>
                  <a:pt x="52340" y="23281"/>
                </a:lnTo>
                <a:lnTo>
                  <a:pt x="52041" y="25142"/>
                </a:lnTo>
                <a:lnTo>
                  <a:pt x="51775" y="27042"/>
                </a:lnTo>
                <a:lnTo>
                  <a:pt x="51531" y="28938"/>
                </a:lnTo>
                <a:lnTo>
                  <a:pt x="51311" y="30830"/>
                </a:lnTo>
                <a:lnTo>
                  <a:pt x="51114" y="32717"/>
                </a:lnTo>
                <a:lnTo>
                  <a:pt x="50940" y="34600"/>
                </a:lnTo>
                <a:lnTo>
                  <a:pt x="50790" y="36478"/>
                </a:lnTo>
                <a:lnTo>
                  <a:pt x="50662" y="38352"/>
                </a:lnTo>
                <a:lnTo>
                  <a:pt x="50558" y="40221"/>
                </a:lnTo>
                <a:lnTo>
                  <a:pt x="50477" y="42086"/>
                </a:lnTo>
                <a:lnTo>
                  <a:pt x="50419" y="43947"/>
                </a:lnTo>
                <a:lnTo>
                  <a:pt x="50384" y="45803"/>
                </a:lnTo>
                <a:lnTo>
                  <a:pt x="50372" y="47654"/>
                </a:lnTo>
                <a:close/>
                <a:moveTo>
                  <a:pt x="105839" y="110878"/>
                </a:moveTo>
                <a:lnTo>
                  <a:pt x="105839" y="108058"/>
                </a:lnTo>
                <a:lnTo>
                  <a:pt x="106920" y="107677"/>
                </a:lnTo>
                <a:lnTo>
                  <a:pt x="107960" y="107262"/>
                </a:lnTo>
                <a:lnTo>
                  <a:pt x="108958" y="106814"/>
                </a:lnTo>
                <a:lnTo>
                  <a:pt x="109915" y="106332"/>
                </a:lnTo>
                <a:lnTo>
                  <a:pt x="110831" y="105817"/>
                </a:lnTo>
                <a:lnTo>
                  <a:pt x="111705" y="105268"/>
                </a:lnTo>
                <a:lnTo>
                  <a:pt x="112537" y="104685"/>
                </a:lnTo>
                <a:lnTo>
                  <a:pt x="113328" y="104069"/>
                </a:lnTo>
                <a:lnTo>
                  <a:pt x="114078" y="103420"/>
                </a:lnTo>
                <a:lnTo>
                  <a:pt x="114786" y="102737"/>
                </a:lnTo>
                <a:lnTo>
                  <a:pt x="115453" y="102021"/>
                </a:lnTo>
                <a:lnTo>
                  <a:pt x="116078" y="101271"/>
                </a:lnTo>
                <a:lnTo>
                  <a:pt x="116657" y="100500"/>
                </a:lnTo>
                <a:lnTo>
                  <a:pt x="117186" y="99722"/>
                </a:lnTo>
                <a:lnTo>
                  <a:pt x="117665" y="98937"/>
                </a:lnTo>
                <a:lnTo>
                  <a:pt x="118093" y="98144"/>
                </a:lnTo>
                <a:lnTo>
                  <a:pt x="118471" y="97343"/>
                </a:lnTo>
                <a:lnTo>
                  <a:pt x="118798" y="96535"/>
                </a:lnTo>
                <a:lnTo>
                  <a:pt x="119075" y="95719"/>
                </a:lnTo>
                <a:lnTo>
                  <a:pt x="119302" y="94895"/>
                </a:lnTo>
                <a:lnTo>
                  <a:pt x="119478" y="94064"/>
                </a:lnTo>
                <a:lnTo>
                  <a:pt x="119604" y="93225"/>
                </a:lnTo>
                <a:lnTo>
                  <a:pt x="119680" y="92379"/>
                </a:lnTo>
                <a:lnTo>
                  <a:pt x="119705" y="91525"/>
                </a:lnTo>
                <a:lnTo>
                  <a:pt x="119701" y="91324"/>
                </a:lnTo>
                <a:lnTo>
                  <a:pt x="119689" y="91129"/>
                </a:lnTo>
                <a:lnTo>
                  <a:pt x="119669" y="90939"/>
                </a:lnTo>
                <a:lnTo>
                  <a:pt x="119641" y="90754"/>
                </a:lnTo>
                <a:lnTo>
                  <a:pt x="119605" y="90575"/>
                </a:lnTo>
                <a:lnTo>
                  <a:pt x="119561" y="90402"/>
                </a:lnTo>
                <a:lnTo>
                  <a:pt x="119508" y="90233"/>
                </a:lnTo>
                <a:lnTo>
                  <a:pt x="119448" y="90070"/>
                </a:lnTo>
                <a:lnTo>
                  <a:pt x="119380" y="89912"/>
                </a:lnTo>
                <a:lnTo>
                  <a:pt x="119304" y="89760"/>
                </a:lnTo>
                <a:lnTo>
                  <a:pt x="119220" y="89613"/>
                </a:lnTo>
                <a:lnTo>
                  <a:pt x="119127" y="89472"/>
                </a:lnTo>
                <a:lnTo>
                  <a:pt x="119052" y="89380"/>
                </a:lnTo>
                <a:lnTo>
                  <a:pt x="118977" y="89295"/>
                </a:lnTo>
                <a:lnTo>
                  <a:pt x="118903" y="89219"/>
                </a:lnTo>
                <a:lnTo>
                  <a:pt x="118828" y="89151"/>
                </a:lnTo>
                <a:lnTo>
                  <a:pt x="118753" y="89091"/>
                </a:lnTo>
                <a:lnTo>
                  <a:pt x="118678" y="89039"/>
                </a:lnTo>
                <a:lnTo>
                  <a:pt x="118603" y="88995"/>
                </a:lnTo>
                <a:lnTo>
                  <a:pt x="118528" y="88959"/>
                </a:lnTo>
                <a:lnTo>
                  <a:pt x="118453" y="88931"/>
                </a:lnTo>
                <a:lnTo>
                  <a:pt x="118378" y="88911"/>
                </a:lnTo>
                <a:lnTo>
                  <a:pt x="118303" y="88899"/>
                </a:lnTo>
                <a:lnTo>
                  <a:pt x="118229" y="88895"/>
                </a:lnTo>
                <a:lnTo>
                  <a:pt x="118099" y="88904"/>
                </a:lnTo>
                <a:lnTo>
                  <a:pt x="117947" y="88931"/>
                </a:lnTo>
                <a:lnTo>
                  <a:pt x="117771" y="88975"/>
                </a:lnTo>
                <a:lnTo>
                  <a:pt x="117572" y="89037"/>
                </a:lnTo>
                <a:lnTo>
                  <a:pt x="117350" y="89117"/>
                </a:lnTo>
                <a:lnTo>
                  <a:pt x="117105" y="89215"/>
                </a:lnTo>
                <a:lnTo>
                  <a:pt x="116837" y="89331"/>
                </a:lnTo>
                <a:lnTo>
                  <a:pt x="116545" y="89465"/>
                </a:lnTo>
                <a:lnTo>
                  <a:pt x="116230" y="89616"/>
                </a:lnTo>
                <a:lnTo>
                  <a:pt x="115892" y="89785"/>
                </a:lnTo>
                <a:lnTo>
                  <a:pt x="115531" y="89972"/>
                </a:lnTo>
                <a:lnTo>
                  <a:pt x="115147" y="90177"/>
                </a:lnTo>
                <a:lnTo>
                  <a:pt x="114954" y="90269"/>
                </a:lnTo>
                <a:lnTo>
                  <a:pt x="114758" y="90353"/>
                </a:lnTo>
                <a:lnTo>
                  <a:pt x="114561" y="90429"/>
                </a:lnTo>
                <a:lnTo>
                  <a:pt x="114362" y="90497"/>
                </a:lnTo>
                <a:lnTo>
                  <a:pt x="114162" y="90557"/>
                </a:lnTo>
                <a:lnTo>
                  <a:pt x="113959" y="90609"/>
                </a:lnTo>
                <a:lnTo>
                  <a:pt x="113755" y="90653"/>
                </a:lnTo>
                <a:lnTo>
                  <a:pt x="113549" y="90689"/>
                </a:lnTo>
                <a:lnTo>
                  <a:pt x="113342" y="90718"/>
                </a:lnTo>
                <a:lnTo>
                  <a:pt x="113132" y="90738"/>
                </a:lnTo>
                <a:lnTo>
                  <a:pt x="112921" y="90750"/>
                </a:lnTo>
                <a:lnTo>
                  <a:pt x="112708" y="90754"/>
                </a:lnTo>
                <a:lnTo>
                  <a:pt x="112192" y="90741"/>
                </a:lnTo>
                <a:lnTo>
                  <a:pt x="111695" y="90702"/>
                </a:lnTo>
                <a:lnTo>
                  <a:pt x="111215" y="90637"/>
                </a:lnTo>
                <a:lnTo>
                  <a:pt x="110753" y="90547"/>
                </a:lnTo>
                <a:lnTo>
                  <a:pt x="110309" y="90431"/>
                </a:lnTo>
                <a:lnTo>
                  <a:pt x="109883" y="90289"/>
                </a:lnTo>
                <a:lnTo>
                  <a:pt x="109475" y="90121"/>
                </a:lnTo>
                <a:lnTo>
                  <a:pt x="109084" y="89928"/>
                </a:lnTo>
                <a:lnTo>
                  <a:pt x="108711" y="89708"/>
                </a:lnTo>
                <a:lnTo>
                  <a:pt x="108357" y="89463"/>
                </a:lnTo>
                <a:lnTo>
                  <a:pt x="108019" y="89192"/>
                </a:lnTo>
                <a:lnTo>
                  <a:pt x="107700" y="88895"/>
                </a:lnTo>
                <a:lnTo>
                  <a:pt x="107403" y="88575"/>
                </a:lnTo>
                <a:lnTo>
                  <a:pt x="107131" y="88236"/>
                </a:lnTo>
                <a:lnTo>
                  <a:pt x="106886" y="87877"/>
                </a:lnTo>
                <a:lnTo>
                  <a:pt x="106666" y="87499"/>
                </a:lnTo>
                <a:lnTo>
                  <a:pt x="106472" y="87101"/>
                </a:lnTo>
                <a:lnTo>
                  <a:pt x="106304" y="86684"/>
                </a:lnTo>
                <a:lnTo>
                  <a:pt x="106162" y="86247"/>
                </a:lnTo>
                <a:lnTo>
                  <a:pt x="106045" y="85790"/>
                </a:lnTo>
                <a:lnTo>
                  <a:pt x="105955" y="85314"/>
                </a:lnTo>
                <a:lnTo>
                  <a:pt x="105890" y="84818"/>
                </a:lnTo>
                <a:lnTo>
                  <a:pt x="105852" y="84303"/>
                </a:lnTo>
                <a:lnTo>
                  <a:pt x="105839" y="83768"/>
                </a:lnTo>
                <a:lnTo>
                  <a:pt x="105855" y="83250"/>
                </a:lnTo>
                <a:lnTo>
                  <a:pt x="105905" y="82746"/>
                </a:lnTo>
                <a:lnTo>
                  <a:pt x="105989" y="82253"/>
                </a:lnTo>
                <a:lnTo>
                  <a:pt x="106106" y="81774"/>
                </a:lnTo>
                <a:lnTo>
                  <a:pt x="106257" y="81306"/>
                </a:lnTo>
                <a:lnTo>
                  <a:pt x="106440" y="80851"/>
                </a:lnTo>
                <a:lnTo>
                  <a:pt x="106658" y="80409"/>
                </a:lnTo>
                <a:lnTo>
                  <a:pt x="106909" y="79979"/>
                </a:lnTo>
                <a:lnTo>
                  <a:pt x="107193" y="79562"/>
                </a:lnTo>
                <a:lnTo>
                  <a:pt x="107510" y="79157"/>
                </a:lnTo>
                <a:lnTo>
                  <a:pt x="107861" y="78764"/>
                </a:lnTo>
                <a:lnTo>
                  <a:pt x="108246" y="78384"/>
                </a:lnTo>
                <a:lnTo>
                  <a:pt x="108655" y="78026"/>
                </a:lnTo>
                <a:lnTo>
                  <a:pt x="109078" y="77698"/>
                </a:lnTo>
                <a:lnTo>
                  <a:pt x="109516" y="77403"/>
                </a:lnTo>
                <a:lnTo>
                  <a:pt x="109969" y="77138"/>
                </a:lnTo>
                <a:lnTo>
                  <a:pt x="110436" y="76904"/>
                </a:lnTo>
                <a:lnTo>
                  <a:pt x="110918" y="76702"/>
                </a:lnTo>
                <a:lnTo>
                  <a:pt x="111415" y="76530"/>
                </a:lnTo>
                <a:lnTo>
                  <a:pt x="111927" y="76390"/>
                </a:lnTo>
                <a:lnTo>
                  <a:pt x="112453" y="76281"/>
                </a:lnTo>
                <a:lnTo>
                  <a:pt x="112994" y="76203"/>
                </a:lnTo>
                <a:lnTo>
                  <a:pt x="113550" y="76156"/>
                </a:lnTo>
                <a:lnTo>
                  <a:pt x="114120" y="76141"/>
                </a:lnTo>
                <a:lnTo>
                  <a:pt x="114820" y="76166"/>
                </a:lnTo>
                <a:lnTo>
                  <a:pt x="115506" y="76243"/>
                </a:lnTo>
                <a:lnTo>
                  <a:pt x="116180" y="76372"/>
                </a:lnTo>
                <a:lnTo>
                  <a:pt x="116841" y="76551"/>
                </a:lnTo>
                <a:lnTo>
                  <a:pt x="117489" y="76782"/>
                </a:lnTo>
                <a:lnTo>
                  <a:pt x="118124" y="77064"/>
                </a:lnTo>
                <a:lnTo>
                  <a:pt x="118746" y="77397"/>
                </a:lnTo>
                <a:lnTo>
                  <a:pt x="119356" y="77782"/>
                </a:lnTo>
                <a:lnTo>
                  <a:pt x="119952" y="78218"/>
                </a:lnTo>
                <a:lnTo>
                  <a:pt x="120535" y="78705"/>
                </a:lnTo>
                <a:lnTo>
                  <a:pt x="121106" y="79244"/>
                </a:lnTo>
                <a:lnTo>
                  <a:pt x="121663" y="79834"/>
                </a:lnTo>
                <a:lnTo>
                  <a:pt x="122191" y="80466"/>
                </a:lnTo>
                <a:lnTo>
                  <a:pt x="122673" y="81131"/>
                </a:lnTo>
                <a:lnTo>
                  <a:pt x="123109" y="81830"/>
                </a:lnTo>
                <a:lnTo>
                  <a:pt x="123500" y="82562"/>
                </a:lnTo>
                <a:lnTo>
                  <a:pt x="123844" y="83328"/>
                </a:lnTo>
                <a:lnTo>
                  <a:pt x="124143" y="84127"/>
                </a:lnTo>
                <a:lnTo>
                  <a:pt x="124395" y="84960"/>
                </a:lnTo>
                <a:lnTo>
                  <a:pt x="124602" y="85826"/>
                </a:lnTo>
                <a:lnTo>
                  <a:pt x="124763" y="86725"/>
                </a:lnTo>
                <a:lnTo>
                  <a:pt x="124877" y="87658"/>
                </a:lnTo>
                <a:lnTo>
                  <a:pt x="124946" y="88624"/>
                </a:lnTo>
                <a:lnTo>
                  <a:pt x="124969" y="89624"/>
                </a:lnTo>
                <a:lnTo>
                  <a:pt x="124937" y="90720"/>
                </a:lnTo>
                <a:lnTo>
                  <a:pt x="124842" y="91803"/>
                </a:lnTo>
                <a:lnTo>
                  <a:pt x="124682" y="92873"/>
                </a:lnTo>
                <a:lnTo>
                  <a:pt x="124459" y="93931"/>
                </a:lnTo>
                <a:lnTo>
                  <a:pt x="124172" y="94975"/>
                </a:lnTo>
                <a:lnTo>
                  <a:pt x="123822" y="96006"/>
                </a:lnTo>
                <a:lnTo>
                  <a:pt x="123407" y="97024"/>
                </a:lnTo>
                <a:lnTo>
                  <a:pt x="122929" y="98030"/>
                </a:lnTo>
                <a:lnTo>
                  <a:pt x="122387" y="99022"/>
                </a:lnTo>
                <a:lnTo>
                  <a:pt x="121782" y="100002"/>
                </a:lnTo>
                <a:lnTo>
                  <a:pt x="121112" y="100968"/>
                </a:lnTo>
                <a:lnTo>
                  <a:pt x="120379" y="101922"/>
                </a:lnTo>
                <a:lnTo>
                  <a:pt x="119577" y="102852"/>
                </a:lnTo>
                <a:lnTo>
                  <a:pt x="118700" y="103749"/>
                </a:lnTo>
                <a:lnTo>
                  <a:pt x="117749" y="104612"/>
                </a:lnTo>
                <a:lnTo>
                  <a:pt x="116723" y="105442"/>
                </a:lnTo>
                <a:lnTo>
                  <a:pt x="115623" y="106239"/>
                </a:lnTo>
                <a:lnTo>
                  <a:pt x="114449" y="107002"/>
                </a:lnTo>
                <a:lnTo>
                  <a:pt x="113200" y="107731"/>
                </a:lnTo>
                <a:lnTo>
                  <a:pt x="111877" y="108428"/>
                </a:lnTo>
                <a:lnTo>
                  <a:pt x="110479" y="109090"/>
                </a:lnTo>
                <a:lnTo>
                  <a:pt x="109007" y="109720"/>
                </a:lnTo>
                <a:lnTo>
                  <a:pt x="107460" y="110316"/>
                </a:lnTo>
                <a:lnTo>
                  <a:pt x="105839" y="110878"/>
                </a:lnTo>
                <a:close/>
                <a:moveTo>
                  <a:pt x="136396" y="46018"/>
                </a:moveTo>
                <a:lnTo>
                  <a:pt x="136427" y="43568"/>
                </a:lnTo>
                <a:lnTo>
                  <a:pt x="136521" y="41176"/>
                </a:lnTo>
                <a:lnTo>
                  <a:pt x="136677" y="38841"/>
                </a:lnTo>
                <a:lnTo>
                  <a:pt x="136895" y="36564"/>
                </a:lnTo>
                <a:lnTo>
                  <a:pt x="137176" y="34344"/>
                </a:lnTo>
                <a:lnTo>
                  <a:pt x="137519" y="32182"/>
                </a:lnTo>
                <a:lnTo>
                  <a:pt x="137925" y="30077"/>
                </a:lnTo>
                <a:lnTo>
                  <a:pt x="138393" y="28029"/>
                </a:lnTo>
                <a:lnTo>
                  <a:pt x="138924" y="26039"/>
                </a:lnTo>
                <a:lnTo>
                  <a:pt x="139517" y="24106"/>
                </a:lnTo>
                <a:lnTo>
                  <a:pt x="140172" y="22231"/>
                </a:lnTo>
                <a:lnTo>
                  <a:pt x="140890" y="20413"/>
                </a:lnTo>
                <a:lnTo>
                  <a:pt x="141659" y="18662"/>
                </a:lnTo>
                <a:lnTo>
                  <a:pt x="142470" y="16987"/>
                </a:lnTo>
                <a:lnTo>
                  <a:pt x="143321" y="15388"/>
                </a:lnTo>
                <a:lnTo>
                  <a:pt x="144214" y="13865"/>
                </a:lnTo>
                <a:lnTo>
                  <a:pt x="145147" y="12418"/>
                </a:lnTo>
                <a:lnTo>
                  <a:pt x="146122" y="11048"/>
                </a:lnTo>
                <a:lnTo>
                  <a:pt x="147137" y="9753"/>
                </a:lnTo>
                <a:lnTo>
                  <a:pt x="148194" y="8535"/>
                </a:lnTo>
                <a:lnTo>
                  <a:pt x="149291" y="7393"/>
                </a:lnTo>
                <a:lnTo>
                  <a:pt x="150430" y="6326"/>
                </a:lnTo>
                <a:lnTo>
                  <a:pt x="151610" y="5336"/>
                </a:lnTo>
                <a:lnTo>
                  <a:pt x="152830" y="4422"/>
                </a:lnTo>
                <a:lnTo>
                  <a:pt x="153796" y="3757"/>
                </a:lnTo>
                <a:lnTo>
                  <a:pt x="154767" y="3149"/>
                </a:lnTo>
                <a:lnTo>
                  <a:pt x="155743" y="2600"/>
                </a:lnTo>
                <a:lnTo>
                  <a:pt x="156725" y="2108"/>
                </a:lnTo>
                <a:lnTo>
                  <a:pt x="157712" y="1674"/>
                </a:lnTo>
                <a:lnTo>
                  <a:pt x="158704" y="1298"/>
                </a:lnTo>
                <a:lnTo>
                  <a:pt x="159702" y="980"/>
                </a:lnTo>
                <a:lnTo>
                  <a:pt x="160705" y="719"/>
                </a:lnTo>
                <a:lnTo>
                  <a:pt x="161713" y="517"/>
                </a:lnTo>
                <a:lnTo>
                  <a:pt x="162727" y="372"/>
                </a:lnTo>
                <a:lnTo>
                  <a:pt x="163746" y="285"/>
                </a:lnTo>
                <a:lnTo>
                  <a:pt x="164771" y="256"/>
                </a:lnTo>
                <a:lnTo>
                  <a:pt x="166426" y="327"/>
                </a:lnTo>
                <a:lnTo>
                  <a:pt x="168052" y="539"/>
                </a:lnTo>
                <a:lnTo>
                  <a:pt x="169650" y="893"/>
                </a:lnTo>
                <a:lnTo>
                  <a:pt x="171219" y="1389"/>
                </a:lnTo>
                <a:lnTo>
                  <a:pt x="172760" y="2026"/>
                </a:lnTo>
                <a:lnTo>
                  <a:pt x="174272" y="2804"/>
                </a:lnTo>
                <a:lnTo>
                  <a:pt x="175756" y="3724"/>
                </a:lnTo>
                <a:lnTo>
                  <a:pt x="177211" y="4785"/>
                </a:lnTo>
                <a:lnTo>
                  <a:pt x="178637" y="5989"/>
                </a:lnTo>
                <a:lnTo>
                  <a:pt x="180035" y="7333"/>
                </a:lnTo>
                <a:lnTo>
                  <a:pt x="181405" y="8819"/>
                </a:lnTo>
                <a:lnTo>
                  <a:pt x="182746" y="10447"/>
                </a:lnTo>
                <a:lnTo>
                  <a:pt x="184335" y="12614"/>
                </a:lnTo>
                <a:lnTo>
                  <a:pt x="185786" y="14905"/>
                </a:lnTo>
                <a:lnTo>
                  <a:pt x="187099" y="17321"/>
                </a:lnTo>
                <a:lnTo>
                  <a:pt x="188274" y="19861"/>
                </a:lnTo>
                <a:lnTo>
                  <a:pt x="189310" y="22526"/>
                </a:lnTo>
                <a:lnTo>
                  <a:pt x="190209" y="25316"/>
                </a:lnTo>
                <a:lnTo>
                  <a:pt x="190969" y="28231"/>
                </a:lnTo>
                <a:lnTo>
                  <a:pt x="191591" y="31270"/>
                </a:lnTo>
                <a:lnTo>
                  <a:pt x="192074" y="34433"/>
                </a:lnTo>
                <a:lnTo>
                  <a:pt x="192420" y="37721"/>
                </a:lnTo>
                <a:lnTo>
                  <a:pt x="192627" y="41134"/>
                </a:lnTo>
                <a:lnTo>
                  <a:pt x="192696" y="44672"/>
                </a:lnTo>
                <a:lnTo>
                  <a:pt x="192666" y="47161"/>
                </a:lnTo>
                <a:lnTo>
                  <a:pt x="192575" y="49587"/>
                </a:lnTo>
                <a:lnTo>
                  <a:pt x="192423" y="51950"/>
                </a:lnTo>
                <a:lnTo>
                  <a:pt x="192211" y="54250"/>
                </a:lnTo>
                <a:lnTo>
                  <a:pt x="191938" y="56486"/>
                </a:lnTo>
                <a:lnTo>
                  <a:pt x="191605" y="58660"/>
                </a:lnTo>
                <a:lnTo>
                  <a:pt x="191211" y="60770"/>
                </a:lnTo>
                <a:lnTo>
                  <a:pt x="190756" y="62817"/>
                </a:lnTo>
                <a:lnTo>
                  <a:pt x="190241" y="64801"/>
                </a:lnTo>
                <a:lnTo>
                  <a:pt x="189665" y="66721"/>
                </a:lnTo>
                <a:lnTo>
                  <a:pt x="189028" y="68578"/>
                </a:lnTo>
                <a:lnTo>
                  <a:pt x="188331" y="70372"/>
                </a:lnTo>
                <a:lnTo>
                  <a:pt x="187587" y="72095"/>
                </a:lnTo>
                <a:lnTo>
                  <a:pt x="186809" y="73736"/>
                </a:lnTo>
                <a:lnTo>
                  <a:pt x="185998" y="75298"/>
                </a:lnTo>
                <a:lnTo>
                  <a:pt x="185153" y="76778"/>
                </a:lnTo>
                <a:lnTo>
                  <a:pt x="184275" y="78178"/>
                </a:lnTo>
                <a:lnTo>
                  <a:pt x="183364" y="79497"/>
                </a:lnTo>
                <a:lnTo>
                  <a:pt x="182419" y="80736"/>
                </a:lnTo>
                <a:lnTo>
                  <a:pt x="181441" y="81895"/>
                </a:lnTo>
                <a:lnTo>
                  <a:pt x="180429" y="82972"/>
                </a:lnTo>
                <a:lnTo>
                  <a:pt x="179384" y="83970"/>
                </a:lnTo>
                <a:lnTo>
                  <a:pt x="178305" y="84886"/>
                </a:lnTo>
                <a:lnTo>
                  <a:pt x="177193" y="85722"/>
                </a:lnTo>
                <a:lnTo>
                  <a:pt x="176067" y="86485"/>
                </a:lnTo>
                <a:lnTo>
                  <a:pt x="174949" y="87181"/>
                </a:lnTo>
                <a:lnTo>
                  <a:pt x="173837" y="87811"/>
                </a:lnTo>
                <a:lnTo>
                  <a:pt x="172731" y="88375"/>
                </a:lnTo>
                <a:lnTo>
                  <a:pt x="171632" y="88872"/>
                </a:lnTo>
                <a:lnTo>
                  <a:pt x="170540" y="89303"/>
                </a:lnTo>
                <a:lnTo>
                  <a:pt x="169455" y="89668"/>
                </a:lnTo>
                <a:lnTo>
                  <a:pt x="168376" y="89967"/>
                </a:lnTo>
                <a:lnTo>
                  <a:pt x="167305" y="90199"/>
                </a:lnTo>
                <a:lnTo>
                  <a:pt x="166239" y="90365"/>
                </a:lnTo>
                <a:lnTo>
                  <a:pt x="165181" y="90464"/>
                </a:lnTo>
                <a:lnTo>
                  <a:pt x="164129" y="90497"/>
                </a:lnTo>
                <a:lnTo>
                  <a:pt x="162082" y="90395"/>
                </a:lnTo>
                <a:lnTo>
                  <a:pt x="160093" y="90090"/>
                </a:lnTo>
                <a:lnTo>
                  <a:pt x="158163" y="89580"/>
                </a:lnTo>
                <a:lnTo>
                  <a:pt x="156290" y="88866"/>
                </a:lnTo>
                <a:lnTo>
                  <a:pt x="154475" y="87949"/>
                </a:lnTo>
                <a:lnTo>
                  <a:pt x="152718" y="86828"/>
                </a:lnTo>
                <a:lnTo>
                  <a:pt x="151019" y="85503"/>
                </a:lnTo>
                <a:lnTo>
                  <a:pt x="149378" y="83974"/>
                </a:lnTo>
                <a:lnTo>
                  <a:pt x="147795" y="82241"/>
                </a:lnTo>
                <a:lnTo>
                  <a:pt x="146270" y="80305"/>
                </a:lnTo>
                <a:lnTo>
                  <a:pt x="144803" y="78164"/>
                </a:lnTo>
                <a:lnTo>
                  <a:pt x="143393" y="75820"/>
                </a:lnTo>
                <a:lnTo>
                  <a:pt x="142276" y="73723"/>
                </a:lnTo>
                <a:lnTo>
                  <a:pt x="141255" y="71556"/>
                </a:lnTo>
                <a:lnTo>
                  <a:pt x="140332" y="69319"/>
                </a:lnTo>
                <a:lnTo>
                  <a:pt x="139506" y="67011"/>
                </a:lnTo>
                <a:lnTo>
                  <a:pt x="138777" y="64633"/>
                </a:lnTo>
                <a:lnTo>
                  <a:pt x="138145" y="62185"/>
                </a:lnTo>
                <a:lnTo>
                  <a:pt x="137611" y="59666"/>
                </a:lnTo>
                <a:lnTo>
                  <a:pt x="137173" y="57077"/>
                </a:lnTo>
                <a:lnTo>
                  <a:pt x="136833" y="54418"/>
                </a:lnTo>
                <a:lnTo>
                  <a:pt x="136590" y="51688"/>
                </a:lnTo>
                <a:lnTo>
                  <a:pt x="136444" y="48888"/>
                </a:lnTo>
                <a:lnTo>
                  <a:pt x="136396" y="46018"/>
                </a:lnTo>
                <a:moveTo>
                  <a:pt x="148978" y="47654"/>
                </a:moveTo>
                <a:lnTo>
                  <a:pt x="149009" y="50601"/>
                </a:lnTo>
                <a:lnTo>
                  <a:pt x="149101" y="53457"/>
                </a:lnTo>
                <a:lnTo>
                  <a:pt x="149255" y="56221"/>
                </a:lnTo>
                <a:lnTo>
                  <a:pt x="149471" y="58893"/>
                </a:lnTo>
                <a:lnTo>
                  <a:pt x="149747" y="61473"/>
                </a:lnTo>
                <a:lnTo>
                  <a:pt x="150086" y="63962"/>
                </a:lnTo>
                <a:lnTo>
                  <a:pt x="150486" y="66359"/>
                </a:lnTo>
                <a:lnTo>
                  <a:pt x="150947" y="68664"/>
                </a:lnTo>
                <a:lnTo>
                  <a:pt x="151470" y="70877"/>
                </a:lnTo>
                <a:lnTo>
                  <a:pt x="152055" y="72998"/>
                </a:lnTo>
                <a:lnTo>
                  <a:pt x="152700" y="75028"/>
                </a:lnTo>
                <a:lnTo>
                  <a:pt x="153408" y="76966"/>
                </a:lnTo>
                <a:lnTo>
                  <a:pt x="154043" y="78492"/>
                </a:lnTo>
                <a:lnTo>
                  <a:pt x="154728" y="79886"/>
                </a:lnTo>
                <a:lnTo>
                  <a:pt x="155462" y="81147"/>
                </a:lnTo>
                <a:lnTo>
                  <a:pt x="156247" y="82276"/>
                </a:lnTo>
                <a:lnTo>
                  <a:pt x="157081" y="83271"/>
                </a:lnTo>
                <a:lnTo>
                  <a:pt x="157966" y="84134"/>
                </a:lnTo>
                <a:lnTo>
                  <a:pt x="158900" y="84864"/>
                </a:lnTo>
                <a:lnTo>
                  <a:pt x="159885" y="85462"/>
                </a:lnTo>
                <a:lnTo>
                  <a:pt x="160919" y="85926"/>
                </a:lnTo>
                <a:lnTo>
                  <a:pt x="162003" y="86258"/>
                </a:lnTo>
                <a:lnTo>
                  <a:pt x="163137" y="86457"/>
                </a:lnTo>
                <a:lnTo>
                  <a:pt x="164321" y="86524"/>
                </a:lnTo>
                <a:lnTo>
                  <a:pt x="164901" y="86502"/>
                </a:lnTo>
                <a:lnTo>
                  <a:pt x="165484" y="86437"/>
                </a:lnTo>
                <a:lnTo>
                  <a:pt x="166071" y="86329"/>
                </a:lnTo>
                <a:lnTo>
                  <a:pt x="166661" y="86178"/>
                </a:lnTo>
                <a:lnTo>
                  <a:pt x="167255" y="85984"/>
                </a:lnTo>
                <a:lnTo>
                  <a:pt x="167852" y="85746"/>
                </a:lnTo>
                <a:lnTo>
                  <a:pt x="168453" y="85465"/>
                </a:lnTo>
                <a:lnTo>
                  <a:pt x="169058" y="85141"/>
                </a:lnTo>
                <a:lnTo>
                  <a:pt x="169666" y="84774"/>
                </a:lnTo>
                <a:lnTo>
                  <a:pt x="170277" y="84364"/>
                </a:lnTo>
                <a:lnTo>
                  <a:pt x="170893" y="83910"/>
                </a:lnTo>
                <a:lnTo>
                  <a:pt x="171511" y="83413"/>
                </a:lnTo>
                <a:lnTo>
                  <a:pt x="172120" y="82866"/>
                </a:lnTo>
                <a:lnTo>
                  <a:pt x="172703" y="82260"/>
                </a:lnTo>
                <a:lnTo>
                  <a:pt x="173261" y="81595"/>
                </a:lnTo>
                <a:lnTo>
                  <a:pt x="173794" y="80873"/>
                </a:lnTo>
                <a:lnTo>
                  <a:pt x="174302" y="80092"/>
                </a:lnTo>
                <a:lnTo>
                  <a:pt x="174785" y="79252"/>
                </a:lnTo>
                <a:lnTo>
                  <a:pt x="175244" y="78354"/>
                </a:lnTo>
                <a:lnTo>
                  <a:pt x="175677" y="77398"/>
                </a:lnTo>
                <a:lnTo>
                  <a:pt x="176085" y="76384"/>
                </a:lnTo>
                <a:lnTo>
                  <a:pt x="176469" y="75311"/>
                </a:lnTo>
                <a:lnTo>
                  <a:pt x="176827" y="74180"/>
                </a:lnTo>
                <a:lnTo>
                  <a:pt x="177161" y="72990"/>
                </a:lnTo>
                <a:lnTo>
                  <a:pt x="177632" y="71088"/>
                </a:lnTo>
                <a:lnTo>
                  <a:pt x="178063" y="69061"/>
                </a:lnTo>
                <a:lnTo>
                  <a:pt x="178453" y="66908"/>
                </a:lnTo>
                <a:lnTo>
                  <a:pt x="178801" y="64630"/>
                </a:lnTo>
                <a:lnTo>
                  <a:pt x="179109" y="62226"/>
                </a:lnTo>
                <a:lnTo>
                  <a:pt x="179376" y="59696"/>
                </a:lnTo>
                <a:lnTo>
                  <a:pt x="179601" y="57041"/>
                </a:lnTo>
                <a:lnTo>
                  <a:pt x="179786" y="54260"/>
                </a:lnTo>
                <a:lnTo>
                  <a:pt x="179929" y="51354"/>
                </a:lnTo>
                <a:lnTo>
                  <a:pt x="180032" y="48322"/>
                </a:lnTo>
                <a:lnTo>
                  <a:pt x="180093" y="45165"/>
                </a:lnTo>
                <a:lnTo>
                  <a:pt x="180114" y="41882"/>
                </a:lnTo>
                <a:lnTo>
                  <a:pt x="180092" y="39436"/>
                </a:lnTo>
                <a:lnTo>
                  <a:pt x="180028" y="37059"/>
                </a:lnTo>
                <a:lnTo>
                  <a:pt x="179921" y="34750"/>
                </a:lnTo>
                <a:lnTo>
                  <a:pt x="179771" y="32510"/>
                </a:lnTo>
                <a:lnTo>
                  <a:pt x="179579" y="30338"/>
                </a:lnTo>
                <a:lnTo>
                  <a:pt x="179343" y="28235"/>
                </a:lnTo>
                <a:lnTo>
                  <a:pt x="179065" y="26201"/>
                </a:lnTo>
                <a:lnTo>
                  <a:pt x="178744" y="24235"/>
                </a:lnTo>
                <a:lnTo>
                  <a:pt x="178380" y="22338"/>
                </a:lnTo>
                <a:lnTo>
                  <a:pt x="177974" y="20510"/>
                </a:lnTo>
                <a:lnTo>
                  <a:pt x="177525" y="18750"/>
                </a:lnTo>
                <a:lnTo>
                  <a:pt x="177032" y="17058"/>
                </a:lnTo>
                <a:lnTo>
                  <a:pt x="176638" y="15859"/>
                </a:lnTo>
                <a:lnTo>
                  <a:pt x="176225" y="14719"/>
                </a:lnTo>
                <a:lnTo>
                  <a:pt x="175793" y="13639"/>
                </a:lnTo>
                <a:lnTo>
                  <a:pt x="175342" y="12618"/>
                </a:lnTo>
                <a:lnTo>
                  <a:pt x="174872" y="11657"/>
                </a:lnTo>
                <a:lnTo>
                  <a:pt x="174384" y="10756"/>
                </a:lnTo>
                <a:lnTo>
                  <a:pt x="173877" y="9915"/>
                </a:lnTo>
                <a:lnTo>
                  <a:pt x="173352" y="9133"/>
                </a:lnTo>
                <a:lnTo>
                  <a:pt x="172807" y="8411"/>
                </a:lnTo>
                <a:lnTo>
                  <a:pt x="172244" y="7749"/>
                </a:lnTo>
                <a:lnTo>
                  <a:pt x="171663" y="7146"/>
                </a:lnTo>
                <a:lnTo>
                  <a:pt x="171062" y="6603"/>
                </a:lnTo>
                <a:lnTo>
                  <a:pt x="170616" y="6265"/>
                </a:lnTo>
                <a:lnTo>
                  <a:pt x="170154" y="5957"/>
                </a:lnTo>
                <a:lnTo>
                  <a:pt x="169678" y="5677"/>
                </a:lnTo>
                <a:lnTo>
                  <a:pt x="169186" y="5427"/>
                </a:lnTo>
                <a:lnTo>
                  <a:pt x="168679" y="5207"/>
                </a:lnTo>
                <a:lnTo>
                  <a:pt x="168157" y="5016"/>
                </a:lnTo>
                <a:lnTo>
                  <a:pt x="167620" y="4854"/>
                </a:lnTo>
                <a:lnTo>
                  <a:pt x="167068" y="4722"/>
                </a:lnTo>
                <a:lnTo>
                  <a:pt x="166500" y="4619"/>
                </a:lnTo>
                <a:lnTo>
                  <a:pt x="165917" y="4545"/>
                </a:lnTo>
                <a:lnTo>
                  <a:pt x="165320" y="4501"/>
                </a:lnTo>
                <a:lnTo>
                  <a:pt x="164707" y="4486"/>
                </a:lnTo>
                <a:lnTo>
                  <a:pt x="163986" y="4514"/>
                </a:lnTo>
                <a:lnTo>
                  <a:pt x="163278" y="4595"/>
                </a:lnTo>
                <a:lnTo>
                  <a:pt x="162584" y="4731"/>
                </a:lnTo>
                <a:lnTo>
                  <a:pt x="161903" y="4921"/>
                </a:lnTo>
                <a:lnTo>
                  <a:pt x="161236" y="5166"/>
                </a:lnTo>
                <a:lnTo>
                  <a:pt x="160582" y="5465"/>
                </a:lnTo>
                <a:lnTo>
                  <a:pt x="159941" y="5818"/>
                </a:lnTo>
                <a:lnTo>
                  <a:pt x="159314" y="6226"/>
                </a:lnTo>
                <a:lnTo>
                  <a:pt x="158700" y="6688"/>
                </a:lnTo>
                <a:lnTo>
                  <a:pt x="158100" y="7204"/>
                </a:lnTo>
                <a:lnTo>
                  <a:pt x="157513" y="7775"/>
                </a:lnTo>
                <a:lnTo>
                  <a:pt x="156939" y="8400"/>
                </a:lnTo>
                <a:lnTo>
                  <a:pt x="156189" y="9330"/>
                </a:lnTo>
                <a:lnTo>
                  <a:pt x="155480" y="10344"/>
                </a:lnTo>
                <a:lnTo>
                  <a:pt x="154812" y="11443"/>
                </a:lnTo>
                <a:lnTo>
                  <a:pt x="154185" y="12626"/>
                </a:lnTo>
                <a:lnTo>
                  <a:pt x="153600" y="13894"/>
                </a:lnTo>
                <a:lnTo>
                  <a:pt x="153055" y="15247"/>
                </a:lnTo>
                <a:lnTo>
                  <a:pt x="152551" y="16685"/>
                </a:lnTo>
                <a:lnTo>
                  <a:pt x="152088" y="18207"/>
                </a:lnTo>
                <a:lnTo>
                  <a:pt x="151667" y="19814"/>
                </a:lnTo>
                <a:lnTo>
                  <a:pt x="151286" y="21505"/>
                </a:lnTo>
                <a:lnTo>
                  <a:pt x="150946" y="23281"/>
                </a:lnTo>
                <a:lnTo>
                  <a:pt x="150648" y="25142"/>
                </a:lnTo>
                <a:lnTo>
                  <a:pt x="150381" y="27042"/>
                </a:lnTo>
                <a:lnTo>
                  <a:pt x="150138" y="28938"/>
                </a:lnTo>
                <a:lnTo>
                  <a:pt x="149917" y="30830"/>
                </a:lnTo>
                <a:lnTo>
                  <a:pt x="149720" y="32717"/>
                </a:lnTo>
                <a:lnTo>
                  <a:pt x="149546" y="34600"/>
                </a:lnTo>
                <a:lnTo>
                  <a:pt x="149396" y="36478"/>
                </a:lnTo>
                <a:lnTo>
                  <a:pt x="149268" y="38352"/>
                </a:lnTo>
                <a:lnTo>
                  <a:pt x="149164" y="40221"/>
                </a:lnTo>
                <a:lnTo>
                  <a:pt x="149083" y="42086"/>
                </a:lnTo>
                <a:lnTo>
                  <a:pt x="149025" y="43947"/>
                </a:lnTo>
                <a:lnTo>
                  <a:pt x="148990" y="45803"/>
                </a:lnTo>
                <a:lnTo>
                  <a:pt x="148978" y="47654"/>
                </a:lnTo>
                <a:close/>
                <a:moveTo>
                  <a:pt x="202198" y="0"/>
                </a:moveTo>
                <a:lnTo>
                  <a:pt x="230444" y="0"/>
                </a:lnTo>
                <a:lnTo>
                  <a:pt x="230444" y="114980"/>
                </a:lnTo>
                <a:lnTo>
                  <a:pt x="202198" y="114980"/>
                </a:lnTo>
                <a:lnTo>
                  <a:pt x="202198" y="109917"/>
                </a:lnTo>
                <a:lnTo>
                  <a:pt x="220815" y="109917"/>
                </a:lnTo>
                <a:lnTo>
                  <a:pt x="220815" y="5063"/>
                </a:lnTo>
                <a:lnTo>
                  <a:pt x="202198" y="5063"/>
                </a:lnTo>
                <a:lnTo>
                  <a:pt x="202198" y="0"/>
                </a:lnTo>
                <a:close/>
                <a:moveTo>
                  <a:pt x="248265" y="110878"/>
                </a:moveTo>
                <a:lnTo>
                  <a:pt x="248265" y="108058"/>
                </a:lnTo>
                <a:lnTo>
                  <a:pt x="249346" y="107677"/>
                </a:lnTo>
                <a:lnTo>
                  <a:pt x="250386" y="107262"/>
                </a:lnTo>
                <a:lnTo>
                  <a:pt x="251385" y="106814"/>
                </a:lnTo>
                <a:lnTo>
                  <a:pt x="252342" y="106332"/>
                </a:lnTo>
                <a:lnTo>
                  <a:pt x="253257" y="105817"/>
                </a:lnTo>
                <a:lnTo>
                  <a:pt x="254131" y="105268"/>
                </a:lnTo>
                <a:lnTo>
                  <a:pt x="254964" y="104685"/>
                </a:lnTo>
                <a:lnTo>
                  <a:pt x="255755" y="104069"/>
                </a:lnTo>
                <a:lnTo>
                  <a:pt x="256504" y="103420"/>
                </a:lnTo>
                <a:lnTo>
                  <a:pt x="257213" y="102737"/>
                </a:lnTo>
                <a:lnTo>
                  <a:pt x="257879" y="102021"/>
                </a:lnTo>
                <a:lnTo>
                  <a:pt x="258505" y="101271"/>
                </a:lnTo>
                <a:lnTo>
                  <a:pt x="259084" y="100500"/>
                </a:lnTo>
                <a:lnTo>
                  <a:pt x="259613" y="99722"/>
                </a:lnTo>
                <a:lnTo>
                  <a:pt x="260091" y="98937"/>
                </a:lnTo>
                <a:lnTo>
                  <a:pt x="260520" y="98144"/>
                </a:lnTo>
                <a:lnTo>
                  <a:pt x="260897" y="97343"/>
                </a:lnTo>
                <a:lnTo>
                  <a:pt x="261225" y="96535"/>
                </a:lnTo>
                <a:lnTo>
                  <a:pt x="261502" y="95719"/>
                </a:lnTo>
                <a:lnTo>
                  <a:pt x="261729" y="94895"/>
                </a:lnTo>
                <a:lnTo>
                  <a:pt x="261905" y="94064"/>
                </a:lnTo>
                <a:lnTo>
                  <a:pt x="262031" y="93225"/>
                </a:lnTo>
                <a:lnTo>
                  <a:pt x="262106" y="92379"/>
                </a:lnTo>
                <a:lnTo>
                  <a:pt x="262132" y="91525"/>
                </a:lnTo>
                <a:lnTo>
                  <a:pt x="262128" y="91324"/>
                </a:lnTo>
                <a:lnTo>
                  <a:pt x="262116" y="91129"/>
                </a:lnTo>
                <a:lnTo>
                  <a:pt x="262096" y="90939"/>
                </a:lnTo>
                <a:lnTo>
                  <a:pt x="262067" y="90754"/>
                </a:lnTo>
                <a:lnTo>
                  <a:pt x="262031" y="90575"/>
                </a:lnTo>
                <a:lnTo>
                  <a:pt x="261987" y="90402"/>
                </a:lnTo>
                <a:lnTo>
                  <a:pt x="261935" y="90233"/>
                </a:lnTo>
                <a:lnTo>
                  <a:pt x="261875" y="90070"/>
                </a:lnTo>
                <a:lnTo>
                  <a:pt x="261807" y="89912"/>
                </a:lnTo>
                <a:lnTo>
                  <a:pt x="261730" y="89760"/>
                </a:lnTo>
                <a:lnTo>
                  <a:pt x="261646" y="89613"/>
                </a:lnTo>
                <a:lnTo>
                  <a:pt x="261554" y="89472"/>
                </a:lnTo>
                <a:lnTo>
                  <a:pt x="261479" y="89380"/>
                </a:lnTo>
                <a:lnTo>
                  <a:pt x="261404" y="89295"/>
                </a:lnTo>
                <a:lnTo>
                  <a:pt x="261329" y="89219"/>
                </a:lnTo>
                <a:lnTo>
                  <a:pt x="261254" y="89151"/>
                </a:lnTo>
                <a:lnTo>
                  <a:pt x="261179" y="89091"/>
                </a:lnTo>
                <a:lnTo>
                  <a:pt x="261104" y="89039"/>
                </a:lnTo>
                <a:lnTo>
                  <a:pt x="261030" y="88995"/>
                </a:lnTo>
                <a:lnTo>
                  <a:pt x="260955" y="88959"/>
                </a:lnTo>
                <a:lnTo>
                  <a:pt x="260880" y="88931"/>
                </a:lnTo>
                <a:lnTo>
                  <a:pt x="260805" y="88911"/>
                </a:lnTo>
                <a:lnTo>
                  <a:pt x="260730" y="88899"/>
                </a:lnTo>
                <a:lnTo>
                  <a:pt x="260655" y="88895"/>
                </a:lnTo>
                <a:lnTo>
                  <a:pt x="260526" y="88904"/>
                </a:lnTo>
                <a:lnTo>
                  <a:pt x="260373" y="88931"/>
                </a:lnTo>
                <a:lnTo>
                  <a:pt x="260198" y="88975"/>
                </a:lnTo>
                <a:lnTo>
                  <a:pt x="259999" y="89037"/>
                </a:lnTo>
                <a:lnTo>
                  <a:pt x="259777" y="89117"/>
                </a:lnTo>
                <a:lnTo>
                  <a:pt x="259532" y="89215"/>
                </a:lnTo>
                <a:lnTo>
                  <a:pt x="259263" y="89331"/>
                </a:lnTo>
                <a:lnTo>
                  <a:pt x="258972" y="89465"/>
                </a:lnTo>
                <a:lnTo>
                  <a:pt x="258657" y="89616"/>
                </a:lnTo>
                <a:lnTo>
                  <a:pt x="258319" y="89785"/>
                </a:lnTo>
                <a:lnTo>
                  <a:pt x="257958" y="89972"/>
                </a:lnTo>
                <a:lnTo>
                  <a:pt x="257574" y="90177"/>
                </a:lnTo>
                <a:lnTo>
                  <a:pt x="257380" y="90269"/>
                </a:lnTo>
                <a:lnTo>
                  <a:pt x="257185" y="90353"/>
                </a:lnTo>
                <a:lnTo>
                  <a:pt x="256988" y="90429"/>
                </a:lnTo>
                <a:lnTo>
                  <a:pt x="256789" y="90497"/>
                </a:lnTo>
                <a:lnTo>
                  <a:pt x="256588" y="90557"/>
                </a:lnTo>
                <a:lnTo>
                  <a:pt x="256386" y="90609"/>
                </a:lnTo>
                <a:lnTo>
                  <a:pt x="256182" y="90653"/>
                </a:lnTo>
                <a:lnTo>
                  <a:pt x="255976" y="90689"/>
                </a:lnTo>
                <a:lnTo>
                  <a:pt x="255768" y="90718"/>
                </a:lnTo>
                <a:lnTo>
                  <a:pt x="255559" y="90738"/>
                </a:lnTo>
                <a:lnTo>
                  <a:pt x="255347" y="90750"/>
                </a:lnTo>
                <a:lnTo>
                  <a:pt x="255134" y="90754"/>
                </a:lnTo>
                <a:lnTo>
                  <a:pt x="254619" y="90741"/>
                </a:lnTo>
                <a:lnTo>
                  <a:pt x="254121" y="90702"/>
                </a:lnTo>
                <a:lnTo>
                  <a:pt x="253642" y="90637"/>
                </a:lnTo>
                <a:lnTo>
                  <a:pt x="253180" y="90547"/>
                </a:lnTo>
                <a:lnTo>
                  <a:pt x="252736" y="90431"/>
                </a:lnTo>
                <a:lnTo>
                  <a:pt x="252310" y="90289"/>
                </a:lnTo>
                <a:lnTo>
                  <a:pt x="251901" y="90121"/>
                </a:lnTo>
                <a:lnTo>
                  <a:pt x="251511" y="89928"/>
                </a:lnTo>
                <a:lnTo>
                  <a:pt x="251138" y="89708"/>
                </a:lnTo>
                <a:lnTo>
                  <a:pt x="250783" y="89463"/>
                </a:lnTo>
                <a:lnTo>
                  <a:pt x="250446" y="89192"/>
                </a:lnTo>
                <a:lnTo>
                  <a:pt x="250127" y="88895"/>
                </a:lnTo>
                <a:lnTo>
                  <a:pt x="249830" y="88575"/>
                </a:lnTo>
                <a:lnTo>
                  <a:pt x="249558" y="88236"/>
                </a:lnTo>
                <a:lnTo>
                  <a:pt x="249312" y="87877"/>
                </a:lnTo>
                <a:lnTo>
                  <a:pt x="249093" y="87499"/>
                </a:lnTo>
                <a:lnTo>
                  <a:pt x="248899" y="87101"/>
                </a:lnTo>
                <a:lnTo>
                  <a:pt x="248731" y="86684"/>
                </a:lnTo>
                <a:lnTo>
                  <a:pt x="248588" y="86247"/>
                </a:lnTo>
                <a:lnTo>
                  <a:pt x="248472" y="85790"/>
                </a:lnTo>
                <a:lnTo>
                  <a:pt x="248382" y="85314"/>
                </a:lnTo>
                <a:lnTo>
                  <a:pt x="248317" y="84818"/>
                </a:lnTo>
                <a:lnTo>
                  <a:pt x="248278" y="84303"/>
                </a:lnTo>
                <a:lnTo>
                  <a:pt x="248265" y="83768"/>
                </a:lnTo>
                <a:lnTo>
                  <a:pt x="248282" y="83250"/>
                </a:lnTo>
                <a:lnTo>
                  <a:pt x="248332" y="82746"/>
                </a:lnTo>
                <a:lnTo>
                  <a:pt x="248416" y="82253"/>
                </a:lnTo>
                <a:lnTo>
                  <a:pt x="248533" y="81774"/>
                </a:lnTo>
                <a:lnTo>
                  <a:pt x="248683" y="81306"/>
                </a:lnTo>
                <a:lnTo>
                  <a:pt x="248867" y="80851"/>
                </a:lnTo>
                <a:lnTo>
                  <a:pt x="249084" y="80409"/>
                </a:lnTo>
                <a:lnTo>
                  <a:pt x="249335" y="79979"/>
                </a:lnTo>
                <a:lnTo>
                  <a:pt x="249619" y="79562"/>
                </a:lnTo>
                <a:lnTo>
                  <a:pt x="249937" y="79157"/>
                </a:lnTo>
                <a:lnTo>
                  <a:pt x="250288" y="78764"/>
                </a:lnTo>
                <a:lnTo>
                  <a:pt x="250673" y="78384"/>
                </a:lnTo>
                <a:lnTo>
                  <a:pt x="251081" y="78026"/>
                </a:lnTo>
                <a:lnTo>
                  <a:pt x="251504" y="77698"/>
                </a:lnTo>
                <a:lnTo>
                  <a:pt x="251942" y="77403"/>
                </a:lnTo>
                <a:lnTo>
                  <a:pt x="252395" y="77138"/>
                </a:lnTo>
                <a:lnTo>
                  <a:pt x="252863" y="76904"/>
                </a:lnTo>
                <a:lnTo>
                  <a:pt x="253345" y="76702"/>
                </a:lnTo>
                <a:lnTo>
                  <a:pt x="253842" y="76530"/>
                </a:lnTo>
                <a:lnTo>
                  <a:pt x="254353" y="76390"/>
                </a:lnTo>
                <a:lnTo>
                  <a:pt x="254879" y="76281"/>
                </a:lnTo>
                <a:lnTo>
                  <a:pt x="255420" y="76203"/>
                </a:lnTo>
                <a:lnTo>
                  <a:pt x="255976" y="76156"/>
                </a:lnTo>
                <a:lnTo>
                  <a:pt x="256547" y="76141"/>
                </a:lnTo>
                <a:lnTo>
                  <a:pt x="257246" y="76166"/>
                </a:lnTo>
                <a:lnTo>
                  <a:pt x="257933" y="76243"/>
                </a:lnTo>
                <a:lnTo>
                  <a:pt x="258607" y="76372"/>
                </a:lnTo>
                <a:lnTo>
                  <a:pt x="259268" y="76551"/>
                </a:lnTo>
                <a:lnTo>
                  <a:pt x="259916" y="76782"/>
                </a:lnTo>
                <a:lnTo>
                  <a:pt x="260551" y="77064"/>
                </a:lnTo>
                <a:lnTo>
                  <a:pt x="261173" y="77397"/>
                </a:lnTo>
                <a:lnTo>
                  <a:pt x="261782" y="77782"/>
                </a:lnTo>
                <a:lnTo>
                  <a:pt x="262378" y="78218"/>
                </a:lnTo>
                <a:lnTo>
                  <a:pt x="262962" y="78705"/>
                </a:lnTo>
                <a:lnTo>
                  <a:pt x="263532" y="79244"/>
                </a:lnTo>
                <a:lnTo>
                  <a:pt x="264090" y="79834"/>
                </a:lnTo>
                <a:lnTo>
                  <a:pt x="264618" y="80466"/>
                </a:lnTo>
                <a:lnTo>
                  <a:pt x="265100" y="81131"/>
                </a:lnTo>
                <a:lnTo>
                  <a:pt x="265536" y="81830"/>
                </a:lnTo>
                <a:lnTo>
                  <a:pt x="265926" y="82562"/>
                </a:lnTo>
                <a:lnTo>
                  <a:pt x="266271" y="83328"/>
                </a:lnTo>
                <a:lnTo>
                  <a:pt x="266569" y="84127"/>
                </a:lnTo>
                <a:lnTo>
                  <a:pt x="266822" y="84960"/>
                </a:lnTo>
                <a:lnTo>
                  <a:pt x="267028" y="85826"/>
                </a:lnTo>
                <a:lnTo>
                  <a:pt x="267189" y="86725"/>
                </a:lnTo>
                <a:lnTo>
                  <a:pt x="267304" y="87658"/>
                </a:lnTo>
                <a:lnTo>
                  <a:pt x="267373" y="88624"/>
                </a:lnTo>
                <a:lnTo>
                  <a:pt x="267396" y="89624"/>
                </a:lnTo>
                <a:lnTo>
                  <a:pt x="267364" y="90720"/>
                </a:lnTo>
                <a:lnTo>
                  <a:pt x="267268" y="91803"/>
                </a:lnTo>
                <a:lnTo>
                  <a:pt x="267109" y="92873"/>
                </a:lnTo>
                <a:lnTo>
                  <a:pt x="266886" y="93931"/>
                </a:lnTo>
                <a:lnTo>
                  <a:pt x="266599" y="94975"/>
                </a:lnTo>
                <a:lnTo>
                  <a:pt x="266248" y="96006"/>
                </a:lnTo>
                <a:lnTo>
                  <a:pt x="265834" y="97024"/>
                </a:lnTo>
                <a:lnTo>
                  <a:pt x="265356" y="98030"/>
                </a:lnTo>
                <a:lnTo>
                  <a:pt x="264814" y="99022"/>
                </a:lnTo>
                <a:lnTo>
                  <a:pt x="264208" y="100002"/>
                </a:lnTo>
                <a:lnTo>
                  <a:pt x="263539" y="100968"/>
                </a:lnTo>
                <a:lnTo>
                  <a:pt x="262806" y="101922"/>
                </a:lnTo>
                <a:lnTo>
                  <a:pt x="262003" y="102852"/>
                </a:lnTo>
                <a:lnTo>
                  <a:pt x="261127" y="103749"/>
                </a:lnTo>
                <a:lnTo>
                  <a:pt x="260176" y="104612"/>
                </a:lnTo>
                <a:lnTo>
                  <a:pt x="259150" y="105442"/>
                </a:lnTo>
                <a:lnTo>
                  <a:pt x="258050" y="106239"/>
                </a:lnTo>
                <a:lnTo>
                  <a:pt x="256876" y="107002"/>
                </a:lnTo>
                <a:lnTo>
                  <a:pt x="255627" y="107731"/>
                </a:lnTo>
                <a:lnTo>
                  <a:pt x="254303" y="108428"/>
                </a:lnTo>
                <a:lnTo>
                  <a:pt x="252905" y="109090"/>
                </a:lnTo>
                <a:lnTo>
                  <a:pt x="251433" y="109720"/>
                </a:lnTo>
                <a:lnTo>
                  <a:pt x="249886" y="110316"/>
                </a:lnTo>
                <a:lnTo>
                  <a:pt x="248265" y="11087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83" name="Original vector context 82">
            <a:extLst xmlns:a="http://schemas.openxmlformats.org/drawingml/2006/main">
              <a:ext uri="{FF2B5EF4-FFF2-40B4-BE49-F238E27FC236}">
                <a16:creationId xmlns:a16="http://schemas.microsoft.com/office/drawing/2014/main" id="{6B97DD22-69AD-4073-9EAB-B9F1E218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815" y="11440165"/>
            <a:ext cx="230444" cy="114980"/>
          </a:xfrm>
          <a:custGeom xmlns:a="http://schemas.openxmlformats.org/drawingml/2006/main">
            <a:pathLst>
              <a:path w="230444" h="114980">
                <a:moveTo>
                  <a:pt x="28247" y="114980"/>
                </a:moveTo>
                <a:lnTo>
                  <a:pt x="0" y="114980"/>
                </a:lnTo>
                <a:lnTo>
                  <a:pt x="0" y="0"/>
                </a:lnTo>
                <a:lnTo>
                  <a:pt x="28247" y="0"/>
                </a:lnTo>
                <a:lnTo>
                  <a:pt x="28247" y="5063"/>
                </a:lnTo>
                <a:lnTo>
                  <a:pt x="9629" y="5063"/>
                </a:lnTo>
                <a:lnTo>
                  <a:pt x="9629" y="110045"/>
                </a:lnTo>
                <a:lnTo>
                  <a:pt x="28247" y="110045"/>
                </a:lnTo>
                <a:lnTo>
                  <a:pt x="28247" y="114980"/>
                </a:lnTo>
                <a:close/>
                <a:moveTo>
                  <a:pt x="37791" y="46018"/>
                </a:moveTo>
                <a:lnTo>
                  <a:pt x="37822" y="43568"/>
                </a:lnTo>
                <a:lnTo>
                  <a:pt x="37916" y="41176"/>
                </a:lnTo>
                <a:lnTo>
                  <a:pt x="38072" y="38841"/>
                </a:lnTo>
                <a:lnTo>
                  <a:pt x="38290" y="36564"/>
                </a:lnTo>
                <a:lnTo>
                  <a:pt x="38571" y="34344"/>
                </a:lnTo>
                <a:lnTo>
                  <a:pt x="38914" y="32182"/>
                </a:lnTo>
                <a:lnTo>
                  <a:pt x="39320" y="30077"/>
                </a:lnTo>
                <a:lnTo>
                  <a:pt x="39788" y="28029"/>
                </a:lnTo>
                <a:lnTo>
                  <a:pt x="40318" y="26039"/>
                </a:lnTo>
                <a:lnTo>
                  <a:pt x="40911" y="24106"/>
                </a:lnTo>
                <a:lnTo>
                  <a:pt x="41567" y="22231"/>
                </a:lnTo>
                <a:lnTo>
                  <a:pt x="42284" y="20413"/>
                </a:lnTo>
                <a:lnTo>
                  <a:pt x="43054" y="18662"/>
                </a:lnTo>
                <a:lnTo>
                  <a:pt x="43864" y="16987"/>
                </a:lnTo>
                <a:lnTo>
                  <a:pt x="44716" y="15388"/>
                </a:lnTo>
                <a:lnTo>
                  <a:pt x="45608" y="13865"/>
                </a:lnTo>
                <a:lnTo>
                  <a:pt x="46542" y="12418"/>
                </a:lnTo>
                <a:lnTo>
                  <a:pt x="47516" y="11048"/>
                </a:lnTo>
                <a:lnTo>
                  <a:pt x="48532" y="9753"/>
                </a:lnTo>
                <a:lnTo>
                  <a:pt x="49589" y="8535"/>
                </a:lnTo>
                <a:lnTo>
                  <a:pt x="50686" y="7393"/>
                </a:lnTo>
                <a:lnTo>
                  <a:pt x="51825" y="6326"/>
                </a:lnTo>
                <a:lnTo>
                  <a:pt x="53004" y="5336"/>
                </a:lnTo>
                <a:lnTo>
                  <a:pt x="54225" y="4422"/>
                </a:lnTo>
                <a:lnTo>
                  <a:pt x="55191" y="3757"/>
                </a:lnTo>
                <a:lnTo>
                  <a:pt x="56162" y="3149"/>
                </a:lnTo>
                <a:lnTo>
                  <a:pt x="57138" y="2600"/>
                </a:lnTo>
                <a:lnTo>
                  <a:pt x="58120" y="2108"/>
                </a:lnTo>
                <a:lnTo>
                  <a:pt x="59107" y="1674"/>
                </a:lnTo>
                <a:lnTo>
                  <a:pt x="60099" y="1298"/>
                </a:lnTo>
                <a:lnTo>
                  <a:pt x="61097" y="980"/>
                </a:lnTo>
                <a:lnTo>
                  <a:pt x="62100" y="719"/>
                </a:lnTo>
                <a:lnTo>
                  <a:pt x="63108" y="517"/>
                </a:lnTo>
                <a:lnTo>
                  <a:pt x="64122" y="372"/>
                </a:lnTo>
                <a:lnTo>
                  <a:pt x="65141" y="285"/>
                </a:lnTo>
                <a:lnTo>
                  <a:pt x="66166" y="256"/>
                </a:lnTo>
                <a:lnTo>
                  <a:pt x="67820" y="327"/>
                </a:lnTo>
                <a:lnTo>
                  <a:pt x="69447" y="539"/>
                </a:lnTo>
                <a:lnTo>
                  <a:pt x="71045" y="893"/>
                </a:lnTo>
                <a:lnTo>
                  <a:pt x="72614" y="1389"/>
                </a:lnTo>
                <a:lnTo>
                  <a:pt x="74155" y="2026"/>
                </a:lnTo>
                <a:lnTo>
                  <a:pt x="75667" y="2804"/>
                </a:lnTo>
                <a:lnTo>
                  <a:pt x="77150" y="3724"/>
                </a:lnTo>
                <a:lnTo>
                  <a:pt x="78605" y="4785"/>
                </a:lnTo>
                <a:lnTo>
                  <a:pt x="80032" y="5989"/>
                </a:lnTo>
                <a:lnTo>
                  <a:pt x="81430" y="7333"/>
                </a:lnTo>
                <a:lnTo>
                  <a:pt x="82800" y="8819"/>
                </a:lnTo>
                <a:lnTo>
                  <a:pt x="84141" y="10447"/>
                </a:lnTo>
                <a:lnTo>
                  <a:pt x="85730" y="12614"/>
                </a:lnTo>
                <a:lnTo>
                  <a:pt x="87181" y="14905"/>
                </a:lnTo>
                <a:lnTo>
                  <a:pt x="88494" y="17321"/>
                </a:lnTo>
                <a:lnTo>
                  <a:pt x="89669" y="19861"/>
                </a:lnTo>
                <a:lnTo>
                  <a:pt x="90705" y="22526"/>
                </a:lnTo>
                <a:lnTo>
                  <a:pt x="91604" y="25316"/>
                </a:lnTo>
                <a:lnTo>
                  <a:pt x="92364" y="28231"/>
                </a:lnTo>
                <a:lnTo>
                  <a:pt x="92986" y="31270"/>
                </a:lnTo>
                <a:lnTo>
                  <a:pt x="93469" y="34433"/>
                </a:lnTo>
                <a:lnTo>
                  <a:pt x="93815" y="37721"/>
                </a:lnTo>
                <a:lnTo>
                  <a:pt x="94022" y="41134"/>
                </a:lnTo>
                <a:lnTo>
                  <a:pt x="94091" y="44672"/>
                </a:lnTo>
                <a:lnTo>
                  <a:pt x="94061" y="47161"/>
                </a:lnTo>
                <a:lnTo>
                  <a:pt x="93970" y="49587"/>
                </a:lnTo>
                <a:lnTo>
                  <a:pt x="93818" y="51950"/>
                </a:lnTo>
                <a:lnTo>
                  <a:pt x="93606" y="54250"/>
                </a:lnTo>
                <a:lnTo>
                  <a:pt x="93333" y="56486"/>
                </a:lnTo>
                <a:lnTo>
                  <a:pt x="93000" y="58660"/>
                </a:lnTo>
                <a:lnTo>
                  <a:pt x="92606" y="60770"/>
                </a:lnTo>
                <a:lnTo>
                  <a:pt x="92151" y="62817"/>
                </a:lnTo>
                <a:lnTo>
                  <a:pt x="91636" y="64801"/>
                </a:lnTo>
                <a:lnTo>
                  <a:pt x="91060" y="66721"/>
                </a:lnTo>
                <a:lnTo>
                  <a:pt x="90423" y="68578"/>
                </a:lnTo>
                <a:lnTo>
                  <a:pt x="89726" y="70372"/>
                </a:lnTo>
                <a:lnTo>
                  <a:pt x="88981" y="72095"/>
                </a:lnTo>
                <a:lnTo>
                  <a:pt x="88204" y="73736"/>
                </a:lnTo>
                <a:lnTo>
                  <a:pt x="87393" y="75298"/>
                </a:lnTo>
                <a:lnTo>
                  <a:pt x="86548" y="76778"/>
                </a:lnTo>
                <a:lnTo>
                  <a:pt x="85670" y="78178"/>
                </a:lnTo>
                <a:lnTo>
                  <a:pt x="84759" y="79497"/>
                </a:lnTo>
                <a:lnTo>
                  <a:pt x="83814" y="80736"/>
                </a:lnTo>
                <a:lnTo>
                  <a:pt x="82835" y="81895"/>
                </a:lnTo>
                <a:lnTo>
                  <a:pt x="81824" y="82972"/>
                </a:lnTo>
                <a:lnTo>
                  <a:pt x="80778" y="83970"/>
                </a:lnTo>
                <a:lnTo>
                  <a:pt x="79700" y="84886"/>
                </a:lnTo>
                <a:lnTo>
                  <a:pt x="78588" y="85722"/>
                </a:lnTo>
                <a:lnTo>
                  <a:pt x="77462" y="86485"/>
                </a:lnTo>
                <a:lnTo>
                  <a:pt x="76343" y="87181"/>
                </a:lnTo>
                <a:lnTo>
                  <a:pt x="75231" y="87811"/>
                </a:lnTo>
                <a:lnTo>
                  <a:pt x="74126" y="88375"/>
                </a:lnTo>
                <a:lnTo>
                  <a:pt x="73027" y="88872"/>
                </a:lnTo>
                <a:lnTo>
                  <a:pt x="71935" y="89303"/>
                </a:lnTo>
                <a:lnTo>
                  <a:pt x="70850" y="89668"/>
                </a:lnTo>
                <a:lnTo>
                  <a:pt x="69771" y="89967"/>
                </a:lnTo>
                <a:lnTo>
                  <a:pt x="68699" y="90199"/>
                </a:lnTo>
                <a:lnTo>
                  <a:pt x="67634" y="90365"/>
                </a:lnTo>
                <a:lnTo>
                  <a:pt x="66576" y="90464"/>
                </a:lnTo>
                <a:lnTo>
                  <a:pt x="65524" y="90497"/>
                </a:lnTo>
                <a:lnTo>
                  <a:pt x="63477" y="90395"/>
                </a:lnTo>
                <a:lnTo>
                  <a:pt x="61488" y="90090"/>
                </a:lnTo>
                <a:lnTo>
                  <a:pt x="59557" y="89580"/>
                </a:lnTo>
                <a:lnTo>
                  <a:pt x="57685" y="88866"/>
                </a:lnTo>
                <a:lnTo>
                  <a:pt x="55870" y="87949"/>
                </a:lnTo>
                <a:lnTo>
                  <a:pt x="54113" y="86828"/>
                </a:lnTo>
                <a:lnTo>
                  <a:pt x="52414" y="85503"/>
                </a:lnTo>
                <a:lnTo>
                  <a:pt x="50773" y="83974"/>
                </a:lnTo>
                <a:lnTo>
                  <a:pt x="49190" y="82241"/>
                </a:lnTo>
                <a:lnTo>
                  <a:pt x="47665" y="80305"/>
                </a:lnTo>
                <a:lnTo>
                  <a:pt x="46197" y="78164"/>
                </a:lnTo>
                <a:lnTo>
                  <a:pt x="44788" y="75820"/>
                </a:lnTo>
                <a:lnTo>
                  <a:pt x="43670" y="73723"/>
                </a:lnTo>
                <a:lnTo>
                  <a:pt x="42650" y="71556"/>
                </a:lnTo>
                <a:lnTo>
                  <a:pt x="41727" y="69319"/>
                </a:lnTo>
                <a:lnTo>
                  <a:pt x="40901" y="67011"/>
                </a:lnTo>
                <a:lnTo>
                  <a:pt x="40172" y="64633"/>
                </a:lnTo>
                <a:lnTo>
                  <a:pt x="39540" y="62185"/>
                </a:lnTo>
                <a:lnTo>
                  <a:pt x="39006" y="59666"/>
                </a:lnTo>
                <a:lnTo>
                  <a:pt x="38568" y="57077"/>
                </a:lnTo>
                <a:lnTo>
                  <a:pt x="38228" y="54418"/>
                </a:lnTo>
                <a:lnTo>
                  <a:pt x="37985" y="51688"/>
                </a:lnTo>
                <a:lnTo>
                  <a:pt x="37839" y="48888"/>
                </a:lnTo>
                <a:lnTo>
                  <a:pt x="37791" y="46018"/>
                </a:lnTo>
                <a:moveTo>
                  <a:pt x="50373" y="47654"/>
                </a:moveTo>
                <a:lnTo>
                  <a:pt x="50404" y="50601"/>
                </a:lnTo>
                <a:lnTo>
                  <a:pt x="50496" y="53457"/>
                </a:lnTo>
                <a:lnTo>
                  <a:pt x="50650" y="56221"/>
                </a:lnTo>
                <a:lnTo>
                  <a:pt x="50865" y="58893"/>
                </a:lnTo>
                <a:lnTo>
                  <a:pt x="51142" y="61473"/>
                </a:lnTo>
                <a:lnTo>
                  <a:pt x="51481" y="63962"/>
                </a:lnTo>
                <a:lnTo>
                  <a:pt x="51881" y="66359"/>
                </a:lnTo>
                <a:lnTo>
                  <a:pt x="52342" y="68664"/>
                </a:lnTo>
                <a:lnTo>
                  <a:pt x="52865" y="70877"/>
                </a:lnTo>
                <a:lnTo>
                  <a:pt x="53449" y="72998"/>
                </a:lnTo>
                <a:lnTo>
                  <a:pt x="54095" y="75028"/>
                </a:lnTo>
                <a:lnTo>
                  <a:pt x="54803" y="76966"/>
                </a:lnTo>
                <a:lnTo>
                  <a:pt x="55438" y="78492"/>
                </a:lnTo>
                <a:lnTo>
                  <a:pt x="56122" y="79886"/>
                </a:lnTo>
                <a:lnTo>
                  <a:pt x="56857" y="81147"/>
                </a:lnTo>
                <a:lnTo>
                  <a:pt x="57642" y="82276"/>
                </a:lnTo>
                <a:lnTo>
                  <a:pt x="58476" y="83271"/>
                </a:lnTo>
                <a:lnTo>
                  <a:pt x="59361" y="84134"/>
                </a:lnTo>
                <a:lnTo>
                  <a:pt x="60295" y="84864"/>
                </a:lnTo>
                <a:lnTo>
                  <a:pt x="61280" y="85462"/>
                </a:lnTo>
                <a:lnTo>
                  <a:pt x="62314" y="85926"/>
                </a:lnTo>
                <a:lnTo>
                  <a:pt x="63398" y="86258"/>
                </a:lnTo>
                <a:lnTo>
                  <a:pt x="64532" y="86457"/>
                </a:lnTo>
                <a:lnTo>
                  <a:pt x="65716" y="86524"/>
                </a:lnTo>
                <a:lnTo>
                  <a:pt x="66296" y="86502"/>
                </a:lnTo>
                <a:lnTo>
                  <a:pt x="66879" y="86437"/>
                </a:lnTo>
                <a:lnTo>
                  <a:pt x="67466" y="86329"/>
                </a:lnTo>
                <a:lnTo>
                  <a:pt x="68056" y="86178"/>
                </a:lnTo>
                <a:lnTo>
                  <a:pt x="68650" y="85984"/>
                </a:lnTo>
                <a:lnTo>
                  <a:pt x="69247" y="85746"/>
                </a:lnTo>
                <a:lnTo>
                  <a:pt x="69848" y="85465"/>
                </a:lnTo>
                <a:lnTo>
                  <a:pt x="70453" y="85141"/>
                </a:lnTo>
                <a:lnTo>
                  <a:pt x="71061" y="84774"/>
                </a:lnTo>
                <a:lnTo>
                  <a:pt x="71672" y="84364"/>
                </a:lnTo>
                <a:lnTo>
                  <a:pt x="72287" y="83910"/>
                </a:lnTo>
                <a:lnTo>
                  <a:pt x="72906" y="83413"/>
                </a:lnTo>
                <a:lnTo>
                  <a:pt x="73514" y="82866"/>
                </a:lnTo>
                <a:lnTo>
                  <a:pt x="74097" y="82260"/>
                </a:lnTo>
                <a:lnTo>
                  <a:pt x="74656" y="81595"/>
                </a:lnTo>
                <a:lnTo>
                  <a:pt x="75189" y="80873"/>
                </a:lnTo>
                <a:lnTo>
                  <a:pt x="75697" y="80092"/>
                </a:lnTo>
                <a:lnTo>
                  <a:pt x="76180" y="79252"/>
                </a:lnTo>
                <a:lnTo>
                  <a:pt x="76639" y="78354"/>
                </a:lnTo>
                <a:lnTo>
                  <a:pt x="77072" y="77398"/>
                </a:lnTo>
                <a:lnTo>
                  <a:pt x="77480" y="76384"/>
                </a:lnTo>
                <a:lnTo>
                  <a:pt x="77864" y="75311"/>
                </a:lnTo>
                <a:lnTo>
                  <a:pt x="78222" y="74180"/>
                </a:lnTo>
                <a:lnTo>
                  <a:pt x="78556" y="72990"/>
                </a:lnTo>
                <a:lnTo>
                  <a:pt x="79027" y="71088"/>
                </a:lnTo>
                <a:lnTo>
                  <a:pt x="79458" y="69061"/>
                </a:lnTo>
                <a:lnTo>
                  <a:pt x="79848" y="66908"/>
                </a:lnTo>
                <a:lnTo>
                  <a:pt x="80196" y="64630"/>
                </a:lnTo>
                <a:lnTo>
                  <a:pt x="80504" y="62226"/>
                </a:lnTo>
                <a:lnTo>
                  <a:pt x="80770" y="59696"/>
                </a:lnTo>
                <a:lnTo>
                  <a:pt x="80996" y="57041"/>
                </a:lnTo>
                <a:lnTo>
                  <a:pt x="81180" y="54260"/>
                </a:lnTo>
                <a:lnTo>
                  <a:pt x="81324" y="51354"/>
                </a:lnTo>
                <a:lnTo>
                  <a:pt x="81427" y="48322"/>
                </a:lnTo>
                <a:lnTo>
                  <a:pt x="81488" y="45165"/>
                </a:lnTo>
                <a:lnTo>
                  <a:pt x="81509" y="41882"/>
                </a:lnTo>
                <a:lnTo>
                  <a:pt x="81487" y="39436"/>
                </a:lnTo>
                <a:lnTo>
                  <a:pt x="81423" y="37059"/>
                </a:lnTo>
                <a:lnTo>
                  <a:pt x="81316" y="34750"/>
                </a:lnTo>
                <a:lnTo>
                  <a:pt x="81166" y="32510"/>
                </a:lnTo>
                <a:lnTo>
                  <a:pt x="80974" y="30338"/>
                </a:lnTo>
                <a:lnTo>
                  <a:pt x="80738" y="28235"/>
                </a:lnTo>
                <a:lnTo>
                  <a:pt x="80460" y="26201"/>
                </a:lnTo>
                <a:lnTo>
                  <a:pt x="80139" y="24235"/>
                </a:lnTo>
                <a:lnTo>
                  <a:pt x="79775" y="22338"/>
                </a:lnTo>
                <a:lnTo>
                  <a:pt x="79369" y="20510"/>
                </a:lnTo>
                <a:lnTo>
                  <a:pt x="78919" y="18750"/>
                </a:lnTo>
                <a:lnTo>
                  <a:pt x="78427" y="17058"/>
                </a:lnTo>
                <a:lnTo>
                  <a:pt x="78033" y="15859"/>
                </a:lnTo>
                <a:lnTo>
                  <a:pt x="77619" y="14719"/>
                </a:lnTo>
                <a:lnTo>
                  <a:pt x="77187" y="13639"/>
                </a:lnTo>
                <a:lnTo>
                  <a:pt x="76737" y="12618"/>
                </a:lnTo>
                <a:lnTo>
                  <a:pt x="76267" y="11657"/>
                </a:lnTo>
                <a:lnTo>
                  <a:pt x="75779" y="10756"/>
                </a:lnTo>
                <a:lnTo>
                  <a:pt x="75272" y="9915"/>
                </a:lnTo>
                <a:lnTo>
                  <a:pt x="74747" y="9133"/>
                </a:lnTo>
                <a:lnTo>
                  <a:pt x="74202" y="8411"/>
                </a:lnTo>
                <a:lnTo>
                  <a:pt x="73639" y="7749"/>
                </a:lnTo>
                <a:lnTo>
                  <a:pt x="73057" y="7146"/>
                </a:lnTo>
                <a:lnTo>
                  <a:pt x="72457" y="6603"/>
                </a:lnTo>
                <a:lnTo>
                  <a:pt x="72011" y="6265"/>
                </a:lnTo>
                <a:lnTo>
                  <a:pt x="71549" y="5957"/>
                </a:lnTo>
                <a:lnTo>
                  <a:pt x="71073" y="5677"/>
                </a:lnTo>
                <a:lnTo>
                  <a:pt x="70581" y="5427"/>
                </a:lnTo>
                <a:lnTo>
                  <a:pt x="70074" y="5207"/>
                </a:lnTo>
                <a:lnTo>
                  <a:pt x="69552" y="5016"/>
                </a:lnTo>
                <a:lnTo>
                  <a:pt x="69015" y="4854"/>
                </a:lnTo>
                <a:lnTo>
                  <a:pt x="68462" y="4722"/>
                </a:lnTo>
                <a:lnTo>
                  <a:pt x="67895" y="4619"/>
                </a:lnTo>
                <a:lnTo>
                  <a:pt x="67312" y="4545"/>
                </a:lnTo>
                <a:lnTo>
                  <a:pt x="66714" y="4501"/>
                </a:lnTo>
                <a:lnTo>
                  <a:pt x="66101" y="4486"/>
                </a:lnTo>
                <a:lnTo>
                  <a:pt x="65381" y="4514"/>
                </a:lnTo>
                <a:lnTo>
                  <a:pt x="64673" y="4595"/>
                </a:lnTo>
                <a:lnTo>
                  <a:pt x="63979" y="4731"/>
                </a:lnTo>
                <a:lnTo>
                  <a:pt x="63298" y="4921"/>
                </a:lnTo>
                <a:lnTo>
                  <a:pt x="62631" y="5166"/>
                </a:lnTo>
                <a:lnTo>
                  <a:pt x="61977" y="5465"/>
                </a:lnTo>
                <a:lnTo>
                  <a:pt x="61336" y="5818"/>
                </a:lnTo>
                <a:lnTo>
                  <a:pt x="60709" y="6226"/>
                </a:lnTo>
                <a:lnTo>
                  <a:pt x="60095" y="6688"/>
                </a:lnTo>
                <a:lnTo>
                  <a:pt x="59495" y="7204"/>
                </a:lnTo>
                <a:lnTo>
                  <a:pt x="58907" y="7775"/>
                </a:lnTo>
                <a:lnTo>
                  <a:pt x="58334" y="8400"/>
                </a:lnTo>
                <a:lnTo>
                  <a:pt x="57584" y="9330"/>
                </a:lnTo>
                <a:lnTo>
                  <a:pt x="56875" y="10344"/>
                </a:lnTo>
                <a:lnTo>
                  <a:pt x="56207" y="11443"/>
                </a:lnTo>
                <a:lnTo>
                  <a:pt x="55580" y="12626"/>
                </a:lnTo>
                <a:lnTo>
                  <a:pt x="54995" y="13894"/>
                </a:lnTo>
                <a:lnTo>
                  <a:pt x="54450" y="15247"/>
                </a:lnTo>
                <a:lnTo>
                  <a:pt x="53946" y="16685"/>
                </a:lnTo>
                <a:lnTo>
                  <a:pt x="53483" y="18207"/>
                </a:lnTo>
                <a:lnTo>
                  <a:pt x="53061" y="19814"/>
                </a:lnTo>
                <a:lnTo>
                  <a:pt x="52681" y="21505"/>
                </a:lnTo>
                <a:lnTo>
                  <a:pt x="52341" y="23281"/>
                </a:lnTo>
                <a:lnTo>
                  <a:pt x="52042" y="25142"/>
                </a:lnTo>
                <a:lnTo>
                  <a:pt x="51776" y="27042"/>
                </a:lnTo>
                <a:lnTo>
                  <a:pt x="51532" y="28938"/>
                </a:lnTo>
                <a:lnTo>
                  <a:pt x="51312" y="30830"/>
                </a:lnTo>
                <a:lnTo>
                  <a:pt x="51115" y="32717"/>
                </a:lnTo>
                <a:lnTo>
                  <a:pt x="50941" y="34600"/>
                </a:lnTo>
                <a:lnTo>
                  <a:pt x="50791" y="36478"/>
                </a:lnTo>
                <a:lnTo>
                  <a:pt x="50663" y="38352"/>
                </a:lnTo>
                <a:lnTo>
                  <a:pt x="50559" y="40221"/>
                </a:lnTo>
                <a:lnTo>
                  <a:pt x="50478" y="42086"/>
                </a:lnTo>
                <a:lnTo>
                  <a:pt x="50420" y="43947"/>
                </a:lnTo>
                <a:lnTo>
                  <a:pt x="50385" y="45803"/>
                </a:lnTo>
                <a:lnTo>
                  <a:pt x="50373" y="47654"/>
                </a:lnTo>
                <a:close/>
                <a:moveTo>
                  <a:pt x="105839" y="110878"/>
                </a:moveTo>
                <a:lnTo>
                  <a:pt x="105839" y="108058"/>
                </a:lnTo>
                <a:lnTo>
                  <a:pt x="106921" y="107677"/>
                </a:lnTo>
                <a:lnTo>
                  <a:pt x="107961" y="107262"/>
                </a:lnTo>
                <a:lnTo>
                  <a:pt x="108959" y="106814"/>
                </a:lnTo>
                <a:lnTo>
                  <a:pt x="109916" y="106332"/>
                </a:lnTo>
                <a:lnTo>
                  <a:pt x="110831" y="105817"/>
                </a:lnTo>
                <a:lnTo>
                  <a:pt x="111705" y="105268"/>
                </a:lnTo>
                <a:lnTo>
                  <a:pt x="112538" y="104685"/>
                </a:lnTo>
                <a:lnTo>
                  <a:pt x="113329" y="104069"/>
                </a:lnTo>
                <a:lnTo>
                  <a:pt x="114079" y="103420"/>
                </a:lnTo>
                <a:lnTo>
                  <a:pt x="114787" y="102737"/>
                </a:lnTo>
                <a:lnTo>
                  <a:pt x="115454" y="102021"/>
                </a:lnTo>
                <a:lnTo>
                  <a:pt x="116079" y="101271"/>
                </a:lnTo>
                <a:lnTo>
                  <a:pt x="116658" y="100500"/>
                </a:lnTo>
                <a:lnTo>
                  <a:pt x="117187" y="99722"/>
                </a:lnTo>
                <a:lnTo>
                  <a:pt x="117666" y="98937"/>
                </a:lnTo>
                <a:lnTo>
                  <a:pt x="118094" y="98144"/>
                </a:lnTo>
                <a:lnTo>
                  <a:pt x="118472" y="97343"/>
                </a:lnTo>
                <a:lnTo>
                  <a:pt x="118799" y="96535"/>
                </a:lnTo>
                <a:lnTo>
                  <a:pt x="119076" y="95719"/>
                </a:lnTo>
                <a:lnTo>
                  <a:pt x="119303" y="94895"/>
                </a:lnTo>
                <a:lnTo>
                  <a:pt x="119479" y="94064"/>
                </a:lnTo>
                <a:lnTo>
                  <a:pt x="119605" y="93225"/>
                </a:lnTo>
                <a:lnTo>
                  <a:pt x="119681" y="92379"/>
                </a:lnTo>
                <a:lnTo>
                  <a:pt x="119706" y="91525"/>
                </a:lnTo>
                <a:lnTo>
                  <a:pt x="119702" y="91324"/>
                </a:lnTo>
                <a:lnTo>
                  <a:pt x="119690" y="91129"/>
                </a:lnTo>
                <a:lnTo>
                  <a:pt x="119670" y="90939"/>
                </a:lnTo>
                <a:lnTo>
                  <a:pt x="119642" y="90754"/>
                </a:lnTo>
                <a:lnTo>
                  <a:pt x="119606" y="90575"/>
                </a:lnTo>
                <a:lnTo>
                  <a:pt x="119561" y="90402"/>
                </a:lnTo>
                <a:lnTo>
                  <a:pt x="119509" y="90233"/>
                </a:lnTo>
                <a:lnTo>
                  <a:pt x="119449" y="90070"/>
                </a:lnTo>
                <a:lnTo>
                  <a:pt x="119381" y="89912"/>
                </a:lnTo>
                <a:lnTo>
                  <a:pt x="119305" y="89760"/>
                </a:lnTo>
                <a:lnTo>
                  <a:pt x="119220" y="89613"/>
                </a:lnTo>
                <a:lnTo>
                  <a:pt x="119128" y="89472"/>
                </a:lnTo>
                <a:lnTo>
                  <a:pt x="119053" y="89380"/>
                </a:lnTo>
                <a:lnTo>
                  <a:pt x="118978" y="89295"/>
                </a:lnTo>
                <a:lnTo>
                  <a:pt x="118903" y="89219"/>
                </a:lnTo>
                <a:lnTo>
                  <a:pt x="118829" y="89151"/>
                </a:lnTo>
                <a:lnTo>
                  <a:pt x="118754" y="89091"/>
                </a:lnTo>
                <a:lnTo>
                  <a:pt x="118679" y="89039"/>
                </a:lnTo>
                <a:lnTo>
                  <a:pt x="118604" y="88995"/>
                </a:lnTo>
                <a:lnTo>
                  <a:pt x="118529" y="88959"/>
                </a:lnTo>
                <a:lnTo>
                  <a:pt x="118454" y="88931"/>
                </a:lnTo>
                <a:lnTo>
                  <a:pt x="118379" y="88911"/>
                </a:lnTo>
                <a:lnTo>
                  <a:pt x="118304" y="88899"/>
                </a:lnTo>
                <a:lnTo>
                  <a:pt x="118229" y="88895"/>
                </a:lnTo>
                <a:lnTo>
                  <a:pt x="118100" y="88904"/>
                </a:lnTo>
                <a:lnTo>
                  <a:pt x="117948" y="88931"/>
                </a:lnTo>
                <a:lnTo>
                  <a:pt x="117772" y="88975"/>
                </a:lnTo>
                <a:lnTo>
                  <a:pt x="117573" y="89037"/>
                </a:lnTo>
                <a:lnTo>
                  <a:pt x="117351" y="89117"/>
                </a:lnTo>
                <a:lnTo>
                  <a:pt x="117106" y="89215"/>
                </a:lnTo>
                <a:lnTo>
                  <a:pt x="116838" y="89331"/>
                </a:lnTo>
                <a:lnTo>
                  <a:pt x="116546" y="89465"/>
                </a:lnTo>
                <a:lnTo>
                  <a:pt x="116231" y="89616"/>
                </a:lnTo>
                <a:lnTo>
                  <a:pt x="115893" y="89785"/>
                </a:lnTo>
                <a:lnTo>
                  <a:pt x="115532" y="89972"/>
                </a:lnTo>
                <a:lnTo>
                  <a:pt x="115148" y="90177"/>
                </a:lnTo>
                <a:lnTo>
                  <a:pt x="114954" y="90269"/>
                </a:lnTo>
                <a:lnTo>
                  <a:pt x="114759" y="90353"/>
                </a:lnTo>
                <a:lnTo>
                  <a:pt x="114562" y="90429"/>
                </a:lnTo>
                <a:lnTo>
                  <a:pt x="114363" y="90497"/>
                </a:lnTo>
                <a:lnTo>
                  <a:pt x="114163" y="90557"/>
                </a:lnTo>
                <a:lnTo>
                  <a:pt x="113960" y="90609"/>
                </a:lnTo>
                <a:lnTo>
                  <a:pt x="113756" y="90653"/>
                </a:lnTo>
                <a:lnTo>
                  <a:pt x="113550" y="90689"/>
                </a:lnTo>
                <a:lnTo>
                  <a:pt x="113342" y="90718"/>
                </a:lnTo>
                <a:lnTo>
                  <a:pt x="113133" y="90738"/>
                </a:lnTo>
                <a:lnTo>
                  <a:pt x="112922" y="90750"/>
                </a:lnTo>
                <a:lnTo>
                  <a:pt x="112708" y="90754"/>
                </a:lnTo>
                <a:lnTo>
                  <a:pt x="112193" y="90741"/>
                </a:lnTo>
                <a:lnTo>
                  <a:pt x="111696" y="90702"/>
                </a:lnTo>
                <a:lnTo>
                  <a:pt x="111216" y="90637"/>
                </a:lnTo>
                <a:lnTo>
                  <a:pt x="110754" y="90547"/>
                </a:lnTo>
                <a:lnTo>
                  <a:pt x="110310" y="90431"/>
                </a:lnTo>
                <a:lnTo>
                  <a:pt x="109884" y="90289"/>
                </a:lnTo>
                <a:lnTo>
                  <a:pt x="109475" y="90121"/>
                </a:lnTo>
                <a:lnTo>
                  <a:pt x="109085" y="89928"/>
                </a:lnTo>
                <a:lnTo>
                  <a:pt x="108712" y="89708"/>
                </a:lnTo>
                <a:lnTo>
                  <a:pt x="108357" y="89463"/>
                </a:lnTo>
                <a:lnTo>
                  <a:pt x="108020" y="89192"/>
                </a:lnTo>
                <a:lnTo>
                  <a:pt x="107701" y="88895"/>
                </a:lnTo>
                <a:lnTo>
                  <a:pt x="107404" y="88575"/>
                </a:lnTo>
                <a:lnTo>
                  <a:pt x="107132" y="88236"/>
                </a:lnTo>
                <a:lnTo>
                  <a:pt x="106887" y="87877"/>
                </a:lnTo>
                <a:lnTo>
                  <a:pt x="106667" y="87499"/>
                </a:lnTo>
                <a:lnTo>
                  <a:pt x="106473" y="87101"/>
                </a:lnTo>
                <a:lnTo>
                  <a:pt x="106305" y="86684"/>
                </a:lnTo>
                <a:lnTo>
                  <a:pt x="106163" y="86247"/>
                </a:lnTo>
                <a:lnTo>
                  <a:pt x="106046" y="85790"/>
                </a:lnTo>
                <a:lnTo>
                  <a:pt x="105956" y="85314"/>
                </a:lnTo>
                <a:lnTo>
                  <a:pt x="105891" y="84818"/>
                </a:lnTo>
                <a:lnTo>
                  <a:pt x="105852" y="84303"/>
                </a:lnTo>
                <a:lnTo>
                  <a:pt x="105839" y="83768"/>
                </a:lnTo>
                <a:lnTo>
                  <a:pt x="105856" y="83250"/>
                </a:lnTo>
                <a:lnTo>
                  <a:pt x="105906" y="82746"/>
                </a:lnTo>
                <a:lnTo>
                  <a:pt x="105990" y="82253"/>
                </a:lnTo>
                <a:lnTo>
                  <a:pt x="106107" y="81774"/>
                </a:lnTo>
                <a:lnTo>
                  <a:pt x="106257" y="81306"/>
                </a:lnTo>
                <a:lnTo>
                  <a:pt x="106441" y="80851"/>
                </a:lnTo>
                <a:lnTo>
                  <a:pt x="106659" y="80409"/>
                </a:lnTo>
                <a:lnTo>
                  <a:pt x="106909" y="79979"/>
                </a:lnTo>
                <a:lnTo>
                  <a:pt x="107194" y="79562"/>
                </a:lnTo>
                <a:lnTo>
                  <a:pt x="107511" y="79157"/>
                </a:lnTo>
                <a:lnTo>
                  <a:pt x="107862" y="78764"/>
                </a:lnTo>
                <a:lnTo>
                  <a:pt x="108247" y="78384"/>
                </a:lnTo>
                <a:lnTo>
                  <a:pt x="108655" y="78026"/>
                </a:lnTo>
                <a:lnTo>
                  <a:pt x="109079" y="77698"/>
                </a:lnTo>
                <a:lnTo>
                  <a:pt x="109517" y="77403"/>
                </a:lnTo>
                <a:lnTo>
                  <a:pt x="109969" y="77138"/>
                </a:lnTo>
                <a:lnTo>
                  <a:pt x="110437" y="76904"/>
                </a:lnTo>
                <a:lnTo>
                  <a:pt x="110919" y="76702"/>
                </a:lnTo>
                <a:lnTo>
                  <a:pt x="111416" y="76530"/>
                </a:lnTo>
                <a:lnTo>
                  <a:pt x="111927" y="76390"/>
                </a:lnTo>
                <a:lnTo>
                  <a:pt x="112454" y="76281"/>
                </a:lnTo>
                <a:lnTo>
                  <a:pt x="112995" y="76203"/>
                </a:lnTo>
                <a:lnTo>
                  <a:pt x="113550" y="76156"/>
                </a:lnTo>
                <a:lnTo>
                  <a:pt x="114121" y="76141"/>
                </a:lnTo>
                <a:lnTo>
                  <a:pt x="114820" y="76166"/>
                </a:lnTo>
                <a:lnTo>
                  <a:pt x="115507" y="76243"/>
                </a:lnTo>
                <a:lnTo>
                  <a:pt x="116181" y="76372"/>
                </a:lnTo>
                <a:lnTo>
                  <a:pt x="116842" y="76551"/>
                </a:lnTo>
                <a:lnTo>
                  <a:pt x="117490" y="76782"/>
                </a:lnTo>
                <a:lnTo>
                  <a:pt x="118125" y="77064"/>
                </a:lnTo>
                <a:lnTo>
                  <a:pt x="118747" y="77397"/>
                </a:lnTo>
                <a:lnTo>
                  <a:pt x="119356" y="77782"/>
                </a:lnTo>
                <a:lnTo>
                  <a:pt x="119953" y="78218"/>
                </a:lnTo>
                <a:lnTo>
                  <a:pt x="120536" y="78705"/>
                </a:lnTo>
                <a:lnTo>
                  <a:pt x="121106" y="79244"/>
                </a:lnTo>
                <a:lnTo>
                  <a:pt x="121664" y="79834"/>
                </a:lnTo>
                <a:lnTo>
                  <a:pt x="122192" y="80466"/>
                </a:lnTo>
                <a:lnTo>
                  <a:pt x="122674" y="81131"/>
                </a:lnTo>
                <a:lnTo>
                  <a:pt x="123110" y="81830"/>
                </a:lnTo>
                <a:lnTo>
                  <a:pt x="123501" y="82562"/>
                </a:lnTo>
                <a:lnTo>
                  <a:pt x="123845" y="83328"/>
                </a:lnTo>
                <a:lnTo>
                  <a:pt x="124143" y="84127"/>
                </a:lnTo>
                <a:lnTo>
                  <a:pt x="124396" y="84960"/>
                </a:lnTo>
                <a:lnTo>
                  <a:pt x="124603" y="85826"/>
                </a:lnTo>
                <a:lnTo>
                  <a:pt x="124763" y="86725"/>
                </a:lnTo>
                <a:lnTo>
                  <a:pt x="124878" y="87658"/>
                </a:lnTo>
                <a:lnTo>
                  <a:pt x="124947" y="88624"/>
                </a:lnTo>
                <a:lnTo>
                  <a:pt x="124970" y="89624"/>
                </a:lnTo>
                <a:lnTo>
                  <a:pt x="124938" y="90720"/>
                </a:lnTo>
                <a:lnTo>
                  <a:pt x="124843" y="91803"/>
                </a:lnTo>
                <a:lnTo>
                  <a:pt x="124683" y="92873"/>
                </a:lnTo>
                <a:lnTo>
                  <a:pt x="124460" y="93931"/>
                </a:lnTo>
                <a:lnTo>
                  <a:pt x="124173" y="94975"/>
                </a:lnTo>
                <a:lnTo>
                  <a:pt x="123823" y="96006"/>
                </a:lnTo>
                <a:lnTo>
                  <a:pt x="123408" y="97024"/>
                </a:lnTo>
                <a:lnTo>
                  <a:pt x="122930" y="98030"/>
                </a:lnTo>
                <a:lnTo>
                  <a:pt x="122388" y="99022"/>
                </a:lnTo>
                <a:lnTo>
                  <a:pt x="121782" y="100002"/>
                </a:lnTo>
                <a:lnTo>
                  <a:pt x="121113" y="100968"/>
                </a:lnTo>
                <a:lnTo>
                  <a:pt x="120380" y="101922"/>
                </a:lnTo>
                <a:lnTo>
                  <a:pt x="119578" y="102852"/>
                </a:lnTo>
                <a:lnTo>
                  <a:pt x="118701" y="103749"/>
                </a:lnTo>
                <a:lnTo>
                  <a:pt x="117750" y="104612"/>
                </a:lnTo>
                <a:lnTo>
                  <a:pt x="116724" y="105442"/>
                </a:lnTo>
                <a:lnTo>
                  <a:pt x="115624" y="106239"/>
                </a:lnTo>
                <a:lnTo>
                  <a:pt x="114450" y="107002"/>
                </a:lnTo>
                <a:lnTo>
                  <a:pt x="113201" y="107731"/>
                </a:lnTo>
                <a:lnTo>
                  <a:pt x="111877" y="108428"/>
                </a:lnTo>
                <a:lnTo>
                  <a:pt x="110480" y="109090"/>
                </a:lnTo>
                <a:lnTo>
                  <a:pt x="109007" y="109720"/>
                </a:lnTo>
                <a:lnTo>
                  <a:pt x="107461" y="110316"/>
                </a:lnTo>
                <a:lnTo>
                  <a:pt x="105839" y="110878"/>
                </a:lnTo>
                <a:close/>
                <a:moveTo>
                  <a:pt x="136397" y="46018"/>
                </a:moveTo>
                <a:lnTo>
                  <a:pt x="136428" y="43568"/>
                </a:lnTo>
                <a:lnTo>
                  <a:pt x="136522" y="41176"/>
                </a:lnTo>
                <a:lnTo>
                  <a:pt x="136678" y="38841"/>
                </a:lnTo>
                <a:lnTo>
                  <a:pt x="136896" y="36564"/>
                </a:lnTo>
                <a:lnTo>
                  <a:pt x="137177" y="34344"/>
                </a:lnTo>
                <a:lnTo>
                  <a:pt x="137520" y="32182"/>
                </a:lnTo>
                <a:lnTo>
                  <a:pt x="137926" y="30077"/>
                </a:lnTo>
                <a:lnTo>
                  <a:pt x="138394" y="28029"/>
                </a:lnTo>
                <a:lnTo>
                  <a:pt x="138924" y="26039"/>
                </a:lnTo>
                <a:lnTo>
                  <a:pt x="139517" y="24106"/>
                </a:lnTo>
                <a:lnTo>
                  <a:pt x="140173" y="22231"/>
                </a:lnTo>
                <a:lnTo>
                  <a:pt x="140891" y="20413"/>
                </a:lnTo>
                <a:lnTo>
                  <a:pt x="141660" y="18662"/>
                </a:lnTo>
                <a:lnTo>
                  <a:pt x="142470" y="16987"/>
                </a:lnTo>
                <a:lnTo>
                  <a:pt x="143322" y="15388"/>
                </a:lnTo>
                <a:lnTo>
                  <a:pt x="144214" y="13865"/>
                </a:lnTo>
                <a:lnTo>
                  <a:pt x="145148" y="12418"/>
                </a:lnTo>
                <a:lnTo>
                  <a:pt x="146123" y="11048"/>
                </a:lnTo>
                <a:lnTo>
                  <a:pt x="147138" y="9753"/>
                </a:lnTo>
                <a:lnTo>
                  <a:pt x="148195" y="8535"/>
                </a:lnTo>
                <a:lnTo>
                  <a:pt x="149292" y="7393"/>
                </a:lnTo>
                <a:lnTo>
                  <a:pt x="150431" y="6326"/>
                </a:lnTo>
                <a:lnTo>
                  <a:pt x="151610" y="5336"/>
                </a:lnTo>
                <a:lnTo>
                  <a:pt x="152831" y="4422"/>
                </a:lnTo>
                <a:lnTo>
                  <a:pt x="153797" y="3757"/>
                </a:lnTo>
                <a:lnTo>
                  <a:pt x="154768" y="3149"/>
                </a:lnTo>
                <a:lnTo>
                  <a:pt x="155744" y="2600"/>
                </a:lnTo>
                <a:lnTo>
                  <a:pt x="156726" y="2108"/>
                </a:lnTo>
                <a:lnTo>
                  <a:pt x="157713" y="1674"/>
                </a:lnTo>
                <a:lnTo>
                  <a:pt x="158705" y="1298"/>
                </a:lnTo>
                <a:lnTo>
                  <a:pt x="159703" y="980"/>
                </a:lnTo>
                <a:lnTo>
                  <a:pt x="160706" y="719"/>
                </a:lnTo>
                <a:lnTo>
                  <a:pt x="161714" y="517"/>
                </a:lnTo>
                <a:lnTo>
                  <a:pt x="162728" y="372"/>
                </a:lnTo>
                <a:lnTo>
                  <a:pt x="163747" y="285"/>
                </a:lnTo>
                <a:lnTo>
                  <a:pt x="164772" y="256"/>
                </a:lnTo>
                <a:lnTo>
                  <a:pt x="166426" y="327"/>
                </a:lnTo>
                <a:lnTo>
                  <a:pt x="168053" y="539"/>
                </a:lnTo>
                <a:lnTo>
                  <a:pt x="169651" y="893"/>
                </a:lnTo>
                <a:lnTo>
                  <a:pt x="171220" y="1389"/>
                </a:lnTo>
                <a:lnTo>
                  <a:pt x="172761" y="2026"/>
                </a:lnTo>
                <a:lnTo>
                  <a:pt x="174273" y="2804"/>
                </a:lnTo>
                <a:lnTo>
                  <a:pt x="175756" y="3724"/>
                </a:lnTo>
                <a:lnTo>
                  <a:pt x="177212" y="4785"/>
                </a:lnTo>
                <a:lnTo>
                  <a:pt x="178638" y="5989"/>
                </a:lnTo>
                <a:lnTo>
                  <a:pt x="180036" y="7333"/>
                </a:lnTo>
                <a:lnTo>
                  <a:pt x="181406" y="8819"/>
                </a:lnTo>
                <a:lnTo>
                  <a:pt x="182747" y="10447"/>
                </a:lnTo>
                <a:lnTo>
                  <a:pt x="184336" y="12614"/>
                </a:lnTo>
                <a:lnTo>
                  <a:pt x="185787" y="14905"/>
                </a:lnTo>
                <a:lnTo>
                  <a:pt x="187100" y="17321"/>
                </a:lnTo>
                <a:lnTo>
                  <a:pt x="188275" y="19861"/>
                </a:lnTo>
                <a:lnTo>
                  <a:pt x="189311" y="22526"/>
                </a:lnTo>
                <a:lnTo>
                  <a:pt x="190210" y="25316"/>
                </a:lnTo>
                <a:lnTo>
                  <a:pt x="190970" y="28231"/>
                </a:lnTo>
                <a:lnTo>
                  <a:pt x="191592" y="31270"/>
                </a:lnTo>
                <a:lnTo>
                  <a:pt x="192075" y="34433"/>
                </a:lnTo>
                <a:lnTo>
                  <a:pt x="192421" y="37721"/>
                </a:lnTo>
                <a:lnTo>
                  <a:pt x="192628" y="41134"/>
                </a:lnTo>
                <a:lnTo>
                  <a:pt x="192697" y="44672"/>
                </a:lnTo>
                <a:lnTo>
                  <a:pt x="192667" y="47161"/>
                </a:lnTo>
                <a:lnTo>
                  <a:pt x="192576" y="49587"/>
                </a:lnTo>
                <a:lnTo>
                  <a:pt x="192424" y="51950"/>
                </a:lnTo>
                <a:lnTo>
                  <a:pt x="192212" y="54250"/>
                </a:lnTo>
                <a:lnTo>
                  <a:pt x="191939" y="56486"/>
                </a:lnTo>
                <a:lnTo>
                  <a:pt x="191606" y="58660"/>
                </a:lnTo>
                <a:lnTo>
                  <a:pt x="191212" y="60770"/>
                </a:lnTo>
                <a:lnTo>
                  <a:pt x="190757" y="62817"/>
                </a:lnTo>
                <a:lnTo>
                  <a:pt x="190242" y="64801"/>
                </a:lnTo>
                <a:lnTo>
                  <a:pt x="189666" y="66721"/>
                </a:lnTo>
                <a:lnTo>
                  <a:pt x="189029" y="68578"/>
                </a:lnTo>
                <a:lnTo>
                  <a:pt x="188332" y="70372"/>
                </a:lnTo>
                <a:lnTo>
                  <a:pt x="187588" y="72095"/>
                </a:lnTo>
                <a:lnTo>
                  <a:pt x="186810" y="73736"/>
                </a:lnTo>
                <a:lnTo>
                  <a:pt x="185999" y="75298"/>
                </a:lnTo>
                <a:lnTo>
                  <a:pt x="185154" y="76778"/>
                </a:lnTo>
                <a:lnTo>
                  <a:pt x="184276" y="78178"/>
                </a:lnTo>
                <a:lnTo>
                  <a:pt x="183365" y="79497"/>
                </a:lnTo>
                <a:lnTo>
                  <a:pt x="182420" y="80736"/>
                </a:lnTo>
                <a:lnTo>
                  <a:pt x="181441" y="81895"/>
                </a:lnTo>
                <a:lnTo>
                  <a:pt x="180430" y="82972"/>
                </a:lnTo>
                <a:lnTo>
                  <a:pt x="179384" y="83970"/>
                </a:lnTo>
                <a:lnTo>
                  <a:pt x="178306" y="84886"/>
                </a:lnTo>
                <a:lnTo>
                  <a:pt x="177194" y="85722"/>
                </a:lnTo>
                <a:lnTo>
                  <a:pt x="176068" y="86485"/>
                </a:lnTo>
                <a:lnTo>
                  <a:pt x="174949" y="87181"/>
                </a:lnTo>
                <a:lnTo>
                  <a:pt x="173837" y="87811"/>
                </a:lnTo>
                <a:lnTo>
                  <a:pt x="172732" y="88375"/>
                </a:lnTo>
                <a:lnTo>
                  <a:pt x="171633" y="88872"/>
                </a:lnTo>
                <a:lnTo>
                  <a:pt x="170541" y="89303"/>
                </a:lnTo>
                <a:lnTo>
                  <a:pt x="169456" y="89668"/>
                </a:lnTo>
                <a:lnTo>
                  <a:pt x="168377" y="89967"/>
                </a:lnTo>
                <a:lnTo>
                  <a:pt x="167305" y="90199"/>
                </a:lnTo>
                <a:lnTo>
                  <a:pt x="166240" y="90365"/>
                </a:lnTo>
                <a:lnTo>
                  <a:pt x="165182" y="90464"/>
                </a:lnTo>
                <a:lnTo>
                  <a:pt x="164130" y="90497"/>
                </a:lnTo>
                <a:lnTo>
                  <a:pt x="162083" y="90395"/>
                </a:lnTo>
                <a:lnTo>
                  <a:pt x="160094" y="90090"/>
                </a:lnTo>
                <a:lnTo>
                  <a:pt x="158163" y="89580"/>
                </a:lnTo>
                <a:lnTo>
                  <a:pt x="156291" y="88866"/>
                </a:lnTo>
                <a:lnTo>
                  <a:pt x="154476" y="87949"/>
                </a:lnTo>
                <a:lnTo>
                  <a:pt x="152719" y="86828"/>
                </a:lnTo>
                <a:lnTo>
                  <a:pt x="151020" y="85503"/>
                </a:lnTo>
                <a:lnTo>
                  <a:pt x="149379" y="83974"/>
                </a:lnTo>
                <a:lnTo>
                  <a:pt x="147796" y="82241"/>
                </a:lnTo>
                <a:lnTo>
                  <a:pt x="146271" y="80305"/>
                </a:lnTo>
                <a:lnTo>
                  <a:pt x="144803" y="78164"/>
                </a:lnTo>
                <a:lnTo>
                  <a:pt x="143394" y="75820"/>
                </a:lnTo>
                <a:lnTo>
                  <a:pt x="142277" y="73723"/>
                </a:lnTo>
                <a:lnTo>
                  <a:pt x="141256" y="71556"/>
                </a:lnTo>
                <a:lnTo>
                  <a:pt x="140333" y="69319"/>
                </a:lnTo>
                <a:lnTo>
                  <a:pt x="139507" y="67011"/>
                </a:lnTo>
                <a:lnTo>
                  <a:pt x="138778" y="64633"/>
                </a:lnTo>
                <a:lnTo>
                  <a:pt x="138146" y="62185"/>
                </a:lnTo>
                <a:lnTo>
                  <a:pt x="137612" y="59666"/>
                </a:lnTo>
                <a:lnTo>
                  <a:pt x="137174" y="57077"/>
                </a:lnTo>
                <a:lnTo>
                  <a:pt x="136834" y="54418"/>
                </a:lnTo>
                <a:lnTo>
                  <a:pt x="136591" y="51688"/>
                </a:lnTo>
                <a:lnTo>
                  <a:pt x="136445" y="48888"/>
                </a:lnTo>
                <a:lnTo>
                  <a:pt x="136397" y="46018"/>
                </a:lnTo>
                <a:moveTo>
                  <a:pt x="148979" y="47654"/>
                </a:moveTo>
                <a:lnTo>
                  <a:pt x="149010" y="50601"/>
                </a:lnTo>
                <a:lnTo>
                  <a:pt x="149102" y="53457"/>
                </a:lnTo>
                <a:lnTo>
                  <a:pt x="149256" y="56221"/>
                </a:lnTo>
                <a:lnTo>
                  <a:pt x="149471" y="58893"/>
                </a:lnTo>
                <a:lnTo>
                  <a:pt x="149748" y="61473"/>
                </a:lnTo>
                <a:lnTo>
                  <a:pt x="150087" y="63962"/>
                </a:lnTo>
                <a:lnTo>
                  <a:pt x="150487" y="66359"/>
                </a:lnTo>
                <a:lnTo>
                  <a:pt x="150948" y="68664"/>
                </a:lnTo>
                <a:lnTo>
                  <a:pt x="151471" y="70877"/>
                </a:lnTo>
                <a:lnTo>
                  <a:pt x="152055" y="72998"/>
                </a:lnTo>
                <a:lnTo>
                  <a:pt x="152701" y="75028"/>
                </a:lnTo>
                <a:lnTo>
                  <a:pt x="153409" y="76966"/>
                </a:lnTo>
                <a:lnTo>
                  <a:pt x="154044" y="78492"/>
                </a:lnTo>
                <a:lnTo>
                  <a:pt x="154728" y="79886"/>
                </a:lnTo>
                <a:lnTo>
                  <a:pt x="155463" y="81147"/>
                </a:lnTo>
                <a:lnTo>
                  <a:pt x="156248" y="82276"/>
                </a:lnTo>
                <a:lnTo>
                  <a:pt x="157082" y="83271"/>
                </a:lnTo>
                <a:lnTo>
                  <a:pt x="157967" y="84134"/>
                </a:lnTo>
                <a:lnTo>
                  <a:pt x="158901" y="84864"/>
                </a:lnTo>
                <a:lnTo>
                  <a:pt x="159886" y="85462"/>
                </a:lnTo>
                <a:lnTo>
                  <a:pt x="160920" y="85926"/>
                </a:lnTo>
                <a:lnTo>
                  <a:pt x="162004" y="86258"/>
                </a:lnTo>
                <a:lnTo>
                  <a:pt x="163138" y="86457"/>
                </a:lnTo>
                <a:lnTo>
                  <a:pt x="164322" y="86524"/>
                </a:lnTo>
                <a:lnTo>
                  <a:pt x="164902" y="86502"/>
                </a:lnTo>
                <a:lnTo>
                  <a:pt x="165485" y="86437"/>
                </a:lnTo>
                <a:lnTo>
                  <a:pt x="166072" y="86329"/>
                </a:lnTo>
                <a:lnTo>
                  <a:pt x="166662" y="86178"/>
                </a:lnTo>
                <a:lnTo>
                  <a:pt x="167256" y="85984"/>
                </a:lnTo>
                <a:lnTo>
                  <a:pt x="167853" y="85746"/>
                </a:lnTo>
                <a:lnTo>
                  <a:pt x="168454" y="85465"/>
                </a:lnTo>
                <a:lnTo>
                  <a:pt x="169059" y="85141"/>
                </a:lnTo>
                <a:lnTo>
                  <a:pt x="169667" y="84774"/>
                </a:lnTo>
                <a:lnTo>
                  <a:pt x="170278" y="84364"/>
                </a:lnTo>
                <a:lnTo>
                  <a:pt x="170894" y="83910"/>
                </a:lnTo>
                <a:lnTo>
                  <a:pt x="171512" y="83413"/>
                </a:lnTo>
                <a:lnTo>
                  <a:pt x="172120" y="82866"/>
                </a:lnTo>
                <a:lnTo>
                  <a:pt x="172703" y="82260"/>
                </a:lnTo>
                <a:lnTo>
                  <a:pt x="173262" y="81595"/>
                </a:lnTo>
                <a:lnTo>
                  <a:pt x="173795" y="80873"/>
                </a:lnTo>
                <a:lnTo>
                  <a:pt x="174303" y="80092"/>
                </a:lnTo>
                <a:lnTo>
                  <a:pt x="174786" y="79252"/>
                </a:lnTo>
                <a:lnTo>
                  <a:pt x="175245" y="78354"/>
                </a:lnTo>
                <a:lnTo>
                  <a:pt x="175678" y="77398"/>
                </a:lnTo>
                <a:lnTo>
                  <a:pt x="176086" y="76384"/>
                </a:lnTo>
                <a:lnTo>
                  <a:pt x="176470" y="75311"/>
                </a:lnTo>
                <a:lnTo>
                  <a:pt x="176828" y="74180"/>
                </a:lnTo>
                <a:lnTo>
                  <a:pt x="177162" y="72990"/>
                </a:lnTo>
                <a:lnTo>
                  <a:pt x="177633" y="71088"/>
                </a:lnTo>
                <a:lnTo>
                  <a:pt x="178064" y="69061"/>
                </a:lnTo>
                <a:lnTo>
                  <a:pt x="178454" y="66908"/>
                </a:lnTo>
                <a:lnTo>
                  <a:pt x="178802" y="64630"/>
                </a:lnTo>
                <a:lnTo>
                  <a:pt x="179110" y="62226"/>
                </a:lnTo>
                <a:lnTo>
                  <a:pt x="179376" y="59696"/>
                </a:lnTo>
                <a:lnTo>
                  <a:pt x="179602" y="57041"/>
                </a:lnTo>
                <a:lnTo>
                  <a:pt x="179787" y="54260"/>
                </a:lnTo>
                <a:lnTo>
                  <a:pt x="179930" y="51354"/>
                </a:lnTo>
                <a:lnTo>
                  <a:pt x="180033" y="48322"/>
                </a:lnTo>
                <a:lnTo>
                  <a:pt x="180094" y="45165"/>
                </a:lnTo>
                <a:lnTo>
                  <a:pt x="180115" y="41882"/>
                </a:lnTo>
                <a:lnTo>
                  <a:pt x="180093" y="39436"/>
                </a:lnTo>
                <a:lnTo>
                  <a:pt x="180029" y="37059"/>
                </a:lnTo>
                <a:lnTo>
                  <a:pt x="179922" y="34750"/>
                </a:lnTo>
                <a:lnTo>
                  <a:pt x="179772" y="32510"/>
                </a:lnTo>
                <a:lnTo>
                  <a:pt x="179580" y="30338"/>
                </a:lnTo>
                <a:lnTo>
                  <a:pt x="179344" y="28235"/>
                </a:lnTo>
                <a:lnTo>
                  <a:pt x="179066" y="26201"/>
                </a:lnTo>
                <a:lnTo>
                  <a:pt x="178745" y="24235"/>
                </a:lnTo>
                <a:lnTo>
                  <a:pt x="178381" y="22338"/>
                </a:lnTo>
                <a:lnTo>
                  <a:pt x="177975" y="20510"/>
                </a:lnTo>
                <a:lnTo>
                  <a:pt x="177525" y="18750"/>
                </a:lnTo>
                <a:lnTo>
                  <a:pt x="177033" y="17058"/>
                </a:lnTo>
                <a:lnTo>
                  <a:pt x="176639" y="15859"/>
                </a:lnTo>
                <a:lnTo>
                  <a:pt x="176225" y="14719"/>
                </a:lnTo>
                <a:lnTo>
                  <a:pt x="175793" y="13639"/>
                </a:lnTo>
                <a:lnTo>
                  <a:pt x="175343" y="12618"/>
                </a:lnTo>
                <a:lnTo>
                  <a:pt x="174873" y="11657"/>
                </a:lnTo>
                <a:lnTo>
                  <a:pt x="174385" y="10756"/>
                </a:lnTo>
                <a:lnTo>
                  <a:pt x="173878" y="9915"/>
                </a:lnTo>
                <a:lnTo>
                  <a:pt x="173353" y="9133"/>
                </a:lnTo>
                <a:lnTo>
                  <a:pt x="172808" y="8411"/>
                </a:lnTo>
                <a:lnTo>
                  <a:pt x="172245" y="7749"/>
                </a:lnTo>
                <a:lnTo>
                  <a:pt x="171663" y="7146"/>
                </a:lnTo>
                <a:lnTo>
                  <a:pt x="171063" y="6603"/>
                </a:lnTo>
                <a:lnTo>
                  <a:pt x="170617" y="6265"/>
                </a:lnTo>
                <a:lnTo>
                  <a:pt x="170155" y="5957"/>
                </a:lnTo>
                <a:lnTo>
                  <a:pt x="169679" y="5677"/>
                </a:lnTo>
                <a:lnTo>
                  <a:pt x="169187" y="5427"/>
                </a:lnTo>
                <a:lnTo>
                  <a:pt x="168680" y="5207"/>
                </a:lnTo>
                <a:lnTo>
                  <a:pt x="168158" y="5016"/>
                </a:lnTo>
                <a:lnTo>
                  <a:pt x="167621" y="4854"/>
                </a:lnTo>
                <a:lnTo>
                  <a:pt x="167068" y="4722"/>
                </a:lnTo>
                <a:lnTo>
                  <a:pt x="166501" y="4619"/>
                </a:lnTo>
                <a:lnTo>
                  <a:pt x="165918" y="4545"/>
                </a:lnTo>
                <a:lnTo>
                  <a:pt x="165320" y="4501"/>
                </a:lnTo>
                <a:lnTo>
                  <a:pt x="164707" y="4486"/>
                </a:lnTo>
                <a:lnTo>
                  <a:pt x="163987" y="4514"/>
                </a:lnTo>
                <a:lnTo>
                  <a:pt x="163279" y="4595"/>
                </a:lnTo>
                <a:lnTo>
                  <a:pt x="162585" y="4731"/>
                </a:lnTo>
                <a:lnTo>
                  <a:pt x="161904" y="4921"/>
                </a:lnTo>
                <a:lnTo>
                  <a:pt x="161237" y="5166"/>
                </a:lnTo>
                <a:lnTo>
                  <a:pt x="160583" y="5465"/>
                </a:lnTo>
                <a:lnTo>
                  <a:pt x="159942" y="5818"/>
                </a:lnTo>
                <a:lnTo>
                  <a:pt x="159315" y="6226"/>
                </a:lnTo>
                <a:lnTo>
                  <a:pt x="158701" y="6688"/>
                </a:lnTo>
                <a:lnTo>
                  <a:pt x="158101" y="7204"/>
                </a:lnTo>
                <a:lnTo>
                  <a:pt x="157513" y="7775"/>
                </a:lnTo>
                <a:lnTo>
                  <a:pt x="156940" y="8400"/>
                </a:lnTo>
                <a:lnTo>
                  <a:pt x="156190" y="9330"/>
                </a:lnTo>
                <a:lnTo>
                  <a:pt x="155481" y="10344"/>
                </a:lnTo>
                <a:lnTo>
                  <a:pt x="154813" y="11443"/>
                </a:lnTo>
                <a:lnTo>
                  <a:pt x="154186" y="12626"/>
                </a:lnTo>
                <a:lnTo>
                  <a:pt x="153601" y="13894"/>
                </a:lnTo>
                <a:lnTo>
                  <a:pt x="153056" y="15247"/>
                </a:lnTo>
                <a:lnTo>
                  <a:pt x="152552" y="16685"/>
                </a:lnTo>
                <a:lnTo>
                  <a:pt x="152089" y="18207"/>
                </a:lnTo>
                <a:lnTo>
                  <a:pt x="151668" y="19814"/>
                </a:lnTo>
                <a:lnTo>
                  <a:pt x="151287" y="21505"/>
                </a:lnTo>
                <a:lnTo>
                  <a:pt x="150947" y="23281"/>
                </a:lnTo>
                <a:lnTo>
                  <a:pt x="150648" y="25142"/>
                </a:lnTo>
                <a:lnTo>
                  <a:pt x="150382" y="27042"/>
                </a:lnTo>
                <a:lnTo>
                  <a:pt x="150138" y="28938"/>
                </a:lnTo>
                <a:lnTo>
                  <a:pt x="149918" y="30830"/>
                </a:lnTo>
                <a:lnTo>
                  <a:pt x="149721" y="32717"/>
                </a:lnTo>
                <a:lnTo>
                  <a:pt x="149547" y="34600"/>
                </a:lnTo>
                <a:lnTo>
                  <a:pt x="149397" y="36478"/>
                </a:lnTo>
                <a:lnTo>
                  <a:pt x="149269" y="38352"/>
                </a:lnTo>
                <a:lnTo>
                  <a:pt x="149165" y="40221"/>
                </a:lnTo>
                <a:lnTo>
                  <a:pt x="149084" y="42086"/>
                </a:lnTo>
                <a:lnTo>
                  <a:pt x="149026" y="43947"/>
                </a:lnTo>
                <a:lnTo>
                  <a:pt x="148991" y="45803"/>
                </a:lnTo>
                <a:lnTo>
                  <a:pt x="148979" y="47654"/>
                </a:lnTo>
                <a:close/>
                <a:moveTo>
                  <a:pt x="202197" y="0"/>
                </a:moveTo>
                <a:lnTo>
                  <a:pt x="230444" y="0"/>
                </a:lnTo>
                <a:lnTo>
                  <a:pt x="230444" y="114980"/>
                </a:lnTo>
                <a:lnTo>
                  <a:pt x="202197" y="114980"/>
                </a:lnTo>
                <a:lnTo>
                  <a:pt x="202197" y="109917"/>
                </a:lnTo>
                <a:lnTo>
                  <a:pt x="220814" y="109917"/>
                </a:lnTo>
                <a:lnTo>
                  <a:pt x="220814" y="5063"/>
                </a:lnTo>
                <a:lnTo>
                  <a:pt x="202197" y="5063"/>
                </a:lnTo>
                <a:lnTo>
                  <a:pt x="202197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84" name="Original vector context 83">
            <a:extLst xmlns:a="http://schemas.openxmlformats.org/drawingml/2006/main">
              <a:ext uri="{FF2B5EF4-FFF2-40B4-BE49-F238E27FC236}">
                <a16:creationId xmlns:a16="http://schemas.microsoft.com/office/drawing/2014/main" id="{F51C3485-00FC-49BC-A6BD-3032FB9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131" y="9448115"/>
            <a:ext cx="351512" cy="29852"/>
          </a:xfrm>
          <a:custGeom xmlns:a="http://schemas.openxmlformats.org/drawingml/2006/main">
            <a:pathLst>
              <a:path w="351512" h="29852">
                <a:moveTo>
                  <a:pt x="0" y="29852"/>
                </a:moveTo>
                <a:lnTo>
                  <a:pt x="0" y="0"/>
                </a:lnTo>
                <a:lnTo>
                  <a:pt x="27619" y="0"/>
                </a:lnTo>
                <a:lnTo>
                  <a:pt x="27619" y="29852"/>
                </a:lnTo>
                <a:lnTo>
                  <a:pt x="0" y="29852"/>
                </a:lnTo>
                <a:moveTo>
                  <a:pt x="67107" y="29852"/>
                </a:moveTo>
                <a:lnTo>
                  <a:pt x="67107" y="0"/>
                </a:lnTo>
                <a:lnTo>
                  <a:pt x="94497" y="0"/>
                </a:lnTo>
                <a:lnTo>
                  <a:pt x="94497" y="29852"/>
                </a:lnTo>
                <a:lnTo>
                  <a:pt x="67107" y="29852"/>
                </a:lnTo>
                <a:moveTo>
                  <a:pt x="133985" y="29852"/>
                </a:moveTo>
                <a:lnTo>
                  <a:pt x="133985" y="0"/>
                </a:lnTo>
                <a:lnTo>
                  <a:pt x="161604" y="0"/>
                </a:lnTo>
                <a:lnTo>
                  <a:pt x="161604" y="29852"/>
                </a:lnTo>
                <a:lnTo>
                  <a:pt x="133985" y="29852"/>
                </a:lnTo>
                <a:close/>
                <a:moveTo>
                  <a:pt x="189908" y="29852"/>
                </a:moveTo>
                <a:lnTo>
                  <a:pt x="189908" y="0"/>
                </a:lnTo>
                <a:lnTo>
                  <a:pt x="217527" y="0"/>
                </a:lnTo>
                <a:lnTo>
                  <a:pt x="217527" y="29852"/>
                </a:lnTo>
                <a:lnTo>
                  <a:pt x="189908" y="29852"/>
                </a:lnTo>
                <a:moveTo>
                  <a:pt x="257015" y="29852"/>
                </a:moveTo>
                <a:lnTo>
                  <a:pt x="257015" y="0"/>
                </a:lnTo>
                <a:lnTo>
                  <a:pt x="284405" y="0"/>
                </a:lnTo>
                <a:lnTo>
                  <a:pt x="284405" y="29852"/>
                </a:lnTo>
                <a:lnTo>
                  <a:pt x="257015" y="29852"/>
                </a:lnTo>
                <a:moveTo>
                  <a:pt x="323893" y="29852"/>
                </a:moveTo>
                <a:lnTo>
                  <a:pt x="323893" y="0"/>
                </a:lnTo>
                <a:lnTo>
                  <a:pt x="351512" y="0"/>
                </a:lnTo>
                <a:lnTo>
                  <a:pt x="351512" y="29852"/>
                </a:lnTo>
                <a:lnTo>
                  <a:pt x="323893" y="29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5" name="Original vector context 84">
            <a:extLst xmlns:a="http://schemas.openxmlformats.org/drawingml/2006/main">
              <a:ext uri="{FF2B5EF4-FFF2-40B4-BE49-F238E27FC236}">
                <a16:creationId xmlns:a16="http://schemas.microsoft.com/office/drawing/2014/main" id="{AF2C19E0-CD48-4767-98AA-A0360BB8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619" y="9355951"/>
            <a:ext cx="43818" cy="445081"/>
          </a:xfrm>
          <a:custGeom xmlns:a="http://schemas.openxmlformats.org/drawingml/2006/main">
            <a:pathLst>
              <a:path w="43818" h="445081">
                <a:moveTo>
                  <a:pt x="23753" y="0"/>
                </a:moveTo>
                <a:lnTo>
                  <a:pt x="16299" y="408525"/>
                </a:lnTo>
                <a:lnTo>
                  <a:pt x="27252" y="408725"/>
                </a:lnTo>
                <a:lnTo>
                  <a:pt x="34706" y="200"/>
                </a:lnTo>
                <a:lnTo>
                  <a:pt x="23753" y="0"/>
                </a:lnTo>
                <a:close/>
                <a:moveTo>
                  <a:pt x="0" y="400937"/>
                </a:moveTo>
                <a:lnTo>
                  <a:pt x="21111" y="445081"/>
                </a:lnTo>
                <a:lnTo>
                  <a:pt x="43818" y="401733"/>
                </a:lnTo>
                <a:lnTo>
                  <a:pt x="0" y="400937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86" name="Original vector context 85">
            <a:extLst xmlns:a="http://schemas.openxmlformats.org/drawingml/2006/main">
              <a:ext uri="{FF2B5EF4-FFF2-40B4-BE49-F238E27FC236}">
                <a16:creationId xmlns:a16="http://schemas.microsoft.com/office/drawing/2014/main" id="{D7D35359-CC2B-4249-94BD-812E171C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51" y="9448115"/>
            <a:ext cx="351512" cy="29852"/>
          </a:xfrm>
          <a:custGeom xmlns:a="http://schemas.openxmlformats.org/drawingml/2006/main">
            <a:pathLst>
              <a:path w="351512" h="29852">
                <a:moveTo>
                  <a:pt x="0" y="29852"/>
                </a:moveTo>
                <a:lnTo>
                  <a:pt x="0" y="0"/>
                </a:lnTo>
                <a:lnTo>
                  <a:pt x="27619" y="0"/>
                </a:lnTo>
                <a:lnTo>
                  <a:pt x="27619" y="29852"/>
                </a:lnTo>
                <a:lnTo>
                  <a:pt x="0" y="29852"/>
                </a:lnTo>
                <a:moveTo>
                  <a:pt x="67107" y="29852"/>
                </a:moveTo>
                <a:lnTo>
                  <a:pt x="67107" y="0"/>
                </a:lnTo>
                <a:lnTo>
                  <a:pt x="94497" y="0"/>
                </a:lnTo>
                <a:lnTo>
                  <a:pt x="94497" y="29852"/>
                </a:lnTo>
                <a:lnTo>
                  <a:pt x="67107" y="29852"/>
                </a:lnTo>
                <a:moveTo>
                  <a:pt x="133985" y="29852"/>
                </a:moveTo>
                <a:lnTo>
                  <a:pt x="133985" y="0"/>
                </a:lnTo>
                <a:lnTo>
                  <a:pt x="161604" y="0"/>
                </a:lnTo>
                <a:lnTo>
                  <a:pt x="161604" y="29852"/>
                </a:lnTo>
                <a:lnTo>
                  <a:pt x="133985" y="29852"/>
                </a:lnTo>
                <a:close/>
                <a:moveTo>
                  <a:pt x="189908" y="29852"/>
                </a:moveTo>
                <a:lnTo>
                  <a:pt x="189908" y="0"/>
                </a:lnTo>
                <a:lnTo>
                  <a:pt x="217527" y="0"/>
                </a:lnTo>
                <a:lnTo>
                  <a:pt x="217527" y="29852"/>
                </a:lnTo>
                <a:lnTo>
                  <a:pt x="189908" y="29852"/>
                </a:lnTo>
                <a:moveTo>
                  <a:pt x="257015" y="29852"/>
                </a:moveTo>
                <a:lnTo>
                  <a:pt x="257015" y="0"/>
                </a:lnTo>
                <a:lnTo>
                  <a:pt x="284405" y="0"/>
                </a:lnTo>
                <a:lnTo>
                  <a:pt x="284405" y="29852"/>
                </a:lnTo>
                <a:lnTo>
                  <a:pt x="257015" y="29852"/>
                </a:lnTo>
                <a:moveTo>
                  <a:pt x="323893" y="29852"/>
                </a:moveTo>
                <a:lnTo>
                  <a:pt x="323893" y="0"/>
                </a:lnTo>
                <a:lnTo>
                  <a:pt x="351512" y="0"/>
                </a:lnTo>
                <a:lnTo>
                  <a:pt x="351512" y="29852"/>
                </a:lnTo>
                <a:lnTo>
                  <a:pt x="323893" y="29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7" name="Original vector context 86">
            <a:extLst xmlns:a="http://schemas.openxmlformats.org/drawingml/2006/main">
              <a:ext uri="{FF2B5EF4-FFF2-40B4-BE49-F238E27FC236}">
                <a16:creationId xmlns:a16="http://schemas.microsoft.com/office/drawing/2014/main" id="{A047003B-42D9-442F-B816-A867AE9E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95" y="9348440"/>
            <a:ext cx="50391" cy="438114"/>
          </a:xfrm>
          <a:custGeom xmlns:a="http://schemas.openxmlformats.org/drawingml/2006/main">
            <a:pathLst>
              <a:path w="50391" h="438114">
                <a:moveTo>
                  <a:pt x="10937" y="0"/>
                </a:moveTo>
                <a:lnTo>
                  <a:pt x="34410" y="401397"/>
                </a:lnTo>
                <a:lnTo>
                  <a:pt x="23473" y="402034"/>
                </a:lnTo>
                <a:lnTo>
                  <a:pt x="0" y="637"/>
                </a:lnTo>
                <a:lnTo>
                  <a:pt x="10937" y="0"/>
                </a:lnTo>
                <a:close/>
                <a:moveTo>
                  <a:pt x="50391" y="393160"/>
                </a:moveTo>
                <a:lnTo>
                  <a:pt x="31070" y="438114"/>
                </a:lnTo>
                <a:lnTo>
                  <a:pt x="6640" y="395710"/>
                </a:lnTo>
                <a:lnTo>
                  <a:pt x="50391" y="393160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88" name="Original vector context 87">
            <a:extLst xmlns:a="http://schemas.openxmlformats.org/drawingml/2006/main">
              <a:ext uri="{FF2B5EF4-FFF2-40B4-BE49-F238E27FC236}">
                <a16:creationId xmlns:a16="http://schemas.microsoft.com/office/drawing/2014/main" id="{7328738A-1E6E-485A-9302-A740A100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307" y="10475402"/>
            <a:ext cx="956843" cy="277103"/>
          </a:xfrm>
          <a:custGeom xmlns:a="http://schemas.openxmlformats.org/drawingml/2006/main">
            <a:pathLst>
              <a:path w="956843" h="277103">
                <a:moveTo>
                  <a:pt x="0" y="46184"/>
                </a:moveTo>
                <a:lnTo>
                  <a:pt x="422" y="39917"/>
                </a:lnTo>
                <a:lnTo>
                  <a:pt x="1652" y="33907"/>
                </a:lnTo>
                <a:lnTo>
                  <a:pt x="3635" y="28207"/>
                </a:lnTo>
                <a:lnTo>
                  <a:pt x="6316" y="22874"/>
                </a:lnTo>
                <a:lnTo>
                  <a:pt x="9639" y="17962"/>
                </a:lnTo>
                <a:lnTo>
                  <a:pt x="13549" y="13527"/>
                </a:lnTo>
                <a:lnTo>
                  <a:pt x="17992" y="9623"/>
                </a:lnTo>
                <a:lnTo>
                  <a:pt x="22912" y="6306"/>
                </a:lnTo>
                <a:lnTo>
                  <a:pt x="28254" y="3629"/>
                </a:lnTo>
                <a:lnTo>
                  <a:pt x="33962" y="1650"/>
                </a:lnTo>
                <a:lnTo>
                  <a:pt x="39983" y="422"/>
                </a:lnTo>
                <a:lnTo>
                  <a:pt x="46260" y="0"/>
                </a:lnTo>
                <a:lnTo>
                  <a:pt x="910583" y="0"/>
                </a:lnTo>
                <a:lnTo>
                  <a:pt x="916860" y="422"/>
                </a:lnTo>
                <a:lnTo>
                  <a:pt x="922881" y="1650"/>
                </a:lnTo>
                <a:lnTo>
                  <a:pt x="928589" y="3629"/>
                </a:lnTo>
                <a:lnTo>
                  <a:pt x="933931" y="6306"/>
                </a:lnTo>
                <a:lnTo>
                  <a:pt x="938851" y="9623"/>
                </a:lnTo>
                <a:lnTo>
                  <a:pt x="943294" y="13527"/>
                </a:lnTo>
                <a:lnTo>
                  <a:pt x="947204" y="17962"/>
                </a:lnTo>
                <a:lnTo>
                  <a:pt x="950527" y="22874"/>
                </a:lnTo>
                <a:lnTo>
                  <a:pt x="953208" y="28207"/>
                </a:lnTo>
                <a:lnTo>
                  <a:pt x="955191" y="33907"/>
                </a:lnTo>
                <a:lnTo>
                  <a:pt x="956421" y="39917"/>
                </a:lnTo>
                <a:lnTo>
                  <a:pt x="956843" y="46184"/>
                </a:lnTo>
                <a:lnTo>
                  <a:pt x="956843" y="230919"/>
                </a:lnTo>
                <a:lnTo>
                  <a:pt x="956421" y="237186"/>
                </a:lnTo>
                <a:lnTo>
                  <a:pt x="955191" y="243196"/>
                </a:lnTo>
                <a:lnTo>
                  <a:pt x="953208" y="248896"/>
                </a:lnTo>
                <a:lnTo>
                  <a:pt x="950527" y="254229"/>
                </a:lnTo>
                <a:lnTo>
                  <a:pt x="947204" y="259141"/>
                </a:lnTo>
                <a:lnTo>
                  <a:pt x="943294" y="263576"/>
                </a:lnTo>
                <a:lnTo>
                  <a:pt x="938851" y="267480"/>
                </a:lnTo>
                <a:lnTo>
                  <a:pt x="933931" y="270798"/>
                </a:lnTo>
                <a:lnTo>
                  <a:pt x="928589" y="273474"/>
                </a:lnTo>
                <a:lnTo>
                  <a:pt x="922881" y="275453"/>
                </a:lnTo>
                <a:lnTo>
                  <a:pt x="916860" y="276682"/>
                </a:lnTo>
                <a:lnTo>
                  <a:pt x="910583" y="277103"/>
                </a:lnTo>
                <a:lnTo>
                  <a:pt x="46260" y="277103"/>
                </a:lnTo>
                <a:lnTo>
                  <a:pt x="39983" y="276682"/>
                </a:lnTo>
                <a:lnTo>
                  <a:pt x="33962" y="275453"/>
                </a:lnTo>
                <a:lnTo>
                  <a:pt x="28254" y="273474"/>
                </a:lnTo>
                <a:lnTo>
                  <a:pt x="22912" y="270798"/>
                </a:lnTo>
                <a:lnTo>
                  <a:pt x="17992" y="267480"/>
                </a:lnTo>
                <a:lnTo>
                  <a:pt x="13549" y="263576"/>
                </a:lnTo>
                <a:lnTo>
                  <a:pt x="9639" y="259141"/>
                </a:lnTo>
                <a:lnTo>
                  <a:pt x="6316" y="254229"/>
                </a:lnTo>
                <a:lnTo>
                  <a:pt x="3635" y="248896"/>
                </a:lnTo>
                <a:lnTo>
                  <a:pt x="1652" y="243196"/>
                </a:lnTo>
                <a:lnTo>
                  <a:pt x="422" y="237186"/>
                </a:lnTo>
                <a:lnTo>
                  <a:pt x="0" y="230919"/>
                </a:lnTo>
                <a:lnTo>
                  <a:pt x="0" y="461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89" name="Original vector context 88">
            <a:extLst xmlns:a="http://schemas.openxmlformats.org/drawingml/2006/main">
              <a:ext uri="{FF2B5EF4-FFF2-40B4-BE49-F238E27FC236}">
                <a16:creationId xmlns:a16="http://schemas.microsoft.com/office/drawing/2014/main" id="{73319B07-686E-4E44-8EDD-03744AB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4" y="10546417"/>
            <a:ext cx="336847" cy="114937"/>
          </a:xfrm>
          <a:custGeom xmlns:a="http://schemas.openxmlformats.org/drawingml/2006/main">
            <a:pathLst>
              <a:path w="336847" h="114937">
                <a:moveTo>
                  <a:pt x="23824" y="114937"/>
                </a:moveTo>
                <a:lnTo>
                  <a:pt x="23824" y="11109"/>
                </a:lnTo>
                <a:lnTo>
                  <a:pt x="0" y="11109"/>
                </a:lnTo>
                <a:lnTo>
                  <a:pt x="0" y="0"/>
                </a:lnTo>
                <a:lnTo>
                  <a:pt x="37091" y="0"/>
                </a:lnTo>
                <a:lnTo>
                  <a:pt x="37091" y="103828"/>
                </a:lnTo>
                <a:lnTo>
                  <a:pt x="61985" y="103828"/>
                </a:lnTo>
                <a:lnTo>
                  <a:pt x="61985" y="114937"/>
                </a:lnTo>
                <a:lnTo>
                  <a:pt x="23824" y="114937"/>
                </a:lnTo>
                <a:close/>
                <a:moveTo>
                  <a:pt x="111474" y="114937"/>
                </a:moveTo>
                <a:lnTo>
                  <a:pt x="111474" y="11109"/>
                </a:lnTo>
                <a:lnTo>
                  <a:pt x="87650" y="11109"/>
                </a:lnTo>
                <a:lnTo>
                  <a:pt x="87650" y="0"/>
                </a:lnTo>
                <a:lnTo>
                  <a:pt x="124741" y="0"/>
                </a:lnTo>
                <a:lnTo>
                  <a:pt x="124741" y="103828"/>
                </a:lnTo>
                <a:lnTo>
                  <a:pt x="149635" y="103828"/>
                </a:lnTo>
                <a:lnTo>
                  <a:pt x="149635" y="114937"/>
                </a:lnTo>
                <a:lnTo>
                  <a:pt x="111474" y="114937"/>
                </a:lnTo>
                <a:close/>
                <a:moveTo>
                  <a:pt x="203617" y="114937"/>
                </a:moveTo>
                <a:lnTo>
                  <a:pt x="169022" y="35322"/>
                </a:lnTo>
                <a:lnTo>
                  <a:pt x="183574" y="35322"/>
                </a:lnTo>
                <a:lnTo>
                  <a:pt x="210893" y="98403"/>
                </a:lnTo>
                <a:lnTo>
                  <a:pt x="238783" y="35322"/>
                </a:lnTo>
                <a:lnTo>
                  <a:pt x="252050" y="35322"/>
                </a:lnTo>
                <a:lnTo>
                  <a:pt x="217170" y="114937"/>
                </a:lnTo>
                <a:lnTo>
                  <a:pt x="203617" y="114937"/>
                </a:lnTo>
                <a:close/>
                <a:moveTo>
                  <a:pt x="259383" y="114937"/>
                </a:moveTo>
                <a:lnTo>
                  <a:pt x="259383" y="35322"/>
                </a:lnTo>
                <a:lnTo>
                  <a:pt x="271009" y="35322"/>
                </a:lnTo>
                <a:lnTo>
                  <a:pt x="271009" y="53623"/>
                </a:lnTo>
                <a:lnTo>
                  <a:pt x="271920" y="51739"/>
                </a:lnTo>
                <a:lnTo>
                  <a:pt x="272819" y="49954"/>
                </a:lnTo>
                <a:lnTo>
                  <a:pt x="273709" y="48269"/>
                </a:lnTo>
                <a:lnTo>
                  <a:pt x="274588" y="46684"/>
                </a:lnTo>
                <a:lnTo>
                  <a:pt x="275456" y="45199"/>
                </a:lnTo>
                <a:lnTo>
                  <a:pt x="276315" y="43814"/>
                </a:lnTo>
                <a:lnTo>
                  <a:pt x="277162" y="42528"/>
                </a:lnTo>
                <a:lnTo>
                  <a:pt x="278000" y="41343"/>
                </a:lnTo>
                <a:lnTo>
                  <a:pt x="278827" y="40257"/>
                </a:lnTo>
                <a:lnTo>
                  <a:pt x="279643" y="39272"/>
                </a:lnTo>
                <a:lnTo>
                  <a:pt x="280449" y="38386"/>
                </a:lnTo>
                <a:lnTo>
                  <a:pt x="281245" y="37600"/>
                </a:lnTo>
                <a:lnTo>
                  <a:pt x="282037" y="36895"/>
                </a:lnTo>
                <a:lnTo>
                  <a:pt x="282829" y="36251"/>
                </a:lnTo>
                <a:lnTo>
                  <a:pt x="283624" y="35669"/>
                </a:lnTo>
                <a:lnTo>
                  <a:pt x="284419" y="35147"/>
                </a:lnTo>
                <a:lnTo>
                  <a:pt x="285217" y="34688"/>
                </a:lnTo>
                <a:lnTo>
                  <a:pt x="286015" y="34289"/>
                </a:lnTo>
                <a:lnTo>
                  <a:pt x="286816" y="33952"/>
                </a:lnTo>
                <a:lnTo>
                  <a:pt x="287617" y="33676"/>
                </a:lnTo>
                <a:lnTo>
                  <a:pt x="288421" y="33461"/>
                </a:lnTo>
                <a:lnTo>
                  <a:pt x="289225" y="33308"/>
                </a:lnTo>
                <a:lnTo>
                  <a:pt x="290031" y="33216"/>
                </a:lnTo>
                <a:lnTo>
                  <a:pt x="290839" y="33185"/>
                </a:lnTo>
                <a:lnTo>
                  <a:pt x="291786" y="33217"/>
                </a:lnTo>
                <a:lnTo>
                  <a:pt x="292703" y="33311"/>
                </a:lnTo>
                <a:lnTo>
                  <a:pt x="293587" y="33468"/>
                </a:lnTo>
                <a:lnTo>
                  <a:pt x="294441" y="33688"/>
                </a:lnTo>
                <a:lnTo>
                  <a:pt x="295264" y="33970"/>
                </a:lnTo>
                <a:lnTo>
                  <a:pt x="296055" y="34316"/>
                </a:lnTo>
                <a:lnTo>
                  <a:pt x="296815" y="34724"/>
                </a:lnTo>
                <a:lnTo>
                  <a:pt x="297544" y="35195"/>
                </a:lnTo>
                <a:lnTo>
                  <a:pt x="298242" y="35729"/>
                </a:lnTo>
                <a:lnTo>
                  <a:pt x="298908" y="36325"/>
                </a:lnTo>
                <a:lnTo>
                  <a:pt x="299543" y="36985"/>
                </a:lnTo>
                <a:lnTo>
                  <a:pt x="300148" y="37707"/>
                </a:lnTo>
                <a:lnTo>
                  <a:pt x="300712" y="38487"/>
                </a:lnTo>
                <a:lnTo>
                  <a:pt x="301226" y="39320"/>
                </a:lnTo>
                <a:lnTo>
                  <a:pt x="301692" y="40206"/>
                </a:lnTo>
                <a:lnTo>
                  <a:pt x="302109" y="41145"/>
                </a:lnTo>
                <a:lnTo>
                  <a:pt x="302477" y="42137"/>
                </a:lnTo>
                <a:lnTo>
                  <a:pt x="302796" y="43182"/>
                </a:lnTo>
                <a:lnTo>
                  <a:pt x="303065" y="44279"/>
                </a:lnTo>
                <a:lnTo>
                  <a:pt x="303286" y="45430"/>
                </a:lnTo>
                <a:lnTo>
                  <a:pt x="303458" y="46633"/>
                </a:lnTo>
                <a:lnTo>
                  <a:pt x="303580" y="47890"/>
                </a:lnTo>
                <a:lnTo>
                  <a:pt x="303654" y="49199"/>
                </a:lnTo>
                <a:lnTo>
                  <a:pt x="303678" y="50561"/>
                </a:lnTo>
                <a:lnTo>
                  <a:pt x="303678" y="54834"/>
                </a:lnTo>
                <a:lnTo>
                  <a:pt x="304077" y="53642"/>
                </a:lnTo>
                <a:lnTo>
                  <a:pt x="304490" y="52489"/>
                </a:lnTo>
                <a:lnTo>
                  <a:pt x="304916" y="51373"/>
                </a:lnTo>
                <a:lnTo>
                  <a:pt x="305355" y="50296"/>
                </a:lnTo>
                <a:lnTo>
                  <a:pt x="305807" y="49257"/>
                </a:lnTo>
                <a:lnTo>
                  <a:pt x="306273" y="48256"/>
                </a:lnTo>
                <a:lnTo>
                  <a:pt x="306752" y="47292"/>
                </a:lnTo>
                <a:lnTo>
                  <a:pt x="307245" y="46367"/>
                </a:lnTo>
                <a:lnTo>
                  <a:pt x="307751" y="45480"/>
                </a:lnTo>
                <a:lnTo>
                  <a:pt x="308270" y="44632"/>
                </a:lnTo>
                <a:lnTo>
                  <a:pt x="308803" y="43821"/>
                </a:lnTo>
                <a:lnTo>
                  <a:pt x="309349" y="43048"/>
                </a:lnTo>
                <a:lnTo>
                  <a:pt x="309904" y="42307"/>
                </a:lnTo>
                <a:lnTo>
                  <a:pt x="310462" y="41592"/>
                </a:lnTo>
                <a:lnTo>
                  <a:pt x="311023" y="40903"/>
                </a:lnTo>
                <a:lnTo>
                  <a:pt x="311588" y="40239"/>
                </a:lnTo>
                <a:lnTo>
                  <a:pt x="312156" y="39601"/>
                </a:lnTo>
                <a:lnTo>
                  <a:pt x="312728" y="38989"/>
                </a:lnTo>
                <a:lnTo>
                  <a:pt x="313304" y="38402"/>
                </a:lnTo>
                <a:lnTo>
                  <a:pt x="313882" y="37842"/>
                </a:lnTo>
                <a:lnTo>
                  <a:pt x="314465" y="37307"/>
                </a:lnTo>
                <a:lnTo>
                  <a:pt x="315050" y="36797"/>
                </a:lnTo>
                <a:lnTo>
                  <a:pt x="315640" y="36314"/>
                </a:lnTo>
                <a:lnTo>
                  <a:pt x="316232" y="35856"/>
                </a:lnTo>
                <a:lnTo>
                  <a:pt x="316834" y="35429"/>
                </a:lnTo>
                <a:lnTo>
                  <a:pt x="317451" y="35040"/>
                </a:lnTo>
                <a:lnTo>
                  <a:pt x="318082" y="34687"/>
                </a:lnTo>
                <a:lnTo>
                  <a:pt x="318729" y="34372"/>
                </a:lnTo>
                <a:lnTo>
                  <a:pt x="319390" y="34094"/>
                </a:lnTo>
                <a:lnTo>
                  <a:pt x="320066" y="33853"/>
                </a:lnTo>
                <a:lnTo>
                  <a:pt x="320757" y="33649"/>
                </a:lnTo>
                <a:lnTo>
                  <a:pt x="321463" y="33482"/>
                </a:lnTo>
                <a:lnTo>
                  <a:pt x="322184" y="33352"/>
                </a:lnTo>
                <a:lnTo>
                  <a:pt x="322920" y="33259"/>
                </a:lnTo>
                <a:lnTo>
                  <a:pt x="323670" y="33204"/>
                </a:lnTo>
                <a:lnTo>
                  <a:pt x="324435" y="33185"/>
                </a:lnTo>
                <a:lnTo>
                  <a:pt x="325281" y="33215"/>
                </a:lnTo>
                <a:lnTo>
                  <a:pt x="326106" y="33306"/>
                </a:lnTo>
                <a:lnTo>
                  <a:pt x="326910" y="33457"/>
                </a:lnTo>
                <a:lnTo>
                  <a:pt x="327693" y="33668"/>
                </a:lnTo>
                <a:lnTo>
                  <a:pt x="328455" y="33939"/>
                </a:lnTo>
                <a:lnTo>
                  <a:pt x="329197" y="34271"/>
                </a:lnTo>
                <a:lnTo>
                  <a:pt x="329917" y="34663"/>
                </a:lnTo>
                <a:lnTo>
                  <a:pt x="330617" y="35116"/>
                </a:lnTo>
                <a:lnTo>
                  <a:pt x="331296" y="35629"/>
                </a:lnTo>
                <a:lnTo>
                  <a:pt x="331955" y="36202"/>
                </a:lnTo>
                <a:lnTo>
                  <a:pt x="332592" y="36835"/>
                </a:lnTo>
                <a:lnTo>
                  <a:pt x="333209" y="37529"/>
                </a:lnTo>
                <a:lnTo>
                  <a:pt x="333790" y="38313"/>
                </a:lnTo>
                <a:lnTo>
                  <a:pt x="334320" y="39216"/>
                </a:lnTo>
                <a:lnTo>
                  <a:pt x="334800" y="40240"/>
                </a:lnTo>
                <a:lnTo>
                  <a:pt x="335230" y="41383"/>
                </a:lnTo>
                <a:lnTo>
                  <a:pt x="335609" y="42645"/>
                </a:lnTo>
                <a:lnTo>
                  <a:pt x="335937" y="44027"/>
                </a:lnTo>
                <a:lnTo>
                  <a:pt x="336215" y="45529"/>
                </a:lnTo>
                <a:lnTo>
                  <a:pt x="336442" y="47151"/>
                </a:lnTo>
                <a:lnTo>
                  <a:pt x="336619" y="48892"/>
                </a:lnTo>
                <a:lnTo>
                  <a:pt x="336746" y="50753"/>
                </a:lnTo>
                <a:lnTo>
                  <a:pt x="336821" y="52734"/>
                </a:lnTo>
                <a:lnTo>
                  <a:pt x="336847" y="54834"/>
                </a:lnTo>
                <a:lnTo>
                  <a:pt x="336847" y="114937"/>
                </a:lnTo>
                <a:lnTo>
                  <a:pt x="325220" y="114937"/>
                </a:lnTo>
                <a:lnTo>
                  <a:pt x="325220" y="60602"/>
                </a:lnTo>
                <a:lnTo>
                  <a:pt x="325217" y="59516"/>
                </a:lnTo>
                <a:lnTo>
                  <a:pt x="325208" y="58488"/>
                </a:lnTo>
                <a:lnTo>
                  <a:pt x="325193" y="57520"/>
                </a:lnTo>
                <a:lnTo>
                  <a:pt x="325172" y="56610"/>
                </a:lnTo>
                <a:lnTo>
                  <a:pt x="325146" y="55759"/>
                </a:lnTo>
                <a:lnTo>
                  <a:pt x="325113" y="54967"/>
                </a:lnTo>
                <a:lnTo>
                  <a:pt x="325074" y="54234"/>
                </a:lnTo>
                <a:lnTo>
                  <a:pt x="325030" y="53560"/>
                </a:lnTo>
                <a:lnTo>
                  <a:pt x="324979" y="52944"/>
                </a:lnTo>
                <a:lnTo>
                  <a:pt x="324923" y="52388"/>
                </a:lnTo>
                <a:lnTo>
                  <a:pt x="324860" y="51890"/>
                </a:lnTo>
                <a:lnTo>
                  <a:pt x="324792" y="51451"/>
                </a:lnTo>
                <a:lnTo>
                  <a:pt x="324715" y="51050"/>
                </a:lnTo>
                <a:lnTo>
                  <a:pt x="324625" y="50665"/>
                </a:lnTo>
                <a:lnTo>
                  <a:pt x="324524" y="50296"/>
                </a:lnTo>
                <a:lnTo>
                  <a:pt x="324412" y="49944"/>
                </a:lnTo>
                <a:lnTo>
                  <a:pt x="324287" y="49608"/>
                </a:lnTo>
                <a:lnTo>
                  <a:pt x="324150" y="49288"/>
                </a:lnTo>
                <a:lnTo>
                  <a:pt x="324001" y="48985"/>
                </a:lnTo>
                <a:lnTo>
                  <a:pt x="323841" y="48698"/>
                </a:lnTo>
                <a:lnTo>
                  <a:pt x="323668" y="48427"/>
                </a:lnTo>
                <a:lnTo>
                  <a:pt x="323484" y="48172"/>
                </a:lnTo>
                <a:lnTo>
                  <a:pt x="323288" y="47934"/>
                </a:lnTo>
                <a:lnTo>
                  <a:pt x="323080" y="47713"/>
                </a:lnTo>
                <a:lnTo>
                  <a:pt x="322865" y="47508"/>
                </a:lnTo>
                <a:lnTo>
                  <a:pt x="322646" y="47321"/>
                </a:lnTo>
                <a:lnTo>
                  <a:pt x="322425" y="47152"/>
                </a:lnTo>
                <a:lnTo>
                  <a:pt x="322200" y="47000"/>
                </a:lnTo>
                <a:lnTo>
                  <a:pt x="321973" y="46867"/>
                </a:lnTo>
                <a:lnTo>
                  <a:pt x="321743" y="46751"/>
                </a:lnTo>
                <a:lnTo>
                  <a:pt x="321509" y="46653"/>
                </a:lnTo>
                <a:lnTo>
                  <a:pt x="321273" y="46573"/>
                </a:lnTo>
                <a:lnTo>
                  <a:pt x="321034" y="46511"/>
                </a:lnTo>
                <a:lnTo>
                  <a:pt x="320792" y="46466"/>
                </a:lnTo>
                <a:lnTo>
                  <a:pt x="320546" y="46440"/>
                </a:lnTo>
                <a:lnTo>
                  <a:pt x="320298" y="46431"/>
                </a:lnTo>
                <a:lnTo>
                  <a:pt x="319676" y="46470"/>
                </a:lnTo>
                <a:lnTo>
                  <a:pt x="319047" y="46588"/>
                </a:lnTo>
                <a:lnTo>
                  <a:pt x="318410" y="46785"/>
                </a:lnTo>
                <a:lnTo>
                  <a:pt x="317766" y="47060"/>
                </a:lnTo>
                <a:lnTo>
                  <a:pt x="317114" y="47414"/>
                </a:lnTo>
                <a:lnTo>
                  <a:pt x="316455" y="47846"/>
                </a:lnTo>
                <a:lnTo>
                  <a:pt x="315789" y="48357"/>
                </a:lnTo>
                <a:lnTo>
                  <a:pt x="315115" y="48947"/>
                </a:lnTo>
                <a:lnTo>
                  <a:pt x="314434" y="49615"/>
                </a:lnTo>
                <a:lnTo>
                  <a:pt x="313745" y="50362"/>
                </a:lnTo>
                <a:lnTo>
                  <a:pt x="313049" y="51188"/>
                </a:lnTo>
                <a:lnTo>
                  <a:pt x="312345" y="52092"/>
                </a:lnTo>
                <a:lnTo>
                  <a:pt x="311636" y="53087"/>
                </a:lnTo>
                <a:lnTo>
                  <a:pt x="310925" y="54186"/>
                </a:lnTo>
                <a:lnTo>
                  <a:pt x="310212" y="55388"/>
                </a:lnTo>
                <a:lnTo>
                  <a:pt x="309496" y="56693"/>
                </a:lnTo>
                <a:lnTo>
                  <a:pt x="308777" y="58102"/>
                </a:lnTo>
                <a:lnTo>
                  <a:pt x="308056" y="59614"/>
                </a:lnTo>
                <a:lnTo>
                  <a:pt x="307333" y="61229"/>
                </a:lnTo>
                <a:lnTo>
                  <a:pt x="306607" y="62948"/>
                </a:lnTo>
                <a:lnTo>
                  <a:pt x="305878" y="64770"/>
                </a:lnTo>
                <a:lnTo>
                  <a:pt x="305148" y="66696"/>
                </a:lnTo>
                <a:lnTo>
                  <a:pt x="304414" y="68725"/>
                </a:lnTo>
                <a:lnTo>
                  <a:pt x="303678" y="70857"/>
                </a:lnTo>
                <a:lnTo>
                  <a:pt x="303678" y="114937"/>
                </a:lnTo>
                <a:lnTo>
                  <a:pt x="292551" y="114937"/>
                </a:lnTo>
                <a:lnTo>
                  <a:pt x="292551" y="60673"/>
                </a:lnTo>
                <a:lnTo>
                  <a:pt x="292537" y="58977"/>
                </a:lnTo>
                <a:lnTo>
                  <a:pt x="292494" y="57401"/>
                </a:lnTo>
                <a:lnTo>
                  <a:pt x="292422" y="55947"/>
                </a:lnTo>
                <a:lnTo>
                  <a:pt x="292321" y="54612"/>
                </a:lnTo>
                <a:lnTo>
                  <a:pt x="292192" y="53399"/>
                </a:lnTo>
                <a:lnTo>
                  <a:pt x="292034" y="52306"/>
                </a:lnTo>
                <a:lnTo>
                  <a:pt x="291847" y="51334"/>
                </a:lnTo>
                <a:lnTo>
                  <a:pt x="291632" y="50482"/>
                </a:lnTo>
                <a:lnTo>
                  <a:pt x="291387" y="49751"/>
                </a:lnTo>
                <a:lnTo>
                  <a:pt x="291114" y="49141"/>
                </a:lnTo>
                <a:lnTo>
                  <a:pt x="290813" y="48651"/>
                </a:lnTo>
                <a:lnTo>
                  <a:pt x="290482" y="48282"/>
                </a:lnTo>
                <a:lnTo>
                  <a:pt x="290141" y="47987"/>
                </a:lnTo>
                <a:lnTo>
                  <a:pt x="289805" y="47717"/>
                </a:lnTo>
                <a:lnTo>
                  <a:pt x="289475" y="47472"/>
                </a:lnTo>
                <a:lnTo>
                  <a:pt x="289151" y="47254"/>
                </a:lnTo>
                <a:lnTo>
                  <a:pt x="288833" y="47061"/>
                </a:lnTo>
                <a:lnTo>
                  <a:pt x="288521" y="46894"/>
                </a:lnTo>
                <a:lnTo>
                  <a:pt x="288215" y="46752"/>
                </a:lnTo>
                <a:lnTo>
                  <a:pt x="287915" y="46636"/>
                </a:lnTo>
                <a:lnTo>
                  <a:pt x="287620" y="46546"/>
                </a:lnTo>
                <a:lnTo>
                  <a:pt x="287332" y="46482"/>
                </a:lnTo>
                <a:lnTo>
                  <a:pt x="287050" y="46444"/>
                </a:lnTo>
                <a:lnTo>
                  <a:pt x="286773" y="46431"/>
                </a:lnTo>
                <a:lnTo>
                  <a:pt x="286163" y="46475"/>
                </a:lnTo>
                <a:lnTo>
                  <a:pt x="285546" y="46607"/>
                </a:lnTo>
                <a:lnTo>
                  <a:pt x="284921" y="46827"/>
                </a:lnTo>
                <a:lnTo>
                  <a:pt x="284289" y="47135"/>
                </a:lnTo>
                <a:lnTo>
                  <a:pt x="283649" y="47531"/>
                </a:lnTo>
                <a:lnTo>
                  <a:pt x="283002" y="48015"/>
                </a:lnTo>
                <a:lnTo>
                  <a:pt x="282347" y="48587"/>
                </a:lnTo>
                <a:lnTo>
                  <a:pt x="281685" y="49248"/>
                </a:lnTo>
                <a:lnTo>
                  <a:pt x="281016" y="49996"/>
                </a:lnTo>
                <a:lnTo>
                  <a:pt x="280339" y="50832"/>
                </a:lnTo>
                <a:lnTo>
                  <a:pt x="279654" y="51756"/>
                </a:lnTo>
                <a:lnTo>
                  <a:pt x="278963" y="52769"/>
                </a:lnTo>
                <a:lnTo>
                  <a:pt x="278270" y="53850"/>
                </a:lnTo>
                <a:lnTo>
                  <a:pt x="277583" y="54980"/>
                </a:lnTo>
                <a:lnTo>
                  <a:pt x="276901" y="56160"/>
                </a:lnTo>
                <a:lnTo>
                  <a:pt x="276224" y="57390"/>
                </a:lnTo>
                <a:lnTo>
                  <a:pt x="275553" y="58668"/>
                </a:lnTo>
                <a:lnTo>
                  <a:pt x="274888" y="59997"/>
                </a:lnTo>
                <a:lnTo>
                  <a:pt x="274228" y="61375"/>
                </a:lnTo>
                <a:lnTo>
                  <a:pt x="273573" y="62802"/>
                </a:lnTo>
                <a:lnTo>
                  <a:pt x="272924" y="64278"/>
                </a:lnTo>
                <a:lnTo>
                  <a:pt x="272280" y="65805"/>
                </a:lnTo>
                <a:lnTo>
                  <a:pt x="271642" y="67380"/>
                </a:lnTo>
                <a:lnTo>
                  <a:pt x="271009" y="69005"/>
                </a:lnTo>
                <a:lnTo>
                  <a:pt x="271009" y="114937"/>
                </a:lnTo>
                <a:lnTo>
                  <a:pt x="259383" y="114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0" name="Original vector context 89">
            <a:extLst xmlns:a="http://schemas.openxmlformats.org/drawingml/2006/main">
              <a:ext uri="{FF2B5EF4-FFF2-40B4-BE49-F238E27FC236}">
                <a16:creationId xmlns:a16="http://schemas.microsoft.com/office/drawing/2014/main" id="{2ED92AC7-8349-41BB-ADC9-63700E5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131" y="10315885"/>
            <a:ext cx="351512" cy="29852"/>
          </a:xfrm>
          <a:custGeom xmlns:a="http://schemas.openxmlformats.org/drawingml/2006/main">
            <a:pathLst>
              <a:path w="351512" h="29852">
                <a:moveTo>
                  <a:pt x="0" y="29852"/>
                </a:moveTo>
                <a:lnTo>
                  <a:pt x="0" y="0"/>
                </a:lnTo>
                <a:lnTo>
                  <a:pt x="27619" y="0"/>
                </a:lnTo>
                <a:lnTo>
                  <a:pt x="27619" y="29852"/>
                </a:lnTo>
                <a:lnTo>
                  <a:pt x="0" y="29852"/>
                </a:lnTo>
                <a:moveTo>
                  <a:pt x="67107" y="29852"/>
                </a:moveTo>
                <a:lnTo>
                  <a:pt x="67107" y="0"/>
                </a:lnTo>
                <a:lnTo>
                  <a:pt x="94497" y="0"/>
                </a:lnTo>
                <a:lnTo>
                  <a:pt x="94497" y="29852"/>
                </a:lnTo>
                <a:lnTo>
                  <a:pt x="67107" y="29852"/>
                </a:lnTo>
                <a:moveTo>
                  <a:pt x="133985" y="29852"/>
                </a:moveTo>
                <a:lnTo>
                  <a:pt x="133985" y="0"/>
                </a:lnTo>
                <a:lnTo>
                  <a:pt x="161604" y="0"/>
                </a:lnTo>
                <a:lnTo>
                  <a:pt x="161604" y="29852"/>
                </a:lnTo>
                <a:lnTo>
                  <a:pt x="133985" y="29852"/>
                </a:lnTo>
                <a:close/>
                <a:moveTo>
                  <a:pt x="189908" y="29852"/>
                </a:moveTo>
                <a:lnTo>
                  <a:pt x="189908" y="0"/>
                </a:lnTo>
                <a:lnTo>
                  <a:pt x="217527" y="0"/>
                </a:lnTo>
                <a:lnTo>
                  <a:pt x="217527" y="29852"/>
                </a:lnTo>
                <a:lnTo>
                  <a:pt x="189908" y="29852"/>
                </a:lnTo>
                <a:moveTo>
                  <a:pt x="257015" y="29852"/>
                </a:moveTo>
                <a:lnTo>
                  <a:pt x="257015" y="0"/>
                </a:lnTo>
                <a:lnTo>
                  <a:pt x="284405" y="0"/>
                </a:lnTo>
                <a:lnTo>
                  <a:pt x="284405" y="29852"/>
                </a:lnTo>
                <a:lnTo>
                  <a:pt x="257015" y="29852"/>
                </a:lnTo>
                <a:moveTo>
                  <a:pt x="323893" y="29852"/>
                </a:moveTo>
                <a:lnTo>
                  <a:pt x="323893" y="0"/>
                </a:lnTo>
                <a:lnTo>
                  <a:pt x="351512" y="0"/>
                </a:lnTo>
                <a:lnTo>
                  <a:pt x="351512" y="29852"/>
                </a:lnTo>
                <a:lnTo>
                  <a:pt x="323893" y="29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1" name="Original vector context 90">
            <a:extLst xmlns:a="http://schemas.openxmlformats.org/drawingml/2006/main">
              <a:ext uri="{FF2B5EF4-FFF2-40B4-BE49-F238E27FC236}">
                <a16:creationId xmlns:a16="http://schemas.microsoft.com/office/drawing/2014/main" id="{1D857696-C611-4C53-9D4B-CF00C9CC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621" y="10194510"/>
            <a:ext cx="43810" cy="276680"/>
          </a:xfrm>
          <a:custGeom xmlns:a="http://schemas.openxmlformats.org/drawingml/2006/main">
            <a:pathLst>
              <a:path w="43810" h="276680">
                <a:moveTo>
                  <a:pt x="21280" y="0"/>
                </a:moveTo>
                <a:lnTo>
                  <a:pt x="27573" y="240088"/>
                </a:lnTo>
                <a:lnTo>
                  <a:pt x="16621" y="240374"/>
                </a:lnTo>
                <a:lnTo>
                  <a:pt x="10328" y="285"/>
                </a:lnTo>
                <a:lnTo>
                  <a:pt x="21280" y="0"/>
                </a:lnTo>
                <a:close/>
                <a:moveTo>
                  <a:pt x="43810" y="232370"/>
                </a:moveTo>
                <a:lnTo>
                  <a:pt x="23052" y="276680"/>
                </a:lnTo>
                <a:lnTo>
                  <a:pt x="0" y="233514"/>
                </a:lnTo>
                <a:lnTo>
                  <a:pt x="43810" y="232370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92" name="Original vector context 91">
            <a:extLst xmlns:a="http://schemas.openxmlformats.org/drawingml/2006/main">
              <a:ext uri="{FF2B5EF4-FFF2-40B4-BE49-F238E27FC236}">
                <a16:creationId xmlns:a16="http://schemas.microsoft.com/office/drawing/2014/main" id="{8FAFDB1D-7316-4D08-9BF8-5404EC64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653" y="10541032"/>
            <a:ext cx="167995" cy="153136"/>
          </a:xfrm>
          <a:custGeom xmlns:a="http://schemas.openxmlformats.org/drawingml/2006/main">
            <a:pathLst>
              <a:path w="167995" h="153136">
                <a:moveTo>
                  <a:pt x="0" y="76568"/>
                </a:moveTo>
                <a:lnTo>
                  <a:pt x="767" y="66178"/>
                </a:lnTo>
                <a:lnTo>
                  <a:pt x="3000" y="56213"/>
                </a:lnTo>
                <a:lnTo>
                  <a:pt x="6601" y="46764"/>
                </a:lnTo>
                <a:lnTo>
                  <a:pt x="11468" y="37922"/>
                </a:lnTo>
                <a:lnTo>
                  <a:pt x="17502" y="29779"/>
                </a:lnTo>
                <a:lnTo>
                  <a:pt x="24602" y="22426"/>
                </a:lnTo>
                <a:lnTo>
                  <a:pt x="32669" y="15954"/>
                </a:lnTo>
                <a:lnTo>
                  <a:pt x="41602" y="10454"/>
                </a:lnTo>
                <a:lnTo>
                  <a:pt x="51302" y="6017"/>
                </a:lnTo>
                <a:lnTo>
                  <a:pt x="61668" y="2735"/>
                </a:lnTo>
                <a:lnTo>
                  <a:pt x="72600" y="699"/>
                </a:lnTo>
                <a:lnTo>
                  <a:pt x="83998" y="0"/>
                </a:lnTo>
                <a:lnTo>
                  <a:pt x="95396" y="699"/>
                </a:lnTo>
                <a:lnTo>
                  <a:pt x="106328" y="2735"/>
                </a:lnTo>
                <a:lnTo>
                  <a:pt x="116693" y="6017"/>
                </a:lnTo>
                <a:lnTo>
                  <a:pt x="126393" y="10454"/>
                </a:lnTo>
                <a:lnTo>
                  <a:pt x="135326" y="15954"/>
                </a:lnTo>
                <a:lnTo>
                  <a:pt x="143393" y="22426"/>
                </a:lnTo>
                <a:lnTo>
                  <a:pt x="150493" y="29779"/>
                </a:lnTo>
                <a:lnTo>
                  <a:pt x="156527" y="37922"/>
                </a:lnTo>
                <a:lnTo>
                  <a:pt x="161394" y="46764"/>
                </a:lnTo>
                <a:lnTo>
                  <a:pt x="164995" y="56213"/>
                </a:lnTo>
                <a:lnTo>
                  <a:pt x="167229" y="66178"/>
                </a:lnTo>
                <a:lnTo>
                  <a:pt x="167995" y="76568"/>
                </a:lnTo>
                <a:lnTo>
                  <a:pt x="167229" y="86957"/>
                </a:lnTo>
                <a:lnTo>
                  <a:pt x="164995" y="96922"/>
                </a:lnTo>
                <a:lnTo>
                  <a:pt x="161394" y="106371"/>
                </a:lnTo>
                <a:lnTo>
                  <a:pt x="156527" y="115213"/>
                </a:lnTo>
                <a:lnTo>
                  <a:pt x="150493" y="123356"/>
                </a:lnTo>
                <a:lnTo>
                  <a:pt x="143393" y="130709"/>
                </a:lnTo>
                <a:lnTo>
                  <a:pt x="135326" y="137182"/>
                </a:lnTo>
                <a:lnTo>
                  <a:pt x="126393" y="142682"/>
                </a:lnTo>
                <a:lnTo>
                  <a:pt x="116693" y="147119"/>
                </a:lnTo>
                <a:lnTo>
                  <a:pt x="106328" y="150401"/>
                </a:lnTo>
                <a:lnTo>
                  <a:pt x="95396" y="152437"/>
                </a:lnTo>
                <a:lnTo>
                  <a:pt x="83998" y="153136"/>
                </a:lnTo>
                <a:lnTo>
                  <a:pt x="72600" y="152437"/>
                </a:lnTo>
                <a:lnTo>
                  <a:pt x="61668" y="150401"/>
                </a:lnTo>
                <a:lnTo>
                  <a:pt x="51302" y="147119"/>
                </a:lnTo>
                <a:lnTo>
                  <a:pt x="41602" y="142682"/>
                </a:lnTo>
                <a:lnTo>
                  <a:pt x="32669" y="137182"/>
                </a:lnTo>
                <a:lnTo>
                  <a:pt x="24602" y="130709"/>
                </a:lnTo>
                <a:lnTo>
                  <a:pt x="17502" y="123356"/>
                </a:lnTo>
                <a:lnTo>
                  <a:pt x="11468" y="115213"/>
                </a:lnTo>
                <a:lnTo>
                  <a:pt x="6601" y="106371"/>
                </a:lnTo>
                <a:lnTo>
                  <a:pt x="3000" y="96922"/>
                </a:lnTo>
                <a:lnTo>
                  <a:pt x="767" y="86957"/>
                </a:lnTo>
                <a:lnTo>
                  <a:pt x="0" y="76568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93" name="Original vector context 92">
            <a:extLst xmlns:a="http://schemas.openxmlformats.org/drawingml/2006/main">
              <a:ext uri="{FF2B5EF4-FFF2-40B4-BE49-F238E27FC236}">
                <a16:creationId xmlns:a16="http://schemas.microsoft.com/office/drawing/2014/main" id="{5C020E2C-2917-454A-B143-C1A7B543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653" y="10541032"/>
            <a:ext cx="167995" cy="153136"/>
          </a:xfrm>
          <a:custGeom xmlns:a="http://schemas.openxmlformats.org/drawingml/2006/main">
            <a:pathLst>
              <a:path w="167995" h="153136">
                <a:moveTo>
                  <a:pt x="0" y="76568"/>
                </a:moveTo>
                <a:lnTo>
                  <a:pt x="767" y="66178"/>
                </a:lnTo>
                <a:lnTo>
                  <a:pt x="3000" y="56213"/>
                </a:lnTo>
                <a:lnTo>
                  <a:pt x="6601" y="46764"/>
                </a:lnTo>
                <a:lnTo>
                  <a:pt x="11468" y="37923"/>
                </a:lnTo>
                <a:lnTo>
                  <a:pt x="17502" y="29780"/>
                </a:lnTo>
                <a:lnTo>
                  <a:pt x="24602" y="22426"/>
                </a:lnTo>
                <a:lnTo>
                  <a:pt x="32669" y="15954"/>
                </a:lnTo>
                <a:lnTo>
                  <a:pt x="41602" y="10454"/>
                </a:lnTo>
                <a:lnTo>
                  <a:pt x="51302" y="6017"/>
                </a:lnTo>
                <a:lnTo>
                  <a:pt x="61668" y="2735"/>
                </a:lnTo>
                <a:lnTo>
                  <a:pt x="72600" y="699"/>
                </a:lnTo>
                <a:lnTo>
                  <a:pt x="83998" y="0"/>
                </a:lnTo>
                <a:lnTo>
                  <a:pt x="95396" y="699"/>
                </a:lnTo>
                <a:lnTo>
                  <a:pt x="106328" y="2735"/>
                </a:lnTo>
                <a:lnTo>
                  <a:pt x="116693" y="6017"/>
                </a:lnTo>
                <a:lnTo>
                  <a:pt x="126393" y="10454"/>
                </a:lnTo>
                <a:lnTo>
                  <a:pt x="135326" y="15954"/>
                </a:lnTo>
                <a:lnTo>
                  <a:pt x="143393" y="22426"/>
                </a:lnTo>
                <a:lnTo>
                  <a:pt x="150493" y="29780"/>
                </a:lnTo>
                <a:lnTo>
                  <a:pt x="156527" y="37923"/>
                </a:lnTo>
                <a:lnTo>
                  <a:pt x="161394" y="46764"/>
                </a:lnTo>
                <a:lnTo>
                  <a:pt x="164995" y="56213"/>
                </a:lnTo>
                <a:lnTo>
                  <a:pt x="167229" y="66178"/>
                </a:lnTo>
                <a:lnTo>
                  <a:pt x="167995" y="76568"/>
                </a:lnTo>
                <a:lnTo>
                  <a:pt x="167229" y="86958"/>
                </a:lnTo>
                <a:lnTo>
                  <a:pt x="164995" y="96923"/>
                </a:lnTo>
                <a:lnTo>
                  <a:pt x="161394" y="106372"/>
                </a:lnTo>
                <a:lnTo>
                  <a:pt x="156527" y="115213"/>
                </a:lnTo>
                <a:lnTo>
                  <a:pt x="150493" y="123356"/>
                </a:lnTo>
                <a:lnTo>
                  <a:pt x="143393" y="130710"/>
                </a:lnTo>
                <a:lnTo>
                  <a:pt x="135326" y="137182"/>
                </a:lnTo>
                <a:lnTo>
                  <a:pt x="126393" y="142682"/>
                </a:lnTo>
                <a:lnTo>
                  <a:pt x="116693" y="147119"/>
                </a:lnTo>
                <a:lnTo>
                  <a:pt x="106328" y="150401"/>
                </a:lnTo>
                <a:lnTo>
                  <a:pt x="95396" y="152437"/>
                </a:lnTo>
                <a:lnTo>
                  <a:pt x="83998" y="153136"/>
                </a:lnTo>
                <a:lnTo>
                  <a:pt x="72600" y="152437"/>
                </a:lnTo>
                <a:lnTo>
                  <a:pt x="61668" y="150401"/>
                </a:lnTo>
                <a:lnTo>
                  <a:pt x="51302" y="147119"/>
                </a:lnTo>
                <a:lnTo>
                  <a:pt x="41602" y="142682"/>
                </a:lnTo>
                <a:lnTo>
                  <a:pt x="32669" y="137182"/>
                </a:lnTo>
                <a:lnTo>
                  <a:pt x="24602" y="130710"/>
                </a:lnTo>
                <a:lnTo>
                  <a:pt x="17502" y="123356"/>
                </a:lnTo>
                <a:lnTo>
                  <a:pt x="11468" y="115213"/>
                </a:lnTo>
                <a:lnTo>
                  <a:pt x="6601" y="106372"/>
                </a:lnTo>
                <a:lnTo>
                  <a:pt x="3000" y="96923"/>
                </a:lnTo>
                <a:lnTo>
                  <a:pt x="767" y="86958"/>
                </a:lnTo>
                <a:lnTo>
                  <a:pt x="0" y="76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172C51"/>
            </a:solidFill>
          </a:ln>
        </p:spPr>
      </p:sp>
      <p:sp>
        <p:nvSpPr>
          <p:cNvPr id="94" name="Original vector context 93">
            <a:extLst xmlns:a="http://schemas.openxmlformats.org/drawingml/2006/main">
              <a:ext uri="{FF2B5EF4-FFF2-40B4-BE49-F238E27FC236}">
                <a16:creationId xmlns:a16="http://schemas.microsoft.com/office/drawing/2014/main" id="{251D02A3-87C6-4A4C-8938-CFC0A36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1" y="10565217"/>
            <a:ext cx="60915" cy="101834"/>
          </a:xfrm>
          <a:custGeom xmlns:a="http://schemas.openxmlformats.org/drawingml/2006/main">
            <a:pathLst>
              <a:path w="60915" h="101834">
                <a:moveTo>
                  <a:pt x="0" y="101834"/>
                </a:moveTo>
                <a:lnTo>
                  <a:pt x="0" y="95425"/>
                </a:lnTo>
                <a:lnTo>
                  <a:pt x="567" y="94049"/>
                </a:lnTo>
                <a:lnTo>
                  <a:pt x="1174" y="92675"/>
                </a:lnTo>
                <a:lnTo>
                  <a:pt x="1823" y="91301"/>
                </a:lnTo>
                <a:lnTo>
                  <a:pt x="2513" y="89930"/>
                </a:lnTo>
                <a:lnTo>
                  <a:pt x="3244" y="88560"/>
                </a:lnTo>
                <a:lnTo>
                  <a:pt x="4016" y="87191"/>
                </a:lnTo>
                <a:lnTo>
                  <a:pt x="4829" y="85824"/>
                </a:lnTo>
                <a:lnTo>
                  <a:pt x="5683" y="84458"/>
                </a:lnTo>
                <a:lnTo>
                  <a:pt x="6578" y="83094"/>
                </a:lnTo>
                <a:lnTo>
                  <a:pt x="7514" y="81731"/>
                </a:lnTo>
                <a:lnTo>
                  <a:pt x="8491" y="80370"/>
                </a:lnTo>
                <a:lnTo>
                  <a:pt x="9509" y="79011"/>
                </a:lnTo>
                <a:lnTo>
                  <a:pt x="10588" y="77636"/>
                </a:lnTo>
                <a:lnTo>
                  <a:pt x="11748" y="76228"/>
                </a:lnTo>
                <a:lnTo>
                  <a:pt x="12988" y="74789"/>
                </a:lnTo>
                <a:lnTo>
                  <a:pt x="14309" y="73318"/>
                </a:lnTo>
                <a:lnTo>
                  <a:pt x="15711" y="71814"/>
                </a:lnTo>
                <a:lnTo>
                  <a:pt x="17193" y="70278"/>
                </a:lnTo>
                <a:lnTo>
                  <a:pt x="18755" y="68710"/>
                </a:lnTo>
                <a:lnTo>
                  <a:pt x="20399" y="67110"/>
                </a:lnTo>
                <a:lnTo>
                  <a:pt x="22123" y="65478"/>
                </a:lnTo>
                <a:lnTo>
                  <a:pt x="23927" y="63814"/>
                </a:lnTo>
                <a:lnTo>
                  <a:pt x="25813" y="62117"/>
                </a:lnTo>
                <a:lnTo>
                  <a:pt x="27778" y="60388"/>
                </a:lnTo>
                <a:lnTo>
                  <a:pt x="29792" y="58631"/>
                </a:lnTo>
                <a:lnTo>
                  <a:pt x="31703" y="56921"/>
                </a:lnTo>
                <a:lnTo>
                  <a:pt x="33510" y="55257"/>
                </a:lnTo>
                <a:lnTo>
                  <a:pt x="35214" y="53639"/>
                </a:lnTo>
                <a:lnTo>
                  <a:pt x="36814" y="52068"/>
                </a:lnTo>
                <a:lnTo>
                  <a:pt x="38311" y="50543"/>
                </a:lnTo>
                <a:lnTo>
                  <a:pt x="39705" y="49065"/>
                </a:lnTo>
                <a:lnTo>
                  <a:pt x="40995" y="47633"/>
                </a:lnTo>
                <a:lnTo>
                  <a:pt x="42182" y="46248"/>
                </a:lnTo>
                <a:lnTo>
                  <a:pt x="43266" y="44910"/>
                </a:lnTo>
                <a:lnTo>
                  <a:pt x="44246" y="43617"/>
                </a:lnTo>
                <a:lnTo>
                  <a:pt x="45123" y="42372"/>
                </a:lnTo>
                <a:lnTo>
                  <a:pt x="45913" y="41144"/>
                </a:lnTo>
                <a:lnTo>
                  <a:pt x="46635" y="39907"/>
                </a:lnTo>
                <a:lnTo>
                  <a:pt x="47289" y="38660"/>
                </a:lnTo>
                <a:lnTo>
                  <a:pt x="47873" y="37403"/>
                </a:lnTo>
                <a:lnTo>
                  <a:pt x="48389" y="36136"/>
                </a:lnTo>
                <a:lnTo>
                  <a:pt x="48836" y="34859"/>
                </a:lnTo>
                <a:lnTo>
                  <a:pt x="49214" y="33572"/>
                </a:lnTo>
                <a:lnTo>
                  <a:pt x="49523" y="32275"/>
                </a:lnTo>
                <a:lnTo>
                  <a:pt x="49764" y="30969"/>
                </a:lnTo>
                <a:lnTo>
                  <a:pt x="49936" y="29652"/>
                </a:lnTo>
                <a:lnTo>
                  <a:pt x="50039" y="28326"/>
                </a:lnTo>
                <a:lnTo>
                  <a:pt x="50073" y="26990"/>
                </a:lnTo>
                <a:lnTo>
                  <a:pt x="50037" y="25476"/>
                </a:lnTo>
                <a:lnTo>
                  <a:pt x="49929" y="24021"/>
                </a:lnTo>
                <a:lnTo>
                  <a:pt x="49749" y="22626"/>
                </a:lnTo>
                <a:lnTo>
                  <a:pt x="49497" y="21289"/>
                </a:lnTo>
                <a:lnTo>
                  <a:pt x="49172" y="20011"/>
                </a:lnTo>
                <a:lnTo>
                  <a:pt x="48775" y="18791"/>
                </a:lnTo>
                <a:lnTo>
                  <a:pt x="48307" y="17631"/>
                </a:lnTo>
                <a:lnTo>
                  <a:pt x="47766" y="16529"/>
                </a:lnTo>
                <a:lnTo>
                  <a:pt x="47153" y="15487"/>
                </a:lnTo>
                <a:lnTo>
                  <a:pt x="46468" y="14503"/>
                </a:lnTo>
                <a:lnTo>
                  <a:pt x="45711" y="13578"/>
                </a:lnTo>
                <a:lnTo>
                  <a:pt x="44882" y="12711"/>
                </a:lnTo>
                <a:lnTo>
                  <a:pt x="43988" y="11910"/>
                </a:lnTo>
                <a:lnTo>
                  <a:pt x="43039" y="11177"/>
                </a:lnTo>
                <a:lnTo>
                  <a:pt x="42033" y="10515"/>
                </a:lnTo>
                <a:lnTo>
                  <a:pt x="40970" y="9922"/>
                </a:lnTo>
                <a:lnTo>
                  <a:pt x="39852" y="9399"/>
                </a:lnTo>
                <a:lnTo>
                  <a:pt x="38677" y="8946"/>
                </a:lnTo>
                <a:lnTo>
                  <a:pt x="37445" y="8563"/>
                </a:lnTo>
                <a:lnTo>
                  <a:pt x="36158" y="8249"/>
                </a:lnTo>
                <a:lnTo>
                  <a:pt x="34814" y="8005"/>
                </a:lnTo>
                <a:lnTo>
                  <a:pt x="33414" y="7830"/>
                </a:lnTo>
                <a:lnTo>
                  <a:pt x="31957" y="7726"/>
                </a:lnTo>
                <a:lnTo>
                  <a:pt x="30444" y="7691"/>
                </a:lnTo>
                <a:lnTo>
                  <a:pt x="29067" y="7725"/>
                </a:lnTo>
                <a:lnTo>
                  <a:pt x="27731" y="7828"/>
                </a:lnTo>
                <a:lnTo>
                  <a:pt x="26437" y="8000"/>
                </a:lnTo>
                <a:lnTo>
                  <a:pt x="25185" y="8241"/>
                </a:lnTo>
                <a:lnTo>
                  <a:pt x="23975" y="8550"/>
                </a:lnTo>
                <a:lnTo>
                  <a:pt x="22808" y="8928"/>
                </a:lnTo>
                <a:lnTo>
                  <a:pt x="21682" y="9375"/>
                </a:lnTo>
                <a:lnTo>
                  <a:pt x="20598" y="9891"/>
                </a:lnTo>
                <a:lnTo>
                  <a:pt x="19556" y="10475"/>
                </a:lnTo>
                <a:lnTo>
                  <a:pt x="18556" y="11128"/>
                </a:lnTo>
                <a:lnTo>
                  <a:pt x="17598" y="11850"/>
                </a:lnTo>
                <a:lnTo>
                  <a:pt x="16682" y="12640"/>
                </a:lnTo>
                <a:lnTo>
                  <a:pt x="15818" y="13491"/>
                </a:lnTo>
                <a:lnTo>
                  <a:pt x="15016" y="14392"/>
                </a:lnTo>
                <a:lnTo>
                  <a:pt x="14275" y="15344"/>
                </a:lnTo>
                <a:lnTo>
                  <a:pt x="13596" y="16347"/>
                </a:lnTo>
                <a:lnTo>
                  <a:pt x="12979" y="17401"/>
                </a:lnTo>
                <a:lnTo>
                  <a:pt x="12424" y="18506"/>
                </a:lnTo>
                <a:lnTo>
                  <a:pt x="11930" y="19662"/>
                </a:lnTo>
                <a:lnTo>
                  <a:pt x="11498" y="20869"/>
                </a:lnTo>
                <a:lnTo>
                  <a:pt x="11128" y="22127"/>
                </a:lnTo>
                <a:lnTo>
                  <a:pt x="10819" y="23436"/>
                </a:lnTo>
                <a:lnTo>
                  <a:pt x="10572" y="24796"/>
                </a:lnTo>
                <a:lnTo>
                  <a:pt x="10387" y="26206"/>
                </a:lnTo>
                <a:lnTo>
                  <a:pt x="1284" y="25067"/>
                </a:lnTo>
                <a:lnTo>
                  <a:pt x="1510" y="23222"/>
                </a:lnTo>
                <a:lnTo>
                  <a:pt x="1831" y="21437"/>
                </a:lnTo>
                <a:lnTo>
                  <a:pt x="2247" y="19713"/>
                </a:lnTo>
                <a:lnTo>
                  <a:pt x="2759" y="18048"/>
                </a:lnTo>
                <a:lnTo>
                  <a:pt x="3366" y="16445"/>
                </a:lnTo>
                <a:lnTo>
                  <a:pt x="4068" y="14901"/>
                </a:lnTo>
                <a:lnTo>
                  <a:pt x="4866" y="13418"/>
                </a:lnTo>
                <a:lnTo>
                  <a:pt x="5759" y="11995"/>
                </a:lnTo>
                <a:lnTo>
                  <a:pt x="6747" y="10633"/>
                </a:lnTo>
                <a:lnTo>
                  <a:pt x="7831" y="9331"/>
                </a:lnTo>
                <a:lnTo>
                  <a:pt x="9010" y="8089"/>
                </a:lnTo>
                <a:lnTo>
                  <a:pt x="10285" y="6908"/>
                </a:lnTo>
                <a:lnTo>
                  <a:pt x="11637" y="5804"/>
                </a:lnTo>
                <a:lnTo>
                  <a:pt x="13051" y="4797"/>
                </a:lnTo>
                <a:lnTo>
                  <a:pt x="14525" y="3886"/>
                </a:lnTo>
                <a:lnTo>
                  <a:pt x="16060" y="3070"/>
                </a:lnTo>
                <a:lnTo>
                  <a:pt x="17656" y="2351"/>
                </a:lnTo>
                <a:lnTo>
                  <a:pt x="19312" y="1727"/>
                </a:lnTo>
                <a:lnTo>
                  <a:pt x="21030" y="1199"/>
                </a:lnTo>
                <a:lnTo>
                  <a:pt x="22808" y="768"/>
                </a:lnTo>
                <a:lnTo>
                  <a:pt x="24647" y="432"/>
                </a:lnTo>
                <a:lnTo>
                  <a:pt x="26547" y="192"/>
                </a:lnTo>
                <a:lnTo>
                  <a:pt x="28508" y="48"/>
                </a:lnTo>
                <a:lnTo>
                  <a:pt x="30529" y="0"/>
                </a:lnTo>
                <a:lnTo>
                  <a:pt x="32753" y="48"/>
                </a:lnTo>
                <a:lnTo>
                  <a:pt x="34893" y="194"/>
                </a:lnTo>
                <a:lnTo>
                  <a:pt x="36951" y="436"/>
                </a:lnTo>
                <a:lnTo>
                  <a:pt x="38925" y="775"/>
                </a:lnTo>
                <a:lnTo>
                  <a:pt x="40817" y="1212"/>
                </a:lnTo>
                <a:lnTo>
                  <a:pt x="42625" y="1745"/>
                </a:lnTo>
                <a:lnTo>
                  <a:pt x="44350" y="2375"/>
                </a:lnTo>
                <a:lnTo>
                  <a:pt x="45993" y="3102"/>
                </a:lnTo>
                <a:lnTo>
                  <a:pt x="47552" y="3926"/>
                </a:lnTo>
                <a:lnTo>
                  <a:pt x="49028" y="4846"/>
                </a:lnTo>
                <a:lnTo>
                  <a:pt x="50422" y="5864"/>
                </a:lnTo>
                <a:lnTo>
                  <a:pt x="51732" y="6979"/>
                </a:lnTo>
                <a:lnTo>
                  <a:pt x="52948" y="8180"/>
                </a:lnTo>
                <a:lnTo>
                  <a:pt x="54058" y="9457"/>
                </a:lnTo>
                <a:lnTo>
                  <a:pt x="55063" y="10810"/>
                </a:lnTo>
                <a:lnTo>
                  <a:pt x="55962" y="12239"/>
                </a:lnTo>
                <a:lnTo>
                  <a:pt x="56755" y="13745"/>
                </a:lnTo>
                <a:lnTo>
                  <a:pt x="57443" y="15326"/>
                </a:lnTo>
                <a:lnTo>
                  <a:pt x="58024" y="16984"/>
                </a:lnTo>
                <a:lnTo>
                  <a:pt x="58500" y="18718"/>
                </a:lnTo>
                <a:lnTo>
                  <a:pt x="58870" y="20528"/>
                </a:lnTo>
                <a:lnTo>
                  <a:pt x="59135" y="22414"/>
                </a:lnTo>
                <a:lnTo>
                  <a:pt x="59293" y="24377"/>
                </a:lnTo>
                <a:lnTo>
                  <a:pt x="59346" y="26415"/>
                </a:lnTo>
                <a:lnTo>
                  <a:pt x="59330" y="27478"/>
                </a:lnTo>
                <a:lnTo>
                  <a:pt x="59283" y="28530"/>
                </a:lnTo>
                <a:lnTo>
                  <a:pt x="59204" y="29571"/>
                </a:lnTo>
                <a:lnTo>
                  <a:pt x="59093" y="30601"/>
                </a:lnTo>
                <a:lnTo>
                  <a:pt x="58950" y="31620"/>
                </a:lnTo>
                <a:lnTo>
                  <a:pt x="58776" y="32629"/>
                </a:lnTo>
                <a:lnTo>
                  <a:pt x="58570" y="33626"/>
                </a:lnTo>
                <a:lnTo>
                  <a:pt x="58333" y="34613"/>
                </a:lnTo>
                <a:lnTo>
                  <a:pt x="58064" y="35589"/>
                </a:lnTo>
                <a:lnTo>
                  <a:pt x="57763" y="36553"/>
                </a:lnTo>
                <a:lnTo>
                  <a:pt x="57430" y="37507"/>
                </a:lnTo>
                <a:lnTo>
                  <a:pt x="57066" y="38450"/>
                </a:lnTo>
                <a:lnTo>
                  <a:pt x="56670" y="39387"/>
                </a:lnTo>
                <a:lnTo>
                  <a:pt x="56243" y="40324"/>
                </a:lnTo>
                <a:lnTo>
                  <a:pt x="55784" y="41260"/>
                </a:lnTo>
                <a:lnTo>
                  <a:pt x="55294" y="42196"/>
                </a:lnTo>
                <a:lnTo>
                  <a:pt x="54772" y="43131"/>
                </a:lnTo>
                <a:lnTo>
                  <a:pt x="54218" y="44066"/>
                </a:lnTo>
                <a:lnTo>
                  <a:pt x="53632" y="45000"/>
                </a:lnTo>
                <a:lnTo>
                  <a:pt x="53015" y="45934"/>
                </a:lnTo>
                <a:lnTo>
                  <a:pt x="52366" y="46867"/>
                </a:lnTo>
                <a:lnTo>
                  <a:pt x="51686" y="47800"/>
                </a:lnTo>
                <a:lnTo>
                  <a:pt x="50973" y="48732"/>
                </a:lnTo>
                <a:lnTo>
                  <a:pt x="50229" y="49664"/>
                </a:lnTo>
                <a:lnTo>
                  <a:pt x="49425" y="50625"/>
                </a:lnTo>
                <a:lnTo>
                  <a:pt x="48532" y="51643"/>
                </a:lnTo>
                <a:lnTo>
                  <a:pt x="47550" y="52719"/>
                </a:lnTo>
                <a:lnTo>
                  <a:pt x="46478" y="53853"/>
                </a:lnTo>
                <a:lnTo>
                  <a:pt x="45318" y="55045"/>
                </a:lnTo>
                <a:lnTo>
                  <a:pt x="44068" y="56294"/>
                </a:lnTo>
                <a:lnTo>
                  <a:pt x="42730" y="57602"/>
                </a:lnTo>
                <a:lnTo>
                  <a:pt x="41302" y="58967"/>
                </a:lnTo>
                <a:lnTo>
                  <a:pt x="39786" y="60391"/>
                </a:lnTo>
                <a:lnTo>
                  <a:pt x="38180" y="61872"/>
                </a:lnTo>
                <a:lnTo>
                  <a:pt x="36485" y="63411"/>
                </a:lnTo>
                <a:lnTo>
                  <a:pt x="34702" y="65008"/>
                </a:lnTo>
                <a:lnTo>
                  <a:pt x="31595" y="67819"/>
                </a:lnTo>
                <a:lnTo>
                  <a:pt x="28686" y="70554"/>
                </a:lnTo>
                <a:lnTo>
                  <a:pt x="25973" y="73215"/>
                </a:lnTo>
                <a:lnTo>
                  <a:pt x="23457" y="75800"/>
                </a:lnTo>
                <a:lnTo>
                  <a:pt x="21137" y="78309"/>
                </a:lnTo>
                <a:lnTo>
                  <a:pt x="19015" y="80744"/>
                </a:lnTo>
                <a:lnTo>
                  <a:pt x="17089" y="83104"/>
                </a:lnTo>
                <a:lnTo>
                  <a:pt x="15361" y="85388"/>
                </a:lnTo>
                <a:lnTo>
                  <a:pt x="13829" y="87597"/>
                </a:lnTo>
                <a:lnTo>
                  <a:pt x="12494" y="89731"/>
                </a:lnTo>
                <a:lnTo>
                  <a:pt x="11355" y="91790"/>
                </a:lnTo>
                <a:lnTo>
                  <a:pt x="10414" y="93774"/>
                </a:lnTo>
                <a:lnTo>
                  <a:pt x="60915" y="93774"/>
                </a:lnTo>
                <a:lnTo>
                  <a:pt x="60915" y="101834"/>
                </a:lnTo>
                <a:lnTo>
                  <a:pt x="0" y="101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5" name="Original vector context 94">
            <a:extLst xmlns:a="http://schemas.openxmlformats.org/drawingml/2006/main">
              <a:ext uri="{FF2B5EF4-FFF2-40B4-BE49-F238E27FC236}">
                <a16:creationId xmlns:a16="http://schemas.microsoft.com/office/drawing/2014/main" id="{3805093C-0480-455F-8D90-6567E99E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367" y="10511862"/>
            <a:ext cx="956843" cy="240642"/>
          </a:xfrm>
          <a:custGeom xmlns:a="http://schemas.openxmlformats.org/drawingml/2006/main">
            <a:pathLst>
              <a:path w="956843" h="240642">
                <a:moveTo>
                  <a:pt x="0" y="40108"/>
                </a:moveTo>
                <a:lnTo>
                  <a:pt x="367" y="34666"/>
                </a:lnTo>
                <a:lnTo>
                  <a:pt x="1435" y="29446"/>
                </a:lnTo>
                <a:lnTo>
                  <a:pt x="3157" y="24496"/>
                </a:lnTo>
                <a:lnTo>
                  <a:pt x="5485" y="19865"/>
                </a:lnTo>
                <a:lnTo>
                  <a:pt x="8371" y="15599"/>
                </a:lnTo>
                <a:lnTo>
                  <a:pt x="11767" y="11747"/>
                </a:lnTo>
                <a:lnTo>
                  <a:pt x="15625" y="8357"/>
                </a:lnTo>
                <a:lnTo>
                  <a:pt x="19897" y="5476"/>
                </a:lnTo>
                <a:lnTo>
                  <a:pt x="24536" y="3152"/>
                </a:lnTo>
                <a:lnTo>
                  <a:pt x="29494" y="1433"/>
                </a:lnTo>
                <a:lnTo>
                  <a:pt x="34723" y="366"/>
                </a:lnTo>
                <a:lnTo>
                  <a:pt x="40174" y="0"/>
                </a:lnTo>
                <a:lnTo>
                  <a:pt x="916669" y="0"/>
                </a:lnTo>
                <a:lnTo>
                  <a:pt x="922121" y="366"/>
                </a:lnTo>
                <a:lnTo>
                  <a:pt x="927349" y="1433"/>
                </a:lnTo>
                <a:lnTo>
                  <a:pt x="932307" y="3152"/>
                </a:lnTo>
                <a:lnTo>
                  <a:pt x="936946" y="5476"/>
                </a:lnTo>
                <a:lnTo>
                  <a:pt x="941218" y="8357"/>
                </a:lnTo>
                <a:lnTo>
                  <a:pt x="945076" y="11747"/>
                </a:lnTo>
                <a:lnTo>
                  <a:pt x="948472" y="15599"/>
                </a:lnTo>
                <a:lnTo>
                  <a:pt x="951358" y="19865"/>
                </a:lnTo>
                <a:lnTo>
                  <a:pt x="953686" y="24496"/>
                </a:lnTo>
                <a:lnTo>
                  <a:pt x="955408" y="29446"/>
                </a:lnTo>
                <a:lnTo>
                  <a:pt x="956476" y="34666"/>
                </a:lnTo>
                <a:lnTo>
                  <a:pt x="956843" y="40108"/>
                </a:lnTo>
                <a:lnTo>
                  <a:pt x="956843" y="200534"/>
                </a:lnTo>
                <a:lnTo>
                  <a:pt x="956476" y="205976"/>
                </a:lnTo>
                <a:lnTo>
                  <a:pt x="955408" y="211196"/>
                </a:lnTo>
                <a:lnTo>
                  <a:pt x="953686" y="216146"/>
                </a:lnTo>
                <a:lnTo>
                  <a:pt x="951358" y="220777"/>
                </a:lnTo>
                <a:lnTo>
                  <a:pt x="948472" y="225043"/>
                </a:lnTo>
                <a:lnTo>
                  <a:pt x="945076" y="228895"/>
                </a:lnTo>
                <a:lnTo>
                  <a:pt x="941218" y="232285"/>
                </a:lnTo>
                <a:lnTo>
                  <a:pt x="936946" y="235166"/>
                </a:lnTo>
                <a:lnTo>
                  <a:pt x="932307" y="237490"/>
                </a:lnTo>
                <a:lnTo>
                  <a:pt x="927349" y="239209"/>
                </a:lnTo>
                <a:lnTo>
                  <a:pt x="922121" y="240276"/>
                </a:lnTo>
                <a:lnTo>
                  <a:pt x="916669" y="240642"/>
                </a:lnTo>
                <a:lnTo>
                  <a:pt x="40174" y="240642"/>
                </a:lnTo>
                <a:lnTo>
                  <a:pt x="34723" y="240276"/>
                </a:lnTo>
                <a:lnTo>
                  <a:pt x="29494" y="239209"/>
                </a:lnTo>
                <a:lnTo>
                  <a:pt x="24536" y="237490"/>
                </a:lnTo>
                <a:lnTo>
                  <a:pt x="19897" y="235166"/>
                </a:lnTo>
                <a:lnTo>
                  <a:pt x="15625" y="232285"/>
                </a:lnTo>
                <a:lnTo>
                  <a:pt x="11767" y="228895"/>
                </a:lnTo>
                <a:lnTo>
                  <a:pt x="8371" y="225043"/>
                </a:lnTo>
                <a:lnTo>
                  <a:pt x="5485" y="220777"/>
                </a:lnTo>
                <a:lnTo>
                  <a:pt x="3157" y="216146"/>
                </a:lnTo>
                <a:lnTo>
                  <a:pt x="1435" y="211196"/>
                </a:lnTo>
                <a:lnTo>
                  <a:pt x="367" y="205976"/>
                </a:lnTo>
                <a:lnTo>
                  <a:pt x="0" y="200534"/>
                </a:lnTo>
                <a:lnTo>
                  <a:pt x="0" y="401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000000"/>
            </a:solidFill>
          </a:ln>
        </p:spPr>
      </p:sp>
      <p:sp>
        <p:nvSpPr>
          <p:cNvPr id="96" name="Original vector context 95">
            <a:extLst xmlns:a="http://schemas.openxmlformats.org/drawingml/2006/main">
              <a:ext uri="{FF2B5EF4-FFF2-40B4-BE49-F238E27FC236}">
                <a16:creationId xmlns:a16="http://schemas.microsoft.com/office/drawing/2014/main" id="{C2B10028-2BE3-4601-973D-D7B2EC54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173" y="10568292"/>
            <a:ext cx="336847" cy="114937"/>
          </a:xfrm>
          <a:custGeom xmlns:a="http://schemas.openxmlformats.org/drawingml/2006/main">
            <a:pathLst>
              <a:path w="336847" h="114937">
                <a:moveTo>
                  <a:pt x="23824" y="114937"/>
                </a:moveTo>
                <a:lnTo>
                  <a:pt x="23824" y="11109"/>
                </a:lnTo>
                <a:lnTo>
                  <a:pt x="0" y="11109"/>
                </a:lnTo>
                <a:lnTo>
                  <a:pt x="0" y="0"/>
                </a:lnTo>
                <a:lnTo>
                  <a:pt x="37091" y="0"/>
                </a:lnTo>
                <a:lnTo>
                  <a:pt x="37091" y="103828"/>
                </a:lnTo>
                <a:lnTo>
                  <a:pt x="61985" y="103828"/>
                </a:lnTo>
                <a:lnTo>
                  <a:pt x="61985" y="114937"/>
                </a:lnTo>
                <a:lnTo>
                  <a:pt x="23824" y="114937"/>
                </a:lnTo>
                <a:close/>
                <a:moveTo>
                  <a:pt x="111474" y="114937"/>
                </a:moveTo>
                <a:lnTo>
                  <a:pt x="111474" y="11109"/>
                </a:lnTo>
                <a:lnTo>
                  <a:pt x="87650" y="11109"/>
                </a:lnTo>
                <a:lnTo>
                  <a:pt x="87650" y="0"/>
                </a:lnTo>
                <a:lnTo>
                  <a:pt x="124741" y="0"/>
                </a:lnTo>
                <a:lnTo>
                  <a:pt x="124741" y="103828"/>
                </a:lnTo>
                <a:lnTo>
                  <a:pt x="149635" y="103828"/>
                </a:lnTo>
                <a:lnTo>
                  <a:pt x="149635" y="114937"/>
                </a:lnTo>
                <a:lnTo>
                  <a:pt x="111474" y="114937"/>
                </a:lnTo>
                <a:close/>
                <a:moveTo>
                  <a:pt x="203617" y="114937"/>
                </a:moveTo>
                <a:lnTo>
                  <a:pt x="169023" y="35322"/>
                </a:lnTo>
                <a:lnTo>
                  <a:pt x="183574" y="35322"/>
                </a:lnTo>
                <a:lnTo>
                  <a:pt x="210893" y="98403"/>
                </a:lnTo>
                <a:lnTo>
                  <a:pt x="238783" y="35322"/>
                </a:lnTo>
                <a:lnTo>
                  <a:pt x="252050" y="35322"/>
                </a:lnTo>
                <a:lnTo>
                  <a:pt x="217170" y="114937"/>
                </a:lnTo>
                <a:lnTo>
                  <a:pt x="203617" y="114937"/>
                </a:lnTo>
                <a:close/>
                <a:moveTo>
                  <a:pt x="259383" y="114937"/>
                </a:moveTo>
                <a:lnTo>
                  <a:pt x="259383" y="35322"/>
                </a:lnTo>
                <a:lnTo>
                  <a:pt x="271009" y="35322"/>
                </a:lnTo>
                <a:lnTo>
                  <a:pt x="271009" y="53623"/>
                </a:lnTo>
                <a:lnTo>
                  <a:pt x="271920" y="51739"/>
                </a:lnTo>
                <a:lnTo>
                  <a:pt x="272819" y="49954"/>
                </a:lnTo>
                <a:lnTo>
                  <a:pt x="273709" y="48269"/>
                </a:lnTo>
                <a:lnTo>
                  <a:pt x="274588" y="46684"/>
                </a:lnTo>
                <a:lnTo>
                  <a:pt x="275456" y="45199"/>
                </a:lnTo>
                <a:lnTo>
                  <a:pt x="276315" y="43814"/>
                </a:lnTo>
                <a:lnTo>
                  <a:pt x="277162" y="42528"/>
                </a:lnTo>
                <a:lnTo>
                  <a:pt x="278000" y="41343"/>
                </a:lnTo>
                <a:lnTo>
                  <a:pt x="278827" y="40257"/>
                </a:lnTo>
                <a:lnTo>
                  <a:pt x="279643" y="39272"/>
                </a:lnTo>
                <a:lnTo>
                  <a:pt x="280449" y="38386"/>
                </a:lnTo>
                <a:lnTo>
                  <a:pt x="281245" y="37600"/>
                </a:lnTo>
                <a:lnTo>
                  <a:pt x="282036" y="36895"/>
                </a:lnTo>
                <a:lnTo>
                  <a:pt x="282829" y="36251"/>
                </a:lnTo>
                <a:lnTo>
                  <a:pt x="283624" y="35669"/>
                </a:lnTo>
                <a:lnTo>
                  <a:pt x="284419" y="35147"/>
                </a:lnTo>
                <a:lnTo>
                  <a:pt x="285217" y="34688"/>
                </a:lnTo>
                <a:lnTo>
                  <a:pt x="286015" y="34289"/>
                </a:lnTo>
                <a:lnTo>
                  <a:pt x="286816" y="33952"/>
                </a:lnTo>
                <a:lnTo>
                  <a:pt x="287617" y="33676"/>
                </a:lnTo>
                <a:lnTo>
                  <a:pt x="288420" y="33461"/>
                </a:lnTo>
                <a:lnTo>
                  <a:pt x="289225" y="33308"/>
                </a:lnTo>
                <a:lnTo>
                  <a:pt x="290031" y="33216"/>
                </a:lnTo>
                <a:lnTo>
                  <a:pt x="290839" y="33185"/>
                </a:lnTo>
                <a:lnTo>
                  <a:pt x="291786" y="33217"/>
                </a:lnTo>
                <a:lnTo>
                  <a:pt x="292702" y="33311"/>
                </a:lnTo>
                <a:lnTo>
                  <a:pt x="293587" y="33468"/>
                </a:lnTo>
                <a:lnTo>
                  <a:pt x="294441" y="33688"/>
                </a:lnTo>
                <a:lnTo>
                  <a:pt x="295264" y="33970"/>
                </a:lnTo>
                <a:lnTo>
                  <a:pt x="296055" y="34316"/>
                </a:lnTo>
                <a:lnTo>
                  <a:pt x="296815" y="34724"/>
                </a:lnTo>
                <a:lnTo>
                  <a:pt x="297544" y="35195"/>
                </a:lnTo>
                <a:lnTo>
                  <a:pt x="298242" y="35729"/>
                </a:lnTo>
                <a:lnTo>
                  <a:pt x="298908" y="36325"/>
                </a:lnTo>
                <a:lnTo>
                  <a:pt x="299543" y="36985"/>
                </a:lnTo>
                <a:lnTo>
                  <a:pt x="300148" y="37707"/>
                </a:lnTo>
                <a:lnTo>
                  <a:pt x="300711" y="38487"/>
                </a:lnTo>
                <a:lnTo>
                  <a:pt x="301226" y="39320"/>
                </a:lnTo>
                <a:lnTo>
                  <a:pt x="301692" y="40206"/>
                </a:lnTo>
                <a:lnTo>
                  <a:pt x="302109" y="41145"/>
                </a:lnTo>
                <a:lnTo>
                  <a:pt x="302477" y="42137"/>
                </a:lnTo>
                <a:lnTo>
                  <a:pt x="302796" y="43182"/>
                </a:lnTo>
                <a:lnTo>
                  <a:pt x="303065" y="44279"/>
                </a:lnTo>
                <a:lnTo>
                  <a:pt x="303286" y="45430"/>
                </a:lnTo>
                <a:lnTo>
                  <a:pt x="303458" y="46633"/>
                </a:lnTo>
                <a:lnTo>
                  <a:pt x="303580" y="47890"/>
                </a:lnTo>
                <a:lnTo>
                  <a:pt x="303654" y="49199"/>
                </a:lnTo>
                <a:lnTo>
                  <a:pt x="303678" y="50561"/>
                </a:lnTo>
                <a:lnTo>
                  <a:pt x="303678" y="54834"/>
                </a:lnTo>
                <a:lnTo>
                  <a:pt x="304077" y="53642"/>
                </a:lnTo>
                <a:lnTo>
                  <a:pt x="304490" y="52489"/>
                </a:lnTo>
                <a:lnTo>
                  <a:pt x="304915" y="51373"/>
                </a:lnTo>
                <a:lnTo>
                  <a:pt x="305355" y="50296"/>
                </a:lnTo>
                <a:lnTo>
                  <a:pt x="305807" y="49257"/>
                </a:lnTo>
                <a:lnTo>
                  <a:pt x="306273" y="48256"/>
                </a:lnTo>
                <a:lnTo>
                  <a:pt x="306752" y="47292"/>
                </a:lnTo>
                <a:lnTo>
                  <a:pt x="307245" y="46367"/>
                </a:lnTo>
                <a:lnTo>
                  <a:pt x="307751" y="45480"/>
                </a:lnTo>
                <a:lnTo>
                  <a:pt x="308270" y="44632"/>
                </a:lnTo>
                <a:lnTo>
                  <a:pt x="308803" y="43821"/>
                </a:lnTo>
                <a:lnTo>
                  <a:pt x="309349" y="43048"/>
                </a:lnTo>
                <a:lnTo>
                  <a:pt x="309904" y="42307"/>
                </a:lnTo>
                <a:lnTo>
                  <a:pt x="310462" y="41592"/>
                </a:lnTo>
                <a:lnTo>
                  <a:pt x="311023" y="40903"/>
                </a:lnTo>
                <a:lnTo>
                  <a:pt x="311588" y="40239"/>
                </a:lnTo>
                <a:lnTo>
                  <a:pt x="312156" y="39601"/>
                </a:lnTo>
                <a:lnTo>
                  <a:pt x="312728" y="38989"/>
                </a:lnTo>
                <a:lnTo>
                  <a:pt x="313304" y="38402"/>
                </a:lnTo>
                <a:lnTo>
                  <a:pt x="313882" y="37842"/>
                </a:lnTo>
                <a:lnTo>
                  <a:pt x="314465" y="37307"/>
                </a:lnTo>
                <a:lnTo>
                  <a:pt x="315050" y="36797"/>
                </a:lnTo>
                <a:lnTo>
                  <a:pt x="315640" y="36314"/>
                </a:lnTo>
                <a:lnTo>
                  <a:pt x="316232" y="35856"/>
                </a:lnTo>
                <a:lnTo>
                  <a:pt x="316834" y="35429"/>
                </a:lnTo>
                <a:lnTo>
                  <a:pt x="317451" y="35040"/>
                </a:lnTo>
                <a:lnTo>
                  <a:pt x="318082" y="34687"/>
                </a:lnTo>
                <a:lnTo>
                  <a:pt x="318729" y="34372"/>
                </a:lnTo>
                <a:lnTo>
                  <a:pt x="319390" y="34094"/>
                </a:lnTo>
                <a:lnTo>
                  <a:pt x="320066" y="33853"/>
                </a:lnTo>
                <a:lnTo>
                  <a:pt x="320757" y="33649"/>
                </a:lnTo>
                <a:lnTo>
                  <a:pt x="321463" y="33482"/>
                </a:lnTo>
                <a:lnTo>
                  <a:pt x="322184" y="33352"/>
                </a:lnTo>
                <a:lnTo>
                  <a:pt x="322919" y="33259"/>
                </a:lnTo>
                <a:lnTo>
                  <a:pt x="323670" y="33204"/>
                </a:lnTo>
                <a:lnTo>
                  <a:pt x="324435" y="33185"/>
                </a:lnTo>
                <a:lnTo>
                  <a:pt x="325281" y="33215"/>
                </a:lnTo>
                <a:lnTo>
                  <a:pt x="326106" y="33306"/>
                </a:lnTo>
                <a:lnTo>
                  <a:pt x="326909" y="33457"/>
                </a:lnTo>
                <a:lnTo>
                  <a:pt x="327693" y="33668"/>
                </a:lnTo>
                <a:lnTo>
                  <a:pt x="328455" y="33939"/>
                </a:lnTo>
                <a:lnTo>
                  <a:pt x="329196" y="34271"/>
                </a:lnTo>
                <a:lnTo>
                  <a:pt x="329917" y="34663"/>
                </a:lnTo>
                <a:lnTo>
                  <a:pt x="330617" y="35116"/>
                </a:lnTo>
                <a:lnTo>
                  <a:pt x="331296" y="35629"/>
                </a:lnTo>
                <a:lnTo>
                  <a:pt x="331955" y="36202"/>
                </a:lnTo>
                <a:lnTo>
                  <a:pt x="332592" y="36835"/>
                </a:lnTo>
                <a:lnTo>
                  <a:pt x="333209" y="37529"/>
                </a:lnTo>
                <a:lnTo>
                  <a:pt x="333790" y="38313"/>
                </a:lnTo>
                <a:lnTo>
                  <a:pt x="334320" y="39216"/>
                </a:lnTo>
                <a:lnTo>
                  <a:pt x="334800" y="40240"/>
                </a:lnTo>
                <a:lnTo>
                  <a:pt x="335230" y="41383"/>
                </a:lnTo>
                <a:lnTo>
                  <a:pt x="335609" y="42645"/>
                </a:lnTo>
                <a:lnTo>
                  <a:pt x="335937" y="44027"/>
                </a:lnTo>
                <a:lnTo>
                  <a:pt x="336215" y="45529"/>
                </a:lnTo>
                <a:lnTo>
                  <a:pt x="336442" y="47151"/>
                </a:lnTo>
                <a:lnTo>
                  <a:pt x="336619" y="48892"/>
                </a:lnTo>
                <a:lnTo>
                  <a:pt x="336746" y="50753"/>
                </a:lnTo>
                <a:lnTo>
                  <a:pt x="336821" y="52734"/>
                </a:lnTo>
                <a:lnTo>
                  <a:pt x="336847" y="54834"/>
                </a:lnTo>
                <a:lnTo>
                  <a:pt x="336847" y="114937"/>
                </a:lnTo>
                <a:lnTo>
                  <a:pt x="325220" y="114937"/>
                </a:lnTo>
                <a:lnTo>
                  <a:pt x="325220" y="60602"/>
                </a:lnTo>
                <a:lnTo>
                  <a:pt x="325217" y="59516"/>
                </a:lnTo>
                <a:lnTo>
                  <a:pt x="325208" y="58488"/>
                </a:lnTo>
                <a:lnTo>
                  <a:pt x="325193" y="57520"/>
                </a:lnTo>
                <a:lnTo>
                  <a:pt x="325172" y="56610"/>
                </a:lnTo>
                <a:lnTo>
                  <a:pt x="325146" y="55759"/>
                </a:lnTo>
                <a:lnTo>
                  <a:pt x="325113" y="54967"/>
                </a:lnTo>
                <a:lnTo>
                  <a:pt x="325074" y="54234"/>
                </a:lnTo>
                <a:lnTo>
                  <a:pt x="325030" y="53560"/>
                </a:lnTo>
                <a:lnTo>
                  <a:pt x="324979" y="52944"/>
                </a:lnTo>
                <a:lnTo>
                  <a:pt x="324923" y="52388"/>
                </a:lnTo>
                <a:lnTo>
                  <a:pt x="324860" y="51890"/>
                </a:lnTo>
                <a:lnTo>
                  <a:pt x="324792" y="51451"/>
                </a:lnTo>
                <a:lnTo>
                  <a:pt x="324715" y="51050"/>
                </a:lnTo>
                <a:lnTo>
                  <a:pt x="324625" y="50665"/>
                </a:lnTo>
                <a:lnTo>
                  <a:pt x="324524" y="50296"/>
                </a:lnTo>
                <a:lnTo>
                  <a:pt x="324411" y="49944"/>
                </a:lnTo>
                <a:lnTo>
                  <a:pt x="324287" y="49608"/>
                </a:lnTo>
                <a:lnTo>
                  <a:pt x="324150" y="49288"/>
                </a:lnTo>
                <a:lnTo>
                  <a:pt x="324001" y="48985"/>
                </a:lnTo>
                <a:lnTo>
                  <a:pt x="323841" y="48698"/>
                </a:lnTo>
                <a:lnTo>
                  <a:pt x="323668" y="48427"/>
                </a:lnTo>
                <a:lnTo>
                  <a:pt x="323484" y="48172"/>
                </a:lnTo>
                <a:lnTo>
                  <a:pt x="323288" y="47934"/>
                </a:lnTo>
                <a:lnTo>
                  <a:pt x="323080" y="47713"/>
                </a:lnTo>
                <a:lnTo>
                  <a:pt x="322864" y="47508"/>
                </a:lnTo>
                <a:lnTo>
                  <a:pt x="322646" y="47321"/>
                </a:lnTo>
                <a:lnTo>
                  <a:pt x="322425" y="47152"/>
                </a:lnTo>
                <a:lnTo>
                  <a:pt x="322200" y="47000"/>
                </a:lnTo>
                <a:lnTo>
                  <a:pt x="321973" y="46867"/>
                </a:lnTo>
                <a:lnTo>
                  <a:pt x="321743" y="46751"/>
                </a:lnTo>
                <a:lnTo>
                  <a:pt x="321509" y="46653"/>
                </a:lnTo>
                <a:lnTo>
                  <a:pt x="321273" y="46573"/>
                </a:lnTo>
                <a:lnTo>
                  <a:pt x="321034" y="46511"/>
                </a:lnTo>
                <a:lnTo>
                  <a:pt x="320791" y="46466"/>
                </a:lnTo>
                <a:lnTo>
                  <a:pt x="320546" y="46440"/>
                </a:lnTo>
                <a:lnTo>
                  <a:pt x="320298" y="46431"/>
                </a:lnTo>
                <a:lnTo>
                  <a:pt x="319676" y="46470"/>
                </a:lnTo>
                <a:lnTo>
                  <a:pt x="319047" y="46588"/>
                </a:lnTo>
                <a:lnTo>
                  <a:pt x="318410" y="46785"/>
                </a:lnTo>
                <a:lnTo>
                  <a:pt x="317766" y="47060"/>
                </a:lnTo>
                <a:lnTo>
                  <a:pt x="317114" y="47414"/>
                </a:lnTo>
                <a:lnTo>
                  <a:pt x="316455" y="47846"/>
                </a:lnTo>
                <a:lnTo>
                  <a:pt x="315789" y="48357"/>
                </a:lnTo>
                <a:lnTo>
                  <a:pt x="315115" y="48947"/>
                </a:lnTo>
                <a:lnTo>
                  <a:pt x="314433" y="49615"/>
                </a:lnTo>
                <a:lnTo>
                  <a:pt x="313745" y="50362"/>
                </a:lnTo>
                <a:lnTo>
                  <a:pt x="313048" y="51188"/>
                </a:lnTo>
                <a:lnTo>
                  <a:pt x="312345" y="52092"/>
                </a:lnTo>
                <a:lnTo>
                  <a:pt x="311636" y="53087"/>
                </a:lnTo>
                <a:lnTo>
                  <a:pt x="310925" y="54186"/>
                </a:lnTo>
                <a:lnTo>
                  <a:pt x="310212" y="55388"/>
                </a:lnTo>
                <a:lnTo>
                  <a:pt x="309496" y="56693"/>
                </a:lnTo>
                <a:lnTo>
                  <a:pt x="308777" y="58102"/>
                </a:lnTo>
                <a:lnTo>
                  <a:pt x="308056" y="59614"/>
                </a:lnTo>
                <a:lnTo>
                  <a:pt x="307333" y="61229"/>
                </a:lnTo>
                <a:lnTo>
                  <a:pt x="306607" y="62948"/>
                </a:lnTo>
                <a:lnTo>
                  <a:pt x="305878" y="64770"/>
                </a:lnTo>
                <a:lnTo>
                  <a:pt x="305148" y="66696"/>
                </a:lnTo>
                <a:lnTo>
                  <a:pt x="304414" y="68725"/>
                </a:lnTo>
                <a:lnTo>
                  <a:pt x="303678" y="70857"/>
                </a:lnTo>
                <a:lnTo>
                  <a:pt x="303678" y="114937"/>
                </a:lnTo>
                <a:lnTo>
                  <a:pt x="292551" y="114937"/>
                </a:lnTo>
                <a:lnTo>
                  <a:pt x="292551" y="60673"/>
                </a:lnTo>
                <a:lnTo>
                  <a:pt x="292537" y="58977"/>
                </a:lnTo>
                <a:lnTo>
                  <a:pt x="292493" y="57401"/>
                </a:lnTo>
                <a:lnTo>
                  <a:pt x="292422" y="55947"/>
                </a:lnTo>
                <a:lnTo>
                  <a:pt x="292321" y="54612"/>
                </a:lnTo>
                <a:lnTo>
                  <a:pt x="292192" y="53399"/>
                </a:lnTo>
                <a:lnTo>
                  <a:pt x="292034" y="52306"/>
                </a:lnTo>
                <a:lnTo>
                  <a:pt x="291847" y="51334"/>
                </a:lnTo>
                <a:lnTo>
                  <a:pt x="291632" y="50482"/>
                </a:lnTo>
                <a:lnTo>
                  <a:pt x="291387" y="49751"/>
                </a:lnTo>
                <a:lnTo>
                  <a:pt x="291114" y="49141"/>
                </a:lnTo>
                <a:lnTo>
                  <a:pt x="290813" y="48651"/>
                </a:lnTo>
                <a:lnTo>
                  <a:pt x="290482" y="48282"/>
                </a:lnTo>
                <a:lnTo>
                  <a:pt x="290141" y="47987"/>
                </a:lnTo>
                <a:lnTo>
                  <a:pt x="289805" y="47717"/>
                </a:lnTo>
                <a:lnTo>
                  <a:pt x="289475" y="47472"/>
                </a:lnTo>
                <a:lnTo>
                  <a:pt x="289151" y="47254"/>
                </a:lnTo>
                <a:lnTo>
                  <a:pt x="288833" y="47061"/>
                </a:lnTo>
                <a:lnTo>
                  <a:pt x="288521" y="46894"/>
                </a:lnTo>
                <a:lnTo>
                  <a:pt x="288215" y="46752"/>
                </a:lnTo>
                <a:lnTo>
                  <a:pt x="287914" y="46636"/>
                </a:lnTo>
                <a:lnTo>
                  <a:pt x="287620" y="46546"/>
                </a:lnTo>
                <a:lnTo>
                  <a:pt x="287332" y="46482"/>
                </a:lnTo>
                <a:lnTo>
                  <a:pt x="287050" y="46444"/>
                </a:lnTo>
                <a:lnTo>
                  <a:pt x="286773" y="46431"/>
                </a:lnTo>
                <a:lnTo>
                  <a:pt x="286163" y="46475"/>
                </a:lnTo>
                <a:lnTo>
                  <a:pt x="285546" y="46607"/>
                </a:lnTo>
                <a:lnTo>
                  <a:pt x="284921" y="46827"/>
                </a:lnTo>
                <a:lnTo>
                  <a:pt x="284289" y="47135"/>
                </a:lnTo>
                <a:lnTo>
                  <a:pt x="283649" y="47531"/>
                </a:lnTo>
                <a:lnTo>
                  <a:pt x="283002" y="48015"/>
                </a:lnTo>
                <a:lnTo>
                  <a:pt x="282347" y="48587"/>
                </a:lnTo>
                <a:lnTo>
                  <a:pt x="281685" y="49248"/>
                </a:lnTo>
                <a:lnTo>
                  <a:pt x="281016" y="49996"/>
                </a:lnTo>
                <a:lnTo>
                  <a:pt x="280339" y="50832"/>
                </a:lnTo>
                <a:lnTo>
                  <a:pt x="279654" y="51756"/>
                </a:lnTo>
                <a:lnTo>
                  <a:pt x="278963" y="52769"/>
                </a:lnTo>
                <a:lnTo>
                  <a:pt x="278270" y="53850"/>
                </a:lnTo>
                <a:lnTo>
                  <a:pt x="277583" y="54980"/>
                </a:lnTo>
                <a:lnTo>
                  <a:pt x="276901" y="56160"/>
                </a:lnTo>
                <a:lnTo>
                  <a:pt x="276224" y="57390"/>
                </a:lnTo>
                <a:lnTo>
                  <a:pt x="275553" y="58668"/>
                </a:lnTo>
                <a:lnTo>
                  <a:pt x="274888" y="59997"/>
                </a:lnTo>
                <a:lnTo>
                  <a:pt x="274228" y="61375"/>
                </a:lnTo>
                <a:lnTo>
                  <a:pt x="273573" y="62802"/>
                </a:lnTo>
                <a:lnTo>
                  <a:pt x="272924" y="64278"/>
                </a:lnTo>
                <a:lnTo>
                  <a:pt x="272280" y="65805"/>
                </a:lnTo>
                <a:lnTo>
                  <a:pt x="271642" y="67380"/>
                </a:lnTo>
                <a:lnTo>
                  <a:pt x="271009" y="69005"/>
                </a:lnTo>
                <a:lnTo>
                  <a:pt x="271009" y="114937"/>
                </a:lnTo>
                <a:lnTo>
                  <a:pt x="259383" y="114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7" name="Original vector context 96">
            <a:extLst xmlns:a="http://schemas.openxmlformats.org/drawingml/2006/main">
              <a:ext uri="{FF2B5EF4-FFF2-40B4-BE49-F238E27FC236}">
                <a16:creationId xmlns:a16="http://schemas.microsoft.com/office/drawing/2014/main" id="{5BF4EDCC-81D7-4148-A235-F862A431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015" y="10323178"/>
            <a:ext cx="351512" cy="29852"/>
          </a:xfrm>
          <a:custGeom xmlns:a="http://schemas.openxmlformats.org/drawingml/2006/main">
            <a:pathLst>
              <a:path w="351512" h="29852">
                <a:moveTo>
                  <a:pt x="0" y="29852"/>
                </a:moveTo>
                <a:lnTo>
                  <a:pt x="0" y="0"/>
                </a:lnTo>
                <a:lnTo>
                  <a:pt x="27619" y="0"/>
                </a:lnTo>
                <a:lnTo>
                  <a:pt x="27619" y="29852"/>
                </a:lnTo>
                <a:lnTo>
                  <a:pt x="0" y="29852"/>
                </a:lnTo>
                <a:moveTo>
                  <a:pt x="67107" y="29852"/>
                </a:moveTo>
                <a:lnTo>
                  <a:pt x="67107" y="0"/>
                </a:lnTo>
                <a:lnTo>
                  <a:pt x="94497" y="0"/>
                </a:lnTo>
                <a:lnTo>
                  <a:pt x="94497" y="29852"/>
                </a:lnTo>
                <a:lnTo>
                  <a:pt x="67107" y="29852"/>
                </a:lnTo>
                <a:moveTo>
                  <a:pt x="133985" y="29852"/>
                </a:moveTo>
                <a:lnTo>
                  <a:pt x="133985" y="0"/>
                </a:lnTo>
                <a:lnTo>
                  <a:pt x="161604" y="0"/>
                </a:lnTo>
                <a:lnTo>
                  <a:pt x="161604" y="29852"/>
                </a:lnTo>
                <a:lnTo>
                  <a:pt x="133985" y="29852"/>
                </a:lnTo>
                <a:close/>
                <a:moveTo>
                  <a:pt x="189908" y="29852"/>
                </a:moveTo>
                <a:lnTo>
                  <a:pt x="189908" y="0"/>
                </a:lnTo>
                <a:lnTo>
                  <a:pt x="217527" y="0"/>
                </a:lnTo>
                <a:lnTo>
                  <a:pt x="217527" y="29852"/>
                </a:lnTo>
                <a:lnTo>
                  <a:pt x="189908" y="29852"/>
                </a:lnTo>
                <a:moveTo>
                  <a:pt x="257015" y="29852"/>
                </a:moveTo>
                <a:lnTo>
                  <a:pt x="257015" y="0"/>
                </a:lnTo>
                <a:lnTo>
                  <a:pt x="284405" y="0"/>
                </a:lnTo>
                <a:lnTo>
                  <a:pt x="284405" y="29852"/>
                </a:lnTo>
                <a:lnTo>
                  <a:pt x="257015" y="29852"/>
                </a:lnTo>
                <a:moveTo>
                  <a:pt x="323893" y="29852"/>
                </a:moveTo>
                <a:lnTo>
                  <a:pt x="323893" y="0"/>
                </a:lnTo>
                <a:lnTo>
                  <a:pt x="351512" y="0"/>
                </a:lnTo>
                <a:lnTo>
                  <a:pt x="351512" y="29852"/>
                </a:lnTo>
                <a:lnTo>
                  <a:pt x="323893" y="29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8" name="Original vector context 97">
            <a:extLst xmlns:a="http://schemas.openxmlformats.org/drawingml/2006/main">
              <a:ext uri="{FF2B5EF4-FFF2-40B4-BE49-F238E27FC236}">
                <a16:creationId xmlns:a16="http://schemas.microsoft.com/office/drawing/2014/main" id="{5F4C0389-6BD1-4586-B30B-21C8AF3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411" y="10194400"/>
            <a:ext cx="43779" cy="312600"/>
          </a:xfrm>
          <a:custGeom xmlns:a="http://schemas.openxmlformats.org/drawingml/2006/main">
            <a:pathLst>
              <a:path w="43779" h="312600">
                <a:moveTo>
                  <a:pt x="14937" y="0"/>
                </a:moveTo>
                <a:lnTo>
                  <a:pt x="27699" y="275926"/>
                </a:lnTo>
                <a:lnTo>
                  <a:pt x="16755" y="276431"/>
                </a:lnTo>
                <a:lnTo>
                  <a:pt x="3993" y="505"/>
                </a:lnTo>
                <a:lnTo>
                  <a:pt x="14937" y="0"/>
                </a:lnTo>
                <a:close/>
                <a:moveTo>
                  <a:pt x="43779" y="267885"/>
                </a:moveTo>
                <a:lnTo>
                  <a:pt x="23911" y="312600"/>
                </a:lnTo>
                <a:lnTo>
                  <a:pt x="0" y="269903"/>
                </a:lnTo>
                <a:lnTo>
                  <a:pt x="43779" y="267885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</a:ln>
        </p:spPr>
      </p:sp>
      <p:sp>
        <p:nvSpPr>
          <p:cNvPr id="99" name="Original vector context 98">
            <a:extLst xmlns:a="http://schemas.openxmlformats.org/drawingml/2006/main">
              <a:ext uri="{FF2B5EF4-FFF2-40B4-BE49-F238E27FC236}">
                <a16:creationId xmlns:a16="http://schemas.microsoft.com/office/drawing/2014/main" id="{D3BEF0A5-8C32-4858-96C5-C6A3235C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408" y="10562909"/>
            <a:ext cx="167995" cy="160428"/>
          </a:xfrm>
          <a:custGeom xmlns:a="http://schemas.openxmlformats.org/drawingml/2006/main">
            <a:pathLst>
              <a:path w="167995" h="160428">
                <a:moveTo>
                  <a:pt x="0" y="80214"/>
                </a:moveTo>
                <a:lnTo>
                  <a:pt x="767" y="69329"/>
                </a:lnTo>
                <a:lnTo>
                  <a:pt x="3000" y="58890"/>
                </a:lnTo>
                <a:lnTo>
                  <a:pt x="6601" y="48991"/>
                </a:lnTo>
                <a:lnTo>
                  <a:pt x="11468" y="39728"/>
                </a:lnTo>
                <a:lnTo>
                  <a:pt x="17502" y="31198"/>
                </a:lnTo>
                <a:lnTo>
                  <a:pt x="24602" y="23494"/>
                </a:lnTo>
                <a:lnTo>
                  <a:pt x="32669" y="16714"/>
                </a:lnTo>
                <a:lnTo>
                  <a:pt x="41602" y="10952"/>
                </a:lnTo>
                <a:lnTo>
                  <a:pt x="51302" y="6304"/>
                </a:lnTo>
                <a:lnTo>
                  <a:pt x="61668" y="2865"/>
                </a:lnTo>
                <a:lnTo>
                  <a:pt x="72600" y="732"/>
                </a:lnTo>
                <a:lnTo>
                  <a:pt x="83998" y="0"/>
                </a:lnTo>
                <a:lnTo>
                  <a:pt x="95396" y="732"/>
                </a:lnTo>
                <a:lnTo>
                  <a:pt x="106328" y="2865"/>
                </a:lnTo>
                <a:lnTo>
                  <a:pt x="116693" y="6304"/>
                </a:lnTo>
                <a:lnTo>
                  <a:pt x="126393" y="10952"/>
                </a:lnTo>
                <a:lnTo>
                  <a:pt x="135326" y="16714"/>
                </a:lnTo>
                <a:lnTo>
                  <a:pt x="143393" y="23494"/>
                </a:lnTo>
                <a:lnTo>
                  <a:pt x="150493" y="31198"/>
                </a:lnTo>
                <a:lnTo>
                  <a:pt x="156527" y="39728"/>
                </a:lnTo>
                <a:lnTo>
                  <a:pt x="161394" y="48991"/>
                </a:lnTo>
                <a:lnTo>
                  <a:pt x="164995" y="58890"/>
                </a:lnTo>
                <a:lnTo>
                  <a:pt x="167229" y="69329"/>
                </a:lnTo>
                <a:lnTo>
                  <a:pt x="167995" y="80214"/>
                </a:lnTo>
                <a:lnTo>
                  <a:pt x="167229" y="91098"/>
                </a:lnTo>
                <a:lnTo>
                  <a:pt x="164995" y="101538"/>
                </a:lnTo>
                <a:lnTo>
                  <a:pt x="161394" y="111437"/>
                </a:lnTo>
                <a:lnTo>
                  <a:pt x="156527" y="120699"/>
                </a:lnTo>
                <a:lnTo>
                  <a:pt x="150493" y="129230"/>
                </a:lnTo>
                <a:lnTo>
                  <a:pt x="143393" y="136934"/>
                </a:lnTo>
                <a:lnTo>
                  <a:pt x="135326" y="143714"/>
                </a:lnTo>
                <a:lnTo>
                  <a:pt x="126393" y="149476"/>
                </a:lnTo>
                <a:lnTo>
                  <a:pt x="116693" y="154124"/>
                </a:lnTo>
                <a:lnTo>
                  <a:pt x="106328" y="157563"/>
                </a:lnTo>
                <a:lnTo>
                  <a:pt x="95396" y="159696"/>
                </a:lnTo>
                <a:lnTo>
                  <a:pt x="83998" y="160428"/>
                </a:lnTo>
                <a:lnTo>
                  <a:pt x="72600" y="159696"/>
                </a:lnTo>
                <a:lnTo>
                  <a:pt x="61668" y="157563"/>
                </a:lnTo>
                <a:lnTo>
                  <a:pt x="51302" y="154124"/>
                </a:lnTo>
                <a:lnTo>
                  <a:pt x="41602" y="149476"/>
                </a:lnTo>
                <a:lnTo>
                  <a:pt x="32669" y="143714"/>
                </a:lnTo>
                <a:lnTo>
                  <a:pt x="24602" y="136934"/>
                </a:lnTo>
                <a:lnTo>
                  <a:pt x="17502" y="129230"/>
                </a:lnTo>
                <a:lnTo>
                  <a:pt x="11468" y="120699"/>
                </a:lnTo>
                <a:lnTo>
                  <a:pt x="6601" y="111437"/>
                </a:lnTo>
                <a:lnTo>
                  <a:pt x="3000" y="101538"/>
                </a:lnTo>
                <a:lnTo>
                  <a:pt x="767" y="91098"/>
                </a:lnTo>
                <a:lnTo>
                  <a:pt x="0" y="80214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100" name="Original vector context 99">
            <a:extLst xmlns:a="http://schemas.openxmlformats.org/drawingml/2006/main">
              <a:ext uri="{FF2B5EF4-FFF2-40B4-BE49-F238E27FC236}">
                <a16:creationId xmlns:a16="http://schemas.microsoft.com/office/drawing/2014/main" id="{E9456E32-C92B-48C4-A99C-233C2821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408" y="10562908"/>
            <a:ext cx="167995" cy="160428"/>
          </a:xfrm>
          <a:custGeom xmlns:a="http://schemas.openxmlformats.org/drawingml/2006/main">
            <a:pathLst>
              <a:path w="167995" h="160428">
                <a:moveTo>
                  <a:pt x="0" y="80214"/>
                </a:moveTo>
                <a:lnTo>
                  <a:pt x="767" y="69329"/>
                </a:lnTo>
                <a:lnTo>
                  <a:pt x="3000" y="58890"/>
                </a:lnTo>
                <a:lnTo>
                  <a:pt x="6601" y="48991"/>
                </a:lnTo>
                <a:lnTo>
                  <a:pt x="11468" y="39728"/>
                </a:lnTo>
                <a:lnTo>
                  <a:pt x="17502" y="31198"/>
                </a:lnTo>
                <a:lnTo>
                  <a:pt x="24602" y="23494"/>
                </a:lnTo>
                <a:lnTo>
                  <a:pt x="32669" y="16714"/>
                </a:lnTo>
                <a:lnTo>
                  <a:pt x="41602" y="10952"/>
                </a:lnTo>
                <a:lnTo>
                  <a:pt x="51302" y="6304"/>
                </a:lnTo>
                <a:lnTo>
                  <a:pt x="61668" y="2865"/>
                </a:lnTo>
                <a:lnTo>
                  <a:pt x="72600" y="732"/>
                </a:lnTo>
                <a:lnTo>
                  <a:pt x="83998" y="0"/>
                </a:lnTo>
                <a:lnTo>
                  <a:pt x="95396" y="732"/>
                </a:lnTo>
                <a:lnTo>
                  <a:pt x="106328" y="2865"/>
                </a:lnTo>
                <a:lnTo>
                  <a:pt x="116693" y="6304"/>
                </a:lnTo>
                <a:lnTo>
                  <a:pt x="126393" y="10952"/>
                </a:lnTo>
                <a:lnTo>
                  <a:pt x="135326" y="16714"/>
                </a:lnTo>
                <a:lnTo>
                  <a:pt x="143393" y="23494"/>
                </a:lnTo>
                <a:lnTo>
                  <a:pt x="150493" y="31198"/>
                </a:lnTo>
                <a:lnTo>
                  <a:pt x="156527" y="39728"/>
                </a:lnTo>
                <a:lnTo>
                  <a:pt x="161394" y="48991"/>
                </a:lnTo>
                <a:lnTo>
                  <a:pt x="164995" y="58890"/>
                </a:lnTo>
                <a:lnTo>
                  <a:pt x="167229" y="69329"/>
                </a:lnTo>
                <a:lnTo>
                  <a:pt x="167995" y="80214"/>
                </a:lnTo>
                <a:lnTo>
                  <a:pt x="167229" y="91099"/>
                </a:lnTo>
                <a:lnTo>
                  <a:pt x="164995" y="101538"/>
                </a:lnTo>
                <a:lnTo>
                  <a:pt x="161394" y="111437"/>
                </a:lnTo>
                <a:lnTo>
                  <a:pt x="156527" y="120700"/>
                </a:lnTo>
                <a:lnTo>
                  <a:pt x="150493" y="129230"/>
                </a:lnTo>
                <a:lnTo>
                  <a:pt x="143393" y="136934"/>
                </a:lnTo>
                <a:lnTo>
                  <a:pt x="135326" y="143715"/>
                </a:lnTo>
                <a:lnTo>
                  <a:pt x="126393" y="149477"/>
                </a:lnTo>
                <a:lnTo>
                  <a:pt x="116693" y="154125"/>
                </a:lnTo>
                <a:lnTo>
                  <a:pt x="106328" y="157563"/>
                </a:lnTo>
                <a:lnTo>
                  <a:pt x="95396" y="159696"/>
                </a:lnTo>
                <a:lnTo>
                  <a:pt x="83998" y="160428"/>
                </a:lnTo>
                <a:lnTo>
                  <a:pt x="72600" y="159696"/>
                </a:lnTo>
                <a:lnTo>
                  <a:pt x="61668" y="157563"/>
                </a:lnTo>
                <a:lnTo>
                  <a:pt x="51302" y="154125"/>
                </a:lnTo>
                <a:lnTo>
                  <a:pt x="41602" y="149477"/>
                </a:lnTo>
                <a:lnTo>
                  <a:pt x="32669" y="143715"/>
                </a:lnTo>
                <a:lnTo>
                  <a:pt x="24602" y="136934"/>
                </a:lnTo>
                <a:lnTo>
                  <a:pt x="17502" y="129230"/>
                </a:lnTo>
                <a:lnTo>
                  <a:pt x="11468" y="120700"/>
                </a:lnTo>
                <a:lnTo>
                  <a:pt x="6601" y="111437"/>
                </a:lnTo>
                <a:lnTo>
                  <a:pt x="3000" y="101538"/>
                </a:lnTo>
                <a:lnTo>
                  <a:pt x="767" y="91099"/>
                </a:lnTo>
                <a:lnTo>
                  <a:pt x="0" y="802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172C51"/>
            </a:solidFill>
          </a:ln>
        </p:spPr>
      </p:sp>
      <p:sp>
        <p:nvSpPr>
          <p:cNvPr id="101" name="Original vector context 100">
            <a:extLst xmlns:a="http://schemas.openxmlformats.org/drawingml/2006/main">
              <a:ext uri="{FF2B5EF4-FFF2-40B4-BE49-F238E27FC236}">
                <a16:creationId xmlns:a16="http://schemas.microsoft.com/office/drawing/2014/main" id="{0C5CE3AC-09D4-4A21-AA57-16F2762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011" y="10594385"/>
            <a:ext cx="62770" cy="103259"/>
          </a:xfrm>
          <a:custGeom xmlns:a="http://schemas.openxmlformats.org/drawingml/2006/main">
            <a:pathLst>
              <a:path w="62770" h="103259">
                <a:moveTo>
                  <a:pt x="62770" y="74168"/>
                </a:moveTo>
                <a:lnTo>
                  <a:pt x="62714" y="76431"/>
                </a:lnTo>
                <a:lnTo>
                  <a:pt x="62544" y="78607"/>
                </a:lnTo>
                <a:lnTo>
                  <a:pt x="62262" y="80697"/>
                </a:lnTo>
                <a:lnTo>
                  <a:pt x="61867" y="82701"/>
                </a:lnTo>
                <a:lnTo>
                  <a:pt x="61360" y="84619"/>
                </a:lnTo>
                <a:lnTo>
                  <a:pt x="60739" y="86450"/>
                </a:lnTo>
                <a:lnTo>
                  <a:pt x="60006" y="88195"/>
                </a:lnTo>
                <a:lnTo>
                  <a:pt x="59160" y="89855"/>
                </a:lnTo>
                <a:lnTo>
                  <a:pt x="58201" y="91428"/>
                </a:lnTo>
                <a:lnTo>
                  <a:pt x="57129" y="92915"/>
                </a:lnTo>
                <a:lnTo>
                  <a:pt x="55945" y="94315"/>
                </a:lnTo>
                <a:lnTo>
                  <a:pt x="54647" y="95630"/>
                </a:lnTo>
                <a:lnTo>
                  <a:pt x="53247" y="96848"/>
                </a:lnTo>
                <a:lnTo>
                  <a:pt x="51754" y="97961"/>
                </a:lnTo>
                <a:lnTo>
                  <a:pt x="50168" y="98967"/>
                </a:lnTo>
                <a:lnTo>
                  <a:pt x="48488" y="99868"/>
                </a:lnTo>
                <a:lnTo>
                  <a:pt x="46716" y="100663"/>
                </a:lnTo>
                <a:lnTo>
                  <a:pt x="44851" y="101351"/>
                </a:lnTo>
                <a:lnTo>
                  <a:pt x="42892" y="101934"/>
                </a:lnTo>
                <a:lnTo>
                  <a:pt x="40841" y="102411"/>
                </a:lnTo>
                <a:lnTo>
                  <a:pt x="38697" y="102782"/>
                </a:lnTo>
                <a:lnTo>
                  <a:pt x="36460" y="103047"/>
                </a:lnTo>
                <a:lnTo>
                  <a:pt x="34129" y="103206"/>
                </a:lnTo>
                <a:lnTo>
                  <a:pt x="31706" y="103259"/>
                </a:lnTo>
                <a:lnTo>
                  <a:pt x="27142" y="103078"/>
                </a:lnTo>
                <a:lnTo>
                  <a:pt x="22928" y="102535"/>
                </a:lnTo>
                <a:lnTo>
                  <a:pt x="19063" y="101630"/>
                </a:lnTo>
                <a:lnTo>
                  <a:pt x="15548" y="100363"/>
                </a:lnTo>
                <a:lnTo>
                  <a:pt x="12382" y="98734"/>
                </a:lnTo>
                <a:lnTo>
                  <a:pt x="9565" y="96743"/>
                </a:lnTo>
                <a:lnTo>
                  <a:pt x="7097" y="94390"/>
                </a:lnTo>
                <a:lnTo>
                  <a:pt x="4979" y="91676"/>
                </a:lnTo>
                <a:lnTo>
                  <a:pt x="3210" y="88599"/>
                </a:lnTo>
                <a:lnTo>
                  <a:pt x="1791" y="85160"/>
                </a:lnTo>
                <a:lnTo>
                  <a:pt x="721" y="81360"/>
                </a:lnTo>
                <a:lnTo>
                  <a:pt x="0" y="77197"/>
                </a:lnTo>
                <a:lnTo>
                  <a:pt x="9190" y="76198"/>
                </a:lnTo>
                <a:lnTo>
                  <a:pt x="9727" y="79291"/>
                </a:lnTo>
                <a:lnTo>
                  <a:pt x="10508" y="82116"/>
                </a:lnTo>
                <a:lnTo>
                  <a:pt x="11532" y="84672"/>
                </a:lnTo>
                <a:lnTo>
                  <a:pt x="12799" y="86959"/>
                </a:lnTo>
                <a:lnTo>
                  <a:pt x="14310" y="88976"/>
                </a:lnTo>
                <a:lnTo>
                  <a:pt x="16064" y="90725"/>
                </a:lnTo>
                <a:lnTo>
                  <a:pt x="18061" y="92205"/>
                </a:lnTo>
                <a:lnTo>
                  <a:pt x="20302" y="93415"/>
                </a:lnTo>
                <a:lnTo>
                  <a:pt x="22786" y="94357"/>
                </a:lnTo>
                <a:lnTo>
                  <a:pt x="25514" y="95029"/>
                </a:lnTo>
                <a:lnTo>
                  <a:pt x="28485" y="95433"/>
                </a:lnTo>
                <a:lnTo>
                  <a:pt x="31699" y="95568"/>
                </a:lnTo>
                <a:lnTo>
                  <a:pt x="33434" y="95530"/>
                </a:lnTo>
                <a:lnTo>
                  <a:pt x="35098" y="95417"/>
                </a:lnTo>
                <a:lnTo>
                  <a:pt x="36693" y="95229"/>
                </a:lnTo>
                <a:lnTo>
                  <a:pt x="38218" y="94965"/>
                </a:lnTo>
                <a:lnTo>
                  <a:pt x="39673" y="94627"/>
                </a:lnTo>
                <a:lnTo>
                  <a:pt x="41058" y="94213"/>
                </a:lnTo>
                <a:lnTo>
                  <a:pt x="42373" y="93724"/>
                </a:lnTo>
                <a:lnTo>
                  <a:pt x="43619" y="93159"/>
                </a:lnTo>
                <a:lnTo>
                  <a:pt x="44795" y="92519"/>
                </a:lnTo>
                <a:lnTo>
                  <a:pt x="45901" y="91804"/>
                </a:lnTo>
                <a:lnTo>
                  <a:pt x="46938" y="91014"/>
                </a:lnTo>
                <a:lnTo>
                  <a:pt x="47904" y="90149"/>
                </a:lnTo>
                <a:lnTo>
                  <a:pt x="48798" y="89210"/>
                </a:lnTo>
                <a:lnTo>
                  <a:pt x="49613" y="88199"/>
                </a:lnTo>
                <a:lnTo>
                  <a:pt x="50351" y="87117"/>
                </a:lnTo>
                <a:lnTo>
                  <a:pt x="51012" y="85964"/>
                </a:lnTo>
                <a:lnTo>
                  <a:pt x="51594" y="84740"/>
                </a:lnTo>
                <a:lnTo>
                  <a:pt x="52099" y="83444"/>
                </a:lnTo>
                <a:lnTo>
                  <a:pt x="52526" y="82077"/>
                </a:lnTo>
                <a:lnTo>
                  <a:pt x="52876" y="80639"/>
                </a:lnTo>
                <a:lnTo>
                  <a:pt x="53148" y="79129"/>
                </a:lnTo>
                <a:lnTo>
                  <a:pt x="53342" y="77548"/>
                </a:lnTo>
                <a:lnTo>
                  <a:pt x="53458" y="75896"/>
                </a:lnTo>
                <a:lnTo>
                  <a:pt x="53497" y="74173"/>
                </a:lnTo>
                <a:lnTo>
                  <a:pt x="53451" y="72635"/>
                </a:lnTo>
                <a:lnTo>
                  <a:pt x="53312" y="71160"/>
                </a:lnTo>
                <a:lnTo>
                  <a:pt x="53080" y="69747"/>
                </a:lnTo>
                <a:lnTo>
                  <a:pt x="52756" y="68396"/>
                </a:lnTo>
                <a:lnTo>
                  <a:pt x="52339" y="67108"/>
                </a:lnTo>
                <a:lnTo>
                  <a:pt x="51830" y="65882"/>
                </a:lnTo>
                <a:lnTo>
                  <a:pt x="51228" y="64719"/>
                </a:lnTo>
                <a:lnTo>
                  <a:pt x="50533" y="63618"/>
                </a:lnTo>
                <a:lnTo>
                  <a:pt x="49746" y="62580"/>
                </a:lnTo>
                <a:lnTo>
                  <a:pt x="48866" y="61604"/>
                </a:lnTo>
                <a:lnTo>
                  <a:pt x="47893" y="60690"/>
                </a:lnTo>
                <a:lnTo>
                  <a:pt x="46828" y="59839"/>
                </a:lnTo>
                <a:lnTo>
                  <a:pt x="45679" y="59053"/>
                </a:lnTo>
                <a:lnTo>
                  <a:pt x="44455" y="58335"/>
                </a:lnTo>
                <a:lnTo>
                  <a:pt x="43157" y="57686"/>
                </a:lnTo>
                <a:lnTo>
                  <a:pt x="41783" y="57105"/>
                </a:lnTo>
                <a:lnTo>
                  <a:pt x="40335" y="56593"/>
                </a:lnTo>
                <a:lnTo>
                  <a:pt x="38812" y="56148"/>
                </a:lnTo>
                <a:lnTo>
                  <a:pt x="37214" y="55773"/>
                </a:lnTo>
                <a:lnTo>
                  <a:pt x="35542" y="55465"/>
                </a:lnTo>
                <a:lnTo>
                  <a:pt x="33795" y="55226"/>
                </a:lnTo>
                <a:lnTo>
                  <a:pt x="31972" y="55055"/>
                </a:lnTo>
                <a:lnTo>
                  <a:pt x="30076" y="54953"/>
                </a:lnTo>
                <a:lnTo>
                  <a:pt x="28104" y="54918"/>
                </a:lnTo>
                <a:lnTo>
                  <a:pt x="21256" y="54918"/>
                </a:lnTo>
                <a:lnTo>
                  <a:pt x="21256" y="46573"/>
                </a:lnTo>
                <a:lnTo>
                  <a:pt x="27890" y="46573"/>
                </a:lnTo>
                <a:lnTo>
                  <a:pt x="28997" y="46558"/>
                </a:lnTo>
                <a:lnTo>
                  <a:pt x="30082" y="46512"/>
                </a:lnTo>
                <a:lnTo>
                  <a:pt x="31146" y="46435"/>
                </a:lnTo>
                <a:lnTo>
                  <a:pt x="32189" y="46328"/>
                </a:lnTo>
                <a:lnTo>
                  <a:pt x="33211" y="46191"/>
                </a:lnTo>
                <a:lnTo>
                  <a:pt x="34211" y="46022"/>
                </a:lnTo>
                <a:lnTo>
                  <a:pt x="35190" y="45823"/>
                </a:lnTo>
                <a:lnTo>
                  <a:pt x="36148" y="45594"/>
                </a:lnTo>
                <a:lnTo>
                  <a:pt x="37085" y="45334"/>
                </a:lnTo>
                <a:lnTo>
                  <a:pt x="38000" y="45043"/>
                </a:lnTo>
                <a:lnTo>
                  <a:pt x="38894" y="44722"/>
                </a:lnTo>
                <a:lnTo>
                  <a:pt x="39766" y="44370"/>
                </a:lnTo>
                <a:lnTo>
                  <a:pt x="40613" y="43988"/>
                </a:lnTo>
                <a:lnTo>
                  <a:pt x="41430" y="43577"/>
                </a:lnTo>
                <a:lnTo>
                  <a:pt x="42216" y="43138"/>
                </a:lnTo>
                <a:lnTo>
                  <a:pt x="42972" y="42669"/>
                </a:lnTo>
                <a:lnTo>
                  <a:pt x="43698" y="42170"/>
                </a:lnTo>
                <a:lnTo>
                  <a:pt x="44394" y="41643"/>
                </a:lnTo>
                <a:lnTo>
                  <a:pt x="45059" y="41087"/>
                </a:lnTo>
                <a:lnTo>
                  <a:pt x="45694" y="40502"/>
                </a:lnTo>
                <a:lnTo>
                  <a:pt x="46300" y="39887"/>
                </a:lnTo>
                <a:lnTo>
                  <a:pt x="46874" y="39244"/>
                </a:lnTo>
                <a:lnTo>
                  <a:pt x="47419" y="38571"/>
                </a:lnTo>
                <a:lnTo>
                  <a:pt x="47933" y="37870"/>
                </a:lnTo>
                <a:lnTo>
                  <a:pt x="48412" y="37139"/>
                </a:lnTo>
                <a:lnTo>
                  <a:pt x="48849" y="36380"/>
                </a:lnTo>
                <a:lnTo>
                  <a:pt x="49244" y="35593"/>
                </a:lnTo>
                <a:lnTo>
                  <a:pt x="49598" y="34778"/>
                </a:lnTo>
                <a:lnTo>
                  <a:pt x="49910" y="33935"/>
                </a:lnTo>
                <a:lnTo>
                  <a:pt x="50180" y="33064"/>
                </a:lnTo>
                <a:lnTo>
                  <a:pt x="50409" y="32164"/>
                </a:lnTo>
                <a:lnTo>
                  <a:pt x="50596" y="31237"/>
                </a:lnTo>
                <a:lnTo>
                  <a:pt x="50742" y="30281"/>
                </a:lnTo>
                <a:lnTo>
                  <a:pt x="50846" y="29298"/>
                </a:lnTo>
                <a:lnTo>
                  <a:pt x="50908" y="28286"/>
                </a:lnTo>
                <a:lnTo>
                  <a:pt x="50929" y="27246"/>
                </a:lnTo>
                <a:lnTo>
                  <a:pt x="50895" y="25712"/>
                </a:lnTo>
                <a:lnTo>
                  <a:pt x="50792" y="24237"/>
                </a:lnTo>
                <a:lnTo>
                  <a:pt x="50620" y="22822"/>
                </a:lnTo>
                <a:lnTo>
                  <a:pt x="50379" y="21466"/>
                </a:lnTo>
                <a:lnTo>
                  <a:pt x="50070" y="20169"/>
                </a:lnTo>
                <a:lnTo>
                  <a:pt x="49692" y="18931"/>
                </a:lnTo>
                <a:lnTo>
                  <a:pt x="49245" y="17753"/>
                </a:lnTo>
                <a:lnTo>
                  <a:pt x="48729" y="16634"/>
                </a:lnTo>
                <a:lnTo>
                  <a:pt x="48145" y="15574"/>
                </a:lnTo>
                <a:lnTo>
                  <a:pt x="47491" y="14573"/>
                </a:lnTo>
                <a:lnTo>
                  <a:pt x="46769" y="13632"/>
                </a:lnTo>
                <a:lnTo>
                  <a:pt x="45979" y="12749"/>
                </a:lnTo>
                <a:lnTo>
                  <a:pt x="45121" y="11932"/>
                </a:lnTo>
                <a:lnTo>
                  <a:pt x="44199" y="11186"/>
                </a:lnTo>
                <a:lnTo>
                  <a:pt x="43212" y="10511"/>
                </a:lnTo>
                <a:lnTo>
                  <a:pt x="42160" y="9907"/>
                </a:lnTo>
                <a:lnTo>
                  <a:pt x="41043" y="9374"/>
                </a:lnTo>
                <a:lnTo>
                  <a:pt x="39862" y="8912"/>
                </a:lnTo>
                <a:lnTo>
                  <a:pt x="38616" y="8521"/>
                </a:lnTo>
                <a:lnTo>
                  <a:pt x="37305" y="8202"/>
                </a:lnTo>
                <a:lnTo>
                  <a:pt x="35929" y="7953"/>
                </a:lnTo>
                <a:lnTo>
                  <a:pt x="34489" y="7775"/>
                </a:lnTo>
                <a:lnTo>
                  <a:pt x="32984" y="7669"/>
                </a:lnTo>
                <a:lnTo>
                  <a:pt x="31414" y="7633"/>
                </a:lnTo>
                <a:lnTo>
                  <a:pt x="29999" y="7664"/>
                </a:lnTo>
                <a:lnTo>
                  <a:pt x="28629" y="7756"/>
                </a:lnTo>
                <a:lnTo>
                  <a:pt x="27302" y="7910"/>
                </a:lnTo>
                <a:lnTo>
                  <a:pt x="26020" y="8125"/>
                </a:lnTo>
                <a:lnTo>
                  <a:pt x="24782" y="8402"/>
                </a:lnTo>
                <a:lnTo>
                  <a:pt x="23587" y="8741"/>
                </a:lnTo>
                <a:lnTo>
                  <a:pt x="22437" y="9141"/>
                </a:lnTo>
                <a:lnTo>
                  <a:pt x="21331" y="9602"/>
                </a:lnTo>
                <a:lnTo>
                  <a:pt x="20269" y="10125"/>
                </a:lnTo>
                <a:lnTo>
                  <a:pt x="19250" y="10710"/>
                </a:lnTo>
                <a:lnTo>
                  <a:pt x="18276" y="11356"/>
                </a:lnTo>
                <a:lnTo>
                  <a:pt x="17346" y="12064"/>
                </a:lnTo>
                <a:lnTo>
                  <a:pt x="16470" y="12835"/>
                </a:lnTo>
                <a:lnTo>
                  <a:pt x="15656" y="13671"/>
                </a:lnTo>
                <a:lnTo>
                  <a:pt x="14905" y="14573"/>
                </a:lnTo>
                <a:lnTo>
                  <a:pt x="14217" y="15540"/>
                </a:lnTo>
                <a:lnTo>
                  <a:pt x="13591" y="16573"/>
                </a:lnTo>
                <a:lnTo>
                  <a:pt x="13029" y="17671"/>
                </a:lnTo>
                <a:lnTo>
                  <a:pt x="12529" y="18835"/>
                </a:lnTo>
                <a:lnTo>
                  <a:pt x="12092" y="20064"/>
                </a:lnTo>
                <a:lnTo>
                  <a:pt x="11718" y="21359"/>
                </a:lnTo>
                <a:lnTo>
                  <a:pt x="11406" y="22720"/>
                </a:lnTo>
                <a:lnTo>
                  <a:pt x="11157" y="24145"/>
                </a:lnTo>
                <a:lnTo>
                  <a:pt x="10971" y="25637"/>
                </a:lnTo>
                <a:lnTo>
                  <a:pt x="1997" y="24855"/>
                </a:lnTo>
                <a:lnTo>
                  <a:pt x="2268" y="22916"/>
                </a:lnTo>
                <a:lnTo>
                  <a:pt x="2628" y="21051"/>
                </a:lnTo>
                <a:lnTo>
                  <a:pt x="3078" y="19261"/>
                </a:lnTo>
                <a:lnTo>
                  <a:pt x="3618" y="17545"/>
                </a:lnTo>
                <a:lnTo>
                  <a:pt x="4247" y="15904"/>
                </a:lnTo>
                <a:lnTo>
                  <a:pt x="4966" y="14337"/>
                </a:lnTo>
                <a:lnTo>
                  <a:pt x="5775" y="12844"/>
                </a:lnTo>
                <a:lnTo>
                  <a:pt x="6673" y="11426"/>
                </a:lnTo>
                <a:lnTo>
                  <a:pt x="7661" y="10082"/>
                </a:lnTo>
                <a:lnTo>
                  <a:pt x="8739" y="8813"/>
                </a:lnTo>
                <a:lnTo>
                  <a:pt x="9906" y="7618"/>
                </a:lnTo>
                <a:lnTo>
                  <a:pt x="11163" y="6498"/>
                </a:lnTo>
                <a:lnTo>
                  <a:pt x="12498" y="5460"/>
                </a:lnTo>
                <a:lnTo>
                  <a:pt x="13898" y="4513"/>
                </a:lnTo>
                <a:lnTo>
                  <a:pt x="15365" y="3655"/>
                </a:lnTo>
                <a:lnTo>
                  <a:pt x="16897" y="2888"/>
                </a:lnTo>
                <a:lnTo>
                  <a:pt x="18495" y="2211"/>
                </a:lnTo>
                <a:lnTo>
                  <a:pt x="20160" y="1625"/>
                </a:lnTo>
                <a:lnTo>
                  <a:pt x="21890" y="1128"/>
                </a:lnTo>
                <a:lnTo>
                  <a:pt x="23685" y="722"/>
                </a:lnTo>
                <a:lnTo>
                  <a:pt x="25547" y="406"/>
                </a:lnTo>
                <a:lnTo>
                  <a:pt x="27475" y="181"/>
                </a:lnTo>
                <a:lnTo>
                  <a:pt x="29468" y="45"/>
                </a:lnTo>
                <a:lnTo>
                  <a:pt x="31528" y="0"/>
                </a:lnTo>
                <a:lnTo>
                  <a:pt x="33756" y="48"/>
                </a:lnTo>
                <a:lnTo>
                  <a:pt x="35900" y="193"/>
                </a:lnTo>
                <a:lnTo>
                  <a:pt x="37958" y="433"/>
                </a:lnTo>
                <a:lnTo>
                  <a:pt x="39933" y="770"/>
                </a:lnTo>
                <a:lnTo>
                  <a:pt x="41822" y="1204"/>
                </a:lnTo>
                <a:lnTo>
                  <a:pt x="43627" y="1734"/>
                </a:lnTo>
                <a:lnTo>
                  <a:pt x="45347" y="2360"/>
                </a:lnTo>
                <a:lnTo>
                  <a:pt x="46982" y="3082"/>
                </a:lnTo>
                <a:lnTo>
                  <a:pt x="48533" y="3901"/>
                </a:lnTo>
                <a:lnTo>
                  <a:pt x="49999" y="4816"/>
                </a:lnTo>
                <a:lnTo>
                  <a:pt x="51380" y="5827"/>
                </a:lnTo>
                <a:lnTo>
                  <a:pt x="52677" y="6934"/>
                </a:lnTo>
                <a:lnTo>
                  <a:pt x="53879" y="8129"/>
                </a:lnTo>
                <a:lnTo>
                  <a:pt x="54976" y="9403"/>
                </a:lnTo>
                <a:lnTo>
                  <a:pt x="55969" y="10755"/>
                </a:lnTo>
                <a:lnTo>
                  <a:pt x="56858" y="12186"/>
                </a:lnTo>
                <a:lnTo>
                  <a:pt x="57641" y="13695"/>
                </a:lnTo>
                <a:lnTo>
                  <a:pt x="58321" y="15282"/>
                </a:lnTo>
                <a:lnTo>
                  <a:pt x="58896" y="16949"/>
                </a:lnTo>
                <a:lnTo>
                  <a:pt x="59366" y="18693"/>
                </a:lnTo>
                <a:lnTo>
                  <a:pt x="59732" y="20517"/>
                </a:lnTo>
                <a:lnTo>
                  <a:pt x="59993" y="22418"/>
                </a:lnTo>
                <a:lnTo>
                  <a:pt x="60150" y="24399"/>
                </a:lnTo>
                <a:lnTo>
                  <a:pt x="60202" y="26458"/>
                </a:lnTo>
                <a:lnTo>
                  <a:pt x="60165" y="27967"/>
                </a:lnTo>
                <a:lnTo>
                  <a:pt x="60056" y="29436"/>
                </a:lnTo>
                <a:lnTo>
                  <a:pt x="59872" y="30864"/>
                </a:lnTo>
                <a:lnTo>
                  <a:pt x="59616" y="32253"/>
                </a:lnTo>
                <a:lnTo>
                  <a:pt x="59286" y="33602"/>
                </a:lnTo>
                <a:lnTo>
                  <a:pt x="58883" y="34912"/>
                </a:lnTo>
                <a:lnTo>
                  <a:pt x="58406" y="36181"/>
                </a:lnTo>
                <a:lnTo>
                  <a:pt x="57856" y="37410"/>
                </a:lnTo>
                <a:lnTo>
                  <a:pt x="57233" y="38599"/>
                </a:lnTo>
                <a:lnTo>
                  <a:pt x="56537" y="39748"/>
                </a:lnTo>
                <a:lnTo>
                  <a:pt x="55767" y="40857"/>
                </a:lnTo>
                <a:lnTo>
                  <a:pt x="54924" y="41927"/>
                </a:lnTo>
                <a:lnTo>
                  <a:pt x="54014" y="42946"/>
                </a:lnTo>
                <a:lnTo>
                  <a:pt x="53045" y="43907"/>
                </a:lnTo>
                <a:lnTo>
                  <a:pt x="52017" y="44809"/>
                </a:lnTo>
                <a:lnTo>
                  <a:pt x="50929" y="45652"/>
                </a:lnTo>
                <a:lnTo>
                  <a:pt x="49782" y="46437"/>
                </a:lnTo>
                <a:lnTo>
                  <a:pt x="48575" y="47162"/>
                </a:lnTo>
                <a:lnTo>
                  <a:pt x="47309" y="47829"/>
                </a:lnTo>
                <a:lnTo>
                  <a:pt x="45984" y="48438"/>
                </a:lnTo>
                <a:lnTo>
                  <a:pt x="44599" y="48987"/>
                </a:lnTo>
                <a:lnTo>
                  <a:pt x="43154" y="49478"/>
                </a:lnTo>
                <a:lnTo>
                  <a:pt x="41651" y="49910"/>
                </a:lnTo>
                <a:lnTo>
                  <a:pt x="40087" y="50283"/>
                </a:lnTo>
                <a:lnTo>
                  <a:pt x="40087" y="50568"/>
                </a:lnTo>
                <a:lnTo>
                  <a:pt x="41833" y="50829"/>
                </a:lnTo>
                <a:lnTo>
                  <a:pt x="43513" y="51159"/>
                </a:lnTo>
                <a:lnTo>
                  <a:pt x="45129" y="51560"/>
                </a:lnTo>
                <a:lnTo>
                  <a:pt x="46680" y="52030"/>
                </a:lnTo>
                <a:lnTo>
                  <a:pt x="48167" y="52570"/>
                </a:lnTo>
                <a:lnTo>
                  <a:pt x="49589" y="53180"/>
                </a:lnTo>
                <a:lnTo>
                  <a:pt x="50946" y="53860"/>
                </a:lnTo>
                <a:lnTo>
                  <a:pt x="52238" y="54609"/>
                </a:lnTo>
                <a:lnTo>
                  <a:pt x="53466" y="55428"/>
                </a:lnTo>
                <a:lnTo>
                  <a:pt x="54629" y="56318"/>
                </a:lnTo>
                <a:lnTo>
                  <a:pt x="55727" y="57277"/>
                </a:lnTo>
                <a:lnTo>
                  <a:pt x="56760" y="58305"/>
                </a:lnTo>
                <a:lnTo>
                  <a:pt x="57720" y="59390"/>
                </a:lnTo>
                <a:lnTo>
                  <a:pt x="58597" y="60518"/>
                </a:lnTo>
                <a:lnTo>
                  <a:pt x="59390" y="61689"/>
                </a:lnTo>
                <a:lnTo>
                  <a:pt x="60099" y="62904"/>
                </a:lnTo>
                <a:lnTo>
                  <a:pt x="60725" y="64161"/>
                </a:lnTo>
                <a:lnTo>
                  <a:pt x="61268" y="65461"/>
                </a:lnTo>
                <a:lnTo>
                  <a:pt x="61727" y="66805"/>
                </a:lnTo>
                <a:lnTo>
                  <a:pt x="62102" y="68191"/>
                </a:lnTo>
                <a:lnTo>
                  <a:pt x="62394" y="69621"/>
                </a:lnTo>
                <a:lnTo>
                  <a:pt x="62603" y="71093"/>
                </a:lnTo>
                <a:lnTo>
                  <a:pt x="62728" y="72609"/>
                </a:lnTo>
                <a:lnTo>
                  <a:pt x="62770" y="741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2" name="Original vector context 101">
            <a:extLst xmlns:a="http://schemas.openxmlformats.org/drawingml/2006/main">
              <a:ext uri="{FF2B5EF4-FFF2-40B4-BE49-F238E27FC236}">
                <a16:creationId xmlns:a16="http://schemas.microsoft.com/office/drawing/2014/main" id="{310649B1-9F1F-48F5-B08F-37DB017B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298" y="10825427"/>
            <a:ext cx="226429" cy="335441"/>
          </a:xfrm>
          <a:custGeom xmlns:a="http://schemas.openxmlformats.org/drawingml/2006/main">
            <a:pathLst>
              <a:path w="226429" h="335441">
                <a:moveTo>
                  <a:pt x="0" y="222412"/>
                </a:moveTo>
                <a:lnTo>
                  <a:pt x="56607" y="222412"/>
                </a:lnTo>
                <a:lnTo>
                  <a:pt x="56607" y="0"/>
                </a:lnTo>
                <a:lnTo>
                  <a:pt x="169822" y="0"/>
                </a:lnTo>
                <a:lnTo>
                  <a:pt x="169822" y="222412"/>
                </a:lnTo>
                <a:lnTo>
                  <a:pt x="226429" y="222412"/>
                </a:lnTo>
                <a:lnTo>
                  <a:pt x="113214" y="335441"/>
                </a:lnTo>
                <a:lnTo>
                  <a:pt x="0" y="2224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7F7F7F"/>
            </a:solidFill>
          </a:ln>
        </p:spPr>
      </p:sp>
      <p:sp>
        <p:nvSpPr>
          <p:cNvPr id="103" name="Original vector context 102">
            <a:extLst xmlns:a="http://schemas.openxmlformats.org/drawingml/2006/main">
              <a:ext uri="{FF2B5EF4-FFF2-40B4-BE49-F238E27FC236}">
                <a16:creationId xmlns:a16="http://schemas.microsoft.com/office/drawing/2014/main" id="{7452B70C-DFF6-4818-82EE-DB392BDF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61" y="10825427"/>
            <a:ext cx="226429" cy="342733"/>
          </a:xfrm>
          <a:custGeom xmlns:a="http://schemas.openxmlformats.org/drawingml/2006/main">
            <a:pathLst>
              <a:path w="226429" h="342733">
                <a:moveTo>
                  <a:pt x="0" y="229704"/>
                </a:moveTo>
                <a:lnTo>
                  <a:pt x="56607" y="229704"/>
                </a:lnTo>
                <a:lnTo>
                  <a:pt x="56607" y="0"/>
                </a:lnTo>
                <a:lnTo>
                  <a:pt x="169822" y="0"/>
                </a:lnTo>
                <a:lnTo>
                  <a:pt x="169822" y="229704"/>
                </a:lnTo>
                <a:lnTo>
                  <a:pt x="226429" y="229704"/>
                </a:lnTo>
                <a:lnTo>
                  <a:pt x="113214" y="342733"/>
                </a:lnTo>
                <a:lnTo>
                  <a:pt x="0" y="229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8">
            <a:solidFill>
              <a:srgbClr val="7F7F7F"/>
            </a:solidFill>
          </a:ln>
        </p:spPr>
      </p:sp>
      <p:sp>
        <p:nvSpPr>
          <p:cNvPr id="104" name="Original vector context 103">
            <a:extLst xmlns:a="http://schemas.openxmlformats.org/drawingml/2006/main">
              <a:ext uri="{FF2B5EF4-FFF2-40B4-BE49-F238E27FC236}">
                <a16:creationId xmlns:a16="http://schemas.microsoft.com/office/drawing/2014/main" id="{7A565470-CD30-4083-B5F7-858583D5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0" y="11279736"/>
            <a:ext cx="267395" cy="114980"/>
          </a:xfrm>
          <a:custGeom xmlns:a="http://schemas.openxmlformats.org/drawingml/2006/main">
            <a:pathLst>
              <a:path w="267395" h="114980">
                <a:moveTo>
                  <a:pt x="28247" y="114980"/>
                </a:moveTo>
                <a:lnTo>
                  <a:pt x="0" y="114980"/>
                </a:lnTo>
                <a:lnTo>
                  <a:pt x="0" y="0"/>
                </a:lnTo>
                <a:lnTo>
                  <a:pt x="28247" y="0"/>
                </a:lnTo>
                <a:lnTo>
                  <a:pt x="28247" y="5063"/>
                </a:lnTo>
                <a:lnTo>
                  <a:pt x="9629" y="5063"/>
                </a:lnTo>
                <a:lnTo>
                  <a:pt x="9629" y="110045"/>
                </a:lnTo>
                <a:lnTo>
                  <a:pt x="28247" y="110045"/>
                </a:lnTo>
                <a:lnTo>
                  <a:pt x="28247" y="114980"/>
                </a:lnTo>
                <a:close/>
                <a:moveTo>
                  <a:pt x="37790" y="46018"/>
                </a:moveTo>
                <a:lnTo>
                  <a:pt x="37821" y="43568"/>
                </a:lnTo>
                <a:lnTo>
                  <a:pt x="37915" y="41176"/>
                </a:lnTo>
                <a:lnTo>
                  <a:pt x="38071" y="38841"/>
                </a:lnTo>
                <a:lnTo>
                  <a:pt x="38289" y="36564"/>
                </a:lnTo>
                <a:lnTo>
                  <a:pt x="38570" y="34344"/>
                </a:lnTo>
                <a:lnTo>
                  <a:pt x="38913" y="32182"/>
                </a:lnTo>
                <a:lnTo>
                  <a:pt x="39319" y="30077"/>
                </a:lnTo>
                <a:lnTo>
                  <a:pt x="39787" y="28029"/>
                </a:lnTo>
                <a:lnTo>
                  <a:pt x="40318" y="26039"/>
                </a:lnTo>
                <a:lnTo>
                  <a:pt x="40911" y="24106"/>
                </a:lnTo>
                <a:lnTo>
                  <a:pt x="41566" y="22231"/>
                </a:lnTo>
                <a:lnTo>
                  <a:pt x="42284" y="20413"/>
                </a:lnTo>
                <a:lnTo>
                  <a:pt x="43053" y="18662"/>
                </a:lnTo>
                <a:lnTo>
                  <a:pt x="43864" y="16987"/>
                </a:lnTo>
                <a:lnTo>
                  <a:pt x="44715" y="15388"/>
                </a:lnTo>
                <a:lnTo>
                  <a:pt x="45608" y="13865"/>
                </a:lnTo>
                <a:lnTo>
                  <a:pt x="46541" y="12418"/>
                </a:lnTo>
                <a:lnTo>
                  <a:pt x="47516" y="11048"/>
                </a:lnTo>
                <a:lnTo>
                  <a:pt x="48531" y="9753"/>
                </a:lnTo>
                <a:lnTo>
                  <a:pt x="49588" y="8535"/>
                </a:lnTo>
                <a:lnTo>
                  <a:pt x="50685" y="7393"/>
                </a:lnTo>
                <a:lnTo>
                  <a:pt x="51824" y="6326"/>
                </a:lnTo>
                <a:lnTo>
                  <a:pt x="53004" y="5336"/>
                </a:lnTo>
                <a:lnTo>
                  <a:pt x="54224" y="4422"/>
                </a:lnTo>
                <a:lnTo>
                  <a:pt x="55190" y="3757"/>
                </a:lnTo>
                <a:lnTo>
                  <a:pt x="56161" y="3149"/>
                </a:lnTo>
                <a:lnTo>
                  <a:pt x="57137" y="2600"/>
                </a:lnTo>
                <a:lnTo>
                  <a:pt x="58119" y="2108"/>
                </a:lnTo>
                <a:lnTo>
                  <a:pt x="59106" y="1674"/>
                </a:lnTo>
                <a:lnTo>
                  <a:pt x="60098" y="1298"/>
                </a:lnTo>
                <a:lnTo>
                  <a:pt x="61096" y="980"/>
                </a:lnTo>
                <a:lnTo>
                  <a:pt x="62099" y="719"/>
                </a:lnTo>
                <a:lnTo>
                  <a:pt x="63107" y="517"/>
                </a:lnTo>
                <a:lnTo>
                  <a:pt x="64121" y="372"/>
                </a:lnTo>
                <a:lnTo>
                  <a:pt x="65140" y="285"/>
                </a:lnTo>
                <a:lnTo>
                  <a:pt x="66165" y="256"/>
                </a:lnTo>
                <a:lnTo>
                  <a:pt x="67820" y="327"/>
                </a:lnTo>
                <a:lnTo>
                  <a:pt x="69446" y="539"/>
                </a:lnTo>
                <a:lnTo>
                  <a:pt x="71044" y="893"/>
                </a:lnTo>
                <a:lnTo>
                  <a:pt x="72613" y="1389"/>
                </a:lnTo>
                <a:lnTo>
                  <a:pt x="74154" y="2026"/>
                </a:lnTo>
                <a:lnTo>
                  <a:pt x="75666" y="2804"/>
                </a:lnTo>
                <a:lnTo>
                  <a:pt x="77149" y="3724"/>
                </a:lnTo>
                <a:lnTo>
                  <a:pt x="78605" y="4785"/>
                </a:lnTo>
                <a:lnTo>
                  <a:pt x="80031" y="5989"/>
                </a:lnTo>
                <a:lnTo>
                  <a:pt x="81429" y="7333"/>
                </a:lnTo>
                <a:lnTo>
                  <a:pt x="82799" y="8819"/>
                </a:lnTo>
                <a:lnTo>
                  <a:pt x="84140" y="10447"/>
                </a:lnTo>
                <a:lnTo>
                  <a:pt x="85729" y="12614"/>
                </a:lnTo>
                <a:lnTo>
                  <a:pt x="87180" y="14905"/>
                </a:lnTo>
                <a:lnTo>
                  <a:pt x="88493" y="17321"/>
                </a:lnTo>
                <a:lnTo>
                  <a:pt x="89668" y="19861"/>
                </a:lnTo>
                <a:lnTo>
                  <a:pt x="90704" y="22526"/>
                </a:lnTo>
                <a:lnTo>
                  <a:pt x="91603" y="25316"/>
                </a:lnTo>
                <a:lnTo>
                  <a:pt x="92363" y="28231"/>
                </a:lnTo>
                <a:lnTo>
                  <a:pt x="92985" y="31270"/>
                </a:lnTo>
                <a:lnTo>
                  <a:pt x="93468" y="34433"/>
                </a:lnTo>
                <a:lnTo>
                  <a:pt x="93814" y="37721"/>
                </a:lnTo>
                <a:lnTo>
                  <a:pt x="94021" y="41134"/>
                </a:lnTo>
                <a:lnTo>
                  <a:pt x="94090" y="44672"/>
                </a:lnTo>
                <a:lnTo>
                  <a:pt x="94060" y="47161"/>
                </a:lnTo>
                <a:lnTo>
                  <a:pt x="93969" y="49587"/>
                </a:lnTo>
                <a:lnTo>
                  <a:pt x="93817" y="51950"/>
                </a:lnTo>
                <a:lnTo>
                  <a:pt x="93605" y="54250"/>
                </a:lnTo>
                <a:lnTo>
                  <a:pt x="93332" y="56486"/>
                </a:lnTo>
                <a:lnTo>
                  <a:pt x="92999" y="58660"/>
                </a:lnTo>
                <a:lnTo>
                  <a:pt x="92605" y="60770"/>
                </a:lnTo>
                <a:lnTo>
                  <a:pt x="92150" y="62817"/>
                </a:lnTo>
                <a:lnTo>
                  <a:pt x="91635" y="64801"/>
                </a:lnTo>
                <a:lnTo>
                  <a:pt x="91059" y="66721"/>
                </a:lnTo>
                <a:lnTo>
                  <a:pt x="90422" y="68578"/>
                </a:lnTo>
                <a:lnTo>
                  <a:pt x="89725" y="70372"/>
                </a:lnTo>
                <a:lnTo>
                  <a:pt x="88981" y="72095"/>
                </a:lnTo>
                <a:lnTo>
                  <a:pt x="88203" y="73736"/>
                </a:lnTo>
                <a:lnTo>
                  <a:pt x="87392" y="75298"/>
                </a:lnTo>
                <a:lnTo>
                  <a:pt x="86547" y="76778"/>
                </a:lnTo>
                <a:lnTo>
                  <a:pt x="85669" y="78178"/>
                </a:lnTo>
                <a:lnTo>
                  <a:pt x="84758" y="79497"/>
                </a:lnTo>
                <a:lnTo>
                  <a:pt x="83813" y="80736"/>
                </a:lnTo>
                <a:lnTo>
                  <a:pt x="82834" y="81895"/>
                </a:lnTo>
                <a:lnTo>
                  <a:pt x="81823" y="82972"/>
                </a:lnTo>
                <a:lnTo>
                  <a:pt x="80777" y="83970"/>
                </a:lnTo>
                <a:lnTo>
                  <a:pt x="79699" y="84886"/>
                </a:lnTo>
                <a:lnTo>
                  <a:pt x="78587" y="85722"/>
                </a:lnTo>
                <a:lnTo>
                  <a:pt x="77461" y="86485"/>
                </a:lnTo>
                <a:lnTo>
                  <a:pt x="76343" y="87181"/>
                </a:lnTo>
                <a:lnTo>
                  <a:pt x="75231" y="87811"/>
                </a:lnTo>
                <a:lnTo>
                  <a:pt x="74125" y="88375"/>
                </a:lnTo>
                <a:lnTo>
                  <a:pt x="73026" y="88872"/>
                </a:lnTo>
                <a:lnTo>
                  <a:pt x="71934" y="89303"/>
                </a:lnTo>
                <a:lnTo>
                  <a:pt x="70849" y="89668"/>
                </a:lnTo>
                <a:lnTo>
                  <a:pt x="69770" y="89967"/>
                </a:lnTo>
                <a:lnTo>
                  <a:pt x="68699" y="90199"/>
                </a:lnTo>
                <a:lnTo>
                  <a:pt x="67633" y="90365"/>
                </a:lnTo>
                <a:lnTo>
                  <a:pt x="66575" y="90464"/>
                </a:lnTo>
                <a:lnTo>
                  <a:pt x="65523" y="90497"/>
                </a:lnTo>
                <a:lnTo>
                  <a:pt x="63476" y="90395"/>
                </a:lnTo>
                <a:lnTo>
                  <a:pt x="61487" y="90090"/>
                </a:lnTo>
                <a:lnTo>
                  <a:pt x="59557" y="89580"/>
                </a:lnTo>
                <a:lnTo>
                  <a:pt x="57684" y="88866"/>
                </a:lnTo>
                <a:lnTo>
                  <a:pt x="55869" y="87949"/>
                </a:lnTo>
                <a:lnTo>
                  <a:pt x="54112" y="86828"/>
                </a:lnTo>
                <a:lnTo>
                  <a:pt x="52413" y="85503"/>
                </a:lnTo>
                <a:lnTo>
                  <a:pt x="50772" y="83974"/>
                </a:lnTo>
                <a:lnTo>
                  <a:pt x="49189" y="82241"/>
                </a:lnTo>
                <a:lnTo>
                  <a:pt x="47664" y="80305"/>
                </a:lnTo>
                <a:lnTo>
                  <a:pt x="46196" y="78164"/>
                </a:lnTo>
                <a:lnTo>
                  <a:pt x="44787" y="75820"/>
                </a:lnTo>
                <a:lnTo>
                  <a:pt x="43670" y="73723"/>
                </a:lnTo>
                <a:lnTo>
                  <a:pt x="42649" y="71556"/>
                </a:lnTo>
                <a:lnTo>
                  <a:pt x="41726" y="69319"/>
                </a:lnTo>
                <a:lnTo>
                  <a:pt x="40900" y="67011"/>
                </a:lnTo>
                <a:lnTo>
                  <a:pt x="40171" y="64633"/>
                </a:lnTo>
                <a:lnTo>
                  <a:pt x="39539" y="62185"/>
                </a:lnTo>
                <a:lnTo>
                  <a:pt x="39005" y="59666"/>
                </a:lnTo>
                <a:lnTo>
                  <a:pt x="38567" y="57077"/>
                </a:lnTo>
                <a:lnTo>
                  <a:pt x="38227" y="54418"/>
                </a:lnTo>
                <a:lnTo>
                  <a:pt x="37984" y="51688"/>
                </a:lnTo>
                <a:lnTo>
                  <a:pt x="37838" y="48888"/>
                </a:lnTo>
                <a:lnTo>
                  <a:pt x="37790" y="46018"/>
                </a:lnTo>
                <a:moveTo>
                  <a:pt x="50372" y="47654"/>
                </a:moveTo>
                <a:lnTo>
                  <a:pt x="50403" y="50601"/>
                </a:lnTo>
                <a:lnTo>
                  <a:pt x="50495" y="53457"/>
                </a:lnTo>
                <a:lnTo>
                  <a:pt x="50649" y="56221"/>
                </a:lnTo>
                <a:lnTo>
                  <a:pt x="50865" y="58893"/>
                </a:lnTo>
                <a:lnTo>
                  <a:pt x="51141" y="61473"/>
                </a:lnTo>
                <a:lnTo>
                  <a:pt x="51480" y="63962"/>
                </a:lnTo>
                <a:lnTo>
                  <a:pt x="51880" y="66359"/>
                </a:lnTo>
                <a:lnTo>
                  <a:pt x="52341" y="68664"/>
                </a:lnTo>
                <a:lnTo>
                  <a:pt x="52864" y="70877"/>
                </a:lnTo>
                <a:lnTo>
                  <a:pt x="53448" y="72998"/>
                </a:lnTo>
                <a:lnTo>
                  <a:pt x="54094" y="75028"/>
                </a:lnTo>
                <a:lnTo>
                  <a:pt x="54802" y="76966"/>
                </a:lnTo>
                <a:lnTo>
                  <a:pt x="55437" y="78492"/>
                </a:lnTo>
                <a:lnTo>
                  <a:pt x="56122" y="79886"/>
                </a:lnTo>
                <a:lnTo>
                  <a:pt x="56856" y="81147"/>
                </a:lnTo>
                <a:lnTo>
                  <a:pt x="57641" y="82276"/>
                </a:lnTo>
                <a:lnTo>
                  <a:pt x="58475" y="83271"/>
                </a:lnTo>
                <a:lnTo>
                  <a:pt x="59360" y="84134"/>
                </a:lnTo>
                <a:lnTo>
                  <a:pt x="60294" y="84864"/>
                </a:lnTo>
                <a:lnTo>
                  <a:pt x="61279" y="85462"/>
                </a:lnTo>
                <a:lnTo>
                  <a:pt x="62313" y="85926"/>
                </a:lnTo>
                <a:lnTo>
                  <a:pt x="63397" y="86258"/>
                </a:lnTo>
                <a:lnTo>
                  <a:pt x="64531" y="86457"/>
                </a:lnTo>
                <a:lnTo>
                  <a:pt x="65715" y="86524"/>
                </a:lnTo>
                <a:lnTo>
                  <a:pt x="66295" y="86502"/>
                </a:lnTo>
                <a:lnTo>
                  <a:pt x="66878" y="86437"/>
                </a:lnTo>
                <a:lnTo>
                  <a:pt x="67465" y="86329"/>
                </a:lnTo>
                <a:lnTo>
                  <a:pt x="68055" y="86178"/>
                </a:lnTo>
                <a:lnTo>
                  <a:pt x="68649" y="85984"/>
                </a:lnTo>
                <a:lnTo>
                  <a:pt x="69246" y="85746"/>
                </a:lnTo>
                <a:lnTo>
                  <a:pt x="69847" y="85465"/>
                </a:lnTo>
                <a:lnTo>
                  <a:pt x="70452" y="85141"/>
                </a:lnTo>
                <a:lnTo>
                  <a:pt x="71060" y="84774"/>
                </a:lnTo>
                <a:lnTo>
                  <a:pt x="71671" y="84364"/>
                </a:lnTo>
                <a:lnTo>
                  <a:pt x="72287" y="83910"/>
                </a:lnTo>
                <a:lnTo>
                  <a:pt x="72905" y="83413"/>
                </a:lnTo>
                <a:lnTo>
                  <a:pt x="73513" y="82866"/>
                </a:lnTo>
                <a:lnTo>
                  <a:pt x="74097" y="82260"/>
                </a:lnTo>
                <a:lnTo>
                  <a:pt x="74655" y="81595"/>
                </a:lnTo>
                <a:lnTo>
                  <a:pt x="75188" y="80873"/>
                </a:lnTo>
                <a:lnTo>
                  <a:pt x="75696" y="80092"/>
                </a:lnTo>
                <a:lnTo>
                  <a:pt x="76179" y="79252"/>
                </a:lnTo>
                <a:lnTo>
                  <a:pt x="76638" y="78354"/>
                </a:lnTo>
                <a:lnTo>
                  <a:pt x="77071" y="77398"/>
                </a:lnTo>
                <a:lnTo>
                  <a:pt x="77479" y="76384"/>
                </a:lnTo>
                <a:lnTo>
                  <a:pt x="77863" y="75311"/>
                </a:lnTo>
                <a:lnTo>
                  <a:pt x="78221" y="74180"/>
                </a:lnTo>
                <a:lnTo>
                  <a:pt x="78555" y="72990"/>
                </a:lnTo>
                <a:lnTo>
                  <a:pt x="79026" y="71088"/>
                </a:lnTo>
                <a:lnTo>
                  <a:pt x="79457" y="69061"/>
                </a:lnTo>
                <a:lnTo>
                  <a:pt x="79847" y="66908"/>
                </a:lnTo>
                <a:lnTo>
                  <a:pt x="80195" y="64630"/>
                </a:lnTo>
                <a:lnTo>
                  <a:pt x="80503" y="62226"/>
                </a:lnTo>
                <a:lnTo>
                  <a:pt x="80769" y="59696"/>
                </a:lnTo>
                <a:lnTo>
                  <a:pt x="80995" y="57041"/>
                </a:lnTo>
                <a:lnTo>
                  <a:pt x="81180" y="54260"/>
                </a:lnTo>
                <a:lnTo>
                  <a:pt x="81323" y="51354"/>
                </a:lnTo>
                <a:lnTo>
                  <a:pt x="81426" y="48322"/>
                </a:lnTo>
                <a:lnTo>
                  <a:pt x="81487" y="45165"/>
                </a:lnTo>
                <a:lnTo>
                  <a:pt x="81508" y="41882"/>
                </a:lnTo>
                <a:lnTo>
                  <a:pt x="81486" y="39436"/>
                </a:lnTo>
                <a:lnTo>
                  <a:pt x="81422" y="37059"/>
                </a:lnTo>
                <a:lnTo>
                  <a:pt x="81315" y="34750"/>
                </a:lnTo>
                <a:lnTo>
                  <a:pt x="81165" y="32510"/>
                </a:lnTo>
                <a:lnTo>
                  <a:pt x="80973" y="30338"/>
                </a:lnTo>
                <a:lnTo>
                  <a:pt x="80737" y="28235"/>
                </a:lnTo>
                <a:lnTo>
                  <a:pt x="80459" y="26201"/>
                </a:lnTo>
                <a:lnTo>
                  <a:pt x="80138" y="24235"/>
                </a:lnTo>
                <a:lnTo>
                  <a:pt x="79774" y="22338"/>
                </a:lnTo>
                <a:lnTo>
                  <a:pt x="79368" y="20510"/>
                </a:lnTo>
                <a:lnTo>
                  <a:pt x="78918" y="18750"/>
                </a:lnTo>
                <a:lnTo>
                  <a:pt x="78426" y="17058"/>
                </a:lnTo>
                <a:lnTo>
                  <a:pt x="78032" y="15859"/>
                </a:lnTo>
                <a:lnTo>
                  <a:pt x="77618" y="14719"/>
                </a:lnTo>
                <a:lnTo>
                  <a:pt x="77187" y="13639"/>
                </a:lnTo>
                <a:lnTo>
                  <a:pt x="76736" y="12618"/>
                </a:lnTo>
                <a:lnTo>
                  <a:pt x="76266" y="11657"/>
                </a:lnTo>
                <a:lnTo>
                  <a:pt x="75778" y="10756"/>
                </a:lnTo>
                <a:lnTo>
                  <a:pt x="75271" y="9915"/>
                </a:lnTo>
                <a:lnTo>
                  <a:pt x="74746" y="9133"/>
                </a:lnTo>
                <a:lnTo>
                  <a:pt x="74201" y="8411"/>
                </a:lnTo>
                <a:lnTo>
                  <a:pt x="73638" y="7749"/>
                </a:lnTo>
                <a:lnTo>
                  <a:pt x="73057" y="7146"/>
                </a:lnTo>
                <a:lnTo>
                  <a:pt x="72456" y="6603"/>
                </a:lnTo>
                <a:lnTo>
                  <a:pt x="72010" y="6265"/>
                </a:lnTo>
                <a:lnTo>
                  <a:pt x="71548" y="5957"/>
                </a:lnTo>
                <a:lnTo>
                  <a:pt x="71072" y="5677"/>
                </a:lnTo>
                <a:lnTo>
                  <a:pt x="70580" y="5427"/>
                </a:lnTo>
                <a:lnTo>
                  <a:pt x="70073" y="5207"/>
                </a:lnTo>
                <a:lnTo>
                  <a:pt x="69551" y="5016"/>
                </a:lnTo>
                <a:lnTo>
                  <a:pt x="69014" y="4854"/>
                </a:lnTo>
                <a:lnTo>
                  <a:pt x="68462" y="4722"/>
                </a:lnTo>
                <a:lnTo>
                  <a:pt x="67894" y="4619"/>
                </a:lnTo>
                <a:lnTo>
                  <a:pt x="67311" y="4545"/>
                </a:lnTo>
                <a:lnTo>
                  <a:pt x="66714" y="4501"/>
                </a:lnTo>
                <a:lnTo>
                  <a:pt x="66101" y="4486"/>
                </a:lnTo>
                <a:lnTo>
                  <a:pt x="65380" y="4514"/>
                </a:lnTo>
                <a:lnTo>
                  <a:pt x="64672" y="4595"/>
                </a:lnTo>
                <a:lnTo>
                  <a:pt x="63978" y="4731"/>
                </a:lnTo>
                <a:lnTo>
                  <a:pt x="63297" y="4921"/>
                </a:lnTo>
                <a:lnTo>
                  <a:pt x="62630" y="5166"/>
                </a:lnTo>
                <a:lnTo>
                  <a:pt x="61976" y="5465"/>
                </a:lnTo>
                <a:lnTo>
                  <a:pt x="61335" y="5818"/>
                </a:lnTo>
                <a:lnTo>
                  <a:pt x="60708" y="6226"/>
                </a:lnTo>
                <a:lnTo>
                  <a:pt x="60094" y="6688"/>
                </a:lnTo>
                <a:lnTo>
                  <a:pt x="59494" y="7204"/>
                </a:lnTo>
                <a:lnTo>
                  <a:pt x="58907" y="7775"/>
                </a:lnTo>
                <a:lnTo>
                  <a:pt x="58333" y="8400"/>
                </a:lnTo>
                <a:lnTo>
                  <a:pt x="57583" y="9330"/>
                </a:lnTo>
                <a:lnTo>
                  <a:pt x="56874" y="10344"/>
                </a:lnTo>
                <a:lnTo>
                  <a:pt x="56206" y="11443"/>
                </a:lnTo>
                <a:lnTo>
                  <a:pt x="55579" y="12626"/>
                </a:lnTo>
                <a:lnTo>
                  <a:pt x="54994" y="13894"/>
                </a:lnTo>
                <a:lnTo>
                  <a:pt x="54449" y="15247"/>
                </a:lnTo>
                <a:lnTo>
                  <a:pt x="53945" y="16685"/>
                </a:lnTo>
                <a:lnTo>
                  <a:pt x="53482" y="18207"/>
                </a:lnTo>
                <a:lnTo>
                  <a:pt x="53061" y="19814"/>
                </a:lnTo>
                <a:lnTo>
                  <a:pt x="52680" y="21505"/>
                </a:lnTo>
                <a:lnTo>
                  <a:pt x="52340" y="23281"/>
                </a:lnTo>
                <a:lnTo>
                  <a:pt x="52041" y="25142"/>
                </a:lnTo>
                <a:lnTo>
                  <a:pt x="51775" y="27042"/>
                </a:lnTo>
                <a:lnTo>
                  <a:pt x="51531" y="28938"/>
                </a:lnTo>
                <a:lnTo>
                  <a:pt x="51311" y="30830"/>
                </a:lnTo>
                <a:lnTo>
                  <a:pt x="51114" y="32717"/>
                </a:lnTo>
                <a:lnTo>
                  <a:pt x="50940" y="34600"/>
                </a:lnTo>
                <a:lnTo>
                  <a:pt x="50790" y="36478"/>
                </a:lnTo>
                <a:lnTo>
                  <a:pt x="50662" y="38352"/>
                </a:lnTo>
                <a:lnTo>
                  <a:pt x="50558" y="40221"/>
                </a:lnTo>
                <a:lnTo>
                  <a:pt x="50477" y="42086"/>
                </a:lnTo>
                <a:lnTo>
                  <a:pt x="50419" y="43947"/>
                </a:lnTo>
                <a:lnTo>
                  <a:pt x="50384" y="45803"/>
                </a:lnTo>
                <a:lnTo>
                  <a:pt x="50372" y="47654"/>
                </a:lnTo>
                <a:close/>
                <a:moveTo>
                  <a:pt x="105838" y="110878"/>
                </a:moveTo>
                <a:lnTo>
                  <a:pt x="105838" y="108058"/>
                </a:lnTo>
                <a:lnTo>
                  <a:pt x="106920" y="107677"/>
                </a:lnTo>
                <a:lnTo>
                  <a:pt x="107959" y="107262"/>
                </a:lnTo>
                <a:lnTo>
                  <a:pt x="108958" y="106814"/>
                </a:lnTo>
                <a:lnTo>
                  <a:pt x="109915" y="106332"/>
                </a:lnTo>
                <a:lnTo>
                  <a:pt x="110830" y="105817"/>
                </a:lnTo>
                <a:lnTo>
                  <a:pt x="111704" y="105268"/>
                </a:lnTo>
                <a:lnTo>
                  <a:pt x="112537" y="104685"/>
                </a:lnTo>
                <a:lnTo>
                  <a:pt x="113328" y="104069"/>
                </a:lnTo>
                <a:lnTo>
                  <a:pt x="114078" y="103420"/>
                </a:lnTo>
                <a:lnTo>
                  <a:pt x="114786" y="102737"/>
                </a:lnTo>
                <a:lnTo>
                  <a:pt x="115452" y="102021"/>
                </a:lnTo>
                <a:lnTo>
                  <a:pt x="116078" y="101271"/>
                </a:lnTo>
                <a:lnTo>
                  <a:pt x="116657" y="100500"/>
                </a:lnTo>
                <a:lnTo>
                  <a:pt x="117186" y="99722"/>
                </a:lnTo>
                <a:lnTo>
                  <a:pt x="117665" y="98937"/>
                </a:lnTo>
                <a:lnTo>
                  <a:pt x="118093" y="98144"/>
                </a:lnTo>
                <a:lnTo>
                  <a:pt x="118471" y="97343"/>
                </a:lnTo>
                <a:lnTo>
                  <a:pt x="118798" y="96535"/>
                </a:lnTo>
                <a:lnTo>
                  <a:pt x="119075" y="95719"/>
                </a:lnTo>
                <a:lnTo>
                  <a:pt x="119302" y="94895"/>
                </a:lnTo>
                <a:lnTo>
                  <a:pt x="119478" y="94064"/>
                </a:lnTo>
                <a:lnTo>
                  <a:pt x="119604" y="93225"/>
                </a:lnTo>
                <a:lnTo>
                  <a:pt x="119680" y="92379"/>
                </a:lnTo>
                <a:lnTo>
                  <a:pt x="119705" y="91525"/>
                </a:lnTo>
                <a:lnTo>
                  <a:pt x="119701" y="91324"/>
                </a:lnTo>
                <a:lnTo>
                  <a:pt x="119689" y="91129"/>
                </a:lnTo>
                <a:lnTo>
                  <a:pt x="119669" y="90939"/>
                </a:lnTo>
                <a:lnTo>
                  <a:pt x="119641" y="90754"/>
                </a:lnTo>
                <a:lnTo>
                  <a:pt x="119604" y="90575"/>
                </a:lnTo>
                <a:lnTo>
                  <a:pt x="119560" y="90402"/>
                </a:lnTo>
                <a:lnTo>
                  <a:pt x="119508" y="90233"/>
                </a:lnTo>
                <a:lnTo>
                  <a:pt x="119448" y="90070"/>
                </a:lnTo>
                <a:lnTo>
                  <a:pt x="119380" y="89912"/>
                </a:lnTo>
                <a:lnTo>
                  <a:pt x="119304" y="89760"/>
                </a:lnTo>
                <a:lnTo>
                  <a:pt x="119219" y="89613"/>
                </a:lnTo>
                <a:lnTo>
                  <a:pt x="119127" y="89472"/>
                </a:lnTo>
                <a:lnTo>
                  <a:pt x="119052" y="89380"/>
                </a:lnTo>
                <a:lnTo>
                  <a:pt x="118977" y="89295"/>
                </a:lnTo>
                <a:lnTo>
                  <a:pt x="118902" y="89219"/>
                </a:lnTo>
                <a:lnTo>
                  <a:pt x="118827" y="89151"/>
                </a:lnTo>
                <a:lnTo>
                  <a:pt x="118753" y="89091"/>
                </a:lnTo>
                <a:lnTo>
                  <a:pt x="118678" y="89039"/>
                </a:lnTo>
                <a:lnTo>
                  <a:pt x="118603" y="88995"/>
                </a:lnTo>
                <a:lnTo>
                  <a:pt x="118528" y="88959"/>
                </a:lnTo>
                <a:lnTo>
                  <a:pt x="118453" y="88931"/>
                </a:lnTo>
                <a:lnTo>
                  <a:pt x="118378" y="88911"/>
                </a:lnTo>
                <a:lnTo>
                  <a:pt x="118303" y="88899"/>
                </a:lnTo>
                <a:lnTo>
                  <a:pt x="118228" y="88895"/>
                </a:lnTo>
                <a:lnTo>
                  <a:pt x="118099" y="88904"/>
                </a:lnTo>
                <a:lnTo>
                  <a:pt x="117946" y="88931"/>
                </a:lnTo>
                <a:lnTo>
                  <a:pt x="117771" y="88975"/>
                </a:lnTo>
                <a:lnTo>
                  <a:pt x="117572" y="89037"/>
                </a:lnTo>
                <a:lnTo>
                  <a:pt x="117350" y="89117"/>
                </a:lnTo>
                <a:lnTo>
                  <a:pt x="117105" y="89215"/>
                </a:lnTo>
                <a:lnTo>
                  <a:pt x="116836" y="89331"/>
                </a:lnTo>
                <a:lnTo>
                  <a:pt x="116545" y="89465"/>
                </a:lnTo>
                <a:lnTo>
                  <a:pt x="116230" y="89616"/>
                </a:lnTo>
                <a:lnTo>
                  <a:pt x="115892" y="89785"/>
                </a:lnTo>
                <a:lnTo>
                  <a:pt x="115531" y="89972"/>
                </a:lnTo>
                <a:lnTo>
                  <a:pt x="115147" y="90177"/>
                </a:lnTo>
                <a:lnTo>
                  <a:pt x="114953" y="90269"/>
                </a:lnTo>
                <a:lnTo>
                  <a:pt x="114758" y="90353"/>
                </a:lnTo>
                <a:lnTo>
                  <a:pt x="114561" y="90429"/>
                </a:lnTo>
                <a:lnTo>
                  <a:pt x="114362" y="90497"/>
                </a:lnTo>
                <a:lnTo>
                  <a:pt x="114162" y="90557"/>
                </a:lnTo>
                <a:lnTo>
                  <a:pt x="113959" y="90609"/>
                </a:lnTo>
                <a:lnTo>
                  <a:pt x="113755" y="90653"/>
                </a:lnTo>
                <a:lnTo>
                  <a:pt x="113549" y="90689"/>
                </a:lnTo>
                <a:lnTo>
                  <a:pt x="113341" y="90718"/>
                </a:lnTo>
                <a:lnTo>
                  <a:pt x="113132" y="90738"/>
                </a:lnTo>
                <a:lnTo>
                  <a:pt x="112920" y="90750"/>
                </a:lnTo>
                <a:lnTo>
                  <a:pt x="112707" y="90754"/>
                </a:lnTo>
                <a:lnTo>
                  <a:pt x="112192" y="90741"/>
                </a:lnTo>
                <a:lnTo>
                  <a:pt x="111694" y="90702"/>
                </a:lnTo>
                <a:lnTo>
                  <a:pt x="111215" y="90637"/>
                </a:lnTo>
                <a:lnTo>
                  <a:pt x="110753" y="90547"/>
                </a:lnTo>
                <a:lnTo>
                  <a:pt x="110309" y="90431"/>
                </a:lnTo>
                <a:lnTo>
                  <a:pt x="109883" y="90289"/>
                </a:lnTo>
                <a:lnTo>
                  <a:pt x="109474" y="90121"/>
                </a:lnTo>
                <a:lnTo>
                  <a:pt x="109084" y="89928"/>
                </a:lnTo>
                <a:lnTo>
                  <a:pt x="108711" y="89708"/>
                </a:lnTo>
                <a:lnTo>
                  <a:pt x="108356" y="89463"/>
                </a:lnTo>
                <a:lnTo>
                  <a:pt x="108019" y="89192"/>
                </a:lnTo>
                <a:lnTo>
                  <a:pt x="107700" y="88895"/>
                </a:lnTo>
                <a:lnTo>
                  <a:pt x="107403" y="88575"/>
                </a:lnTo>
                <a:lnTo>
                  <a:pt x="107131" y="88236"/>
                </a:lnTo>
                <a:lnTo>
                  <a:pt x="106885" y="87877"/>
                </a:lnTo>
                <a:lnTo>
                  <a:pt x="106666" y="87499"/>
                </a:lnTo>
                <a:lnTo>
                  <a:pt x="106472" y="87101"/>
                </a:lnTo>
                <a:lnTo>
                  <a:pt x="106304" y="86684"/>
                </a:lnTo>
                <a:lnTo>
                  <a:pt x="106162" y="86247"/>
                </a:lnTo>
                <a:lnTo>
                  <a:pt x="106045" y="85790"/>
                </a:lnTo>
                <a:lnTo>
                  <a:pt x="105955" y="85314"/>
                </a:lnTo>
                <a:lnTo>
                  <a:pt x="105890" y="84818"/>
                </a:lnTo>
                <a:lnTo>
                  <a:pt x="105851" y="84303"/>
                </a:lnTo>
                <a:lnTo>
                  <a:pt x="105838" y="83768"/>
                </a:lnTo>
                <a:lnTo>
                  <a:pt x="105855" y="83250"/>
                </a:lnTo>
                <a:lnTo>
                  <a:pt x="105905" y="82746"/>
                </a:lnTo>
                <a:lnTo>
                  <a:pt x="105989" y="82253"/>
                </a:lnTo>
                <a:lnTo>
                  <a:pt x="106106" y="81774"/>
                </a:lnTo>
                <a:lnTo>
                  <a:pt x="106256" y="81306"/>
                </a:lnTo>
                <a:lnTo>
                  <a:pt x="106440" y="80851"/>
                </a:lnTo>
                <a:lnTo>
                  <a:pt x="106657" y="80409"/>
                </a:lnTo>
                <a:lnTo>
                  <a:pt x="106908" y="79979"/>
                </a:lnTo>
                <a:lnTo>
                  <a:pt x="107192" y="79562"/>
                </a:lnTo>
                <a:lnTo>
                  <a:pt x="107510" y="79157"/>
                </a:lnTo>
                <a:lnTo>
                  <a:pt x="107861" y="78764"/>
                </a:lnTo>
                <a:lnTo>
                  <a:pt x="108246" y="78384"/>
                </a:lnTo>
                <a:lnTo>
                  <a:pt x="108654" y="78026"/>
                </a:lnTo>
                <a:lnTo>
                  <a:pt x="109078" y="77698"/>
                </a:lnTo>
                <a:lnTo>
                  <a:pt x="109516" y="77403"/>
                </a:lnTo>
                <a:lnTo>
                  <a:pt x="109968" y="77138"/>
                </a:lnTo>
                <a:lnTo>
                  <a:pt x="110436" y="76904"/>
                </a:lnTo>
                <a:lnTo>
                  <a:pt x="110918" y="76702"/>
                </a:lnTo>
                <a:lnTo>
                  <a:pt x="111415" y="76530"/>
                </a:lnTo>
                <a:lnTo>
                  <a:pt x="111926" y="76390"/>
                </a:lnTo>
                <a:lnTo>
                  <a:pt x="112453" y="76281"/>
                </a:lnTo>
                <a:lnTo>
                  <a:pt x="112994" y="76203"/>
                </a:lnTo>
                <a:lnTo>
                  <a:pt x="113549" y="76156"/>
                </a:lnTo>
                <a:lnTo>
                  <a:pt x="114120" y="76141"/>
                </a:lnTo>
                <a:lnTo>
                  <a:pt x="114819" y="76166"/>
                </a:lnTo>
                <a:lnTo>
                  <a:pt x="115506" y="76243"/>
                </a:lnTo>
                <a:lnTo>
                  <a:pt x="116180" y="76372"/>
                </a:lnTo>
                <a:lnTo>
                  <a:pt x="116841" y="76551"/>
                </a:lnTo>
                <a:lnTo>
                  <a:pt x="117489" y="76782"/>
                </a:lnTo>
                <a:lnTo>
                  <a:pt x="118124" y="77064"/>
                </a:lnTo>
                <a:lnTo>
                  <a:pt x="118746" y="77397"/>
                </a:lnTo>
                <a:lnTo>
                  <a:pt x="119355" y="77782"/>
                </a:lnTo>
                <a:lnTo>
                  <a:pt x="119952" y="78218"/>
                </a:lnTo>
                <a:lnTo>
                  <a:pt x="120535" y="78705"/>
                </a:lnTo>
                <a:lnTo>
                  <a:pt x="121105" y="79244"/>
                </a:lnTo>
                <a:lnTo>
                  <a:pt x="121663" y="79834"/>
                </a:lnTo>
                <a:lnTo>
                  <a:pt x="122191" y="80466"/>
                </a:lnTo>
                <a:lnTo>
                  <a:pt x="122673" y="81131"/>
                </a:lnTo>
                <a:lnTo>
                  <a:pt x="123109" y="81830"/>
                </a:lnTo>
                <a:lnTo>
                  <a:pt x="123499" y="82562"/>
                </a:lnTo>
                <a:lnTo>
                  <a:pt x="123844" y="83328"/>
                </a:lnTo>
                <a:lnTo>
                  <a:pt x="124142" y="84127"/>
                </a:lnTo>
                <a:lnTo>
                  <a:pt x="124395" y="84960"/>
                </a:lnTo>
                <a:lnTo>
                  <a:pt x="124602" y="85826"/>
                </a:lnTo>
                <a:lnTo>
                  <a:pt x="124762" y="86725"/>
                </a:lnTo>
                <a:lnTo>
                  <a:pt x="124877" y="87658"/>
                </a:lnTo>
                <a:lnTo>
                  <a:pt x="124946" y="88624"/>
                </a:lnTo>
                <a:lnTo>
                  <a:pt x="124969" y="89624"/>
                </a:lnTo>
                <a:lnTo>
                  <a:pt x="124937" y="90720"/>
                </a:lnTo>
                <a:lnTo>
                  <a:pt x="124841" y="91803"/>
                </a:lnTo>
                <a:lnTo>
                  <a:pt x="124682" y="92873"/>
                </a:lnTo>
                <a:lnTo>
                  <a:pt x="124459" y="93931"/>
                </a:lnTo>
                <a:lnTo>
                  <a:pt x="124172" y="94975"/>
                </a:lnTo>
                <a:lnTo>
                  <a:pt x="123821" y="96006"/>
                </a:lnTo>
                <a:lnTo>
                  <a:pt x="123407" y="97024"/>
                </a:lnTo>
                <a:lnTo>
                  <a:pt x="122929" y="98030"/>
                </a:lnTo>
                <a:lnTo>
                  <a:pt x="122387" y="99022"/>
                </a:lnTo>
                <a:lnTo>
                  <a:pt x="121781" y="100002"/>
                </a:lnTo>
                <a:lnTo>
                  <a:pt x="121112" y="100968"/>
                </a:lnTo>
                <a:lnTo>
                  <a:pt x="120379" y="101922"/>
                </a:lnTo>
                <a:lnTo>
                  <a:pt x="119577" y="102852"/>
                </a:lnTo>
                <a:lnTo>
                  <a:pt x="118700" y="103749"/>
                </a:lnTo>
                <a:lnTo>
                  <a:pt x="117749" y="104612"/>
                </a:lnTo>
                <a:lnTo>
                  <a:pt x="116723" y="105442"/>
                </a:lnTo>
                <a:lnTo>
                  <a:pt x="115623" y="106239"/>
                </a:lnTo>
                <a:lnTo>
                  <a:pt x="114449" y="107002"/>
                </a:lnTo>
                <a:lnTo>
                  <a:pt x="113200" y="107731"/>
                </a:lnTo>
                <a:lnTo>
                  <a:pt x="111876" y="108428"/>
                </a:lnTo>
                <a:lnTo>
                  <a:pt x="110479" y="109090"/>
                </a:lnTo>
                <a:lnTo>
                  <a:pt x="109006" y="109720"/>
                </a:lnTo>
                <a:lnTo>
                  <a:pt x="107459" y="110316"/>
                </a:lnTo>
                <a:lnTo>
                  <a:pt x="105838" y="110878"/>
                </a:lnTo>
                <a:close/>
                <a:moveTo>
                  <a:pt x="136396" y="46018"/>
                </a:moveTo>
                <a:lnTo>
                  <a:pt x="136427" y="43568"/>
                </a:lnTo>
                <a:lnTo>
                  <a:pt x="136521" y="41176"/>
                </a:lnTo>
                <a:lnTo>
                  <a:pt x="136677" y="38841"/>
                </a:lnTo>
                <a:lnTo>
                  <a:pt x="136895" y="36564"/>
                </a:lnTo>
                <a:lnTo>
                  <a:pt x="137176" y="34344"/>
                </a:lnTo>
                <a:lnTo>
                  <a:pt x="137519" y="32182"/>
                </a:lnTo>
                <a:lnTo>
                  <a:pt x="137925" y="30077"/>
                </a:lnTo>
                <a:lnTo>
                  <a:pt x="138393" y="28029"/>
                </a:lnTo>
                <a:lnTo>
                  <a:pt x="138924" y="26039"/>
                </a:lnTo>
                <a:lnTo>
                  <a:pt x="139517" y="24106"/>
                </a:lnTo>
                <a:lnTo>
                  <a:pt x="140172" y="22231"/>
                </a:lnTo>
                <a:lnTo>
                  <a:pt x="140890" y="20413"/>
                </a:lnTo>
                <a:lnTo>
                  <a:pt x="141659" y="18662"/>
                </a:lnTo>
                <a:lnTo>
                  <a:pt x="142470" y="16987"/>
                </a:lnTo>
                <a:lnTo>
                  <a:pt x="143321" y="15388"/>
                </a:lnTo>
                <a:lnTo>
                  <a:pt x="144214" y="13865"/>
                </a:lnTo>
                <a:lnTo>
                  <a:pt x="145147" y="12418"/>
                </a:lnTo>
                <a:lnTo>
                  <a:pt x="146122" y="11048"/>
                </a:lnTo>
                <a:lnTo>
                  <a:pt x="147137" y="9753"/>
                </a:lnTo>
                <a:lnTo>
                  <a:pt x="148194" y="8535"/>
                </a:lnTo>
                <a:lnTo>
                  <a:pt x="149291" y="7393"/>
                </a:lnTo>
                <a:lnTo>
                  <a:pt x="150430" y="6326"/>
                </a:lnTo>
                <a:lnTo>
                  <a:pt x="151610" y="5336"/>
                </a:lnTo>
                <a:lnTo>
                  <a:pt x="152830" y="4422"/>
                </a:lnTo>
                <a:lnTo>
                  <a:pt x="153796" y="3757"/>
                </a:lnTo>
                <a:lnTo>
                  <a:pt x="154767" y="3149"/>
                </a:lnTo>
                <a:lnTo>
                  <a:pt x="155743" y="2600"/>
                </a:lnTo>
                <a:lnTo>
                  <a:pt x="156725" y="2108"/>
                </a:lnTo>
                <a:lnTo>
                  <a:pt x="157712" y="1674"/>
                </a:lnTo>
                <a:lnTo>
                  <a:pt x="158704" y="1298"/>
                </a:lnTo>
                <a:lnTo>
                  <a:pt x="159702" y="980"/>
                </a:lnTo>
                <a:lnTo>
                  <a:pt x="160705" y="719"/>
                </a:lnTo>
                <a:lnTo>
                  <a:pt x="161713" y="517"/>
                </a:lnTo>
                <a:lnTo>
                  <a:pt x="162727" y="372"/>
                </a:lnTo>
                <a:lnTo>
                  <a:pt x="163746" y="285"/>
                </a:lnTo>
                <a:lnTo>
                  <a:pt x="164771" y="256"/>
                </a:lnTo>
                <a:lnTo>
                  <a:pt x="166426" y="327"/>
                </a:lnTo>
                <a:lnTo>
                  <a:pt x="168052" y="539"/>
                </a:lnTo>
                <a:lnTo>
                  <a:pt x="169650" y="893"/>
                </a:lnTo>
                <a:lnTo>
                  <a:pt x="171219" y="1389"/>
                </a:lnTo>
                <a:lnTo>
                  <a:pt x="172760" y="2026"/>
                </a:lnTo>
                <a:lnTo>
                  <a:pt x="174272" y="2804"/>
                </a:lnTo>
                <a:lnTo>
                  <a:pt x="175756" y="3724"/>
                </a:lnTo>
                <a:lnTo>
                  <a:pt x="177211" y="4785"/>
                </a:lnTo>
                <a:lnTo>
                  <a:pt x="178637" y="5989"/>
                </a:lnTo>
                <a:lnTo>
                  <a:pt x="180035" y="7333"/>
                </a:lnTo>
                <a:lnTo>
                  <a:pt x="181405" y="8819"/>
                </a:lnTo>
                <a:lnTo>
                  <a:pt x="182746" y="10447"/>
                </a:lnTo>
                <a:lnTo>
                  <a:pt x="184335" y="12614"/>
                </a:lnTo>
                <a:lnTo>
                  <a:pt x="185786" y="14905"/>
                </a:lnTo>
                <a:lnTo>
                  <a:pt x="187099" y="17321"/>
                </a:lnTo>
                <a:lnTo>
                  <a:pt x="188274" y="19861"/>
                </a:lnTo>
                <a:lnTo>
                  <a:pt x="189310" y="22526"/>
                </a:lnTo>
                <a:lnTo>
                  <a:pt x="190209" y="25316"/>
                </a:lnTo>
                <a:lnTo>
                  <a:pt x="190969" y="28231"/>
                </a:lnTo>
                <a:lnTo>
                  <a:pt x="191591" y="31270"/>
                </a:lnTo>
                <a:lnTo>
                  <a:pt x="192074" y="34433"/>
                </a:lnTo>
                <a:lnTo>
                  <a:pt x="192420" y="37721"/>
                </a:lnTo>
                <a:lnTo>
                  <a:pt x="192627" y="41134"/>
                </a:lnTo>
                <a:lnTo>
                  <a:pt x="192696" y="44672"/>
                </a:lnTo>
                <a:lnTo>
                  <a:pt x="192666" y="47161"/>
                </a:lnTo>
                <a:lnTo>
                  <a:pt x="192575" y="49587"/>
                </a:lnTo>
                <a:lnTo>
                  <a:pt x="192423" y="51950"/>
                </a:lnTo>
                <a:lnTo>
                  <a:pt x="192211" y="54250"/>
                </a:lnTo>
                <a:lnTo>
                  <a:pt x="191938" y="56486"/>
                </a:lnTo>
                <a:lnTo>
                  <a:pt x="191605" y="58660"/>
                </a:lnTo>
                <a:lnTo>
                  <a:pt x="191211" y="60770"/>
                </a:lnTo>
                <a:lnTo>
                  <a:pt x="190756" y="62817"/>
                </a:lnTo>
                <a:lnTo>
                  <a:pt x="190241" y="64801"/>
                </a:lnTo>
                <a:lnTo>
                  <a:pt x="189665" y="66721"/>
                </a:lnTo>
                <a:lnTo>
                  <a:pt x="189028" y="68578"/>
                </a:lnTo>
                <a:lnTo>
                  <a:pt x="188331" y="70372"/>
                </a:lnTo>
                <a:lnTo>
                  <a:pt x="187587" y="72095"/>
                </a:lnTo>
                <a:lnTo>
                  <a:pt x="186809" y="73736"/>
                </a:lnTo>
                <a:lnTo>
                  <a:pt x="185998" y="75298"/>
                </a:lnTo>
                <a:lnTo>
                  <a:pt x="185153" y="76778"/>
                </a:lnTo>
                <a:lnTo>
                  <a:pt x="184275" y="78178"/>
                </a:lnTo>
                <a:lnTo>
                  <a:pt x="183364" y="79497"/>
                </a:lnTo>
                <a:lnTo>
                  <a:pt x="182419" y="80736"/>
                </a:lnTo>
                <a:lnTo>
                  <a:pt x="181441" y="81895"/>
                </a:lnTo>
                <a:lnTo>
                  <a:pt x="180429" y="82972"/>
                </a:lnTo>
                <a:lnTo>
                  <a:pt x="179384" y="83970"/>
                </a:lnTo>
                <a:lnTo>
                  <a:pt x="178305" y="84886"/>
                </a:lnTo>
                <a:lnTo>
                  <a:pt x="177193" y="85722"/>
                </a:lnTo>
                <a:lnTo>
                  <a:pt x="176067" y="86485"/>
                </a:lnTo>
                <a:lnTo>
                  <a:pt x="174949" y="87181"/>
                </a:lnTo>
                <a:lnTo>
                  <a:pt x="173837" y="87811"/>
                </a:lnTo>
                <a:lnTo>
                  <a:pt x="172731" y="88375"/>
                </a:lnTo>
                <a:lnTo>
                  <a:pt x="171632" y="88872"/>
                </a:lnTo>
                <a:lnTo>
                  <a:pt x="170540" y="89303"/>
                </a:lnTo>
                <a:lnTo>
                  <a:pt x="169455" y="89668"/>
                </a:lnTo>
                <a:lnTo>
                  <a:pt x="168376" y="89967"/>
                </a:lnTo>
                <a:lnTo>
                  <a:pt x="167305" y="90199"/>
                </a:lnTo>
                <a:lnTo>
                  <a:pt x="166239" y="90365"/>
                </a:lnTo>
                <a:lnTo>
                  <a:pt x="165181" y="90464"/>
                </a:lnTo>
                <a:lnTo>
                  <a:pt x="164129" y="90497"/>
                </a:lnTo>
                <a:lnTo>
                  <a:pt x="162082" y="90395"/>
                </a:lnTo>
                <a:lnTo>
                  <a:pt x="160093" y="90090"/>
                </a:lnTo>
                <a:lnTo>
                  <a:pt x="158163" y="89580"/>
                </a:lnTo>
                <a:lnTo>
                  <a:pt x="156290" y="88866"/>
                </a:lnTo>
                <a:lnTo>
                  <a:pt x="154475" y="87949"/>
                </a:lnTo>
                <a:lnTo>
                  <a:pt x="152718" y="86828"/>
                </a:lnTo>
                <a:lnTo>
                  <a:pt x="151019" y="85503"/>
                </a:lnTo>
                <a:lnTo>
                  <a:pt x="149378" y="83974"/>
                </a:lnTo>
                <a:lnTo>
                  <a:pt x="147795" y="82241"/>
                </a:lnTo>
                <a:lnTo>
                  <a:pt x="146270" y="80305"/>
                </a:lnTo>
                <a:lnTo>
                  <a:pt x="144803" y="78164"/>
                </a:lnTo>
                <a:lnTo>
                  <a:pt x="143393" y="75820"/>
                </a:lnTo>
                <a:lnTo>
                  <a:pt x="142276" y="73723"/>
                </a:lnTo>
                <a:lnTo>
                  <a:pt x="141255" y="71556"/>
                </a:lnTo>
                <a:lnTo>
                  <a:pt x="140332" y="69319"/>
                </a:lnTo>
                <a:lnTo>
                  <a:pt x="139506" y="67011"/>
                </a:lnTo>
                <a:lnTo>
                  <a:pt x="138777" y="64633"/>
                </a:lnTo>
                <a:lnTo>
                  <a:pt x="138145" y="62185"/>
                </a:lnTo>
                <a:lnTo>
                  <a:pt x="137611" y="59666"/>
                </a:lnTo>
                <a:lnTo>
                  <a:pt x="137173" y="57077"/>
                </a:lnTo>
                <a:lnTo>
                  <a:pt x="136833" y="54418"/>
                </a:lnTo>
                <a:lnTo>
                  <a:pt x="136590" y="51688"/>
                </a:lnTo>
                <a:lnTo>
                  <a:pt x="136444" y="48888"/>
                </a:lnTo>
                <a:lnTo>
                  <a:pt x="136396" y="46018"/>
                </a:lnTo>
                <a:moveTo>
                  <a:pt x="148978" y="47654"/>
                </a:moveTo>
                <a:lnTo>
                  <a:pt x="149009" y="50601"/>
                </a:lnTo>
                <a:lnTo>
                  <a:pt x="149101" y="53457"/>
                </a:lnTo>
                <a:lnTo>
                  <a:pt x="149255" y="56221"/>
                </a:lnTo>
                <a:lnTo>
                  <a:pt x="149471" y="58893"/>
                </a:lnTo>
                <a:lnTo>
                  <a:pt x="149747" y="61473"/>
                </a:lnTo>
                <a:lnTo>
                  <a:pt x="150086" y="63962"/>
                </a:lnTo>
                <a:lnTo>
                  <a:pt x="150486" y="66359"/>
                </a:lnTo>
                <a:lnTo>
                  <a:pt x="150947" y="68664"/>
                </a:lnTo>
                <a:lnTo>
                  <a:pt x="151470" y="70877"/>
                </a:lnTo>
                <a:lnTo>
                  <a:pt x="152055" y="72998"/>
                </a:lnTo>
                <a:lnTo>
                  <a:pt x="152700" y="75028"/>
                </a:lnTo>
                <a:lnTo>
                  <a:pt x="153408" y="76966"/>
                </a:lnTo>
                <a:lnTo>
                  <a:pt x="154043" y="78492"/>
                </a:lnTo>
                <a:lnTo>
                  <a:pt x="154728" y="79886"/>
                </a:lnTo>
                <a:lnTo>
                  <a:pt x="155462" y="81147"/>
                </a:lnTo>
                <a:lnTo>
                  <a:pt x="156247" y="82276"/>
                </a:lnTo>
                <a:lnTo>
                  <a:pt x="157081" y="83271"/>
                </a:lnTo>
                <a:lnTo>
                  <a:pt x="157966" y="84134"/>
                </a:lnTo>
                <a:lnTo>
                  <a:pt x="158900" y="84864"/>
                </a:lnTo>
                <a:lnTo>
                  <a:pt x="159885" y="85462"/>
                </a:lnTo>
                <a:lnTo>
                  <a:pt x="160919" y="85926"/>
                </a:lnTo>
                <a:lnTo>
                  <a:pt x="162003" y="86258"/>
                </a:lnTo>
                <a:lnTo>
                  <a:pt x="163137" y="86457"/>
                </a:lnTo>
                <a:lnTo>
                  <a:pt x="164321" y="86524"/>
                </a:lnTo>
                <a:lnTo>
                  <a:pt x="164901" y="86502"/>
                </a:lnTo>
                <a:lnTo>
                  <a:pt x="165484" y="86437"/>
                </a:lnTo>
                <a:lnTo>
                  <a:pt x="166071" y="86329"/>
                </a:lnTo>
                <a:lnTo>
                  <a:pt x="166661" y="86178"/>
                </a:lnTo>
                <a:lnTo>
                  <a:pt x="167255" y="85984"/>
                </a:lnTo>
                <a:lnTo>
                  <a:pt x="167852" y="85746"/>
                </a:lnTo>
                <a:lnTo>
                  <a:pt x="168453" y="85465"/>
                </a:lnTo>
                <a:lnTo>
                  <a:pt x="169058" y="85141"/>
                </a:lnTo>
                <a:lnTo>
                  <a:pt x="169666" y="84774"/>
                </a:lnTo>
                <a:lnTo>
                  <a:pt x="170277" y="84364"/>
                </a:lnTo>
                <a:lnTo>
                  <a:pt x="170893" y="83910"/>
                </a:lnTo>
                <a:lnTo>
                  <a:pt x="171511" y="83413"/>
                </a:lnTo>
                <a:lnTo>
                  <a:pt x="172120" y="82866"/>
                </a:lnTo>
                <a:lnTo>
                  <a:pt x="172703" y="82260"/>
                </a:lnTo>
                <a:lnTo>
                  <a:pt x="173261" y="81595"/>
                </a:lnTo>
                <a:lnTo>
                  <a:pt x="173794" y="80873"/>
                </a:lnTo>
                <a:lnTo>
                  <a:pt x="174302" y="80092"/>
                </a:lnTo>
                <a:lnTo>
                  <a:pt x="174785" y="79252"/>
                </a:lnTo>
                <a:lnTo>
                  <a:pt x="175244" y="78354"/>
                </a:lnTo>
                <a:lnTo>
                  <a:pt x="175677" y="77398"/>
                </a:lnTo>
                <a:lnTo>
                  <a:pt x="176085" y="76384"/>
                </a:lnTo>
                <a:lnTo>
                  <a:pt x="176469" y="75311"/>
                </a:lnTo>
                <a:lnTo>
                  <a:pt x="176827" y="74180"/>
                </a:lnTo>
                <a:lnTo>
                  <a:pt x="177161" y="72990"/>
                </a:lnTo>
                <a:lnTo>
                  <a:pt x="177632" y="71088"/>
                </a:lnTo>
                <a:lnTo>
                  <a:pt x="178063" y="69061"/>
                </a:lnTo>
                <a:lnTo>
                  <a:pt x="178453" y="66908"/>
                </a:lnTo>
                <a:lnTo>
                  <a:pt x="178801" y="64630"/>
                </a:lnTo>
                <a:lnTo>
                  <a:pt x="179109" y="62226"/>
                </a:lnTo>
                <a:lnTo>
                  <a:pt x="179376" y="59696"/>
                </a:lnTo>
                <a:lnTo>
                  <a:pt x="179601" y="57041"/>
                </a:lnTo>
                <a:lnTo>
                  <a:pt x="179786" y="54260"/>
                </a:lnTo>
                <a:lnTo>
                  <a:pt x="179929" y="51354"/>
                </a:lnTo>
                <a:lnTo>
                  <a:pt x="180032" y="48322"/>
                </a:lnTo>
                <a:lnTo>
                  <a:pt x="180093" y="45165"/>
                </a:lnTo>
                <a:lnTo>
                  <a:pt x="180114" y="41882"/>
                </a:lnTo>
                <a:lnTo>
                  <a:pt x="180092" y="39436"/>
                </a:lnTo>
                <a:lnTo>
                  <a:pt x="180028" y="37059"/>
                </a:lnTo>
                <a:lnTo>
                  <a:pt x="179921" y="34750"/>
                </a:lnTo>
                <a:lnTo>
                  <a:pt x="179771" y="32510"/>
                </a:lnTo>
                <a:lnTo>
                  <a:pt x="179579" y="30338"/>
                </a:lnTo>
                <a:lnTo>
                  <a:pt x="179343" y="28235"/>
                </a:lnTo>
                <a:lnTo>
                  <a:pt x="179065" y="26201"/>
                </a:lnTo>
                <a:lnTo>
                  <a:pt x="178744" y="24235"/>
                </a:lnTo>
                <a:lnTo>
                  <a:pt x="178380" y="22338"/>
                </a:lnTo>
                <a:lnTo>
                  <a:pt x="177974" y="20510"/>
                </a:lnTo>
                <a:lnTo>
                  <a:pt x="177525" y="18750"/>
                </a:lnTo>
                <a:lnTo>
                  <a:pt x="177032" y="17058"/>
                </a:lnTo>
                <a:lnTo>
                  <a:pt x="176638" y="15859"/>
                </a:lnTo>
                <a:lnTo>
                  <a:pt x="176225" y="14719"/>
                </a:lnTo>
                <a:lnTo>
                  <a:pt x="175793" y="13639"/>
                </a:lnTo>
                <a:lnTo>
                  <a:pt x="175342" y="12618"/>
                </a:lnTo>
                <a:lnTo>
                  <a:pt x="174872" y="11657"/>
                </a:lnTo>
                <a:lnTo>
                  <a:pt x="174384" y="10756"/>
                </a:lnTo>
                <a:lnTo>
                  <a:pt x="173877" y="9915"/>
                </a:lnTo>
                <a:lnTo>
                  <a:pt x="173352" y="9133"/>
                </a:lnTo>
                <a:lnTo>
                  <a:pt x="172807" y="8411"/>
                </a:lnTo>
                <a:lnTo>
                  <a:pt x="172244" y="7749"/>
                </a:lnTo>
                <a:lnTo>
                  <a:pt x="171663" y="7146"/>
                </a:lnTo>
                <a:lnTo>
                  <a:pt x="171062" y="6603"/>
                </a:lnTo>
                <a:lnTo>
                  <a:pt x="170616" y="6265"/>
                </a:lnTo>
                <a:lnTo>
                  <a:pt x="170154" y="5957"/>
                </a:lnTo>
                <a:lnTo>
                  <a:pt x="169678" y="5677"/>
                </a:lnTo>
                <a:lnTo>
                  <a:pt x="169186" y="5427"/>
                </a:lnTo>
                <a:lnTo>
                  <a:pt x="168679" y="5207"/>
                </a:lnTo>
                <a:lnTo>
                  <a:pt x="168157" y="5016"/>
                </a:lnTo>
                <a:lnTo>
                  <a:pt x="167620" y="4854"/>
                </a:lnTo>
                <a:lnTo>
                  <a:pt x="167068" y="4722"/>
                </a:lnTo>
                <a:lnTo>
                  <a:pt x="166500" y="4619"/>
                </a:lnTo>
                <a:lnTo>
                  <a:pt x="165917" y="4545"/>
                </a:lnTo>
                <a:lnTo>
                  <a:pt x="165320" y="4501"/>
                </a:lnTo>
                <a:lnTo>
                  <a:pt x="164707" y="4486"/>
                </a:lnTo>
                <a:lnTo>
                  <a:pt x="163986" y="4514"/>
                </a:lnTo>
                <a:lnTo>
                  <a:pt x="163278" y="4595"/>
                </a:lnTo>
                <a:lnTo>
                  <a:pt x="162584" y="4731"/>
                </a:lnTo>
                <a:lnTo>
                  <a:pt x="161903" y="4921"/>
                </a:lnTo>
                <a:lnTo>
                  <a:pt x="161236" y="5166"/>
                </a:lnTo>
                <a:lnTo>
                  <a:pt x="160582" y="5465"/>
                </a:lnTo>
                <a:lnTo>
                  <a:pt x="159941" y="5818"/>
                </a:lnTo>
                <a:lnTo>
                  <a:pt x="159314" y="6226"/>
                </a:lnTo>
                <a:lnTo>
                  <a:pt x="158700" y="6688"/>
                </a:lnTo>
                <a:lnTo>
                  <a:pt x="158100" y="7204"/>
                </a:lnTo>
                <a:lnTo>
                  <a:pt x="157513" y="7775"/>
                </a:lnTo>
                <a:lnTo>
                  <a:pt x="156939" y="8400"/>
                </a:lnTo>
                <a:lnTo>
                  <a:pt x="156189" y="9330"/>
                </a:lnTo>
                <a:lnTo>
                  <a:pt x="155480" y="10344"/>
                </a:lnTo>
                <a:lnTo>
                  <a:pt x="154812" y="11443"/>
                </a:lnTo>
                <a:lnTo>
                  <a:pt x="154185" y="12626"/>
                </a:lnTo>
                <a:lnTo>
                  <a:pt x="153600" y="13894"/>
                </a:lnTo>
                <a:lnTo>
                  <a:pt x="153055" y="15247"/>
                </a:lnTo>
                <a:lnTo>
                  <a:pt x="152551" y="16685"/>
                </a:lnTo>
                <a:lnTo>
                  <a:pt x="152088" y="18207"/>
                </a:lnTo>
                <a:lnTo>
                  <a:pt x="151667" y="19814"/>
                </a:lnTo>
                <a:lnTo>
                  <a:pt x="151286" y="21505"/>
                </a:lnTo>
                <a:lnTo>
                  <a:pt x="150946" y="23281"/>
                </a:lnTo>
                <a:lnTo>
                  <a:pt x="150648" y="25142"/>
                </a:lnTo>
                <a:lnTo>
                  <a:pt x="150381" y="27042"/>
                </a:lnTo>
                <a:lnTo>
                  <a:pt x="150138" y="28938"/>
                </a:lnTo>
                <a:lnTo>
                  <a:pt x="149917" y="30830"/>
                </a:lnTo>
                <a:lnTo>
                  <a:pt x="149720" y="32717"/>
                </a:lnTo>
                <a:lnTo>
                  <a:pt x="149546" y="34600"/>
                </a:lnTo>
                <a:lnTo>
                  <a:pt x="149396" y="36478"/>
                </a:lnTo>
                <a:lnTo>
                  <a:pt x="149268" y="38352"/>
                </a:lnTo>
                <a:lnTo>
                  <a:pt x="149164" y="40221"/>
                </a:lnTo>
                <a:lnTo>
                  <a:pt x="149083" y="42086"/>
                </a:lnTo>
                <a:lnTo>
                  <a:pt x="149025" y="43947"/>
                </a:lnTo>
                <a:lnTo>
                  <a:pt x="148990" y="45803"/>
                </a:lnTo>
                <a:lnTo>
                  <a:pt x="148978" y="47654"/>
                </a:lnTo>
                <a:close/>
                <a:moveTo>
                  <a:pt x="202197" y="0"/>
                </a:moveTo>
                <a:lnTo>
                  <a:pt x="230444" y="0"/>
                </a:lnTo>
                <a:lnTo>
                  <a:pt x="230444" y="114980"/>
                </a:lnTo>
                <a:lnTo>
                  <a:pt x="202197" y="114980"/>
                </a:lnTo>
                <a:lnTo>
                  <a:pt x="202197" y="109917"/>
                </a:lnTo>
                <a:lnTo>
                  <a:pt x="220814" y="109917"/>
                </a:lnTo>
                <a:lnTo>
                  <a:pt x="220814" y="5063"/>
                </a:lnTo>
                <a:lnTo>
                  <a:pt x="202197" y="5063"/>
                </a:lnTo>
                <a:lnTo>
                  <a:pt x="202197" y="0"/>
                </a:lnTo>
                <a:close/>
                <a:moveTo>
                  <a:pt x="248265" y="110878"/>
                </a:moveTo>
                <a:lnTo>
                  <a:pt x="248265" y="108058"/>
                </a:lnTo>
                <a:lnTo>
                  <a:pt x="249346" y="107677"/>
                </a:lnTo>
                <a:lnTo>
                  <a:pt x="250386" y="107262"/>
                </a:lnTo>
                <a:lnTo>
                  <a:pt x="251384" y="106814"/>
                </a:lnTo>
                <a:lnTo>
                  <a:pt x="252341" y="106332"/>
                </a:lnTo>
                <a:lnTo>
                  <a:pt x="253257" y="105817"/>
                </a:lnTo>
                <a:lnTo>
                  <a:pt x="254131" y="105268"/>
                </a:lnTo>
                <a:lnTo>
                  <a:pt x="254963" y="104685"/>
                </a:lnTo>
                <a:lnTo>
                  <a:pt x="255754" y="104069"/>
                </a:lnTo>
                <a:lnTo>
                  <a:pt x="256504" y="103420"/>
                </a:lnTo>
                <a:lnTo>
                  <a:pt x="257212" y="102737"/>
                </a:lnTo>
                <a:lnTo>
                  <a:pt x="257879" y="102021"/>
                </a:lnTo>
                <a:lnTo>
                  <a:pt x="258504" y="101271"/>
                </a:lnTo>
                <a:lnTo>
                  <a:pt x="259083" y="100500"/>
                </a:lnTo>
                <a:lnTo>
                  <a:pt x="259612" y="99722"/>
                </a:lnTo>
                <a:lnTo>
                  <a:pt x="260091" y="98937"/>
                </a:lnTo>
                <a:lnTo>
                  <a:pt x="260519" y="98144"/>
                </a:lnTo>
                <a:lnTo>
                  <a:pt x="260897" y="97343"/>
                </a:lnTo>
                <a:lnTo>
                  <a:pt x="261224" y="96535"/>
                </a:lnTo>
                <a:lnTo>
                  <a:pt x="261501" y="95719"/>
                </a:lnTo>
                <a:lnTo>
                  <a:pt x="261728" y="94895"/>
                </a:lnTo>
                <a:lnTo>
                  <a:pt x="261904" y="94064"/>
                </a:lnTo>
                <a:lnTo>
                  <a:pt x="262030" y="93225"/>
                </a:lnTo>
                <a:lnTo>
                  <a:pt x="262106" y="92379"/>
                </a:lnTo>
                <a:lnTo>
                  <a:pt x="262131" y="91525"/>
                </a:lnTo>
                <a:lnTo>
                  <a:pt x="262127" y="91324"/>
                </a:lnTo>
                <a:lnTo>
                  <a:pt x="262115" y="91129"/>
                </a:lnTo>
                <a:lnTo>
                  <a:pt x="262095" y="90939"/>
                </a:lnTo>
                <a:lnTo>
                  <a:pt x="262067" y="90754"/>
                </a:lnTo>
                <a:lnTo>
                  <a:pt x="262031" y="90575"/>
                </a:lnTo>
                <a:lnTo>
                  <a:pt x="261987" y="90402"/>
                </a:lnTo>
                <a:lnTo>
                  <a:pt x="261935" y="90233"/>
                </a:lnTo>
                <a:lnTo>
                  <a:pt x="261874" y="90070"/>
                </a:lnTo>
                <a:lnTo>
                  <a:pt x="261806" y="89912"/>
                </a:lnTo>
                <a:lnTo>
                  <a:pt x="261730" y="89760"/>
                </a:lnTo>
                <a:lnTo>
                  <a:pt x="261646" y="89613"/>
                </a:lnTo>
                <a:lnTo>
                  <a:pt x="261553" y="89472"/>
                </a:lnTo>
                <a:lnTo>
                  <a:pt x="261478" y="89380"/>
                </a:lnTo>
                <a:lnTo>
                  <a:pt x="261404" y="89295"/>
                </a:lnTo>
                <a:lnTo>
                  <a:pt x="261329" y="89219"/>
                </a:lnTo>
                <a:lnTo>
                  <a:pt x="261254" y="89151"/>
                </a:lnTo>
                <a:lnTo>
                  <a:pt x="261179" y="89091"/>
                </a:lnTo>
                <a:lnTo>
                  <a:pt x="261104" y="89039"/>
                </a:lnTo>
                <a:lnTo>
                  <a:pt x="261029" y="88995"/>
                </a:lnTo>
                <a:lnTo>
                  <a:pt x="260954" y="88959"/>
                </a:lnTo>
                <a:lnTo>
                  <a:pt x="260879" y="88931"/>
                </a:lnTo>
                <a:lnTo>
                  <a:pt x="260804" y="88911"/>
                </a:lnTo>
                <a:lnTo>
                  <a:pt x="260730" y="88899"/>
                </a:lnTo>
                <a:lnTo>
                  <a:pt x="260655" y="88895"/>
                </a:lnTo>
                <a:lnTo>
                  <a:pt x="260525" y="88904"/>
                </a:lnTo>
                <a:lnTo>
                  <a:pt x="260373" y="88931"/>
                </a:lnTo>
                <a:lnTo>
                  <a:pt x="260197" y="88975"/>
                </a:lnTo>
                <a:lnTo>
                  <a:pt x="259998" y="89037"/>
                </a:lnTo>
                <a:lnTo>
                  <a:pt x="259776" y="89117"/>
                </a:lnTo>
                <a:lnTo>
                  <a:pt x="259531" y="89215"/>
                </a:lnTo>
                <a:lnTo>
                  <a:pt x="259263" y="89331"/>
                </a:lnTo>
                <a:lnTo>
                  <a:pt x="258971" y="89465"/>
                </a:lnTo>
                <a:lnTo>
                  <a:pt x="258656" y="89616"/>
                </a:lnTo>
                <a:lnTo>
                  <a:pt x="258319" y="89785"/>
                </a:lnTo>
                <a:lnTo>
                  <a:pt x="257957" y="89972"/>
                </a:lnTo>
                <a:lnTo>
                  <a:pt x="257573" y="90177"/>
                </a:lnTo>
                <a:lnTo>
                  <a:pt x="257380" y="90269"/>
                </a:lnTo>
                <a:lnTo>
                  <a:pt x="257184" y="90353"/>
                </a:lnTo>
                <a:lnTo>
                  <a:pt x="256987" y="90429"/>
                </a:lnTo>
                <a:lnTo>
                  <a:pt x="256789" y="90497"/>
                </a:lnTo>
                <a:lnTo>
                  <a:pt x="256588" y="90557"/>
                </a:lnTo>
                <a:lnTo>
                  <a:pt x="256386" y="90609"/>
                </a:lnTo>
                <a:lnTo>
                  <a:pt x="256181" y="90653"/>
                </a:lnTo>
                <a:lnTo>
                  <a:pt x="255975" y="90689"/>
                </a:lnTo>
                <a:lnTo>
                  <a:pt x="255768" y="90718"/>
                </a:lnTo>
                <a:lnTo>
                  <a:pt x="255558" y="90738"/>
                </a:lnTo>
                <a:lnTo>
                  <a:pt x="255347" y="90750"/>
                </a:lnTo>
                <a:lnTo>
                  <a:pt x="255134" y="90754"/>
                </a:lnTo>
                <a:lnTo>
                  <a:pt x="254618" y="90741"/>
                </a:lnTo>
                <a:lnTo>
                  <a:pt x="254121" y="90702"/>
                </a:lnTo>
                <a:lnTo>
                  <a:pt x="253641" y="90637"/>
                </a:lnTo>
                <a:lnTo>
                  <a:pt x="253179" y="90547"/>
                </a:lnTo>
                <a:lnTo>
                  <a:pt x="252735" y="90431"/>
                </a:lnTo>
                <a:lnTo>
                  <a:pt x="252309" y="90289"/>
                </a:lnTo>
                <a:lnTo>
                  <a:pt x="251901" y="90121"/>
                </a:lnTo>
                <a:lnTo>
                  <a:pt x="251510" y="89928"/>
                </a:lnTo>
                <a:lnTo>
                  <a:pt x="251137" y="89708"/>
                </a:lnTo>
                <a:lnTo>
                  <a:pt x="250783" y="89463"/>
                </a:lnTo>
                <a:lnTo>
                  <a:pt x="250446" y="89192"/>
                </a:lnTo>
                <a:lnTo>
                  <a:pt x="250126" y="88895"/>
                </a:lnTo>
                <a:lnTo>
                  <a:pt x="249829" y="88575"/>
                </a:lnTo>
                <a:lnTo>
                  <a:pt x="249558" y="88236"/>
                </a:lnTo>
                <a:lnTo>
                  <a:pt x="249312" y="87877"/>
                </a:lnTo>
                <a:lnTo>
                  <a:pt x="249092" y="87499"/>
                </a:lnTo>
                <a:lnTo>
                  <a:pt x="248898" y="87101"/>
                </a:lnTo>
                <a:lnTo>
                  <a:pt x="248730" y="86684"/>
                </a:lnTo>
                <a:lnTo>
                  <a:pt x="248588" y="86247"/>
                </a:lnTo>
                <a:lnTo>
                  <a:pt x="248472" y="85790"/>
                </a:lnTo>
                <a:lnTo>
                  <a:pt x="248381" y="85314"/>
                </a:lnTo>
                <a:lnTo>
                  <a:pt x="248316" y="84818"/>
                </a:lnTo>
                <a:lnTo>
                  <a:pt x="248278" y="84303"/>
                </a:lnTo>
                <a:lnTo>
                  <a:pt x="248265" y="83768"/>
                </a:lnTo>
                <a:lnTo>
                  <a:pt x="248281" y="83250"/>
                </a:lnTo>
                <a:lnTo>
                  <a:pt x="248332" y="82746"/>
                </a:lnTo>
                <a:lnTo>
                  <a:pt x="248415" y="82253"/>
                </a:lnTo>
                <a:lnTo>
                  <a:pt x="248532" y="81774"/>
                </a:lnTo>
                <a:lnTo>
                  <a:pt x="248683" y="81306"/>
                </a:lnTo>
                <a:lnTo>
                  <a:pt x="248867" y="80851"/>
                </a:lnTo>
                <a:lnTo>
                  <a:pt x="249084" y="80409"/>
                </a:lnTo>
                <a:lnTo>
                  <a:pt x="249335" y="79979"/>
                </a:lnTo>
                <a:lnTo>
                  <a:pt x="249619" y="79562"/>
                </a:lnTo>
                <a:lnTo>
                  <a:pt x="249936" y="79157"/>
                </a:lnTo>
                <a:lnTo>
                  <a:pt x="250288" y="78764"/>
                </a:lnTo>
                <a:lnTo>
                  <a:pt x="250672" y="78384"/>
                </a:lnTo>
                <a:lnTo>
                  <a:pt x="251081" y="78026"/>
                </a:lnTo>
                <a:lnTo>
                  <a:pt x="251504" y="77698"/>
                </a:lnTo>
                <a:lnTo>
                  <a:pt x="251942" y="77403"/>
                </a:lnTo>
                <a:lnTo>
                  <a:pt x="252395" y="77138"/>
                </a:lnTo>
                <a:lnTo>
                  <a:pt x="252862" y="76904"/>
                </a:lnTo>
                <a:lnTo>
                  <a:pt x="253344" y="76702"/>
                </a:lnTo>
                <a:lnTo>
                  <a:pt x="253841" y="76530"/>
                </a:lnTo>
                <a:lnTo>
                  <a:pt x="254353" y="76390"/>
                </a:lnTo>
                <a:lnTo>
                  <a:pt x="254879" y="76281"/>
                </a:lnTo>
                <a:lnTo>
                  <a:pt x="255420" y="76203"/>
                </a:lnTo>
                <a:lnTo>
                  <a:pt x="255976" y="76156"/>
                </a:lnTo>
                <a:lnTo>
                  <a:pt x="256546" y="76141"/>
                </a:lnTo>
                <a:lnTo>
                  <a:pt x="257246" y="76166"/>
                </a:lnTo>
                <a:lnTo>
                  <a:pt x="257932" y="76243"/>
                </a:lnTo>
                <a:lnTo>
                  <a:pt x="258606" y="76372"/>
                </a:lnTo>
                <a:lnTo>
                  <a:pt x="259267" y="76551"/>
                </a:lnTo>
                <a:lnTo>
                  <a:pt x="259915" y="76782"/>
                </a:lnTo>
                <a:lnTo>
                  <a:pt x="260550" y="77064"/>
                </a:lnTo>
                <a:lnTo>
                  <a:pt x="261172" y="77397"/>
                </a:lnTo>
                <a:lnTo>
                  <a:pt x="261782" y="77782"/>
                </a:lnTo>
                <a:lnTo>
                  <a:pt x="262378" y="78218"/>
                </a:lnTo>
                <a:lnTo>
                  <a:pt x="262961" y="78705"/>
                </a:lnTo>
                <a:lnTo>
                  <a:pt x="263532" y="79244"/>
                </a:lnTo>
                <a:lnTo>
                  <a:pt x="264089" y="79834"/>
                </a:lnTo>
                <a:lnTo>
                  <a:pt x="264617" y="80466"/>
                </a:lnTo>
                <a:lnTo>
                  <a:pt x="265099" y="81131"/>
                </a:lnTo>
                <a:lnTo>
                  <a:pt x="265536" y="81830"/>
                </a:lnTo>
                <a:lnTo>
                  <a:pt x="265926" y="82562"/>
                </a:lnTo>
                <a:lnTo>
                  <a:pt x="266270" y="83328"/>
                </a:lnTo>
                <a:lnTo>
                  <a:pt x="266569" y="84127"/>
                </a:lnTo>
                <a:lnTo>
                  <a:pt x="266821" y="84960"/>
                </a:lnTo>
                <a:lnTo>
                  <a:pt x="267028" y="85826"/>
                </a:lnTo>
                <a:lnTo>
                  <a:pt x="267189" y="86725"/>
                </a:lnTo>
                <a:lnTo>
                  <a:pt x="267303" y="87658"/>
                </a:lnTo>
                <a:lnTo>
                  <a:pt x="267372" y="88624"/>
                </a:lnTo>
                <a:lnTo>
                  <a:pt x="267395" y="89624"/>
                </a:lnTo>
                <a:lnTo>
                  <a:pt x="267363" y="90720"/>
                </a:lnTo>
                <a:lnTo>
                  <a:pt x="267268" y="91803"/>
                </a:lnTo>
                <a:lnTo>
                  <a:pt x="267108" y="92873"/>
                </a:lnTo>
                <a:lnTo>
                  <a:pt x="266885" y="93931"/>
                </a:lnTo>
                <a:lnTo>
                  <a:pt x="266598" y="94975"/>
                </a:lnTo>
                <a:lnTo>
                  <a:pt x="266248" y="96006"/>
                </a:lnTo>
                <a:lnTo>
                  <a:pt x="265833" y="97024"/>
                </a:lnTo>
                <a:lnTo>
                  <a:pt x="265355" y="98030"/>
                </a:lnTo>
                <a:lnTo>
                  <a:pt x="264813" y="99022"/>
                </a:lnTo>
                <a:lnTo>
                  <a:pt x="264208" y="100002"/>
                </a:lnTo>
                <a:lnTo>
                  <a:pt x="263538" y="100968"/>
                </a:lnTo>
                <a:lnTo>
                  <a:pt x="262805" y="101922"/>
                </a:lnTo>
                <a:lnTo>
                  <a:pt x="262003" y="102852"/>
                </a:lnTo>
                <a:lnTo>
                  <a:pt x="261126" y="103749"/>
                </a:lnTo>
                <a:lnTo>
                  <a:pt x="260175" y="104612"/>
                </a:lnTo>
                <a:lnTo>
                  <a:pt x="259150" y="105442"/>
                </a:lnTo>
                <a:lnTo>
                  <a:pt x="258050" y="106239"/>
                </a:lnTo>
                <a:lnTo>
                  <a:pt x="256875" y="107002"/>
                </a:lnTo>
                <a:lnTo>
                  <a:pt x="255626" y="107731"/>
                </a:lnTo>
                <a:lnTo>
                  <a:pt x="254303" y="108428"/>
                </a:lnTo>
                <a:lnTo>
                  <a:pt x="252905" y="109090"/>
                </a:lnTo>
                <a:lnTo>
                  <a:pt x="251433" y="109720"/>
                </a:lnTo>
                <a:lnTo>
                  <a:pt x="249886" y="110316"/>
                </a:lnTo>
                <a:lnTo>
                  <a:pt x="248265" y="11087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05" name="Original vector context 104">
            <a:extLst xmlns:a="http://schemas.openxmlformats.org/drawingml/2006/main">
              <a:ext uri="{FF2B5EF4-FFF2-40B4-BE49-F238E27FC236}">
                <a16:creationId xmlns:a16="http://schemas.microsoft.com/office/drawing/2014/main" id="{A387D6F0-18F4-4A0A-AE2C-9E42814C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053" y="11440165"/>
            <a:ext cx="230444" cy="114980"/>
          </a:xfrm>
          <a:custGeom xmlns:a="http://schemas.openxmlformats.org/drawingml/2006/main">
            <a:pathLst>
              <a:path w="230444" h="114980">
                <a:moveTo>
                  <a:pt x="28247" y="114980"/>
                </a:moveTo>
                <a:lnTo>
                  <a:pt x="0" y="114980"/>
                </a:lnTo>
                <a:lnTo>
                  <a:pt x="0" y="0"/>
                </a:lnTo>
                <a:lnTo>
                  <a:pt x="28247" y="0"/>
                </a:lnTo>
                <a:lnTo>
                  <a:pt x="28247" y="5063"/>
                </a:lnTo>
                <a:lnTo>
                  <a:pt x="9629" y="5063"/>
                </a:lnTo>
                <a:lnTo>
                  <a:pt x="9629" y="110045"/>
                </a:lnTo>
                <a:lnTo>
                  <a:pt x="28247" y="110045"/>
                </a:lnTo>
                <a:lnTo>
                  <a:pt x="28247" y="114980"/>
                </a:lnTo>
                <a:close/>
                <a:moveTo>
                  <a:pt x="37791" y="46018"/>
                </a:moveTo>
                <a:lnTo>
                  <a:pt x="37822" y="43568"/>
                </a:lnTo>
                <a:lnTo>
                  <a:pt x="37916" y="41176"/>
                </a:lnTo>
                <a:lnTo>
                  <a:pt x="38072" y="38841"/>
                </a:lnTo>
                <a:lnTo>
                  <a:pt x="38290" y="36564"/>
                </a:lnTo>
                <a:lnTo>
                  <a:pt x="38571" y="34344"/>
                </a:lnTo>
                <a:lnTo>
                  <a:pt x="38914" y="32182"/>
                </a:lnTo>
                <a:lnTo>
                  <a:pt x="39320" y="30077"/>
                </a:lnTo>
                <a:lnTo>
                  <a:pt x="39788" y="28029"/>
                </a:lnTo>
                <a:lnTo>
                  <a:pt x="40318" y="26039"/>
                </a:lnTo>
                <a:lnTo>
                  <a:pt x="40911" y="24106"/>
                </a:lnTo>
                <a:lnTo>
                  <a:pt x="41567" y="22231"/>
                </a:lnTo>
                <a:lnTo>
                  <a:pt x="42284" y="20413"/>
                </a:lnTo>
                <a:lnTo>
                  <a:pt x="43054" y="18662"/>
                </a:lnTo>
                <a:lnTo>
                  <a:pt x="43864" y="16987"/>
                </a:lnTo>
                <a:lnTo>
                  <a:pt x="44716" y="15388"/>
                </a:lnTo>
                <a:lnTo>
                  <a:pt x="45608" y="13865"/>
                </a:lnTo>
                <a:lnTo>
                  <a:pt x="46542" y="12418"/>
                </a:lnTo>
                <a:lnTo>
                  <a:pt x="47516" y="11048"/>
                </a:lnTo>
                <a:lnTo>
                  <a:pt x="48532" y="9753"/>
                </a:lnTo>
                <a:lnTo>
                  <a:pt x="49589" y="8535"/>
                </a:lnTo>
                <a:lnTo>
                  <a:pt x="50686" y="7393"/>
                </a:lnTo>
                <a:lnTo>
                  <a:pt x="51825" y="6326"/>
                </a:lnTo>
                <a:lnTo>
                  <a:pt x="53004" y="5336"/>
                </a:lnTo>
                <a:lnTo>
                  <a:pt x="54225" y="4422"/>
                </a:lnTo>
                <a:lnTo>
                  <a:pt x="55191" y="3757"/>
                </a:lnTo>
                <a:lnTo>
                  <a:pt x="56162" y="3149"/>
                </a:lnTo>
                <a:lnTo>
                  <a:pt x="57138" y="2600"/>
                </a:lnTo>
                <a:lnTo>
                  <a:pt x="58120" y="2108"/>
                </a:lnTo>
                <a:lnTo>
                  <a:pt x="59107" y="1674"/>
                </a:lnTo>
                <a:lnTo>
                  <a:pt x="60099" y="1298"/>
                </a:lnTo>
                <a:lnTo>
                  <a:pt x="61097" y="980"/>
                </a:lnTo>
                <a:lnTo>
                  <a:pt x="62100" y="719"/>
                </a:lnTo>
                <a:lnTo>
                  <a:pt x="63108" y="517"/>
                </a:lnTo>
                <a:lnTo>
                  <a:pt x="64122" y="372"/>
                </a:lnTo>
                <a:lnTo>
                  <a:pt x="65141" y="285"/>
                </a:lnTo>
                <a:lnTo>
                  <a:pt x="66166" y="256"/>
                </a:lnTo>
                <a:lnTo>
                  <a:pt x="67820" y="327"/>
                </a:lnTo>
                <a:lnTo>
                  <a:pt x="69447" y="539"/>
                </a:lnTo>
                <a:lnTo>
                  <a:pt x="71045" y="893"/>
                </a:lnTo>
                <a:lnTo>
                  <a:pt x="72614" y="1389"/>
                </a:lnTo>
                <a:lnTo>
                  <a:pt x="74155" y="2026"/>
                </a:lnTo>
                <a:lnTo>
                  <a:pt x="75667" y="2804"/>
                </a:lnTo>
                <a:lnTo>
                  <a:pt x="77150" y="3724"/>
                </a:lnTo>
                <a:lnTo>
                  <a:pt x="78605" y="4785"/>
                </a:lnTo>
                <a:lnTo>
                  <a:pt x="80032" y="5989"/>
                </a:lnTo>
                <a:lnTo>
                  <a:pt x="81430" y="7333"/>
                </a:lnTo>
                <a:lnTo>
                  <a:pt x="82800" y="8819"/>
                </a:lnTo>
                <a:lnTo>
                  <a:pt x="84141" y="10447"/>
                </a:lnTo>
                <a:lnTo>
                  <a:pt x="85730" y="12614"/>
                </a:lnTo>
                <a:lnTo>
                  <a:pt x="87181" y="14905"/>
                </a:lnTo>
                <a:lnTo>
                  <a:pt x="88494" y="17321"/>
                </a:lnTo>
                <a:lnTo>
                  <a:pt x="89669" y="19861"/>
                </a:lnTo>
                <a:lnTo>
                  <a:pt x="90705" y="22526"/>
                </a:lnTo>
                <a:lnTo>
                  <a:pt x="91604" y="25316"/>
                </a:lnTo>
                <a:lnTo>
                  <a:pt x="92364" y="28231"/>
                </a:lnTo>
                <a:lnTo>
                  <a:pt x="92986" y="31270"/>
                </a:lnTo>
                <a:lnTo>
                  <a:pt x="93469" y="34433"/>
                </a:lnTo>
                <a:lnTo>
                  <a:pt x="93815" y="37721"/>
                </a:lnTo>
                <a:lnTo>
                  <a:pt x="94022" y="41134"/>
                </a:lnTo>
                <a:lnTo>
                  <a:pt x="94091" y="44672"/>
                </a:lnTo>
                <a:lnTo>
                  <a:pt x="94061" y="47161"/>
                </a:lnTo>
                <a:lnTo>
                  <a:pt x="93970" y="49587"/>
                </a:lnTo>
                <a:lnTo>
                  <a:pt x="93818" y="51950"/>
                </a:lnTo>
                <a:lnTo>
                  <a:pt x="93606" y="54250"/>
                </a:lnTo>
                <a:lnTo>
                  <a:pt x="93333" y="56486"/>
                </a:lnTo>
                <a:lnTo>
                  <a:pt x="93000" y="58660"/>
                </a:lnTo>
                <a:lnTo>
                  <a:pt x="92606" y="60770"/>
                </a:lnTo>
                <a:lnTo>
                  <a:pt x="92151" y="62817"/>
                </a:lnTo>
                <a:lnTo>
                  <a:pt x="91636" y="64801"/>
                </a:lnTo>
                <a:lnTo>
                  <a:pt x="91060" y="66721"/>
                </a:lnTo>
                <a:lnTo>
                  <a:pt x="90423" y="68578"/>
                </a:lnTo>
                <a:lnTo>
                  <a:pt x="89726" y="70372"/>
                </a:lnTo>
                <a:lnTo>
                  <a:pt x="88981" y="72095"/>
                </a:lnTo>
                <a:lnTo>
                  <a:pt x="88204" y="73736"/>
                </a:lnTo>
                <a:lnTo>
                  <a:pt x="87393" y="75298"/>
                </a:lnTo>
                <a:lnTo>
                  <a:pt x="86548" y="76778"/>
                </a:lnTo>
                <a:lnTo>
                  <a:pt x="85670" y="78178"/>
                </a:lnTo>
                <a:lnTo>
                  <a:pt x="84759" y="79497"/>
                </a:lnTo>
                <a:lnTo>
                  <a:pt x="83814" y="80736"/>
                </a:lnTo>
                <a:lnTo>
                  <a:pt x="82835" y="81895"/>
                </a:lnTo>
                <a:lnTo>
                  <a:pt x="81824" y="82972"/>
                </a:lnTo>
                <a:lnTo>
                  <a:pt x="80778" y="83970"/>
                </a:lnTo>
                <a:lnTo>
                  <a:pt x="79700" y="84886"/>
                </a:lnTo>
                <a:lnTo>
                  <a:pt x="78588" y="85722"/>
                </a:lnTo>
                <a:lnTo>
                  <a:pt x="77462" y="86485"/>
                </a:lnTo>
                <a:lnTo>
                  <a:pt x="76343" y="87181"/>
                </a:lnTo>
                <a:lnTo>
                  <a:pt x="75231" y="87811"/>
                </a:lnTo>
                <a:lnTo>
                  <a:pt x="74126" y="88375"/>
                </a:lnTo>
                <a:lnTo>
                  <a:pt x="73027" y="88872"/>
                </a:lnTo>
                <a:lnTo>
                  <a:pt x="71935" y="89303"/>
                </a:lnTo>
                <a:lnTo>
                  <a:pt x="70850" y="89668"/>
                </a:lnTo>
                <a:lnTo>
                  <a:pt x="69771" y="89967"/>
                </a:lnTo>
                <a:lnTo>
                  <a:pt x="68699" y="90199"/>
                </a:lnTo>
                <a:lnTo>
                  <a:pt x="67634" y="90365"/>
                </a:lnTo>
                <a:lnTo>
                  <a:pt x="66576" y="90464"/>
                </a:lnTo>
                <a:lnTo>
                  <a:pt x="65524" y="90497"/>
                </a:lnTo>
                <a:lnTo>
                  <a:pt x="63477" y="90395"/>
                </a:lnTo>
                <a:lnTo>
                  <a:pt x="61488" y="90090"/>
                </a:lnTo>
                <a:lnTo>
                  <a:pt x="59557" y="89580"/>
                </a:lnTo>
                <a:lnTo>
                  <a:pt x="57685" y="88866"/>
                </a:lnTo>
                <a:lnTo>
                  <a:pt x="55870" y="87949"/>
                </a:lnTo>
                <a:lnTo>
                  <a:pt x="54113" y="86828"/>
                </a:lnTo>
                <a:lnTo>
                  <a:pt x="52414" y="85503"/>
                </a:lnTo>
                <a:lnTo>
                  <a:pt x="50773" y="83974"/>
                </a:lnTo>
                <a:lnTo>
                  <a:pt x="49190" y="82241"/>
                </a:lnTo>
                <a:lnTo>
                  <a:pt x="47665" y="80305"/>
                </a:lnTo>
                <a:lnTo>
                  <a:pt x="46197" y="78164"/>
                </a:lnTo>
                <a:lnTo>
                  <a:pt x="44788" y="75820"/>
                </a:lnTo>
                <a:lnTo>
                  <a:pt x="43670" y="73723"/>
                </a:lnTo>
                <a:lnTo>
                  <a:pt x="42650" y="71556"/>
                </a:lnTo>
                <a:lnTo>
                  <a:pt x="41727" y="69319"/>
                </a:lnTo>
                <a:lnTo>
                  <a:pt x="40901" y="67011"/>
                </a:lnTo>
                <a:lnTo>
                  <a:pt x="40172" y="64633"/>
                </a:lnTo>
                <a:lnTo>
                  <a:pt x="39540" y="62185"/>
                </a:lnTo>
                <a:lnTo>
                  <a:pt x="39006" y="59666"/>
                </a:lnTo>
                <a:lnTo>
                  <a:pt x="38568" y="57077"/>
                </a:lnTo>
                <a:lnTo>
                  <a:pt x="38228" y="54418"/>
                </a:lnTo>
                <a:lnTo>
                  <a:pt x="37985" y="51688"/>
                </a:lnTo>
                <a:lnTo>
                  <a:pt x="37839" y="48888"/>
                </a:lnTo>
                <a:lnTo>
                  <a:pt x="37791" y="46018"/>
                </a:lnTo>
                <a:moveTo>
                  <a:pt x="50373" y="47654"/>
                </a:moveTo>
                <a:lnTo>
                  <a:pt x="50404" y="50601"/>
                </a:lnTo>
                <a:lnTo>
                  <a:pt x="50496" y="53457"/>
                </a:lnTo>
                <a:lnTo>
                  <a:pt x="50650" y="56221"/>
                </a:lnTo>
                <a:lnTo>
                  <a:pt x="50865" y="58893"/>
                </a:lnTo>
                <a:lnTo>
                  <a:pt x="51142" y="61473"/>
                </a:lnTo>
                <a:lnTo>
                  <a:pt x="51481" y="63962"/>
                </a:lnTo>
                <a:lnTo>
                  <a:pt x="51881" y="66359"/>
                </a:lnTo>
                <a:lnTo>
                  <a:pt x="52342" y="68664"/>
                </a:lnTo>
                <a:lnTo>
                  <a:pt x="52865" y="70877"/>
                </a:lnTo>
                <a:lnTo>
                  <a:pt x="53449" y="72998"/>
                </a:lnTo>
                <a:lnTo>
                  <a:pt x="54095" y="75028"/>
                </a:lnTo>
                <a:lnTo>
                  <a:pt x="54803" y="76966"/>
                </a:lnTo>
                <a:lnTo>
                  <a:pt x="55438" y="78492"/>
                </a:lnTo>
                <a:lnTo>
                  <a:pt x="56122" y="79886"/>
                </a:lnTo>
                <a:lnTo>
                  <a:pt x="56857" y="81147"/>
                </a:lnTo>
                <a:lnTo>
                  <a:pt x="57642" y="82276"/>
                </a:lnTo>
                <a:lnTo>
                  <a:pt x="58476" y="83271"/>
                </a:lnTo>
                <a:lnTo>
                  <a:pt x="59361" y="84134"/>
                </a:lnTo>
                <a:lnTo>
                  <a:pt x="60295" y="84864"/>
                </a:lnTo>
                <a:lnTo>
                  <a:pt x="61280" y="85462"/>
                </a:lnTo>
                <a:lnTo>
                  <a:pt x="62314" y="85926"/>
                </a:lnTo>
                <a:lnTo>
                  <a:pt x="63398" y="86258"/>
                </a:lnTo>
                <a:lnTo>
                  <a:pt x="64532" y="86457"/>
                </a:lnTo>
                <a:lnTo>
                  <a:pt x="65716" y="86524"/>
                </a:lnTo>
                <a:lnTo>
                  <a:pt x="66296" y="86502"/>
                </a:lnTo>
                <a:lnTo>
                  <a:pt x="66879" y="86437"/>
                </a:lnTo>
                <a:lnTo>
                  <a:pt x="67466" y="86329"/>
                </a:lnTo>
                <a:lnTo>
                  <a:pt x="68056" y="86178"/>
                </a:lnTo>
                <a:lnTo>
                  <a:pt x="68650" y="85984"/>
                </a:lnTo>
                <a:lnTo>
                  <a:pt x="69247" y="85746"/>
                </a:lnTo>
                <a:lnTo>
                  <a:pt x="69848" y="85465"/>
                </a:lnTo>
                <a:lnTo>
                  <a:pt x="70453" y="85141"/>
                </a:lnTo>
                <a:lnTo>
                  <a:pt x="71061" y="84774"/>
                </a:lnTo>
                <a:lnTo>
                  <a:pt x="71672" y="84364"/>
                </a:lnTo>
                <a:lnTo>
                  <a:pt x="72287" y="83910"/>
                </a:lnTo>
                <a:lnTo>
                  <a:pt x="72906" y="83413"/>
                </a:lnTo>
                <a:lnTo>
                  <a:pt x="73514" y="82866"/>
                </a:lnTo>
                <a:lnTo>
                  <a:pt x="74097" y="82260"/>
                </a:lnTo>
                <a:lnTo>
                  <a:pt x="74656" y="81595"/>
                </a:lnTo>
                <a:lnTo>
                  <a:pt x="75189" y="80873"/>
                </a:lnTo>
                <a:lnTo>
                  <a:pt x="75697" y="80092"/>
                </a:lnTo>
                <a:lnTo>
                  <a:pt x="76180" y="79252"/>
                </a:lnTo>
                <a:lnTo>
                  <a:pt x="76639" y="78354"/>
                </a:lnTo>
                <a:lnTo>
                  <a:pt x="77072" y="77398"/>
                </a:lnTo>
                <a:lnTo>
                  <a:pt x="77480" y="76384"/>
                </a:lnTo>
                <a:lnTo>
                  <a:pt x="77864" y="75311"/>
                </a:lnTo>
                <a:lnTo>
                  <a:pt x="78222" y="74180"/>
                </a:lnTo>
                <a:lnTo>
                  <a:pt x="78556" y="72990"/>
                </a:lnTo>
                <a:lnTo>
                  <a:pt x="79027" y="71088"/>
                </a:lnTo>
                <a:lnTo>
                  <a:pt x="79458" y="69061"/>
                </a:lnTo>
                <a:lnTo>
                  <a:pt x="79848" y="66908"/>
                </a:lnTo>
                <a:lnTo>
                  <a:pt x="80196" y="64630"/>
                </a:lnTo>
                <a:lnTo>
                  <a:pt x="80504" y="62226"/>
                </a:lnTo>
                <a:lnTo>
                  <a:pt x="80770" y="59696"/>
                </a:lnTo>
                <a:lnTo>
                  <a:pt x="80996" y="57041"/>
                </a:lnTo>
                <a:lnTo>
                  <a:pt x="81180" y="54260"/>
                </a:lnTo>
                <a:lnTo>
                  <a:pt x="81324" y="51354"/>
                </a:lnTo>
                <a:lnTo>
                  <a:pt x="81427" y="48322"/>
                </a:lnTo>
                <a:lnTo>
                  <a:pt x="81488" y="45165"/>
                </a:lnTo>
                <a:lnTo>
                  <a:pt x="81509" y="41882"/>
                </a:lnTo>
                <a:lnTo>
                  <a:pt x="81487" y="39436"/>
                </a:lnTo>
                <a:lnTo>
                  <a:pt x="81423" y="37059"/>
                </a:lnTo>
                <a:lnTo>
                  <a:pt x="81316" y="34750"/>
                </a:lnTo>
                <a:lnTo>
                  <a:pt x="81166" y="32510"/>
                </a:lnTo>
                <a:lnTo>
                  <a:pt x="80974" y="30338"/>
                </a:lnTo>
                <a:lnTo>
                  <a:pt x="80738" y="28235"/>
                </a:lnTo>
                <a:lnTo>
                  <a:pt x="80460" y="26201"/>
                </a:lnTo>
                <a:lnTo>
                  <a:pt x="80139" y="24235"/>
                </a:lnTo>
                <a:lnTo>
                  <a:pt x="79775" y="22338"/>
                </a:lnTo>
                <a:lnTo>
                  <a:pt x="79369" y="20510"/>
                </a:lnTo>
                <a:lnTo>
                  <a:pt x="78919" y="18750"/>
                </a:lnTo>
                <a:lnTo>
                  <a:pt x="78427" y="17058"/>
                </a:lnTo>
                <a:lnTo>
                  <a:pt x="78033" y="15859"/>
                </a:lnTo>
                <a:lnTo>
                  <a:pt x="77619" y="14719"/>
                </a:lnTo>
                <a:lnTo>
                  <a:pt x="77187" y="13639"/>
                </a:lnTo>
                <a:lnTo>
                  <a:pt x="76737" y="12618"/>
                </a:lnTo>
                <a:lnTo>
                  <a:pt x="76267" y="11657"/>
                </a:lnTo>
                <a:lnTo>
                  <a:pt x="75779" y="10756"/>
                </a:lnTo>
                <a:lnTo>
                  <a:pt x="75272" y="9915"/>
                </a:lnTo>
                <a:lnTo>
                  <a:pt x="74747" y="9133"/>
                </a:lnTo>
                <a:lnTo>
                  <a:pt x="74202" y="8411"/>
                </a:lnTo>
                <a:lnTo>
                  <a:pt x="73639" y="7749"/>
                </a:lnTo>
                <a:lnTo>
                  <a:pt x="73057" y="7146"/>
                </a:lnTo>
                <a:lnTo>
                  <a:pt x="72457" y="6603"/>
                </a:lnTo>
                <a:lnTo>
                  <a:pt x="72011" y="6265"/>
                </a:lnTo>
                <a:lnTo>
                  <a:pt x="71549" y="5957"/>
                </a:lnTo>
                <a:lnTo>
                  <a:pt x="71073" y="5677"/>
                </a:lnTo>
                <a:lnTo>
                  <a:pt x="70581" y="5427"/>
                </a:lnTo>
                <a:lnTo>
                  <a:pt x="70074" y="5207"/>
                </a:lnTo>
                <a:lnTo>
                  <a:pt x="69552" y="5016"/>
                </a:lnTo>
                <a:lnTo>
                  <a:pt x="69015" y="4854"/>
                </a:lnTo>
                <a:lnTo>
                  <a:pt x="68462" y="4722"/>
                </a:lnTo>
                <a:lnTo>
                  <a:pt x="67895" y="4619"/>
                </a:lnTo>
                <a:lnTo>
                  <a:pt x="67312" y="4545"/>
                </a:lnTo>
                <a:lnTo>
                  <a:pt x="66714" y="4501"/>
                </a:lnTo>
                <a:lnTo>
                  <a:pt x="66101" y="4486"/>
                </a:lnTo>
                <a:lnTo>
                  <a:pt x="65381" y="4514"/>
                </a:lnTo>
                <a:lnTo>
                  <a:pt x="64673" y="4595"/>
                </a:lnTo>
                <a:lnTo>
                  <a:pt x="63979" y="4731"/>
                </a:lnTo>
                <a:lnTo>
                  <a:pt x="63298" y="4921"/>
                </a:lnTo>
                <a:lnTo>
                  <a:pt x="62631" y="5166"/>
                </a:lnTo>
                <a:lnTo>
                  <a:pt x="61977" y="5465"/>
                </a:lnTo>
                <a:lnTo>
                  <a:pt x="61336" y="5818"/>
                </a:lnTo>
                <a:lnTo>
                  <a:pt x="60709" y="6226"/>
                </a:lnTo>
                <a:lnTo>
                  <a:pt x="60095" y="6688"/>
                </a:lnTo>
                <a:lnTo>
                  <a:pt x="59495" y="7204"/>
                </a:lnTo>
                <a:lnTo>
                  <a:pt x="58907" y="7775"/>
                </a:lnTo>
                <a:lnTo>
                  <a:pt x="58334" y="8400"/>
                </a:lnTo>
                <a:lnTo>
                  <a:pt x="57584" y="9330"/>
                </a:lnTo>
                <a:lnTo>
                  <a:pt x="56875" y="10344"/>
                </a:lnTo>
                <a:lnTo>
                  <a:pt x="56207" y="11443"/>
                </a:lnTo>
                <a:lnTo>
                  <a:pt x="55580" y="12626"/>
                </a:lnTo>
                <a:lnTo>
                  <a:pt x="54995" y="13894"/>
                </a:lnTo>
                <a:lnTo>
                  <a:pt x="54450" y="15247"/>
                </a:lnTo>
                <a:lnTo>
                  <a:pt x="53946" y="16685"/>
                </a:lnTo>
                <a:lnTo>
                  <a:pt x="53483" y="18207"/>
                </a:lnTo>
                <a:lnTo>
                  <a:pt x="53061" y="19814"/>
                </a:lnTo>
                <a:lnTo>
                  <a:pt x="52681" y="21505"/>
                </a:lnTo>
                <a:lnTo>
                  <a:pt x="52341" y="23281"/>
                </a:lnTo>
                <a:lnTo>
                  <a:pt x="52042" y="25142"/>
                </a:lnTo>
                <a:lnTo>
                  <a:pt x="51776" y="27042"/>
                </a:lnTo>
                <a:lnTo>
                  <a:pt x="51532" y="28938"/>
                </a:lnTo>
                <a:lnTo>
                  <a:pt x="51312" y="30830"/>
                </a:lnTo>
                <a:lnTo>
                  <a:pt x="51115" y="32717"/>
                </a:lnTo>
                <a:lnTo>
                  <a:pt x="50941" y="34600"/>
                </a:lnTo>
                <a:lnTo>
                  <a:pt x="50791" y="36478"/>
                </a:lnTo>
                <a:lnTo>
                  <a:pt x="50663" y="38352"/>
                </a:lnTo>
                <a:lnTo>
                  <a:pt x="50559" y="40221"/>
                </a:lnTo>
                <a:lnTo>
                  <a:pt x="50478" y="42086"/>
                </a:lnTo>
                <a:lnTo>
                  <a:pt x="50420" y="43947"/>
                </a:lnTo>
                <a:lnTo>
                  <a:pt x="50385" y="45803"/>
                </a:lnTo>
                <a:lnTo>
                  <a:pt x="50373" y="47654"/>
                </a:lnTo>
                <a:close/>
                <a:moveTo>
                  <a:pt x="105839" y="110878"/>
                </a:moveTo>
                <a:lnTo>
                  <a:pt x="105839" y="108058"/>
                </a:lnTo>
                <a:lnTo>
                  <a:pt x="106920" y="107677"/>
                </a:lnTo>
                <a:lnTo>
                  <a:pt x="107960" y="107262"/>
                </a:lnTo>
                <a:lnTo>
                  <a:pt x="108959" y="106814"/>
                </a:lnTo>
                <a:lnTo>
                  <a:pt x="109916" y="106332"/>
                </a:lnTo>
                <a:lnTo>
                  <a:pt x="110831" y="105817"/>
                </a:lnTo>
                <a:lnTo>
                  <a:pt x="111705" y="105268"/>
                </a:lnTo>
                <a:lnTo>
                  <a:pt x="112538" y="104685"/>
                </a:lnTo>
                <a:lnTo>
                  <a:pt x="113329" y="104069"/>
                </a:lnTo>
                <a:lnTo>
                  <a:pt x="114078" y="103420"/>
                </a:lnTo>
                <a:lnTo>
                  <a:pt x="114787" y="102737"/>
                </a:lnTo>
                <a:lnTo>
                  <a:pt x="115453" y="102021"/>
                </a:lnTo>
                <a:lnTo>
                  <a:pt x="116079" y="101271"/>
                </a:lnTo>
                <a:lnTo>
                  <a:pt x="116658" y="100500"/>
                </a:lnTo>
                <a:lnTo>
                  <a:pt x="117187" y="99722"/>
                </a:lnTo>
                <a:lnTo>
                  <a:pt x="117665" y="98937"/>
                </a:lnTo>
                <a:lnTo>
                  <a:pt x="118094" y="98144"/>
                </a:lnTo>
                <a:lnTo>
                  <a:pt x="118471" y="97343"/>
                </a:lnTo>
                <a:lnTo>
                  <a:pt x="118799" y="96535"/>
                </a:lnTo>
                <a:lnTo>
                  <a:pt x="119076" y="95719"/>
                </a:lnTo>
                <a:lnTo>
                  <a:pt x="119303" y="94895"/>
                </a:lnTo>
                <a:lnTo>
                  <a:pt x="119479" y="94064"/>
                </a:lnTo>
                <a:lnTo>
                  <a:pt x="119605" y="93225"/>
                </a:lnTo>
                <a:lnTo>
                  <a:pt x="119680" y="92379"/>
                </a:lnTo>
                <a:lnTo>
                  <a:pt x="119706" y="91525"/>
                </a:lnTo>
                <a:lnTo>
                  <a:pt x="119702" y="91324"/>
                </a:lnTo>
                <a:lnTo>
                  <a:pt x="119690" y="91129"/>
                </a:lnTo>
                <a:lnTo>
                  <a:pt x="119670" y="90939"/>
                </a:lnTo>
                <a:lnTo>
                  <a:pt x="119641" y="90754"/>
                </a:lnTo>
                <a:lnTo>
                  <a:pt x="119605" y="90575"/>
                </a:lnTo>
                <a:lnTo>
                  <a:pt x="119561" y="90402"/>
                </a:lnTo>
                <a:lnTo>
                  <a:pt x="119509" y="90233"/>
                </a:lnTo>
                <a:lnTo>
                  <a:pt x="119449" y="90070"/>
                </a:lnTo>
                <a:lnTo>
                  <a:pt x="119381" y="89912"/>
                </a:lnTo>
                <a:lnTo>
                  <a:pt x="119304" y="89760"/>
                </a:lnTo>
                <a:lnTo>
                  <a:pt x="119220" y="89613"/>
                </a:lnTo>
                <a:lnTo>
                  <a:pt x="119128" y="89472"/>
                </a:lnTo>
                <a:lnTo>
                  <a:pt x="119053" y="89380"/>
                </a:lnTo>
                <a:lnTo>
                  <a:pt x="118978" y="89295"/>
                </a:lnTo>
                <a:lnTo>
                  <a:pt x="118903" y="89219"/>
                </a:lnTo>
                <a:lnTo>
                  <a:pt x="118828" y="89151"/>
                </a:lnTo>
                <a:lnTo>
                  <a:pt x="118753" y="89091"/>
                </a:lnTo>
                <a:lnTo>
                  <a:pt x="118678" y="89039"/>
                </a:lnTo>
                <a:lnTo>
                  <a:pt x="118604" y="88995"/>
                </a:lnTo>
                <a:lnTo>
                  <a:pt x="118529" y="88959"/>
                </a:lnTo>
                <a:lnTo>
                  <a:pt x="118454" y="88931"/>
                </a:lnTo>
                <a:lnTo>
                  <a:pt x="118379" y="88911"/>
                </a:lnTo>
                <a:lnTo>
                  <a:pt x="118304" y="88899"/>
                </a:lnTo>
                <a:lnTo>
                  <a:pt x="118229" y="88895"/>
                </a:lnTo>
                <a:lnTo>
                  <a:pt x="118100" y="88904"/>
                </a:lnTo>
                <a:lnTo>
                  <a:pt x="117947" y="88931"/>
                </a:lnTo>
                <a:lnTo>
                  <a:pt x="117772" y="88975"/>
                </a:lnTo>
                <a:lnTo>
                  <a:pt x="117573" y="89037"/>
                </a:lnTo>
                <a:lnTo>
                  <a:pt x="117351" y="89117"/>
                </a:lnTo>
                <a:lnTo>
                  <a:pt x="117106" y="89215"/>
                </a:lnTo>
                <a:lnTo>
                  <a:pt x="116837" y="89331"/>
                </a:lnTo>
                <a:lnTo>
                  <a:pt x="116546" y="89465"/>
                </a:lnTo>
                <a:lnTo>
                  <a:pt x="116231" y="89616"/>
                </a:lnTo>
                <a:lnTo>
                  <a:pt x="115893" y="89785"/>
                </a:lnTo>
                <a:lnTo>
                  <a:pt x="115532" y="89972"/>
                </a:lnTo>
                <a:lnTo>
                  <a:pt x="115148" y="90177"/>
                </a:lnTo>
                <a:lnTo>
                  <a:pt x="114954" y="90269"/>
                </a:lnTo>
                <a:lnTo>
                  <a:pt x="114759" y="90353"/>
                </a:lnTo>
                <a:lnTo>
                  <a:pt x="114562" y="90429"/>
                </a:lnTo>
                <a:lnTo>
                  <a:pt x="114363" y="90497"/>
                </a:lnTo>
                <a:lnTo>
                  <a:pt x="114162" y="90557"/>
                </a:lnTo>
                <a:lnTo>
                  <a:pt x="113960" y="90609"/>
                </a:lnTo>
                <a:lnTo>
                  <a:pt x="113756" y="90653"/>
                </a:lnTo>
                <a:lnTo>
                  <a:pt x="113550" y="90689"/>
                </a:lnTo>
                <a:lnTo>
                  <a:pt x="113342" y="90718"/>
                </a:lnTo>
                <a:lnTo>
                  <a:pt x="113133" y="90738"/>
                </a:lnTo>
                <a:lnTo>
                  <a:pt x="112921" y="90750"/>
                </a:lnTo>
                <a:lnTo>
                  <a:pt x="112708" y="90754"/>
                </a:lnTo>
                <a:lnTo>
                  <a:pt x="112193" y="90741"/>
                </a:lnTo>
                <a:lnTo>
                  <a:pt x="111695" y="90702"/>
                </a:lnTo>
                <a:lnTo>
                  <a:pt x="111216" y="90637"/>
                </a:lnTo>
                <a:lnTo>
                  <a:pt x="110754" y="90547"/>
                </a:lnTo>
                <a:lnTo>
                  <a:pt x="110310" y="90431"/>
                </a:lnTo>
                <a:lnTo>
                  <a:pt x="109884" y="90289"/>
                </a:lnTo>
                <a:lnTo>
                  <a:pt x="109475" y="90121"/>
                </a:lnTo>
                <a:lnTo>
                  <a:pt x="109085" y="89928"/>
                </a:lnTo>
                <a:lnTo>
                  <a:pt x="108712" y="89708"/>
                </a:lnTo>
                <a:lnTo>
                  <a:pt x="108357" y="89463"/>
                </a:lnTo>
                <a:lnTo>
                  <a:pt x="108020" y="89192"/>
                </a:lnTo>
                <a:lnTo>
                  <a:pt x="107701" y="88895"/>
                </a:lnTo>
                <a:lnTo>
                  <a:pt x="107403" y="88575"/>
                </a:lnTo>
                <a:lnTo>
                  <a:pt x="107132" y="88236"/>
                </a:lnTo>
                <a:lnTo>
                  <a:pt x="106886" y="87877"/>
                </a:lnTo>
                <a:lnTo>
                  <a:pt x="106667" y="87499"/>
                </a:lnTo>
                <a:lnTo>
                  <a:pt x="106473" y="87101"/>
                </a:lnTo>
                <a:lnTo>
                  <a:pt x="106305" y="86684"/>
                </a:lnTo>
                <a:lnTo>
                  <a:pt x="106162" y="86247"/>
                </a:lnTo>
                <a:lnTo>
                  <a:pt x="106046" y="85790"/>
                </a:lnTo>
                <a:lnTo>
                  <a:pt x="105956" y="85314"/>
                </a:lnTo>
                <a:lnTo>
                  <a:pt x="105891" y="84818"/>
                </a:lnTo>
                <a:lnTo>
                  <a:pt x="105852" y="84303"/>
                </a:lnTo>
                <a:lnTo>
                  <a:pt x="105839" y="83768"/>
                </a:lnTo>
                <a:lnTo>
                  <a:pt x="105856" y="83250"/>
                </a:lnTo>
                <a:lnTo>
                  <a:pt x="105906" y="82746"/>
                </a:lnTo>
                <a:lnTo>
                  <a:pt x="105990" y="82253"/>
                </a:lnTo>
                <a:lnTo>
                  <a:pt x="106107" y="81774"/>
                </a:lnTo>
                <a:lnTo>
                  <a:pt x="106257" y="81306"/>
                </a:lnTo>
                <a:lnTo>
                  <a:pt x="106441" y="80851"/>
                </a:lnTo>
                <a:lnTo>
                  <a:pt x="106658" y="80409"/>
                </a:lnTo>
                <a:lnTo>
                  <a:pt x="106909" y="79979"/>
                </a:lnTo>
                <a:lnTo>
                  <a:pt x="107193" y="79562"/>
                </a:lnTo>
                <a:lnTo>
                  <a:pt x="107511" y="79157"/>
                </a:lnTo>
                <a:lnTo>
                  <a:pt x="107862" y="78764"/>
                </a:lnTo>
                <a:lnTo>
                  <a:pt x="108247" y="78384"/>
                </a:lnTo>
                <a:lnTo>
                  <a:pt x="108655" y="78026"/>
                </a:lnTo>
                <a:lnTo>
                  <a:pt x="109078" y="77698"/>
                </a:lnTo>
                <a:lnTo>
                  <a:pt x="109516" y="77403"/>
                </a:lnTo>
                <a:lnTo>
                  <a:pt x="109969" y="77138"/>
                </a:lnTo>
                <a:lnTo>
                  <a:pt x="110437" y="76904"/>
                </a:lnTo>
                <a:lnTo>
                  <a:pt x="110919" y="76702"/>
                </a:lnTo>
                <a:lnTo>
                  <a:pt x="111416" y="76530"/>
                </a:lnTo>
                <a:lnTo>
                  <a:pt x="111927" y="76390"/>
                </a:lnTo>
                <a:lnTo>
                  <a:pt x="112453" y="76281"/>
                </a:lnTo>
                <a:lnTo>
                  <a:pt x="112994" y="76203"/>
                </a:lnTo>
                <a:lnTo>
                  <a:pt x="113550" y="76156"/>
                </a:lnTo>
                <a:lnTo>
                  <a:pt x="114121" y="76141"/>
                </a:lnTo>
                <a:lnTo>
                  <a:pt x="114820" y="76166"/>
                </a:lnTo>
                <a:lnTo>
                  <a:pt x="115507" y="76243"/>
                </a:lnTo>
                <a:lnTo>
                  <a:pt x="116181" y="76372"/>
                </a:lnTo>
                <a:lnTo>
                  <a:pt x="116842" y="76551"/>
                </a:lnTo>
                <a:lnTo>
                  <a:pt x="117490" y="76782"/>
                </a:lnTo>
                <a:lnTo>
                  <a:pt x="118125" y="77064"/>
                </a:lnTo>
                <a:lnTo>
                  <a:pt x="118747" y="77397"/>
                </a:lnTo>
                <a:lnTo>
                  <a:pt x="119356" y="77782"/>
                </a:lnTo>
                <a:lnTo>
                  <a:pt x="119952" y="78218"/>
                </a:lnTo>
                <a:lnTo>
                  <a:pt x="120536" y="78705"/>
                </a:lnTo>
                <a:lnTo>
                  <a:pt x="121106" y="79244"/>
                </a:lnTo>
                <a:lnTo>
                  <a:pt x="121664" y="79834"/>
                </a:lnTo>
                <a:lnTo>
                  <a:pt x="122192" y="80466"/>
                </a:lnTo>
                <a:lnTo>
                  <a:pt x="122674" y="81131"/>
                </a:lnTo>
                <a:lnTo>
                  <a:pt x="123110" y="81830"/>
                </a:lnTo>
                <a:lnTo>
                  <a:pt x="123500" y="82562"/>
                </a:lnTo>
                <a:lnTo>
                  <a:pt x="123845" y="83328"/>
                </a:lnTo>
                <a:lnTo>
                  <a:pt x="124143" y="84127"/>
                </a:lnTo>
                <a:lnTo>
                  <a:pt x="124396" y="84960"/>
                </a:lnTo>
                <a:lnTo>
                  <a:pt x="124602" y="85826"/>
                </a:lnTo>
                <a:lnTo>
                  <a:pt x="124763" y="86725"/>
                </a:lnTo>
                <a:lnTo>
                  <a:pt x="124878" y="87658"/>
                </a:lnTo>
                <a:lnTo>
                  <a:pt x="124947" y="88624"/>
                </a:lnTo>
                <a:lnTo>
                  <a:pt x="124970" y="89624"/>
                </a:lnTo>
                <a:lnTo>
                  <a:pt x="124938" y="90720"/>
                </a:lnTo>
                <a:lnTo>
                  <a:pt x="124842" y="91803"/>
                </a:lnTo>
                <a:lnTo>
                  <a:pt x="124683" y="92873"/>
                </a:lnTo>
                <a:lnTo>
                  <a:pt x="124460" y="93931"/>
                </a:lnTo>
                <a:lnTo>
                  <a:pt x="124173" y="94975"/>
                </a:lnTo>
                <a:lnTo>
                  <a:pt x="123822" y="96006"/>
                </a:lnTo>
                <a:lnTo>
                  <a:pt x="123408" y="97024"/>
                </a:lnTo>
                <a:lnTo>
                  <a:pt x="122930" y="98030"/>
                </a:lnTo>
                <a:lnTo>
                  <a:pt x="122388" y="99022"/>
                </a:lnTo>
                <a:lnTo>
                  <a:pt x="121782" y="100002"/>
                </a:lnTo>
                <a:lnTo>
                  <a:pt x="121113" y="100968"/>
                </a:lnTo>
                <a:lnTo>
                  <a:pt x="120380" y="101922"/>
                </a:lnTo>
                <a:lnTo>
                  <a:pt x="119577" y="102852"/>
                </a:lnTo>
                <a:lnTo>
                  <a:pt x="118701" y="103749"/>
                </a:lnTo>
                <a:lnTo>
                  <a:pt x="117750" y="104612"/>
                </a:lnTo>
                <a:lnTo>
                  <a:pt x="116724" y="105442"/>
                </a:lnTo>
                <a:lnTo>
                  <a:pt x="115624" y="106239"/>
                </a:lnTo>
                <a:lnTo>
                  <a:pt x="114450" y="107002"/>
                </a:lnTo>
                <a:lnTo>
                  <a:pt x="113201" y="107731"/>
                </a:lnTo>
                <a:lnTo>
                  <a:pt x="111877" y="108428"/>
                </a:lnTo>
                <a:lnTo>
                  <a:pt x="110479" y="109090"/>
                </a:lnTo>
                <a:lnTo>
                  <a:pt x="109007" y="109720"/>
                </a:lnTo>
                <a:lnTo>
                  <a:pt x="107460" y="110316"/>
                </a:lnTo>
                <a:lnTo>
                  <a:pt x="105839" y="110878"/>
                </a:lnTo>
                <a:close/>
                <a:moveTo>
                  <a:pt x="136396" y="46018"/>
                </a:moveTo>
                <a:lnTo>
                  <a:pt x="136428" y="43568"/>
                </a:lnTo>
                <a:lnTo>
                  <a:pt x="136521" y="41176"/>
                </a:lnTo>
                <a:lnTo>
                  <a:pt x="136677" y="38841"/>
                </a:lnTo>
                <a:lnTo>
                  <a:pt x="136896" y="36564"/>
                </a:lnTo>
                <a:lnTo>
                  <a:pt x="137177" y="34344"/>
                </a:lnTo>
                <a:lnTo>
                  <a:pt x="137520" y="32182"/>
                </a:lnTo>
                <a:lnTo>
                  <a:pt x="137926" y="30077"/>
                </a:lnTo>
                <a:lnTo>
                  <a:pt x="138394" y="28029"/>
                </a:lnTo>
                <a:lnTo>
                  <a:pt x="138924" y="26039"/>
                </a:lnTo>
                <a:lnTo>
                  <a:pt x="139517" y="24106"/>
                </a:lnTo>
                <a:lnTo>
                  <a:pt x="140172" y="22231"/>
                </a:lnTo>
                <a:lnTo>
                  <a:pt x="140890" y="20413"/>
                </a:lnTo>
                <a:lnTo>
                  <a:pt x="141660" y="18662"/>
                </a:lnTo>
                <a:lnTo>
                  <a:pt x="142470" y="16987"/>
                </a:lnTo>
                <a:lnTo>
                  <a:pt x="143322" y="15388"/>
                </a:lnTo>
                <a:lnTo>
                  <a:pt x="144214" y="13865"/>
                </a:lnTo>
                <a:lnTo>
                  <a:pt x="145148" y="12418"/>
                </a:lnTo>
                <a:lnTo>
                  <a:pt x="146122" y="11048"/>
                </a:lnTo>
                <a:lnTo>
                  <a:pt x="147138" y="9753"/>
                </a:lnTo>
                <a:lnTo>
                  <a:pt x="148194" y="8535"/>
                </a:lnTo>
                <a:lnTo>
                  <a:pt x="149292" y="7393"/>
                </a:lnTo>
                <a:lnTo>
                  <a:pt x="150431" y="6326"/>
                </a:lnTo>
                <a:lnTo>
                  <a:pt x="151610" y="5336"/>
                </a:lnTo>
                <a:lnTo>
                  <a:pt x="152831" y="4422"/>
                </a:lnTo>
                <a:lnTo>
                  <a:pt x="153796" y="3757"/>
                </a:lnTo>
                <a:lnTo>
                  <a:pt x="154767" y="3149"/>
                </a:lnTo>
                <a:lnTo>
                  <a:pt x="155744" y="2600"/>
                </a:lnTo>
                <a:lnTo>
                  <a:pt x="156725" y="2108"/>
                </a:lnTo>
                <a:lnTo>
                  <a:pt x="157712" y="1674"/>
                </a:lnTo>
                <a:lnTo>
                  <a:pt x="158705" y="1298"/>
                </a:lnTo>
                <a:lnTo>
                  <a:pt x="159703" y="980"/>
                </a:lnTo>
                <a:lnTo>
                  <a:pt x="160706" y="719"/>
                </a:lnTo>
                <a:lnTo>
                  <a:pt x="161714" y="517"/>
                </a:lnTo>
                <a:lnTo>
                  <a:pt x="162728" y="372"/>
                </a:lnTo>
                <a:lnTo>
                  <a:pt x="163747" y="285"/>
                </a:lnTo>
                <a:lnTo>
                  <a:pt x="164771" y="256"/>
                </a:lnTo>
                <a:lnTo>
                  <a:pt x="166426" y="327"/>
                </a:lnTo>
                <a:lnTo>
                  <a:pt x="168053" y="539"/>
                </a:lnTo>
                <a:lnTo>
                  <a:pt x="169650" y="893"/>
                </a:lnTo>
                <a:lnTo>
                  <a:pt x="171220" y="1389"/>
                </a:lnTo>
                <a:lnTo>
                  <a:pt x="172760" y="2026"/>
                </a:lnTo>
                <a:lnTo>
                  <a:pt x="174272" y="2804"/>
                </a:lnTo>
                <a:lnTo>
                  <a:pt x="175756" y="3724"/>
                </a:lnTo>
                <a:lnTo>
                  <a:pt x="177211" y="4785"/>
                </a:lnTo>
                <a:lnTo>
                  <a:pt x="178638" y="5989"/>
                </a:lnTo>
                <a:lnTo>
                  <a:pt x="180036" y="7333"/>
                </a:lnTo>
                <a:lnTo>
                  <a:pt x="181405" y="8819"/>
                </a:lnTo>
                <a:lnTo>
                  <a:pt x="182746" y="10447"/>
                </a:lnTo>
                <a:lnTo>
                  <a:pt x="184336" y="12614"/>
                </a:lnTo>
                <a:lnTo>
                  <a:pt x="185787" y="14905"/>
                </a:lnTo>
                <a:lnTo>
                  <a:pt x="187100" y="17321"/>
                </a:lnTo>
                <a:lnTo>
                  <a:pt x="188274" y="19861"/>
                </a:lnTo>
                <a:lnTo>
                  <a:pt x="189311" y="22526"/>
                </a:lnTo>
                <a:lnTo>
                  <a:pt x="190209" y="25316"/>
                </a:lnTo>
                <a:lnTo>
                  <a:pt x="190969" y="28231"/>
                </a:lnTo>
                <a:lnTo>
                  <a:pt x="191591" y="31270"/>
                </a:lnTo>
                <a:lnTo>
                  <a:pt x="192075" y="34433"/>
                </a:lnTo>
                <a:lnTo>
                  <a:pt x="192420" y="37721"/>
                </a:lnTo>
                <a:lnTo>
                  <a:pt x="192628" y="41134"/>
                </a:lnTo>
                <a:lnTo>
                  <a:pt x="192697" y="44672"/>
                </a:lnTo>
                <a:lnTo>
                  <a:pt x="192667" y="47161"/>
                </a:lnTo>
                <a:lnTo>
                  <a:pt x="192576" y="49587"/>
                </a:lnTo>
                <a:lnTo>
                  <a:pt x="192424" y="51950"/>
                </a:lnTo>
                <a:lnTo>
                  <a:pt x="192212" y="54250"/>
                </a:lnTo>
                <a:lnTo>
                  <a:pt x="191939" y="56486"/>
                </a:lnTo>
                <a:lnTo>
                  <a:pt x="191606" y="58660"/>
                </a:lnTo>
                <a:lnTo>
                  <a:pt x="191211" y="60770"/>
                </a:lnTo>
                <a:lnTo>
                  <a:pt x="190757" y="62817"/>
                </a:lnTo>
                <a:lnTo>
                  <a:pt x="190241" y="64801"/>
                </a:lnTo>
                <a:lnTo>
                  <a:pt x="189665" y="66721"/>
                </a:lnTo>
                <a:lnTo>
                  <a:pt x="189029" y="68578"/>
                </a:lnTo>
                <a:lnTo>
                  <a:pt x="188332" y="70372"/>
                </a:lnTo>
                <a:lnTo>
                  <a:pt x="187587" y="72095"/>
                </a:lnTo>
                <a:lnTo>
                  <a:pt x="186810" y="73736"/>
                </a:lnTo>
                <a:lnTo>
                  <a:pt x="185998" y="75298"/>
                </a:lnTo>
                <a:lnTo>
                  <a:pt x="185154" y="76778"/>
                </a:lnTo>
                <a:lnTo>
                  <a:pt x="184276" y="78178"/>
                </a:lnTo>
                <a:lnTo>
                  <a:pt x="183364" y="79497"/>
                </a:lnTo>
                <a:lnTo>
                  <a:pt x="182419" y="80736"/>
                </a:lnTo>
                <a:lnTo>
                  <a:pt x="181441" y="81895"/>
                </a:lnTo>
                <a:lnTo>
                  <a:pt x="180429" y="82972"/>
                </a:lnTo>
                <a:lnTo>
                  <a:pt x="179384" y="83970"/>
                </a:lnTo>
                <a:lnTo>
                  <a:pt x="178305" y="84886"/>
                </a:lnTo>
                <a:lnTo>
                  <a:pt x="177193" y="85722"/>
                </a:lnTo>
                <a:lnTo>
                  <a:pt x="176068" y="86485"/>
                </a:lnTo>
                <a:lnTo>
                  <a:pt x="174949" y="87181"/>
                </a:lnTo>
                <a:lnTo>
                  <a:pt x="173837" y="87811"/>
                </a:lnTo>
                <a:lnTo>
                  <a:pt x="172732" y="88375"/>
                </a:lnTo>
                <a:lnTo>
                  <a:pt x="171633" y="88872"/>
                </a:lnTo>
                <a:lnTo>
                  <a:pt x="170541" y="89303"/>
                </a:lnTo>
                <a:lnTo>
                  <a:pt x="169456" y="89668"/>
                </a:lnTo>
                <a:lnTo>
                  <a:pt x="168377" y="89967"/>
                </a:lnTo>
                <a:lnTo>
                  <a:pt x="167305" y="90199"/>
                </a:lnTo>
                <a:lnTo>
                  <a:pt x="166240" y="90365"/>
                </a:lnTo>
                <a:lnTo>
                  <a:pt x="165181" y="90464"/>
                </a:lnTo>
                <a:lnTo>
                  <a:pt x="164129" y="90497"/>
                </a:lnTo>
                <a:lnTo>
                  <a:pt x="162083" y="90395"/>
                </a:lnTo>
                <a:lnTo>
                  <a:pt x="160094" y="90090"/>
                </a:lnTo>
                <a:lnTo>
                  <a:pt x="158163" y="89580"/>
                </a:lnTo>
                <a:lnTo>
                  <a:pt x="156290" y="88866"/>
                </a:lnTo>
                <a:lnTo>
                  <a:pt x="154475" y="87949"/>
                </a:lnTo>
                <a:lnTo>
                  <a:pt x="152718" y="86828"/>
                </a:lnTo>
                <a:lnTo>
                  <a:pt x="151019" y="85503"/>
                </a:lnTo>
                <a:lnTo>
                  <a:pt x="149378" y="83974"/>
                </a:lnTo>
                <a:lnTo>
                  <a:pt x="147795" y="82241"/>
                </a:lnTo>
                <a:lnTo>
                  <a:pt x="146270" y="80305"/>
                </a:lnTo>
                <a:lnTo>
                  <a:pt x="144803" y="78164"/>
                </a:lnTo>
                <a:lnTo>
                  <a:pt x="143394" y="75820"/>
                </a:lnTo>
                <a:lnTo>
                  <a:pt x="142276" y="73723"/>
                </a:lnTo>
                <a:lnTo>
                  <a:pt x="141256" y="71556"/>
                </a:lnTo>
                <a:lnTo>
                  <a:pt x="140333" y="69319"/>
                </a:lnTo>
                <a:lnTo>
                  <a:pt x="139506" y="67011"/>
                </a:lnTo>
                <a:lnTo>
                  <a:pt x="138778" y="64633"/>
                </a:lnTo>
                <a:lnTo>
                  <a:pt x="138146" y="62185"/>
                </a:lnTo>
                <a:lnTo>
                  <a:pt x="137611" y="59666"/>
                </a:lnTo>
                <a:lnTo>
                  <a:pt x="137174" y="57077"/>
                </a:lnTo>
                <a:lnTo>
                  <a:pt x="136834" y="54418"/>
                </a:lnTo>
                <a:lnTo>
                  <a:pt x="136591" y="51688"/>
                </a:lnTo>
                <a:lnTo>
                  <a:pt x="136445" y="48888"/>
                </a:lnTo>
                <a:lnTo>
                  <a:pt x="136396" y="46018"/>
                </a:lnTo>
                <a:moveTo>
                  <a:pt x="148979" y="47654"/>
                </a:moveTo>
                <a:lnTo>
                  <a:pt x="149010" y="50601"/>
                </a:lnTo>
                <a:lnTo>
                  <a:pt x="149102" y="53457"/>
                </a:lnTo>
                <a:lnTo>
                  <a:pt x="149256" y="56221"/>
                </a:lnTo>
                <a:lnTo>
                  <a:pt x="149471" y="58893"/>
                </a:lnTo>
                <a:lnTo>
                  <a:pt x="149748" y="61473"/>
                </a:lnTo>
                <a:lnTo>
                  <a:pt x="150086" y="63962"/>
                </a:lnTo>
                <a:lnTo>
                  <a:pt x="150486" y="66359"/>
                </a:lnTo>
                <a:lnTo>
                  <a:pt x="150948" y="68664"/>
                </a:lnTo>
                <a:lnTo>
                  <a:pt x="151471" y="70877"/>
                </a:lnTo>
                <a:lnTo>
                  <a:pt x="152055" y="72998"/>
                </a:lnTo>
                <a:lnTo>
                  <a:pt x="152701" y="75028"/>
                </a:lnTo>
                <a:lnTo>
                  <a:pt x="153409" y="76966"/>
                </a:lnTo>
                <a:lnTo>
                  <a:pt x="154043" y="78492"/>
                </a:lnTo>
                <a:lnTo>
                  <a:pt x="154728" y="79886"/>
                </a:lnTo>
                <a:lnTo>
                  <a:pt x="155463" y="81147"/>
                </a:lnTo>
                <a:lnTo>
                  <a:pt x="156247" y="82276"/>
                </a:lnTo>
                <a:lnTo>
                  <a:pt x="157082" y="83271"/>
                </a:lnTo>
                <a:lnTo>
                  <a:pt x="157967" y="84134"/>
                </a:lnTo>
                <a:lnTo>
                  <a:pt x="158901" y="84864"/>
                </a:lnTo>
                <a:lnTo>
                  <a:pt x="159885" y="85462"/>
                </a:lnTo>
                <a:lnTo>
                  <a:pt x="160920" y="85926"/>
                </a:lnTo>
                <a:lnTo>
                  <a:pt x="162004" y="86258"/>
                </a:lnTo>
                <a:lnTo>
                  <a:pt x="163138" y="86457"/>
                </a:lnTo>
                <a:lnTo>
                  <a:pt x="164322" y="86524"/>
                </a:lnTo>
                <a:lnTo>
                  <a:pt x="164902" y="86502"/>
                </a:lnTo>
                <a:lnTo>
                  <a:pt x="165485" y="86437"/>
                </a:lnTo>
                <a:lnTo>
                  <a:pt x="166071" y="86329"/>
                </a:lnTo>
                <a:lnTo>
                  <a:pt x="166662" y="86178"/>
                </a:lnTo>
                <a:lnTo>
                  <a:pt x="167255" y="85984"/>
                </a:lnTo>
                <a:lnTo>
                  <a:pt x="167853" y="85746"/>
                </a:lnTo>
                <a:lnTo>
                  <a:pt x="168454" y="85465"/>
                </a:lnTo>
                <a:lnTo>
                  <a:pt x="169058" y="85141"/>
                </a:lnTo>
                <a:lnTo>
                  <a:pt x="169666" y="84774"/>
                </a:lnTo>
                <a:lnTo>
                  <a:pt x="170278" y="84364"/>
                </a:lnTo>
                <a:lnTo>
                  <a:pt x="170893" y="83910"/>
                </a:lnTo>
                <a:lnTo>
                  <a:pt x="171512" y="83413"/>
                </a:lnTo>
                <a:lnTo>
                  <a:pt x="172120" y="82866"/>
                </a:lnTo>
                <a:lnTo>
                  <a:pt x="172703" y="82260"/>
                </a:lnTo>
                <a:lnTo>
                  <a:pt x="173261" y="81595"/>
                </a:lnTo>
                <a:lnTo>
                  <a:pt x="173795" y="80873"/>
                </a:lnTo>
                <a:lnTo>
                  <a:pt x="174303" y="80092"/>
                </a:lnTo>
                <a:lnTo>
                  <a:pt x="174786" y="79252"/>
                </a:lnTo>
                <a:lnTo>
                  <a:pt x="175244" y="78354"/>
                </a:lnTo>
                <a:lnTo>
                  <a:pt x="175678" y="77398"/>
                </a:lnTo>
                <a:lnTo>
                  <a:pt x="176086" y="76384"/>
                </a:lnTo>
                <a:lnTo>
                  <a:pt x="176469" y="75311"/>
                </a:lnTo>
                <a:lnTo>
                  <a:pt x="176828" y="74180"/>
                </a:lnTo>
                <a:lnTo>
                  <a:pt x="177161" y="72990"/>
                </a:lnTo>
                <a:lnTo>
                  <a:pt x="177633" y="71088"/>
                </a:lnTo>
                <a:lnTo>
                  <a:pt x="178064" y="69061"/>
                </a:lnTo>
                <a:lnTo>
                  <a:pt x="178453" y="66908"/>
                </a:lnTo>
                <a:lnTo>
                  <a:pt x="178802" y="64630"/>
                </a:lnTo>
                <a:lnTo>
                  <a:pt x="179109" y="62226"/>
                </a:lnTo>
                <a:lnTo>
                  <a:pt x="179376" y="59696"/>
                </a:lnTo>
                <a:lnTo>
                  <a:pt x="179602" y="57041"/>
                </a:lnTo>
                <a:lnTo>
                  <a:pt x="179786" y="54260"/>
                </a:lnTo>
                <a:lnTo>
                  <a:pt x="179930" y="51354"/>
                </a:lnTo>
                <a:lnTo>
                  <a:pt x="180032" y="48322"/>
                </a:lnTo>
                <a:lnTo>
                  <a:pt x="180094" y="45165"/>
                </a:lnTo>
                <a:lnTo>
                  <a:pt x="180114" y="41882"/>
                </a:lnTo>
                <a:lnTo>
                  <a:pt x="180093" y="39436"/>
                </a:lnTo>
                <a:lnTo>
                  <a:pt x="180029" y="37059"/>
                </a:lnTo>
                <a:lnTo>
                  <a:pt x="179922" y="34750"/>
                </a:lnTo>
                <a:lnTo>
                  <a:pt x="179772" y="32510"/>
                </a:lnTo>
                <a:lnTo>
                  <a:pt x="179579" y="30338"/>
                </a:lnTo>
                <a:lnTo>
                  <a:pt x="179344" y="28235"/>
                </a:lnTo>
                <a:lnTo>
                  <a:pt x="179066" y="26201"/>
                </a:lnTo>
                <a:lnTo>
                  <a:pt x="178745" y="24235"/>
                </a:lnTo>
                <a:lnTo>
                  <a:pt x="178381" y="22338"/>
                </a:lnTo>
                <a:lnTo>
                  <a:pt x="177974" y="20510"/>
                </a:lnTo>
                <a:lnTo>
                  <a:pt x="177525" y="18750"/>
                </a:lnTo>
                <a:lnTo>
                  <a:pt x="177033" y="17058"/>
                </a:lnTo>
                <a:lnTo>
                  <a:pt x="176638" y="15859"/>
                </a:lnTo>
                <a:lnTo>
                  <a:pt x="176225" y="14719"/>
                </a:lnTo>
                <a:lnTo>
                  <a:pt x="175793" y="13639"/>
                </a:lnTo>
                <a:lnTo>
                  <a:pt x="175342" y="12618"/>
                </a:lnTo>
                <a:lnTo>
                  <a:pt x="174873" y="11657"/>
                </a:lnTo>
                <a:lnTo>
                  <a:pt x="174385" y="10756"/>
                </a:lnTo>
                <a:lnTo>
                  <a:pt x="173878" y="9915"/>
                </a:lnTo>
                <a:lnTo>
                  <a:pt x="173352" y="9133"/>
                </a:lnTo>
                <a:lnTo>
                  <a:pt x="172808" y="8411"/>
                </a:lnTo>
                <a:lnTo>
                  <a:pt x="172245" y="7749"/>
                </a:lnTo>
                <a:lnTo>
                  <a:pt x="171663" y="7146"/>
                </a:lnTo>
                <a:lnTo>
                  <a:pt x="171063" y="6603"/>
                </a:lnTo>
                <a:lnTo>
                  <a:pt x="170616" y="6265"/>
                </a:lnTo>
                <a:lnTo>
                  <a:pt x="170155" y="5957"/>
                </a:lnTo>
                <a:lnTo>
                  <a:pt x="169678" y="5677"/>
                </a:lnTo>
                <a:lnTo>
                  <a:pt x="169187" y="5427"/>
                </a:lnTo>
                <a:lnTo>
                  <a:pt x="168680" y="5207"/>
                </a:lnTo>
                <a:lnTo>
                  <a:pt x="168158" y="5016"/>
                </a:lnTo>
                <a:lnTo>
                  <a:pt x="167621" y="4854"/>
                </a:lnTo>
                <a:lnTo>
                  <a:pt x="167068" y="4722"/>
                </a:lnTo>
                <a:lnTo>
                  <a:pt x="166501" y="4619"/>
                </a:lnTo>
                <a:lnTo>
                  <a:pt x="165918" y="4545"/>
                </a:lnTo>
                <a:lnTo>
                  <a:pt x="165320" y="4501"/>
                </a:lnTo>
                <a:lnTo>
                  <a:pt x="164707" y="4486"/>
                </a:lnTo>
                <a:lnTo>
                  <a:pt x="163986" y="4514"/>
                </a:lnTo>
                <a:lnTo>
                  <a:pt x="163279" y="4595"/>
                </a:lnTo>
                <a:lnTo>
                  <a:pt x="162585" y="4731"/>
                </a:lnTo>
                <a:lnTo>
                  <a:pt x="161904" y="4921"/>
                </a:lnTo>
                <a:lnTo>
                  <a:pt x="161237" y="5166"/>
                </a:lnTo>
                <a:lnTo>
                  <a:pt x="160583" y="5465"/>
                </a:lnTo>
                <a:lnTo>
                  <a:pt x="159942" y="5818"/>
                </a:lnTo>
                <a:lnTo>
                  <a:pt x="159315" y="6226"/>
                </a:lnTo>
                <a:lnTo>
                  <a:pt x="158701" y="6688"/>
                </a:lnTo>
                <a:lnTo>
                  <a:pt x="158100" y="7204"/>
                </a:lnTo>
                <a:lnTo>
                  <a:pt x="157513" y="7775"/>
                </a:lnTo>
                <a:lnTo>
                  <a:pt x="156939" y="8400"/>
                </a:lnTo>
                <a:lnTo>
                  <a:pt x="156190" y="9330"/>
                </a:lnTo>
                <a:lnTo>
                  <a:pt x="155481" y="10344"/>
                </a:lnTo>
                <a:lnTo>
                  <a:pt x="154813" y="11443"/>
                </a:lnTo>
                <a:lnTo>
                  <a:pt x="154186" y="12626"/>
                </a:lnTo>
                <a:lnTo>
                  <a:pt x="153600" y="13894"/>
                </a:lnTo>
                <a:lnTo>
                  <a:pt x="153055" y="15247"/>
                </a:lnTo>
                <a:lnTo>
                  <a:pt x="152552" y="16685"/>
                </a:lnTo>
                <a:lnTo>
                  <a:pt x="152089" y="18207"/>
                </a:lnTo>
                <a:lnTo>
                  <a:pt x="151667" y="19814"/>
                </a:lnTo>
                <a:lnTo>
                  <a:pt x="151287" y="21505"/>
                </a:lnTo>
                <a:lnTo>
                  <a:pt x="150947" y="23281"/>
                </a:lnTo>
                <a:lnTo>
                  <a:pt x="150648" y="25142"/>
                </a:lnTo>
                <a:lnTo>
                  <a:pt x="150382" y="27042"/>
                </a:lnTo>
                <a:lnTo>
                  <a:pt x="150138" y="28938"/>
                </a:lnTo>
                <a:lnTo>
                  <a:pt x="149918" y="30830"/>
                </a:lnTo>
                <a:lnTo>
                  <a:pt x="149721" y="32717"/>
                </a:lnTo>
                <a:lnTo>
                  <a:pt x="149547" y="34600"/>
                </a:lnTo>
                <a:lnTo>
                  <a:pt x="149396" y="36478"/>
                </a:lnTo>
                <a:lnTo>
                  <a:pt x="149269" y="38352"/>
                </a:lnTo>
                <a:lnTo>
                  <a:pt x="149164" y="40221"/>
                </a:lnTo>
                <a:lnTo>
                  <a:pt x="149083" y="42086"/>
                </a:lnTo>
                <a:lnTo>
                  <a:pt x="149025" y="43947"/>
                </a:lnTo>
                <a:lnTo>
                  <a:pt x="148991" y="45803"/>
                </a:lnTo>
                <a:lnTo>
                  <a:pt x="148979" y="47654"/>
                </a:lnTo>
                <a:close/>
                <a:moveTo>
                  <a:pt x="202197" y="0"/>
                </a:moveTo>
                <a:lnTo>
                  <a:pt x="230444" y="0"/>
                </a:lnTo>
                <a:lnTo>
                  <a:pt x="230444" y="114980"/>
                </a:lnTo>
                <a:lnTo>
                  <a:pt x="202197" y="114980"/>
                </a:lnTo>
                <a:lnTo>
                  <a:pt x="202197" y="109917"/>
                </a:lnTo>
                <a:lnTo>
                  <a:pt x="220814" y="109917"/>
                </a:lnTo>
                <a:lnTo>
                  <a:pt x="220814" y="5063"/>
                </a:lnTo>
                <a:lnTo>
                  <a:pt x="202197" y="5063"/>
                </a:lnTo>
                <a:lnTo>
                  <a:pt x="202197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06" name="SE-074-path-105">
            <a:extLst xmlns:a="http://schemas.openxmlformats.org/drawingml/2006/main">
              <a:ext uri="{FF2B5EF4-FFF2-40B4-BE49-F238E27FC236}">
                <a16:creationId xmlns:a16="http://schemas.microsoft.com/office/drawing/2014/main" id="{CE843E56-6B7E-4200-9084-046153A6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07" name="SE-074-path-106">
            <a:extLst xmlns:a="http://schemas.openxmlformats.org/drawingml/2006/main">
              <a:ext uri="{FF2B5EF4-FFF2-40B4-BE49-F238E27FC236}">
                <a16:creationId xmlns:a16="http://schemas.microsoft.com/office/drawing/2014/main" id="{D6D561C7-1AD2-4886-BA5F-144DB6F0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8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08" name="SE-074-path-107">
            <a:extLst xmlns:a="http://schemas.openxmlformats.org/drawingml/2006/main">
              <a:ext uri="{FF2B5EF4-FFF2-40B4-BE49-F238E27FC236}">
                <a16:creationId xmlns:a16="http://schemas.microsoft.com/office/drawing/2014/main" id="{8200364D-AA59-4FD1-9D0C-74C920E4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67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09" name="SE-074-path-108">
            <a:extLst xmlns:a="http://schemas.openxmlformats.org/drawingml/2006/main">
              <a:ext uri="{FF2B5EF4-FFF2-40B4-BE49-F238E27FC236}">
                <a16:creationId xmlns:a16="http://schemas.microsoft.com/office/drawing/2014/main" id="{01D37D5E-3DDE-4215-988D-9F0A38D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7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0" name="SE-074-path-109">
            <a:extLst xmlns:a="http://schemas.openxmlformats.org/drawingml/2006/main">
              <a:ext uri="{FF2B5EF4-FFF2-40B4-BE49-F238E27FC236}">
                <a16:creationId xmlns:a16="http://schemas.microsoft.com/office/drawing/2014/main" id="{D8544C11-423C-4D0D-82B2-ED96F5F2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86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1" name="SE-074-path-110">
            <a:extLst xmlns:a="http://schemas.openxmlformats.org/drawingml/2006/main">
              <a:ext uri="{FF2B5EF4-FFF2-40B4-BE49-F238E27FC236}">
                <a16:creationId xmlns:a16="http://schemas.microsoft.com/office/drawing/2014/main" id="{1C802443-A84C-4BDE-BCC5-E23AD60F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17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2" name="SE-074-path-111">
            <a:extLst xmlns:a="http://schemas.openxmlformats.org/drawingml/2006/main">
              <a:ext uri="{FF2B5EF4-FFF2-40B4-BE49-F238E27FC236}">
                <a16:creationId xmlns:a16="http://schemas.microsoft.com/office/drawing/2014/main" id="{1B9F9E13-94C3-4C22-B5F5-60236784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06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3" name="SE-074-path-112">
            <a:extLst xmlns:a="http://schemas.openxmlformats.org/drawingml/2006/main">
              <a:ext uri="{FF2B5EF4-FFF2-40B4-BE49-F238E27FC236}">
                <a16:creationId xmlns:a16="http://schemas.microsoft.com/office/drawing/2014/main" id="{0D303611-C7BB-45DB-89E8-ACFC024F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37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4" name="SE-074-path-113">
            <a:extLst xmlns:a="http://schemas.openxmlformats.org/drawingml/2006/main">
              <a:ext uri="{FF2B5EF4-FFF2-40B4-BE49-F238E27FC236}">
                <a16:creationId xmlns:a16="http://schemas.microsoft.com/office/drawing/2014/main" id="{E34A7DF6-206B-4947-8E3A-58BA446E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26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5" name="SE-074-path-114">
            <a:extLst xmlns:a="http://schemas.openxmlformats.org/drawingml/2006/main">
              <a:ext uri="{FF2B5EF4-FFF2-40B4-BE49-F238E27FC236}">
                <a16:creationId xmlns:a16="http://schemas.microsoft.com/office/drawing/2014/main" id="{F9F55A3E-E14A-4611-9E7E-142A6B91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56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6" name="SE-074-path-115">
            <a:extLst xmlns:a="http://schemas.openxmlformats.org/drawingml/2006/main">
              <a:ext uri="{FF2B5EF4-FFF2-40B4-BE49-F238E27FC236}">
                <a16:creationId xmlns:a16="http://schemas.microsoft.com/office/drawing/2014/main" id="{826628A3-BF40-4CB9-A856-5F10C041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45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7" name="SE-074-path-116">
            <a:extLst xmlns:a="http://schemas.openxmlformats.org/drawingml/2006/main">
              <a:ext uri="{FF2B5EF4-FFF2-40B4-BE49-F238E27FC236}">
                <a16:creationId xmlns:a16="http://schemas.microsoft.com/office/drawing/2014/main" id="{D747DFCA-C2AB-48F4-B4BE-11657687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6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8" name="SE-074-path-117">
            <a:extLst xmlns:a="http://schemas.openxmlformats.org/drawingml/2006/main">
              <a:ext uri="{FF2B5EF4-FFF2-40B4-BE49-F238E27FC236}">
                <a16:creationId xmlns:a16="http://schemas.microsoft.com/office/drawing/2014/main" id="{40258D53-DBD2-4B8A-AAEC-504E9C47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65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19" name="SE-074-path-118">
            <a:extLst xmlns:a="http://schemas.openxmlformats.org/drawingml/2006/main">
              <a:ext uri="{FF2B5EF4-FFF2-40B4-BE49-F238E27FC236}">
                <a16:creationId xmlns:a16="http://schemas.microsoft.com/office/drawing/2014/main" id="{B47A8DB3-A3EE-4D46-A05F-8EEF0ED0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96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0" name="SE-074-path-119">
            <a:extLst xmlns:a="http://schemas.openxmlformats.org/drawingml/2006/main">
              <a:ext uri="{FF2B5EF4-FFF2-40B4-BE49-F238E27FC236}">
                <a16:creationId xmlns:a16="http://schemas.microsoft.com/office/drawing/2014/main" id="{23438475-3C3A-455F-9CE3-8E4D1D86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5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1" name="SE-074-path-120">
            <a:extLst xmlns:a="http://schemas.openxmlformats.org/drawingml/2006/main">
              <a:ext uri="{FF2B5EF4-FFF2-40B4-BE49-F238E27FC236}">
                <a16:creationId xmlns:a16="http://schemas.microsoft.com/office/drawing/2014/main" id="{DE38CEA8-602F-4CCC-90AE-905A85B3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6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2" name="SE-074-path-121">
            <a:extLst xmlns:a="http://schemas.openxmlformats.org/drawingml/2006/main">
              <a:ext uri="{FF2B5EF4-FFF2-40B4-BE49-F238E27FC236}">
                <a16:creationId xmlns:a16="http://schemas.microsoft.com/office/drawing/2014/main" id="{CC27F489-0D80-4977-8C95-6030DB7E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305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3" name="SE-074-path-122">
            <a:extLst xmlns:a="http://schemas.openxmlformats.org/drawingml/2006/main">
              <a:ext uri="{FF2B5EF4-FFF2-40B4-BE49-F238E27FC236}">
                <a16:creationId xmlns:a16="http://schemas.microsoft.com/office/drawing/2014/main" id="{43457154-87E3-4C79-A8F3-5166B48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35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4" name="SE-074-path-123">
            <a:extLst xmlns:a="http://schemas.openxmlformats.org/drawingml/2006/main">
              <a:ext uri="{FF2B5EF4-FFF2-40B4-BE49-F238E27FC236}">
                <a16:creationId xmlns:a16="http://schemas.microsoft.com/office/drawing/2014/main" id="{4419F5BD-9653-428D-8B40-198883FB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724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5" name="SE-074-path-124">
            <a:extLst xmlns:a="http://schemas.openxmlformats.org/drawingml/2006/main">
              <a:ext uri="{FF2B5EF4-FFF2-40B4-BE49-F238E27FC236}">
                <a16:creationId xmlns:a16="http://schemas.microsoft.com/office/drawing/2014/main" id="{9BE3E119-83C2-4FC1-A1C5-9925FD6E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355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6" name="SE-074-path-125">
            <a:extLst xmlns:a="http://schemas.openxmlformats.org/drawingml/2006/main">
              <a:ext uri="{FF2B5EF4-FFF2-40B4-BE49-F238E27FC236}">
                <a16:creationId xmlns:a16="http://schemas.microsoft.com/office/drawing/2014/main" id="{6C95C310-F712-4809-839B-78E2F409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44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7" name="SE-074-path-126">
            <a:extLst xmlns:a="http://schemas.openxmlformats.org/drawingml/2006/main">
              <a:ext uri="{FF2B5EF4-FFF2-40B4-BE49-F238E27FC236}">
                <a16:creationId xmlns:a16="http://schemas.microsoft.com/office/drawing/2014/main" id="{B5363832-4085-454B-B9A6-C6F64902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75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8" name="SE-074-path-127">
            <a:extLst xmlns:a="http://schemas.openxmlformats.org/drawingml/2006/main">
              <a:ext uri="{FF2B5EF4-FFF2-40B4-BE49-F238E27FC236}">
                <a16:creationId xmlns:a16="http://schemas.microsoft.com/office/drawing/2014/main" id="{BE4C3C39-16EB-4135-81F0-C95A013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564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29" name="SE-074-path-128">
            <a:extLst xmlns:a="http://schemas.openxmlformats.org/drawingml/2006/main">
              <a:ext uri="{FF2B5EF4-FFF2-40B4-BE49-F238E27FC236}">
                <a16:creationId xmlns:a16="http://schemas.microsoft.com/office/drawing/2014/main" id="{DADE68AF-296B-49AB-8A85-E62F0143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94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0" name="SE-074-path-129">
            <a:extLst xmlns:a="http://schemas.openxmlformats.org/drawingml/2006/main">
              <a:ext uri="{FF2B5EF4-FFF2-40B4-BE49-F238E27FC236}">
                <a16:creationId xmlns:a16="http://schemas.microsoft.com/office/drawing/2014/main" id="{1CF074B1-AB16-4A0A-B691-BEF13EF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83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1" name="SE-074-path-130">
            <a:extLst xmlns:a="http://schemas.openxmlformats.org/drawingml/2006/main">
              <a:ext uri="{FF2B5EF4-FFF2-40B4-BE49-F238E27FC236}">
                <a16:creationId xmlns:a16="http://schemas.microsoft.com/office/drawing/2014/main" id="{8BD90462-8A44-423D-9D69-A10740F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14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2" name="SE-074-path-131">
            <a:extLst xmlns:a="http://schemas.openxmlformats.org/drawingml/2006/main">
              <a:ext uri="{FF2B5EF4-FFF2-40B4-BE49-F238E27FC236}">
                <a16:creationId xmlns:a16="http://schemas.microsoft.com/office/drawing/2014/main" id="{AB80E384-1C59-431A-AB99-6A7F8AB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403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3" name="SE-074-path-132">
            <a:extLst xmlns:a="http://schemas.openxmlformats.org/drawingml/2006/main">
              <a:ext uri="{FF2B5EF4-FFF2-40B4-BE49-F238E27FC236}">
                <a16:creationId xmlns:a16="http://schemas.microsoft.com/office/drawing/2014/main" id="{AF5182A1-2779-4ECA-99BE-3C286DD3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034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4" name="SE-074-path-133">
            <a:extLst xmlns:a="http://schemas.openxmlformats.org/drawingml/2006/main">
              <a:ext uri="{FF2B5EF4-FFF2-40B4-BE49-F238E27FC236}">
                <a16:creationId xmlns:a16="http://schemas.microsoft.com/office/drawing/2014/main" id="{5CD01F1E-FEB7-41FC-A56D-F6E12078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823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5" name="SE-074-path-134">
            <a:extLst xmlns:a="http://schemas.openxmlformats.org/drawingml/2006/main">
              <a:ext uri="{FF2B5EF4-FFF2-40B4-BE49-F238E27FC236}">
                <a16:creationId xmlns:a16="http://schemas.microsoft.com/office/drawing/2014/main" id="{AD3F729C-D59C-4C07-9C39-9F9FEA9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454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6" name="SE-074-path-135">
            <a:extLst xmlns:a="http://schemas.openxmlformats.org/drawingml/2006/main">
              <a:ext uri="{FF2B5EF4-FFF2-40B4-BE49-F238E27FC236}">
                <a16:creationId xmlns:a16="http://schemas.microsoft.com/office/drawing/2014/main" id="{7E9DF210-D75A-40B4-BA6E-09B04AF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243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7" name="SE-074-path-136">
            <a:extLst xmlns:a="http://schemas.openxmlformats.org/drawingml/2006/main">
              <a:ext uri="{FF2B5EF4-FFF2-40B4-BE49-F238E27FC236}">
                <a16:creationId xmlns:a16="http://schemas.microsoft.com/office/drawing/2014/main" id="{EAD4B8B5-12D3-4495-B995-CFF3F831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873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8" name="SE-074-path-137">
            <a:extLst xmlns:a="http://schemas.openxmlformats.org/drawingml/2006/main">
              <a:ext uri="{FF2B5EF4-FFF2-40B4-BE49-F238E27FC236}">
                <a16:creationId xmlns:a16="http://schemas.microsoft.com/office/drawing/2014/main" id="{72C8DC54-5D24-4B9A-9C8D-B82B633B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62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39" name="SE-074-path-138">
            <a:extLst xmlns:a="http://schemas.openxmlformats.org/drawingml/2006/main">
              <a:ext uri="{FF2B5EF4-FFF2-40B4-BE49-F238E27FC236}">
                <a16:creationId xmlns:a16="http://schemas.microsoft.com/office/drawing/2014/main" id="{D89D4CF2-C88C-4EE2-8B8C-EB62D904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93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0" name="SE-074-path-139">
            <a:extLst xmlns:a="http://schemas.openxmlformats.org/drawingml/2006/main">
              <a:ext uri="{FF2B5EF4-FFF2-40B4-BE49-F238E27FC236}">
                <a16:creationId xmlns:a16="http://schemas.microsoft.com/office/drawing/2014/main" id="{923264EF-907D-4140-A3EA-4A9D78C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082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1" name="SE-074-path-140">
            <a:extLst xmlns:a="http://schemas.openxmlformats.org/drawingml/2006/main">
              <a:ext uri="{FF2B5EF4-FFF2-40B4-BE49-F238E27FC236}">
                <a16:creationId xmlns:a16="http://schemas.microsoft.com/office/drawing/2014/main" id="{2065A010-79CD-4327-A088-2A2D6BDA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13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2" name="SE-074-path-141">
            <a:extLst xmlns:a="http://schemas.openxmlformats.org/drawingml/2006/main">
              <a:ext uri="{FF2B5EF4-FFF2-40B4-BE49-F238E27FC236}">
                <a16:creationId xmlns:a16="http://schemas.microsoft.com/office/drawing/2014/main" id="{B4921435-F2C0-4CFB-BE04-1B33ECA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502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3" name="SE-074-path-142">
            <a:extLst xmlns:a="http://schemas.openxmlformats.org/drawingml/2006/main">
              <a:ext uri="{FF2B5EF4-FFF2-40B4-BE49-F238E27FC236}">
                <a16:creationId xmlns:a16="http://schemas.microsoft.com/office/drawing/2014/main" id="{CDE7B893-A259-4A0D-A4D7-44F167C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32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4" name="SE-074-path-143">
            <a:extLst xmlns:a="http://schemas.openxmlformats.org/drawingml/2006/main">
              <a:ext uri="{FF2B5EF4-FFF2-40B4-BE49-F238E27FC236}">
                <a16:creationId xmlns:a16="http://schemas.microsoft.com/office/drawing/2014/main" id="{4F8FAE42-F24C-4995-9481-A6BE882D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1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5" name="SE-074-path-144">
            <a:extLst xmlns:a="http://schemas.openxmlformats.org/drawingml/2006/main">
              <a:ext uri="{FF2B5EF4-FFF2-40B4-BE49-F238E27FC236}">
                <a16:creationId xmlns:a16="http://schemas.microsoft.com/office/drawing/2014/main" id="{C0BAD20C-B0B6-47B7-A0AD-B26B44CD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552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6" name="SE-074-path-145">
            <a:extLst xmlns:a="http://schemas.openxmlformats.org/drawingml/2006/main">
              <a:ext uri="{FF2B5EF4-FFF2-40B4-BE49-F238E27FC236}">
                <a16:creationId xmlns:a16="http://schemas.microsoft.com/office/drawing/2014/main" id="{4F1E5F89-1EBE-432F-9B96-C493CC2F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341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7" name="SE-074-path-146">
            <a:extLst xmlns:a="http://schemas.openxmlformats.org/drawingml/2006/main">
              <a:ext uri="{FF2B5EF4-FFF2-40B4-BE49-F238E27FC236}">
                <a16:creationId xmlns:a16="http://schemas.microsoft.com/office/drawing/2014/main" id="{B5DC0291-699E-4C92-9516-ADC8422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972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8" name="SE-074-path-147">
            <a:extLst xmlns:a="http://schemas.openxmlformats.org/drawingml/2006/main">
              <a:ext uri="{FF2B5EF4-FFF2-40B4-BE49-F238E27FC236}">
                <a16:creationId xmlns:a16="http://schemas.microsoft.com/office/drawing/2014/main" id="{5CBD9FE4-1176-4106-9A19-C3F315FD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761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49" name="SE-074-path-148">
            <a:extLst xmlns:a="http://schemas.openxmlformats.org/drawingml/2006/main">
              <a:ext uri="{FF2B5EF4-FFF2-40B4-BE49-F238E27FC236}">
                <a16:creationId xmlns:a16="http://schemas.microsoft.com/office/drawing/2014/main" id="{6BD76F44-5538-4728-BFAC-6B782DA8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392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0" name="SE-074-path-149">
            <a:extLst xmlns:a="http://schemas.openxmlformats.org/drawingml/2006/main">
              <a:ext uri="{FF2B5EF4-FFF2-40B4-BE49-F238E27FC236}">
                <a16:creationId xmlns:a16="http://schemas.microsoft.com/office/drawing/2014/main" id="{2AA0E28E-2CC7-4DFF-A8A3-84B92072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181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1" name="SE-074-path-150">
            <a:extLst xmlns:a="http://schemas.openxmlformats.org/drawingml/2006/main">
              <a:ext uri="{FF2B5EF4-FFF2-40B4-BE49-F238E27FC236}">
                <a16:creationId xmlns:a16="http://schemas.microsoft.com/office/drawing/2014/main" id="{45F12435-6E95-4695-AECB-CD55AB1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811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2" name="SE-074-path-151">
            <a:extLst xmlns:a="http://schemas.openxmlformats.org/drawingml/2006/main">
              <a:ext uri="{FF2B5EF4-FFF2-40B4-BE49-F238E27FC236}">
                <a16:creationId xmlns:a16="http://schemas.microsoft.com/office/drawing/2014/main" id="{05E74826-C273-4EF8-96C4-265A24D6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600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3" name="SE-074-path-152">
            <a:extLst xmlns:a="http://schemas.openxmlformats.org/drawingml/2006/main">
              <a:ext uri="{FF2B5EF4-FFF2-40B4-BE49-F238E27FC236}">
                <a16:creationId xmlns:a16="http://schemas.microsoft.com/office/drawing/2014/main" id="{4AD32CB8-5BDF-4586-9E0B-3E7E3935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231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4" name="SE-074-path-153">
            <a:extLst xmlns:a="http://schemas.openxmlformats.org/drawingml/2006/main">
              <a:ext uri="{FF2B5EF4-FFF2-40B4-BE49-F238E27FC236}">
                <a16:creationId xmlns:a16="http://schemas.microsoft.com/office/drawing/2014/main" id="{135025FE-1784-48BD-BD49-FF0BF75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020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5" name="SE-074-path-154">
            <a:extLst xmlns:a="http://schemas.openxmlformats.org/drawingml/2006/main">
              <a:ext uri="{FF2B5EF4-FFF2-40B4-BE49-F238E27FC236}">
                <a16:creationId xmlns:a16="http://schemas.microsoft.com/office/drawing/2014/main" id="{D97B97D0-48D6-428F-9FE9-7A362C5B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651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6" name="SE-074-path-155">
            <a:extLst xmlns:a="http://schemas.openxmlformats.org/drawingml/2006/main">
              <a:ext uri="{FF2B5EF4-FFF2-40B4-BE49-F238E27FC236}">
                <a16:creationId xmlns:a16="http://schemas.microsoft.com/office/drawing/2014/main" id="{78E85651-398F-4400-8447-F85773AD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440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7" name="SE-074-path-156">
            <a:extLst xmlns:a="http://schemas.openxmlformats.org/drawingml/2006/main">
              <a:ext uri="{FF2B5EF4-FFF2-40B4-BE49-F238E27FC236}">
                <a16:creationId xmlns:a16="http://schemas.microsoft.com/office/drawing/2014/main" id="{82C263F0-2856-4E01-A8E6-069866DD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70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8" name="SE-074-path-157">
            <a:extLst xmlns:a="http://schemas.openxmlformats.org/drawingml/2006/main">
              <a:ext uri="{FF2B5EF4-FFF2-40B4-BE49-F238E27FC236}">
                <a16:creationId xmlns:a16="http://schemas.microsoft.com/office/drawing/2014/main" id="{13FE0DAD-801E-481B-B356-874BF2F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859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59" name="SE-074-path-158">
            <a:extLst xmlns:a="http://schemas.openxmlformats.org/drawingml/2006/main">
              <a:ext uri="{FF2B5EF4-FFF2-40B4-BE49-F238E27FC236}">
                <a16:creationId xmlns:a16="http://schemas.microsoft.com/office/drawing/2014/main" id="{6F76DF94-8DF7-434B-B9C5-4EB3255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90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0" name="SE-074-path-159">
            <a:extLst xmlns:a="http://schemas.openxmlformats.org/drawingml/2006/main">
              <a:ext uri="{FF2B5EF4-FFF2-40B4-BE49-F238E27FC236}">
                <a16:creationId xmlns:a16="http://schemas.microsoft.com/office/drawing/2014/main" id="{1558CD7E-2FC3-4EB7-BC99-F04CDB22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279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1" name="SE-074-path-160">
            <a:extLst xmlns:a="http://schemas.openxmlformats.org/drawingml/2006/main">
              <a:ext uri="{FF2B5EF4-FFF2-40B4-BE49-F238E27FC236}">
                <a16:creationId xmlns:a16="http://schemas.microsoft.com/office/drawing/2014/main" id="{82564382-7C29-4A88-8474-23D4E045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910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2" name="SE-074-path-161">
            <a:extLst xmlns:a="http://schemas.openxmlformats.org/drawingml/2006/main">
              <a:ext uri="{FF2B5EF4-FFF2-40B4-BE49-F238E27FC236}">
                <a16:creationId xmlns:a16="http://schemas.microsoft.com/office/drawing/2014/main" id="{22F16AEE-432A-4A0B-9FCE-64B86D9D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699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3" name="SE-074-path-162">
            <a:extLst xmlns:a="http://schemas.openxmlformats.org/drawingml/2006/main">
              <a:ext uri="{FF2B5EF4-FFF2-40B4-BE49-F238E27FC236}">
                <a16:creationId xmlns:a16="http://schemas.microsoft.com/office/drawing/2014/main" id="{64A72130-F3B2-49CB-8E9F-E706D8A3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330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4" name="SE-074-path-163">
            <a:extLst xmlns:a="http://schemas.openxmlformats.org/drawingml/2006/main">
              <a:ext uri="{FF2B5EF4-FFF2-40B4-BE49-F238E27FC236}">
                <a16:creationId xmlns:a16="http://schemas.microsoft.com/office/drawing/2014/main" id="{221957E3-E2A9-43F2-BCBE-317F5B47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119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5" name="SE-074-path-164">
            <a:extLst xmlns:a="http://schemas.openxmlformats.org/drawingml/2006/main">
              <a:ext uri="{FF2B5EF4-FFF2-40B4-BE49-F238E27FC236}">
                <a16:creationId xmlns:a16="http://schemas.microsoft.com/office/drawing/2014/main" id="{861198E9-2969-47AA-BAC9-9296CC3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749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6" name="SE-074-path-165">
            <a:extLst xmlns:a="http://schemas.openxmlformats.org/drawingml/2006/main">
              <a:ext uri="{FF2B5EF4-FFF2-40B4-BE49-F238E27FC236}">
                <a16:creationId xmlns:a16="http://schemas.microsoft.com/office/drawing/2014/main" id="{4D69929F-EF53-41A1-A2C8-2A3264D8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538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7" name="SE-074-path-166">
            <a:extLst xmlns:a="http://schemas.openxmlformats.org/drawingml/2006/main">
              <a:ext uri="{FF2B5EF4-FFF2-40B4-BE49-F238E27FC236}">
                <a16:creationId xmlns:a16="http://schemas.microsoft.com/office/drawing/2014/main" id="{798EA6C8-FD3C-4F68-A88E-F69D18A2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169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8" name="SE-074-path-167">
            <a:extLst xmlns:a="http://schemas.openxmlformats.org/drawingml/2006/main">
              <a:ext uri="{FF2B5EF4-FFF2-40B4-BE49-F238E27FC236}">
                <a16:creationId xmlns:a16="http://schemas.microsoft.com/office/drawing/2014/main" id="{082F2E12-E78E-40A2-8B4A-97696D4A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958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69" name="SE-074-path-168">
            <a:extLst xmlns:a="http://schemas.openxmlformats.org/drawingml/2006/main">
              <a:ext uri="{FF2B5EF4-FFF2-40B4-BE49-F238E27FC236}">
                <a16:creationId xmlns:a16="http://schemas.microsoft.com/office/drawing/2014/main" id="{F4021115-9DD1-4D98-A4C5-D91C5284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89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0" name="SE-074-path-169">
            <a:extLst xmlns:a="http://schemas.openxmlformats.org/drawingml/2006/main">
              <a:ext uri="{FF2B5EF4-FFF2-40B4-BE49-F238E27FC236}">
                <a16:creationId xmlns:a16="http://schemas.microsoft.com/office/drawing/2014/main" id="{D818D974-8D9D-495D-B0F9-18B65C11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378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1" name="SE-074-path-170">
            <a:extLst xmlns:a="http://schemas.openxmlformats.org/drawingml/2006/main">
              <a:ext uri="{FF2B5EF4-FFF2-40B4-BE49-F238E27FC236}">
                <a16:creationId xmlns:a16="http://schemas.microsoft.com/office/drawing/2014/main" id="{65C2A4AB-3E41-40F9-AAC8-BAE13695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008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2" name="SE-074-path-171">
            <a:extLst xmlns:a="http://schemas.openxmlformats.org/drawingml/2006/main">
              <a:ext uri="{FF2B5EF4-FFF2-40B4-BE49-F238E27FC236}">
                <a16:creationId xmlns:a16="http://schemas.microsoft.com/office/drawing/2014/main" id="{0691F7BE-C3A8-4BEC-95DE-82BD810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797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3" name="SE-074-path-172">
            <a:extLst xmlns:a="http://schemas.openxmlformats.org/drawingml/2006/main">
              <a:ext uri="{FF2B5EF4-FFF2-40B4-BE49-F238E27FC236}">
                <a16:creationId xmlns:a16="http://schemas.microsoft.com/office/drawing/2014/main" id="{7C334E3D-E6FA-48C4-9F09-F246E7D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428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4" name="SE-074-path-173">
            <a:extLst xmlns:a="http://schemas.openxmlformats.org/drawingml/2006/main">
              <a:ext uri="{FF2B5EF4-FFF2-40B4-BE49-F238E27FC236}">
                <a16:creationId xmlns:a16="http://schemas.microsoft.com/office/drawing/2014/main" id="{77D110A1-AB1E-463C-8CFE-8CE902B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217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5" name="SE-074-path-174">
            <a:extLst xmlns:a="http://schemas.openxmlformats.org/drawingml/2006/main">
              <a:ext uri="{FF2B5EF4-FFF2-40B4-BE49-F238E27FC236}">
                <a16:creationId xmlns:a16="http://schemas.microsoft.com/office/drawing/2014/main" id="{AAE1A57D-1630-481C-801D-8CA4F696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848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6" name="SE-074-path-175">
            <a:extLst xmlns:a="http://schemas.openxmlformats.org/drawingml/2006/main">
              <a:ext uri="{FF2B5EF4-FFF2-40B4-BE49-F238E27FC236}">
                <a16:creationId xmlns:a16="http://schemas.microsoft.com/office/drawing/2014/main" id="{23D6B3AD-FCBF-4EDA-85B6-B9D3E861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637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7" name="SE-074-path-176">
            <a:extLst xmlns:a="http://schemas.openxmlformats.org/drawingml/2006/main">
              <a:ext uri="{FF2B5EF4-FFF2-40B4-BE49-F238E27FC236}">
                <a16:creationId xmlns:a16="http://schemas.microsoft.com/office/drawing/2014/main" id="{F567DB9A-14BD-4BDA-8779-1C3AE6C5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268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8" name="SE-074-path-177">
            <a:extLst xmlns:a="http://schemas.openxmlformats.org/drawingml/2006/main">
              <a:ext uri="{FF2B5EF4-FFF2-40B4-BE49-F238E27FC236}">
                <a16:creationId xmlns:a16="http://schemas.microsoft.com/office/drawing/2014/main" id="{4198B25F-24B1-4DD0-972B-F9735AA9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57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79" name="SE-074-path-178">
            <a:extLst xmlns:a="http://schemas.openxmlformats.org/drawingml/2006/main">
              <a:ext uri="{FF2B5EF4-FFF2-40B4-BE49-F238E27FC236}">
                <a16:creationId xmlns:a16="http://schemas.microsoft.com/office/drawing/2014/main" id="{3212E1F3-96B1-42A5-AD27-3BA018DE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87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0" name="SE-074-path-179">
            <a:extLst xmlns:a="http://schemas.openxmlformats.org/drawingml/2006/main">
              <a:ext uri="{FF2B5EF4-FFF2-40B4-BE49-F238E27FC236}">
                <a16:creationId xmlns:a16="http://schemas.microsoft.com/office/drawing/2014/main" id="{E92B772A-3EA9-4E4A-B3B3-0DB55785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476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1" name="SE-074-path-180">
            <a:extLst xmlns:a="http://schemas.openxmlformats.org/drawingml/2006/main">
              <a:ext uri="{FF2B5EF4-FFF2-40B4-BE49-F238E27FC236}">
                <a16:creationId xmlns:a16="http://schemas.microsoft.com/office/drawing/2014/main" id="{9D4D1612-299F-42C6-BEF7-83C2AAE0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07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2" name="SE-074-path-181">
            <a:extLst xmlns:a="http://schemas.openxmlformats.org/drawingml/2006/main">
              <a:ext uri="{FF2B5EF4-FFF2-40B4-BE49-F238E27FC236}">
                <a16:creationId xmlns:a16="http://schemas.microsoft.com/office/drawing/2014/main" id="{F49B8E90-C47B-4406-B0B1-C54E4575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96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3" name="SE-074-path-182">
            <a:extLst xmlns:a="http://schemas.openxmlformats.org/drawingml/2006/main">
              <a:ext uri="{FF2B5EF4-FFF2-40B4-BE49-F238E27FC236}">
                <a16:creationId xmlns:a16="http://schemas.microsoft.com/office/drawing/2014/main" id="{0CFFD12E-A691-4473-9042-A325F012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527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4" name="SE-074-path-183">
            <a:extLst xmlns:a="http://schemas.openxmlformats.org/drawingml/2006/main">
              <a:ext uri="{FF2B5EF4-FFF2-40B4-BE49-F238E27FC236}">
                <a16:creationId xmlns:a16="http://schemas.microsoft.com/office/drawing/2014/main" id="{8FE31C65-BE4C-44FF-AB17-F0BD6A54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316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5" name="SE-074-path-184">
            <a:extLst xmlns:a="http://schemas.openxmlformats.org/drawingml/2006/main">
              <a:ext uri="{FF2B5EF4-FFF2-40B4-BE49-F238E27FC236}">
                <a16:creationId xmlns:a16="http://schemas.microsoft.com/office/drawing/2014/main" id="{251BBCC8-E114-4740-AAE8-5A739888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946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6" name="SE-074-path-185">
            <a:extLst xmlns:a="http://schemas.openxmlformats.org/drawingml/2006/main">
              <a:ext uri="{FF2B5EF4-FFF2-40B4-BE49-F238E27FC236}">
                <a16:creationId xmlns:a16="http://schemas.microsoft.com/office/drawing/2014/main" id="{88BB912F-19BD-4088-9D5F-37BE9423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735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7" name="SE-074-path-186">
            <a:extLst xmlns:a="http://schemas.openxmlformats.org/drawingml/2006/main">
              <a:ext uri="{FF2B5EF4-FFF2-40B4-BE49-F238E27FC236}">
                <a16:creationId xmlns:a16="http://schemas.microsoft.com/office/drawing/2014/main" id="{F0537A96-BCB7-4C1D-B1DA-15443821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366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8" name="SE-074-path-187">
            <a:extLst xmlns:a="http://schemas.openxmlformats.org/drawingml/2006/main">
              <a:ext uri="{FF2B5EF4-FFF2-40B4-BE49-F238E27FC236}">
                <a16:creationId xmlns:a16="http://schemas.microsoft.com/office/drawing/2014/main" id="{6766103C-DB91-4671-B7AC-39136FA1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155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89" name="SE-074-path-188">
            <a:extLst xmlns:a="http://schemas.openxmlformats.org/drawingml/2006/main">
              <a:ext uri="{FF2B5EF4-FFF2-40B4-BE49-F238E27FC236}">
                <a16:creationId xmlns:a16="http://schemas.microsoft.com/office/drawing/2014/main" id="{0DF635DC-740E-4BD3-8F8D-39D037B4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786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0" name="SE-074-path-189">
            <a:extLst xmlns:a="http://schemas.openxmlformats.org/drawingml/2006/main">
              <a:ext uri="{FF2B5EF4-FFF2-40B4-BE49-F238E27FC236}">
                <a16:creationId xmlns:a16="http://schemas.microsoft.com/office/drawing/2014/main" id="{369946CF-549D-4FEE-B178-F1BFFEE5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575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1" name="SE-074-path-190">
            <a:extLst xmlns:a="http://schemas.openxmlformats.org/drawingml/2006/main">
              <a:ext uri="{FF2B5EF4-FFF2-40B4-BE49-F238E27FC236}">
                <a16:creationId xmlns:a16="http://schemas.microsoft.com/office/drawing/2014/main" id="{9B413BAE-5BB1-4B2B-AFC3-09569C1D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206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2" name="SE-074-path-191">
            <a:extLst xmlns:a="http://schemas.openxmlformats.org/drawingml/2006/main">
              <a:ext uri="{FF2B5EF4-FFF2-40B4-BE49-F238E27FC236}">
                <a16:creationId xmlns:a16="http://schemas.microsoft.com/office/drawing/2014/main" id="{45B31850-C2AC-4780-A122-A423B0ED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995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3" name="SE-074-path-192">
            <a:extLst xmlns:a="http://schemas.openxmlformats.org/drawingml/2006/main">
              <a:ext uri="{FF2B5EF4-FFF2-40B4-BE49-F238E27FC236}">
                <a16:creationId xmlns:a16="http://schemas.microsoft.com/office/drawing/2014/main" id="{75002570-170B-4C2F-B1A0-8049C1E9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625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4" name="SE-074-path-193">
            <a:extLst xmlns:a="http://schemas.openxmlformats.org/drawingml/2006/main">
              <a:ext uri="{FF2B5EF4-FFF2-40B4-BE49-F238E27FC236}">
                <a16:creationId xmlns:a16="http://schemas.microsoft.com/office/drawing/2014/main" id="{A9D2C7A4-497A-43A0-91CD-F265106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414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5" name="SE-074-path-194">
            <a:extLst xmlns:a="http://schemas.openxmlformats.org/drawingml/2006/main">
              <a:ext uri="{FF2B5EF4-FFF2-40B4-BE49-F238E27FC236}">
                <a16:creationId xmlns:a16="http://schemas.microsoft.com/office/drawing/2014/main" id="{EF643C01-49CD-43C8-9E98-2421880D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045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6" name="SE-074-path-195">
            <a:extLst xmlns:a="http://schemas.openxmlformats.org/drawingml/2006/main">
              <a:ext uri="{FF2B5EF4-FFF2-40B4-BE49-F238E27FC236}">
                <a16:creationId xmlns:a16="http://schemas.microsoft.com/office/drawing/2014/main" id="{EC454327-2C75-4EF5-9375-CA47FBFB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834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7" name="SE-074-path-196">
            <a:extLst xmlns:a="http://schemas.openxmlformats.org/drawingml/2006/main">
              <a:ext uri="{FF2B5EF4-FFF2-40B4-BE49-F238E27FC236}">
                <a16:creationId xmlns:a16="http://schemas.microsoft.com/office/drawing/2014/main" id="{8CA3EF4C-5F1C-46D6-B835-00EEE75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465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8" name="SE-074-path-197">
            <a:extLst xmlns:a="http://schemas.openxmlformats.org/drawingml/2006/main">
              <a:ext uri="{FF2B5EF4-FFF2-40B4-BE49-F238E27FC236}">
                <a16:creationId xmlns:a16="http://schemas.microsoft.com/office/drawing/2014/main" id="{9742FE00-6AA5-4952-A528-E14BDA7B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254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199" name="SE-074-path-198">
            <a:extLst xmlns:a="http://schemas.openxmlformats.org/drawingml/2006/main">
              <a:ext uri="{FF2B5EF4-FFF2-40B4-BE49-F238E27FC236}">
                <a16:creationId xmlns:a16="http://schemas.microsoft.com/office/drawing/2014/main" id="{2AC586AC-DC5E-46CB-9F23-D43701A6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884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0" name="SE-074-path-199">
            <a:extLst xmlns:a="http://schemas.openxmlformats.org/drawingml/2006/main">
              <a:ext uri="{FF2B5EF4-FFF2-40B4-BE49-F238E27FC236}">
                <a16:creationId xmlns:a16="http://schemas.microsoft.com/office/drawing/2014/main" id="{C17EE13D-AF71-4DC3-B7BE-43840E4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673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1" name="SE-074-path-200">
            <a:extLst xmlns:a="http://schemas.openxmlformats.org/drawingml/2006/main">
              <a:ext uri="{FF2B5EF4-FFF2-40B4-BE49-F238E27FC236}">
                <a16:creationId xmlns:a16="http://schemas.microsoft.com/office/drawing/2014/main" id="{529F0250-1ADC-4D01-B5EF-1A8DE838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304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2" name="SE-074-path-201">
            <a:extLst xmlns:a="http://schemas.openxmlformats.org/drawingml/2006/main">
              <a:ext uri="{FF2B5EF4-FFF2-40B4-BE49-F238E27FC236}">
                <a16:creationId xmlns:a16="http://schemas.microsoft.com/office/drawing/2014/main" id="{217F604B-B02F-47FB-AE8F-48BE8B11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093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3" name="SE-074-path-202">
            <a:extLst xmlns:a="http://schemas.openxmlformats.org/drawingml/2006/main">
              <a:ext uri="{FF2B5EF4-FFF2-40B4-BE49-F238E27FC236}">
                <a16:creationId xmlns:a16="http://schemas.microsoft.com/office/drawing/2014/main" id="{C9181191-9B23-4669-826A-E1FEFF6D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724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4" name="SE-074-path-203">
            <a:extLst xmlns:a="http://schemas.openxmlformats.org/drawingml/2006/main">
              <a:ext uri="{FF2B5EF4-FFF2-40B4-BE49-F238E27FC236}">
                <a16:creationId xmlns:a16="http://schemas.microsoft.com/office/drawing/2014/main" id="{04B34B2D-5790-4949-9D18-CFB8882A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513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5" name="SE-074-path-204">
            <a:extLst xmlns:a="http://schemas.openxmlformats.org/drawingml/2006/main">
              <a:ext uri="{FF2B5EF4-FFF2-40B4-BE49-F238E27FC236}">
                <a16:creationId xmlns:a16="http://schemas.microsoft.com/office/drawing/2014/main" id="{A550FC14-2AC4-4013-BF31-15BB02F1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144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6" name="SE-074-path-205">
            <a:extLst xmlns:a="http://schemas.openxmlformats.org/drawingml/2006/main">
              <a:ext uri="{FF2B5EF4-FFF2-40B4-BE49-F238E27FC236}">
                <a16:creationId xmlns:a16="http://schemas.microsoft.com/office/drawing/2014/main" id="{FE1B755A-5E41-45CB-AC44-F931530F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932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7" name="SE-074-path-206">
            <a:extLst xmlns:a="http://schemas.openxmlformats.org/drawingml/2006/main">
              <a:ext uri="{FF2B5EF4-FFF2-40B4-BE49-F238E27FC236}">
                <a16:creationId xmlns:a16="http://schemas.microsoft.com/office/drawing/2014/main" id="{F7777E93-872D-45BF-91AF-F06F0A23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563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8" name="SE-074-path-207">
            <a:extLst xmlns:a="http://schemas.openxmlformats.org/drawingml/2006/main">
              <a:ext uri="{FF2B5EF4-FFF2-40B4-BE49-F238E27FC236}">
                <a16:creationId xmlns:a16="http://schemas.microsoft.com/office/drawing/2014/main" id="{CED7F1E9-E57D-4B63-A95B-AB817775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352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09" name="SE-074-path-208">
            <a:extLst xmlns:a="http://schemas.openxmlformats.org/drawingml/2006/main">
              <a:ext uri="{FF2B5EF4-FFF2-40B4-BE49-F238E27FC236}">
                <a16:creationId xmlns:a16="http://schemas.microsoft.com/office/drawing/2014/main" id="{3CC198D4-217B-4AF8-8DD3-DAA9B224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983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0" name="SE-074-path-209">
            <a:extLst xmlns:a="http://schemas.openxmlformats.org/drawingml/2006/main">
              <a:ext uri="{FF2B5EF4-FFF2-40B4-BE49-F238E27FC236}">
                <a16:creationId xmlns:a16="http://schemas.microsoft.com/office/drawing/2014/main" id="{90F41A92-B26E-4EF9-B23C-3B461C63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72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1" name="SE-074-path-210">
            <a:extLst xmlns:a="http://schemas.openxmlformats.org/drawingml/2006/main">
              <a:ext uri="{FF2B5EF4-FFF2-40B4-BE49-F238E27FC236}">
                <a16:creationId xmlns:a16="http://schemas.microsoft.com/office/drawing/2014/main" id="{CFF1C1DE-E477-4B70-B5E7-EDCB4B3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403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2" name="SE-074-path-211">
            <a:extLst xmlns:a="http://schemas.openxmlformats.org/drawingml/2006/main">
              <a:ext uri="{FF2B5EF4-FFF2-40B4-BE49-F238E27FC236}">
                <a16:creationId xmlns:a16="http://schemas.microsoft.com/office/drawing/2014/main" id="{832C03FA-52E8-45E3-8B48-7E2B5F7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192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3" name="SE-074-path-212">
            <a:extLst xmlns:a="http://schemas.openxmlformats.org/drawingml/2006/main">
              <a:ext uri="{FF2B5EF4-FFF2-40B4-BE49-F238E27FC236}">
                <a16:creationId xmlns:a16="http://schemas.microsoft.com/office/drawing/2014/main" id="{F92EC106-4715-4268-AD23-1BA2E2B3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822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4" name="SE-074-path-213">
            <a:extLst xmlns:a="http://schemas.openxmlformats.org/drawingml/2006/main">
              <a:ext uri="{FF2B5EF4-FFF2-40B4-BE49-F238E27FC236}">
                <a16:creationId xmlns:a16="http://schemas.microsoft.com/office/drawing/2014/main" id="{1C9A904F-4BEE-4AF3-8539-EB53DF3D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611" y="8006996"/>
            <a:ext cx="43789" cy="95"/>
          </a:xfrm>
          <a:custGeom xmlns:a="http://schemas.openxmlformats.org/drawingml/2006/main">
            <a:pathLst>
              <a:path w="43789" h="95">
                <a:moveTo>
                  <a:pt x="0" y="0"/>
                </a:moveTo>
                <a:lnTo>
                  <a:pt x="43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5" name="SE-074-path-214">
            <a:extLst xmlns:a="http://schemas.openxmlformats.org/drawingml/2006/main">
              <a:ext uri="{FF2B5EF4-FFF2-40B4-BE49-F238E27FC236}">
                <a16:creationId xmlns:a16="http://schemas.microsoft.com/office/drawing/2014/main" id="{FD918B23-0C20-4C83-895D-5213FCF7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242" y="8006996"/>
            <a:ext cx="10947" cy="95"/>
          </a:xfrm>
          <a:custGeom xmlns:a="http://schemas.openxmlformats.org/drawingml/2006/main">
            <a:pathLst>
              <a:path w="10947" h="95">
                <a:moveTo>
                  <a:pt x="0" y="0"/>
                </a:moveTo>
                <a:lnTo>
                  <a:pt x="10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6" name="SE-074-path-215">
            <a:extLst xmlns:a="http://schemas.openxmlformats.org/drawingml/2006/main">
              <a:ext uri="{FF2B5EF4-FFF2-40B4-BE49-F238E27FC236}">
                <a16:creationId xmlns:a16="http://schemas.microsoft.com/office/drawing/2014/main" id="{416483C2-1213-46D1-92BF-0ABDEDE1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006996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7" name="SE-074-path-216">
            <a:extLst xmlns:a="http://schemas.openxmlformats.org/drawingml/2006/main">
              <a:ext uri="{FF2B5EF4-FFF2-40B4-BE49-F238E27FC236}">
                <a16:creationId xmlns:a16="http://schemas.microsoft.com/office/drawing/2014/main" id="{896D3B66-9358-4706-AF35-2245120D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083627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8" name="SE-074-path-217">
            <a:extLst xmlns:a="http://schemas.openxmlformats.org/drawingml/2006/main">
              <a:ext uri="{FF2B5EF4-FFF2-40B4-BE49-F238E27FC236}">
                <a16:creationId xmlns:a16="http://schemas.microsoft.com/office/drawing/2014/main" id="{A4B4D00D-F304-4310-A931-ED4082C0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127416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19" name="SE-074-path-218">
            <a:extLst xmlns:a="http://schemas.openxmlformats.org/drawingml/2006/main">
              <a:ext uri="{FF2B5EF4-FFF2-40B4-BE49-F238E27FC236}">
                <a16:creationId xmlns:a16="http://schemas.microsoft.com/office/drawing/2014/main" id="{7FEE089A-E4F9-4AE7-A074-E2B66E29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204047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0" name="SE-074-path-219">
            <a:extLst xmlns:a="http://schemas.openxmlformats.org/drawingml/2006/main">
              <a:ext uri="{FF2B5EF4-FFF2-40B4-BE49-F238E27FC236}">
                <a16:creationId xmlns:a16="http://schemas.microsoft.com/office/drawing/2014/main" id="{1137060E-AEC0-4D5F-B9D8-81425975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247836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1" name="SE-074-path-220">
            <a:extLst xmlns:a="http://schemas.openxmlformats.org/drawingml/2006/main">
              <a:ext uri="{FF2B5EF4-FFF2-40B4-BE49-F238E27FC236}">
                <a16:creationId xmlns:a16="http://schemas.microsoft.com/office/drawing/2014/main" id="{D7B709E4-6DEF-4376-8444-82942FD7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324467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2" name="SE-074-path-221">
            <a:extLst xmlns:a="http://schemas.openxmlformats.org/drawingml/2006/main">
              <a:ext uri="{FF2B5EF4-FFF2-40B4-BE49-F238E27FC236}">
                <a16:creationId xmlns:a16="http://schemas.microsoft.com/office/drawing/2014/main" id="{82465845-C208-42F6-A525-B6B65607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368256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3" name="SE-074-path-222">
            <a:extLst xmlns:a="http://schemas.openxmlformats.org/drawingml/2006/main">
              <a:ext uri="{FF2B5EF4-FFF2-40B4-BE49-F238E27FC236}">
                <a16:creationId xmlns:a16="http://schemas.microsoft.com/office/drawing/2014/main" id="{E2BC2698-B11B-4F0C-B9CB-543BD029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444886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4" name="SE-074-path-223">
            <a:extLst xmlns:a="http://schemas.openxmlformats.org/drawingml/2006/main">
              <a:ext uri="{FF2B5EF4-FFF2-40B4-BE49-F238E27FC236}">
                <a16:creationId xmlns:a16="http://schemas.microsoft.com/office/drawing/2014/main" id="{8D93ED88-13D9-42B9-9005-29EB35E8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488675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5" name="SE-074-path-224">
            <a:extLst xmlns:a="http://schemas.openxmlformats.org/drawingml/2006/main">
              <a:ext uri="{FF2B5EF4-FFF2-40B4-BE49-F238E27FC236}">
                <a16:creationId xmlns:a16="http://schemas.microsoft.com/office/drawing/2014/main" id="{96717B44-8621-4B67-9139-C905BC9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565306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6" name="SE-074-path-225">
            <a:extLst xmlns:a="http://schemas.openxmlformats.org/drawingml/2006/main">
              <a:ext uri="{FF2B5EF4-FFF2-40B4-BE49-F238E27FC236}">
                <a16:creationId xmlns:a16="http://schemas.microsoft.com/office/drawing/2014/main" id="{D589B999-6240-43E5-8267-11471BC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609095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7" name="SE-074-path-226">
            <a:extLst xmlns:a="http://schemas.openxmlformats.org/drawingml/2006/main">
              <a:ext uri="{FF2B5EF4-FFF2-40B4-BE49-F238E27FC236}">
                <a16:creationId xmlns:a16="http://schemas.microsoft.com/office/drawing/2014/main" id="{9F2DA2E4-2C9E-4B0A-9E67-522AC8EA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685726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8" name="SE-074-path-227">
            <a:extLst xmlns:a="http://schemas.openxmlformats.org/drawingml/2006/main">
              <a:ext uri="{FF2B5EF4-FFF2-40B4-BE49-F238E27FC236}">
                <a16:creationId xmlns:a16="http://schemas.microsoft.com/office/drawing/2014/main" id="{2DD30190-DE1E-461F-BC38-2FEB758E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729515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29" name="SE-074-path-228">
            <a:extLst xmlns:a="http://schemas.openxmlformats.org/drawingml/2006/main">
              <a:ext uri="{FF2B5EF4-FFF2-40B4-BE49-F238E27FC236}">
                <a16:creationId xmlns:a16="http://schemas.microsoft.com/office/drawing/2014/main" id="{87F29C84-E6A4-47B9-83F9-58877BE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806145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0" name="SE-074-path-229">
            <a:extLst xmlns:a="http://schemas.openxmlformats.org/drawingml/2006/main">
              <a:ext uri="{FF2B5EF4-FFF2-40B4-BE49-F238E27FC236}">
                <a16:creationId xmlns:a16="http://schemas.microsoft.com/office/drawing/2014/main" id="{7D05F531-0D56-489A-825C-4FD991CB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849934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1" name="SE-074-path-230">
            <a:extLst xmlns:a="http://schemas.openxmlformats.org/drawingml/2006/main">
              <a:ext uri="{FF2B5EF4-FFF2-40B4-BE49-F238E27FC236}">
                <a16:creationId xmlns:a16="http://schemas.microsoft.com/office/drawing/2014/main" id="{9A30F8E8-526C-4DE1-82F8-999E894F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926565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2" name="SE-074-path-231">
            <a:extLst xmlns:a="http://schemas.openxmlformats.org/drawingml/2006/main">
              <a:ext uri="{FF2B5EF4-FFF2-40B4-BE49-F238E27FC236}">
                <a16:creationId xmlns:a16="http://schemas.microsoft.com/office/drawing/2014/main" id="{483F3F5E-D34D-404B-8A3E-7831CC53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8970354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3" name="SE-074-path-232">
            <a:extLst xmlns:a="http://schemas.openxmlformats.org/drawingml/2006/main">
              <a:ext uri="{FF2B5EF4-FFF2-40B4-BE49-F238E27FC236}">
                <a16:creationId xmlns:a16="http://schemas.microsoft.com/office/drawing/2014/main" id="{EE3C9B26-4D52-4368-8858-903611E1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046985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4" name="SE-074-path-233">
            <a:extLst xmlns:a="http://schemas.openxmlformats.org/drawingml/2006/main">
              <a:ext uri="{FF2B5EF4-FFF2-40B4-BE49-F238E27FC236}">
                <a16:creationId xmlns:a16="http://schemas.microsoft.com/office/drawing/2014/main" id="{E4EAACA8-96FF-48D4-AAA6-AC454EC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090774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5" name="SE-074-path-234">
            <a:extLst xmlns:a="http://schemas.openxmlformats.org/drawingml/2006/main">
              <a:ext uri="{FF2B5EF4-FFF2-40B4-BE49-F238E27FC236}">
                <a16:creationId xmlns:a16="http://schemas.microsoft.com/office/drawing/2014/main" id="{19600704-C6F1-43F8-959F-D26BAE3F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167405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6" name="SE-074-path-235">
            <a:extLst xmlns:a="http://schemas.openxmlformats.org/drawingml/2006/main">
              <a:ext uri="{FF2B5EF4-FFF2-40B4-BE49-F238E27FC236}">
                <a16:creationId xmlns:a16="http://schemas.microsoft.com/office/drawing/2014/main" id="{33B86D7A-ABAC-4770-83B2-95273B26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211194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7" name="SE-074-path-236">
            <a:extLst xmlns:a="http://schemas.openxmlformats.org/drawingml/2006/main">
              <a:ext uri="{FF2B5EF4-FFF2-40B4-BE49-F238E27FC236}">
                <a16:creationId xmlns:a16="http://schemas.microsoft.com/office/drawing/2014/main" id="{B5EA0083-490E-4EFE-9F52-AF93D002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287824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8" name="SE-074-path-237">
            <a:extLst xmlns:a="http://schemas.openxmlformats.org/drawingml/2006/main">
              <a:ext uri="{FF2B5EF4-FFF2-40B4-BE49-F238E27FC236}">
                <a16:creationId xmlns:a16="http://schemas.microsoft.com/office/drawing/2014/main" id="{7F9A8427-DAF1-48A1-A1F5-124C1CAA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331613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39" name="SE-074-path-238">
            <a:extLst xmlns:a="http://schemas.openxmlformats.org/drawingml/2006/main">
              <a:ext uri="{FF2B5EF4-FFF2-40B4-BE49-F238E27FC236}">
                <a16:creationId xmlns:a16="http://schemas.microsoft.com/office/drawing/2014/main" id="{FD051EB5-FC11-4414-AD7A-74F3D9FB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408244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0" name="SE-074-path-239">
            <a:extLst xmlns:a="http://schemas.openxmlformats.org/drawingml/2006/main">
              <a:ext uri="{FF2B5EF4-FFF2-40B4-BE49-F238E27FC236}">
                <a16:creationId xmlns:a16="http://schemas.microsoft.com/office/drawing/2014/main" id="{BF28EA3A-A438-4B2C-A641-20A27D8A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452033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1" name="SE-074-path-240">
            <a:extLst xmlns:a="http://schemas.openxmlformats.org/drawingml/2006/main">
              <a:ext uri="{FF2B5EF4-FFF2-40B4-BE49-F238E27FC236}">
                <a16:creationId xmlns:a16="http://schemas.microsoft.com/office/drawing/2014/main" id="{A0899071-7969-4FF0-82B0-99E85DD4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528664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2" name="SE-074-path-241">
            <a:extLst xmlns:a="http://schemas.openxmlformats.org/drawingml/2006/main">
              <a:ext uri="{FF2B5EF4-FFF2-40B4-BE49-F238E27FC236}">
                <a16:creationId xmlns:a16="http://schemas.microsoft.com/office/drawing/2014/main" id="{F4F1F0E6-7D41-4992-A043-B3A7B39D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572453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3" name="SE-074-path-242">
            <a:extLst xmlns:a="http://schemas.openxmlformats.org/drawingml/2006/main">
              <a:ext uri="{FF2B5EF4-FFF2-40B4-BE49-F238E27FC236}">
                <a16:creationId xmlns:a16="http://schemas.microsoft.com/office/drawing/2014/main" id="{B3176AEA-139F-4766-A83B-94990482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649083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4" name="SE-074-path-243">
            <a:extLst xmlns:a="http://schemas.openxmlformats.org/drawingml/2006/main">
              <a:ext uri="{FF2B5EF4-FFF2-40B4-BE49-F238E27FC236}">
                <a16:creationId xmlns:a16="http://schemas.microsoft.com/office/drawing/2014/main" id="{FB28F70E-B9AE-41BC-9EC1-A88D4739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692872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5" name="SE-074-path-244">
            <a:extLst xmlns:a="http://schemas.openxmlformats.org/drawingml/2006/main">
              <a:ext uri="{FF2B5EF4-FFF2-40B4-BE49-F238E27FC236}">
                <a16:creationId xmlns:a16="http://schemas.microsoft.com/office/drawing/2014/main" id="{AD61420C-F196-4C57-B094-97AA945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769503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6" name="SE-074-path-245">
            <a:extLst xmlns:a="http://schemas.openxmlformats.org/drawingml/2006/main">
              <a:ext uri="{FF2B5EF4-FFF2-40B4-BE49-F238E27FC236}">
                <a16:creationId xmlns:a16="http://schemas.microsoft.com/office/drawing/2014/main" id="{46437A35-BA05-495C-932E-5F8A9EF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813292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7" name="SE-074-path-246">
            <a:extLst xmlns:a="http://schemas.openxmlformats.org/drawingml/2006/main">
              <a:ext uri="{FF2B5EF4-FFF2-40B4-BE49-F238E27FC236}">
                <a16:creationId xmlns:a16="http://schemas.microsoft.com/office/drawing/2014/main" id="{3C1554CE-9C95-4469-AA38-60822D0B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889923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8" name="SE-074-path-247">
            <a:extLst xmlns:a="http://schemas.openxmlformats.org/drawingml/2006/main">
              <a:ext uri="{FF2B5EF4-FFF2-40B4-BE49-F238E27FC236}">
                <a16:creationId xmlns:a16="http://schemas.microsoft.com/office/drawing/2014/main" id="{A3D12F85-C417-4BA0-AB58-14E1AFDF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9933712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49" name="SE-074-path-248">
            <a:extLst xmlns:a="http://schemas.openxmlformats.org/drawingml/2006/main">
              <a:ext uri="{FF2B5EF4-FFF2-40B4-BE49-F238E27FC236}">
                <a16:creationId xmlns:a16="http://schemas.microsoft.com/office/drawing/2014/main" id="{AD7BC11D-6565-4633-A3DB-0D09D463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010343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0" name="SE-074-path-249">
            <a:extLst xmlns:a="http://schemas.openxmlformats.org/drawingml/2006/main">
              <a:ext uri="{FF2B5EF4-FFF2-40B4-BE49-F238E27FC236}">
                <a16:creationId xmlns:a16="http://schemas.microsoft.com/office/drawing/2014/main" id="{BC803FBF-E264-4B46-A95A-DF33D57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054132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1" name="SE-074-path-250">
            <a:extLst xmlns:a="http://schemas.openxmlformats.org/drawingml/2006/main">
              <a:ext uri="{FF2B5EF4-FFF2-40B4-BE49-F238E27FC236}">
                <a16:creationId xmlns:a16="http://schemas.microsoft.com/office/drawing/2014/main" id="{EEBD2FC5-873E-4C2A-B1EA-4DC43591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130762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2" name="SE-074-path-251">
            <a:extLst xmlns:a="http://schemas.openxmlformats.org/drawingml/2006/main">
              <a:ext uri="{FF2B5EF4-FFF2-40B4-BE49-F238E27FC236}">
                <a16:creationId xmlns:a16="http://schemas.microsoft.com/office/drawing/2014/main" id="{305A3CE0-4E37-408D-AFA2-4BDF98D6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174551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3" name="SE-074-path-252">
            <a:extLst xmlns:a="http://schemas.openxmlformats.org/drawingml/2006/main">
              <a:ext uri="{FF2B5EF4-FFF2-40B4-BE49-F238E27FC236}">
                <a16:creationId xmlns:a16="http://schemas.microsoft.com/office/drawing/2014/main" id="{FE759123-689C-42AF-B9CC-9C2197C8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251182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4" name="SE-074-path-253">
            <a:extLst xmlns:a="http://schemas.openxmlformats.org/drawingml/2006/main">
              <a:ext uri="{FF2B5EF4-FFF2-40B4-BE49-F238E27FC236}">
                <a16:creationId xmlns:a16="http://schemas.microsoft.com/office/drawing/2014/main" id="{1C3A0890-6524-43A9-A8FB-2A4302DA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294971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5" name="SE-074-path-254">
            <a:extLst xmlns:a="http://schemas.openxmlformats.org/drawingml/2006/main">
              <a:ext uri="{FF2B5EF4-FFF2-40B4-BE49-F238E27FC236}">
                <a16:creationId xmlns:a16="http://schemas.microsoft.com/office/drawing/2014/main" id="{082CF919-F138-49D0-B11E-EBD8DFAA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371602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6" name="SE-074-path-255">
            <a:extLst xmlns:a="http://schemas.openxmlformats.org/drawingml/2006/main">
              <a:ext uri="{FF2B5EF4-FFF2-40B4-BE49-F238E27FC236}">
                <a16:creationId xmlns:a16="http://schemas.microsoft.com/office/drawing/2014/main" id="{71B73D8E-378E-48B3-89D8-C8AA88B7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415391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7" name="SE-074-path-256">
            <a:extLst xmlns:a="http://schemas.openxmlformats.org/drawingml/2006/main">
              <a:ext uri="{FF2B5EF4-FFF2-40B4-BE49-F238E27FC236}">
                <a16:creationId xmlns:a16="http://schemas.microsoft.com/office/drawing/2014/main" id="{89DEA493-EDCF-4C40-8D37-8630E92C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492021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8" name="SE-074-path-257">
            <a:extLst xmlns:a="http://schemas.openxmlformats.org/drawingml/2006/main">
              <a:ext uri="{FF2B5EF4-FFF2-40B4-BE49-F238E27FC236}">
                <a16:creationId xmlns:a16="http://schemas.microsoft.com/office/drawing/2014/main" id="{4D5BDCE4-DE66-443F-8905-8ED22920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535810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59" name="SE-074-path-258">
            <a:extLst xmlns:a="http://schemas.openxmlformats.org/drawingml/2006/main">
              <a:ext uri="{FF2B5EF4-FFF2-40B4-BE49-F238E27FC236}">
                <a16:creationId xmlns:a16="http://schemas.microsoft.com/office/drawing/2014/main" id="{E4F7593A-47BD-4036-AB21-27870CDE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612441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0" name="SE-074-path-259">
            <a:extLst xmlns:a="http://schemas.openxmlformats.org/drawingml/2006/main">
              <a:ext uri="{FF2B5EF4-FFF2-40B4-BE49-F238E27FC236}">
                <a16:creationId xmlns:a16="http://schemas.microsoft.com/office/drawing/2014/main" id="{0CEB4798-CB95-4DCA-BDE1-31364446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656230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1" name="SE-074-path-260">
            <a:extLst xmlns:a="http://schemas.openxmlformats.org/drawingml/2006/main">
              <a:ext uri="{FF2B5EF4-FFF2-40B4-BE49-F238E27FC236}">
                <a16:creationId xmlns:a16="http://schemas.microsoft.com/office/drawing/2014/main" id="{1C475D39-1912-450F-B385-D9B5FA44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732861"/>
            <a:ext cx="95" cy="10947"/>
          </a:xfrm>
          <a:custGeom xmlns:a="http://schemas.openxmlformats.org/drawingml/2006/main">
            <a:pathLst>
              <a:path w="95" h="10947">
                <a:moveTo>
                  <a:pt x="0" y="0"/>
                </a:moveTo>
                <a:lnTo>
                  <a:pt x="0" y="10947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2" name="SE-074-path-261">
            <a:extLst xmlns:a="http://schemas.openxmlformats.org/drawingml/2006/main">
              <a:ext uri="{FF2B5EF4-FFF2-40B4-BE49-F238E27FC236}">
                <a16:creationId xmlns:a16="http://schemas.microsoft.com/office/drawing/2014/main" id="{F778C361-0DE7-4F9E-9861-649C488F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10776650"/>
            <a:ext cx="95" cy="43789"/>
          </a:xfrm>
          <a:custGeom xmlns:a="http://schemas.openxmlformats.org/drawingml/2006/main">
            <a:pathLst>
              <a:path w="95" h="43789">
                <a:moveTo>
                  <a:pt x="0" y="0"/>
                </a:moveTo>
                <a:lnTo>
                  <a:pt x="0" y="43789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3" name="SE-074-path-262">
            <a:extLst xmlns:a="http://schemas.openxmlformats.org/drawingml/2006/main">
              <a:ext uri="{FF2B5EF4-FFF2-40B4-BE49-F238E27FC236}">
                <a16:creationId xmlns:a16="http://schemas.microsoft.com/office/drawing/2014/main" id="{5FFCC583-D968-4709-B3A3-B8D2E985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802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4" name="SE-074-path-263">
            <a:extLst xmlns:a="http://schemas.openxmlformats.org/drawingml/2006/main">
              <a:ext uri="{FF2B5EF4-FFF2-40B4-BE49-F238E27FC236}">
                <a16:creationId xmlns:a16="http://schemas.microsoft.com/office/drawing/2014/main" id="{1B56C82A-AC63-49B0-BE03-C9375B8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013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5" name="SE-074-path-264">
            <a:extLst xmlns:a="http://schemas.openxmlformats.org/drawingml/2006/main">
              <a:ext uri="{FF2B5EF4-FFF2-40B4-BE49-F238E27FC236}">
                <a16:creationId xmlns:a16="http://schemas.microsoft.com/office/drawing/2014/main" id="{FDFD8722-6A8B-4806-A62D-ABF7488B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382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6" name="SE-074-path-265">
            <a:extLst xmlns:a="http://schemas.openxmlformats.org/drawingml/2006/main">
              <a:ext uri="{FF2B5EF4-FFF2-40B4-BE49-F238E27FC236}">
                <a16:creationId xmlns:a16="http://schemas.microsoft.com/office/drawing/2014/main" id="{E81206A7-3A13-4BEE-B6F3-62B790F4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593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7" name="SE-074-path-266">
            <a:extLst xmlns:a="http://schemas.openxmlformats.org/drawingml/2006/main">
              <a:ext uri="{FF2B5EF4-FFF2-40B4-BE49-F238E27FC236}">
                <a16:creationId xmlns:a16="http://schemas.microsoft.com/office/drawing/2014/main" id="{56A34D5D-F791-4679-AF0D-CEA03407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962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8" name="SE-074-path-267">
            <a:extLst xmlns:a="http://schemas.openxmlformats.org/drawingml/2006/main">
              <a:ext uri="{FF2B5EF4-FFF2-40B4-BE49-F238E27FC236}">
                <a16:creationId xmlns:a16="http://schemas.microsoft.com/office/drawing/2014/main" id="{7B91B450-AD54-4780-9A4A-7830A868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173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69" name="SE-074-path-268">
            <a:extLst xmlns:a="http://schemas.openxmlformats.org/drawingml/2006/main">
              <a:ext uri="{FF2B5EF4-FFF2-40B4-BE49-F238E27FC236}">
                <a16:creationId xmlns:a16="http://schemas.microsoft.com/office/drawing/2014/main" id="{D14061D5-6E9D-4A34-A4F4-A33F0F0E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42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0" name="SE-074-path-269">
            <a:extLst xmlns:a="http://schemas.openxmlformats.org/drawingml/2006/main">
              <a:ext uri="{FF2B5EF4-FFF2-40B4-BE49-F238E27FC236}">
                <a16:creationId xmlns:a16="http://schemas.microsoft.com/office/drawing/2014/main" id="{F90EA941-13F3-4C01-B01A-84E6B88C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753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1" name="SE-074-path-270">
            <a:extLst xmlns:a="http://schemas.openxmlformats.org/drawingml/2006/main">
              <a:ext uri="{FF2B5EF4-FFF2-40B4-BE49-F238E27FC236}">
                <a16:creationId xmlns:a16="http://schemas.microsoft.com/office/drawing/2014/main" id="{F1E160E7-DC5E-405C-8139-1148F716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123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2" name="SE-074-path-271">
            <a:extLst xmlns:a="http://schemas.openxmlformats.org/drawingml/2006/main">
              <a:ext uri="{FF2B5EF4-FFF2-40B4-BE49-F238E27FC236}">
                <a16:creationId xmlns:a16="http://schemas.microsoft.com/office/drawing/2014/main" id="{9B1A1301-1A68-4BD0-B681-24415372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334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3" name="SE-074-path-272">
            <a:extLst xmlns:a="http://schemas.openxmlformats.org/drawingml/2006/main">
              <a:ext uri="{FF2B5EF4-FFF2-40B4-BE49-F238E27FC236}">
                <a16:creationId xmlns:a16="http://schemas.microsoft.com/office/drawing/2014/main" id="{C0FC0B5C-514E-4317-9A4C-FE1CC3C5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703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4" name="SE-074-path-273">
            <a:extLst xmlns:a="http://schemas.openxmlformats.org/drawingml/2006/main">
              <a:ext uri="{FF2B5EF4-FFF2-40B4-BE49-F238E27FC236}">
                <a16:creationId xmlns:a16="http://schemas.microsoft.com/office/drawing/2014/main" id="{0C9D1C9C-B8F0-4642-A7BB-5B24200D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914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5" name="SE-074-path-274">
            <a:extLst xmlns:a="http://schemas.openxmlformats.org/drawingml/2006/main">
              <a:ext uri="{FF2B5EF4-FFF2-40B4-BE49-F238E27FC236}">
                <a16:creationId xmlns:a16="http://schemas.microsoft.com/office/drawing/2014/main" id="{3332EC2A-0A40-4BC5-9BA4-1C1BA96F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283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6" name="SE-074-path-275">
            <a:extLst xmlns:a="http://schemas.openxmlformats.org/drawingml/2006/main">
              <a:ext uri="{FF2B5EF4-FFF2-40B4-BE49-F238E27FC236}">
                <a16:creationId xmlns:a16="http://schemas.microsoft.com/office/drawing/2014/main" id="{B58A98A2-9939-42E3-AB6F-0DDE2E5E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94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7" name="SE-074-path-276">
            <a:extLst xmlns:a="http://schemas.openxmlformats.org/drawingml/2006/main">
              <a:ext uri="{FF2B5EF4-FFF2-40B4-BE49-F238E27FC236}">
                <a16:creationId xmlns:a16="http://schemas.microsoft.com/office/drawing/2014/main" id="{A50E5877-5EB6-452D-B98E-E9FA42E8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864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8" name="SE-074-path-277">
            <a:extLst xmlns:a="http://schemas.openxmlformats.org/drawingml/2006/main">
              <a:ext uri="{FF2B5EF4-FFF2-40B4-BE49-F238E27FC236}">
                <a16:creationId xmlns:a16="http://schemas.microsoft.com/office/drawing/2014/main" id="{53B4A484-FE25-439C-8F11-F698B7CF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075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79" name="SE-074-path-278">
            <a:extLst xmlns:a="http://schemas.openxmlformats.org/drawingml/2006/main">
              <a:ext uri="{FF2B5EF4-FFF2-40B4-BE49-F238E27FC236}">
                <a16:creationId xmlns:a16="http://schemas.microsoft.com/office/drawing/2014/main" id="{A01E2213-961B-4859-AFC2-73AF8AD6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444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0" name="SE-074-path-279">
            <a:extLst xmlns:a="http://schemas.openxmlformats.org/drawingml/2006/main">
              <a:ext uri="{FF2B5EF4-FFF2-40B4-BE49-F238E27FC236}">
                <a16:creationId xmlns:a16="http://schemas.microsoft.com/office/drawing/2014/main" id="{82E5BA74-B462-40CD-A8A3-85D2D5C7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655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1" name="SE-074-path-280">
            <a:extLst xmlns:a="http://schemas.openxmlformats.org/drawingml/2006/main">
              <a:ext uri="{FF2B5EF4-FFF2-40B4-BE49-F238E27FC236}">
                <a16:creationId xmlns:a16="http://schemas.microsoft.com/office/drawing/2014/main" id="{975743A2-B7B4-4C6B-9043-491C6F7A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24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2" name="SE-074-path-281">
            <a:extLst xmlns:a="http://schemas.openxmlformats.org/drawingml/2006/main">
              <a:ext uri="{FF2B5EF4-FFF2-40B4-BE49-F238E27FC236}">
                <a16:creationId xmlns:a16="http://schemas.microsoft.com/office/drawing/2014/main" id="{92309F3B-AFBA-4118-87DC-E5AFDB10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235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3" name="SE-074-path-282">
            <a:extLst xmlns:a="http://schemas.openxmlformats.org/drawingml/2006/main">
              <a:ext uri="{FF2B5EF4-FFF2-40B4-BE49-F238E27FC236}">
                <a16:creationId xmlns:a16="http://schemas.microsoft.com/office/drawing/2014/main" id="{02F4FC32-BDA4-4E7E-8D25-124FCBCC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604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4" name="SE-074-path-283">
            <a:extLst xmlns:a="http://schemas.openxmlformats.org/drawingml/2006/main">
              <a:ext uri="{FF2B5EF4-FFF2-40B4-BE49-F238E27FC236}">
                <a16:creationId xmlns:a16="http://schemas.microsoft.com/office/drawing/2014/main" id="{CAAD49C9-5EBF-4116-956E-503275C4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815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5" name="SE-074-path-284">
            <a:extLst xmlns:a="http://schemas.openxmlformats.org/drawingml/2006/main">
              <a:ext uri="{FF2B5EF4-FFF2-40B4-BE49-F238E27FC236}">
                <a16:creationId xmlns:a16="http://schemas.microsoft.com/office/drawing/2014/main" id="{6C3000DC-5466-466D-BD66-088EBFE5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185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6" name="SE-074-path-285">
            <a:extLst xmlns:a="http://schemas.openxmlformats.org/drawingml/2006/main">
              <a:ext uri="{FF2B5EF4-FFF2-40B4-BE49-F238E27FC236}">
                <a16:creationId xmlns:a16="http://schemas.microsoft.com/office/drawing/2014/main" id="{C22B039B-2C8B-4A3F-AB8C-BD674E4D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396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7" name="SE-074-path-286">
            <a:extLst xmlns:a="http://schemas.openxmlformats.org/drawingml/2006/main">
              <a:ext uri="{FF2B5EF4-FFF2-40B4-BE49-F238E27FC236}">
                <a16:creationId xmlns:a16="http://schemas.microsoft.com/office/drawing/2014/main" id="{4D438F3C-B799-4135-8235-4BDF400B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765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8" name="SE-074-path-287">
            <a:extLst xmlns:a="http://schemas.openxmlformats.org/drawingml/2006/main">
              <a:ext uri="{FF2B5EF4-FFF2-40B4-BE49-F238E27FC236}">
                <a16:creationId xmlns:a16="http://schemas.microsoft.com/office/drawing/2014/main" id="{F513E347-7320-4416-B925-83473EFB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976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89" name="SE-074-path-288">
            <a:extLst xmlns:a="http://schemas.openxmlformats.org/drawingml/2006/main">
              <a:ext uri="{FF2B5EF4-FFF2-40B4-BE49-F238E27FC236}">
                <a16:creationId xmlns:a16="http://schemas.microsoft.com/office/drawing/2014/main" id="{81431DDC-F4AE-4BC7-BBB7-57EE10AE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345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0" name="SE-074-path-289">
            <a:extLst xmlns:a="http://schemas.openxmlformats.org/drawingml/2006/main">
              <a:ext uri="{FF2B5EF4-FFF2-40B4-BE49-F238E27FC236}">
                <a16:creationId xmlns:a16="http://schemas.microsoft.com/office/drawing/2014/main" id="{E6113A97-AFF9-4BC2-B89C-D8849205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56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1" name="SE-074-path-290">
            <a:extLst xmlns:a="http://schemas.openxmlformats.org/drawingml/2006/main">
              <a:ext uri="{FF2B5EF4-FFF2-40B4-BE49-F238E27FC236}">
                <a16:creationId xmlns:a16="http://schemas.microsoft.com/office/drawing/2014/main" id="{E39814F3-111D-4B1A-A8E9-D0A63EA7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926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2" name="SE-074-path-291">
            <a:extLst xmlns:a="http://schemas.openxmlformats.org/drawingml/2006/main">
              <a:ext uri="{FF2B5EF4-FFF2-40B4-BE49-F238E27FC236}">
                <a16:creationId xmlns:a16="http://schemas.microsoft.com/office/drawing/2014/main" id="{44BD038F-AFE1-4DF4-B2BC-11CCD839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137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3" name="SE-074-path-292">
            <a:extLst xmlns:a="http://schemas.openxmlformats.org/drawingml/2006/main">
              <a:ext uri="{FF2B5EF4-FFF2-40B4-BE49-F238E27FC236}">
                <a16:creationId xmlns:a16="http://schemas.microsoft.com/office/drawing/2014/main" id="{991E4421-CCAE-41CA-87D2-5EEE4592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506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4" name="SE-074-path-293">
            <a:extLst xmlns:a="http://schemas.openxmlformats.org/drawingml/2006/main">
              <a:ext uri="{FF2B5EF4-FFF2-40B4-BE49-F238E27FC236}">
                <a16:creationId xmlns:a16="http://schemas.microsoft.com/office/drawing/2014/main" id="{D7224B41-187F-4115-A2CD-B0B1C6C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717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5" name="SE-074-path-294">
            <a:extLst xmlns:a="http://schemas.openxmlformats.org/drawingml/2006/main">
              <a:ext uri="{FF2B5EF4-FFF2-40B4-BE49-F238E27FC236}">
                <a16:creationId xmlns:a16="http://schemas.microsoft.com/office/drawing/2014/main" id="{0CDDEA6C-7A08-40AC-8469-4D2AA19D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086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6" name="SE-074-path-295">
            <a:extLst xmlns:a="http://schemas.openxmlformats.org/drawingml/2006/main">
              <a:ext uri="{FF2B5EF4-FFF2-40B4-BE49-F238E27FC236}">
                <a16:creationId xmlns:a16="http://schemas.microsoft.com/office/drawing/2014/main" id="{1A2819A0-88CE-429F-94FF-C7D2CB5C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297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7" name="SE-074-path-296">
            <a:extLst xmlns:a="http://schemas.openxmlformats.org/drawingml/2006/main">
              <a:ext uri="{FF2B5EF4-FFF2-40B4-BE49-F238E27FC236}">
                <a16:creationId xmlns:a16="http://schemas.microsoft.com/office/drawing/2014/main" id="{7AC19E56-CB4C-448E-B642-B9F85DE6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666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8" name="SE-074-path-297">
            <a:extLst xmlns:a="http://schemas.openxmlformats.org/drawingml/2006/main">
              <a:ext uri="{FF2B5EF4-FFF2-40B4-BE49-F238E27FC236}">
                <a16:creationId xmlns:a16="http://schemas.microsoft.com/office/drawing/2014/main" id="{53772F39-A88D-48CD-9898-04FD4EDB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877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299" name="SE-074-path-298">
            <a:extLst xmlns:a="http://schemas.openxmlformats.org/drawingml/2006/main">
              <a:ext uri="{FF2B5EF4-FFF2-40B4-BE49-F238E27FC236}">
                <a16:creationId xmlns:a16="http://schemas.microsoft.com/office/drawing/2014/main" id="{DAF52E0B-3C4A-4D7B-AA82-7F45B894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47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0" name="SE-074-path-299">
            <a:extLst xmlns:a="http://schemas.openxmlformats.org/drawingml/2006/main">
              <a:ext uri="{FF2B5EF4-FFF2-40B4-BE49-F238E27FC236}">
                <a16:creationId xmlns:a16="http://schemas.microsoft.com/office/drawing/2014/main" id="{51C313B0-EB3F-4C43-A80B-F6B85EF6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58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1" name="SE-074-path-300">
            <a:extLst xmlns:a="http://schemas.openxmlformats.org/drawingml/2006/main">
              <a:ext uri="{FF2B5EF4-FFF2-40B4-BE49-F238E27FC236}">
                <a16:creationId xmlns:a16="http://schemas.microsoft.com/office/drawing/2014/main" id="{F421CDF0-4998-442E-9DB6-F7879590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827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2" name="SE-074-path-301">
            <a:extLst xmlns:a="http://schemas.openxmlformats.org/drawingml/2006/main">
              <a:ext uri="{FF2B5EF4-FFF2-40B4-BE49-F238E27FC236}">
                <a16:creationId xmlns:a16="http://schemas.microsoft.com/office/drawing/2014/main" id="{28F85BCC-9FE0-4F13-A796-E874246E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038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3" name="SE-074-path-302">
            <a:extLst xmlns:a="http://schemas.openxmlformats.org/drawingml/2006/main">
              <a:ext uri="{FF2B5EF4-FFF2-40B4-BE49-F238E27FC236}">
                <a16:creationId xmlns:a16="http://schemas.microsoft.com/office/drawing/2014/main" id="{6AABF3AD-28CF-42EB-B89A-02933A40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407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4" name="SE-074-path-303">
            <a:extLst xmlns:a="http://schemas.openxmlformats.org/drawingml/2006/main">
              <a:ext uri="{FF2B5EF4-FFF2-40B4-BE49-F238E27FC236}">
                <a16:creationId xmlns:a16="http://schemas.microsoft.com/office/drawing/2014/main" id="{DC8567FF-85F4-455A-8DBB-B850F56F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618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5" name="SE-074-path-304">
            <a:extLst xmlns:a="http://schemas.openxmlformats.org/drawingml/2006/main">
              <a:ext uri="{FF2B5EF4-FFF2-40B4-BE49-F238E27FC236}">
                <a16:creationId xmlns:a16="http://schemas.microsoft.com/office/drawing/2014/main" id="{CB9AB6E5-E47C-4387-A85F-88EAB356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988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6" name="SE-074-path-305">
            <a:extLst xmlns:a="http://schemas.openxmlformats.org/drawingml/2006/main">
              <a:ext uri="{FF2B5EF4-FFF2-40B4-BE49-F238E27FC236}">
                <a16:creationId xmlns:a16="http://schemas.microsoft.com/office/drawing/2014/main" id="{6556B225-1D62-4990-BC59-F1AD2FC6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199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7" name="SE-074-path-306">
            <a:extLst xmlns:a="http://schemas.openxmlformats.org/drawingml/2006/main">
              <a:ext uri="{FF2B5EF4-FFF2-40B4-BE49-F238E27FC236}">
                <a16:creationId xmlns:a16="http://schemas.microsoft.com/office/drawing/2014/main" id="{3EC28051-9257-442E-8C4B-1E1B3CB7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568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8" name="SE-074-path-307">
            <a:extLst xmlns:a="http://schemas.openxmlformats.org/drawingml/2006/main">
              <a:ext uri="{FF2B5EF4-FFF2-40B4-BE49-F238E27FC236}">
                <a16:creationId xmlns:a16="http://schemas.microsoft.com/office/drawing/2014/main" id="{06559755-763E-4D19-AFD1-0C7A323D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779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09" name="SE-074-path-308">
            <a:extLst xmlns:a="http://schemas.openxmlformats.org/drawingml/2006/main">
              <a:ext uri="{FF2B5EF4-FFF2-40B4-BE49-F238E27FC236}">
                <a16:creationId xmlns:a16="http://schemas.microsoft.com/office/drawing/2014/main" id="{867F19A0-A742-4350-9981-B5E8662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148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0" name="SE-074-path-309">
            <a:extLst xmlns:a="http://schemas.openxmlformats.org/drawingml/2006/main">
              <a:ext uri="{FF2B5EF4-FFF2-40B4-BE49-F238E27FC236}">
                <a16:creationId xmlns:a16="http://schemas.microsoft.com/office/drawing/2014/main" id="{7569F044-45A7-4115-925B-D0EA2BFD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359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1" name="SE-074-path-310">
            <a:extLst xmlns:a="http://schemas.openxmlformats.org/drawingml/2006/main">
              <a:ext uri="{FF2B5EF4-FFF2-40B4-BE49-F238E27FC236}">
                <a16:creationId xmlns:a16="http://schemas.microsoft.com/office/drawing/2014/main" id="{80891127-7618-46CA-9A36-337254E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728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2" name="SE-074-path-311">
            <a:extLst xmlns:a="http://schemas.openxmlformats.org/drawingml/2006/main">
              <a:ext uri="{FF2B5EF4-FFF2-40B4-BE49-F238E27FC236}">
                <a16:creationId xmlns:a16="http://schemas.microsoft.com/office/drawing/2014/main" id="{332D1B76-1896-40F9-A0F8-248470BE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939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3" name="SE-074-path-312">
            <a:extLst xmlns:a="http://schemas.openxmlformats.org/drawingml/2006/main">
              <a:ext uri="{FF2B5EF4-FFF2-40B4-BE49-F238E27FC236}">
                <a16:creationId xmlns:a16="http://schemas.microsoft.com/office/drawing/2014/main" id="{B0124740-E804-4BDF-A84C-7FD07EE2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309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4" name="SE-074-path-313">
            <a:extLst xmlns:a="http://schemas.openxmlformats.org/drawingml/2006/main">
              <a:ext uri="{FF2B5EF4-FFF2-40B4-BE49-F238E27FC236}">
                <a16:creationId xmlns:a16="http://schemas.microsoft.com/office/drawing/2014/main" id="{0400A25B-C756-4C27-88E0-16D99803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520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5" name="SE-074-path-314">
            <a:extLst xmlns:a="http://schemas.openxmlformats.org/drawingml/2006/main">
              <a:ext uri="{FF2B5EF4-FFF2-40B4-BE49-F238E27FC236}">
                <a16:creationId xmlns:a16="http://schemas.microsoft.com/office/drawing/2014/main" id="{51F1A2A0-81B6-437F-8FCF-ED08F77E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889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6" name="SE-074-path-315">
            <a:extLst xmlns:a="http://schemas.openxmlformats.org/drawingml/2006/main">
              <a:ext uri="{FF2B5EF4-FFF2-40B4-BE49-F238E27FC236}">
                <a16:creationId xmlns:a16="http://schemas.microsoft.com/office/drawing/2014/main" id="{A9E3F8EC-98E1-4EE1-8A8F-3E6064FD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100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7" name="SE-074-path-316">
            <a:extLst xmlns:a="http://schemas.openxmlformats.org/drawingml/2006/main">
              <a:ext uri="{FF2B5EF4-FFF2-40B4-BE49-F238E27FC236}">
                <a16:creationId xmlns:a16="http://schemas.microsoft.com/office/drawing/2014/main" id="{C80E08EA-202C-4E24-8A47-721B9E8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469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8" name="SE-074-path-317">
            <a:extLst xmlns:a="http://schemas.openxmlformats.org/drawingml/2006/main">
              <a:ext uri="{FF2B5EF4-FFF2-40B4-BE49-F238E27FC236}">
                <a16:creationId xmlns:a16="http://schemas.microsoft.com/office/drawing/2014/main" id="{B1FFF7B1-4918-44ED-B3CD-F1E569BD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80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19" name="SE-074-path-318">
            <a:extLst xmlns:a="http://schemas.openxmlformats.org/drawingml/2006/main">
              <a:ext uri="{FF2B5EF4-FFF2-40B4-BE49-F238E27FC236}">
                <a16:creationId xmlns:a16="http://schemas.microsoft.com/office/drawing/2014/main" id="{491928F4-A426-4A5E-A8D3-BA5AB98F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50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0" name="SE-074-path-319">
            <a:extLst xmlns:a="http://schemas.openxmlformats.org/drawingml/2006/main">
              <a:ext uri="{FF2B5EF4-FFF2-40B4-BE49-F238E27FC236}">
                <a16:creationId xmlns:a16="http://schemas.microsoft.com/office/drawing/2014/main" id="{88FF966F-C12D-408D-8C3E-A54B599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261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1" name="SE-074-path-320">
            <a:extLst xmlns:a="http://schemas.openxmlformats.org/drawingml/2006/main">
              <a:ext uri="{FF2B5EF4-FFF2-40B4-BE49-F238E27FC236}">
                <a16:creationId xmlns:a16="http://schemas.microsoft.com/office/drawing/2014/main" id="{A94382A8-654F-43E2-948A-2FE9B990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630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2" name="SE-074-path-321">
            <a:extLst xmlns:a="http://schemas.openxmlformats.org/drawingml/2006/main">
              <a:ext uri="{FF2B5EF4-FFF2-40B4-BE49-F238E27FC236}">
                <a16:creationId xmlns:a16="http://schemas.microsoft.com/office/drawing/2014/main" id="{96CEDB2D-D4E2-4938-B269-13165757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841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3" name="SE-074-path-322">
            <a:extLst xmlns:a="http://schemas.openxmlformats.org/drawingml/2006/main">
              <a:ext uri="{FF2B5EF4-FFF2-40B4-BE49-F238E27FC236}">
                <a16:creationId xmlns:a16="http://schemas.microsoft.com/office/drawing/2014/main" id="{096856C7-0129-4ED6-8275-1E4BCE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210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4" name="SE-074-path-323">
            <a:extLst xmlns:a="http://schemas.openxmlformats.org/drawingml/2006/main">
              <a:ext uri="{FF2B5EF4-FFF2-40B4-BE49-F238E27FC236}">
                <a16:creationId xmlns:a16="http://schemas.microsoft.com/office/drawing/2014/main" id="{4E6ADC40-E7CF-423F-BBFC-DAD28AF4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421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5" name="SE-074-path-324">
            <a:extLst xmlns:a="http://schemas.openxmlformats.org/drawingml/2006/main">
              <a:ext uri="{FF2B5EF4-FFF2-40B4-BE49-F238E27FC236}">
                <a16:creationId xmlns:a16="http://schemas.microsoft.com/office/drawing/2014/main" id="{BFDD125E-7858-4D50-AA8B-ACCC3C5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790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6" name="SE-074-path-325">
            <a:extLst xmlns:a="http://schemas.openxmlformats.org/drawingml/2006/main">
              <a:ext uri="{FF2B5EF4-FFF2-40B4-BE49-F238E27FC236}">
                <a16:creationId xmlns:a16="http://schemas.microsoft.com/office/drawing/2014/main" id="{6F53847A-1C43-4F11-B387-542E2F8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001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7" name="SE-074-path-326">
            <a:extLst xmlns:a="http://schemas.openxmlformats.org/drawingml/2006/main">
              <a:ext uri="{FF2B5EF4-FFF2-40B4-BE49-F238E27FC236}">
                <a16:creationId xmlns:a16="http://schemas.microsoft.com/office/drawing/2014/main" id="{20E2A423-26D5-4221-BB80-2BF312A9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371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8" name="SE-074-path-327">
            <a:extLst xmlns:a="http://schemas.openxmlformats.org/drawingml/2006/main">
              <a:ext uri="{FF2B5EF4-FFF2-40B4-BE49-F238E27FC236}">
                <a16:creationId xmlns:a16="http://schemas.microsoft.com/office/drawing/2014/main" id="{05004046-6A0A-4078-8A4B-04295853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582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29" name="SE-074-path-328">
            <a:extLst xmlns:a="http://schemas.openxmlformats.org/drawingml/2006/main">
              <a:ext uri="{FF2B5EF4-FFF2-40B4-BE49-F238E27FC236}">
                <a16:creationId xmlns:a16="http://schemas.microsoft.com/office/drawing/2014/main" id="{A1951334-E21A-45C8-AA82-C2ABEA2B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951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0" name="SE-074-path-329">
            <a:extLst xmlns:a="http://schemas.openxmlformats.org/drawingml/2006/main">
              <a:ext uri="{FF2B5EF4-FFF2-40B4-BE49-F238E27FC236}">
                <a16:creationId xmlns:a16="http://schemas.microsoft.com/office/drawing/2014/main" id="{5C8F4DBF-2386-41AD-A714-7034BEE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162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1" name="SE-074-path-330">
            <a:extLst xmlns:a="http://schemas.openxmlformats.org/drawingml/2006/main">
              <a:ext uri="{FF2B5EF4-FFF2-40B4-BE49-F238E27FC236}">
                <a16:creationId xmlns:a16="http://schemas.microsoft.com/office/drawing/2014/main" id="{C2985106-2012-40FB-8B75-A382F758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531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2" name="SE-074-path-331">
            <a:extLst xmlns:a="http://schemas.openxmlformats.org/drawingml/2006/main">
              <a:ext uri="{FF2B5EF4-FFF2-40B4-BE49-F238E27FC236}">
                <a16:creationId xmlns:a16="http://schemas.microsoft.com/office/drawing/2014/main" id="{CC21122B-8FC8-468C-9B73-BEB61276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742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3" name="SE-074-path-332">
            <a:extLst xmlns:a="http://schemas.openxmlformats.org/drawingml/2006/main">
              <a:ext uri="{FF2B5EF4-FFF2-40B4-BE49-F238E27FC236}">
                <a16:creationId xmlns:a16="http://schemas.microsoft.com/office/drawing/2014/main" id="{2DED9430-3141-4B76-9098-DE309F0D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112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4" name="SE-074-path-333">
            <a:extLst xmlns:a="http://schemas.openxmlformats.org/drawingml/2006/main">
              <a:ext uri="{FF2B5EF4-FFF2-40B4-BE49-F238E27FC236}">
                <a16:creationId xmlns:a16="http://schemas.microsoft.com/office/drawing/2014/main" id="{56B0C9FC-74C4-46F3-A20D-748AE85E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323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5" name="SE-074-path-334">
            <a:extLst xmlns:a="http://schemas.openxmlformats.org/drawingml/2006/main">
              <a:ext uri="{FF2B5EF4-FFF2-40B4-BE49-F238E27FC236}">
                <a16:creationId xmlns:a16="http://schemas.microsoft.com/office/drawing/2014/main" id="{3362C06A-6F88-4EAA-856E-A52B5DF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692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6" name="SE-074-path-335">
            <a:extLst xmlns:a="http://schemas.openxmlformats.org/drawingml/2006/main">
              <a:ext uri="{FF2B5EF4-FFF2-40B4-BE49-F238E27FC236}">
                <a16:creationId xmlns:a16="http://schemas.microsoft.com/office/drawing/2014/main" id="{94E13092-B762-43B6-A629-091E5188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903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7" name="SE-074-path-336">
            <a:extLst xmlns:a="http://schemas.openxmlformats.org/drawingml/2006/main">
              <a:ext uri="{FF2B5EF4-FFF2-40B4-BE49-F238E27FC236}">
                <a16:creationId xmlns:a16="http://schemas.microsoft.com/office/drawing/2014/main" id="{A7EEAF30-AE33-4696-AEF9-CF172375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272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8" name="SE-074-path-337">
            <a:extLst xmlns:a="http://schemas.openxmlformats.org/drawingml/2006/main">
              <a:ext uri="{FF2B5EF4-FFF2-40B4-BE49-F238E27FC236}">
                <a16:creationId xmlns:a16="http://schemas.microsoft.com/office/drawing/2014/main" id="{30366FF6-2B46-49C3-8B12-705E75A3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483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39" name="SE-074-path-338">
            <a:extLst xmlns:a="http://schemas.openxmlformats.org/drawingml/2006/main">
              <a:ext uri="{FF2B5EF4-FFF2-40B4-BE49-F238E27FC236}">
                <a16:creationId xmlns:a16="http://schemas.microsoft.com/office/drawing/2014/main" id="{40FAE893-1C15-45F1-B60C-DC13DAFB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852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0" name="SE-074-path-339">
            <a:extLst xmlns:a="http://schemas.openxmlformats.org/drawingml/2006/main">
              <a:ext uri="{FF2B5EF4-FFF2-40B4-BE49-F238E27FC236}">
                <a16:creationId xmlns:a16="http://schemas.microsoft.com/office/drawing/2014/main" id="{6A84AA2F-0EC5-4301-B2F6-65AB71E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064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1" name="SE-074-path-340">
            <a:extLst xmlns:a="http://schemas.openxmlformats.org/drawingml/2006/main">
              <a:ext uri="{FF2B5EF4-FFF2-40B4-BE49-F238E27FC236}">
                <a16:creationId xmlns:a16="http://schemas.microsoft.com/office/drawing/2014/main" id="{AE67E87E-96CB-435C-AA9F-3FD3765A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433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2" name="SE-074-path-341">
            <a:extLst xmlns:a="http://schemas.openxmlformats.org/drawingml/2006/main">
              <a:ext uri="{FF2B5EF4-FFF2-40B4-BE49-F238E27FC236}">
                <a16:creationId xmlns:a16="http://schemas.microsoft.com/office/drawing/2014/main" id="{3EF3E897-153B-44CC-ADD6-18153B43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44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3" name="SE-074-path-342">
            <a:extLst xmlns:a="http://schemas.openxmlformats.org/drawingml/2006/main">
              <a:ext uri="{FF2B5EF4-FFF2-40B4-BE49-F238E27FC236}">
                <a16:creationId xmlns:a16="http://schemas.microsoft.com/office/drawing/2014/main" id="{A8616804-1017-4A11-AFB7-6692AF13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013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4" name="SE-074-path-343">
            <a:extLst xmlns:a="http://schemas.openxmlformats.org/drawingml/2006/main">
              <a:ext uri="{FF2B5EF4-FFF2-40B4-BE49-F238E27FC236}">
                <a16:creationId xmlns:a16="http://schemas.microsoft.com/office/drawing/2014/main" id="{22ECFF51-B766-4130-90A6-4EC7DAF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224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5" name="SE-074-path-344">
            <a:extLst xmlns:a="http://schemas.openxmlformats.org/drawingml/2006/main">
              <a:ext uri="{FF2B5EF4-FFF2-40B4-BE49-F238E27FC236}">
                <a16:creationId xmlns:a16="http://schemas.microsoft.com/office/drawing/2014/main" id="{8F2DE1B0-5E3B-4931-84D9-A33B64A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93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6" name="SE-074-path-345">
            <a:extLst xmlns:a="http://schemas.openxmlformats.org/drawingml/2006/main">
              <a:ext uri="{FF2B5EF4-FFF2-40B4-BE49-F238E27FC236}">
                <a16:creationId xmlns:a16="http://schemas.microsoft.com/office/drawing/2014/main" id="{05496A8C-5EFA-4750-A40D-73106AE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804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7" name="SE-074-path-346">
            <a:extLst xmlns:a="http://schemas.openxmlformats.org/drawingml/2006/main">
              <a:ext uri="{FF2B5EF4-FFF2-40B4-BE49-F238E27FC236}">
                <a16:creationId xmlns:a16="http://schemas.microsoft.com/office/drawing/2014/main" id="{7C6033A5-53C0-405C-8C2E-DE8D4376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74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8" name="SE-074-path-347">
            <a:extLst xmlns:a="http://schemas.openxmlformats.org/drawingml/2006/main">
              <a:ext uri="{FF2B5EF4-FFF2-40B4-BE49-F238E27FC236}">
                <a16:creationId xmlns:a16="http://schemas.microsoft.com/office/drawing/2014/main" id="{510059E2-57D3-4032-A36A-FA6ABDC9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85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49" name="SE-074-path-348">
            <a:extLst xmlns:a="http://schemas.openxmlformats.org/drawingml/2006/main">
              <a:ext uri="{FF2B5EF4-FFF2-40B4-BE49-F238E27FC236}">
                <a16:creationId xmlns:a16="http://schemas.microsoft.com/office/drawing/2014/main" id="{E393EA53-BB1B-4275-BC40-7322E266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754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0" name="SE-074-path-349">
            <a:extLst xmlns:a="http://schemas.openxmlformats.org/drawingml/2006/main">
              <a:ext uri="{FF2B5EF4-FFF2-40B4-BE49-F238E27FC236}">
                <a16:creationId xmlns:a16="http://schemas.microsoft.com/office/drawing/2014/main" id="{955B5867-CA77-4485-8AAA-6033702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965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1" name="SE-074-path-350">
            <a:extLst xmlns:a="http://schemas.openxmlformats.org/drawingml/2006/main">
              <a:ext uri="{FF2B5EF4-FFF2-40B4-BE49-F238E27FC236}">
                <a16:creationId xmlns:a16="http://schemas.microsoft.com/office/drawing/2014/main" id="{4EFA695F-ED51-4C35-84EF-519E6EF2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334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2" name="SE-074-path-351">
            <a:extLst xmlns:a="http://schemas.openxmlformats.org/drawingml/2006/main">
              <a:ext uri="{FF2B5EF4-FFF2-40B4-BE49-F238E27FC236}">
                <a16:creationId xmlns:a16="http://schemas.microsoft.com/office/drawing/2014/main" id="{7F5CA755-0B70-4211-8586-02D95A3D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545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3" name="SE-074-path-352">
            <a:extLst xmlns:a="http://schemas.openxmlformats.org/drawingml/2006/main">
              <a:ext uri="{FF2B5EF4-FFF2-40B4-BE49-F238E27FC236}">
                <a16:creationId xmlns:a16="http://schemas.microsoft.com/office/drawing/2014/main" id="{53D002CD-400B-45E0-83BD-99F176F9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14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4" name="SE-074-path-353">
            <a:extLst xmlns:a="http://schemas.openxmlformats.org/drawingml/2006/main">
              <a:ext uri="{FF2B5EF4-FFF2-40B4-BE49-F238E27FC236}">
                <a16:creationId xmlns:a16="http://schemas.microsoft.com/office/drawing/2014/main" id="{B11D57F4-1E82-4E7D-9F5A-F14CCF51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26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5" name="SE-074-path-354">
            <a:extLst xmlns:a="http://schemas.openxmlformats.org/drawingml/2006/main">
              <a:ext uri="{FF2B5EF4-FFF2-40B4-BE49-F238E27FC236}">
                <a16:creationId xmlns:a16="http://schemas.microsoft.com/office/drawing/2014/main" id="{5FF1587B-CAD1-4730-ABA2-826533E0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95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6" name="SE-074-path-355">
            <a:extLst xmlns:a="http://schemas.openxmlformats.org/drawingml/2006/main">
              <a:ext uri="{FF2B5EF4-FFF2-40B4-BE49-F238E27FC236}">
                <a16:creationId xmlns:a16="http://schemas.microsoft.com/office/drawing/2014/main" id="{569162A0-5EC6-4C7F-8DD0-18A03BCA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6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7" name="SE-074-path-356">
            <a:extLst xmlns:a="http://schemas.openxmlformats.org/drawingml/2006/main">
              <a:ext uri="{FF2B5EF4-FFF2-40B4-BE49-F238E27FC236}">
                <a16:creationId xmlns:a16="http://schemas.microsoft.com/office/drawing/2014/main" id="{C5AAC7F2-0EAC-4E6A-BD62-E3016A56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5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8" name="SE-074-path-357">
            <a:extLst xmlns:a="http://schemas.openxmlformats.org/drawingml/2006/main">
              <a:ext uri="{FF2B5EF4-FFF2-40B4-BE49-F238E27FC236}">
                <a16:creationId xmlns:a16="http://schemas.microsoft.com/office/drawing/2014/main" id="{D043476A-C5F7-4C21-BDFA-FE09E3D5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86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59" name="SE-074-path-358">
            <a:extLst xmlns:a="http://schemas.openxmlformats.org/drawingml/2006/main">
              <a:ext uri="{FF2B5EF4-FFF2-40B4-BE49-F238E27FC236}">
                <a16:creationId xmlns:a16="http://schemas.microsoft.com/office/drawing/2014/main" id="{3227D8CC-3EB6-473C-A360-D60C9B80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55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0" name="SE-074-path-359">
            <a:extLst xmlns:a="http://schemas.openxmlformats.org/drawingml/2006/main">
              <a:ext uri="{FF2B5EF4-FFF2-40B4-BE49-F238E27FC236}">
                <a16:creationId xmlns:a16="http://schemas.microsoft.com/office/drawing/2014/main" id="{1E7BEEDA-ED93-4D91-B635-40189536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66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1" name="SE-074-path-360">
            <a:extLst xmlns:a="http://schemas.openxmlformats.org/drawingml/2006/main">
              <a:ext uri="{FF2B5EF4-FFF2-40B4-BE49-F238E27FC236}">
                <a16:creationId xmlns:a16="http://schemas.microsoft.com/office/drawing/2014/main" id="{ED613981-15F2-4E41-99E4-A2E192D1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36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2" name="SE-074-path-361">
            <a:extLst xmlns:a="http://schemas.openxmlformats.org/drawingml/2006/main">
              <a:ext uri="{FF2B5EF4-FFF2-40B4-BE49-F238E27FC236}">
                <a16:creationId xmlns:a16="http://schemas.microsoft.com/office/drawing/2014/main" id="{D70C3D1C-4955-4D2C-877F-ED0F1BD5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47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3" name="SE-074-path-362">
            <a:extLst xmlns:a="http://schemas.openxmlformats.org/drawingml/2006/main">
              <a:ext uri="{FF2B5EF4-FFF2-40B4-BE49-F238E27FC236}">
                <a16:creationId xmlns:a16="http://schemas.microsoft.com/office/drawing/2014/main" id="{833525C6-4EAD-46F4-BC40-B054E849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16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4" name="SE-074-path-363">
            <a:extLst xmlns:a="http://schemas.openxmlformats.org/drawingml/2006/main">
              <a:ext uri="{FF2B5EF4-FFF2-40B4-BE49-F238E27FC236}">
                <a16:creationId xmlns:a16="http://schemas.microsoft.com/office/drawing/2014/main" id="{295CC868-A506-4D5D-B973-D19BDD59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27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5" name="SE-074-path-364">
            <a:extLst xmlns:a="http://schemas.openxmlformats.org/drawingml/2006/main">
              <a:ext uri="{FF2B5EF4-FFF2-40B4-BE49-F238E27FC236}">
                <a16:creationId xmlns:a16="http://schemas.microsoft.com/office/drawing/2014/main" id="{A3821BE8-2EF9-4A2C-A4F5-13338CD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96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6" name="SE-074-path-365">
            <a:extLst xmlns:a="http://schemas.openxmlformats.org/drawingml/2006/main">
              <a:ext uri="{FF2B5EF4-FFF2-40B4-BE49-F238E27FC236}">
                <a16:creationId xmlns:a16="http://schemas.microsoft.com/office/drawing/2014/main" id="{928D9AB9-C929-4A87-9150-2AA1A3B6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07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7" name="SE-074-path-366">
            <a:extLst xmlns:a="http://schemas.openxmlformats.org/drawingml/2006/main">
              <a:ext uri="{FF2B5EF4-FFF2-40B4-BE49-F238E27FC236}">
                <a16:creationId xmlns:a16="http://schemas.microsoft.com/office/drawing/2014/main" id="{56B87421-3063-4FF5-8582-B748F58D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77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8" name="SE-074-path-367">
            <a:extLst xmlns:a="http://schemas.openxmlformats.org/drawingml/2006/main">
              <a:ext uri="{FF2B5EF4-FFF2-40B4-BE49-F238E27FC236}">
                <a16:creationId xmlns:a16="http://schemas.microsoft.com/office/drawing/2014/main" id="{557C2A2C-B8CB-4176-A89A-F1B83FCF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88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69" name="SE-074-path-368">
            <a:extLst xmlns:a="http://schemas.openxmlformats.org/drawingml/2006/main">
              <a:ext uri="{FF2B5EF4-FFF2-40B4-BE49-F238E27FC236}">
                <a16:creationId xmlns:a16="http://schemas.microsoft.com/office/drawing/2014/main" id="{AA8DE610-9A66-4F5F-BE1A-FF6BEA18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7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0" name="SE-074-path-369">
            <a:extLst xmlns:a="http://schemas.openxmlformats.org/drawingml/2006/main">
              <a:ext uri="{FF2B5EF4-FFF2-40B4-BE49-F238E27FC236}">
                <a16:creationId xmlns:a16="http://schemas.microsoft.com/office/drawing/2014/main" id="{E0033A02-4C29-422A-9E4A-6EC1570C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68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1" name="SE-074-path-370">
            <a:extLst xmlns:a="http://schemas.openxmlformats.org/drawingml/2006/main">
              <a:ext uri="{FF2B5EF4-FFF2-40B4-BE49-F238E27FC236}">
                <a16:creationId xmlns:a16="http://schemas.microsoft.com/office/drawing/2014/main" id="{EEC8E1B5-DDE7-43A3-8903-912AB8BE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37" y="10821781"/>
            <a:ext cx="43789" cy="95"/>
          </a:xfrm>
          <a:custGeom xmlns:a="http://schemas.openxmlformats.org/drawingml/2006/main">
            <a:pathLst>
              <a:path w="43789" h="95">
                <a:moveTo>
                  <a:pt x="43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2" name="SE-074-path-371">
            <a:extLst xmlns:a="http://schemas.openxmlformats.org/drawingml/2006/main">
              <a:ext uri="{FF2B5EF4-FFF2-40B4-BE49-F238E27FC236}">
                <a16:creationId xmlns:a16="http://schemas.microsoft.com/office/drawing/2014/main" id="{2B392DBF-74A4-480B-A6FC-51D48BDE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8" y="10821781"/>
            <a:ext cx="10947" cy="95"/>
          </a:xfrm>
          <a:custGeom xmlns:a="http://schemas.openxmlformats.org/drawingml/2006/main">
            <a:pathLst>
              <a:path w="10947" h="95">
                <a:moveTo>
                  <a:pt x="1094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3" name="SE-074-path-372">
            <a:extLst xmlns:a="http://schemas.openxmlformats.org/drawingml/2006/main">
              <a:ext uri="{FF2B5EF4-FFF2-40B4-BE49-F238E27FC236}">
                <a16:creationId xmlns:a16="http://schemas.microsoft.com/office/drawing/2014/main" id="{A03F77B8-ED17-4035-8BFB-546FD8F2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777992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4" name="SE-074-path-373">
            <a:extLst xmlns:a="http://schemas.openxmlformats.org/drawingml/2006/main">
              <a:ext uri="{FF2B5EF4-FFF2-40B4-BE49-F238E27FC236}">
                <a16:creationId xmlns:a16="http://schemas.microsoft.com/office/drawing/2014/main" id="{3274CF2C-B080-40B6-B688-F92D9EDD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734203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5" name="SE-074-path-374">
            <a:extLst xmlns:a="http://schemas.openxmlformats.org/drawingml/2006/main">
              <a:ext uri="{FF2B5EF4-FFF2-40B4-BE49-F238E27FC236}">
                <a16:creationId xmlns:a16="http://schemas.microsoft.com/office/drawing/2014/main" id="{8E8F8FA8-04EA-4DCF-8296-28316BED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657572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6" name="SE-074-path-375">
            <a:extLst xmlns:a="http://schemas.openxmlformats.org/drawingml/2006/main">
              <a:ext uri="{FF2B5EF4-FFF2-40B4-BE49-F238E27FC236}">
                <a16:creationId xmlns:a16="http://schemas.microsoft.com/office/drawing/2014/main" id="{7F2B5BE9-5446-4594-9D99-1040F241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613783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7" name="SE-074-path-376">
            <a:extLst xmlns:a="http://schemas.openxmlformats.org/drawingml/2006/main">
              <a:ext uri="{FF2B5EF4-FFF2-40B4-BE49-F238E27FC236}">
                <a16:creationId xmlns:a16="http://schemas.microsoft.com/office/drawing/2014/main" id="{980D2B25-B253-4841-B113-23E5318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537153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8" name="SE-074-path-377">
            <a:extLst xmlns:a="http://schemas.openxmlformats.org/drawingml/2006/main">
              <a:ext uri="{FF2B5EF4-FFF2-40B4-BE49-F238E27FC236}">
                <a16:creationId xmlns:a16="http://schemas.microsoft.com/office/drawing/2014/main" id="{D7F37BE6-78C4-441F-A8F7-556F814A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493364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79" name="SE-074-path-378">
            <a:extLst xmlns:a="http://schemas.openxmlformats.org/drawingml/2006/main">
              <a:ext uri="{FF2B5EF4-FFF2-40B4-BE49-F238E27FC236}">
                <a16:creationId xmlns:a16="http://schemas.microsoft.com/office/drawing/2014/main" id="{89A07E4D-3682-4E96-996F-F48CBC3E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416733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0" name="SE-074-path-379">
            <a:extLst xmlns:a="http://schemas.openxmlformats.org/drawingml/2006/main">
              <a:ext uri="{FF2B5EF4-FFF2-40B4-BE49-F238E27FC236}">
                <a16:creationId xmlns:a16="http://schemas.microsoft.com/office/drawing/2014/main" id="{2AF36AE5-695B-4074-8A49-8C1992C5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372944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1" name="SE-074-path-380">
            <a:extLst xmlns:a="http://schemas.openxmlformats.org/drawingml/2006/main">
              <a:ext uri="{FF2B5EF4-FFF2-40B4-BE49-F238E27FC236}">
                <a16:creationId xmlns:a16="http://schemas.microsoft.com/office/drawing/2014/main" id="{91B1246A-A078-4655-BA9F-F7363A1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296313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2" name="SE-074-path-381">
            <a:extLst xmlns:a="http://schemas.openxmlformats.org/drawingml/2006/main">
              <a:ext uri="{FF2B5EF4-FFF2-40B4-BE49-F238E27FC236}">
                <a16:creationId xmlns:a16="http://schemas.microsoft.com/office/drawing/2014/main" id="{1D041B1C-E367-45C3-B11A-9A0ACC5F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252524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3" name="SE-074-path-382">
            <a:extLst xmlns:a="http://schemas.openxmlformats.org/drawingml/2006/main">
              <a:ext uri="{FF2B5EF4-FFF2-40B4-BE49-F238E27FC236}">
                <a16:creationId xmlns:a16="http://schemas.microsoft.com/office/drawing/2014/main" id="{AD630B47-FE78-46F1-9755-EF5BEA7B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175893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4" name="SE-074-path-383">
            <a:extLst xmlns:a="http://schemas.openxmlformats.org/drawingml/2006/main">
              <a:ext uri="{FF2B5EF4-FFF2-40B4-BE49-F238E27FC236}">
                <a16:creationId xmlns:a16="http://schemas.microsoft.com/office/drawing/2014/main" id="{3256FFF8-45B0-4079-8223-5868B0DE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132104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5" name="SE-074-path-384">
            <a:extLst xmlns:a="http://schemas.openxmlformats.org/drawingml/2006/main">
              <a:ext uri="{FF2B5EF4-FFF2-40B4-BE49-F238E27FC236}">
                <a16:creationId xmlns:a16="http://schemas.microsoft.com/office/drawing/2014/main" id="{9F72C502-09C8-45A1-8B48-74CA0490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055474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6" name="SE-074-path-385">
            <a:extLst xmlns:a="http://schemas.openxmlformats.org/drawingml/2006/main">
              <a:ext uri="{FF2B5EF4-FFF2-40B4-BE49-F238E27FC236}">
                <a16:creationId xmlns:a16="http://schemas.microsoft.com/office/drawing/2014/main" id="{37DF9582-0DB6-4D62-AC78-F0CD240D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10011685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7" name="SE-074-path-386">
            <a:extLst xmlns:a="http://schemas.openxmlformats.org/drawingml/2006/main">
              <a:ext uri="{FF2B5EF4-FFF2-40B4-BE49-F238E27FC236}">
                <a16:creationId xmlns:a16="http://schemas.microsoft.com/office/drawing/2014/main" id="{5DF6C262-C891-4526-9525-730E982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935054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8" name="SE-074-path-387">
            <a:extLst xmlns:a="http://schemas.openxmlformats.org/drawingml/2006/main">
              <a:ext uri="{FF2B5EF4-FFF2-40B4-BE49-F238E27FC236}">
                <a16:creationId xmlns:a16="http://schemas.microsoft.com/office/drawing/2014/main" id="{80D6181C-4E7A-4D43-A56C-2033E38C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891265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89" name="SE-074-path-388">
            <a:extLst xmlns:a="http://schemas.openxmlformats.org/drawingml/2006/main">
              <a:ext uri="{FF2B5EF4-FFF2-40B4-BE49-F238E27FC236}">
                <a16:creationId xmlns:a16="http://schemas.microsoft.com/office/drawing/2014/main" id="{4DA07A6B-DCCA-4281-AE19-0A726AF0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814634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0" name="SE-074-path-389">
            <a:extLst xmlns:a="http://schemas.openxmlformats.org/drawingml/2006/main">
              <a:ext uri="{FF2B5EF4-FFF2-40B4-BE49-F238E27FC236}">
                <a16:creationId xmlns:a16="http://schemas.microsoft.com/office/drawing/2014/main" id="{BAE06F00-D7CA-4DB6-B261-1E2B5C17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770845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1" name="SE-074-path-390">
            <a:extLst xmlns:a="http://schemas.openxmlformats.org/drawingml/2006/main">
              <a:ext uri="{FF2B5EF4-FFF2-40B4-BE49-F238E27FC236}">
                <a16:creationId xmlns:a16="http://schemas.microsoft.com/office/drawing/2014/main" id="{A75B9C5E-58C6-4B70-BE1F-06D5985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694215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2" name="SE-074-path-391">
            <a:extLst xmlns:a="http://schemas.openxmlformats.org/drawingml/2006/main">
              <a:ext uri="{FF2B5EF4-FFF2-40B4-BE49-F238E27FC236}">
                <a16:creationId xmlns:a16="http://schemas.microsoft.com/office/drawing/2014/main" id="{F53F1402-51CB-4ACE-BA95-0C67160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650426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3" name="SE-074-path-392">
            <a:extLst xmlns:a="http://schemas.openxmlformats.org/drawingml/2006/main">
              <a:ext uri="{FF2B5EF4-FFF2-40B4-BE49-F238E27FC236}">
                <a16:creationId xmlns:a16="http://schemas.microsoft.com/office/drawing/2014/main" id="{126EC2CD-6E70-40F3-8CF4-C2EF59AF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573795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4" name="SE-074-path-393">
            <a:extLst xmlns:a="http://schemas.openxmlformats.org/drawingml/2006/main">
              <a:ext uri="{FF2B5EF4-FFF2-40B4-BE49-F238E27FC236}">
                <a16:creationId xmlns:a16="http://schemas.microsoft.com/office/drawing/2014/main" id="{44B57C4D-F008-44CB-987E-7CD874DE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530006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5" name="SE-074-path-394">
            <a:extLst xmlns:a="http://schemas.openxmlformats.org/drawingml/2006/main">
              <a:ext uri="{FF2B5EF4-FFF2-40B4-BE49-F238E27FC236}">
                <a16:creationId xmlns:a16="http://schemas.microsoft.com/office/drawing/2014/main" id="{63FB6040-12A9-4036-A1E9-6630929E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453375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6" name="SE-074-path-395">
            <a:extLst xmlns:a="http://schemas.openxmlformats.org/drawingml/2006/main">
              <a:ext uri="{FF2B5EF4-FFF2-40B4-BE49-F238E27FC236}">
                <a16:creationId xmlns:a16="http://schemas.microsoft.com/office/drawing/2014/main" id="{7BD52454-CD18-445F-84BF-F09D8FB4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409586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7" name="SE-074-path-396">
            <a:extLst xmlns:a="http://schemas.openxmlformats.org/drawingml/2006/main">
              <a:ext uri="{FF2B5EF4-FFF2-40B4-BE49-F238E27FC236}">
                <a16:creationId xmlns:a16="http://schemas.microsoft.com/office/drawing/2014/main" id="{2432AA4D-D164-4BCF-B699-B5D0C09E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332955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8" name="SE-074-path-397">
            <a:extLst xmlns:a="http://schemas.openxmlformats.org/drawingml/2006/main">
              <a:ext uri="{FF2B5EF4-FFF2-40B4-BE49-F238E27FC236}">
                <a16:creationId xmlns:a16="http://schemas.microsoft.com/office/drawing/2014/main" id="{CA197B33-A14C-4CD8-B952-E65C346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289166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399" name="SE-074-path-398">
            <a:extLst xmlns:a="http://schemas.openxmlformats.org/drawingml/2006/main">
              <a:ext uri="{FF2B5EF4-FFF2-40B4-BE49-F238E27FC236}">
                <a16:creationId xmlns:a16="http://schemas.microsoft.com/office/drawing/2014/main" id="{04A75CDC-0248-4565-A8D7-E5C04B8A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212536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0" name="SE-074-path-399">
            <a:extLst xmlns:a="http://schemas.openxmlformats.org/drawingml/2006/main">
              <a:ext uri="{FF2B5EF4-FFF2-40B4-BE49-F238E27FC236}">
                <a16:creationId xmlns:a16="http://schemas.microsoft.com/office/drawing/2014/main" id="{BD117966-ED3C-4651-9548-CC0AE3CA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168747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1" name="SE-074-path-400">
            <a:extLst xmlns:a="http://schemas.openxmlformats.org/drawingml/2006/main">
              <a:ext uri="{FF2B5EF4-FFF2-40B4-BE49-F238E27FC236}">
                <a16:creationId xmlns:a16="http://schemas.microsoft.com/office/drawing/2014/main" id="{0F6347D7-E7DA-4993-81C6-5A99AECA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092116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2" name="SE-074-path-401">
            <a:extLst xmlns:a="http://schemas.openxmlformats.org/drawingml/2006/main">
              <a:ext uri="{FF2B5EF4-FFF2-40B4-BE49-F238E27FC236}">
                <a16:creationId xmlns:a16="http://schemas.microsoft.com/office/drawing/2014/main" id="{21FF8EA7-30E5-4BBB-A31B-84BF7585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9048327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3" name="SE-074-path-402">
            <a:extLst xmlns:a="http://schemas.openxmlformats.org/drawingml/2006/main">
              <a:ext uri="{FF2B5EF4-FFF2-40B4-BE49-F238E27FC236}">
                <a16:creationId xmlns:a16="http://schemas.microsoft.com/office/drawing/2014/main" id="{A619490F-067A-4DE2-8D08-F7D1E0D1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971696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4" name="SE-074-path-403">
            <a:extLst xmlns:a="http://schemas.openxmlformats.org/drawingml/2006/main">
              <a:ext uri="{FF2B5EF4-FFF2-40B4-BE49-F238E27FC236}">
                <a16:creationId xmlns:a16="http://schemas.microsoft.com/office/drawing/2014/main" id="{DEFBCD35-6420-4C67-A834-80C98C60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927907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5" name="SE-074-path-404">
            <a:extLst xmlns:a="http://schemas.openxmlformats.org/drawingml/2006/main">
              <a:ext uri="{FF2B5EF4-FFF2-40B4-BE49-F238E27FC236}">
                <a16:creationId xmlns:a16="http://schemas.microsoft.com/office/drawing/2014/main" id="{639839AC-20D1-453B-8C5A-47B0836F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851277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6" name="SE-074-path-405">
            <a:extLst xmlns:a="http://schemas.openxmlformats.org/drawingml/2006/main">
              <a:ext uri="{FF2B5EF4-FFF2-40B4-BE49-F238E27FC236}">
                <a16:creationId xmlns:a16="http://schemas.microsoft.com/office/drawing/2014/main" id="{E6AD6A5B-D582-474A-BCD1-F4DED9AF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807488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7" name="SE-074-path-406">
            <a:extLst xmlns:a="http://schemas.openxmlformats.org/drawingml/2006/main">
              <a:ext uri="{FF2B5EF4-FFF2-40B4-BE49-F238E27FC236}">
                <a16:creationId xmlns:a16="http://schemas.microsoft.com/office/drawing/2014/main" id="{D3BAB4B0-B717-45B9-88E3-E8D1B9A7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730857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8" name="SE-074-path-407">
            <a:extLst xmlns:a="http://schemas.openxmlformats.org/drawingml/2006/main">
              <a:ext uri="{FF2B5EF4-FFF2-40B4-BE49-F238E27FC236}">
                <a16:creationId xmlns:a16="http://schemas.microsoft.com/office/drawing/2014/main" id="{B91E585C-EB3C-4155-B684-AB0DCB70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687068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09" name="SE-074-path-408">
            <a:extLst xmlns:a="http://schemas.openxmlformats.org/drawingml/2006/main">
              <a:ext uri="{FF2B5EF4-FFF2-40B4-BE49-F238E27FC236}">
                <a16:creationId xmlns:a16="http://schemas.microsoft.com/office/drawing/2014/main" id="{A3EA5E7E-E389-495D-85CE-5400B912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610437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0" name="SE-074-path-409">
            <a:extLst xmlns:a="http://schemas.openxmlformats.org/drawingml/2006/main">
              <a:ext uri="{FF2B5EF4-FFF2-40B4-BE49-F238E27FC236}">
                <a16:creationId xmlns:a16="http://schemas.microsoft.com/office/drawing/2014/main" id="{C8B54654-9C2B-40D9-A055-A4B71136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566648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1" name="SE-074-path-410">
            <a:extLst xmlns:a="http://schemas.openxmlformats.org/drawingml/2006/main">
              <a:ext uri="{FF2B5EF4-FFF2-40B4-BE49-F238E27FC236}">
                <a16:creationId xmlns:a16="http://schemas.microsoft.com/office/drawing/2014/main" id="{ED9D6808-9661-4545-81CA-C1CAAD8F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490017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2" name="SE-074-path-411">
            <a:extLst xmlns:a="http://schemas.openxmlformats.org/drawingml/2006/main">
              <a:ext uri="{FF2B5EF4-FFF2-40B4-BE49-F238E27FC236}">
                <a16:creationId xmlns:a16="http://schemas.microsoft.com/office/drawing/2014/main" id="{5D6F208D-BF30-4C45-B5D5-779B3F19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446228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3" name="SE-074-path-412">
            <a:extLst xmlns:a="http://schemas.openxmlformats.org/drawingml/2006/main">
              <a:ext uri="{FF2B5EF4-FFF2-40B4-BE49-F238E27FC236}">
                <a16:creationId xmlns:a16="http://schemas.microsoft.com/office/drawing/2014/main" id="{FF4B2B8E-B95A-4495-9C3C-7D278AB2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369598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4" name="SE-074-path-413">
            <a:extLst xmlns:a="http://schemas.openxmlformats.org/drawingml/2006/main">
              <a:ext uri="{FF2B5EF4-FFF2-40B4-BE49-F238E27FC236}">
                <a16:creationId xmlns:a16="http://schemas.microsoft.com/office/drawing/2014/main" id="{47A33DE5-4B2E-4EC0-96AB-820D0B1F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325809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5" name="SE-074-path-414">
            <a:extLst xmlns:a="http://schemas.openxmlformats.org/drawingml/2006/main">
              <a:ext uri="{FF2B5EF4-FFF2-40B4-BE49-F238E27FC236}">
                <a16:creationId xmlns:a16="http://schemas.microsoft.com/office/drawing/2014/main" id="{E9366A06-7F78-4E5E-85E5-CA51673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249178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6" name="SE-074-path-415">
            <a:extLst xmlns:a="http://schemas.openxmlformats.org/drawingml/2006/main">
              <a:ext uri="{FF2B5EF4-FFF2-40B4-BE49-F238E27FC236}">
                <a16:creationId xmlns:a16="http://schemas.microsoft.com/office/drawing/2014/main" id="{9C7769CD-7E73-4858-9D86-CCB12544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205389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7" name="SE-074-path-416">
            <a:extLst xmlns:a="http://schemas.openxmlformats.org/drawingml/2006/main">
              <a:ext uri="{FF2B5EF4-FFF2-40B4-BE49-F238E27FC236}">
                <a16:creationId xmlns:a16="http://schemas.microsoft.com/office/drawing/2014/main" id="{4B90641D-EEF7-4CCC-8B9D-46DF08A0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128758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8" name="SE-074-path-417">
            <a:extLst xmlns:a="http://schemas.openxmlformats.org/drawingml/2006/main">
              <a:ext uri="{FF2B5EF4-FFF2-40B4-BE49-F238E27FC236}">
                <a16:creationId xmlns:a16="http://schemas.microsoft.com/office/drawing/2014/main" id="{F7ED2945-B751-46E3-B545-38AF0D62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084969"/>
            <a:ext cx="95" cy="10947"/>
          </a:xfrm>
          <a:custGeom xmlns:a="http://schemas.openxmlformats.org/drawingml/2006/main">
            <a:pathLst>
              <a:path w="95" h="10947">
                <a:moveTo>
                  <a:pt x="0" y="10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19" name="SE-074-path-418">
            <a:extLst xmlns:a="http://schemas.openxmlformats.org/drawingml/2006/main">
              <a:ext uri="{FF2B5EF4-FFF2-40B4-BE49-F238E27FC236}">
                <a16:creationId xmlns:a16="http://schemas.microsoft.com/office/drawing/2014/main" id="{C8F005FE-687C-41F3-9C7F-36AE312D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" y="8008339"/>
            <a:ext cx="95" cy="43789"/>
          </a:xfrm>
          <a:custGeom xmlns:a="http://schemas.openxmlformats.org/drawingml/2006/main">
            <a:pathLst>
              <a:path w="95" h="43789">
                <a:moveTo>
                  <a:pt x="0" y="43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7">
            <a:solidFill>
              <a:srgbClr val="000000"/>
            </a:solidFill>
          </a:ln>
        </p:spPr>
      </p:sp>
      <p:sp>
        <p:nvSpPr>
          <p:cNvPr id="420" name="Original vector context 419">
            <a:extLst xmlns:a="http://schemas.openxmlformats.org/drawingml/2006/main">
              <a:ext uri="{FF2B5EF4-FFF2-40B4-BE49-F238E27FC236}">
                <a16:creationId xmlns:a16="http://schemas.microsoft.com/office/drawing/2014/main" id="{EC73D155-191F-4BEF-8E2F-75C94010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97" y="8083578"/>
            <a:ext cx="851791" cy="119467"/>
          </a:xfrm>
          <a:custGeom xmlns:a="http://schemas.openxmlformats.org/drawingml/2006/main">
            <a:pathLst>
              <a:path w="851791" h="119467">
                <a:moveTo>
                  <a:pt x="72735" y="67040"/>
                </a:moveTo>
                <a:lnTo>
                  <a:pt x="74853" y="67490"/>
                </a:lnTo>
                <a:lnTo>
                  <a:pt x="67406" y="91138"/>
                </a:lnTo>
                <a:lnTo>
                  <a:pt x="0" y="91138"/>
                </a:lnTo>
                <a:lnTo>
                  <a:pt x="0" y="88767"/>
                </a:lnTo>
                <a:lnTo>
                  <a:pt x="3274" y="88767"/>
                </a:lnTo>
                <a:lnTo>
                  <a:pt x="4172" y="88742"/>
                </a:lnTo>
                <a:lnTo>
                  <a:pt x="5027" y="88667"/>
                </a:lnTo>
                <a:lnTo>
                  <a:pt x="5838" y="88542"/>
                </a:lnTo>
                <a:lnTo>
                  <a:pt x="6605" y="88368"/>
                </a:lnTo>
                <a:lnTo>
                  <a:pt x="7329" y="88144"/>
                </a:lnTo>
                <a:lnTo>
                  <a:pt x="8009" y="87869"/>
                </a:lnTo>
                <a:lnTo>
                  <a:pt x="8645" y="87545"/>
                </a:lnTo>
                <a:lnTo>
                  <a:pt x="9237" y="87172"/>
                </a:lnTo>
                <a:lnTo>
                  <a:pt x="9786" y="86748"/>
                </a:lnTo>
                <a:lnTo>
                  <a:pt x="10291" y="86274"/>
                </a:lnTo>
                <a:lnTo>
                  <a:pt x="10752" y="85751"/>
                </a:lnTo>
                <a:lnTo>
                  <a:pt x="11170" y="85178"/>
                </a:lnTo>
                <a:lnTo>
                  <a:pt x="11386" y="84798"/>
                </a:lnTo>
                <a:lnTo>
                  <a:pt x="11582" y="84344"/>
                </a:lnTo>
                <a:lnTo>
                  <a:pt x="11760" y="83816"/>
                </a:lnTo>
                <a:lnTo>
                  <a:pt x="11919" y="83212"/>
                </a:lnTo>
                <a:lnTo>
                  <a:pt x="12060" y="82534"/>
                </a:lnTo>
                <a:lnTo>
                  <a:pt x="12181" y="81781"/>
                </a:lnTo>
                <a:lnTo>
                  <a:pt x="12284" y="80953"/>
                </a:lnTo>
                <a:lnTo>
                  <a:pt x="12369" y="80050"/>
                </a:lnTo>
                <a:lnTo>
                  <a:pt x="12434" y="79073"/>
                </a:lnTo>
                <a:lnTo>
                  <a:pt x="12481" y="78021"/>
                </a:lnTo>
                <a:lnTo>
                  <a:pt x="12509" y="76894"/>
                </a:lnTo>
                <a:lnTo>
                  <a:pt x="12518" y="75692"/>
                </a:lnTo>
                <a:lnTo>
                  <a:pt x="12518" y="19612"/>
                </a:lnTo>
                <a:lnTo>
                  <a:pt x="12506" y="18298"/>
                </a:lnTo>
                <a:lnTo>
                  <a:pt x="12468" y="17068"/>
                </a:lnTo>
                <a:lnTo>
                  <a:pt x="12406" y="15923"/>
                </a:lnTo>
                <a:lnTo>
                  <a:pt x="12319" y="14862"/>
                </a:lnTo>
                <a:lnTo>
                  <a:pt x="12206" y="13886"/>
                </a:lnTo>
                <a:lnTo>
                  <a:pt x="12069" y="12995"/>
                </a:lnTo>
                <a:lnTo>
                  <a:pt x="11907" y="12188"/>
                </a:lnTo>
                <a:lnTo>
                  <a:pt x="11719" y="11465"/>
                </a:lnTo>
                <a:lnTo>
                  <a:pt x="11507" y="10827"/>
                </a:lnTo>
                <a:lnTo>
                  <a:pt x="11270" y="10274"/>
                </a:lnTo>
                <a:lnTo>
                  <a:pt x="11008" y="9806"/>
                </a:lnTo>
                <a:lnTo>
                  <a:pt x="10721" y="9421"/>
                </a:lnTo>
                <a:lnTo>
                  <a:pt x="10287" y="8971"/>
                </a:lnTo>
                <a:lnTo>
                  <a:pt x="9819" y="8560"/>
                </a:lnTo>
                <a:lnTo>
                  <a:pt x="9317" y="8188"/>
                </a:lnTo>
                <a:lnTo>
                  <a:pt x="8781" y="7855"/>
                </a:lnTo>
                <a:lnTo>
                  <a:pt x="8211" y="7561"/>
                </a:lnTo>
                <a:lnTo>
                  <a:pt x="7607" y="7306"/>
                </a:lnTo>
                <a:lnTo>
                  <a:pt x="6970" y="7091"/>
                </a:lnTo>
                <a:lnTo>
                  <a:pt x="6298" y="6915"/>
                </a:lnTo>
                <a:lnTo>
                  <a:pt x="5593" y="6778"/>
                </a:lnTo>
                <a:lnTo>
                  <a:pt x="4854" y="6680"/>
                </a:lnTo>
                <a:lnTo>
                  <a:pt x="4081" y="6621"/>
                </a:lnTo>
                <a:lnTo>
                  <a:pt x="3274" y="6601"/>
                </a:lnTo>
                <a:lnTo>
                  <a:pt x="0" y="6601"/>
                </a:lnTo>
                <a:lnTo>
                  <a:pt x="0" y="4230"/>
                </a:lnTo>
                <a:lnTo>
                  <a:pt x="39417" y="4230"/>
                </a:lnTo>
                <a:lnTo>
                  <a:pt x="39417" y="6601"/>
                </a:lnTo>
                <a:lnTo>
                  <a:pt x="38290" y="6601"/>
                </a:lnTo>
                <a:lnTo>
                  <a:pt x="37221" y="6619"/>
                </a:lnTo>
                <a:lnTo>
                  <a:pt x="36209" y="6658"/>
                </a:lnTo>
                <a:lnTo>
                  <a:pt x="35255" y="6716"/>
                </a:lnTo>
                <a:lnTo>
                  <a:pt x="34358" y="6793"/>
                </a:lnTo>
                <a:lnTo>
                  <a:pt x="33519" y="6890"/>
                </a:lnTo>
                <a:lnTo>
                  <a:pt x="32737" y="7007"/>
                </a:lnTo>
                <a:lnTo>
                  <a:pt x="32013" y="7144"/>
                </a:lnTo>
                <a:lnTo>
                  <a:pt x="31346" y="7300"/>
                </a:lnTo>
                <a:lnTo>
                  <a:pt x="30737" y="7475"/>
                </a:lnTo>
                <a:lnTo>
                  <a:pt x="30185" y="7670"/>
                </a:lnTo>
                <a:lnTo>
                  <a:pt x="29691" y="7885"/>
                </a:lnTo>
                <a:lnTo>
                  <a:pt x="29238" y="8114"/>
                </a:lnTo>
                <a:lnTo>
                  <a:pt x="28809" y="8354"/>
                </a:lnTo>
                <a:lnTo>
                  <a:pt x="28405" y="8602"/>
                </a:lnTo>
                <a:lnTo>
                  <a:pt x="28025" y="8861"/>
                </a:lnTo>
                <a:lnTo>
                  <a:pt x="27670" y="9130"/>
                </a:lnTo>
                <a:lnTo>
                  <a:pt x="27340" y="9408"/>
                </a:lnTo>
                <a:lnTo>
                  <a:pt x="27034" y="9696"/>
                </a:lnTo>
                <a:lnTo>
                  <a:pt x="26752" y="9994"/>
                </a:lnTo>
                <a:lnTo>
                  <a:pt x="26495" y="10302"/>
                </a:lnTo>
                <a:lnTo>
                  <a:pt x="26263" y="10619"/>
                </a:lnTo>
                <a:lnTo>
                  <a:pt x="26055" y="10947"/>
                </a:lnTo>
                <a:lnTo>
                  <a:pt x="25871" y="11284"/>
                </a:lnTo>
                <a:lnTo>
                  <a:pt x="25707" y="11666"/>
                </a:lnTo>
                <a:lnTo>
                  <a:pt x="25557" y="12127"/>
                </a:lnTo>
                <a:lnTo>
                  <a:pt x="25422" y="12667"/>
                </a:lnTo>
                <a:lnTo>
                  <a:pt x="25301" y="13287"/>
                </a:lnTo>
                <a:lnTo>
                  <a:pt x="25194" y="13986"/>
                </a:lnTo>
                <a:lnTo>
                  <a:pt x="25101" y="14764"/>
                </a:lnTo>
                <a:lnTo>
                  <a:pt x="25022" y="15622"/>
                </a:lnTo>
                <a:lnTo>
                  <a:pt x="24958" y="16558"/>
                </a:lnTo>
                <a:lnTo>
                  <a:pt x="24908" y="17574"/>
                </a:lnTo>
                <a:lnTo>
                  <a:pt x="24873" y="18670"/>
                </a:lnTo>
                <a:lnTo>
                  <a:pt x="24851" y="19844"/>
                </a:lnTo>
                <a:lnTo>
                  <a:pt x="24844" y="21098"/>
                </a:lnTo>
                <a:lnTo>
                  <a:pt x="24844" y="75748"/>
                </a:lnTo>
                <a:lnTo>
                  <a:pt x="24851" y="76612"/>
                </a:lnTo>
                <a:lnTo>
                  <a:pt x="24873" y="77430"/>
                </a:lnTo>
                <a:lnTo>
                  <a:pt x="24908" y="78202"/>
                </a:lnTo>
                <a:lnTo>
                  <a:pt x="24958" y="78927"/>
                </a:lnTo>
                <a:lnTo>
                  <a:pt x="25022" y="79606"/>
                </a:lnTo>
                <a:lnTo>
                  <a:pt x="25101" y="80238"/>
                </a:lnTo>
                <a:lnTo>
                  <a:pt x="25194" y="80824"/>
                </a:lnTo>
                <a:lnTo>
                  <a:pt x="25301" y="81364"/>
                </a:lnTo>
                <a:lnTo>
                  <a:pt x="25422" y="81858"/>
                </a:lnTo>
                <a:lnTo>
                  <a:pt x="25557" y="82305"/>
                </a:lnTo>
                <a:lnTo>
                  <a:pt x="25707" y="82706"/>
                </a:lnTo>
                <a:lnTo>
                  <a:pt x="25871" y="83061"/>
                </a:lnTo>
                <a:lnTo>
                  <a:pt x="26005" y="83280"/>
                </a:lnTo>
                <a:lnTo>
                  <a:pt x="26151" y="83490"/>
                </a:lnTo>
                <a:lnTo>
                  <a:pt x="26309" y="83690"/>
                </a:lnTo>
                <a:lnTo>
                  <a:pt x="26478" y="83880"/>
                </a:lnTo>
                <a:lnTo>
                  <a:pt x="26658" y="84060"/>
                </a:lnTo>
                <a:lnTo>
                  <a:pt x="26850" y="84231"/>
                </a:lnTo>
                <a:lnTo>
                  <a:pt x="27054" y="84392"/>
                </a:lnTo>
                <a:lnTo>
                  <a:pt x="27269" y="84543"/>
                </a:lnTo>
                <a:lnTo>
                  <a:pt x="27496" y="84684"/>
                </a:lnTo>
                <a:lnTo>
                  <a:pt x="27735" y="84816"/>
                </a:lnTo>
                <a:lnTo>
                  <a:pt x="27985" y="84937"/>
                </a:lnTo>
                <a:lnTo>
                  <a:pt x="28247" y="85049"/>
                </a:lnTo>
                <a:lnTo>
                  <a:pt x="28561" y="85152"/>
                </a:lnTo>
                <a:lnTo>
                  <a:pt x="28970" y="85245"/>
                </a:lnTo>
                <a:lnTo>
                  <a:pt x="29474" y="85330"/>
                </a:lnTo>
                <a:lnTo>
                  <a:pt x="30073" y="85405"/>
                </a:lnTo>
                <a:lnTo>
                  <a:pt x="30765" y="85472"/>
                </a:lnTo>
                <a:lnTo>
                  <a:pt x="31553" y="85530"/>
                </a:lnTo>
                <a:lnTo>
                  <a:pt x="32434" y="85579"/>
                </a:lnTo>
                <a:lnTo>
                  <a:pt x="33411" y="85619"/>
                </a:lnTo>
                <a:lnTo>
                  <a:pt x="34482" y="85650"/>
                </a:lnTo>
                <a:lnTo>
                  <a:pt x="35647" y="85673"/>
                </a:lnTo>
                <a:lnTo>
                  <a:pt x="36907" y="85686"/>
                </a:lnTo>
                <a:lnTo>
                  <a:pt x="38261" y="85690"/>
                </a:lnTo>
                <a:lnTo>
                  <a:pt x="44617" y="85690"/>
                </a:lnTo>
                <a:lnTo>
                  <a:pt x="46244" y="85680"/>
                </a:lnTo>
                <a:lnTo>
                  <a:pt x="47789" y="85649"/>
                </a:lnTo>
                <a:lnTo>
                  <a:pt x="49251" y="85598"/>
                </a:lnTo>
                <a:lnTo>
                  <a:pt x="50630" y="85525"/>
                </a:lnTo>
                <a:lnTo>
                  <a:pt x="51926" y="85433"/>
                </a:lnTo>
                <a:lnTo>
                  <a:pt x="53139" y="85319"/>
                </a:lnTo>
                <a:lnTo>
                  <a:pt x="54269" y="85185"/>
                </a:lnTo>
                <a:lnTo>
                  <a:pt x="55316" y="85031"/>
                </a:lnTo>
                <a:lnTo>
                  <a:pt x="56280" y="84856"/>
                </a:lnTo>
                <a:lnTo>
                  <a:pt x="57162" y="84660"/>
                </a:lnTo>
                <a:lnTo>
                  <a:pt x="57960" y="84443"/>
                </a:lnTo>
                <a:lnTo>
                  <a:pt x="58676" y="84206"/>
                </a:lnTo>
                <a:lnTo>
                  <a:pt x="59345" y="83943"/>
                </a:lnTo>
                <a:lnTo>
                  <a:pt x="60004" y="83648"/>
                </a:lnTo>
                <a:lnTo>
                  <a:pt x="60654" y="83321"/>
                </a:lnTo>
                <a:lnTo>
                  <a:pt x="61293" y="82962"/>
                </a:lnTo>
                <a:lnTo>
                  <a:pt x="61923" y="82572"/>
                </a:lnTo>
                <a:lnTo>
                  <a:pt x="62544" y="82149"/>
                </a:lnTo>
                <a:lnTo>
                  <a:pt x="63154" y="81695"/>
                </a:lnTo>
                <a:lnTo>
                  <a:pt x="63754" y="81209"/>
                </a:lnTo>
                <a:lnTo>
                  <a:pt x="64345" y="80691"/>
                </a:lnTo>
                <a:lnTo>
                  <a:pt x="64926" y="80142"/>
                </a:lnTo>
                <a:lnTo>
                  <a:pt x="65497" y="79560"/>
                </a:lnTo>
                <a:lnTo>
                  <a:pt x="66058" y="78947"/>
                </a:lnTo>
                <a:lnTo>
                  <a:pt x="66615" y="78287"/>
                </a:lnTo>
                <a:lnTo>
                  <a:pt x="67171" y="77567"/>
                </a:lnTo>
                <a:lnTo>
                  <a:pt x="67727" y="76787"/>
                </a:lnTo>
                <a:lnTo>
                  <a:pt x="68284" y="75946"/>
                </a:lnTo>
                <a:lnTo>
                  <a:pt x="68840" y="75044"/>
                </a:lnTo>
                <a:lnTo>
                  <a:pt x="69397" y="74082"/>
                </a:lnTo>
                <a:lnTo>
                  <a:pt x="69953" y="73060"/>
                </a:lnTo>
                <a:lnTo>
                  <a:pt x="70509" y="71977"/>
                </a:lnTo>
                <a:lnTo>
                  <a:pt x="71066" y="70833"/>
                </a:lnTo>
                <a:lnTo>
                  <a:pt x="71622" y="69629"/>
                </a:lnTo>
                <a:lnTo>
                  <a:pt x="72178" y="68365"/>
                </a:lnTo>
                <a:lnTo>
                  <a:pt x="72735" y="67040"/>
                </a:lnTo>
                <a:close/>
                <a:moveTo>
                  <a:pt x="110581" y="30764"/>
                </a:moveTo>
                <a:lnTo>
                  <a:pt x="112770" y="30834"/>
                </a:lnTo>
                <a:lnTo>
                  <a:pt x="114885" y="31045"/>
                </a:lnTo>
                <a:lnTo>
                  <a:pt x="116928" y="31396"/>
                </a:lnTo>
                <a:lnTo>
                  <a:pt x="118898" y="31888"/>
                </a:lnTo>
                <a:lnTo>
                  <a:pt x="120794" y="32520"/>
                </a:lnTo>
                <a:lnTo>
                  <a:pt x="122618" y="33293"/>
                </a:lnTo>
                <a:lnTo>
                  <a:pt x="124368" y="34206"/>
                </a:lnTo>
                <a:lnTo>
                  <a:pt x="126045" y="35260"/>
                </a:lnTo>
                <a:lnTo>
                  <a:pt x="127649" y="36454"/>
                </a:lnTo>
                <a:lnTo>
                  <a:pt x="129180" y="37789"/>
                </a:lnTo>
                <a:lnTo>
                  <a:pt x="130638" y="39265"/>
                </a:lnTo>
                <a:lnTo>
                  <a:pt x="132022" y="40880"/>
                </a:lnTo>
                <a:lnTo>
                  <a:pt x="133120" y="42339"/>
                </a:lnTo>
                <a:lnTo>
                  <a:pt x="134121" y="43832"/>
                </a:lnTo>
                <a:lnTo>
                  <a:pt x="135028" y="45362"/>
                </a:lnTo>
                <a:lnTo>
                  <a:pt x="135839" y="46927"/>
                </a:lnTo>
                <a:lnTo>
                  <a:pt x="136554" y="48527"/>
                </a:lnTo>
                <a:lnTo>
                  <a:pt x="137174" y="50164"/>
                </a:lnTo>
                <a:lnTo>
                  <a:pt x="137699" y="51835"/>
                </a:lnTo>
                <a:lnTo>
                  <a:pt x="138128" y="53543"/>
                </a:lnTo>
                <a:lnTo>
                  <a:pt x="138462" y="55286"/>
                </a:lnTo>
                <a:lnTo>
                  <a:pt x="138701" y="57065"/>
                </a:lnTo>
                <a:lnTo>
                  <a:pt x="138844" y="58879"/>
                </a:lnTo>
                <a:lnTo>
                  <a:pt x="138891" y="60729"/>
                </a:lnTo>
                <a:lnTo>
                  <a:pt x="138865" y="62043"/>
                </a:lnTo>
                <a:lnTo>
                  <a:pt x="138786" y="63359"/>
                </a:lnTo>
                <a:lnTo>
                  <a:pt x="138655" y="64678"/>
                </a:lnTo>
                <a:lnTo>
                  <a:pt x="138471" y="66000"/>
                </a:lnTo>
                <a:lnTo>
                  <a:pt x="138234" y="67325"/>
                </a:lnTo>
                <a:lnTo>
                  <a:pt x="137945" y="68652"/>
                </a:lnTo>
                <a:lnTo>
                  <a:pt x="137603" y="69982"/>
                </a:lnTo>
                <a:lnTo>
                  <a:pt x="137208" y="71314"/>
                </a:lnTo>
                <a:lnTo>
                  <a:pt x="136761" y="72650"/>
                </a:lnTo>
                <a:lnTo>
                  <a:pt x="136261" y="73988"/>
                </a:lnTo>
                <a:lnTo>
                  <a:pt x="135709" y="75328"/>
                </a:lnTo>
                <a:lnTo>
                  <a:pt x="135104" y="76671"/>
                </a:lnTo>
                <a:lnTo>
                  <a:pt x="134453" y="77988"/>
                </a:lnTo>
                <a:lnTo>
                  <a:pt x="133762" y="79250"/>
                </a:lnTo>
                <a:lnTo>
                  <a:pt x="133031" y="80456"/>
                </a:lnTo>
                <a:lnTo>
                  <a:pt x="132261" y="81608"/>
                </a:lnTo>
                <a:lnTo>
                  <a:pt x="131452" y="82704"/>
                </a:lnTo>
                <a:lnTo>
                  <a:pt x="130602" y="83745"/>
                </a:lnTo>
                <a:lnTo>
                  <a:pt x="129713" y="84731"/>
                </a:lnTo>
                <a:lnTo>
                  <a:pt x="128784" y="85662"/>
                </a:lnTo>
                <a:lnTo>
                  <a:pt x="127816" y="86538"/>
                </a:lnTo>
                <a:lnTo>
                  <a:pt x="126807" y="87359"/>
                </a:lnTo>
                <a:lnTo>
                  <a:pt x="125759" y="88124"/>
                </a:lnTo>
                <a:lnTo>
                  <a:pt x="124672" y="88835"/>
                </a:lnTo>
                <a:lnTo>
                  <a:pt x="123554" y="89489"/>
                </a:lnTo>
                <a:lnTo>
                  <a:pt x="122415" y="90087"/>
                </a:lnTo>
                <a:lnTo>
                  <a:pt x="121255" y="90628"/>
                </a:lnTo>
                <a:lnTo>
                  <a:pt x="120075" y="91111"/>
                </a:lnTo>
                <a:lnTo>
                  <a:pt x="118873" y="91538"/>
                </a:lnTo>
                <a:lnTo>
                  <a:pt x="117650" y="91908"/>
                </a:lnTo>
                <a:lnTo>
                  <a:pt x="116407" y="92221"/>
                </a:lnTo>
                <a:lnTo>
                  <a:pt x="115142" y="92477"/>
                </a:lnTo>
                <a:lnTo>
                  <a:pt x="113857" y="92677"/>
                </a:lnTo>
                <a:lnTo>
                  <a:pt x="112550" y="92819"/>
                </a:lnTo>
                <a:lnTo>
                  <a:pt x="111223" y="92904"/>
                </a:lnTo>
                <a:lnTo>
                  <a:pt x="109875" y="92933"/>
                </a:lnTo>
                <a:lnTo>
                  <a:pt x="107698" y="92859"/>
                </a:lnTo>
                <a:lnTo>
                  <a:pt x="105597" y="92639"/>
                </a:lnTo>
                <a:lnTo>
                  <a:pt x="103571" y="92272"/>
                </a:lnTo>
                <a:lnTo>
                  <a:pt x="101622" y="91759"/>
                </a:lnTo>
                <a:lnTo>
                  <a:pt x="99748" y="91098"/>
                </a:lnTo>
                <a:lnTo>
                  <a:pt x="97950" y="90291"/>
                </a:lnTo>
                <a:lnTo>
                  <a:pt x="96228" y="89338"/>
                </a:lnTo>
                <a:lnTo>
                  <a:pt x="94582" y="88237"/>
                </a:lnTo>
                <a:lnTo>
                  <a:pt x="93011" y="86990"/>
                </a:lnTo>
                <a:lnTo>
                  <a:pt x="91516" y="85596"/>
                </a:lnTo>
                <a:lnTo>
                  <a:pt x="90097" y="84055"/>
                </a:lnTo>
                <a:lnTo>
                  <a:pt x="88754" y="82368"/>
                </a:lnTo>
                <a:lnTo>
                  <a:pt x="87698" y="80869"/>
                </a:lnTo>
                <a:lnTo>
                  <a:pt x="86733" y="79341"/>
                </a:lnTo>
                <a:lnTo>
                  <a:pt x="85861" y="77782"/>
                </a:lnTo>
                <a:lnTo>
                  <a:pt x="85080" y="76193"/>
                </a:lnTo>
                <a:lnTo>
                  <a:pt x="84392" y="74574"/>
                </a:lnTo>
                <a:lnTo>
                  <a:pt x="83795" y="72925"/>
                </a:lnTo>
                <a:lnTo>
                  <a:pt x="83290" y="71245"/>
                </a:lnTo>
                <a:lnTo>
                  <a:pt x="82876" y="69535"/>
                </a:lnTo>
                <a:lnTo>
                  <a:pt x="82555" y="67795"/>
                </a:lnTo>
                <a:lnTo>
                  <a:pt x="82325" y="66025"/>
                </a:lnTo>
                <a:lnTo>
                  <a:pt x="82188" y="64224"/>
                </a:lnTo>
                <a:lnTo>
                  <a:pt x="82142" y="62393"/>
                </a:lnTo>
                <a:lnTo>
                  <a:pt x="82169" y="61049"/>
                </a:lnTo>
                <a:lnTo>
                  <a:pt x="82253" y="59707"/>
                </a:lnTo>
                <a:lnTo>
                  <a:pt x="82392" y="58365"/>
                </a:lnTo>
                <a:lnTo>
                  <a:pt x="82587" y="57025"/>
                </a:lnTo>
                <a:lnTo>
                  <a:pt x="82838" y="55687"/>
                </a:lnTo>
                <a:lnTo>
                  <a:pt x="83145" y="54350"/>
                </a:lnTo>
                <a:lnTo>
                  <a:pt x="83507" y="53014"/>
                </a:lnTo>
                <a:lnTo>
                  <a:pt x="83925" y="51679"/>
                </a:lnTo>
                <a:lnTo>
                  <a:pt x="84399" y="50346"/>
                </a:lnTo>
                <a:lnTo>
                  <a:pt x="84928" y="49014"/>
                </a:lnTo>
                <a:lnTo>
                  <a:pt x="85513" y="47683"/>
                </a:lnTo>
                <a:lnTo>
                  <a:pt x="86154" y="46354"/>
                </a:lnTo>
                <a:lnTo>
                  <a:pt x="86840" y="45055"/>
                </a:lnTo>
                <a:lnTo>
                  <a:pt x="87562" y="43813"/>
                </a:lnTo>
                <a:lnTo>
                  <a:pt x="88319" y="42629"/>
                </a:lnTo>
                <a:lnTo>
                  <a:pt x="89111" y="41502"/>
                </a:lnTo>
                <a:lnTo>
                  <a:pt x="89938" y="40434"/>
                </a:lnTo>
                <a:lnTo>
                  <a:pt x="90800" y="39423"/>
                </a:lnTo>
                <a:lnTo>
                  <a:pt x="91698" y="38470"/>
                </a:lnTo>
                <a:lnTo>
                  <a:pt x="92631" y="37575"/>
                </a:lnTo>
                <a:lnTo>
                  <a:pt x="93599" y="36738"/>
                </a:lnTo>
                <a:lnTo>
                  <a:pt x="94602" y="35959"/>
                </a:lnTo>
                <a:lnTo>
                  <a:pt x="95641" y="35237"/>
                </a:lnTo>
                <a:lnTo>
                  <a:pt x="96714" y="34573"/>
                </a:lnTo>
                <a:lnTo>
                  <a:pt x="97811" y="33965"/>
                </a:lnTo>
                <a:lnTo>
                  <a:pt x="98918" y="33409"/>
                </a:lnTo>
                <a:lnTo>
                  <a:pt x="100036" y="32907"/>
                </a:lnTo>
                <a:lnTo>
                  <a:pt x="101165" y="32457"/>
                </a:lnTo>
                <a:lnTo>
                  <a:pt x="102305" y="32060"/>
                </a:lnTo>
                <a:lnTo>
                  <a:pt x="103455" y="31716"/>
                </a:lnTo>
                <a:lnTo>
                  <a:pt x="104616" y="31425"/>
                </a:lnTo>
                <a:lnTo>
                  <a:pt x="105787" y="31187"/>
                </a:lnTo>
                <a:lnTo>
                  <a:pt x="106970" y="31002"/>
                </a:lnTo>
                <a:lnTo>
                  <a:pt x="108163" y="30870"/>
                </a:lnTo>
                <a:lnTo>
                  <a:pt x="109366" y="30790"/>
                </a:lnTo>
                <a:lnTo>
                  <a:pt x="110581" y="30764"/>
                </a:lnTo>
                <a:moveTo>
                  <a:pt x="108591" y="34994"/>
                </a:moveTo>
                <a:lnTo>
                  <a:pt x="108023" y="35008"/>
                </a:lnTo>
                <a:lnTo>
                  <a:pt x="107456" y="35050"/>
                </a:lnTo>
                <a:lnTo>
                  <a:pt x="106887" y="35120"/>
                </a:lnTo>
                <a:lnTo>
                  <a:pt x="106319" y="35218"/>
                </a:lnTo>
                <a:lnTo>
                  <a:pt x="105750" y="35344"/>
                </a:lnTo>
                <a:lnTo>
                  <a:pt x="105180" y="35498"/>
                </a:lnTo>
                <a:lnTo>
                  <a:pt x="104610" y="35680"/>
                </a:lnTo>
                <a:lnTo>
                  <a:pt x="104040" y="35890"/>
                </a:lnTo>
                <a:lnTo>
                  <a:pt x="103469" y="36128"/>
                </a:lnTo>
                <a:lnTo>
                  <a:pt x="102898" y="36395"/>
                </a:lnTo>
                <a:lnTo>
                  <a:pt x="102326" y="36689"/>
                </a:lnTo>
                <a:lnTo>
                  <a:pt x="101754" y="37011"/>
                </a:lnTo>
                <a:lnTo>
                  <a:pt x="101190" y="37368"/>
                </a:lnTo>
                <a:lnTo>
                  <a:pt x="100645" y="37768"/>
                </a:lnTo>
                <a:lnTo>
                  <a:pt x="100119" y="38209"/>
                </a:lnTo>
                <a:lnTo>
                  <a:pt x="99610" y="38693"/>
                </a:lnTo>
                <a:lnTo>
                  <a:pt x="99120" y="39219"/>
                </a:lnTo>
                <a:lnTo>
                  <a:pt x="98648" y="39788"/>
                </a:lnTo>
                <a:lnTo>
                  <a:pt x="98195" y="40398"/>
                </a:lnTo>
                <a:lnTo>
                  <a:pt x="97759" y="41051"/>
                </a:lnTo>
                <a:lnTo>
                  <a:pt x="97342" y="41746"/>
                </a:lnTo>
                <a:lnTo>
                  <a:pt x="96943" y="42484"/>
                </a:lnTo>
                <a:lnTo>
                  <a:pt x="96563" y="43263"/>
                </a:lnTo>
                <a:lnTo>
                  <a:pt x="96201" y="44085"/>
                </a:lnTo>
                <a:lnTo>
                  <a:pt x="95862" y="44948"/>
                </a:lnTo>
                <a:lnTo>
                  <a:pt x="95553" y="45851"/>
                </a:lnTo>
                <a:lnTo>
                  <a:pt x="95274" y="46794"/>
                </a:lnTo>
                <a:lnTo>
                  <a:pt x="95024" y="47776"/>
                </a:lnTo>
                <a:lnTo>
                  <a:pt x="94803" y="48799"/>
                </a:lnTo>
                <a:lnTo>
                  <a:pt x="94612" y="49862"/>
                </a:lnTo>
                <a:lnTo>
                  <a:pt x="94450" y="50965"/>
                </a:lnTo>
                <a:lnTo>
                  <a:pt x="94318" y="52108"/>
                </a:lnTo>
                <a:lnTo>
                  <a:pt x="94215" y="53291"/>
                </a:lnTo>
                <a:lnTo>
                  <a:pt x="94141" y="54514"/>
                </a:lnTo>
                <a:lnTo>
                  <a:pt x="94097" y="55777"/>
                </a:lnTo>
                <a:lnTo>
                  <a:pt x="94082" y="57079"/>
                </a:lnTo>
                <a:lnTo>
                  <a:pt x="94118" y="59189"/>
                </a:lnTo>
                <a:lnTo>
                  <a:pt x="94224" y="61249"/>
                </a:lnTo>
                <a:lnTo>
                  <a:pt x="94401" y="63261"/>
                </a:lnTo>
                <a:lnTo>
                  <a:pt x="94649" y="65223"/>
                </a:lnTo>
                <a:lnTo>
                  <a:pt x="94968" y="67137"/>
                </a:lnTo>
                <a:lnTo>
                  <a:pt x="95358" y="69002"/>
                </a:lnTo>
                <a:lnTo>
                  <a:pt x="95819" y="70818"/>
                </a:lnTo>
                <a:lnTo>
                  <a:pt x="96350" y="72585"/>
                </a:lnTo>
                <a:lnTo>
                  <a:pt x="96953" y="74303"/>
                </a:lnTo>
                <a:lnTo>
                  <a:pt x="97626" y="75973"/>
                </a:lnTo>
                <a:lnTo>
                  <a:pt x="98371" y="77593"/>
                </a:lnTo>
                <a:lnTo>
                  <a:pt x="99186" y="79165"/>
                </a:lnTo>
                <a:lnTo>
                  <a:pt x="100059" y="80647"/>
                </a:lnTo>
                <a:lnTo>
                  <a:pt x="100977" y="82001"/>
                </a:lnTo>
                <a:lnTo>
                  <a:pt x="101940" y="83226"/>
                </a:lnTo>
                <a:lnTo>
                  <a:pt x="102948" y="84321"/>
                </a:lnTo>
                <a:lnTo>
                  <a:pt x="104002" y="85288"/>
                </a:lnTo>
                <a:lnTo>
                  <a:pt x="105100" y="86126"/>
                </a:lnTo>
                <a:lnTo>
                  <a:pt x="106243" y="86835"/>
                </a:lnTo>
                <a:lnTo>
                  <a:pt x="107432" y="87415"/>
                </a:lnTo>
                <a:lnTo>
                  <a:pt x="108665" y="87866"/>
                </a:lnTo>
                <a:lnTo>
                  <a:pt x="109943" y="88188"/>
                </a:lnTo>
                <a:lnTo>
                  <a:pt x="111267" y="88382"/>
                </a:lnTo>
                <a:lnTo>
                  <a:pt x="112635" y="88446"/>
                </a:lnTo>
                <a:lnTo>
                  <a:pt x="113658" y="88411"/>
                </a:lnTo>
                <a:lnTo>
                  <a:pt x="114650" y="88304"/>
                </a:lnTo>
                <a:lnTo>
                  <a:pt x="115612" y="88126"/>
                </a:lnTo>
                <a:lnTo>
                  <a:pt x="116544" y="87877"/>
                </a:lnTo>
                <a:lnTo>
                  <a:pt x="117445" y="87557"/>
                </a:lnTo>
                <a:lnTo>
                  <a:pt x="118316" y="87166"/>
                </a:lnTo>
                <a:lnTo>
                  <a:pt x="119157" y="86704"/>
                </a:lnTo>
                <a:lnTo>
                  <a:pt x="119968" y="86170"/>
                </a:lnTo>
                <a:lnTo>
                  <a:pt x="120748" y="85566"/>
                </a:lnTo>
                <a:lnTo>
                  <a:pt x="121498" y="84890"/>
                </a:lnTo>
                <a:lnTo>
                  <a:pt x="122217" y="84143"/>
                </a:lnTo>
                <a:lnTo>
                  <a:pt x="122906" y="83325"/>
                </a:lnTo>
                <a:lnTo>
                  <a:pt x="123552" y="82420"/>
                </a:lnTo>
                <a:lnTo>
                  <a:pt x="124142" y="81413"/>
                </a:lnTo>
                <a:lnTo>
                  <a:pt x="124676" y="80304"/>
                </a:lnTo>
                <a:lnTo>
                  <a:pt x="125153" y="79093"/>
                </a:lnTo>
                <a:lnTo>
                  <a:pt x="125575" y="77779"/>
                </a:lnTo>
                <a:lnTo>
                  <a:pt x="125940" y="76364"/>
                </a:lnTo>
                <a:lnTo>
                  <a:pt x="126249" y="74845"/>
                </a:lnTo>
                <a:lnTo>
                  <a:pt x="126501" y="73225"/>
                </a:lnTo>
                <a:lnTo>
                  <a:pt x="126698" y="71503"/>
                </a:lnTo>
                <a:lnTo>
                  <a:pt x="126839" y="69678"/>
                </a:lnTo>
                <a:lnTo>
                  <a:pt x="126923" y="67751"/>
                </a:lnTo>
                <a:lnTo>
                  <a:pt x="126951" y="65722"/>
                </a:lnTo>
                <a:lnTo>
                  <a:pt x="126904" y="63165"/>
                </a:lnTo>
                <a:lnTo>
                  <a:pt x="126764" y="60700"/>
                </a:lnTo>
                <a:lnTo>
                  <a:pt x="126530" y="58328"/>
                </a:lnTo>
                <a:lnTo>
                  <a:pt x="126202" y="56048"/>
                </a:lnTo>
                <a:lnTo>
                  <a:pt x="125781" y="53861"/>
                </a:lnTo>
                <a:lnTo>
                  <a:pt x="125266" y="51766"/>
                </a:lnTo>
                <a:lnTo>
                  <a:pt x="124657" y="49764"/>
                </a:lnTo>
                <a:lnTo>
                  <a:pt x="123955" y="47854"/>
                </a:lnTo>
                <a:lnTo>
                  <a:pt x="123159" y="46036"/>
                </a:lnTo>
                <a:lnTo>
                  <a:pt x="122270" y="44311"/>
                </a:lnTo>
                <a:lnTo>
                  <a:pt x="121287" y="42679"/>
                </a:lnTo>
                <a:lnTo>
                  <a:pt x="120210" y="41139"/>
                </a:lnTo>
                <a:lnTo>
                  <a:pt x="119433" y="40157"/>
                </a:lnTo>
                <a:lnTo>
                  <a:pt x="118621" y="39261"/>
                </a:lnTo>
                <a:lnTo>
                  <a:pt x="117775" y="38450"/>
                </a:lnTo>
                <a:lnTo>
                  <a:pt x="116893" y="37725"/>
                </a:lnTo>
                <a:lnTo>
                  <a:pt x="115977" y="37085"/>
                </a:lnTo>
                <a:lnTo>
                  <a:pt x="115026" y="36530"/>
                </a:lnTo>
                <a:lnTo>
                  <a:pt x="114041" y="36061"/>
                </a:lnTo>
                <a:lnTo>
                  <a:pt x="113020" y="35677"/>
                </a:lnTo>
                <a:lnTo>
                  <a:pt x="111965" y="35378"/>
                </a:lnTo>
                <a:lnTo>
                  <a:pt x="110875" y="35165"/>
                </a:lnTo>
                <a:lnTo>
                  <a:pt x="109750" y="35037"/>
                </a:lnTo>
                <a:lnTo>
                  <a:pt x="108591" y="34994"/>
                </a:lnTo>
                <a:close/>
                <a:moveTo>
                  <a:pt x="144284" y="32430"/>
                </a:moveTo>
                <a:lnTo>
                  <a:pt x="168935" y="32430"/>
                </a:lnTo>
                <a:lnTo>
                  <a:pt x="168935" y="34802"/>
                </a:lnTo>
                <a:lnTo>
                  <a:pt x="168385" y="34849"/>
                </a:lnTo>
                <a:lnTo>
                  <a:pt x="167866" y="34907"/>
                </a:lnTo>
                <a:lnTo>
                  <a:pt x="167381" y="34974"/>
                </a:lnTo>
                <a:lnTo>
                  <a:pt x="166928" y="35051"/>
                </a:lnTo>
                <a:lnTo>
                  <a:pt x="166507" y="35138"/>
                </a:lnTo>
                <a:lnTo>
                  <a:pt x="166119" y="35234"/>
                </a:lnTo>
                <a:lnTo>
                  <a:pt x="165763" y="35341"/>
                </a:lnTo>
                <a:lnTo>
                  <a:pt x="165440" y="35457"/>
                </a:lnTo>
                <a:lnTo>
                  <a:pt x="165150" y="35583"/>
                </a:lnTo>
                <a:lnTo>
                  <a:pt x="164892" y="35719"/>
                </a:lnTo>
                <a:lnTo>
                  <a:pt x="164667" y="35864"/>
                </a:lnTo>
                <a:lnTo>
                  <a:pt x="164474" y="36019"/>
                </a:lnTo>
                <a:lnTo>
                  <a:pt x="164305" y="36185"/>
                </a:lnTo>
                <a:lnTo>
                  <a:pt x="164150" y="36363"/>
                </a:lnTo>
                <a:lnTo>
                  <a:pt x="164010" y="36552"/>
                </a:lnTo>
                <a:lnTo>
                  <a:pt x="163885" y="36753"/>
                </a:lnTo>
                <a:lnTo>
                  <a:pt x="163775" y="36965"/>
                </a:lnTo>
                <a:lnTo>
                  <a:pt x="163679" y="37189"/>
                </a:lnTo>
                <a:lnTo>
                  <a:pt x="163598" y="37425"/>
                </a:lnTo>
                <a:lnTo>
                  <a:pt x="163532" y="37672"/>
                </a:lnTo>
                <a:lnTo>
                  <a:pt x="163481" y="37930"/>
                </a:lnTo>
                <a:lnTo>
                  <a:pt x="163444" y="38200"/>
                </a:lnTo>
                <a:lnTo>
                  <a:pt x="163422" y="38482"/>
                </a:lnTo>
                <a:lnTo>
                  <a:pt x="163415" y="38775"/>
                </a:lnTo>
                <a:lnTo>
                  <a:pt x="163422" y="39112"/>
                </a:lnTo>
                <a:lnTo>
                  <a:pt x="163445" y="39461"/>
                </a:lnTo>
                <a:lnTo>
                  <a:pt x="163483" y="39821"/>
                </a:lnTo>
                <a:lnTo>
                  <a:pt x="163536" y="40192"/>
                </a:lnTo>
                <a:lnTo>
                  <a:pt x="163604" y="40576"/>
                </a:lnTo>
                <a:lnTo>
                  <a:pt x="163687" y="40970"/>
                </a:lnTo>
                <a:lnTo>
                  <a:pt x="163786" y="41377"/>
                </a:lnTo>
                <a:lnTo>
                  <a:pt x="163900" y="41795"/>
                </a:lnTo>
                <a:lnTo>
                  <a:pt x="164028" y="42224"/>
                </a:lnTo>
                <a:lnTo>
                  <a:pt x="164172" y="42665"/>
                </a:lnTo>
                <a:lnTo>
                  <a:pt x="164332" y="43118"/>
                </a:lnTo>
                <a:lnTo>
                  <a:pt x="164506" y="43582"/>
                </a:lnTo>
                <a:lnTo>
                  <a:pt x="177088" y="77358"/>
                </a:lnTo>
                <a:lnTo>
                  <a:pt x="189735" y="49863"/>
                </a:lnTo>
                <a:lnTo>
                  <a:pt x="186397" y="41211"/>
                </a:lnTo>
                <a:lnTo>
                  <a:pt x="186133" y="40586"/>
                </a:lnTo>
                <a:lnTo>
                  <a:pt x="185857" y="39995"/>
                </a:lnTo>
                <a:lnTo>
                  <a:pt x="185566" y="39436"/>
                </a:lnTo>
                <a:lnTo>
                  <a:pt x="185263" y="38911"/>
                </a:lnTo>
                <a:lnTo>
                  <a:pt x="184946" y="38418"/>
                </a:lnTo>
                <a:lnTo>
                  <a:pt x="184615" y="37958"/>
                </a:lnTo>
                <a:lnTo>
                  <a:pt x="184272" y="37531"/>
                </a:lnTo>
                <a:lnTo>
                  <a:pt x="183915" y="37137"/>
                </a:lnTo>
                <a:lnTo>
                  <a:pt x="183544" y="36777"/>
                </a:lnTo>
                <a:lnTo>
                  <a:pt x="183160" y="36448"/>
                </a:lnTo>
                <a:lnTo>
                  <a:pt x="182763" y="36153"/>
                </a:lnTo>
                <a:lnTo>
                  <a:pt x="182353" y="35891"/>
                </a:lnTo>
                <a:lnTo>
                  <a:pt x="182100" y="35747"/>
                </a:lnTo>
                <a:lnTo>
                  <a:pt x="181814" y="35612"/>
                </a:lnTo>
                <a:lnTo>
                  <a:pt x="181494" y="35487"/>
                </a:lnTo>
                <a:lnTo>
                  <a:pt x="181140" y="35371"/>
                </a:lnTo>
                <a:lnTo>
                  <a:pt x="180752" y="35266"/>
                </a:lnTo>
                <a:lnTo>
                  <a:pt x="180330" y="35170"/>
                </a:lnTo>
                <a:lnTo>
                  <a:pt x="179875" y="35084"/>
                </a:lnTo>
                <a:lnTo>
                  <a:pt x="179385" y="35008"/>
                </a:lnTo>
                <a:lnTo>
                  <a:pt x="178862" y="34942"/>
                </a:lnTo>
                <a:lnTo>
                  <a:pt x="178305" y="34885"/>
                </a:lnTo>
                <a:lnTo>
                  <a:pt x="177713" y="34839"/>
                </a:lnTo>
                <a:lnTo>
                  <a:pt x="177088" y="34802"/>
                </a:lnTo>
                <a:lnTo>
                  <a:pt x="177088" y="32430"/>
                </a:lnTo>
                <a:lnTo>
                  <a:pt x="205078" y="32430"/>
                </a:lnTo>
                <a:lnTo>
                  <a:pt x="205078" y="34802"/>
                </a:lnTo>
                <a:lnTo>
                  <a:pt x="204326" y="34843"/>
                </a:lnTo>
                <a:lnTo>
                  <a:pt x="203612" y="34901"/>
                </a:lnTo>
                <a:lnTo>
                  <a:pt x="202936" y="34978"/>
                </a:lnTo>
                <a:lnTo>
                  <a:pt x="202296" y="35072"/>
                </a:lnTo>
                <a:lnTo>
                  <a:pt x="201694" y="35184"/>
                </a:lnTo>
                <a:lnTo>
                  <a:pt x="201130" y="35314"/>
                </a:lnTo>
                <a:lnTo>
                  <a:pt x="200603" y="35462"/>
                </a:lnTo>
                <a:lnTo>
                  <a:pt x="200114" y="35628"/>
                </a:lnTo>
                <a:lnTo>
                  <a:pt x="199662" y="35811"/>
                </a:lnTo>
                <a:lnTo>
                  <a:pt x="199247" y="36012"/>
                </a:lnTo>
                <a:lnTo>
                  <a:pt x="198870" y="36231"/>
                </a:lnTo>
                <a:lnTo>
                  <a:pt x="198530" y="36468"/>
                </a:lnTo>
                <a:lnTo>
                  <a:pt x="198325" y="36647"/>
                </a:lnTo>
                <a:lnTo>
                  <a:pt x="198138" y="36844"/>
                </a:lnTo>
                <a:lnTo>
                  <a:pt x="197968" y="37057"/>
                </a:lnTo>
                <a:lnTo>
                  <a:pt x="197817" y="37287"/>
                </a:lnTo>
                <a:lnTo>
                  <a:pt x="197683" y="37534"/>
                </a:lnTo>
                <a:lnTo>
                  <a:pt x="197567" y="37798"/>
                </a:lnTo>
                <a:lnTo>
                  <a:pt x="197469" y="38079"/>
                </a:lnTo>
                <a:lnTo>
                  <a:pt x="197389" y="38377"/>
                </a:lnTo>
                <a:lnTo>
                  <a:pt x="197326" y="38691"/>
                </a:lnTo>
                <a:lnTo>
                  <a:pt x="197282" y="39023"/>
                </a:lnTo>
                <a:lnTo>
                  <a:pt x="197255" y="39371"/>
                </a:lnTo>
                <a:lnTo>
                  <a:pt x="197246" y="39737"/>
                </a:lnTo>
                <a:lnTo>
                  <a:pt x="197250" y="39951"/>
                </a:lnTo>
                <a:lnTo>
                  <a:pt x="197260" y="40166"/>
                </a:lnTo>
                <a:lnTo>
                  <a:pt x="197278" y="40382"/>
                </a:lnTo>
                <a:lnTo>
                  <a:pt x="197303" y="40598"/>
                </a:lnTo>
                <a:lnTo>
                  <a:pt x="197335" y="40816"/>
                </a:lnTo>
                <a:lnTo>
                  <a:pt x="197375" y="41035"/>
                </a:lnTo>
                <a:lnTo>
                  <a:pt x="197421" y="41254"/>
                </a:lnTo>
                <a:lnTo>
                  <a:pt x="197474" y="41474"/>
                </a:lnTo>
                <a:lnTo>
                  <a:pt x="197535" y="41696"/>
                </a:lnTo>
                <a:lnTo>
                  <a:pt x="197603" y="41918"/>
                </a:lnTo>
                <a:lnTo>
                  <a:pt x="197678" y="42141"/>
                </a:lnTo>
                <a:lnTo>
                  <a:pt x="197760" y="42364"/>
                </a:lnTo>
                <a:lnTo>
                  <a:pt x="211113" y="76077"/>
                </a:lnTo>
                <a:lnTo>
                  <a:pt x="223503" y="43582"/>
                </a:lnTo>
                <a:lnTo>
                  <a:pt x="223708" y="43015"/>
                </a:lnTo>
                <a:lnTo>
                  <a:pt x="223895" y="42468"/>
                </a:lnTo>
                <a:lnTo>
                  <a:pt x="224064" y="41940"/>
                </a:lnTo>
                <a:lnTo>
                  <a:pt x="224216" y="41432"/>
                </a:lnTo>
                <a:lnTo>
                  <a:pt x="224350" y="40943"/>
                </a:lnTo>
                <a:lnTo>
                  <a:pt x="224466" y="40474"/>
                </a:lnTo>
                <a:lnTo>
                  <a:pt x="224564" y="40024"/>
                </a:lnTo>
                <a:lnTo>
                  <a:pt x="224644" y="39594"/>
                </a:lnTo>
                <a:lnTo>
                  <a:pt x="224706" y="39184"/>
                </a:lnTo>
                <a:lnTo>
                  <a:pt x="224751" y="38793"/>
                </a:lnTo>
                <a:lnTo>
                  <a:pt x="224778" y="38422"/>
                </a:lnTo>
                <a:lnTo>
                  <a:pt x="224786" y="38070"/>
                </a:lnTo>
                <a:lnTo>
                  <a:pt x="224778" y="37869"/>
                </a:lnTo>
                <a:lnTo>
                  <a:pt x="224752" y="37672"/>
                </a:lnTo>
                <a:lnTo>
                  <a:pt x="224708" y="37478"/>
                </a:lnTo>
                <a:lnTo>
                  <a:pt x="224647" y="37287"/>
                </a:lnTo>
                <a:lnTo>
                  <a:pt x="224569" y="37100"/>
                </a:lnTo>
                <a:lnTo>
                  <a:pt x="224474" y="36917"/>
                </a:lnTo>
                <a:lnTo>
                  <a:pt x="224361" y="36737"/>
                </a:lnTo>
                <a:lnTo>
                  <a:pt x="224230" y="36561"/>
                </a:lnTo>
                <a:lnTo>
                  <a:pt x="224082" y="36388"/>
                </a:lnTo>
                <a:lnTo>
                  <a:pt x="223917" y="36219"/>
                </a:lnTo>
                <a:lnTo>
                  <a:pt x="223735" y="36053"/>
                </a:lnTo>
                <a:lnTo>
                  <a:pt x="223535" y="35891"/>
                </a:lnTo>
                <a:lnTo>
                  <a:pt x="223309" y="35737"/>
                </a:lnTo>
                <a:lnTo>
                  <a:pt x="223051" y="35594"/>
                </a:lnTo>
                <a:lnTo>
                  <a:pt x="222758" y="35463"/>
                </a:lnTo>
                <a:lnTo>
                  <a:pt x="222433" y="35343"/>
                </a:lnTo>
                <a:lnTo>
                  <a:pt x="222074" y="35235"/>
                </a:lnTo>
                <a:lnTo>
                  <a:pt x="221681" y="35138"/>
                </a:lnTo>
                <a:lnTo>
                  <a:pt x="221255" y="35053"/>
                </a:lnTo>
                <a:lnTo>
                  <a:pt x="220796" y="34980"/>
                </a:lnTo>
                <a:lnTo>
                  <a:pt x="220303" y="34918"/>
                </a:lnTo>
                <a:lnTo>
                  <a:pt x="219776" y="34868"/>
                </a:lnTo>
                <a:lnTo>
                  <a:pt x="219217" y="34829"/>
                </a:lnTo>
                <a:lnTo>
                  <a:pt x="218624" y="34802"/>
                </a:lnTo>
                <a:lnTo>
                  <a:pt x="218624" y="32430"/>
                </a:lnTo>
                <a:lnTo>
                  <a:pt x="237176" y="32430"/>
                </a:lnTo>
                <a:lnTo>
                  <a:pt x="237176" y="34802"/>
                </a:lnTo>
                <a:lnTo>
                  <a:pt x="236266" y="34981"/>
                </a:lnTo>
                <a:lnTo>
                  <a:pt x="235397" y="35243"/>
                </a:lnTo>
                <a:lnTo>
                  <a:pt x="234568" y="35587"/>
                </a:lnTo>
                <a:lnTo>
                  <a:pt x="233781" y="36012"/>
                </a:lnTo>
                <a:lnTo>
                  <a:pt x="233035" y="36520"/>
                </a:lnTo>
                <a:lnTo>
                  <a:pt x="232330" y="37109"/>
                </a:lnTo>
                <a:lnTo>
                  <a:pt x="231665" y="37780"/>
                </a:lnTo>
                <a:lnTo>
                  <a:pt x="231042" y="38533"/>
                </a:lnTo>
                <a:lnTo>
                  <a:pt x="230460" y="39368"/>
                </a:lnTo>
                <a:lnTo>
                  <a:pt x="229919" y="40285"/>
                </a:lnTo>
                <a:lnTo>
                  <a:pt x="229418" y="41284"/>
                </a:lnTo>
                <a:lnTo>
                  <a:pt x="228959" y="42364"/>
                </a:lnTo>
                <a:lnTo>
                  <a:pt x="209315" y="92933"/>
                </a:lnTo>
                <a:lnTo>
                  <a:pt x="206683" y="92933"/>
                </a:lnTo>
                <a:lnTo>
                  <a:pt x="191982" y="55439"/>
                </a:lnTo>
                <a:lnTo>
                  <a:pt x="174842" y="92933"/>
                </a:lnTo>
                <a:lnTo>
                  <a:pt x="172466" y="92933"/>
                </a:lnTo>
                <a:lnTo>
                  <a:pt x="153592" y="43582"/>
                </a:lnTo>
                <a:lnTo>
                  <a:pt x="153283" y="42824"/>
                </a:lnTo>
                <a:lnTo>
                  <a:pt x="152974" y="42107"/>
                </a:lnTo>
                <a:lnTo>
                  <a:pt x="152666" y="41433"/>
                </a:lnTo>
                <a:lnTo>
                  <a:pt x="152358" y="40801"/>
                </a:lnTo>
                <a:lnTo>
                  <a:pt x="152052" y="40212"/>
                </a:lnTo>
                <a:lnTo>
                  <a:pt x="151747" y="39665"/>
                </a:lnTo>
                <a:lnTo>
                  <a:pt x="151442" y="39160"/>
                </a:lnTo>
                <a:lnTo>
                  <a:pt x="151139" y="38697"/>
                </a:lnTo>
                <a:lnTo>
                  <a:pt x="150836" y="38277"/>
                </a:lnTo>
                <a:lnTo>
                  <a:pt x="150534" y="37899"/>
                </a:lnTo>
                <a:lnTo>
                  <a:pt x="150233" y="37563"/>
                </a:lnTo>
                <a:lnTo>
                  <a:pt x="149933" y="37269"/>
                </a:lnTo>
                <a:lnTo>
                  <a:pt x="149619" y="37002"/>
                </a:lnTo>
                <a:lnTo>
                  <a:pt x="149277" y="36747"/>
                </a:lnTo>
                <a:lnTo>
                  <a:pt x="148906" y="36502"/>
                </a:lnTo>
                <a:lnTo>
                  <a:pt x="148507" y="36269"/>
                </a:lnTo>
                <a:lnTo>
                  <a:pt x="148079" y="36046"/>
                </a:lnTo>
                <a:lnTo>
                  <a:pt x="147622" y="35835"/>
                </a:lnTo>
                <a:lnTo>
                  <a:pt x="147137" y="35635"/>
                </a:lnTo>
                <a:lnTo>
                  <a:pt x="146624" y="35446"/>
                </a:lnTo>
                <a:lnTo>
                  <a:pt x="146081" y="35268"/>
                </a:lnTo>
                <a:lnTo>
                  <a:pt x="145511" y="35102"/>
                </a:lnTo>
                <a:lnTo>
                  <a:pt x="144912" y="34946"/>
                </a:lnTo>
                <a:lnTo>
                  <a:pt x="144284" y="34802"/>
                </a:lnTo>
                <a:lnTo>
                  <a:pt x="144284" y="32430"/>
                </a:lnTo>
                <a:close/>
                <a:moveTo>
                  <a:pt x="252395" y="54606"/>
                </a:moveTo>
                <a:lnTo>
                  <a:pt x="252430" y="56741"/>
                </a:lnTo>
                <a:lnTo>
                  <a:pt x="252554" y="58798"/>
                </a:lnTo>
                <a:lnTo>
                  <a:pt x="252768" y="60777"/>
                </a:lnTo>
                <a:lnTo>
                  <a:pt x="253073" y="62677"/>
                </a:lnTo>
                <a:lnTo>
                  <a:pt x="253467" y="64500"/>
                </a:lnTo>
                <a:lnTo>
                  <a:pt x="253952" y="66244"/>
                </a:lnTo>
                <a:lnTo>
                  <a:pt x="254527" y="67910"/>
                </a:lnTo>
                <a:lnTo>
                  <a:pt x="255191" y="69498"/>
                </a:lnTo>
                <a:lnTo>
                  <a:pt x="255946" y="71008"/>
                </a:lnTo>
                <a:lnTo>
                  <a:pt x="256791" y="72440"/>
                </a:lnTo>
                <a:lnTo>
                  <a:pt x="257726" y="73794"/>
                </a:lnTo>
                <a:lnTo>
                  <a:pt x="258751" y="75069"/>
                </a:lnTo>
                <a:lnTo>
                  <a:pt x="259836" y="76254"/>
                </a:lnTo>
                <a:lnTo>
                  <a:pt x="260953" y="77335"/>
                </a:lnTo>
                <a:lnTo>
                  <a:pt x="262101" y="78314"/>
                </a:lnTo>
                <a:lnTo>
                  <a:pt x="263280" y="79190"/>
                </a:lnTo>
                <a:lnTo>
                  <a:pt x="264490" y="79962"/>
                </a:lnTo>
                <a:lnTo>
                  <a:pt x="265732" y="80632"/>
                </a:lnTo>
                <a:lnTo>
                  <a:pt x="267005" y="81198"/>
                </a:lnTo>
                <a:lnTo>
                  <a:pt x="268309" y="81662"/>
                </a:lnTo>
                <a:lnTo>
                  <a:pt x="269644" y="82022"/>
                </a:lnTo>
                <a:lnTo>
                  <a:pt x="271010" y="82280"/>
                </a:lnTo>
                <a:lnTo>
                  <a:pt x="272408" y="82434"/>
                </a:lnTo>
                <a:lnTo>
                  <a:pt x="273837" y="82486"/>
                </a:lnTo>
                <a:lnTo>
                  <a:pt x="274789" y="82464"/>
                </a:lnTo>
                <a:lnTo>
                  <a:pt x="275721" y="82398"/>
                </a:lnTo>
                <a:lnTo>
                  <a:pt x="276631" y="82287"/>
                </a:lnTo>
                <a:lnTo>
                  <a:pt x="277521" y="82133"/>
                </a:lnTo>
                <a:lnTo>
                  <a:pt x="278390" y="81935"/>
                </a:lnTo>
                <a:lnTo>
                  <a:pt x="279237" y="81693"/>
                </a:lnTo>
                <a:lnTo>
                  <a:pt x="280064" y="81406"/>
                </a:lnTo>
                <a:lnTo>
                  <a:pt x="280870" y="81076"/>
                </a:lnTo>
                <a:lnTo>
                  <a:pt x="281655" y="80701"/>
                </a:lnTo>
                <a:lnTo>
                  <a:pt x="282419" y="80283"/>
                </a:lnTo>
                <a:lnTo>
                  <a:pt x="283162" y="79820"/>
                </a:lnTo>
                <a:lnTo>
                  <a:pt x="283884" y="79313"/>
                </a:lnTo>
                <a:lnTo>
                  <a:pt x="284586" y="78753"/>
                </a:lnTo>
                <a:lnTo>
                  <a:pt x="285268" y="78130"/>
                </a:lnTo>
                <a:lnTo>
                  <a:pt x="285932" y="77445"/>
                </a:lnTo>
                <a:lnTo>
                  <a:pt x="286576" y="76696"/>
                </a:lnTo>
                <a:lnTo>
                  <a:pt x="287202" y="75885"/>
                </a:lnTo>
                <a:lnTo>
                  <a:pt x="287808" y="75011"/>
                </a:lnTo>
                <a:lnTo>
                  <a:pt x="288395" y="74074"/>
                </a:lnTo>
                <a:lnTo>
                  <a:pt x="288962" y="73075"/>
                </a:lnTo>
                <a:lnTo>
                  <a:pt x="289511" y="72013"/>
                </a:lnTo>
                <a:lnTo>
                  <a:pt x="290040" y="70888"/>
                </a:lnTo>
                <a:lnTo>
                  <a:pt x="290551" y="69700"/>
                </a:lnTo>
                <a:lnTo>
                  <a:pt x="291042" y="68450"/>
                </a:lnTo>
                <a:lnTo>
                  <a:pt x="293032" y="69732"/>
                </a:lnTo>
                <a:lnTo>
                  <a:pt x="292771" y="71184"/>
                </a:lnTo>
                <a:lnTo>
                  <a:pt x="292440" y="72615"/>
                </a:lnTo>
                <a:lnTo>
                  <a:pt x="292037" y="74024"/>
                </a:lnTo>
                <a:lnTo>
                  <a:pt x="291562" y="75411"/>
                </a:lnTo>
                <a:lnTo>
                  <a:pt x="291017" y="76776"/>
                </a:lnTo>
                <a:lnTo>
                  <a:pt x="290400" y="78120"/>
                </a:lnTo>
                <a:lnTo>
                  <a:pt x="289711" y="79441"/>
                </a:lnTo>
                <a:lnTo>
                  <a:pt x="288952" y="80741"/>
                </a:lnTo>
                <a:lnTo>
                  <a:pt x="288121" y="82019"/>
                </a:lnTo>
                <a:lnTo>
                  <a:pt x="287218" y="83275"/>
                </a:lnTo>
                <a:lnTo>
                  <a:pt x="286245" y="84510"/>
                </a:lnTo>
                <a:lnTo>
                  <a:pt x="285200" y="85722"/>
                </a:lnTo>
                <a:lnTo>
                  <a:pt x="284096" y="86874"/>
                </a:lnTo>
                <a:lnTo>
                  <a:pt x="282947" y="87926"/>
                </a:lnTo>
                <a:lnTo>
                  <a:pt x="281753" y="88877"/>
                </a:lnTo>
                <a:lnTo>
                  <a:pt x="280513" y="89728"/>
                </a:lnTo>
                <a:lnTo>
                  <a:pt x="279228" y="90479"/>
                </a:lnTo>
                <a:lnTo>
                  <a:pt x="277897" y="91130"/>
                </a:lnTo>
                <a:lnTo>
                  <a:pt x="276521" y="91681"/>
                </a:lnTo>
                <a:lnTo>
                  <a:pt x="275099" y="92132"/>
                </a:lnTo>
                <a:lnTo>
                  <a:pt x="273632" y="92482"/>
                </a:lnTo>
                <a:lnTo>
                  <a:pt x="272120" y="92732"/>
                </a:lnTo>
                <a:lnTo>
                  <a:pt x="270562" y="92883"/>
                </a:lnTo>
                <a:lnTo>
                  <a:pt x="268958" y="92933"/>
                </a:lnTo>
                <a:lnTo>
                  <a:pt x="267214" y="92876"/>
                </a:lnTo>
                <a:lnTo>
                  <a:pt x="265512" y="92704"/>
                </a:lnTo>
                <a:lnTo>
                  <a:pt x="263852" y="92419"/>
                </a:lnTo>
                <a:lnTo>
                  <a:pt x="262235" y="92020"/>
                </a:lnTo>
                <a:lnTo>
                  <a:pt x="260660" y="91506"/>
                </a:lnTo>
                <a:lnTo>
                  <a:pt x="259128" y="90878"/>
                </a:lnTo>
                <a:lnTo>
                  <a:pt x="257638" y="90136"/>
                </a:lnTo>
                <a:lnTo>
                  <a:pt x="256190" y="89280"/>
                </a:lnTo>
                <a:lnTo>
                  <a:pt x="254785" y="88310"/>
                </a:lnTo>
                <a:lnTo>
                  <a:pt x="253421" y="87226"/>
                </a:lnTo>
                <a:lnTo>
                  <a:pt x="252101" y="86028"/>
                </a:lnTo>
                <a:lnTo>
                  <a:pt x="250822" y="84715"/>
                </a:lnTo>
                <a:lnTo>
                  <a:pt x="249618" y="83306"/>
                </a:lnTo>
                <a:lnTo>
                  <a:pt x="248518" y="81818"/>
                </a:lnTo>
                <a:lnTo>
                  <a:pt x="247522" y="80251"/>
                </a:lnTo>
                <a:lnTo>
                  <a:pt x="246632" y="78606"/>
                </a:lnTo>
                <a:lnTo>
                  <a:pt x="245846" y="76883"/>
                </a:lnTo>
                <a:lnTo>
                  <a:pt x="245165" y="75080"/>
                </a:lnTo>
                <a:lnTo>
                  <a:pt x="244589" y="73199"/>
                </a:lnTo>
                <a:lnTo>
                  <a:pt x="244117" y="71240"/>
                </a:lnTo>
                <a:lnTo>
                  <a:pt x="243751" y="69202"/>
                </a:lnTo>
                <a:lnTo>
                  <a:pt x="243489" y="67085"/>
                </a:lnTo>
                <a:lnTo>
                  <a:pt x="243332" y="64889"/>
                </a:lnTo>
                <a:lnTo>
                  <a:pt x="243279" y="62615"/>
                </a:lnTo>
                <a:lnTo>
                  <a:pt x="243333" y="60156"/>
                </a:lnTo>
                <a:lnTo>
                  <a:pt x="243494" y="57789"/>
                </a:lnTo>
                <a:lnTo>
                  <a:pt x="243763" y="55514"/>
                </a:lnTo>
                <a:lnTo>
                  <a:pt x="244139" y="53331"/>
                </a:lnTo>
                <a:lnTo>
                  <a:pt x="244622" y="51240"/>
                </a:lnTo>
                <a:lnTo>
                  <a:pt x="245213" y="49241"/>
                </a:lnTo>
                <a:lnTo>
                  <a:pt x="245912" y="47333"/>
                </a:lnTo>
                <a:lnTo>
                  <a:pt x="246717" y="45518"/>
                </a:lnTo>
                <a:lnTo>
                  <a:pt x="247631" y="43795"/>
                </a:lnTo>
                <a:lnTo>
                  <a:pt x="248651" y="42163"/>
                </a:lnTo>
                <a:lnTo>
                  <a:pt x="249779" y="40624"/>
                </a:lnTo>
                <a:lnTo>
                  <a:pt x="251015" y="39176"/>
                </a:lnTo>
                <a:lnTo>
                  <a:pt x="252332" y="37832"/>
                </a:lnTo>
                <a:lnTo>
                  <a:pt x="253703" y="36606"/>
                </a:lnTo>
                <a:lnTo>
                  <a:pt x="255130" y="35496"/>
                </a:lnTo>
                <a:lnTo>
                  <a:pt x="256611" y="34503"/>
                </a:lnTo>
                <a:lnTo>
                  <a:pt x="258147" y="33626"/>
                </a:lnTo>
                <a:lnTo>
                  <a:pt x="259738" y="32867"/>
                </a:lnTo>
                <a:lnTo>
                  <a:pt x="261383" y="32224"/>
                </a:lnTo>
                <a:lnTo>
                  <a:pt x="263084" y="31699"/>
                </a:lnTo>
                <a:lnTo>
                  <a:pt x="264839" y="31290"/>
                </a:lnTo>
                <a:lnTo>
                  <a:pt x="266650" y="30998"/>
                </a:lnTo>
                <a:lnTo>
                  <a:pt x="268515" y="30822"/>
                </a:lnTo>
                <a:lnTo>
                  <a:pt x="270434" y="30764"/>
                </a:lnTo>
                <a:lnTo>
                  <a:pt x="272058" y="30809"/>
                </a:lnTo>
                <a:lnTo>
                  <a:pt x="273632" y="30944"/>
                </a:lnTo>
                <a:lnTo>
                  <a:pt x="275157" y="31170"/>
                </a:lnTo>
                <a:lnTo>
                  <a:pt x="276633" y="31485"/>
                </a:lnTo>
                <a:lnTo>
                  <a:pt x="278060" y="31891"/>
                </a:lnTo>
                <a:lnTo>
                  <a:pt x="279438" y="32386"/>
                </a:lnTo>
                <a:lnTo>
                  <a:pt x="280767" y="32972"/>
                </a:lnTo>
                <a:lnTo>
                  <a:pt x="282047" y="33648"/>
                </a:lnTo>
                <a:lnTo>
                  <a:pt x="283278" y="34414"/>
                </a:lnTo>
                <a:lnTo>
                  <a:pt x="284460" y="35270"/>
                </a:lnTo>
                <a:lnTo>
                  <a:pt x="285592" y="36217"/>
                </a:lnTo>
                <a:lnTo>
                  <a:pt x="286676" y="37253"/>
                </a:lnTo>
                <a:lnTo>
                  <a:pt x="287691" y="38365"/>
                </a:lnTo>
                <a:lnTo>
                  <a:pt x="288618" y="39537"/>
                </a:lnTo>
                <a:lnTo>
                  <a:pt x="289457" y="40770"/>
                </a:lnTo>
                <a:lnTo>
                  <a:pt x="290207" y="42065"/>
                </a:lnTo>
                <a:lnTo>
                  <a:pt x="290869" y="43419"/>
                </a:lnTo>
                <a:lnTo>
                  <a:pt x="291443" y="44835"/>
                </a:lnTo>
                <a:lnTo>
                  <a:pt x="291928" y="46311"/>
                </a:lnTo>
                <a:lnTo>
                  <a:pt x="292326" y="47849"/>
                </a:lnTo>
                <a:lnTo>
                  <a:pt x="292634" y="49447"/>
                </a:lnTo>
                <a:lnTo>
                  <a:pt x="292855" y="51106"/>
                </a:lnTo>
                <a:lnTo>
                  <a:pt x="292988" y="52825"/>
                </a:lnTo>
                <a:lnTo>
                  <a:pt x="293032" y="54606"/>
                </a:lnTo>
                <a:lnTo>
                  <a:pt x="252395" y="54606"/>
                </a:lnTo>
                <a:moveTo>
                  <a:pt x="252395" y="50889"/>
                </a:moveTo>
                <a:lnTo>
                  <a:pt x="279615" y="50889"/>
                </a:lnTo>
                <a:lnTo>
                  <a:pt x="279556" y="49972"/>
                </a:lnTo>
                <a:lnTo>
                  <a:pt x="279488" y="49101"/>
                </a:lnTo>
                <a:lnTo>
                  <a:pt x="279410" y="48277"/>
                </a:lnTo>
                <a:lnTo>
                  <a:pt x="279322" y="47499"/>
                </a:lnTo>
                <a:lnTo>
                  <a:pt x="279225" y="46767"/>
                </a:lnTo>
                <a:lnTo>
                  <a:pt x="279117" y="46082"/>
                </a:lnTo>
                <a:lnTo>
                  <a:pt x="279000" y="45443"/>
                </a:lnTo>
                <a:lnTo>
                  <a:pt x="278873" y="44850"/>
                </a:lnTo>
                <a:lnTo>
                  <a:pt x="278736" y="44303"/>
                </a:lnTo>
                <a:lnTo>
                  <a:pt x="278589" y="43803"/>
                </a:lnTo>
                <a:lnTo>
                  <a:pt x="278433" y="43349"/>
                </a:lnTo>
                <a:lnTo>
                  <a:pt x="278266" y="42941"/>
                </a:lnTo>
                <a:lnTo>
                  <a:pt x="277988" y="42354"/>
                </a:lnTo>
                <a:lnTo>
                  <a:pt x="277688" y="41788"/>
                </a:lnTo>
                <a:lnTo>
                  <a:pt x="277366" y="41243"/>
                </a:lnTo>
                <a:lnTo>
                  <a:pt x="277022" y="40719"/>
                </a:lnTo>
                <a:lnTo>
                  <a:pt x="276656" y="40217"/>
                </a:lnTo>
                <a:lnTo>
                  <a:pt x="276268" y="39737"/>
                </a:lnTo>
                <a:lnTo>
                  <a:pt x="275859" y="39277"/>
                </a:lnTo>
                <a:lnTo>
                  <a:pt x="275428" y="38839"/>
                </a:lnTo>
                <a:lnTo>
                  <a:pt x="274974" y="38423"/>
                </a:lnTo>
                <a:lnTo>
                  <a:pt x="274499" y="38028"/>
                </a:lnTo>
                <a:lnTo>
                  <a:pt x="274003" y="37654"/>
                </a:lnTo>
                <a:lnTo>
                  <a:pt x="273484" y="37301"/>
                </a:lnTo>
                <a:lnTo>
                  <a:pt x="272952" y="36974"/>
                </a:lnTo>
                <a:lnTo>
                  <a:pt x="272417" y="36675"/>
                </a:lnTo>
                <a:lnTo>
                  <a:pt x="271877" y="36404"/>
                </a:lnTo>
                <a:lnTo>
                  <a:pt x="271333" y="36162"/>
                </a:lnTo>
                <a:lnTo>
                  <a:pt x="270786" y="35948"/>
                </a:lnTo>
                <a:lnTo>
                  <a:pt x="270234" y="35763"/>
                </a:lnTo>
                <a:lnTo>
                  <a:pt x="269678" y="35606"/>
                </a:lnTo>
                <a:lnTo>
                  <a:pt x="269118" y="35478"/>
                </a:lnTo>
                <a:lnTo>
                  <a:pt x="268555" y="35379"/>
                </a:lnTo>
                <a:lnTo>
                  <a:pt x="267987" y="35307"/>
                </a:lnTo>
                <a:lnTo>
                  <a:pt x="267415" y="35265"/>
                </a:lnTo>
                <a:lnTo>
                  <a:pt x="266839" y="35250"/>
                </a:lnTo>
                <a:lnTo>
                  <a:pt x="265959" y="35279"/>
                </a:lnTo>
                <a:lnTo>
                  <a:pt x="265095" y="35365"/>
                </a:lnTo>
                <a:lnTo>
                  <a:pt x="264246" y="35509"/>
                </a:lnTo>
                <a:lnTo>
                  <a:pt x="263412" y="35710"/>
                </a:lnTo>
                <a:lnTo>
                  <a:pt x="262594" y="35968"/>
                </a:lnTo>
                <a:lnTo>
                  <a:pt x="261792" y="36284"/>
                </a:lnTo>
                <a:lnTo>
                  <a:pt x="261005" y="36657"/>
                </a:lnTo>
                <a:lnTo>
                  <a:pt x="260234" y="37088"/>
                </a:lnTo>
                <a:lnTo>
                  <a:pt x="259479" y="37576"/>
                </a:lnTo>
                <a:lnTo>
                  <a:pt x="258739" y="38121"/>
                </a:lnTo>
                <a:lnTo>
                  <a:pt x="258015" y="38724"/>
                </a:lnTo>
                <a:lnTo>
                  <a:pt x="257306" y="39384"/>
                </a:lnTo>
                <a:lnTo>
                  <a:pt x="256630" y="40096"/>
                </a:lnTo>
                <a:lnTo>
                  <a:pt x="256002" y="40852"/>
                </a:lnTo>
                <a:lnTo>
                  <a:pt x="255423" y="41653"/>
                </a:lnTo>
                <a:lnTo>
                  <a:pt x="254892" y="42500"/>
                </a:lnTo>
                <a:lnTo>
                  <a:pt x="254410" y="43391"/>
                </a:lnTo>
                <a:lnTo>
                  <a:pt x="253976" y="44327"/>
                </a:lnTo>
                <a:lnTo>
                  <a:pt x="253591" y="45308"/>
                </a:lnTo>
                <a:lnTo>
                  <a:pt x="253255" y="46335"/>
                </a:lnTo>
                <a:lnTo>
                  <a:pt x="252967" y="47406"/>
                </a:lnTo>
                <a:lnTo>
                  <a:pt x="252728" y="48522"/>
                </a:lnTo>
                <a:lnTo>
                  <a:pt x="252537" y="49683"/>
                </a:lnTo>
                <a:lnTo>
                  <a:pt x="252395" y="50889"/>
                </a:lnTo>
                <a:close/>
                <a:moveTo>
                  <a:pt x="318141" y="30764"/>
                </a:moveTo>
                <a:lnTo>
                  <a:pt x="318141" y="43967"/>
                </a:lnTo>
                <a:lnTo>
                  <a:pt x="319374" y="41858"/>
                </a:lnTo>
                <a:lnTo>
                  <a:pt x="320613" y="39933"/>
                </a:lnTo>
                <a:lnTo>
                  <a:pt x="321856" y="38191"/>
                </a:lnTo>
                <a:lnTo>
                  <a:pt x="323106" y="36632"/>
                </a:lnTo>
                <a:lnTo>
                  <a:pt x="324360" y="35257"/>
                </a:lnTo>
                <a:lnTo>
                  <a:pt x="325620" y="34065"/>
                </a:lnTo>
                <a:lnTo>
                  <a:pt x="326885" y="33056"/>
                </a:lnTo>
                <a:lnTo>
                  <a:pt x="328156" y="32231"/>
                </a:lnTo>
                <a:lnTo>
                  <a:pt x="329432" y="31589"/>
                </a:lnTo>
                <a:lnTo>
                  <a:pt x="330713" y="31131"/>
                </a:lnTo>
                <a:lnTo>
                  <a:pt x="331999" y="30856"/>
                </a:lnTo>
                <a:lnTo>
                  <a:pt x="333291" y="30764"/>
                </a:lnTo>
                <a:lnTo>
                  <a:pt x="333871" y="30779"/>
                </a:lnTo>
                <a:lnTo>
                  <a:pt x="334434" y="30824"/>
                </a:lnTo>
                <a:lnTo>
                  <a:pt x="334981" y="30898"/>
                </a:lnTo>
                <a:lnTo>
                  <a:pt x="335510" y="31002"/>
                </a:lnTo>
                <a:lnTo>
                  <a:pt x="336022" y="31137"/>
                </a:lnTo>
                <a:lnTo>
                  <a:pt x="336517" y="31301"/>
                </a:lnTo>
                <a:lnTo>
                  <a:pt x="336996" y="31495"/>
                </a:lnTo>
                <a:lnTo>
                  <a:pt x="337457" y="31718"/>
                </a:lnTo>
                <a:lnTo>
                  <a:pt x="337901" y="31972"/>
                </a:lnTo>
                <a:lnTo>
                  <a:pt x="338329" y="32255"/>
                </a:lnTo>
                <a:lnTo>
                  <a:pt x="338740" y="32568"/>
                </a:lnTo>
                <a:lnTo>
                  <a:pt x="339133" y="32911"/>
                </a:lnTo>
                <a:lnTo>
                  <a:pt x="339502" y="33274"/>
                </a:lnTo>
                <a:lnTo>
                  <a:pt x="339839" y="33645"/>
                </a:lnTo>
                <a:lnTo>
                  <a:pt x="340144" y="34027"/>
                </a:lnTo>
                <a:lnTo>
                  <a:pt x="340417" y="34417"/>
                </a:lnTo>
                <a:lnTo>
                  <a:pt x="340658" y="34817"/>
                </a:lnTo>
                <a:lnTo>
                  <a:pt x="340867" y="35226"/>
                </a:lnTo>
                <a:lnTo>
                  <a:pt x="341043" y="35645"/>
                </a:lnTo>
                <a:lnTo>
                  <a:pt x="341188" y="36073"/>
                </a:lnTo>
                <a:lnTo>
                  <a:pt x="341300" y="36510"/>
                </a:lnTo>
                <a:lnTo>
                  <a:pt x="341380" y="36957"/>
                </a:lnTo>
                <a:lnTo>
                  <a:pt x="341428" y="37413"/>
                </a:lnTo>
                <a:lnTo>
                  <a:pt x="341444" y="37878"/>
                </a:lnTo>
                <a:lnTo>
                  <a:pt x="341433" y="38289"/>
                </a:lnTo>
                <a:lnTo>
                  <a:pt x="341398" y="38690"/>
                </a:lnTo>
                <a:lnTo>
                  <a:pt x="341340" y="39080"/>
                </a:lnTo>
                <a:lnTo>
                  <a:pt x="341259" y="39459"/>
                </a:lnTo>
                <a:lnTo>
                  <a:pt x="341155" y="39828"/>
                </a:lnTo>
                <a:lnTo>
                  <a:pt x="341027" y="40185"/>
                </a:lnTo>
                <a:lnTo>
                  <a:pt x="340876" y="40533"/>
                </a:lnTo>
                <a:lnTo>
                  <a:pt x="340703" y="40869"/>
                </a:lnTo>
                <a:lnTo>
                  <a:pt x="340505" y="41195"/>
                </a:lnTo>
                <a:lnTo>
                  <a:pt x="340285" y="41510"/>
                </a:lnTo>
                <a:lnTo>
                  <a:pt x="340042" y="41814"/>
                </a:lnTo>
                <a:lnTo>
                  <a:pt x="339775" y="42108"/>
                </a:lnTo>
                <a:lnTo>
                  <a:pt x="339493" y="42385"/>
                </a:lnTo>
                <a:lnTo>
                  <a:pt x="339201" y="42637"/>
                </a:lnTo>
                <a:lnTo>
                  <a:pt x="338901" y="42865"/>
                </a:lnTo>
                <a:lnTo>
                  <a:pt x="338591" y="43069"/>
                </a:lnTo>
                <a:lnTo>
                  <a:pt x="338273" y="43250"/>
                </a:lnTo>
                <a:lnTo>
                  <a:pt x="337946" y="43406"/>
                </a:lnTo>
                <a:lnTo>
                  <a:pt x="337609" y="43538"/>
                </a:lnTo>
                <a:lnTo>
                  <a:pt x="337264" y="43646"/>
                </a:lnTo>
                <a:lnTo>
                  <a:pt x="336910" y="43730"/>
                </a:lnTo>
                <a:lnTo>
                  <a:pt x="336548" y="43791"/>
                </a:lnTo>
                <a:lnTo>
                  <a:pt x="336176" y="43827"/>
                </a:lnTo>
                <a:lnTo>
                  <a:pt x="335795" y="43839"/>
                </a:lnTo>
                <a:lnTo>
                  <a:pt x="335417" y="43823"/>
                </a:lnTo>
                <a:lnTo>
                  <a:pt x="335031" y="43777"/>
                </a:lnTo>
                <a:lnTo>
                  <a:pt x="334637" y="43700"/>
                </a:lnTo>
                <a:lnTo>
                  <a:pt x="334236" y="43593"/>
                </a:lnTo>
                <a:lnTo>
                  <a:pt x="333828" y="43455"/>
                </a:lnTo>
                <a:lnTo>
                  <a:pt x="333412" y="43286"/>
                </a:lnTo>
                <a:lnTo>
                  <a:pt x="332988" y="43086"/>
                </a:lnTo>
                <a:lnTo>
                  <a:pt x="332557" y="42856"/>
                </a:lnTo>
                <a:lnTo>
                  <a:pt x="332118" y="42595"/>
                </a:lnTo>
                <a:lnTo>
                  <a:pt x="331671" y="42303"/>
                </a:lnTo>
                <a:lnTo>
                  <a:pt x="331217" y="41981"/>
                </a:lnTo>
                <a:lnTo>
                  <a:pt x="330756" y="41627"/>
                </a:lnTo>
                <a:lnTo>
                  <a:pt x="330300" y="41274"/>
                </a:lnTo>
                <a:lnTo>
                  <a:pt x="329865" y="40952"/>
                </a:lnTo>
                <a:lnTo>
                  <a:pt x="329450" y="40660"/>
                </a:lnTo>
                <a:lnTo>
                  <a:pt x="329054" y="40399"/>
                </a:lnTo>
                <a:lnTo>
                  <a:pt x="328679" y="40169"/>
                </a:lnTo>
                <a:lnTo>
                  <a:pt x="328324" y="39969"/>
                </a:lnTo>
                <a:lnTo>
                  <a:pt x="327989" y="39800"/>
                </a:lnTo>
                <a:lnTo>
                  <a:pt x="327674" y="39662"/>
                </a:lnTo>
                <a:lnTo>
                  <a:pt x="327379" y="39554"/>
                </a:lnTo>
                <a:lnTo>
                  <a:pt x="327104" y="39478"/>
                </a:lnTo>
                <a:lnTo>
                  <a:pt x="326850" y="39432"/>
                </a:lnTo>
                <a:lnTo>
                  <a:pt x="326615" y="39416"/>
                </a:lnTo>
                <a:lnTo>
                  <a:pt x="326421" y="39425"/>
                </a:lnTo>
                <a:lnTo>
                  <a:pt x="326224" y="39452"/>
                </a:lnTo>
                <a:lnTo>
                  <a:pt x="326025" y="39496"/>
                </a:lnTo>
                <a:lnTo>
                  <a:pt x="325823" y="39558"/>
                </a:lnTo>
                <a:lnTo>
                  <a:pt x="325619" y="39638"/>
                </a:lnTo>
                <a:lnTo>
                  <a:pt x="325411" y="39736"/>
                </a:lnTo>
                <a:lnTo>
                  <a:pt x="325201" y="39851"/>
                </a:lnTo>
                <a:lnTo>
                  <a:pt x="324989" y="39984"/>
                </a:lnTo>
                <a:lnTo>
                  <a:pt x="324773" y="40135"/>
                </a:lnTo>
                <a:lnTo>
                  <a:pt x="324555" y="40304"/>
                </a:lnTo>
                <a:lnTo>
                  <a:pt x="324335" y="40490"/>
                </a:lnTo>
                <a:lnTo>
                  <a:pt x="324111" y="40694"/>
                </a:lnTo>
                <a:lnTo>
                  <a:pt x="323628" y="41155"/>
                </a:lnTo>
                <a:lnTo>
                  <a:pt x="323143" y="41662"/>
                </a:lnTo>
                <a:lnTo>
                  <a:pt x="322655" y="42217"/>
                </a:lnTo>
                <a:lnTo>
                  <a:pt x="322164" y="42818"/>
                </a:lnTo>
                <a:lnTo>
                  <a:pt x="321670" y="43467"/>
                </a:lnTo>
                <a:lnTo>
                  <a:pt x="321174" y="44163"/>
                </a:lnTo>
                <a:lnTo>
                  <a:pt x="320675" y="44905"/>
                </a:lnTo>
                <a:lnTo>
                  <a:pt x="320174" y="45695"/>
                </a:lnTo>
                <a:lnTo>
                  <a:pt x="319670" y="46532"/>
                </a:lnTo>
                <a:lnTo>
                  <a:pt x="319163" y="47416"/>
                </a:lnTo>
                <a:lnTo>
                  <a:pt x="318653" y="48347"/>
                </a:lnTo>
                <a:lnTo>
                  <a:pt x="318141" y="49324"/>
                </a:lnTo>
                <a:lnTo>
                  <a:pt x="318141" y="77388"/>
                </a:lnTo>
                <a:lnTo>
                  <a:pt x="318149" y="78182"/>
                </a:lnTo>
                <a:lnTo>
                  <a:pt x="318175" y="78942"/>
                </a:lnTo>
                <a:lnTo>
                  <a:pt x="318217" y="79669"/>
                </a:lnTo>
                <a:lnTo>
                  <a:pt x="318277" y="80364"/>
                </a:lnTo>
                <a:lnTo>
                  <a:pt x="318353" y="81026"/>
                </a:lnTo>
                <a:lnTo>
                  <a:pt x="318446" y="81655"/>
                </a:lnTo>
                <a:lnTo>
                  <a:pt x="318556" y="82251"/>
                </a:lnTo>
                <a:lnTo>
                  <a:pt x="318683" y="82814"/>
                </a:lnTo>
                <a:lnTo>
                  <a:pt x="318827" y="83344"/>
                </a:lnTo>
                <a:lnTo>
                  <a:pt x="318988" y="83842"/>
                </a:lnTo>
                <a:lnTo>
                  <a:pt x="319166" y="84307"/>
                </a:lnTo>
                <a:lnTo>
                  <a:pt x="319361" y="84739"/>
                </a:lnTo>
                <a:lnTo>
                  <a:pt x="319509" y="85023"/>
                </a:lnTo>
                <a:lnTo>
                  <a:pt x="319675" y="85299"/>
                </a:lnTo>
                <a:lnTo>
                  <a:pt x="319858" y="85566"/>
                </a:lnTo>
                <a:lnTo>
                  <a:pt x="320060" y="85826"/>
                </a:lnTo>
                <a:lnTo>
                  <a:pt x="320279" y="86078"/>
                </a:lnTo>
                <a:lnTo>
                  <a:pt x="320516" y="86322"/>
                </a:lnTo>
                <a:lnTo>
                  <a:pt x="320771" y="86558"/>
                </a:lnTo>
                <a:lnTo>
                  <a:pt x="321044" y="86785"/>
                </a:lnTo>
                <a:lnTo>
                  <a:pt x="321335" y="87005"/>
                </a:lnTo>
                <a:lnTo>
                  <a:pt x="321643" y="87217"/>
                </a:lnTo>
                <a:lnTo>
                  <a:pt x="321970" y="87421"/>
                </a:lnTo>
                <a:lnTo>
                  <a:pt x="322314" y="87617"/>
                </a:lnTo>
                <a:lnTo>
                  <a:pt x="322680" y="87801"/>
                </a:lnTo>
                <a:lnTo>
                  <a:pt x="323072" y="87968"/>
                </a:lnTo>
                <a:lnTo>
                  <a:pt x="323489" y="88120"/>
                </a:lnTo>
                <a:lnTo>
                  <a:pt x="323933" y="88256"/>
                </a:lnTo>
                <a:lnTo>
                  <a:pt x="324402" y="88376"/>
                </a:lnTo>
                <a:lnTo>
                  <a:pt x="324898" y="88479"/>
                </a:lnTo>
                <a:lnTo>
                  <a:pt x="325419" y="88567"/>
                </a:lnTo>
                <a:lnTo>
                  <a:pt x="325966" y="88639"/>
                </a:lnTo>
                <a:lnTo>
                  <a:pt x="326539" y="88695"/>
                </a:lnTo>
                <a:lnTo>
                  <a:pt x="327137" y="88735"/>
                </a:lnTo>
                <a:lnTo>
                  <a:pt x="327762" y="88759"/>
                </a:lnTo>
                <a:lnTo>
                  <a:pt x="328412" y="88767"/>
                </a:lnTo>
                <a:lnTo>
                  <a:pt x="328412" y="91138"/>
                </a:lnTo>
                <a:lnTo>
                  <a:pt x="298304" y="91138"/>
                </a:lnTo>
                <a:lnTo>
                  <a:pt x="298304" y="88767"/>
                </a:lnTo>
                <a:lnTo>
                  <a:pt x="299037" y="88757"/>
                </a:lnTo>
                <a:lnTo>
                  <a:pt x="299738" y="88728"/>
                </a:lnTo>
                <a:lnTo>
                  <a:pt x="300407" y="88679"/>
                </a:lnTo>
                <a:lnTo>
                  <a:pt x="301043" y="88611"/>
                </a:lnTo>
                <a:lnTo>
                  <a:pt x="301648" y="88523"/>
                </a:lnTo>
                <a:lnTo>
                  <a:pt x="302220" y="88415"/>
                </a:lnTo>
                <a:lnTo>
                  <a:pt x="302761" y="88288"/>
                </a:lnTo>
                <a:lnTo>
                  <a:pt x="303269" y="88142"/>
                </a:lnTo>
                <a:lnTo>
                  <a:pt x="303745" y="87976"/>
                </a:lnTo>
                <a:lnTo>
                  <a:pt x="304189" y="87790"/>
                </a:lnTo>
                <a:lnTo>
                  <a:pt x="304601" y="87585"/>
                </a:lnTo>
                <a:lnTo>
                  <a:pt x="304981" y="87361"/>
                </a:lnTo>
                <a:lnTo>
                  <a:pt x="305241" y="87182"/>
                </a:lnTo>
                <a:lnTo>
                  <a:pt x="305489" y="86986"/>
                </a:lnTo>
                <a:lnTo>
                  <a:pt x="305723" y="86773"/>
                </a:lnTo>
                <a:lnTo>
                  <a:pt x="305944" y="86543"/>
                </a:lnTo>
                <a:lnTo>
                  <a:pt x="306151" y="86297"/>
                </a:lnTo>
                <a:lnTo>
                  <a:pt x="306345" y="86033"/>
                </a:lnTo>
                <a:lnTo>
                  <a:pt x="306525" y="85753"/>
                </a:lnTo>
                <a:lnTo>
                  <a:pt x="306693" y="85456"/>
                </a:lnTo>
                <a:lnTo>
                  <a:pt x="306846" y="85142"/>
                </a:lnTo>
                <a:lnTo>
                  <a:pt x="306987" y="84811"/>
                </a:lnTo>
                <a:lnTo>
                  <a:pt x="307114" y="84463"/>
                </a:lnTo>
                <a:lnTo>
                  <a:pt x="307228" y="84098"/>
                </a:lnTo>
                <a:lnTo>
                  <a:pt x="307279" y="83889"/>
                </a:lnTo>
                <a:lnTo>
                  <a:pt x="307326" y="83624"/>
                </a:lnTo>
                <a:lnTo>
                  <a:pt x="307368" y="83303"/>
                </a:lnTo>
                <a:lnTo>
                  <a:pt x="307406" y="82926"/>
                </a:lnTo>
                <a:lnTo>
                  <a:pt x="307439" y="82493"/>
                </a:lnTo>
                <a:lnTo>
                  <a:pt x="307468" y="82004"/>
                </a:lnTo>
                <a:lnTo>
                  <a:pt x="307493" y="81459"/>
                </a:lnTo>
                <a:lnTo>
                  <a:pt x="307513" y="80858"/>
                </a:lnTo>
                <a:lnTo>
                  <a:pt x="307528" y="80201"/>
                </a:lnTo>
                <a:lnTo>
                  <a:pt x="307540" y="79488"/>
                </a:lnTo>
                <a:lnTo>
                  <a:pt x="307546" y="78720"/>
                </a:lnTo>
                <a:lnTo>
                  <a:pt x="307549" y="77895"/>
                </a:lnTo>
                <a:lnTo>
                  <a:pt x="307549" y="55193"/>
                </a:lnTo>
                <a:lnTo>
                  <a:pt x="307546" y="53545"/>
                </a:lnTo>
                <a:lnTo>
                  <a:pt x="307537" y="52012"/>
                </a:lnTo>
                <a:lnTo>
                  <a:pt x="307522" y="50594"/>
                </a:lnTo>
                <a:lnTo>
                  <a:pt x="307502" y="49291"/>
                </a:lnTo>
                <a:lnTo>
                  <a:pt x="307476" y="48104"/>
                </a:lnTo>
                <a:lnTo>
                  <a:pt x="307444" y="47031"/>
                </a:lnTo>
                <a:lnTo>
                  <a:pt x="307407" y="46074"/>
                </a:lnTo>
                <a:lnTo>
                  <a:pt x="307363" y="45231"/>
                </a:lnTo>
                <a:lnTo>
                  <a:pt x="307314" y="44504"/>
                </a:lnTo>
                <a:lnTo>
                  <a:pt x="307259" y="43891"/>
                </a:lnTo>
                <a:lnTo>
                  <a:pt x="307198" y="43394"/>
                </a:lnTo>
                <a:lnTo>
                  <a:pt x="307131" y="43011"/>
                </a:lnTo>
                <a:lnTo>
                  <a:pt x="307057" y="42694"/>
                </a:lnTo>
                <a:lnTo>
                  <a:pt x="306973" y="42390"/>
                </a:lnTo>
                <a:lnTo>
                  <a:pt x="306878" y="42102"/>
                </a:lnTo>
                <a:lnTo>
                  <a:pt x="306775" y="41828"/>
                </a:lnTo>
                <a:lnTo>
                  <a:pt x="306661" y="41569"/>
                </a:lnTo>
                <a:lnTo>
                  <a:pt x="306537" y="41324"/>
                </a:lnTo>
                <a:lnTo>
                  <a:pt x="306404" y="41095"/>
                </a:lnTo>
                <a:lnTo>
                  <a:pt x="306261" y="40879"/>
                </a:lnTo>
                <a:lnTo>
                  <a:pt x="306108" y="40679"/>
                </a:lnTo>
                <a:lnTo>
                  <a:pt x="305945" y="40493"/>
                </a:lnTo>
                <a:lnTo>
                  <a:pt x="305773" y="40322"/>
                </a:lnTo>
                <a:lnTo>
                  <a:pt x="305591" y="40165"/>
                </a:lnTo>
                <a:lnTo>
                  <a:pt x="305400" y="40022"/>
                </a:lnTo>
                <a:lnTo>
                  <a:pt x="305201" y="39892"/>
                </a:lnTo>
                <a:lnTo>
                  <a:pt x="304995" y="39774"/>
                </a:lnTo>
                <a:lnTo>
                  <a:pt x="304781" y="39668"/>
                </a:lnTo>
                <a:lnTo>
                  <a:pt x="304560" y="39575"/>
                </a:lnTo>
                <a:lnTo>
                  <a:pt x="304331" y="39494"/>
                </a:lnTo>
                <a:lnTo>
                  <a:pt x="304094" y="39425"/>
                </a:lnTo>
                <a:lnTo>
                  <a:pt x="303850" y="39370"/>
                </a:lnTo>
                <a:lnTo>
                  <a:pt x="303598" y="39326"/>
                </a:lnTo>
                <a:lnTo>
                  <a:pt x="303339" y="39295"/>
                </a:lnTo>
                <a:lnTo>
                  <a:pt x="303072" y="39276"/>
                </a:lnTo>
                <a:lnTo>
                  <a:pt x="302798" y="39270"/>
                </a:lnTo>
                <a:lnTo>
                  <a:pt x="302463" y="39277"/>
                </a:lnTo>
                <a:lnTo>
                  <a:pt x="302120" y="39297"/>
                </a:lnTo>
                <a:lnTo>
                  <a:pt x="301771" y="39330"/>
                </a:lnTo>
                <a:lnTo>
                  <a:pt x="301414" y="39377"/>
                </a:lnTo>
                <a:lnTo>
                  <a:pt x="301050" y="39437"/>
                </a:lnTo>
                <a:lnTo>
                  <a:pt x="300680" y="39510"/>
                </a:lnTo>
                <a:lnTo>
                  <a:pt x="300301" y="39597"/>
                </a:lnTo>
                <a:lnTo>
                  <a:pt x="299916" y="39696"/>
                </a:lnTo>
                <a:lnTo>
                  <a:pt x="299524" y="39810"/>
                </a:lnTo>
                <a:lnTo>
                  <a:pt x="299125" y="39936"/>
                </a:lnTo>
                <a:lnTo>
                  <a:pt x="298718" y="40076"/>
                </a:lnTo>
                <a:lnTo>
                  <a:pt x="298304" y="40229"/>
                </a:lnTo>
                <a:lnTo>
                  <a:pt x="297662" y="37926"/>
                </a:lnTo>
                <a:lnTo>
                  <a:pt x="315445" y="30764"/>
                </a:lnTo>
                <a:lnTo>
                  <a:pt x="318141" y="30764"/>
                </a:lnTo>
                <a:close/>
                <a:moveTo>
                  <a:pt x="359715" y="0"/>
                </a:moveTo>
                <a:lnTo>
                  <a:pt x="360158" y="13"/>
                </a:lnTo>
                <a:lnTo>
                  <a:pt x="360591" y="53"/>
                </a:lnTo>
                <a:lnTo>
                  <a:pt x="361013" y="119"/>
                </a:lnTo>
                <a:lnTo>
                  <a:pt x="361423" y="211"/>
                </a:lnTo>
                <a:lnTo>
                  <a:pt x="361822" y="330"/>
                </a:lnTo>
                <a:lnTo>
                  <a:pt x="362210" y="475"/>
                </a:lnTo>
                <a:lnTo>
                  <a:pt x="362587" y="647"/>
                </a:lnTo>
                <a:lnTo>
                  <a:pt x="362953" y="845"/>
                </a:lnTo>
                <a:lnTo>
                  <a:pt x="363308" y="1069"/>
                </a:lnTo>
                <a:lnTo>
                  <a:pt x="363651" y="1320"/>
                </a:lnTo>
                <a:lnTo>
                  <a:pt x="363983" y="1597"/>
                </a:lnTo>
                <a:lnTo>
                  <a:pt x="364305" y="1901"/>
                </a:lnTo>
                <a:lnTo>
                  <a:pt x="364607" y="2223"/>
                </a:lnTo>
                <a:lnTo>
                  <a:pt x="364883" y="2556"/>
                </a:lnTo>
                <a:lnTo>
                  <a:pt x="365133" y="2901"/>
                </a:lnTo>
                <a:lnTo>
                  <a:pt x="365357" y="3256"/>
                </a:lnTo>
                <a:lnTo>
                  <a:pt x="365554" y="3623"/>
                </a:lnTo>
                <a:lnTo>
                  <a:pt x="365725" y="4001"/>
                </a:lnTo>
                <a:lnTo>
                  <a:pt x="365870" y="4391"/>
                </a:lnTo>
                <a:lnTo>
                  <a:pt x="365988" y="4791"/>
                </a:lnTo>
                <a:lnTo>
                  <a:pt x="366080" y="5203"/>
                </a:lnTo>
                <a:lnTo>
                  <a:pt x="366146" y="5626"/>
                </a:lnTo>
                <a:lnTo>
                  <a:pt x="366185" y="6060"/>
                </a:lnTo>
                <a:lnTo>
                  <a:pt x="366198" y="6505"/>
                </a:lnTo>
                <a:lnTo>
                  <a:pt x="366185" y="6951"/>
                </a:lnTo>
                <a:lnTo>
                  <a:pt x="366146" y="7386"/>
                </a:lnTo>
                <a:lnTo>
                  <a:pt x="366080" y="7810"/>
                </a:lnTo>
                <a:lnTo>
                  <a:pt x="365988" y="8223"/>
                </a:lnTo>
                <a:lnTo>
                  <a:pt x="365870" y="8626"/>
                </a:lnTo>
                <a:lnTo>
                  <a:pt x="365725" y="9018"/>
                </a:lnTo>
                <a:lnTo>
                  <a:pt x="365554" y="9399"/>
                </a:lnTo>
                <a:lnTo>
                  <a:pt x="365357" y="9770"/>
                </a:lnTo>
                <a:lnTo>
                  <a:pt x="365133" y="10129"/>
                </a:lnTo>
                <a:lnTo>
                  <a:pt x="364883" y="10478"/>
                </a:lnTo>
                <a:lnTo>
                  <a:pt x="364607" y="10816"/>
                </a:lnTo>
                <a:lnTo>
                  <a:pt x="364305" y="11144"/>
                </a:lnTo>
                <a:lnTo>
                  <a:pt x="363983" y="11452"/>
                </a:lnTo>
                <a:lnTo>
                  <a:pt x="363651" y="11734"/>
                </a:lnTo>
                <a:lnTo>
                  <a:pt x="363308" y="11989"/>
                </a:lnTo>
                <a:lnTo>
                  <a:pt x="362953" y="12217"/>
                </a:lnTo>
                <a:lnTo>
                  <a:pt x="362587" y="12418"/>
                </a:lnTo>
                <a:lnTo>
                  <a:pt x="362210" y="12592"/>
                </a:lnTo>
                <a:lnTo>
                  <a:pt x="361822" y="12739"/>
                </a:lnTo>
                <a:lnTo>
                  <a:pt x="361423" y="12860"/>
                </a:lnTo>
                <a:lnTo>
                  <a:pt x="361013" y="12954"/>
                </a:lnTo>
                <a:lnTo>
                  <a:pt x="360591" y="13021"/>
                </a:lnTo>
                <a:lnTo>
                  <a:pt x="360158" y="13061"/>
                </a:lnTo>
                <a:lnTo>
                  <a:pt x="359715" y="13075"/>
                </a:lnTo>
                <a:lnTo>
                  <a:pt x="359271" y="13061"/>
                </a:lnTo>
                <a:lnTo>
                  <a:pt x="358837" y="13021"/>
                </a:lnTo>
                <a:lnTo>
                  <a:pt x="358415" y="12954"/>
                </a:lnTo>
                <a:lnTo>
                  <a:pt x="358003" y="12860"/>
                </a:lnTo>
                <a:lnTo>
                  <a:pt x="357601" y="12739"/>
                </a:lnTo>
                <a:lnTo>
                  <a:pt x="357211" y="12592"/>
                </a:lnTo>
                <a:lnTo>
                  <a:pt x="356831" y="12418"/>
                </a:lnTo>
                <a:lnTo>
                  <a:pt x="356462" y="12217"/>
                </a:lnTo>
                <a:lnTo>
                  <a:pt x="356104" y="11989"/>
                </a:lnTo>
                <a:lnTo>
                  <a:pt x="355756" y="11734"/>
                </a:lnTo>
                <a:lnTo>
                  <a:pt x="355419" y="11452"/>
                </a:lnTo>
                <a:lnTo>
                  <a:pt x="355092" y="11144"/>
                </a:lnTo>
                <a:lnTo>
                  <a:pt x="354785" y="10816"/>
                </a:lnTo>
                <a:lnTo>
                  <a:pt x="354504" y="10478"/>
                </a:lnTo>
                <a:lnTo>
                  <a:pt x="354250" y="10129"/>
                </a:lnTo>
                <a:lnTo>
                  <a:pt x="354022" y="9770"/>
                </a:lnTo>
                <a:lnTo>
                  <a:pt x="353822" y="9399"/>
                </a:lnTo>
                <a:lnTo>
                  <a:pt x="353648" y="9018"/>
                </a:lnTo>
                <a:lnTo>
                  <a:pt x="353501" y="8626"/>
                </a:lnTo>
                <a:lnTo>
                  <a:pt x="353381" y="8223"/>
                </a:lnTo>
                <a:lnTo>
                  <a:pt x="353287" y="7810"/>
                </a:lnTo>
                <a:lnTo>
                  <a:pt x="353220" y="7386"/>
                </a:lnTo>
                <a:lnTo>
                  <a:pt x="353180" y="6951"/>
                </a:lnTo>
                <a:lnTo>
                  <a:pt x="353167" y="6505"/>
                </a:lnTo>
                <a:lnTo>
                  <a:pt x="353180" y="6060"/>
                </a:lnTo>
                <a:lnTo>
                  <a:pt x="353219" y="5626"/>
                </a:lnTo>
                <a:lnTo>
                  <a:pt x="353285" y="5203"/>
                </a:lnTo>
                <a:lnTo>
                  <a:pt x="353377" y="4791"/>
                </a:lnTo>
                <a:lnTo>
                  <a:pt x="353495" y="4391"/>
                </a:lnTo>
                <a:lnTo>
                  <a:pt x="353640" y="4001"/>
                </a:lnTo>
                <a:lnTo>
                  <a:pt x="353811" y="3623"/>
                </a:lnTo>
                <a:lnTo>
                  <a:pt x="354008" y="3256"/>
                </a:lnTo>
                <a:lnTo>
                  <a:pt x="354232" y="2901"/>
                </a:lnTo>
                <a:lnTo>
                  <a:pt x="354482" y="2556"/>
                </a:lnTo>
                <a:lnTo>
                  <a:pt x="354758" y="2223"/>
                </a:lnTo>
                <a:lnTo>
                  <a:pt x="355060" y="1901"/>
                </a:lnTo>
                <a:lnTo>
                  <a:pt x="355382" y="1597"/>
                </a:lnTo>
                <a:lnTo>
                  <a:pt x="355716" y="1320"/>
                </a:lnTo>
                <a:lnTo>
                  <a:pt x="356061" y="1069"/>
                </a:lnTo>
                <a:lnTo>
                  <a:pt x="356419" y="845"/>
                </a:lnTo>
                <a:lnTo>
                  <a:pt x="356789" y="647"/>
                </a:lnTo>
                <a:lnTo>
                  <a:pt x="357171" y="475"/>
                </a:lnTo>
                <a:lnTo>
                  <a:pt x="357565" y="330"/>
                </a:lnTo>
                <a:lnTo>
                  <a:pt x="357971" y="211"/>
                </a:lnTo>
                <a:lnTo>
                  <a:pt x="358389" y="119"/>
                </a:lnTo>
                <a:lnTo>
                  <a:pt x="358818" y="53"/>
                </a:lnTo>
                <a:lnTo>
                  <a:pt x="359261" y="13"/>
                </a:lnTo>
                <a:lnTo>
                  <a:pt x="359715" y="0"/>
                </a:lnTo>
                <a:moveTo>
                  <a:pt x="365043" y="30764"/>
                </a:moveTo>
                <a:lnTo>
                  <a:pt x="365043" y="77831"/>
                </a:lnTo>
                <a:lnTo>
                  <a:pt x="365048" y="78722"/>
                </a:lnTo>
                <a:lnTo>
                  <a:pt x="365065" y="79562"/>
                </a:lnTo>
                <a:lnTo>
                  <a:pt x="365093" y="80351"/>
                </a:lnTo>
                <a:lnTo>
                  <a:pt x="365132" y="81089"/>
                </a:lnTo>
                <a:lnTo>
                  <a:pt x="365182" y="81776"/>
                </a:lnTo>
                <a:lnTo>
                  <a:pt x="365244" y="82412"/>
                </a:lnTo>
                <a:lnTo>
                  <a:pt x="365316" y="82996"/>
                </a:lnTo>
                <a:lnTo>
                  <a:pt x="365400" y="83530"/>
                </a:lnTo>
                <a:lnTo>
                  <a:pt x="365494" y="84012"/>
                </a:lnTo>
                <a:lnTo>
                  <a:pt x="365600" y="84444"/>
                </a:lnTo>
                <a:lnTo>
                  <a:pt x="365717" y="84824"/>
                </a:lnTo>
                <a:lnTo>
                  <a:pt x="365845" y="85154"/>
                </a:lnTo>
                <a:lnTo>
                  <a:pt x="365984" y="85451"/>
                </a:lnTo>
                <a:lnTo>
                  <a:pt x="366134" y="85735"/>
                </a:lnTo>
                <a:lnTo>
                  <a:pt x="366295" y="86007"/>
                </a:lnTo>
                <a:lnTo>
                  <a:pt x="366466" y="86266"/>
                </a:lnTo>
                <a:lnTo>
                  <a:pt x="366648" y="86511"/>
                </a:lnTo>
                <a:lnTo>
                  <a:pt x="366840" y="86744"/>
                </a:lnTo>
                <a:lnTo>
                  <a:pt x="367044" y="86964"/>
                </a:lnTo>
                <a:lnTo>
                  <a:pt x="367258" y="87172"/>
                </a:lnTo>
                <a:lnTo>
                  <a:pt x="367482" y="87366"/>
                </a:lnTo>
                <a:lnTo>
                  <a:pt x="367718" y="87547"/>
                </a:lnTo>
                <a:lnTo>
                  <a:pt x="367964" y="87716"/>
                </a:lnTo>
                <a:lnTo>
                  <a:pt x="368221" y="87871"/>
                </a:lnTo>
                <a:lnTo>
                  <a:pt x="368501" y="88014"/>
                </a:lnTo>
                <a:lnTo>
                  <a:pt x="368817" y="88145"/>
                </a:lnTo>
                <a:lnTo>
                  <a:pt x="369170" y="88263"/>
                </a:lnTo>
                <a:lnTo>
                  <a:pt x="369558" y="88369"/>
                </a:lnTo>
                <a:lnTo>
                  <a:pt x="369983" y="88462"/>
                </a:lnTo>
                <a:lnTo>
                  <a:pt x="370443" y="88543"/>
                </a:lnTo>
                <a:lnTo>
                  <a:pt x="370940" y="88611"/>
                </a:lnTo>
                <a:lnTo>
                  <a:pt x="371473" y="88667"/>
                </a:lnTo>
                <a:lnTo>
                  <a:pt x="372042" y="88711"/>
                </a:lnTo>
                <a:lnTo>
                  <a:pt x="372648" y="88742"/>
                </a:lnTo>
                <a:lnTo>
                  <a:pt x="373289" y="88761"/>
                </a:lnTo>
                <a:lnTo>
                  <a:pt x="373966" y="88767"/>
                </a:lnTo>
                <a:lnTo>
                  <a:pt x="373966" y="91138"/>
                </a:lnTo>
                <a:lnTo>
                  <a:pt x="345399" y="91138"/>
                </a:lnTo>
                <a:lnTo>
                  <a:pt x="345399" y="88767"/>
                </a:lnTo>
                <a:lnTo>
                  <a:pt x="346096" y="88761"/>
                </a:lnTo>
                <a:lnTo>
                  <a:pt x="346754" y="88744"/>
                </a:lnTo>
                <a:lnTo>
                  <a:pt x="347373" y="88715"/>
                </a:lnTo>
                <a:lnTo>
                  <a:pt x="347952" y="88674"/>
                </a:lnTo>
                <a:lnTo>
                  <a:pt x="348493" y="88622"/>
                </a:lnTo>
                <a:lnTo>
                  <a:pt x="348994" y="88559"/>
                </a:lnTo>
                <a:lnTo>
                  <a:pt x="349456" y="88484"/>
                </a:lnTo>
                <a:lnTo>
                  <a:pt x="349878" y="88397"/>
                </a:lnTo>
                <a:lnTo>
                  <a:pt x="350262" y="88299"/>
                </a:lnTo>
                <a:lnTo>
                  <a:pt x="350606" y="88190"/>
                </a:lnTo>
                <a:lnTo>
                  <a:pt x="350911" y="88068"/>
                </a:lnTo>
                <a:lnTo>
                  <a:pt x="351176" y="87936"/>
                </a:lnTo>
                <a:lnTo>
                  <a:pt x="351418" y="87789"/>
                </a:lnTo>
                <a:lnTo>
                  <a:pt x="351652" y="87628"/>
                </a:lnTo>
                <a:lnTo>
                  <a:pt x="351877" y="87452"/>
                </a:lnTo>
                <a:lnTo>
                  <a:pt x="352093" y="87261"/>
                </a:lnTo>
                <a:lnTo>
                  <a:pt x="352301" y="87054"/>
                </a:lnTo>
                <a:lnTo>
                  <a:pt x="352500" y="86832"/>
                </a:lnTo>
                <a:lnTo>
                  <a:pt x="352692" y="86596"/>
                </a:lnTo>
                <a:lnTo>
                  <a:pt x="352874" y="86344"/>
                </a:lnTo>
                <a:lnTo>
                  <a:pt x="353048" y="86077"/>
                </a:lnTo>
                <a:lnTo>
                  <a:pt x="353214" y="85795"/>
                </a:lnTo>
                <a:lnTo>
                  <a:pt x="353371" y="85498"/>
                </a:lnTo>
                <a:lnTo>
                  <a:pt x="353520" y="85186"/>
                </a:lnTo>
                <a:lnTo>
                  <a:pt x="353658" y="84841"/>
                </a:lnTo>
                <a:lnTo>
                  <a:pt x="353784" y="84448"/>
                </a:lnTo>
                <a:lnTo>
                  <a:pt x="353899" y="84006"/>
                </a:lnTo>
                <a:lnTo>
                  <a:pt x="354001" y="83516"/>
                </a:lnTo>
                <a:lnTo>
                  <a:pt x="354091" y="82976"/>
                </a:lnTo>
                <a:lnTo>
                  <a:pt x="354170" y="82388"/>
                </a:lnTo>
                <a:lnTo>
                  <a:pt x="354236" y="81750"/>
                </a:lnTo>
                <a:lnTo>
                  <a:pt x="354290" y="81064"/>
                </a:lnTo>
                <a:lnTo>
                  <a:pt x="354332" y="80329"/>
                </a:lnTo>
                <a:lnTo>
                  <a:pt x="354362" y="79545"/>
                </a:lnTo>
                <a:lnTo>
                  <a:pt x="354380" y="78713"/>
                </a:lnTo>
                <a:lnTo>
                  <a:pt x="354386" y="77831"/>
                </a:lnTo>
                <a:lnTo>
                  <a:pt x="354386" y="55257"/>
                </a:lnTo>
                <a:lnTo>
                  <a:pt x="354382" y="53715"/>
                </a:lnTo>
                <a:lnTo>
                  <a:pt x="354370" y="52267"/>
                </a:lnTo>
                <a:lnTo>
                  <a:pt x="354350" y="50912"/>
                </a:lnTo>
                <a:lnTo>
                  <a:pt x="354322" y="49650"/>
                </a:lnTo>
                <a:lnTo>
                  <a:pt x="354286" y="48482"/>
                </a:lnTo>
                <a:lnTo>
                  <a:pt x="354242" y="47407"/>
                </a:lnTo>
                <a:lnTo>
                  <a:pt x="354190" y="46425"/>
                </a:lnTo>
                <a:lnTo>
                  <a:pt x="354129" y="45536"/>
                </a:lnTo>
                <a:lnTo>
                  <a:pt x="354061" y="44741"/>
                </a:lnTo>
                <a:lnTo>
                  <a:pt x="353985" y="44039"/>
                </a:lnTo>
                <a:lnTo>
                  <a:pt x="353901" y="43431"/>
                </a:lnTo>
                <a:lnTo>
                  <a:pt x="353808" y="42915"/>
                </a:lnTo>
                <a:lnTo>
                  <a:pt x="353730" y="42583"/>
                </a:lnTo>
                <a:lnTo>
                  <a:pt x="353644" y="42268"/>
                </a:lnTo>
                <a:lnTo>
                  <a:pt x="353552" y="41970"/>
                </a:lnTo>
                <a:lnTo>
                  <a:pt x="353452" y="41689"/>
                </a:lnTo>
                <a:lnTo>
                  <a:pt x="353345" y="41426"/>
                </a:lnTo>
                <a:lnTo>
                  <a:pt x="353231" y="41180"/>
                </a:lnTo>
                <a:lnTo>
                  <a:pt x="353109" y="40952"/>
                </a:lnTo>
                <a:lnTo>
                  <a:pt x="352981" y="40741"/>
                </a:lnTo>
                <a:lnTo>
                  <a:pt x="352846" y="40547"/>
                </a:lnTo>
                <a:lnTo>
                  <a:pt x="352703" y="40370"/>
                </a:lnTo>
                <a:lnTo>
                  <a:pt x="352553" y="40211"/>
                </a:lnTo>
                <a:lnTo>
                  <a:pt x="352396" y="40069"/>
                </a:lnTo>
                <a:lnTo>
                  <a:pt x="352231" y="39942"/>
                </a:lnTo>
                <a:lnTo>
                  <a:pt x="352056" y="39825"/>
                </a:lnTo>
                <a:lnTo>
                  <a:pt x="351871" y="39720"/>
                </a:lnTo>
                <a:lnTo>
                  <a:pt x="351676" y="39625"/>
                </a:lnTo>
                <a:lnTo>
                  <a:pt x="351471" y="39542"/>
                </a:lnTo>
                <a:lnTo>
                  <a:pt x="351257" y="39470"/>
                </a:lnTo>
                <a:lnTo>
                  <a:pt x="351032" y="39409"/>
                </a:lnTo>
                <a:lnTo>
                  <a:pt x="350798" y="39359"/>
                </a:lnTo>
                <a:lnTo>
                  <a:pt x="350555" y="39320"/>
                </a:lnTo>
                <a:lnTo>
                  <a:pt x="350301" y="39292"/>
                </a:lnTo>
                <a:lnTo>
                  <a:pt x="350037" y="39276"/>
                </a:lnTo>
                <a:lnTo>
                  <a:pt x="349764" y="39270"/>
                </a:lnTo>
                <a:lnTo>
                  <a:pt x="349459" y="39277"/>
                </a:lnTo>
                <a:lnTo>
                  <a:pt x="349144" y="39297"/>
                </a:lnTo>
                <a:lnTo>
                  <a:pt x="348817" y="39330"/>
                </a:lnTo>
                <a:lnTo>
                  <a:pt x="348480" y="39377"/>
                </a:lnTo>
                <a:lnTo>
                  <a:pt x="348132" y="39437"/>
                </a:lnTo>
                <a:lnTo>
                  <a:pt x="347774" y="39510"/>
                </a:lnTo>
                <a:lnTo>
                  <a:pt x="347405" y="39597"/>
                </a:lnTo>
                <a:lnTo>
                  <a:pt x="347025" y="39696"/>
                </a:lnTo>
                <a:lnTo>
                  <a:pt x="346635" y="39810"/>
                </a:lnTo>
                <a:lnTo>
                  <a:pt x="346233" y="39936"/>
                </a:lnTo>
                <a:lnTo>
                  <a:pt x="345821" y="40076"/>
                </a:lnTo>
                <a:lnTo>
                  <a:pt x="345399" y="40229"/>
                </a:lnTo>
                <a:lnTo>
                  <a:pt x="344500" y="37926"/>
                </a:lnTo>
                <a:lnTo>
                  <a:pt x="362218" y="30764"/>
                </a:lnTo>
                <a:lnTo>
                  <a:pt x="365043" y="30764"/>
                </a:lnTo>
                <a:close/>
                <a:moveTo>
                  <a:pt x="398421" y="43198"/>
                </a:moveTo>
                <a:lnTo>
                  <a:pt x="400137" y="41212"/>
                </a:lnTo>
                <a:lnTo>
                  <a:pt x="401839" y="39398"/>
                </a:lnTo>
                <a:lnTo>
                  <a:pt x="403529" y="37758"/>
                </a:lnTo>
                <a:lnTo>
                  <a:pt x="405204" y="36290"/>
                </a:lnTo>
                <a:lnTo>
                  <a:pt x="406867" y="34995"/>
                </a:lnTo>
                <a:lnTo>
                  <a:pt x="408516" y="33872"/>
                </a:lnTo>
                <a:lnTo>
                  <a:pt x="410152" y="32923"/>
                </a:lnTo>
                <a:lnTo>
                  <a:pt x="411774" y="32145"/>
                </a:lnTo>
                <a:lnTo>
                  <a:pt x="413383" y="31541"/>
                </a:lnTo>
                <a:lnTo>
                  <a:pt x="414978" y="31109"/>
                </a:lnTo>
                <a:lnTo>
                  <a:pt x="416561" y="30850"/>
                </a:lnTo>
                <a:lnTo>
                  <a:pt x="418129" y="30764"/>
                </a:lnTo>
                <a:lnTo>
                  <a:pt x="418922" y="30781"/>
                </a:lnTo>
                <a:lnTo>
                  <a:pt x="419697" y="30831"/>
                </a:lnTo>
                <a:lnTo>
                  <a:pt x="420452" y="30914"/>
                </a:lnTo>
                <a:lnTo>
                  <a:pt x="421189" y="31031"/>
                </a:lnTo>
                <a:lnTo>
                  <a:pt x="421908" y="31180"/>
                </a:lnTo>
                <a:lnTo>
                  <a:pt x="422607" y="31364"/>
                </a:lnTo>
                <a:lnTo>
                  <a:pt x="423288" y="31580"/>
                </a:lnTo>
                <a:lnTo>
                  <a:pt x="423950" y="31830"/>
                </a:lnTo>
                <a:lnTo>
                  <a:pt x="424593" y="32114"/>
                </a:lnTo>
                <a:lnTo>
                  <a:pt x="425218" y="32430"/>
                </a:lnTo>
                <a:lnTo>
                  <a:pt x="425824" y="32780"/>
                </a:lnTo>
                <a:lnTo>
                  <a:pt x="426411" y="33163"/>
                </a:lnTo>
                <a:lnTo>
                  <a:pt x="426979" y="33584"/>
                </a:lnTo>
                <a:lnTo>
                  <a:pt x="427527" y="34049"/>
                </a:lnTo>
                <a:lnTo>
                  <a:pt x="428056" y="34556"/>
                </a:lnTo>
                <a:lnTo>
                  <a:pt x="428565" y="35106"/>
                </a:lnTo>
                <a:lnTo>
                  <a:pt x="429054" y="35700"/>
                </a:lnTo>
                <a:lnTo>
                  <a:pt x="429524" y="36336"/>
                </a:lnTo>
                <a:lnTo>
                  <a:pt x="429974" y="37016"/>
                </a:lnTo>
                <a:lnTo>
                  <a:pt x="430405" y="37739"/>
                </a:lnTo>
                <a:lnTo>
                  <a:pt x="430816" y="38505"/>
                </a:lnTo>
                <a:lnTo>
                  <a:pt x="431208" y="39314"/>
                </a:lnTo>
                <a:lnTo>
                  <a:pt x="431579" y="40166"/>
                </a:lnTo>
                <a:lnTo>
                  <a:pt x="431932" y="41061"/>
                </a:lnTo>
                <a:lnTo>
                  <a:pt x="432157" y="41728"/>
                </a:lnTo>
                <a:lnTo>
                  <a:pt x="432363" y="42453"/>
                </a:lnTo>
                <a:lnTo>
                  <a:pt x="432549" y="43234"/>
                </a:lnTo>
                <a:lnTo>
                  <a:pt x="432716" y="44073"/>
                </a:lnTo>
                <a:lnTo>
                  <a:pt x="432863" y="44968"/>
                </a:lnTo>
                <a:lnTo>
                  <a:pt x="432991" y="45920"/>
                </a:lnTo>
                <a:lnTo>
                  <a:pt x="433099" y="46929"/>
                </a:lnTo>
                <a:lnTo>
                  <a:pt x="433187" y="47995"/>
                </a:lnTo>
                <a:lnTo>
                  <a:pt x="433256" y="49118"/>
                </a:lnTo>
                <a:lnTo>
                  <a:pt x="433305" y="50297"/>
                </a:lnTo>
                <a:lnTo>
                  <a:pt x="433334" y="51534"/>
                </a:lnTo>
                <a:lnTo>
                  <a:pt x="433344" y="52827"/>
                </a:lnTo>
                <a:lnTo>
                  <a:pt x="433344" y="77831"/>
                </a:lnTo>
                <a:lnTo>
                  <a:pt x="433350" y="78734"/>
                </a:lnTo>
                <a:lnTo>
                  <a:pt x="433369" y="79586"/>
                </a:lnTo>
                <a:lnTo>
                  <a:pt x="433400" y="80389"/>
                </a:lnTo>
                <a:lnTo>
                  <a:pt x="433444" y="81143"/>
                </a:lnTo>
                <a:lnTo>
                  <a:pt x="433500" y="81846"/>
                </a:lnTo>
                <a:lnTo>
                  <a:pt x="433569" y="82500"/>
                </a:lnTo>
                <a:lnTo>
                  <a:pt x="433650" y="83104"/>
                </a:lnTo>
                <a:lnTo>
                  <a:pt x="433743" y="83658"/>
                </a:lnTo>
                <a:lnTo>
                  <a:pt x="433849" y="84163"/>
                </a:lnTo>
                <a:lnTo>
                  <a:pt x="433968" y="84617"/>
                </a:lnTo>
                <a:lnTo>
                  <a:pt x="434099" y="85023"/>
                </a:lnTo>
                <a:lnTo>
                  <a:pt x="434243" y="85378"/>
                </a:lnTo>
                <a:lnTo>
                  <a:pt x="434366" y="85639"/>
                </a:lnTo>
                <a:lnTo>
                  <a:pt x="434502" y="85891"/>
                </a:lnTo>
                <a:lnTo>
                  <a:pt x="434650" y="86133"/>
                </a:lnTo>
                <a:lnTo>
                  <a:pt x="434810" y="86365"/>
                </a:lnTo>
                <a:lnTo>
                  <a:pt x="434982" y="86588"/>
                </a:lnTo>
                <a:lnTo>
                  <a:pt x="435165" y="86800"/>
                </a:lnTo>
                <a:lnTo>
                  <a:pt x="435361" y="87003"/>
                </a:lnTo>
                <a:lnTo>
                  <a:pt x="435569" y="87196"/>
                </a:lnTo>
                <a:lnTo>
                  <a:pt x="435789" y="87380"/>
                </a:lnTo>
                <a:lnTo>
                  <a:pt x="436021" y="87553"/>
                </a:lnTo>
                <a:lnTo>
                  <a:pt x="436266" y="87717"/>
                </a:lnTo>
                <a:lnTo>
                  <a:pt x="436522" y="87871"/>
                </a:lnTo>
                <a:lnTo>
                  <a:pt x="436802" y="88014"/>
                </a:lnTo>
                <a:lnTo>
                  <a:pt x="437120" y="88145"/>
                </a:lnTo>
                <a:lnTo>
                  <a:pt x="437475" y="88263"/>
                </a:lnTo>
                <a:lnTo>
                  <a:pt x="437866" y="88369"/>
                </a:lnTo>
                <a:lnTo>
                  <a:pt x="438295" y="88462"/>
                </a:lnTo>
                <a:lnTo>
                  <a:pt x="438761" y="88543"/>
                </a:lnTo>
                <a:lnTo>
                  <a:pt x="439263" y="88611"/>
                </a:lnTo>
                <a:lnTo>
                  <a:pt x="439803" y="88667"/>
                </a:lnTo>
                <a:lnTo>
                  <a:pt x="440379" y="88711"/>
                </a:lnTo>
                <a:lnTo>
                  <a:pt x="440993" y="88742"/>
                </a:lnTo>
                <a:lnTo>
                  <a:pt x="441644" y="88761"/>
                </a:lnTo>
                <a:lnTo>
                  <a:pt x="442331" y="88767"/>
                </a:lnTo>
                <a:lnTo>
                  <a:pt x="442331" y="91138"/>
                </a:lnTo>
                <a:lnTo>
                  <a:pt x="413250" y="91138"/>
                </a:lnTo>
                <a:lnTo>
                  <a:pt x="413250" y="88767"/>
                </a:lnTo>
                <a:lnTo>
                  <a:pt x="414470" y="88767"/>
                </a:lnTo>
                <a:lnTo>
                  <a:pt x="415138" y="88758"/>
                </a:lnTo>
                <a:lnTo>
                  <a:pt x="415771" y="88732"/>
                </a:lnTo>
                <a:lnTo>
                  <a:pt x="416370" y="88689"/>
                </a:lnTo>
                <a:lnTo>
                  <a:pt x="416935" y="88629"/>
                </a:lnTo>
                <a:lnTo>
                  <a:pt x="417465" y="88551"/>
                </a:lnTo>
                <a:lnTo>
                  <a:pt x="417961" y="88456"/>
                </a:lnTo>
                <a:lnTo>
                  <a:pt x="418422" y="88344"/>
                </a:lnTo>
                <a:lnTo>
                  <a:pt x="418850" y="88214"/>
                </a:lnTo>
                <a:lnTo>
                  <a:pt x="419243" y="88067"/>
                </a:lnTo>
                <a:lnTo>
                  <a:pt x="419601" y="87903"/>
                </a:lnTo>
                <a:lnTo>
                  <a:pt x="419926" y="87722"/>
                </a:lnTo>
                <a:lnTo>
                  <a:pt x="420216" y="87523"/>
                </a:lnTo>
                <a:lnTo>
                  <a:pt x="420482" y="87307"/>
                </a:lnTo>
                <a:lnTo>
                  <a:pt x="420734" y="87076"/>
                </a:lnTo>
                <a:lnTo>
                  <a:pt x="420972" y="86827"/>
                </a:lnTo>
                <a:lnTo>
                  <a:pt x="421196" y="86563"/>
                </a:lnTo>
                <a:lnTo>
                  <a:pt x="421407" y="86282"/>
                </a:lnTo>
                <a:lnTo>
                  <a:pt x="421604" y="85985"/>
                </a:lnTo>
                <a:lnTo>
                  <a:pt x="421787" y="85671"/>
                </a:lnTo>
                <a:lnTo>
                  <a:pt x="421956" y="85341"/>
                </a:lnTo>
                <a:lnTo>
                  <a:pt x="422112" y="84995"/>
                </a:lnTo>
                <a:lnTo>
                  <a:pt x="422253" y="84632"/>
                </a:lnTo>
                <a:lnTo>
                  <a:pt x="422381" y="84253"/>
                </a:lnTo>
                <a:lnTo>
                  <a:pt x="422495" y="83858"/>
                </a:lnTo>
                <a:lnTo>
                  <a:pt x="422536" y="83670"/>
                </a:lnTo>
                <a:lnTo>
                  <a:pt x="422573" y="83425"/>
                </a:lnTo>
                <a:lnTo>
                  <a:pt x="422607" y="83124"/>
                </a:lnTo>
                <a:lnTo>
                  <a:pt x="422637" y="82766"/>
                </a:lnTo>
                <a:lnTo>
                  <a:pt x="422664" y="82352"/>
                </a:lnTo>
                <a:lnTo>
                  <a:pt x="422687" y="81880"/>
                </a:lnTo>
                <a:lnTo>
                  <a:pt x="422707" y="81353"/>
                </a:lnTo>
                <a:lnTo>
                  <a:pt x="422723" y="80768"/>
                </a:lnTo>
                <a:lnTo>
                  <a:pt x="422735" y="80127"/>
                </a:lnTo>
                <a:lnTo>
                  <a:pt x="422744" y="79429"/>
                </a:lnTo>
                <a:lnTo>
                  <a:pt x="422750" y="78674"/>
                </a:lnTo>
                <a:lnTo>
                  <a:pt x="422751" y="77863"/>
                </a:lnTo>
                <a:lnTo>
                  <a:pt x="422751" y="53951"/>
                </a:lnTo>
                <a:lnTo>
                  <a:pt x="422737" y="52653"/>
                </a:lnTo>
                <a:lnTo>
                  <a:pt x="422694" y="51416"/>
                </a:lnTo>
                <a:lnTo>
                  <a:pt x="422621" y="50239"/>
                </a:lnTo>
                <a:lnTo>
                  <a:pt x="422520" y="49123"/>
                </a:lnTo>
                <a:lnTo>
                  <a:pt x="422389" y="48068"/>
                </a:lnTo>
                <a:lnTo>
                  <a:pt x="422230" y="47073"/>
                </a:lnTo>
                <a:lnTo>
                  <a:pt x="422042" y="46139"/>
                </a:lnTo>
                <a:lnTo>
                  <a:pt x="421824" y="45266"/>
                </a:lnTo>
                <a:lnTo>
                  <a:pt x="421578" y="44453"/>
                </a:lnTo>
                <a:lnTo>
                  <a:pt x="421303" y="43701"/>
                </a:lnTo>
                <a:lnTo>
                  <a:pt x="420998" y="43009"/>
                </a:lnTo>
                <a:lnTo>
                  <a:pt x="420665" y="42379"/>
                </a:lnTo>
                <a:lnTo>
                  <a:pt x="420298" y="41803"/>
                </a:lnTo>
                <a:lnTo>
                  <a:pt x="419890" y="41278"/>
                </a:lnTo>
                <a:lnTo>
                  <a:pt x="419443" y="40802"/>
                </a:lnTo>
                <a:lnTo>
                  <a:pt x="418957" y="40377"/>
                </a:lnTo>
                <a:lnTo>
                  <a:pt x="418430" y="40001"/>
                </a:lnTo>
                <a:lnTo>
                  <a:pt x="417865" y="39676"/>
                </a:lnTo>
                <a:lnTo>
                  <a:pt x="417259" y="39401"/>
                </a:lnTo>
                <a:lnTo>
                  <a:pt x="416614" y="39176"/>
                </a:lnTo>
                <a:lnTo>
                  <a:pt x="415929" y="39001"/>
                </a:lnTo>
                <a:lnTo>
                  <a:pt x="415204" y="38875"/>
                </a:lnTo>
                <a:lnTo>
                  <a:pt x="414440" y="38800"/>
                </a:lnTo>
                <a:lnTo>
                  <a:pt x="413636" y="38775"/>
                </a:lnTo>
                <a:lnTo>
                  <a:pt x="412363" y="38833"/>
                </a:lnTo>
                <a:lnTo>
                  <a:pt x="411091" y="39006"/>
                </a:lnTo>
                <a:lnTo>
                  <a:pt x="409820" y="39293"/>
                </a:lnTo>
                <a:lnTo>
                  <a:pt x="408550" y="39696"/>
                </a:lnTo>
                <a:lnTo>
                  <a:pt x="407281" y="40215"/>
                </a:lnTo>
                <a:lnTo>
                  <a:pt x="406012" y="40848"/>
                </a:lnTo>
                <a:lnTo>
                  <a:pt x="404745" y="41596"/>
                </a:lnTo>
                <a:lnTo>
                  <a:pt x="403478" y="42460"/>
                </a:lnTo>
                <a:lnTo>
                  <a:pt x="402213" y="43438"/>
                </a:lnTo>
                <a:lnTo>
                  <a:pt x="400948" y="44532"/>
                </a:lnTo>
                <a:lnTo>
                  <a:pt x="399684" y="45741"/>
                </a:lnTo>
                <a:lnTo>
                  <a:pt x="398421" y="47065"/>
                </a:lnTo>
                <a:lnTo>
                  <a:pt x="398421" y="77863"/>
                </a:lnTo>
                <a:lnTo>
                  <a:pt x="398426" y="78820"/>
                </a:lnTo>
                <a:lnTo>
                  <a:pt x="398441" y="79714"/>
                </a:lnTo>
                <a:lnTo>
                  <a:pt x="398465" y="80545"/>
                </a:lnTo>
                <a:lnTo>
                  <a:pt x="398499" y="81314"/>
                </a:lnTo>
                <a:lnTo>
                  <a:pt x="398544" y="82019"/>
                </a:lnTo>
                <a:lnTo>
                  <a:pt x="398598" y="82662"/>
                </a:lnTo>
                <a:lnTo>
                  <a:pt x="398661" y="83241"/>
                </a:lnTo>
                <a:lnTo>
                  <a:pt x="398735" y="83758"/>
                </a:lnTo>
                <a:lnTo>
                  <a:pt x="398818" y="84212"/>
                </a:lnTo>
                <a:lnTo>
                  <a:pt x="398911" y="84603"/>
                </a:lnTo>
                <a:lnTo>
                  <a:pt x="399014" y="84931"/>
                </a:lnTo>
                <a:lnTo>
                  <a:pt x="399127" y="85196"/>
                </a:lnTo>
                <a:lnTo>
                  <a:pt x="399282" y="85497"/>
                </a:lnTo>
                <a:lnTo>
                  <a:pt x="399445" y="85784"/>
                </a:lnTo>
                <a:lnTo>
                  <a:pt x="399619" y="86058"/>
                </a:lnTo>
                <a:lnTo>
                  <a:pt x="399801" y="86318"/>
                </a:lnTo>
                <a:lnTo>
                  <a:pt x="399993" y="86565"/>
                </a:lnTo>
                <a:lnTo>
                  <a:pt x="400194" y="86797"/>
                </a:lnTo>
                <a:lnTo>
                  <a:pt x="400405" y="87016"/>
                </a:lnTo>
                <a:lnTo>
                  <a:pt x="400625" y="87222"/>
                </a:lnTo>
                <a:lnTo>
                  <a:pt x="400854" y="87413"/>
                </a:lnTo>
                <a:lnTo>
                  <a:pt x="401093" y="87591"/>
                </a:lnTo>
                <a:lnTo>
                  <a:pt x="401341" y="87755"/>
                </a:lnTo>
                <a:lnTo>
                  <a:pt x="401599" y="87906"/>
                </a:lnTo>
                <a:lnTo>
                  <a:pt x="401883" y="88043"/>
                </a:lnTo>
                <a:lnTo>
                  <a:pt x="402213" y="88169"/>
                </a:lnTo>
                <a:lnTo>
                  <a:pt x="402588" y="88282"/>
                </a:lnTo>
                <a:lnTo>
                  <a:pt x="403007" y="88384"/>
                </a:lnTo>
                <a:lnTo>
                  <a:pt x="403472" y="88474"/>
                </a:lnTo>
                <a:lnTo>
                  <a:pt x="403982" y="88551"/>
                </a:lnTo>
                <a:lnTo>
                  <a:pt x="404537" y="88617"/>
                </a:lnTo>
                <a:lnTo>
                  <a:pt x="405137" y="88671"/>
                </a:lnTo>
                <a:lnTo>
                  <a:pt x="405782" y="88713"/>
                </a:lnTo>
                <a:lnTo>
                  <a:pt x="406471" y="88743"/>
                </a:lnTo>
                <a:lnTo>
                  <a:pt x="407206" y="88761"/>
                </a:lnTo>
                <a:lnTo>
                  <a:pt x="407986" y="88767"/>
                </a:lnTo>
                <a:lnTo>
                  <a:pt x="407986" y="91138"/>
                </a:lnTo>
                <a:lnTo>
                  <a:pt x="378905" y="91138"/>
                </a:lnTo>
                <a:lnTo>
                  <a:pt x="378905" y="88767"/>
                </a:lnTo>
                <a:lnTo>
                  <a:pt x="380189" y="88767"/>
                </a:lnTo>
                <a:lnTo>
                  <a:pt x="380918" y="88751"/>
                </a:lnTo>
                <a:lnTo>
                  <a:pt x="381606" y="88704"/>
                </a:lnTo>
                <a:lnTo>
                  <a:pt x="382253" y="88625"/>
                </a:lnTo>
                <a:lnTo>
                  <a:pt x="382860" y="88515"/>
                </a:lnTo>
                <a:lnTo>
                  <a:pt x="383427" y="88373"/>
                </a:lnTo>
                <a:lnTo>
                  <a:pt x="383953" y="88199"/>
                </a:lnTo>
                <a:lnTo>
                  <a:pt x="384438" y="87995"/>
                </a:lnTo>
                <a:lnTo>
                  <a:pt x="384883" y="87758"/>
                </a:lnTo>
                <a:lnTo>
                  <a:pt x="385287" y="87490"/>
                </a:lnTo>
                <a:lnTo>
                  <a:pt x="385650" y="87191"/>
                </a:lnTo>
                <a:lnTo>
                  <a:pt x="385973" y="86860"/>
                </a:lnTo>
                <a:lnTo>
                  <a:pt x="386256" y="86497"/>
                </a:lnTo>
                <a:lnTo>
                  <a:pt x="386507" y="86090"/>
                </a:lnTo>
                <a:lnTo>
                  <a:pt x="386736" y="85626"/>
                </a:lnTo>
                <a:lnTo>
                  <a:pt x="386944" y="85104"/>
                </a:lnTo>
                <a:lnTo>
                  <a:pt x="387130" y="84525"/>
                </a:lnTo>
                <a:lnTo>
                  <a:pt x="387293" y="83889"/>
                </a:lnTo>
                <a:lnTo>
                  <a:pt x="387435" y="83195"/>
                </a:lnTo>
                <a:lnTo>
                  <a:pt x="387555" y="82444"/>
                </a:lnTo>
                <a:lnTo>
                  <a:pt x="387654" y="81636"/>
                </a:lnTo>
                <a:lnTo>
                  <a:pt x="387730" y="80771"/>
                </a:lnTo>
                <a:lnTo>
                  <a:pt x="387785" y="79848"/>
                </a:lnTo>
                <a:lnTo>
                  <a:pt x="387818" y="78868"/>
                </a:lnTo>
                <a:lnTo>
                  <a:pt x="387829" y="77831"/>
                </a:lnTo>
                <a:lnTo>
                  <a:pt x="387829" y="56088"/>
                </a:lnTo>
                <a:lnTo>
                  <a:pt x="387825" y="54387"/>
                </a:lnTo>
                <a:lnTo>
                  <a:pt x="387815" y="52800"/>
                </a:lnTo>
                <a:lnTo>
                  <a:pt x="387798" y="51328"/>
                </a:lnTo>
                <a:lnTo>
                  <a:pt x="387775" y="49971"/>
                </a:lnTo>
                <a:lnTo>
                  <a:pt x="387745" y="48728"/>
                </a:lnTo>
                <a:lnTo>
                  <a:pt x="387708" y="47599"/>
                </a:lnTo>
                <a:lnTo>
                  <a:pt x="387665" y="46586"/>
                </a:lnTo>
                <a:lnTo>
                  <a:pt x="387615" y="45687"/>
                </a:lnTo>
                <a:lnTo>
                  <a:pt x="387558" y="44902"/>
                </a:lnTo>
                <a:lnTo>
                  <a:pt x="387494" y="44232"/>
                </a:lnTo>
                <a:lnTo>
                  <a:pt x="387424" y="43677"/>
                </a:lnTo>
                <a:lnTo>
                  <a:pt x="387347" y="43236"/>
                </a:lnTo>
                <a:lnTo>
                  <a:pt x="387263" y="42862"/>
                </a:lnTo>
                <a:lnTo>
                  <a:pt x="387172" y="42509"/>
                </a:lnTo>
                <a:lnTo>
                  <a:pt x="387074" y="42176"/>
                </a:lnTo>
                <a:lnTo>
                  <a:pt x="386969" y="41864"/>
                </a:lnTo>
                <a:lnTo>
                  <a:pt x="386857" y="41572"/>
                </a:lnTo>
                <a:lnTo>
                  <a:pt x="386737" y="41300"/>
                </a:lnTo>
                <a:lnTo>
                  <a:pt x="386611" y="41049"/>
                </a:lnTo>
                <a:lnTo>
                  <a:pt x="386477" y="40819"/>
                </a:lnTo>
                <a:lnTo>
                  <a:pt x="386336" y="40609"/>
                </a:lnTo>
                <a:lnTo>
                  <a:pt x="386188" y="40419"/>
                </a:lnTo>
                <a:lnTo>
                  <a:pt x="386033" y="40250"/>
                </a:lnTo>
                <a:lnTo>
                  <a:pt x="385871" y="40101"/>
                </a:lnTo>
                <a:lnTo>
                  <a:pt x="385700" y="39968"/>
                </a:lnTo>
                <a:lnTo>
                  <a:pt x="385520" y="39847"/>
                </a:lnTo>
                <a:lnTo>
                  <a:pt x="385331" y="39738"/>
                </a:lnTo>
                <a:lnTo>
                  <a:pt x="385132" y="39639"/>
                </a:lnTo>
                <a:lnTo>
                  <a:pt x="384924" y="39553"/>
                </a:lnTo>
                <a:lnTo>
                  <a:pt x="384707" y="39478"/>
                </a:lnTo>
                <a:lnTo>
                  <a:pt x="384480" y="39414"/>
                </a:lnTo>
                <a:lnTo>
                  <a:pt x="384244" y="39362"/>
                </a:lnTo>
                <a:lnTo>
                  <a:pt x="383999" y="39322"/>
                </a:lnTo>
                <a:lnTo>
                  <a:pt x="383744" y="39293"/>
                </a:lnTo>
                <a:lnTo>
                  <a:pt x="383480" y="39276"/>
                </a:lnTo>
                <a:lnTo>
                  <a:pt x="383206" y="39270"/>
                </a:lnTo>
                <a:lnTo>
                  <a:pt x="382902" y="39277"/>
                </a:lnTo>
                <a:lnTo>
                  <a:pt x="382588" y="39297"/>
                </a:lnTo>
                <a:lnTo>
                  <a:pt x="382263" y="39330"/>
                </a:lnTo>
                <a:lnTo>
                  <a:pt x="381930" y="39377"/>
                </a:lnTo>
                <a:lnTo>
                  <a:pt x="381586" y="39437"/>
                </a:lnTo>
                <a:lnTo>
                  <a:pt x="381232" y="39510"/>
                </a:lnTo>
                <a:lnTo>
                  <a:pt x="380869" y="39597"/>
                </a:lnTo>
                <a:lnTo>
                  <a:pt x="380496" y="39696"/>
                </a:lnTo>
                <a:lnTo>
                  <a:pt x="380113" y="39810"/>
                </a:lnTo>
                <a:lnTo>
                  <a:pt x="379720" y="39936"/>
                </a:lnTo>
                <a:lnTo>
                  <a:pt x="379318" y="40076"/>
                </a:lnTo>
                <a:lnTo>
                  <a:pt x="378905" y="40229"/>
                </a:lnTo>
                <a:lnTo>
                  <a:pt x="377942" y="37926"/>
                </a:lnTo>
                <a:lnTo>
                  <a:pt x="395661" y="30764"/>
                </a:lnTo>
                <a:lnTo>
                  <a:pt x="398421" y="30764"/>
                </a:lnTo>
                <a:lnTo>
                  <a:pt x="398421" y="43198"/>
                </a:lnTo>
                <a:close/>
                <a:moveTo>
                  <a:pt x="462746" y="69746"/>
                </a:moveTo>
                <a:lnTo>
                  <a:pt x="461865" y="69294"/>
                </a:lnTo>
                <a:lnTo>
                  <a:pt x="461018" y="68813"/>
                </a:lnTo>
                <a:lnTo>
                  <a:pt x="460206" y="68304"/>
                </a:lnTo>
                <a:lnTo>
                  <a:pt x="459429" y="67765"/>
                </a:lnTo>
                <a:lnTo>
                  <a:pt x="458687" y="67198"/>
                </a:lnTo>
                <a:lnTo>
                  <a:pt x="457979" y="66602"/>
                </a:lnTo>
                <a:lnTo>
                  <a:pt x="457307" y="65976"/>
                </a:lnTo>
                <a:lnTo>
                  <a:pt x="456669" y="65322"/>
                </a:lnTo>
                <a:lnTo>
                  <a:pt x="456065" y="64639"/>
                </a:lnTo>
                <a:lnTo>
                  <a:pt x="455497" y="63928"/>
                </a:lnTo>
                <a:lnTo>
                  <a:pt x="454963" y="63187"/>
                </a:lnTo>
                <a:lnTo>
                  <a:pt x="454465" y="62417"/>
                </a:lnTo>
                <a:lnTo>
                  <a:pt x="454003" y="61626"/>
                </a:lnTo>
                <a:lnTo>
                  <a:pt x="453582" y="60821"/>
                </a:lnTo>
                <a:lnTo>
                  <a:pt x="453201" y="60003"/>
                </a:lnTo>
                <a:lnTo>
                  <a:pt x="452860" y="59170"/>
                </a:lnTo>
                <a:lnTo>
                  <a:pt x="452559" y="58324"/>
                </a:lnTo>
                <a:lnTo>
                  <a:pt x="452298" y="57464"/>
                </a:lnTo>
                <a:lnTo>
                  <a:pt x="452077" y="56590"/>
                </a:lnTo>
                <a:lnTo>
                  <a:pt x="451897" y="55703"/>
                </a:lnTo>
                <a:lnTo>
                  <a:pt x="451756" y="54801"/>
                </a:lnTo>
                <a:lnTo>
                  <a:pt x="451656" y="53886"/>
                </a:lnTo>
                <a:lnTo>
                  <a:pt x="451596" y="52957"/>
                </a:lnTo>
                <a:lnTo>
                  <a:pt x="451576" y="52014"/>
                </a:lnTo>
                <a:lnTo>
                  <a:pt x="451621" y="50580"/>
                </a:lnTo>
                <a:lnTo>
                  <a:pt x="451759" y="49180"/>
                </a:lnTo>
                <a:lnTo>
                  <a:pt x="451987" y="47814"/>
                </a:lnTo>
                <a:lnTo>
                  <a:pt x="452307" y="46481"/>
                </a:lnTo>
                <a:lnTo>
                  <a:pt x="452718" y="45183"/>
                </a:lnTo>
                <a:lnTo>
                  <a:pt x="453221" y="43918"/>
                </a:lnTo>
                <a:lnTo>
                  <a:pt x="453815" y="42686"/>
                </a:lnTo>
                <a:lnTo>
                  <a:pt x="454500" y="41489"/>
                </a:lnTo>
                <a:lnTo>
                  <a:pt x="455277" y="40325"/>
                </a:lnTo>
                <a:lnTo>
                  <a:pt x="456145" y="39195"/>
                </a:lnTo>
                <a:lnTo>
                  <a:pt x="457105" y="38099"/>
                </a:lnTo>
                <a:lnTo>
                  <a:pt x="458156" y="37037"/>
                </a:lnTo>
                <a:lnTo>
                  <a:pt x="459278" y="36035"/>
                </a:lnTo>
                <a:lnTo>
                  <a:pt x="460452" y="35120"/>
                </a:lnTo>
                <a:lnTo>
                  <a:pt x="461677" y="34292"/>
                </a:lnTo>
                <a:lnTo>
                  <a:pt x="462953" y="33552"/>
                </a:lnTo>
                <a:lnTo>
                  <a:pt x="464280" y="32898"/>
                </a:lnTo>
                <a:lnTo>
                  <a:pt x="465659" y="32332"/>
                </a:lnTo>
                <a:lnTo>
                  <a:pt x="467089" y="31853"/>
                </a:lnTo>
                <a:lnTo>
                  <a:pt x="468570" y="31461"/>
                </a:lnTo>
                <a:lnTo>
                  <a:pt x="470102" y="31156"/>
                </a:lnTo>
                <a:lnTo>
                  <a:pt x="471686" y="30938"/>
                </a:lnTo>
                <a:lnTo>
                  <a:pt x="473321" y="30807"/>
                </a:lnTo>
                <a:lnTo>
                  <a:pt x="475007" y="30764"/>
                </a:lnTo>
                <a:lnTo>
                  <a:pt x="476394" y="30792"/>
                </a:lnTo>
                <a:lnTo>
                  <a:pt x="477748" y="30878"/>
                </a:lnTo>
                <a:lnTo>
                  <a:pt x="479072" y="31020"/>
                </a:lnTo>
                <a:lnTo>
                  <a:pt x="480364" y="31220"/>
                </a:lnTo>
                <a:lnTo>
                  <a:pt x="481626" y="31476"/>
                </a:lnTo>
                <a:lnTo>
                  <a:pt x="482856" y="31789"/>
                </a:lnTo>
                <a:lnTo>
                  <a:pt x="484054" y="32160"/>
                </a:lnTo>
                <a:lnTo>
                  <a:pt x="485222" y="32587"/>
                </a:lnTo>
                <a:lnTo>
                  <a:pt x="486358" y="33071"/>
                </a:lnTo>
                <a:lnTo>
                  <a:pt x="487463" y="33612"/>
                </a:lnTo>
                <a:lnTo>
                  <a:pt x="488537" y="34211"/>
                </a:lnTo>
                <a:lnTo>
                  <a:pt x="489580" y="34866"/>
                </a:lnTo>
                <a:lnTo>
                  <a:pt x="502034" y="34866"/>
                </a:lnTo>
                <a:lnTo>
                  <a:pt x="502478" y="34867"/>
                </a:lnTo>
                <a:lnTo>
                  <a:pt x="502890" y="34870"/>
                </a:lnTo>
                <a:lnTo>
                  <a:pt x="503270" y="34876"/>
                </a:lnTo>
                <a:lnTo>
                  <a:pt x="503618" y="34883"/>
                </a:lnTo>
                <a:lnTo>
                  <a:pt x="503933" y="34893"/>
                </a:lnTo>
                <a:lnTo>
                  <a:pt x="504217" y="34905"/>
                </a:lnTo>
                <a:lnTo>
                  <a:pt x="504468" y="34920"/>
                </a:lnTo>
                <a:lnTo>
                  <a:pt x="504688" y="34936"/>
                </a:lnTo>
                <a:lnTo>
                  <a:pt x="504875" y="34955"/>
                </a:lnTo>
                <a:lnTo>
                  <a:pt x="505030" y="34976"/>
                </a:lnTo>
                <a:lnTo>
                  <a:pt x="505153" y="34999"/>
                </a:lnTo>
                <a:lnTo>
                  <a:pt x="505244" y="35024"/>
                </a:lnTo>
                <a:lnTo>
                  <a:pt x="505317" y="35052"/>
                </a:lnTo>
                <a:lnTo>
                  <a:pt x="505387" y="35083"/>
                </a:lnTo>
                <a:lnTo>
                  <a:pt x="505453" y="35117"/>
                </a:lnTo>
                <a:lnTo>
                  <a:pt x="505515" y="35154"/>
                </a:lnTo>
                <a:lnTo>
                  <a:pt x="505574" y="35194"/>
                </a:lnTo>
                <a:lnTo>
                  <a:pt x="505629" y="35238"/>
                </a:lnTo>
                <a:lnTo>
                  <a:pt x="505681" y="35284"/>
                </a:lnTo>
                <a:lnTo>
                  <a:pt x="505729" y="35334"/>
                </a:lnTo>
                <a:lnTo>
                  <a:pt x="505774" y="35386"/>
                </a:lnTo>
                <a:lnTo>
                  <a:pt x="505815" y="35442"/>
                </a:lnTo>
                <a:lnTo>
                  <a:pt x="505852" y="35501"/>
                </a:lnTo>
                <a:lnTo>
                  <a:pt x="505886" y="35563"/>
                </a:lnTo>
                <a:lnTo>
                  <a:pt x="505948" y="35664"/>
                </a:lnTo>
                <a:lnTo>
                  <a:pt x="506004" y="35778"/>
                </a:lnTo>
                <a:lnTo>
                  <a:pt x="506055" y="35904"/>
                </a:lnTo>
                <a:lnTo>
                  <a:pt x="506100" y="36042"/>
                </a:lnTo>
                <a:lnTo>
                  <a:pt x="506140" y="36192"/>
                </a:lnTo>
                <a:lnTo>
                  <a:pt x="506175" y="36355"/>
                </a:lnTo>
                <a:lnTo>
                  <a:pt x="506204" y="36531"/>
                </a:lnTo>
                <a:lnTo>
                  <a:pt x="506228" y="36718"/>
                </a:lnTo>
                <a:lnTo>
                  <a:pt x="506247" y="36918"/>
                </a:lnTo>
                <a:lnTo>
                  <a:pt x="506261" y="37130"/>
                </a:lnTo>
                <a:lnTo>
                  <a:pt x="506269" y="37355"/>
                </a:lnTo>
                <a:lnTo>
                  <a:pt x="506271" y="37592"/>
                </a:lnTo>
                <a:lnTo>
                  <a:pt x="506269" y="37859"/>
                </a:lnTo>
                <a:lnTo>
                  <a:pt x="506262" y="38112"/>
                </a:lnTo>
                <a:lnTo>
                  <a:pt x="506251" y="38352"/>
                </a:lnTo>
                <a:lnTo>
                  <a:pt x="506236" y="38577"/>
                </a:lnTo>
                <a:lnTo>
                  <a:pt x="506216" y="38788"/>
                </a:lnTo>
                <a:lnTo>
                  <a:pt x="506191" y="38985"/>
                </a:lnTo>
                <a:lnTo>
                  <a:pt x="506162" y="39168"/>
                </a:lnTo>
                <a:lnTo>
                  <a:pt x="506129" y="39337"/>
                </a:lnTo>
                <a:lnTo>
                  <a:pt x="506091" y="39492"/>
                </a:lnTo>
                <a:lnTo>
                  <a:pt x="506048" y="39633"/>
                </a:lnTo>
                <a:lnTo>
                  <a:pt x="506002" y="39760"/>
                </a:lnTo>
                <a:lnTo>
                  <a:pt x="505950" y="39873"/>
                </a:lnTo>
                <a:lnTo>
                  <a:pt x="505916" y="39925"/>
                </a:lnTo>
                <a:lnTo>
                  <a:pt x="505878" y="39975"/>
                </a:lnTo>
                <a:lnTo>
                  <a:pt x="505836" y="40023"/>
                </a:lnTo>
                <a:lnTo>
                  <a:pt x="505790" y="40070"/>
                </a:lnTo>
                <a:lnTo>
                  <a:pt x="505740" y="40115"/>
                </a:lnTo>
                <a:lnTo>
                  <a:pt x="505685" y="40158"/>
                </a:lnTo>
                <a:lnTo>
                  <a:pt x="505627" y="40199"/>
                </a:lnTo>
                <a:lnTo>
                  <a:pt x="505565" y="40239"/>
                </a:lnTo>
                <a:lnTo>
                  <a:pt x="505499" y="40277"/>
                </a:lnTo>
                <a:lnTo>
                  <a:pt x="505429" y="40313"/>
                </a:lnTo>
                <a:lnTo>
                  <a:pt x="505354" y="40347"/>
                </a:lnTo>
                <a:lnTo>
                  <a:pt x="505276" y="40380"/>
                </a:lnTo>
                <a:lnTo>
                  <a:pt x="505180" y="40410"/>
                </a:lnTo>
                <a:lnTo>
                  <a:pt x="505052" y="40438"/>
                </a:lnTo>
                <a:lnTo>
                  <a:pt x="504893" y="40463"/>
                </a:lnTo>
                <a:lnTo>
                  <a:pt x="504702" y="40485"/>
                </a:lnTo>
                <a:lnTo>
                  <a:pt x="504479" y="40505"/>
                </a:lnTo>
                <a:lnTo>
                  <a:pt x="504225" y="40522"/>
                </a:lnTo>
                <a:lnTo>
                  <a:pt x="503939" y="40537"/>
                </a:lnTo>
                <a:lnTo>
                  <a:pt x="503621" y="40549"/>
                </a:lnTo>
                <a:lnTo>
                  <a:pt x="503272" y="40558"/>
                </a:lnTo>
                <a:lnTo>
                  <a:pt x="502891" y="40565"/>
                </a:lnTo>
                <a:lnTo>
                  <a:pt x="502479" y="40569"/>
                </a:lnTo>
                <a:lnTo>
                  <a:pt x="502034" y="40570"/>
                </a:lnTo>
                <a:lnTo>
                  <a:pt x="494395" y="40570"/>
                </a:lnTo>
                <a:lnTo>
                  <a:pt x="494969" y="41359"/>
                </a:lnTo>
                <a:lnTo>
                  <a:pt x="495493" y="42183"/>
                </a:lnTo>
                <a:lnTo>
                  <a:pt x="495968" y="43043"/>
                </a:lnTo>
                <a:lnTo>
                  <a:pt x="496392" y="43938"/>
                </a:lnTo>
                <a:lnTo>
                  <a:pt x="496767" y="44870"/>
                </a:lnTo>
                <a:lnTo>
                  <a:pt x="497091" y="45836"/>
                </a:lnTo>
                <a:lnTo>
                  <a:pt x="497366" y="46839"/>
                </a:lnTo>
                <a:lnTo>
                  <a:pt x="497590" y="47877"/>
                </a:lnTo>
                <a:lnTo>
                  <a:pt x="497765" y="48951"/>
                </a:lnTo>
                <a:lnTo>
                  <a:pt x="497890" y="50061"/>
                </a:lnTo>
                <a:lnTo>
                  <a:pt x="497965" y="51206"/>
                </a:lnTo>
                <a:lnTo>
                  <a:pt x="497990" y="52387"/>
                </a:lnTo>
                <a:lnTo>
                  <a:pt x="497946" y="53740"/>
                </a:lnTo>
                <a:lnTo>
                  <a:pt x="497815" y="55061"/>
                </a:lnTo>
                <a:lnTo>
                  <a:pt x="497597" y="56348"/>
                </a:lnTo>
                <a:lnTo>
                  <a:pt x="497291" y="57603"/>
                </a:lnTo>
                <a:lnTo>
                  <a:pt x="496898" y="58824"/>
                </a:lnTo>
                <a:lnTo>
                  <a:pt x="496417" y="60013"/>
                </a:lnTo>
                <a:lnTo>
                  <a:pt x="495849" y="61168"/>
                </a:lnTo>
                <a:lnTo>
                  <a:pt x="495194" y="62291"/>
                </a:lnTo>
                <a:lnTo>
                  <a:pt x="494451" y="63380"/>
                </a:lnTo>
                <a:lnTo>
                  <a:pt x="493621" y="64437"/>
                </a:lnTo>
                <a:lnTo>
                  <a:pt x="492703" y="65460"/>
                </a:lnTo>
                <a:lnTo>
                  <a:pt x="491699" y="66451"/>
                </a:lnTo>
                <a:lnTo>
                  <a:pt x="490620" y="67384"/>
                </a:lnTo>
                <a:lnTo>
                  <a:pt x="489482" y="68237"/>
                </a:lnTo>
                <a:lnTo>
                  <a:pt x="488284" y="69008"/>
                </a:lnTo>
                <a:lnTo>
                  <a:pt x="487027" y="69698"/>
                </a:lnTo>
                <a:lnTo>
                  <a:pt x="485709" y="70307"/>
                </a:lnTo>
                <a:lnTo>
                  <a:pt x="484332" y="70834"/>
                </a:lnTo>
                <a:lnTo>
                  <a:pt x="482895" y="71281"/>
                </a:lnTo>
                <a:lnTo>
                  <a:pt x="481399" y="71646"/>
                </a:lnTo>
                <a:lnTo>
                  <a:pt x="479842" y="71930"/>
                </a:lnTo>
                <a:lnTo>
                  <a:pt x="478226" y="72133"/>
                </a:lnTo>
                <a:lnTo>
                  <a:pt x="476550" y="72255"/>
                </a:lnTo>
                <a:lnTo>
                  <a:pt x="474815" y="72295"/>
                </a:lnTo>
                <a:lnTo>
                  <a:pt x="474086" y="72286"/>
                </a:lnTo>
                <a:lnTo>
                  <a:pt x="473354" y="72259"/>
                </a:lnTo>
                <a:lnTo>
                  <a:pt x="472620" y="72213"/>
                </a:lnTo>
                <a:lnTo>
                  <a:pt x="471883" y="72150"/>
                </a:lnTo>
                <a:lnTo>
                  <a:pt x="471144" y="72068"/>
                </a:lnTo>
                <a:lnTo>
                  <a:pt x="470401" y="71968"/>
                </a:lnTo>
                <a:lnTo>
                  <a:pt x="469656" y="71850"/>
                </a:lnTo>
                <a:lnTo>
                  <a:pt x="468909" y="71714"/>
                </a:lnTo>
                <a:lnTo>
                  <a:pt x="468159" y="71560"/>
                </a:lnTo>
                <a:lnTo>
                  <a:pt x="467406" y="71387"/>
                </a:lnTo>
                <a:lnTo>
                  <a:pt x="466650" y="71196"/>
                </a:lnTo>
                <a:lnTo>
                  <a:pt x="465892" y="70987"/>
                </a:lnTo>
                <a:lnTo>
                  <a:pt x="465434" y="71389"/>
                </a:lnTo>
                <a:lnTo>
                  <a:pt x="465001" y="71782"/>
                </a:lnTo>
                <a:lnTo>
                  <a:pt x="464594" y="72166"/>
                </a:lnTo>
                <a:lnTo>
                  <a:pt x="464212" y="72542"/>
                </a:lnTo>
                <a:lnTo>
                  <a:pt x="463855" y="72910"/>
                </a:lnTo>
                <a:lnTo>
                  <a:pt x="463524" y="73269"/>
                </a:lnTo>
                <a:lnTo>
                  <a:pt x="463219" y="73620"/>
                </a:lnTo>
                <a:lnTo>
                  <a:pt x="462939" y="73962"/>
                </a:lnTo>
                <a:lnTo>
                  <a:pt x="462684" y="74296"/>
                </a:lnTo>
                <a:lnTo>
                  <a:pt x="462454" y="74622"/>
                </a:lnTo>
                <a:lnTo>
                  <a:pt x="462250" y="74939"/>
                </a:lnTo>
                <a:lnTo>
                  <a:pt x="462072" y="75247"/>
                </a:lnTo>
                <a:lnTo>
                  <a:pt x="461913" y="75548"/>
                </a:lnTo>
                <a:lnTo>
                  <a:pt x="461768" y="75840"/>
                </a:lnTo>
                <a:lnTo>
                  <a:pt x="461637" y="76126"/>
                </a:lnTo>
                <a:lnTo>
                  <a:pt x="461519" y="76403"/>
                </a:lnTo>
                <a:lnTo>
                  <a:pt x="461415" y="76673"/>
                </a:lnTo>
                <a:lnTo>
                  <a:pt x="461326" y="76936"/>
                </a:lnTo>
                <a:lnTo>
                  <a:pt x="461250" y="77191"/>
                </a:lnTo>
                <a:lnTo>
                  <a:pt x="461187" y="77438"/>
                </a:lnTo>
                <a:lnTo>
                  <a:pt x="461139" y="77678"/>
                </a:lnTo>
                <a:lnTo>
                  <a:pt x="461104" y="77910"/>
                </a:lnTo>
                <a:lnTo>
                  <a:pt x="461084" y="78135"/>
                </a:lnTo>
                <a:lnTo>
                  <a:pt x="461077" y="78352"/>
                </a:lnTo>
                <a:lnTo>
                  <a:pt x="461084" y="78533"/>
                </a:lnTo>
                <a:lnTo>
                  <a:pt x="461106" y="78713"/>
                </a:lnTo>
                <a:lnTo>
                  <a:pt x="461143" y="78893"/>
                </a:lnTo>
                <a:lnTo>
                  <a:pt x="461195" y="79071"/>
                </a:lnTo>
                <a:lnTo>
                  <a:pt x="461261" y="79249"/>
                </a:lnTo>
                <a:lnTo>
                  <a:pt x="461342" y="79425"/>
                </a:lnTo>
                <a:lnTo>
                  <a:pt x="461437" y="79601"/>
                </a:lnTo>
                <a:lnTo>
                  <a:pt x="461548" y="79776"/>
                </a:lnTo>
                <a:lnTo>
                  <a:pt x="461673" y="79950"/>
                </a:lnTo>
                <a:lnTo>
                  <a:pt x="461812" y="80123"/>
                </a:lnTo>
                <a:lnTo>
                  <a:pt x="461967" y="80296"/>
                </a:lnTo>
                <a:lnTo>
                  <a:pt x="462136" y="80467"/>
                </a:lnTo>
                <a:lnTo>
                  <a:pt x="462327" y="80633"/>
                </a:lnTo>
                <a:lnTo>
                  <a:pt x="462545" y="80792"/>
                </a:lnTo>
                <a:lnTo>
                  <a:pt x="462792" y="80943"/>
                </a:lnTo>
                <a:lnTo>
                  <a:pt x="463067" y="81085"/>
                </a:lnTo>
                <a:lnTo>
                  <a:pt x="463370" y="81220"/>
                </a:lnTo>
                <a:lnTo>
                  <a:pt x="463701" y="81347"/>
                </a:lnTo>
                <a:lnTo>
                  <a:pt x="464060" y="81465"/>
                </a:lnTo>
                <a:lnTo>
                  <a:pt x="464447" y="81576"/>
                </a:lnTo>
                <a:lnTo>
                  <a:pt x="464862" y="81679"/>
                </a:lnTo>
                <a:lnTo>
                  <a:pt x="465306" y="81773"/>
                </a:lnTo>
                <a:lnTo>
                  <a:pt x="465777" y="81860"/>
                </a:lnTo>
                <a:lnTo>
                  <a:pt x="466277" y="81939"/>
                </a:lnTo>
                <a:lnTo>
                  <a:pt x="466614" y="81981"/>
                </a:lnTo>
                <a:lnTo>
                  <a:pt x="467026" y="82023"/>
                </a:lnTo>
                <a:lnTo>
                  <a:pt x="467513" y="82063"/>
                </a:lnTo>
                <a:lnTo>
                  <a:pt x="468074" y="82103"/>
                </a:lnTo>
                <a:lnTo>
                  <a:pt x="468711" y="82141"/>
                </a:lnTo>
                <a:lnTo>
                  <a:pt x="469422" y="82179"/>
                </a:lnTo>
                <a:lnTo>
                  <a:pt x="470209" y="82216"/>
                </a:lnTo>
                <a:lnTo>
                  <a:pt x="471070" y="82252"/>
                </a:lnTo>
                <a:lnTo>
                  <a:pt x="472006" y="82287"/>
                </a:lnTo>
                <a:lnTo>
                  <a:pt x="473017" y="82322"/>
                </a:lnTo>
                <a:lnTo>
                  <a:pt x="474103" y="82355"/>
                </a:lnTo>
                <a:lnTo>
                  <a:pt x="475264" y="82388"/>
                </a:lnTo>
                <a:lnTo>
                  <a:pt x="477404" y="82442"/>
                </a:lnTo>
                <a:lnTo>
                  <a:pt x="479414" y="82501"/>
                </a:lnTo>
                <a:lnTo>
                  <a:pt x="481295" y="82563"/>
                </a:lnTo>
                <a:lnTo>
                  <a:pt x="483046" y="82629"/>
                </a:lnTo>
                <a:lnTo>
                  <a:pt x="484669" y="82698"/>
                </a:lnTo>
                <a:lnTo>
                  <a:pt x="486162" y="82771"/>
                </a:lnTo>
                <a:lnTo>
                  <a:pt x="487525" y="82847"/>
                </a:lnTo>
                <a:lnTo>
                  <a:pt x="488760" y="82927"/>
                </a:lnTo>
                <a:lnTo>
                  <a:pt x="489865" y="83011"/>
                </a:lnTo>
                <a:lnTo>
                  <a:pt x="490841" y="83098"/>
                </a:lnTo>
                <a:lnTo>
                  <a:pt x="491687" y="83189"/>
                </a:lnTo>
                <a:lnTo>
                  <a:pt x="492405" y="83283"/>
                </a:lnTo>
                <a:lnTo>
                  <a:pt x="493383" y="83441"/>
                </a:lnTo>
                <a:lnTo>
                  <a:pt x="494328" y="83637"/>
                </a:lnTo>
                <a:lnTo>
                  <a:pt x="495239" y="83872"/>
                </a:lnTo>
                <a:lnTo>
                  <a:pt x="496117" y="84144"/>
                </a:lnTo>
                <a:lnTo>
                  <a:pt x="496962" y="84455"/>
                </a:lnTo>
                <a:lnTo>
                  <a:pt x="497773" y="84805"/>
                </a:lnTo>
                <a:lnTo>
                  <a:pt x="498551" y="85192"/>
                </a:lnTo>
                <a:lnTo>
                  <a:pt x="499295" y="85618"/>
                </a:lnTo>
                <a:lnTo>
                  <a:pt x="500006" y="86082"/>
                </a:lnTo>
                <a:lnTo>
                  <a:pt x="500683" y="86584"/>
                </a:lnTo>
                <a:lnTo>
                  <a:pt x="501327" y="87124"/>
                </a:lnTo>
                <a:lnTo>
                  <a:pt x="501938" y="87703"/>
                </a:lnTo>
                <a:lnTo>
                  <a:pt x="502507" y="88312"/>
                </a:lnTo>
                <a:lnTo>
                  <a:pt x="503027" y="88945"/>
                </a:lnTo>
                <a:lnTo>
                  <a:pt x="503497" y="89600"/>
                </a:lnTo>
                <a:lnTo>
                  <a:pt x="503917" y="90278"/>
                </a:lnTo>
                <a:lnTo>
                  <a:pt x="504288" y="90980"/>
                </a:lnTo>
                <a:lnTo>
                  <a:pt x="504610" y="91705"/>
                </a:lnTo>
                <a:lnTo>
                  <a:pt x="504882" y="92453"/>
                </a:lnTo>
                <a:lnTo>
                  <a:pt x="505105" y="93224"/>
                </a:lnTo>
                <a:lnTo>
                  <a:pt x="505278" y="94018"/>
                </a:lnTo>
                <a:lnTo>
                  <a:pt x="505402" y="94836"/>
                </a:lnTo>
                <a:lnTo>
                  <a:pt x="505476" y="95676"/>
                </a:lnTo>
                <a:lnTo>
                  <a:pt x="505501" y="96540"/>
                </a:lnTo>
                <a:lnTo>
                  <a:pt x="505454" y="97740"/>
                </a:lnTo>
                <a:lnTo>
                  <a:pt x="505312" y="98927"/>
                </a:lnTo>
                <a:lnTo>
                  <a:pt x="505076" y="100102"/>
                </a:lnTo>
                <a:lnTo>
                  <a:pt x="504745" y="101265"/>
                </a:lnTo>
                <a:lnTo>
                  <a:pt x="504319" y="102415"/>
                </a:lnTo>
                <a:lnTo>
                  <a:pt x="503800" y="103552"/>
                </a:lnTo>
                <a:lnTo>
                  <a:pt x="503185" y="104678"/>
                </a:lnTo>
                <a:lnTo>
                  <a:pt x="502477" y="105790"/>
                </a:lnTo>
                <a:lnTo>
                  <a:pt x="501673" y="106891"/>
                </a:lnTo>
                <a:lnTo>
                  <a:pt x="500775" y="107979"/>
                </a:lnTo>
                <a:lnTo>
                  <a:pt x="499783" y="109054"/>
                </a:lnTo>
                <a:lnTo>
                  <a:pt x="498696" y="110117"/>
                </a:lnTo>
                <a:lnTo>
                  <a:pt x="496985" y="111611"/>
                </a:lnTo>
                <a:lnTo>
                  <a:pt x="495188" y="112974"/>
                </a:lnTo>
                <a:lnTo>
                  <a:pt x="493308" y="114208"/>
                </a:lnTo>
                <a:lnTo>
                  <a:pt x="491342" y="115311"/>
                </a:lnTo>
                <a:lnTo>
                  <a:pt x="489292" y="116285"/>
                </a:lnTo>
                <a:lnTo>
                  <a:pt x="487157" y="117129"/>
                </a:lnTo>
                <a:lnTo>
                  <a:pt x="484937" y="117843"/>
                </a:lnTo>
                <a:lnTo>
                  <a:pt x="482633" y="118428"/>
                </a:lnTo>
                <a:lnTo>
                  <a:pt x="480244" y="118882"/>
                </a:lnTo>
                <a:lnTo>
                  <a:pt x="477770" y="119207"/>
                </a:lnTo>
                <a:lnTo>
                  <a:pt x="475211" y="119402"/>
                </a:lnTo>
                <a:lnTo>
                  <a:pt x="472568" y="119467"/>
                </a:lnTo>
                <a:lnTo>
                  <a:pt x="470530" y="119428"/>
                </a:lnTo>
                <a:lnTo>
                  <a:pt x="468545" y="119312"/>
                </a:lnTo>
                <a:lnTo>
                  <a:pt x="466614" y="119119"/>
                </a:lnTo>
                <a:lnTo>
                  <a:pt x="464736" y="118848"/>
                </a:lnTo>
                <a:lnTo>
                  <a:pt x="462912" y="118500"/>
                </a:lnTo>
                <a:lnTo>
                  <a:pt x="461141" y="118075"/>
                </a:lnTo>
                <a:lnTo>
                  <a:pt x="459424" y="117572"/>
                </a:lnTo>
                <a:lnTo>
                  <a:pt x="457760" y="116992"/>
                </a:lnTo>
                <a:lnTo>
                  <a:pt x="456150" y="116335"/>
                </a:lnTo>
                <a:lnTo>
                  <a:pt x="454593" y="115600"/>
                </a:lnTo>
                <a:lnTo>
                  <a:pt x="453090" y="114788"/>
                </a:lnTo>
                <a:lnTo>
                  <a:pt x="451640" y="113899"/>
                </a:lnTo>
                <a:lnTo>
                  <a:pt x="450871" y="113363"/>
                </a:lnTo>
                <a:lnTo>
                  <a:pt x="450169" y="112825"/>
                </a:lnTo>
                <a:lnTo>
                  <a:pt x="449533" y="112282"/>
                </a:lnTo>
                <a:lnTo>
                  <a:pt x="448965" y="111736"/>
                </a:lnTo>
                <a:lnTo>
                  <a:pt x="448464" y="111187"/>
                </a:lnTo>
                <a:lnTo>
                  <a:pt x="448029" y="110634"/>
                </a:lnTo>
                <a:lnTo>
                  <a:pt x="447661" y="110077"/>
                </a:lnTo>
                <a:lnTo>
                  <a:pt x="447360" y="109517"/>
                </a:lnTo>
                <a:lnTo>
                  <a:pt x="447126" y="108954"/>
                </a:lnTo>
                <a:lnTo>
                  <a:pt x="446959" y="108386"/>
                </a:lnTo>
                <a:lnTo>
                  <a:pt x="446859" y="107815"/>
                </a:lnTo>
                <a:lnTo>
                  <a:pt x="446825" y="107241"/>
                </a:lnTo>
                <a:lnTo>
                  <a:pt x="446830" y="106985"/>
                </a:lnTo>
                <a:lnTo>
                  <a:pt x="446845" y="106730"/>
                </a:lnTo>
                <a:lnTo>
                  <a:pt x="446869" y="106474"/>
                </a:lnTo>
                <a:lnTo>
                  <a:pt x="446904" y="106218"/>
                </a:lnTo>
                <a:lnTo>
                  <a:pt x="446948" y="105962"/>
                </a:lnTo>
                <a:lnTo>
                  <a:pt x="447002" y="105706"/>
                </a:lnTo>
                <a:lnTo>
                  <a:pt x="447065" y="105451"/>
                </a:lnTo>
                <a:lnTo>
                  <a:pt x="447139" y="105195"/>
                </a:lnTo>
                <a:lnTo>
                  <a:pt x="447222" y="104939"/>
                </a:lnTo>
                <a:lnTo>
                  <a:pt x="447316" y="104683"/>
                </a:lnTo>
                <a:lnTo>
                  <a:pt x="447419" y="104427"/>
                </a:lnTo>
                <a:lnTo>
                  <a:pt x="447531" y="104171"/>
                </a:lnTo>
                <a:lnTo>
                  <a:pt x="447729" y="103763"/>
                </a:lnTo>
                <a:lnTo>
                  <a:pt x="447959" y="103329"/>
                </a:lnTo>
                <a:lnTo>
                  <a:pt x="448221" y="102870"/>
                </a:lnTo>
                <a:lnTo>
                  <a:pt x="448516" y="102385"/>
                </a:lnTo>
                <a:lnTo>
                  <a:pt x="448842" y="101874"/>
                </a:lnTo>
                <a:lnTo>
                  <a:pt x="449200" y="101338"/>
                </a:lnTo>
                <a:lnTo>
                  <a:pt x="449591" y="100775"/>
                </a:lnTo>
                <a:lnTo>
                  <a:pt x="450014" y="100187"/>
                </a:lnTo>
                <a:lnTo>
                  <a:pt x="450468" y="99573"/>
                </a:lnTo>
                <a:lnTo>
                  <a:pt x="450955" y="98934"/>
                </a:lnTo>
                <a:lnTo>
                  <a:pt x="451474" y="98268"/>
                </a:lnTo>
                <a:lnTo>
                  <a:pt x="452025" y="97577"/>
                </a:lnTo>
                <a:lnTo>
                  <a:pt x="452139" y="97441"/>
                </a:lnTo>
                <a:lnTo>
                  <a:pt x="452332" y="97226"/>
                </a:lnTo>
                <a:lnTo>
                  <a:pt x="452603" y="96930"/>
                </a:lnTo>
                <a:lnTo>
                  <a:pt x="452952" y="96554"/>
                </a:lnTo>
                <a:lnTo>
                  <a:pt x="453380" y="96098"/>
                </a:lnTo>
                <a:lnTo>
                  <a:pt x="453887" y="95562"/>
                </a:lnTo>
                <a:lnTo>
                  <a:pt x="454472" y="94946"/>
                </a:lnTo>
                <a:lnTo>
                  <a:pt x="455135" y="94250"/>
                </a:lnTo>
                <a:lnTo>
                  <a:pt x="455877" y="93474"/>
                </a:lnTo>
                <a:lnTo>
                  <a:pt x="456697" y="92618"/>
                </a:lnTo>
                <a:lnTo>
                  <a:pt x="457596" y="91682"/>
                </a:lnTo>
                <a:lnTo>
                  <a:pt x="458573" y="90665"/>
                </a:lnTo>
                <a:lnTo>
                  <a:pt x="458030" y="90337"/>
                </a:lnTo>
                <a:lnTo>
                  <a:pt x="457515" y="90014"/>
                </a:lnTo>
                <a:lnTo>
                  <a:pt x="457026" y="89697"/>
                </a:lnTo>
                <a:lnTo>
                  <a:pt x="456565" y="89386"/>
                </a:lnTo>
                <a:lnTo>
                  <a:pt x="456131" y="89080"/>
                </a:lnTo>
                <a:lnTo>
                  <a:pt x="455724" y="88781"/>
                </a:lnTo>
                <a:lnTo>
                  <a:pt x="455345" y="88487"/>
                </a:lnTo>
                <a:lnTo>
                  <a:pt x="454992" y="88199"/>
                </a:lnTo>
                <a:lnTo>
                  <a:pt x="454667" y="87917"/>
                </a:lnTo>
                <a:lnTo>
                  <a:pt x="454369" y="87640"/>
                </a:lnTo>
                <a:lnTo>
                  <a:pt x="454098" y="87369"/>
                </a:lnTo>
                <a:lnTo>
                  <a:pt x="453855" y="87104"/>
                </a:lnTo>
                <a:lnTo>
                  <a:pt x="453634" y="86839"/>
                </a:lnTo>
                <a:lnTo>
                  <a:pt x="453433" y="86569"/>
                </a:lnTo>
                <a:lnTo>
                  <a:pt x="453251" y="86292"/>
                </a:lnTo>
                <a:lnTo>
                  <a:pt x="453088" y="86010"/>
                </a:lnTo>
                <a:lnTo>
                  <a:pt x="452944" y="85722"/>
                </a:lnTo>
                <a:lnTo>
                  <a:pt x="452820" y="85428"/>
                </a:lnTo>
                <a:lnTo>
                  <a:pt x="452714" y="85128"/>
                </a:lnTo>
                <a:lnTo>
                  <a:pt x="452628" y="84823"/>
                </a:lnTo>
                <a:lnTo>
                  <a:pt x="452561" y="84512"/>
                </a:lnTo>
                <a:lnTo>
                  <a:pt x="452513" y="84195"/>
                </a:lnTo>
                <a:lnTo>
                  <a:pt x="452484" y="83872"/>
                </a:lnTo>
                <a:lnTo>
                  <a:pt x="452474" y="83543"/>
                </a:lnTo>
                <a:lnTo>
                  <a:pt x="452487" y="83163"/>
                </a:lnTo>
                <a:lnTo>
                  <a:pt x="452525" y="82773"/>
                </a:lnTo>
                <a:lnTo>
                  <a:pt x="452589" y="82372"/>
                </a:lnTo>
                <a:lnTo>
                  <a:pt x="452678" y="81960"/>
                </a:lnTo>
                <a:lnTo>
                  <a:pt x="452792" y="81537"/>
                </a:lnTo>
                <a:lnTo>
                  <a:pt x="452932" y="81104"/>
                </a:lnTo>
                <a:lnTo>
                  <a:pt x="453097" y="80660"/>
                </a:lnTo>
                <a:lnTo>
                  <a:pt x="453288" y="80205"/>
                </a:lnTo>
                <a:lnTo>
                  <a:pt x="453504" y="79740"/>
                </a:lnTo>
                <a:lnTo>
                  <a:pt x="453745" y="79264"/>
                </a:lnTo>
                <a:lnTo>
                  <a:pt x="454012" y="78777"/>
                </a:lnTo>
                <a:lnTo>
                  <a:pt x="454304" y="78280"/>
                </a:lnTo>
                <a:lnTo>
                  <a:pt x="454642" y="77760"/>
                </a:lnTo>
                <a:lnTo>
                  <a:pt x="455047" y="77205"/>
                </a:lnTo>
                <a:lnTo>
                  <a:pt x="455518" y="76615"/>
                </a:lnTo>
                <a:lnTo>
                  <a:pt x="456055" y="75991"/>
                </a:lnTo>
                <a:lnTo>
                  <a:pt x="456659" y="75332"/>
                </a:lnTo>
                <a:lnTo>
                  <a:pt x="457329" y="74638"/>
                </a:lnTo>
                <a:lnTo>
                  <a:pt x="458066" y="73910"/>
                </a:lnTo>
                <a:lnTo>
                  <a:pt x="458869" y="73146"/>
                </a:lnTo>
                <a:lnTo>
                  <a:pt x="459739" y="72348"/>
                </a:lnTo>
                <a:lnTo>
                  <a:pt x="460675" y="71515"/>
                </a:lnTo>
                <a:lnTo>
                  <a:pt x="461677" y="70648"/>
                </a:lnTo>
                <a:lnTo>
                  <a:pt x="462746" y="69746"/>
                </a:lnTo>
                <a:moveTo>
                  <a:pt x="473916" y="33968"/>
                </a:moveTo>
                <a:lnTo>
                  <a:pt x="473135" y="33995"/>
                </a:lnTo>
                <a:lnTo>
                  <a:pt x="472375" y="34073"/>
                </a:lnTo>
                <a:lnTo>
                  <a:pt x="471637" y="34204"/>
                </a:lnTo>
                <a:lnTo>
                  <a:pt x="470920" y="34386"/>
                </a:lnTo>
                <a:lnTo>
                  <a:pt x="470225" y="34622"/>
                </a:lnTo>
                <a:lnTo>
                  <a:pt x="469551" y="34909"/>
                </a:lnTo>
                <a:lnTo>
                  <a:pt x="468898" y="35248"/>
                </a:lnTo>
                <a:lnTo>
                  <a:pt x="468267" y="35640"/>
                </a:lnTo>
                <a:lnTo>
                  <a:pt x="467657" y="36084"/>
                </a:lnTo>
                <a:lnTo>
                  <a:pt x="467069" y="36581"/>
                </a:lnTo>
                <a:lnTo>
                  <a:pt x="466501" y="37129"/>
                </a:lnTo>
                <a:lnTo>
                  <a:pt x="465956" y="37730"/>
                </a:lnTo>
                <a:lnTo>
                  <a:pt x="465443" y="38384"/>
                </a:lnTo>
                <a:lnTo>
                  <a:pt x="464975" y="39095"/>
                </a:lnTo>
                <a:lnTo>
                  <a:pt x="464551" y="39861"/>
                </a:lnTo>
                <a:lnTo>
                  <a:pt x="464173" y="40683"/>
                </a:lnTo>
                <a:lnTo>
                  <a:pt x="463838" y="41560"/>
                </a:lnTo>
                <a:lnTo>
                  <a:pt x="463548" y="42494"/>
                </a:lnTo>
                <a:lnTo>
                  <a:pt x="463303" y="43483"/>
                </a:lnTo>
                <a:lnTo>
                  <a:pt x="463103" y="44528"/>
                </a:lnTo>
                <a:lnTo>
                  <a:pt x="462947" y="45629"/>
                </a:lnTo>
                <a:lnTo>
                  <a:pt x="462835" y="46786"/>
                </a:lnTo>
                <a:lnTo>
                  <a:pt x="462768" y="47998"/>
                </a:lnTo>
                <a:lnTo>
                  <a:pt x="462746" y="49266"/>
                </a:lnTo>
                <a:lnTo>
                  <a:pt x="462776" y="50914"/>
                </a:lnTo>
                <a:lnTo>
                  <a:pt x="462867" y="52498"/>
                </a:lnTo>
                <a:lnTo>
                  <a:pt x="463019" y="54019"/>
                </a:lnTo>
                <a:lnTo>
                  <a:pt x="463231" y="55478"/>
                </a:lnTo>
                <a:lnTo>
                  <a:pt x="463504" y="56874"/>
                </a:lnTo>
                <a:lnTo>
                  <a:pt x="463837" y="58207"/>
                </a:lnTo>
                <a:lnTo>
                  <a:pt x="464231" y="59477"/>
                </a:lnTo>
                <a:lnTo>
                  <a:pt x="464686" y="60684"/>
                </a:lnTo>
                <a:lnTo>
                  <a:pt x="465201" y="61828"/>
                </a:lnTo>
                <a:lnTo>
                  <a:pt x="465777" y="62909"/>
                </a:lnTo>
                <a:lnTo>
                  <a:pt x="466414" y="63927"/>
                </a:lnTo>
                <a:lnTo>
                  <a:pt x="467111" y="64883"/>
                </a:lnTo>
                <a:lnTo>
                  <a:pt x="467680" y="65555"/>
                </a:lnTo>
                <a:lnTo>
                  <a:pt x="468274" y="66168"/>
                </a:lnTo>
                <a:lnTo>
                  <a:pt x="468893" y="66724"/>
                </a:lnTo>
                <a:lnTo>
                  <a:pt x="469537" y="67220"/>
                </a:lnTo>
                <a:lnTo>
                  <a:pt x="470205" y="67659"/>
                </a:lnTo>
                <a:lnTo>
                  <a:pt x="470899" y="68039"/>
                </a:lnTo>
                <a:lnTo>
                  <a:pt x="471618" y="68360"/>
                </a:lnTo>
                <a:lnTo>
                  <a:pt x="472361" y="68623"/>
                </a:lnTo>
                <a:lnTo>
                  <a:pt x="473130" y="68828"/>
                </a:lnTo>
                <a:lnTo>
                  <a:pt x="473923" y="68974"/>
                </a:lnTo>
                <a:lnTo>
                  <a:pt x="474742" y="69061"/>
                </a:lnTo>
                <a:lnTo>
                  <a:pt x="475585" y="69091"/>
                </a:lnTo>
                <a:lnTo>
                  <a:pt x="476386" y="69065"/>
                </a:lnTo>
                <a:lnTo>
                  <a:pt x="477163" y="68990"/>
                </a:lnTo>
                <a:lnTo>
                  <a:pt x="477916" y="68864"/>
                </a:lnTo>
                <a:lnTo>
                  <a:pt x="478645" y="68687"/>
                </a:lnTo>
                <a:lnTo>
                  <a:pt x="479350" y="68460"/>
                </a:lnTo>
                <a:lnTo>
                  <a:pt x="480031" y="68182"/>
                </a:lnTo>
                <a:lnTo>
                  <a:pt x="480688" y="67854"/>
                </a:lnTo>
                <a:lnTo>
                  <a:pt x="481320" y="67476"/>
                </a:lnTo>
                <a:lnTo>
                  <a:pt x="481929" y="67047"/>
                </a:lnTo>
                <a:lnTo>
                  <a:pt x="482513" y="66568"/>
                </a:lnTo>
                <a:lnTo>
                  <a:pt x="483074" y="66038"/>
                </a:lnTo>
                <a:lnTo>
                  <a:pt x="483610" y="65457"/>
                </a:lnTo>
                <a:lnTo>
                  <a:pt x="484112" y="64823"/>
                </a:lnTo>
                <a:lnTo>
                  <a:pt x="484571" y="64131"/>
                </a:lnTo>
                <a:lnTo>
                  <a:pt x="484986" y="63382"/>
                </a:lnTo>
                <a:lnTo>
                  <a:pt x="485357" y="62575"/>
                </a:lnTo>
                <a:lnTo>
                  <a:pt x="485685" y="61710"/>
                </a:lnTo>
                <a:lnTo>
                  <a:pt x="485969" y="60788"/>
                </a:lnTo>
                <a:lnTo>
                  <a:pt x="486209" y="59809"/>
                </a:lnTo>
                <a:lnTo>
                  <a:pt x="486406" y="58771"/>
                </a:lnTo>
                <a:lnTo>
                  <a:pt x="486559" y="57677"/>
                </a:lnTo>
                <a:lnTo>
                  <a:pt x="486668" y="56524"/>
                </a:lnTo>
                <a:lnTo>
                  <a:pt x="486734" y="55315"/>
                </a:lnTo>
                <a:lnTo>
                  <a:pt x="486755" y="54047"/>
                </a:lnTo>
                <a:lnTo>
                  <a:pt x="486725" y="52389"/>
                </a:lnTo>
                <a:lnTo>
                  <a:pt x="486632" y="50791"/>
                </a:lnTo>
                <a:lnTo>
                  <a:pt x="486479" y="49255"/>
                </a:lnTo>
                <a:lnTo>
                  <a:pt x="486263" y="47779"/>
                </a:lnTo>
                <a:lnTo>
                  <a:pt x="485986" y="46365"/>
                </a:lnTo>
                <a:lnTo>
                  <a:pt x="485648" y="45012"/>
                </a:lnTo>
                <a:lnTo>
                  <a:pt x="485248" y="43720"/>
                </a:lnTo>
                <a:lnTo>
                  <a:pt x="484787" y="42488"/>
                </a:lnTo>
                <a:lnTo>
                  <a:pt x="484264" y="41318"/>
                </a:lnTo>
                <a:lnTo>
                  <a:pt x="483679" y="40209"/>
                </a:lnTo>
                <a:lnTo>
                  <a:pt x="483033" y="39161"/>
                </a:lnTo>
                <a:lnTo>
                  <a:pt x="482326" y="38175"/>
                </a:lnTo>
                <a:lnTo>
                  <a:pt x="481767" y="37503"/>
                </a:lnTo>
                <a:lnTo>
                  <a:pt x="481183" y="36889"/>
                </a:lnTo>
                <a:lnTo>
                  <a:pt x="480573" y="36334"/>
                </a:lnTo>
                <a:lnTo>
                  <a:pt x="479936" y="35838"/>
                </a:lnTo>
                <a:lnTo>
                  <a:pt x="479274" y="35400"/>
                </a:lnTo>
                <a:lnTo>
                  <a:pt x="478586" y="35020"/>
                </a:lnTo>
                <a:lnTo>
                  <a:pt x="477873" y="34699"/>
                </a:lnTo>
                <a:lnTo>
                  <a:pt x="477133" y="34436"/>
                </a:lnTo>
                <a:lnTo>
                  <a:pt x="476368" y="34231"/>
                </a:lnTo>
                <a:lnTo>
                  <a:pt x="475576" y="34085"/>
                </a:lnTo>
                <a:lnTo>
                  <a:pt x="474759" y="33998"/>
                </a:lnTo>
                <a:lnTo>
                  <a:pt x="473916" y="33968"/>
                </a:lnTo>
                <a:moveTo>
                  <a:pt x="462104" y="91176"/>
                </a:moveTo>
                <a:lnTo>
                  <a:pt x="461611" y="91717"/>
                </a:lnTo>
                <a:lnTo>
                  <a:pt x="461139" y="92251"/>
                </a:lnTo>
                <a:lnTo>
                  <a:pt x="460688" y="92779"/>
                </a:lnTo>
                <a:lnTo>
                  <a:pt x="460257" y="93301"/>
                </a:lnTo>
                <a:lnTo>
                  <a:pt x="459846" y="93817"/>
                </a:lnTo>
                <a:lnTo>
                  <a:pt x="459456" y="94327"/>
                </a:lnTo>
                <a:lnTo>
                  <a:pt x="459086" y="94830"/>
                </a:lnTo>
                <a:lnTo>
                  <a:pt x="458737" y="95327"/>
                </a:lnTo>
                <a:lnTo>
                  <a:pt x="458409" y="95818"/>
                </a:lnTo>
                <a:lnTo>
                  <a:pt x="458101" y="96302"/>
                </a:lnTo>
                <a:lnTo>
                  <a:pt x="457813" y="96781"/>
                </a:lnTo>
                <a:lnTo>
                  <a:pt x="457546" y="97253"/>
                </a:lnTo>
                <a:lnTo>
                  <a:pt x="457300" y="97719"/>
                </a:lnTo>
                <a:lnTo>
                  <a:pt x="457075" y="98179"/>
                </a:lnTo>
                <a:lnTo>
                  <a:pt x="456872" y="98633"/>
                </a:lnTo>
                <a:lnTo>
                  <a:pt x="456690" y="99080"/>
                </a:lnTo>
                <a:lnTo>
                  <a:pt x="456530" y="99522"/>
                </a:lnTo>
                <a:lnTo>
                  <a:pt x="456390" y="99957"/>
                </a:lnTo>
                <a:lnTo>
                  <a:pt x="456273" y="100386"/>
                </a:lnTo>
                <a:lnTo>
                  <a:pt x="456176" y="100808"/>
                </a:lnTo>
                <a:lnTo>
                  <a:pt x="456102" y="101225"/>
                </a:lnTo>
                <a:lnTo>
                  <a:pt x="456048" y="101635"/>
                </a:lnTo>
                <a:lnTo>
                  <a:pt x="456016" y="102039"/>
                </a:lnTo>
                <a:lnTo>
                  <a:pt x="456005" y="102436"/>
                </a:lnTo>
                <a:lnTo>
                  <a:pt x="456031" y="102943"/>
                </a:lnTo>
                <a:lnTo>
                  <a:pt x="456109" y="103438"/>
                </a:lnTo>
                <a:lnTo>
                  <a:pt x="456238" y="103923"/>
                </a:lnTo>
                <a:lnTo>
                  <a:pt x="456419" y="104398"/>
                </a:lnTo>
                <a:lnTo>
                  <a:pt x="456652" y="104862"/>
                </a:lnTo>
                <a:lnTo>
                  <a:pt x="456936" y="105315"/>
                </a:lnTo>
                <a:lnTo>
                  <a:pt x="457272" y="105757"/>
                </a:lnTo>
                <a:lnTo>
                  <a:pt x="457660" y="106189"/>
                </a:lnTo>
                <a:lnTo>
                  <a:pt x="458100" y="106610"/>
                </a:lnTo>
                <a:lnTo>
                  <a:pt x="458591" y="107021"/>
                </a:lnTo>
                <a:lnTo>
                  <a:pt x="459134" y="107421"/>
                </a:lnTo>
                <a:lnTo>
                  <a:pt x="459729" y="107810"/>
                </a:lnTo>
                <a:lnTo>
                  <a:pt x="460838" y="108443"/>
                </a:lnTo>
                <a:lnTo>
                  <a:pt x="462027" y="109022"/>
                </a:lnTo>
                <a:lnTo>
                  <a:pt x="463296" y="109545"/>
                </a:lnTo>
                <a:lnTo>
                  <a:pt x="464643" y="110013"/>
                </a:lnTo>
                <a:lnTo>
                  <a:pt x="466070" y="110426"/>
                </a:lnTo>
                <a:lnTo>
                  <a:pt x="467577" y="110784"/>
                </a:lnTo>
                <a:lnTo>
                  <a:pt x="469162" y="111087"/>
                </a:lnTo>
                <a:lnTo>
                  <a:pt x="470828" y="111335"/>
                </a:lnTo>
                <a:lnTo>
                  <a:pt x="472572" y="111528"/>
                </a:lnTo>
                <a:lnTo>
                  <a:pt x="474396" y="111665"/>
                </a:lnTo>
                <a:lnTo>
                  <a:pt x="476299" y="111748"/>
                </a:lnTo>
                <a:lnTo>
                  <a:pt x="478282" y="111776"/>
                </a:lnTo>
                <a:lnTo>
                  <a:pt x="480165" y="111747"/>
                </a:lnTo>
                <a:lnTo>
                  <a:pt x="481965" y="111663"/>
                </a:lnTo>
                <a:lnTo>
                  <a:pt x="483680" y="111522"/>
                </a:lnTo>
                <a:lnTo>
                  <a:pt x="485311" y="111324"/>
                </a:lnTo>
                <a:lnTo>
                  <a:pt x="486858" y="111070"/>
                </a:lnTo>
                <a:lnTo>
                  <a:pt x="488320" y="110760"/>
                </a:lnTo>
                <a:lnTo>
                  <a:pt x="489698" y="110393"/>
                </a:lnTo>
                <a:lnTo>
                  <a:pt x="490992" y="109969"/>
                </a:lnTo>
                <a:lnTo>
                  <a:pt x="492202" y="109490"/>
                </a:lnTo>
                <a:lnTo>
                  <a:pt x="493328" y="108953"/>
                </a:lnTo>
                <a:lnTo>
                  <a:pt x="494369" y="108361"/>
                </a:lnTo>
                <a:lnTo>
                  <a:pt x="495326" y="107712"/>
                </a:lnTo>
                <a:lnTo>
                  <a:pt x="496202" y="107031"/>
                </a:lnTo>
                <a:lnTo>
                  <a:pt x="497003" y="106343"/>
                </a:lnTo>
                <a:lnTo>
                  <a:pt x="497727" y="105647"/>
                </a:lnTo>
                <a:lnTo>
                  <a:pt x="498375" y="104944"/>
                </a:lnTo>
                <a:lnTo>
                  <a:pt x="498947" y="104233"/>
                </a:lnTo>
                <a:lnTo>
                  <a:pt x="499442" y="103514"/>
                </a:lnTo>
                <a:lnTo>
                  <a:pt x="499862" y="102788"/>
                </a:lnTo>
                <a:lnTo>
                  <a:pt x="500205" y="102055"/>
                </a:lnTo>
                <a:lnTo>
                  <a:pt x="500471" y="101314"/>
                </a:lnTo>
                <a:lnTo>
                  <a:pt x="500662" y="100565"/>
                </a:lnTo>
                <a:lnTo>
                  <a:pt x="500776" y="99809"/>
                </a:lnTo>
                <a:lnTo>
                  <a:pt x="500815" y="99045"/>
                </a:lnTo>
                <a:lnTo>
                  <a:pt x="500792" y="98504"/>
                </a:lnTo>
                <a:lnTo>
                  <a:pt x="500724" y="97990"/>
                </a:lnTo>
                <a:lnTo>
                  <a:pt x="500610" y="97502"/>
                </a:lnTo>
                <a:lnTo>
                  <a:pt x="500451" y="97041"/>
                </a:lnTo>
                <a:lnTo>
                  <a:pt x="500246" y="96606"/>
                </a:lnTo>
                <a:lnTo>
                  <a:pt x="499996" y="96198"/>
                </a:lnTo>
                <a:lnTo>
                  <a:pt x="499700" y="95817"/>
                </a:lnTo>
                <a:lnTo>
                  <a:pt x="499359" y="95463"/>
                </a:lnTo>
                <a:lnTo>
                  <a:pt x="498973" y="95135"/>
                </a:lnTo>
                <a:lnTo>
                  <a:pt x="498541" y="94833"/>
                </a:lnTo>
                <a:lnTo>
                  <a:pt x="498063" y="94559"/>
                </a:lnTo>
                <a:lnTo>
                  <a:pt x="497540" y="94311"/>
                </a:lnTo>
                <a:lnTo>
                  <a:pt x="496939" y="94084"/>
                </a:lnTo>
                <a:lnTo>
                  <a:pt x="496246" y="93873"/>
                </a:lnTo>
                <a:lnTo>
                  <a:pt x="495462" y="93679"/>
                </a:lnTo>
                <a:lnTo>
                  <a:pt x="494587" y="93500"/>
                </a:lnTo>
                <a:lnTo>
                  <a:pt x="493622" y="93338"/>
                </a:lnTo>
                <a:lnTo>
                  <a:pt x="492565" y="93191"/>
                </a:lnTo>
                <a:lnTo>
                  <a:pt x="491418" y="93061"/>
                </a:lnTo>
                <a:lnTo>
                  <a:pt x="490179" y="92946"/>
                </a:lnTo>
                <a:lnTo>
                  <a:pt x="488850" y="92848"/>
                </a:lnTo>
                <a:lnTo>
                  <a:pt x="487430" y="92765"/>
                </a:lnTo>
                <a:lnTo>
                  <a:pt x="485918" y="92699"/>
                </a:lnTo>
                <a:lnTo>
                  <a:pt x="484316" y="92648"/>
                </a:lnTo>
                <a:lnTo>
                  <a:pt x="481955" y="92579"/>
                </a:lnTo>
                <a:lnTo>
                  <a:pt x="479687" y="92501"/>
                </a:lnTo>
                <a:lnTo>
                  <a:pt x="477511" y="92412"/>
                </a:lnTo>
                <a:lnTo>
                  <a:pt x="475428" y="92314"/>
                </a:lnTo>
                <a:lnTo>
                  <a:pt x="473438" y="92206"/>
                </a:lnTo>
                <a:lnTo>
                  <a:pt x="471541" y="92088"/>
                </a:lnTo>
                <a:lnTo>
                  <a:pt x="469736" y="91960"/>
                </a:lnTo>
                <a:lnTo>
                  <a:pt x="468024" y="91823"/>
                </a:lnTo>
                <a:lnTo>
                  <a:pt x="466405" y="91676"/>
                </a:lnTo>
                <a:lnTo>
                  <a:pt x="464879" y="91519"/>
                </a:lnTo>
                <a:lnTo>
                  <a:pt x="463445" y="91353"/>
                </a:lnTo>
                <a:lnTo>
                  <a:pt x="462104" y="91176"/>
                </a:lnTo>
                <a:close/>
                <a:moveTo>
                  <a:pt x="601807" y="2307"/>
                </a:moveTo>
                <a:lnTo>
                  <a:pt x="601807" y="32302"/>
                </a:lnTo>
                <a:lnTo>
                  <a:pt x="599432" y="32302"/>
                </a:lnTo>
                <a:lnTo>
                  <a:pt x="599227" y="30885"/>
                </a:lnTo>
                <a:lnTo>
                  <a:pt x="598996" y="29516"/>
                </a:lnTo>
                <a:lnTo>
                  <a:pt x="598740" y="28196"/>
                </a:lnTo>
                <a:lnTo>
                  <a:pt x="598458" y="26926"/>
                </a:lnTo>
                <a:lnTo>
                  <a:pt x="598151" y="25704"/>
                </a:lnTo>
                <a:lnTo>
                  <a:pt x="597819" y="24531"/>
                </a:lnTo>
                <a:lnTo>
                  <a:pt x="597461" y="23407"/>
                </a:lnTo>
                <a:lnTo>
                  <a:pt x="597078" y="22332"/>
                </a:lnTo>
                <a:lnTo>
                  <a:pt x="596670" y="21306"/>
                </a:lnTo>
                <a:lnTo>
                  <a:pt x="596236" y="20329"/>
                </a:lnTo>
                <a:lnTo>
                  <a:pt x="595776" y="19401"/>
                </a:lnTo>
                <a:lnTo>
                  <a:pt x="595291" y="18522"/>
                </a:lnTo>
                <a:lnTo>
                  <a:pt x="594776" y="17683"/>
                </a:lnTo>
                <a:lnTo>
                  <a:pt x="594226" y="16872"/>
                </a:lnTo>
                <a:lnTo>
                  <a:pt x="593640" y="16091"/>
                </a:lnTo>
                <a:lnTo>
                  <a:pt x="593020" y="15339"/>
                </a:lnTo>
                <a:lnTo>
                  <a:pt x="592364" y="14617"/>
                </a:lnTo>
                <a:lnTo>
                  <a:pt x="591672" y="13924"/>
                </a:lnTo>
                <a:lnTo>
                  <a:pt x="590946" y="13260"/>
                </a:lnTo>
                <a:lnTo>
                  <a:pt x="590184" y="12626"/>
                </a:lnTo>
                <a:lnTo>
                  <a:pt x="589387" y="12021"/>
                </a:lnTo>
                <a:lnTo>
                  <a:pt x="588555" y="11446"/>
                </a:lnTo>
                <a:lnTo>
                  <a:pt x="587688" y="10900"/>
                </a:lnTo>
                <a:lnTo>
                  <a:pt x="586785" y="10383"/>
                </a:lnTo>
                <a:lnTo>
                  <a:pt x="585863" y="9902"/>
                </a:lnTo>
                <a:lnTo>
                  <a:pt x="584934" y="9462"/>
                </a:lnTo>
                <a:lnTo>
                  <a:pt x="584001" y="9065"/>
                </a:lnTo>
                <a:lnTo>
                  <a:pt x="583062" y="8709"/>
                </a:lnTo>
                <a:lnTo>
                  <a:pt x="582118" y="8396"/>
                </a:lnTo>
                <a:lnTo>
                  <a:pt x="581168" y="8124"/>
                </a:lnTo>
                <a:lnTo>
                  <a:pt x="580213" y="7893"/>
                </a:lnTo>
                <a:lnTo>
                  <a:pt x="579253" y="7705"/>
                </a:lnTo>
                <a:lnTo>
                  <a:pt x="578287" y="7559"/>
                </a:lnTo>
                <a:lnTo>
                  <a:pt x="577316" y="7454"/>
                </a:lnTo>
                <a:lnTo>
                  <a:pt x="576340" y="7391"/>
                </a:lnTo>
                <a:lnTo>
                  <a:pt x="575358" y="7371"/>
                </a:lnTo>
                <a:lnTo>
                  <a:pt x="574262" y="7399"/>
                </a:lnTo>
                <a:lnTo>
                  <a:pt x="573197" y="7484"/>
                </a:lnTo>
                <a:lnTo>
                  <a:pt x="572165" y="7625"/>
                </a:lnTo>
                <a:lnTo>
                  <a:pt x="571164" y="7823"/>
                </a:lnTo>
                <a:lnTo>
                  <a:pt x="570196" y="8077"/>
                </a:lnTo>
                <a:lnTo>
                  <a:pt x="569260" y="8387"/>
                </a:lnTo>
                <a:lnTo>
                  <a:pt x="568356" y="8755"/>
                </a:lnTo>
                <a:lnTo>
                  <a:pt x="567484" y="9178"/>
                </a:lnTo>
                <a:lnTo>
                  <a:pt x="566644" y="9659"/>
                </a:lnTo>
                <a:lnTo>
                  <a:pt x="565836" y="10195"/>
                </a:lnTo>
                <a:lnTo>
                  <a:pt x="565060" y="10789"/>
                </a:lnTo>
                <a:lnTo>
                  <a:pt x="564317" y="11438"/>
                </a:lnTo>
                <a:lnTo>
                  <a:pt x="563619" y="12124"/>
                </a:lnTo>
                <a:lnTo>
                  <a:pt x="562983" y="12825"/>
                </a:lnTo>
                <a:lnTo>
                  <a:pt x="562407" y="13541"/>
                </a:lnTo>
                <a:lnTo>
                  <a:pt x="561891" y="14273"/>
                </a:lnTo>
                <a:lnTo>
                  <a:pt x="561437" y="15021"/>
                </a:lnTo>
                <a:lnTo>
                  <a:pt x="561043" y="15785"/>
                </a:lnTo>
                <a:lnTo>
                  <a:pt x="560709" y="16563"/>
                </a:lnTo>
                <a:lnTo>
                  <a:pt x="560436" y="17358"/>
                </a:lnTo>
                <a:lnTo>
                  <a:pt x="560224" y="18168"/>
                </a:lnTo>
                <a:lnTo>
                  <a:pt x="560072" y="18994"/>
                </a:lnTo>
                <a:lnTo>
                  <a:pt x="559981" y="19835"/>
                </a:lnTo>
                <a:lnTo>
                  <a:pt x="559951" y="20692"/>
                </a:lnTo>
                <a:lnTo>
                  <a:pt x="559970" y="21349"/>
                </a:lnTo>
                <a:lnTo>
                  <a:pt x="560028" y="21996"/>
                </a:lnTo>
                <a:lnTo>
                  <a:pt x="560124" y="22633"/>
                </a:lnTo>
                <a:lnTo>
                  <a:pt x="560258" y="23261"/>
                </a:lnTo>
                <a:lnTo>
                  <a:pt x="560430" y="23879"/>
                </a:lnTo>
                <a:lnTo>
                  <a:pt x="560641" y="24486"/>
                </a:lnTo>
                <a:lnTo>
                  <a:pt x="560890" y="25085"/>
                </a:lnTo>
                <a:lnTo>
                  <a:pt x="561178" y="25673"/>
                </a:lnTo>
                <a:lnTo>
                  <a:pt x="561504" y="26251"/>
                </a:lnTo>
                <a:lnTo>
                  <a:pt x="561868" y="26820"/>
                </a:lnTo>
                <a:lnTo>
                  <a:pt x="562271" y="27379"/>
                </a:lnTo>
                <a:lnTo>
                  <a:pt x="562712" y="27928"/>
                </a:lnTo>
                <a:lnTo>
                  <a:pt x="563451" y="28751"/>
                </a:lnTo>
                <a:lnTo>
                  <a:pt x="564343" y="29618"/>
                </a:lnTo>
                <a:lnTo>
                  <a:pt x="565388" y="30530"/>
                </a:lnTo>
                <a:lnTo>
                  <a:pt x="566585" y="31487"/>
                </a:lnTo>
                <a:lnTo>
                  <a:pt x="567934" y="32488"/>
                </a:lnTo>
                <a:lnTo>
                  <a:pt x="569436" y="33533"/>
                </a:lnTo>
                <a:lnTo>
                  <a:pt x="571091" y="34623"/>
                </a:lnTo>
                <a:lnTo>
                  <a:pt x="572897" y="35757"/>
                </a:lnTo>
                <a:lnTo>
                  <a:pt x="574857" y="36935"/>
                </a:lnTo>
                <a:lnTo>
                  <a:pt x="576969" y="38159"/>
                </a:lnTo>
                <a:lnTo>
                  <a:pt x="579233" y="39426"/>
                </a:lnTo>
                <a:lnTo>
                  <a:pt x="581650" y="40738"/>
                </a:lnTo>
                <a:lnTo>
                  <a:pt x="583629" y="41806"/>
                </a:lnTo>
                <a:lnTo>
                  <a:pt x="585501" y="42831"/>
                </a:lnTo>
                <a:lnTo>
                  <a:pt x="587265" y="43814"/>
                </a:lnTo>
                <a:lnTo>
                  <a:pt x="588922" y="44755"/>
                </a:lnTo>
                <a:lnTo>
                  <a:pt x="590471" y="45653"/>
                </a:lnTo>
                <a:lnTo>
                  <a:pt x="591913" y="46509"/>
                </a:lnTo>
                <a:lnTo>
                  <a:pt x="593248" y="47323"/>
                </a:lnTo>
                <a:lnTo>
                  <a:pt x="594475" y="48095"/>
                </a:lnTo>
                <a:lnTo>
                  <a:pt x="595594" y="48825"/>
                </a:lnTo>
                <a:lnTo>
                  <a:pt x="596607" y="49512"/>
                </a:lnTo>
                <a:lnTo>
                  <a:pt x="597511" y="50158"/>
                </a:lnTo>
                <a:lnTo>
                  <a:pt x="598309" y="50760"/>
                </a:lnTo>
                <a:lnTo>
                  <a:pt x="599038" y="51351"/>
                </a:lnTo>
                <a:lnTo>
                  <a:pt x="599739" y="51958"/>
                </a:lnTo>
                <a:lnTo>
                  <a:pt x="600411" y="52583"/>
                </a:lnTo>
                <a:lnTo>
                  <a:pt x="601055" y="53226"/>
                </a:lnTo>
                <a:lnTo>
                  <a:pt x="601670" y="53885"/>
                </a:lnTo>
                <a:lnTo>
                  <a:pt x="602257" y="54562"/>
                </a:lnTo>
                <a:lnTo>
                  <a:pt x="602815" y="55257"/>
                </a:lnTo>
                <a:lnTo>
                  <a:pt x="603345" y="55969"/>
                </a:lnTo>
                <a:lnTo>
                  <a:pt x="603846" y="56698"/>
                </a:lnTo>
                <a:lnTo>
                  <a:pt x="604318" y="57445"/>
                </a:lnTo>
                <a:lnTo>
                  <a:pt x="604762" y="58209"/>
                </a:lnTo>
                <a:lnTo>
                  <a:pt x="605178" y="58990"/>
                </a:lnTo>
                <a:lnTo>
                  <a:pt x="605562" y="59783"/>
                </a:lnTo>
                <a:lnTo>
                  <a:pt x="605913" y="60582"/>
                </a:lnTo>
                <a:lnTo>
                  <a:pt x="606231" y="61388"/>
                </a:lnTo>
                <a:lnTo>
                  <a:pt x="606515" y="62199"/>
                </a:lnTo>
                <a:lnTo>
                  <a:pt x="606766" y="63017"/>
                </a:lnTo>
                <a:lnTo>
                  <a:pt x="606983" y="63841"/>
                </a:lnTo>
                <a:lnTo>
                  <a:pt x="607167" y="64671"/>
                </a:lnTo>
                <a:lnTo>
                  <a:pt x="607318" y="65508"/>
                </a:lnTo>
                <a:lnTo>
                  <a:pt x="607435" y="66351"/>
                </a:lnTo>
                <a:lnTo>
                  <a:pt x="607518" y="67200"/>
                </a:lnTo>
                <a:lnTo>
                  <a:pt x="607568" y="68055"/>
                </a:lnTo>
                <a:lnTo>
                  <a:pt x="607585" y="68916"/>
                </a:lnTo>
                <a:lnTo>
                  <a:pt x="607532" y="70541"/>
                </a:lnTo>
                <a:lnTo>
                  <a:pt x="607372" y="72128"/>
                </a:lnTo>
                <a:lnTo>
                  <a:pt x="607106" y="73677"/>
                </a:lnTo>
                <a:lnTo>
                  <a:pt x="606733" y="75189"/>
                </a:lnTo>
                <a:lnTo>
                  <a:pt x="606253" y="76663"/>
                </a:lnTo>
                <a:lnTo>
                  <a:pt x="605667" y="78099"/>
                </a:lnTo>
                <a:lnTo>
                  <a:pt x="604975" y="79497"/>
                </a:lnTo>
                <a:lnTo>
                  <a:pt x="604175" y="80857"/>
                </a:lnTo>
                <a:lnTo>
                  <a:pt x="603270" y="82180"/>
                </a:lnTo>
                <a:lnTo>
                  <a:pt x="602258" y="83464"/>
                </a:lnTo>
                <a:lnTo>
                  <a:pt x="601139" y="84711"/>
                </a:lnTo>
                <a:lnTo>
                  <a:pt x="599914" y="85921"/>
                </a:lnTo>
                <a:lnTo>
                  <a:pt x="598604" y="87061"/>
                </a:lnTo>
                <a:lnTo>
                  <a:pt x="597234" y="88102"/>
                </a:lnTo>
                <a:lnTo>
                  <a:pt x="595803" y="89045"/>
                </a:lnTo>
                <a:lnTo>
                  <a:pt x="594311" y="89887"/>
                </a:lnTo>
                <a:lnTo>
                  <a:pt x="592757" y="90631"/>
                </a:lnTo>
                <a:lnTo>
                  <a:pt x="591143" y="91276"/>
                </a:lnTo>
                <a:lnTo>
                  <a:pt x="589467" y="91821"/>
                </a:lnTo>
                <a:lnTo>
                  <a:pt x="587730" y="92268"/>
                </a:lnTo>
                <a:lnTo>
                  <a:pt x="585933" y="92615"/>
                </a:lnTo>
                <a:lnTo>
                  <a:pt x="584074" y="92863"/>
                </a:lnTo>
                <a:lnTo>
                  <a:pt x="582154" y="93011"/>
                </a:lnTo>
                <a:lnTo>
                  <a:pt x="580173" y="93061"/>
                </a:lnTo>
                <a:lnTo>
                  <a:pt x="579545" y="93057"/>
                </a:lnTo>
                <a:lnTo>
                  <a:pt x="578923" y="93045"/>
                </a:lnTo>
                <a:lnTo>
                  <a:pt x="578307" y="93025"/>
                </a:lnTo>
                <a:lnTo>
                  <a:pt x="577698" y="92998"/>
                </a:lnTo>
                <a:lnTo>
                  <a:pt x="577095" y="92962"/>
                </a:lnTo>
                <a:lnTo>
                  <a:pt x="576498" y="92919"/>
                </a:lnTo>
                <a:lnTo>
                  <a:pt x="575907" y="92867"/>
                </a:lnTo>
                <a:lnTo>
                  <a:pt x="575323" y="92808"/>
                </a:lnTo>
                <a:lnTo>
                  <a:pt x="574744" y="92741"/>
                </a:lnTo>
                <a:lnTo>
                  <a:pt x="574173" y="92666"/>
                </a:lnTo>
                <a:lnTo>
                  <a:pt x="573607" y="92583"/>
                </a:lnTo>
                <a:lnTo>
                  <a:pt x="573047" y="92492"/>
                </a:lnTo>
                <a:lnTo>
                  <a:pt x="572686" y="92428"/>
                </a:lnTo>
                <a:lnTo>
                  <a:pt x="572265" y="92340"/>
                </a:lnTo>
                <a:lnTo>
                  <a:pt x="571785" y="92229"/>
                </a:lnTo>
                <a:lnTo>
                  <a:pt x="571246" y="92095"/>
                </a:lnTo>
                <a:lnTo>
                  <a:pt x="570648" y="91937"/>
                </a:lnTo>
                <a:lnTo>
                  <a:pt x="569990" y="91757"/>
                </a:lnTo>
                <a:lnTo>
                  <a:pt x="569273" y="91552"/>
                </a:lnTo>
                <a:lnTo>
                  <a:pt x="568496" y="91325"/>
                </a:lnTo>
                <a:lnTo>
                  <a:pt x="567661" y="91074"/>
                </a:lnTo>
                <a:lnTo>
                  <a:pt x="566766" y="90800"/>
                </a:lnTo>
                <a:lnTo>
                  <a:pt x="565812" y="90503"/>
                </a:lnTo>
                <a:lnTo>
                  <a:pt x="564798" y="90183"/>
                </a:lnTo>
                <a:lnTo>
                  <a:pt x="563787" y="89864"/>
                </a:lnTo>
                <a:lnTo>
                  <a:pt x="562839" y="89574"/>
                </a:lnTo>
                <a:lnTo>
                  <a:pt x="561955" y="89311"/>
                </a:lnTo>
                <a:lnTo>
                  <a:pt x="561135" y="89076"/>
                </a:lnTo>
                <a:lnTo>
                  <a:pt x="560379" y="88868"/>
                </a:lnTo>
                <a:lnTo>
                  <a:pt x="559686" y="88688"/>
                </a:lnTo>
                <a:lnTo>
                  <a:pt x="559058" y="88536"/>
                </a:lnTo>
                <a:lnTo>
                  <a:pt x="558492" y="88411"/>
                </a:lnTo>
                <a:lnTo>
                  <a:pt x="557991" y="88314"/>
                </a:lnTo>
                <a:lnTo>
                  <a:pt x="557554" y="88245"/>
                </a:lnTo>
                <a:lnTo>
                  <a:pt x="557180" y="88204"/>
                </a:lnTo>
                <a:lnTo>
                  <a:pt x="556870" y="88190"/>
                </a:lnTo>
                <a:lnTo>
                  <a:pt x="556607" y="88197"/>
                </a:lnTo>
                <a:lnTo>
                  <a:pt x="556353" y="88216"/>
                </a:lnTo>
                <a:lnTo>
                  <a:pt x="556109" y="88249"/>
                </a:lnTo>
                <a:lnTo>
                  <a:pt x="555875" y="88295"/>
                </a:lnTo>
                <a:lnTo>
                  <a:pt x="555649" y="88355"/>
                </a:lnTo>
                <a:lnTo>
                  <a:pt x="555433" y="88427"/>
                </a:lnTo>
                <a:lnTo>
                  <a:pt x="555227" y="88513"/>
                </a:lnTo>
                <a:lnTo>
                  <a:pt x="555029" y="88612"/>
                </a:lnTo>
                <a:lnTo>
                  <a:pt x="554842" y="88724"/>
                </a:lnTo>
                <a:lnTo>
                  <a:pt x="554663" y="88849"/>
                </a:lnTo>
                <a:lnTo>
                  <a:pt x="554494" y="88988"/>
                </a:lnTo>
                <a:lnTo>
                  <a:pt x="554334" y="89139"/>
                </a:lnTo>
                <a:lnTo>
                  <a:pt x="554182" y="89312"/>
                </a:lnTo>
                <a:lnTo>
                  <a:pt x="554037" y="89512"/>
                </a:lnTo>
                <a:lnTo>
                  <a:pt x="553899" y="89740"/>
                </a:lnTo>
                <a:lnTo>
                  <a:pt x="553767" y="89997"/>
                </a:lnTo>
                <a:lnTo>
                  <a:pt x="553642" y="90282"/>
                </a:lnTo>
                <a:lnTo>
                  <a:pt x="553523" y="90594"/>
                </a:lnTo>
                <a:lnTo>
                  <a:pt x="553412" y="90935"/>
                </a:lnTo>
                <a:lnTo>
                  <a:pt x="553307" y="91304"/>
                </a:lnTo>
                <a:lnTo>
                  <a:pt x="553209" y="91701"/>
                </a:lnTo>
                <a:lnTo>
                  <a:pt x="553117" y="92126"/>
                </a:lnTo>
                <a:lnTo>
                  <a:pt x="553032" y="92580"/>
                </a:lnTo>
                <a:lnTo>
                  <a:pt x="552954" y="93061"/>
                </a:lnTo>
                <a:lnTo>
                  <a:pt x="550578" y="93061"/>
                </a:lnTo>
                <a:lnTo>
                  <a:pt x="550578" y="63322"/>
                </a:lnTo>
                <a:lnTo>
                  <a:pt x="552954" y="63322"/>
                </a:lnTo>
                <a:lnTo>
                  <a:pt x="553240" y="64849"/>
                </a:lnTo>
                <a:lnTo>
                  <a:pt x="553542" y="66311"/>
                </a:lnTo>
                <a:lnTo>
                  <a:pt x="553861" y="67707"/>
                </a:lnTo>
                <a:lnTo>
                  <a:pt x="554195" y="69037"/>
                </a:lnTo>
                <a:lnTo>
                  <a:pt x="554545" y="70302"/>
                </a:lnTo>
                <a:lnTo>
                  <a:pt x="554912" y="71502"/>
                </a:lnTo>
                <a:lnTo>
                  <a:pt x="555294" y="72636"/>
                </a:lnTo>
                <a:lnTo>
                  <a:pt x="555693" y="73705"/>
                </a:lnTo>
                <a:lnTo>
                  <a:pt x="556107" y="74709"/>
                </a:lnTo>
                <a:lnTo>
                  <a:pt x="556538" y="75647"/>
                </a:lnTo>
                <a:lnTo>
                  <a:pt x="556985" y="76519"/>
                </a:lnTo>
                <a:lnTo>
                  <a:pt x="557448" y="77326"/>
                </a:lnTo>
                <a:lnTo>
                  <a:pt x="557939" y="78090"/>
                </a:lnTo>
                <a:lnTo>
                  <a:pt x="558472" y="78832"/>
                </a:lnTo>
                <a:lnTo>
                  <a:pt x="559046" y="79552"/>
                </a:lnTo>
                <a:lnTo>
                  <a:pt x="559662" y="80250"/>
                </a:lnTo>
                <a:lnTo>
                  <a:pt x="560320" y="80926"/>
                </a:lnTo>
                <a:lnTo>
                  <a:pt x="561018" y="81580"/>
                </a:lnTo>
                <a:lnTo>
                  <a:pt x="561759" y="82213"/>
                </a:lnTo>
                <a:lnTo>
                  <a:pt x="562540" y="82824"/>
                </a:lnTo>
                <a:lnTo>
                  <a:pt x="563364" y="83413"/>
                </a:lnTo>
                <a:lnTo>
                  <a:pt x="564228" y="83980"/>
                </a:lnTo>
                <a:lnTo>
                  <a:pt x="565134" y="84526"/>
                </a:lnTo>
                <a:lnTo>
                  <a:pt x="566082" y="85049"/>
                </a:lnTo>
                <a:lnTo>
                  <a:pt x="567058" y="85541"/>
                </a:lnTo>
                <a:lnTo>
                  <a:pt x="568050" y="85989"/>
                </a:lnTo>
                <a:lnTo>
                  <a:pt x="569057" y="86395"/>
                </a:lnTo>
                <a:lnTo>
                  <a:pt x="570080" y="86759"/>
                </a:lnTo>
                <a:lnTo>
                  <a:pt x="571118" y="87079"/>
                </a:lnTo>
                <a:lnTo>
                  <a:pt x="572173" y="87357"/>
                </a:lnTo>
                <a:lnTo>
                  <a:pt x="573242" y="87592"/>
                </a:lnTo>
                <a:lnTo>
                  <a:pt x="574328" y="87784"/>
                </a:lnTo>
                <a:lnTo>
                  <a:pt x="575429" y="87934"/>
                </a:lnTo>
                <a:lnTo>
                  <a:pt x="576545" y="88040"/>
                </a:lnTo>
                <a:lnTo>
                  <a:pt x="577677" y="88104"/>
                </a:lnTo>
                <a:lnTo>
                  <a:pt x="578825" y="88126"/>
                </a:lnTo>
                <a:lnTo>
                  <a:pt x="580139" y="88096"/>
                </a:lnTo>
                <a:lnTo>
                  <a:pt x="581406" y="88008"/>
                </a:lnTo>
                <a:lnTo>
                  <a:pt x="582627" y="87862"/>
                </a:lnTo>
                <a:lnTo>
                  <a:pt x="583800" y="87656"/>
                </a:lnTo>
                <a:lnTo>
                  <a:pt x="584927" y="87392"/>
                </a:lnTo>
                <a:lnTo>
                  <a:pt x="586007" y="87069"/>
                </a:lnTo>
                <a:lnTo>
                  <a:pt x="587040" y="86688"/>
                </a:lnTo>
                <a:lnTo>
                  <a:pt x="588026" y="86248"/>
                </a:lnTo>
                <a:lnTo>
                  <a:pt x="588966" y="85749"/>
                </a:lnTo>
                <a:lnTo>
                  <a:pt x="589859" y="85191"/>
                </a:lnTo>
                <a:lnTo>
                  <a:pt x="590705" y="84575"/>
                </a:lnTo>
                <a:lnTo>
                  <a:pt x="591504" y="83900"/>
                </a:lnTo>
                <a:lnTo>
                  <a:pt x="592247" y="83184"/>
                </a:lnTo>
                <a:lnTo>
                  <a:pt x="592926" y="82448"/>
                </a:lnTo>
                <a:lnTo>
                  <a:pt x="593540" y="81690"/>
                </a:lnTo>
                <a:lnTo>
                  <a:pt x="594089" y="80910"/>
                </a:lnTo>
                <a:lnTo>
                  <a:pt x="594574" y="80110"/>
                </a:lnTo>
                <a:lnTo>
                  <a:pt x="594994" y="79288"/>
                </a:lnTo>
                <a:lnTo>
                  <a:pt x="595350" y="78444"/>
                </a:lnTo>
                <a:lnTo>
                  <a:pt x="595641" y="77580"/>
                </a:lnTo>
                <a:lnTo>
                  <a:pt x="595867" y="76694"/>
                </a:lnTo>
                <a:lnTo>
                  <a:pt x="596029" y="75786"/>
                </a:lnTo>
                <a:lnTo>
                  <a:pt x="596126" y="74858"/>
                </a:lnTo>
                <a:lnTo>
                  <a:pt x="596158" y="73908"/>
                </a:lnTo>
                <a:lnTo>
                  <a:pt x="596146" y="73373"/>
                </a:lnTo>
                <a:lnTo>
                  <a:pt x="596109" y="72838"/>
                </a:lnTo>
                <a:lnTo>
                  <a:pt x="596048" y="72302"/>
                </a:lnTo>
                <a:lnTo>
                  <a:pt x="595962" y="71766"/>
                </a:lnTo>
                <a:lnTo>
                  <a:pt x="595852" y="71228"/>
                </a:lnTo>
                <a:lnTo>
                  <a:pt x="595717" y="70689"/>
                </a:lnTo>
                <a:lnTo>
                  <a:pt x="595557" y="70150"/>
                </a:lnTo>
                <a:lnTo>
                  <a:pt x="595373" y="69610"/>
                </a:lnTo>
                <a:lnTo>
                  <a:pt x="595165" y="69069"/>
                </a:lnTo>
                <a:lnTo>
                  <a:pt x="594932" y="68527"/>
                </a:lnTo>
                <a:lnTo>
                  <a:pt x="594675" y="67984"/>
                </a:lnTo>
                <a:lnTo>
                  <a:pt x="594393" y="67440"/>
                </a:lnTo>
                <a:lnTo>
                  <a:pt x="594085" y="66899"/>
                </a:lnTo>
                <a:lnTo>
                  <a:pt x="593750" y="66364"/>
                </a:lnTo>
                <a:lnTo>
                  <a:pt x="593388" y="65835"/>
                </a:lnTo>
                <a:lnTo>
                  <a:pt x="592998" y="65312"/>
                </a:lnTo>
                <a:lnTo>
                  <a:pt x="592582" y="64796"/>
                </a:lnTo>
                <a:lnTo>
                  <a:pt x="592138" y="64286"/>
                </a:lnTo>
                <a:lnTo>
                  <a:pt x="591667" y="63782"/>
                </a:lnTo>
                <a:lnTo>
                  <a:pt x="591169" y="63284"/>
                </a:lnTo>
                <a:lnTo>
                  <a:pt x="590643" y="62793"/>
                </a:lnTo>
                <a:lnTo>
                  <a:pt x="590091" y="62307"/>
                </a:lnTo>
                <a:lnTo>
                  <a:pt x="589511" y="61828"/>
                </a:lnTo>
                <a:lnTo>
                  <a:pt x="588904" y="61356"/>
                </a:lnTo>
                <a:lnTo>
                  <a:pt x="588426" y="61005"/>
                </a:lnTo>
                <a:lnTo>
                  <a:pt x="587829" y="60595"/>
                </a:lnTo>
                <a:lnTo>
                  <a:pt x="587110" y="60125"/>
                </a:lnTo>
                <a:lnTo>
                  <a:pt x="586272" y="59595"/>
                </a:lnTo>
                <a:lnTo>
                  <a:pt x="585313" y="59004"/>
                </a:lnTo>
                <a:lnTo>
                  <a:pt x="584234" y="58354"/>
                </a:lnTo>
                <a:lnTo>
                  <a:pt x="583034" y="57643"/>
                </a:lnTo>
                <a:lnTo>
                  <a:pt x="581714" y="56873"/>
                </a:lnTo>
                <a:lnTo>
                  <a:pt x="580273" y="56042"/>
                </a:lnTo>
                <a:lnTo>
                  <a:pt x="578713" y="55151"/>
                </a:lnTo>
                <a:lnTo>
                  <a:pt x="577031" y="54201"/>
                </a:lnTo>
                <a:lnTo>
                  <a:pt x="575230" y="53190"/>
                </a:lnTo>
                <a:lnTo>
                  <a:pt x="573413" y="52167"/>
                </a:lnTo>
                <a:lnTo>
                  <a:pt x="571686" y="51179"/>
                </a:lnTo>
                <a:lnTo>
                  <a:pt x="570048" y="50226"/>
                </a:lnTo>
                <a:lnTo>
                  <a:pt x="568500" y="49308"/>
                </a:lnTo>
                <a:lnTo>
                  <a:pt x="567042" y="48425"/>
                </a:lnTo>
                <a:lnTo>
                  <a:pt x="565673" y="47578"/>
                </a:lnTo>
                <a:lnTo>
                  <a:pt x="564393" y="46766"/>
                </a:lnTo>
                <a:lnTo>
                  <a:pt x="563204" y="45989"/>
                </a:lnTo>
                <a:lnTo>
                  <a:pt x="562104" y="45247"/>
                </a:lnTo>
                <a:lnTo>
                  <a:pt x="561093" y="44540"/>
                </a:lnTo>
                <a:lnTo>
                  <a:pt x="560173" y="43868"/>
                </a:lnTo>
                <a:lnTo>
                  <a:pt x="559341" y="43232"/>
                </a:lnTo>
                <a:lnTo>
                  <a:pt x="558571" y="42607"/>
                </a:lnTo>
                <a:lnTo>
                  <a:pt x="557832" y="41972"/>
                </a:lnTo>
                <a:lnTo>
                  <a:pt x="557125" y="41326"/>
                </a:lnTo>
                <a:lnTo>
                  <a:pt x="556449" y="40670"/>
                </a:lnTo>
                <a:lnTo>
                  <a:pt x="555805" y="40002"/>
                </a:lnTo>
                <a:lnTo>
                  <a:pt x="555193" y="39325"/>
                </a:lnTo>
                <a:lnTo>
                  <a:pt x="554612" y="38636"/>
                </a:lnTo>
                <a:lnTo>
                  <a:pt x="554063" y="37937"/>
                </a:lnTo>
                <a:lnTo>
                  <a:pt x="553546" y="37227"/>
                </a:lnTo>
                <a:lnTo>
                  <a:pt x="553060" y="36507"/>
                </a:lnTo>
                <a:lnTo>
                  <a:pt x="552606" y="35776"/>
                </a:lnTo>
                <a:lnTo>
                  <a:pt x="552183" y="35034"/>
                </a:lnTo>
                <a:lnTo>
                  <a:pt x="551794" y="34280"/>
                </a:lnTo>
                <a:lnTo>
                  <a:pt x="551438" y="33514"/>
                </a:lnTo>
                <a:lnTo>
                  <a:pt x="551116" y="32736"/>
                </a:lnTo>
                <a:lnTo>
                  <a:pt x="550828" y="31945"/>
                </a:lnTo>
                <a:lnTo>
                  <a:pt x="550574" y="31142"/>
                </a:lnTo>
                <a:lnTo>
                  <a:pt x="550354" y="30326"/>
                </a:lnTo>
                <a:lnTo>
                  <a:pt x="550167" y="29498"/>
                </a:lnTo>
                <a:lnTo>
                  <a:pt x="550015" y="28657"/>
                </a:lnTo>
                <a:lnTo>
                  <a:pt x="549896" y="27804"/>
                </a:lnTo>
                <a:lnTo>
                  <a:pt x="549812" y="26938"/>
                </a:lnTo>
                <a:lnTo>
                  <a:pt x="549761" y="26060"/>
                </a:lnTo>
                <a:lnTo>
                  <a:pt x="549744" y="25170"/>
                </a:lnTo>
                <a:lnTo>
                  <a:pt x="549794" y="23630"/>
                </a:lnTo>
                <a:lnTo>
                  <a:pt x="549944" y="22126"/>
                </a:lnTo>
                <a:lnTo>
                  <a:pt x="550193" y="20657"/>
                </a:lnTo>
                <a:lnTo>
                  <a:pt x="550543" y="19225"/>
                </a:lnTo>
                <a:lnTo>
                  <a:pt x="550992" y="17829"/>
                </a:lnTo>
                <a:lnTo>
                  <a:pt x="551541" y="16469"/>
                </a:lnTo>
                <a:lnTo>
                  <a:pt x="552191" y="15145"/>
                </a:lnTo>
                <a:lnTo>
                  <a:pt x="552939" y="13857"/>
                </a:lnTo>
                <a:lnTo>
                  <a:pt x="553788" y="12605"/>
                </a:lnTo>
                <a:lnTo>
                  <a:pt x="554737" y="11389"/>
                </a:lnTo>
                <a:lnTo>
                  <a:pt x="555786" y="10209"/>
                </a:lnTo>
                <a:lnTo>
                  <a:pt x="556934" y="9065"/>
                </a:lnTo>
                <a:lnTo>
                  <a:pt x="558159" y="7986"/>
                </a:lnTo>
                <a:lnTo>
                  <a:pt x="559439" y="7000"/>
                </a:lnTo>
                <a:lnTo>
                  <a:pt x="560774" y="6108"/>
                </a:lnTo>
                <a:lnTo>
                  <a:pt x="562162" y="5311"/>
                </a:lnTo>
                <a:lnTo>
                  <a:pt x="563605" y="4607"/>
                </a:lnTo>
                <a:lnTo>
                  <a:pt x="565103" y="3997"/>
                </a:lnTo>
                <a:lnTo>
                  <a:pt x="566655" y="3481"/>
                </a:lnTo>
                <a:lnTo>
                  <a:pt x="568261" y="3058"/>
                </a:lnTo>
                <a:lnTo>
                  <a:pt x="569922" y="2730"/>
                </a:lnTo>
                <a:lnTo>
                  <a:pt x="571637" y="2495"/>
                </a:lnTo>
                <a:lnTo>
                  <a:pt x="573406" y="2354"/>
                </a:lnTo>
                <a:lnTo>
                  <a:pt x="575230" y="2307"/>
                </a:lnTo>
                <a:lnTo>
                  <a:pt x="576391" y="2331"/>
                </a:lnTo>
                <a:lnTo>
                  <a:pt x="577564" y="2402"/>
                </a:lnTo>
                <a:lnTo>
                  <a:pt x="578749" y="2520"/>
                </a:lnTo>
                <a:lnTo>
                  <a:pt x="579945" y="2685"/>
                </a:lnTo>
                <a:lnTo>
                  <a:pt x="581153" y="2897"/>
                </a:lnTo>
                <a:lnTo>
                  <a:pt x="582372" y="3157"/>
                </a:lnTo>
                <a:lnTo>
                  <a:pt x="583603" y="3463"/>
                </a:lnTo>
                <a:lnTo>
                  <a:pt x="584845" y="3817"/>
                </a:lnTo>
                <a:lnTo>
                  <a:pt x="586099" y="4218"/>
                </a:lnTo>
                <a:lnTo>
                  <a:pt x="587365" y="4666"/>
                </a:lnTo>
                <a:lnTo>
                  <a:pt x="588642" y="5162"/>
                </a:lnTo>
                <a:lnTo>
                  <a:pt x="589931" y="5704"/>
                </a:lnTo>
                <a:lnTo>
                  <a:pt x="590515" y="5960"/>
                </a:lnTo>
                <a:lnTo>
                  <a:pt x="591070" y="6194"/>
                </a:lnTo>
                <a:lnTo>
                  <a:pt x="591596" y="6405"/>
                </a:lnTo>
                <a:lnTo>
                  <a:pt x="592092" y="6594"/>
                </a:lnTo>
                <a:lnTo>
                  <a:pt x="592559" y="6761"/>
                </a:lnTo>
                <a:lnTo>
                  <a:pt x="592996" y="6906"/>
                </a:lnTo>
                <a:lnTo>
                  <a:pt x="593404" y="7028"/>
                </a:lnTo>
                <a:lnTo>
                  <a:pt x="593783" y="7128"/>
                </a:lnTo>
                <a:lnTo>
                  <a:pt x="594132" y="7206"/>
                </a:lnTo>
                <a:lnTo>
                  <a:pt x="594451" y="7262"/>
                </a:lnTo>
                <a:lnTo>
                  <a:pt x="594742" y="7295"/>
                </a:lnTo>
                <a:lnTo>
                  <a:pt x="595003" y="7306"/>
                </a:lnTo>
                <a:lnTo>
                  <a:pt x="595276" y="7300"/>
                </a:lnTo>
                <a:lnTo>
                  <a:pt x="595542" y="7279"/>
                </a:lnTo>
                <a:lnTo>
                  <a:pt x="595799" y="7244"/>
                </a:lnTo>
                <a:lnTo>
                  <a:pt x="596047" y="7196"/>
                </a:lnTo>
                <a:lnTo>
                  <a:pt x="596288" y="7134"/>
                </a:lnTo>
                <a:lnTo>
                  <a:pt x="596519" y="7058"/>
                </a:lnTo>
                <a:lnTo>
                  <a:pt x="596742" y="6968"/>
                </a:lnTo>
                <a:lnTo>
                  <a:pt x="596957" y="6865"/>
                </a:lnTo>
                <a:lnTo>
                  <a:pt x="597163" y="6748"/>
                </a:lnTo>
                <a:lnTo>
                  <a:pt x="597361" y="6617"/>
                </a:lnTo>
                <a:lnTo>
                  <a:pt x="597550" y="6472"/>
                </a:lnTo>
                <a:lnTo>
                  <a:pt x="597731" y="6313"/>
                </a:lnTo>
                <a:lnTo>
                  <a:pt x="597905" y="6133"/>
                </a:lnTo>
                <a:lnTo>
                  <a:pt x="598072" y="5926"/>
                </a:lnTo>
                <a:lnTo>
                  <a:pt x="598234" y="5690"/>
                </a:lnTo>
                <a:lnTo>
                  <a:pt x="598391" y="5426"/>
                </a:lnTo>
                <a:lnTo>
                  <a:pt x="598541" y="5135"/>
                </a:lnTo>
                <a:lnTo>
                  <a:pt x="598686" y="4815"/>
                </a:lnTo>
                <a:lnTo>
                  <a:pt x="598825" y="4467"/>
                </a:lnTo>
                <a:lnTo>
                  <a:pt x="598958" y="4091"/>
                </a:lnTo>
                <a:lnTo>
                  <a:pt x="599085" y="3687"/>
                </a:lnTo>
                <a:lnTo>
                  <a:pt x="599206" y="3255"/>
                </a:lnTo>
                <a:lnTo>
                  <a:pt x="599322" y="2795"/>
                </a:lnTo>
                <a:lnTo>
                  <a:pt x="599432" y="2307"/>
                </a:lnTo>
                <a:lnTo>
                  <a:pt x="601807" y="2307"/>
                </a:lnTo>
                <a:close/>
                <a:moveTo>
                  <a:pt x="614440" y="38205"/>
                </a:moveTo>
                <a:lnTo>
                  <a:pt x="632543" y="30892"/>
                </a:lnTo>
                <a:lnTo>
                  <a:pt x="634983" y="30892"/>
                </a:lnTo>
                <a:lnTo>
                  <a:pt x="634983" y="44608"/>
                </a:lnTo>
                <a:lnTo>
                  <a:pt x="635743" y="43348"/>
                </a:lnTo>
                <a:lnTo>
                  <a:pt x="636503" y="42154"/>
                </a:lnTo>
                <a:lnTo>
                  <a:pt x="637264" y="41025"/>
                </a:lnTo>
                <a:lnTo>
                  <a:pt x="638025" y="39961"/>
                </a:lnTo>
                <a:lnTo>
                  <a:pt x="638787" y="38963"/>
                </a:lnTo>
                <a:lnTo>
                  <a:pt x="639549" y="38030"/>
                </a:lnTo>
                <a:lnTo>
                  <a:pt x="640311" y="37163"/>
                </a:lnTo>
                <a:lnTo>
                  <a:pt x="641074" y="36361"/>
                </a:lnTo>
                <a:lnTo>
                  <a:pt x="641838" y="35625"/>
                </a:lnTo>
                <a:lnTo>
                  <a:pt x="642602" y="34954"/>
                </a:lnTo>
                <a:lnTo>
                  <a:pt x="643366" y="34348"/>
                </a:lnTo>
                <a:lnTo>
                  <a:pt x="644131" y="33808"/>
                </a:lnTo>
                <a:lnTo>
                  <a:pt x="644899" y="33322"/>
                </a:lnTo>
                <a:lnTo>
                  <a:pt x="645674" y="32878"/>
                </a:lnTo>
                <a:lnTo>
                  <a:pt x="646456" y="32476"/>
                </a:lnTo>
                <a:lnTo>
                  <a:pt x="647244" y="32117"/>
                </a:lnTo>
                <a:lnTo>
                  <a:pt x="648039" y="31800"/>
                </a:lnTo>
                <a:lnTo>
                  <a:pt x="648841" y="31525"/>
                </a:lnTo>
                <a:lnTo>
                  <a:pt x="649650" y="31292"/>
                </a:lnTo>
                <a:lnTo>
                  <a:pt x="650465" y="31102"/>
                </a:lnTo>
                <a:lnTo>
                  <a:pt x="651287" y="30954"/>
                </a:lnTo>
                <a:lnTo>
                  <a:pt x="652115" y="30848"/>
                </a:lnTo>
                <a:lnTo>
                  <a:pt x="652950" y="30785"/>
                </a:lnTo>
                <a:lnTo>
                  <a:pt x="653792" y="30764"/>
                </a:lnTo>
                <a:lnTo>
                  <a:pt x="655248" y="30812"/>
                </a:lnTo>
                <a:lnTo>
                  <a:pt x="656663" y="30956"/>
                </a:lnTo>
                <a:lnTo>
                  <a:pt x="658037" y="31196"/>
                </a:lnTo>
                <a:lnTo>
                  <a:pt x="659370" y="31532"/>
                </a:lnTo>
                <a:lnTo>
                  <a:pt x="660662" y="31964"/>
                </a:lnTo>
                <a:lnTo>
                  <a:pt x="661913" y="32492"/>
                </a:lnTo>
                <a:lnTo>
                  <a:pt x="663123" y="33117"/>
                </a:lnTo>
                <a:lnTo>
                  <a:pt x="664292" y="33837"/>
                </a:lnTo>
                <a:lnTo>
                  <a:pt x="665420" y="34653"/>
                </a:lnTo>
                <a:lnTo>
                  <a:pt x="666507" y="35565"/>
                </a:lnTo>
                <a:lnTo>
                  <a:pt x="667553" y="36573"/>
                </a:lnTo>
                <a:lnTo>
                  <a:pt x="668558" y="37678"/>
                </a:lnTo>
                <a:lnTo>
                  <a:pt x="669716" y="39122"/>
                </a:lnTo>
                <a:lnTo>
                  <a:pt x="670774" y="40637"/>
                </a:lnTo>
                <a:lnTo>
                  <a:pt x="671731" y="42224"/>
                </a:lnTo>
                <a:lnTo>
                  <a:pt x="672588" y="43882"/>
                </a:lnTo>
                <a:lnTo>
                  <a:pt x="673343" y="45610"/>
                </a:lnTo>
                <a:lnTo>
                  <a:pt x="673998" y="47410"/>
                </a:lnTo>
                <a:lnTo>
                  <a:pt x="674552" y="49281"/>
                </a:lnTo>
                <a:lnTo>
                  <a:pt x="675006" y="51223"/>
                </a:lnTo>
                <a:lnTo>
                  <a:pt x="675358" y="53237"/>
                </a:lnTo>
                <a:lnTo>
                  <a:pt x="675610" y="55321"/>
                </a:lnTo>
                <a:lnTo>
                  <a:pt x="675761" y="57477"/>
                </a:lnTo>
                <a:lnTo>
                  <a:pt x="675812" y="59703"/>
                </a:lnTo>
                <a:lnTo>
                  <a:pt x="675751" y="62196"/>
                </a:lnTo>
                <a:lnTo>
                  <a:pt x="675569" y="64615"/>
                </a:lnTo>
                <a:lnTo>
                  <a:pt x="675266" y="66962"/>
                </a:lnTo>
                <a:lnTo>
                  <a:pt x="674842" y="69236"/>
                </a:lnTo>
                <a:lnTo>
                  <a:pt x="674296" y="71437"/>
                </a:lnTo>
                <a:lnTo>
                  <a:pt x="673629" y="73565"/>
                </a:lnTo>
                <a:lnTo>
                  <a:pt x="672841" y="75620"/>
                </a:lnTo>
                <a:lnTo>
                  <a:pt x="671931" y="77602"/>
                </a:lnTo>
                <a:lnTo>
                  <a:pt x="670901" y="79511"/>
                </a:lnTo>
                <a:lnTo>
                  <a:pt x="669749" y="81347"/>
                </a:lnTo>
                <a:lnTo>
                  <a:pt x="668476" y="83111"/>
                </a:lnTo>
                <a:lnTo>
                  <a:pt x="667081" y="84801"/>
                </a:lnTo>
                <a:lnTo>
                  <a:pt x="665857" y="86100"/>
                </a:lnTo>
                <a:lnTo>
                  <a:pt x="664581" y="87286"/>
                </a:lnTo>
                <a:lnTo>
                  <a:pt x="663253" y="88359"/>
                </a:lnTo>
                <a:lnTo>
                  <a:pt x="661874" y="89319"/>
                </a:lnTo>
                <a:lnTo>
                  <a:pt x="660443" y="90166"/>
                </a:lnTo>
                <a:lnTo>
                  <a:pt x="658960" y="90900"/>
                </a:lnTo>
                <a:lnTo>
                  <a:pt x="657426" y="91521"/>
                </a:lnTo>
                <a:lnTo>
                  <a:pt x="655839" y="92029"/>
                </a:lnTo>
                <a:lnTo>
                  <a:pt x="654202" y="92424"/>
                </a:lnTo>
                <a:lnTo>
                  <a:pt x="652512" y="92707"/>
                </a:lnTo>
                <a:lnTo>
                  <a:pt x="650771" y="92876"/>
                </a:lnTo>
                <a:lnTo>
                  <a:pt x="648978" y="92933"/>
                </a:lnTo>
                <a:lnTo>
                  <a:pt x="648195" y="92923"/>
                </a:lnTo>
                <a:lnTo>
                  <a:pt x="647430" y="92895"/>
                </a:lnTo>
                <a:lnTo>
                  <a:pt x="646683" y="92849"/>
                </a:lnTo>
                <a:lnTo>
                  <a:pt x="645953" y="92783"/>
                </a:lnTo>
                <a:lnTo>
                  <a:pt x="645242" y="92699"/>
                </a:lnTo>
                <a:lnTo>
                  <a:pt x="644548" y="92596"/>
                </a:lnTo>
                <a:lnTo>
                  <a:pt x="643872" y="92475"/>
                </a:lnTo>
                <a:lnTo>
                  <a:pt x="643214" y="92334"/>
                </a:lnTo>
                <a:lnTo>
                  <a:pt x="642574" y="92176"/>
                </a:lnTo>
                <a:lnTo>
                  <a:pt x="641952" y="91998"/>
                </a:lnTo>
                <a:lnTo>
                  <a:pt x="641347" y="91802"/>
                </a:lnTo>
                <a:lnTo>
                  <a:pt x="640760" y="91587"/>
                </a:lnTo>
                <a:lnTo>
                  <a:pt x="640328" y="91413"/>
                </a:lnTo>
                <a:lnTo>
                  <a:pt x="639887" y="91213"/>
                </a:lnTo>
                <a:lnTo>
                  <a:pt x="639436" y="90986"/>
                </a:lnTo>
                <a:lnTo>
                  <a:pt x="638977" y="90732"/>
                </a:lnTo>
                <a:lnTo>
                  <a:pt x="638509" y="90452"/>
                </a:lnTo>
                <a:lnTo>
                  <a:pt x="638032" y="90145"/>
                </a:lnTo>
                <a:lnTo>
                  <a:pt x="637546" y="89811"/>
                </a:lnTo>
                <a:lnTo>
                  <a:pt x="637051" y="89450"/>
                </a:lnTo>
                <a:lnTo>
                  <a:pt x="636548" y="89063"/>
                </a:lnTo>
                <a:lnTo>
                  <a:pt x="636035" y="88649"/>
                </a:lnTo>
                <a:lnTo>
                  <a:pt x="635513" y="88209"/>
                </a:lnTo>
                <a:lnTo>
                  <a:pt x="634983" y="87741"/>
                </a:lnTo>
                <a:lnTo>
                  <a:pt x="634983" y="105623"/>
                </a:lnTo>
                <a:lnTo>
                  <a:pt x="634988" y="106596"/>
                </a:lnTo>
                <a:lnTo>
                  <a:pt x="635003" y="107509"/>
                </a:lnTo>
                <a:lnTo>
                  <a:pt x="635029" y="108361"/>
                </a:lnTo>
                <a:lnTo>
                  <a:pt x="635065" y="109151"/>
                </a:lnTo>
                <a:lnTo>
                  <a:pt x="635111" y="109881"/>
                </a:lnTo>
                <a:lnTo>
                  <a:pt x="635167" y="110550"/>
                </a:lnTo>
                <a:lnTo>
                  <a:pt x="635234" y="111158"/>
                </a:lnTo>
                <a:lnTo>
                  <a:pt x="635311" y="111704"/>
                </a:lnTo>
                <a:lnTo>
                  <a:pt x="635398" y="112190"/>
                </a:lnTo>
                <a:lnTo>
                  <a:pt x="635495" y="112615"/>
                </a:lnTo>
                <a:lnTo>
                  <a:pt x="635603" y="112979"/>
                </a:lnTo>
                <a:lnTo>
                  <a:pt x="635721" y="113282"/>
                </a:lnTo>
                <a:lnTo>
                  <a:pt x="635852" y="113549"/>
                </a:lnTo>
                <a:lnTo>
                  <a:pt x="635997" y="113808"/>
                </a:lnTo>
                <a:lnTo>
                  <a:pt x="636158" y="114057"/>
                </a:lnTo>
                <a:lnTo>
                  <a:pt x="636334" y="114297"/>
                </a:lnTo>
                <a:lnTo>
                  <a:pt x="636526" y="114527"/>
                </a:lnTo>
                <a:lnTo>
                  <a:pt x="636732" y="114748"/>
                </a:lnTo>
                <a:lnTo>
                  <a:pt x="636954" y="114959"/>
                </a:lnTo>
                <a:lnTo>
                  <a:pt x="637190" y="115162"/>
                </a:lnTo>
                <a:lnTo>
                  <a:pt x="637442" y="115355"/>
                </a:lnTo>
                <a:lnTo>
                  <a:pt x="637709" y="115538"/>
                </a:lnTo>
                <a:lnTo>
                  <a:pt x="637991" y="115713"/>
                </a:lnTo>
                <a:lnTo>
                  <a:pt x="638289" y="115877"/>
                </a:lnTo>
                <a:lnTo>
                  <a:pt x="638614" y="116031"/>
                </a:lnTo>
                <a:lnTo>
                  <a:pt x="638982" y="116171"/>
                </a:lnTo>
                <a:lnTo>
                  <a:pt x="639390" y="116298"/>
                </a:lnTo>
                <a:lnTo>
                  <a:pt x="639840" y="116412"/>
                </a:lnTo>
                <a:lnTo>
                  <a:pt x="640332" y="116512"/>
                </a:lnTo>
                <a:lnTo>
                  <a:pt x="640865" y="116598"/>
                </a:lnTo>
                <a:lnTo>
                  <a:pt x="641439" y="116672"/>
                </a:lnTo>
                <a:lnTo>
                  <a:pt x="642055" y="116732"/>
                </a:lnTo>
                <a:lnTo>
                  <a:pt x="642712" y="116779"/>
                </a:lnTo>
                <a:lnTo>
                  <a:pt x="643411" y="116812"/>
                </a:lnTo>
                <a:lnTo>
                  <a:pt x="644151" y="116832"/>
                </a:lnTo>
                <a:lnTo>
                  <a:pt x="644933" y="116839"/>
                </a:lnTo>
                <a:lnTo>
                  <a:pt x="644933" y="119210"/>
                </a:lnTo>
                <a:lnTo>
                  <a:pt x="614119" y="119210"/>
                </a:lnTo>
                <a:lnTo>
                  <a:pt x="614119" y="116839"/>
                </a:lnTo>
                <a:lnTo>
                  <a:pt x="615724" y="116839"/>
                </a:lnTo>
                <a:lnTo>
                  <a:pt x="616305" y="116839"/>
                </a:lnTo>
                <a:lnTo>
                  <a:pt x="616872" y="116819"/>
                </a:lnTo>
                <a:lnTo>
                  <a:pt x="617425" y="116779"/>
                </a:lnTo>
                <a:lnTo>
                  <a:pt x="617963" y="116718"/>
                </a:lnTo>
                <a:lnTo>
                  <a:pt x="618488" y="116636"/>
                </a:lnTo>
                <a:lnTo>
                  <a:pt x="618998" y="116534"/>
                </a:lnTo>
                <a:lnTo>
                  <a:pt x="619493" y="116411"/>
                </a:lnTo>
                <a:lnTo>
                  <a:pt x="619975" y="116268"/>
                </a:lnTo>
                <a:lnTo>
                  <a:pt x="620442" y="116105"/>
                </a:lnTo>
                <a:lnTo>
                  <a:pt x="620895" y="115921"/>
                </a:lnTo>
                <a:lnTo>
                  <a:pt x="621334" y="115716"/>
                </a:lnTo>
                <a:lnTo>
                  <a:pt x="621758" y="115491"/>
                </a:lnTo>
                <a:lnTo>
                  <a:pt x="621958" y="115367"/>
                </a:lnTo>
                <a:lnTo>
                  <a:pt x="622150" y="115232"/>
                </a:lnTo>
                <a:lnTo>
                  <a:pt x="622334" y="115084"/>
                </a:lnTo>
                <a:lnTo>
                  <a:pt x="622511" y="114925"/>
                </a:lnTo>
                <a:lnTo>
                  <a:pt x="622680" y="114753"/>
                </a:lnTo>
                <a:lnTo>
                  <a:pt x="622842" y="114569"/>
                </a:lnTo>
                <a:lnTo>
                  <a:pt x="622996" y="114373"/>
                </a:lnTo>
                <a:lnTo>
                  <a:pt x="623142" y="114165"/>
                </a:lnTo>
                <a:lnTo>
                  <a:pt x="623281" y="113946"/>
                </a:lnTo>
                <a:lnTo>
                  <a:pt x="623412" y="113714"/>
                </a:lnTo>
                <a:lnTo>
                  <a:pt x="623536" y="113470"/>
                </a:lnTo>
                <a:lnTo>
                  <a:pt x="623652" y="113214"/>
                </a:lnTo>
                <a:lnTo>
                  <a:pt x="623760" y="112918"/>
                </a:lnTo>
                <a:lnTo>
                  <a:pt x="623858" y="112556"/>
                </a:lnTo>
                <a:lnTo>
                  <a:pt x="623947" y="112126"/>
                </a:lnTo>
                <a:lnTo>
                  <a:pt x="624026" y="111629"/>
                </a:lnTo>
                <a:lnTo>
                  <a:pt x="624097" y="111064"/>
                </a:lnTo>
                <a:lnTo>
                  <a:pt x="624158" y="110433"/>
                </a:lnTo>
                <a:lnTo>
                  <a:pt x="624209" y="109734"/>
                </a:lnTo>
                <a:lnTo>
                  <a:pt x="624251" y="108968"/>
                </a:lnTo>
                <a:lnTo>
                  <a:pt x="624284" y="108134"/>
                </a:lnTo>
                <a:lnTo>
                  <a:pt x="624307" y="107233"/>
                </a:lnTo>
                <a:lnTo>
                  <a:pt x="624321" y="106265"/>
                </a:lnTo>
                <a:lnTo>
                  <a:pt x="624326" y="105230"/>
                </a:lnTo>
                <a:lnTo>
                  <a:pt x="624326" y="49685"/>
                </a:lnTo>
                <a:lnTo>
                  <a:pt x="624323" y="48763"/>
                </a:lnTo>
                <a:lnTo>
                  <a:pt x="624312" y="47898"/>
                </a:lnTo>
                <a:lnTo>
                  <a:pt x="624294" y="47091"/>
                </a:lnTo>
                <a:lnTo>
                  <a:pt x="624269" y="46343"/>
                </a:lnTo>
                <a:lnTo>
                  <a:pt x="624237" y="45652"/>
                </a:lnTo>
                <a:lnTo>
                  <a:pt x="624198" y="45019"/>
                </a:lnTo>
                <a:lnTo>
                  <a:pt x="624151" y="44444"/>
                </a:lnTo>
                <a:lnTo>
                  <a:pt x="624098" y="43927"/>
                </a:lnTo>
                <a:lnTo>
                  <a:pt x="624037" y="43468"/>
                </a:lnTo>
                <a:lnTo>
                  <a:pt x="623969" y="43067"/>
                </a:lnTo>
                <a:lnTo>
                  <a:pt x="623895" y="42724"/>
                </a:lnTo>
                <a:lnTo>
                  <a:pt x="623813" y="42439"/>
                </a:lnTo>
                <a:lnTo>
                  <a:pt x="623723" y="42187"/>
                </a:lnTo>
                <a:lnTo>
                  <a:pt x="623624" y="41947"/>
                </a:lnTo>
                <a:lnTo>
                  <a:pt x="623518" y="41717"/>
                </a:lnTo>
                <a:lnTo>
                  <a:pt x="623402" y="41497"/>
                </a:lnTo>
                <a:lnTo>
                  <a:pt x="623279" y="41289"/>
                </a:lnTo>
                <a:lnTo>
                  <a:pt x="623146" y="41091"/>
                </a:lnTo>
                <a:lnTo>
                  <a:pt x="623006" y="40904"/>
                </a:lnTo>
                <a:lnTo>
                  <a:pt x="622857" y="40728"/>
                </a:lnTo>
                <a:lnTo>
                  <a:pt x="622699" y="40562"/>
                </a:lnTo>
                <a:lnTo>
                  <a:pt x="622533" y="40407"/>
                </a:lnTo>
                <a:lnTo>
                  <a:pt x="622358" y="40263"/>
                </a:lnTo>
                <a:lnTo>
                  <a:pt x="622175" y="40129"/>
                </a:lnTo>
                <a:lnTo>
                  <a:pt x="621983" y="40006"/>
                </a:lnTo>
                <a:lnTo>
                  <a:pt x="621779" y="39894"/>
                </a:lnTo>
                <a:lnTo>
                  <a:pt x="621564" y="39792"/>
                </a:lnTo>
                <a:lnTo>
                  <a:pt x="621337" y="39701"/>
                </a:lnTo>
                <a:lnTo>
                  <a:pt x="621100" y="39621"/>
                </a:lnTo>
                <a:lnTo>
                  <a:pt x="620851" y="39551"/>
                </a:lnTo>
                <a:lnTo>
                  <a:pt x="620592" y="39492"/>
                </a:lnTo>
                <a:lnTo>
                  <a:pt x="620321" y="39444"/>
                </a:lnTo>
                <a:lnTo>
                  <a:pt x="620039" y="39406"/>
                </a:lnTo>
                <a:lnTo>
                  <a:pt x="619746" y="39380"/>
                </a:lnTo>
                <a:lnTo>
                  <a:pt x="619442" y="39364"/>
                </a:lnTo>
                <a:lnTo>
                  <a:pt x="619126" y="39358"/>
                </a:lnTo>
                <a:lnTo>
                  <a:pt x="618864" y="39364"/>
                </a:lnTo>
                <a:lnTo>
                  <a:pt x="618589" y="39383"/>
                </a:lnTo>
                <a:lnTo>
                  <a:pt x="618304" y="39414"/>
                </a:lnTo>
                <a:lnTo>
                  <a:pt x="618006" y="39458"/>
                </a:lnTo>
                <a:lnTo>
                  <a:pt x="617697" y="39514"/>
                </a:lnTo>
                <a:lnTo>
                  <a:pt x="617377" y="39583"/>
                </a:lnTo>
                <a:lnTo>
                  <a:pt x="617045" y="39664"/>
                </a:lnTo>
                <a:lnTo>
                  <a:pt x="616701" y="39757"/>
                </a:lnTo>
                <a:lnTo>
                  <a:pt x="616346" y="39863"/>
                </a:lnTo>
                <a:lnTo>
                  <a:pt x="615979" y="39981"/>
                </a:lnTo>
                <a:lnTo>
                  <a:pt x="615600" y="40112"/>
                </a:lnTo>
                <a:lnTo>
                  <a:pt x="615210" y="40255"/>
                </a:lnTo>
                <a:lnTo>
                  <a:pt x="614440" y="38205"/>
                </a:lnTo>
                <a:moveTo>
                  <a:pt x="634983" y="48505"/>
                </a:moveTo>
                <a:lnTo>
                  <a:pt x="634983" y="70397"/>
                </a:lnTo>
                <a:lnTo>
                  <a:pt x="634987" y="71547"/>
                </a:lnTo>
                <a:lnTo>
                  <a:pt x="634999" y="72630"/>
                </a:lnTo>
                <a:lnTo>
                  <a:pt x="635019" y="73645"/>
                </a:lnTo>
                <a:lnTo>
                  <a:pt x="635047" y="74593"/>
                </a:lnTo>
                <a:lnTo>
                  <a:pt x="635083" y="75473"/>
                </a:lnTo>
                <a:lnTo>
                  <a:pt x="635127" y="76286"/>
                </a:lnTo>
                <a:lnTo>
                  <a:pt x="635179" y="77031"/>
                </a:lnTo>
                <a:lnTo>
                  <a:pt x="635239" y="77708"/>
                </a:lnTo>
                <a:lnTo>
                  <a:pt x="635308" y="78318"/>
                </a:lnTo>
                <a:lnTo>
                  <a:pt x="635384" y="78860"/>
                </a:lnTo>
                <a:lnTo>
                  <a:pt x="635468" y="79335"/>
                </a:lnTo>
                <a:lnTo>
                  <a:pt x="635560" y="79742"/>
                </a:lnTo>
                <a:lnTo>
                  <a:pt x="635728" y="80354"/>
                </a:lnTo>
                <a:lnTo>
                  <a:pt x="635932" y="80955"/>
                </a:lnTo>
                <a:lnTo>
                  <a:pt x="636172" y="81542"/>
                </a:lnTo>
                <a:lnTo>
                  <a:pt x="636449" y="82118"/>
                </a:lnTo>
                <a:lnTo>
                  <a:pt x="636761" y="82680"/>
                </a:lnTo>
                <a:lnTo>
                  <a:pt x="637109" y="83231"/>
                </a:lnTo>
                <a:lnTo>
                  <a:pt x="637494" y="83769"/>
                </a:lnTo>
                <a:lnTo>
                  <a:pt x="637914" y="84294"/>
                </a:lnTo>
                <a:lnTo>
                  <a:pt x="638371" y="84807"/>
                </a:lnTo>
                <a:lnTo>
                  <a:pt x="638864" y="85308"/>
                </a:lnTo>
                <a:lnTo>
                  <a:pt x="639393" y="85796"/>
                </a:lnTo>
                <a:lnTo>
                  <a:pt x="639958" y="86271"/>
                </a:lnTo>
                <a:lnTo>
                  <a:pt x="640554" y="86721"/>
                </a:lnTo>
                <a:lnTo>
                  <a:pt x="641175" y="87132"/>
                </a:lnTo>
                <a:lnTo>
                  <a:pt x="641822" y="87503"/>
                </a:lnTo>
                <a:lnTo>
                  <a:pt x="642494" y="87836"/>
                </a:lnTo>
                <a:lnTo>
                  <a:pt x="643191" y="88129"/>
                </a:lnTo>
                <a:lnTo>
                  <a:pt x="643914" y="88383"/>
                </a:lnTo>
                <a:lnTo>
                  <a:pt x="644662" y="88598"/>
                </a:lnTo>
                <a:lnTo>
                  <a:pt x="645436" y="88774"/>
                </a:lnTo>
                <a:lnTo>
                  <a:pt x="646235" y="88911"/>
                </a:lnTo>
                <a:lnTo>
                  <a:pt x="647060" y="89009"/>
                </a:lnTo>
                <a:lnTo>
                  <a:pt x="647910" y="89068"/>
                </a:lnTo>
                <a:lnTo>
                  <a:pt x="648785" y="89087"/>
                </a:lnTo>
                <a:lnTo>
                  <a:pt x="649838" y="89053"/>
                </a:lnTo>
                <a:lnTo>
                  <a:pt x="650857" y="88948"/>
                </a:lnTo>
                <a:lnTo>
                  <a:pt x="651842" y="88775"/>
                </a:lnTo>
                <a:lnTo>
                  <a:pt x="652794" y="88532"/>
                </a:lnTo>
                <a:lnTo>
                  <a:pt x="653711" y="88220"/>
                </a:lnTo>
                <a:lnTo>
                  <a:pt x="654595" y="87839"/>
                </a:lnTo>
                <a:lnTo>
                  <a:pt x="655444" y="87388"/>
                </a:lnTo>
                <a:lnTo>
                  <a:pt x="656260" y="86868"/>
                </a:lnTo>
                <a:lnTo>
                  <a:pt x="657042" y="86279"/>
                </a:lnTo>
                <a:lnTo>
                  <a:pt x="657790" y="85620"/>
                </a:lnTo>
                <a:lnTo>
                  <a:pt x="658505" y="84892"/>
                </a:lnTo>
                <a:lnTo>
                  <a:pt x="659185" y="84094"/>
                </a:lnTo>
                <a:lnTo>
                  <a:pt x="660015" y="82969"/>
                </a:lnTo>
                <a:lnTo>
                  <a:pt x="660774" y="81771"/>
                </a:lnTo>
                <a:lnTo>
                  <a:pt x="661460" y="80498"/>
                </a:lnTo>
                <a:lnTo>
                  <a:pt x="662074" y="79152"/>
                </a:lnTo>
                <a:lnTo>
                  <a:pt x="662615" y="77732"/>
                </a:lnTo>
                <a:lnTo>
                  <a:pt x="663085" y="76238"/>
                </a:lnTo>
                <a:lnTo>
                  <a:pt x="663482" y="74670"/>
                </a:lnTo>
                <a:lnTo>
                  <a:pt x="663807" y="73028"/>
                </a:lnTo>
                <a:lnTo>
                  <a:pt x="664060" y="71313"/>
                </a:lnTo>
                <a:lnTo>
                  <a:pt x="664240" y="69524"/>
                </a:lnTo>
                <a:lnTo>
                  <a:pt x="664349" y="67661"/>
                </a:lnTo>
                <a:lnTo>
                  <a:pt x="664385" y="65724"/>
                </a:lnTo>
                <a:lnTo>
                  <a:pt x="664344" y="63527"/>
                </a:lnTo>
                <a:lnTo>
                  <a:pt x="664221" y="61416"/>
                </a:lnTo>
                <a:lnTo>
                  <a:pt x="664016" y="59391"/>
                </a:lnTo>
                <a:lnTo>
                  <a:pt x="663729" y="57453"/>
                </a:lnTo>
                <a:lnTo>
                  <a:pt x="663359" y="55601"/>
                </a:lnTo>
                <a:lnTo>
                  <a:pt x="662908" y="53835"/>
                </a:lnTo>
                <a:lnTo>
                  <a:pt x="662375" y="52155"/>
                </a:lnTo>
                <a:lnTo>
                  <a:pt x="661760" y="50562"/>
                </a:lnTo>
                <a:lnTo>
                  <a:pt x="661063" y="49055"/>
                </a:lnTo>
                <a:lnTo>
                  <a:pt x="660283" y="47634"/>
                </a:lnTo>
                <a:lnTo>
                  <a:pt x="659422" y="46299"/>
                </a:lnTo>
                <a:lnTo>
                  <a:pt x="658479" y="45050"/>
                </a:lnTo>
                <a:lnTo>
                  <a:pt x="657783" y="44253"/>
                </a:lnTo>
                <a:lnTo>
                  <a:pt x="657066" y="43525"/>
                </a:lnTo>
                <a:lnTo>
                  <a:pt x="656328" y="42866"/>
                </a:lnTo>
                <a:lnTo>
                  <a:pt x="655568" y="42276"/>
                </a:lnTo>
                <a:lnTo>
                  <a:pt x="654787" y="41756"/>
                </a:lnTo>
                <a:lnTo>
                  <a:pt x="653985" y="41305"/>
                </a:lnTo>
                <a:lnTo>
                  <a:pt x="653161" y="40924"/>
                </a:lnTo>
                <a:lnTo>
                  <a:pt x="652316" y="40612"/>
                </a:lnTo>
                <a:lnTo>
                  <a:pt x="651449" y="40369"/>
                </a:lnTo>
                <a:lnTo>
                  <a:pt x="650561" y="40196"/>
                </a:lnTo>
                <a:lnTo>
                  <a:pt x="649652" y="40092"/>
                </a:lnTo>
                <a:lnTo>
                  <a:pt x="648721" y="40057"/>
                </a:lnTo>
                <a:lnTo>
                  <a:pt x="648208" y="40068"/>
                </a:lnTo>
                <a:lnTo>
                  <a:pt x="647695" y="40100"/>
                </a:lnTo>
                <a:lnTo>
                  <a:pt x="647184" y="40153"/>
                </a:lnTo>
                <a:lnTo>
                  <a:pt x="646674" y="40228"/>
                </a:lnTo>
                <a:lnTo>
                  <a:pt x="646164" y="40324"/>
                </a:lnTo>
                <a:lnTo>
                  <a:pt x="645655" y="40441"/>
                </a:lnTo>
                <a:lnTo>
                  <a:pt x="645148" y="40580"/>
                </a:lnTo>
                <a:lnTo>
                  <a:pt x="644641" y="40740"/>
                </a:lnTo>
                <a:lnTo>
                  <a:pt x="644135" y="40921"/>
                </a:lnTo>
                <a:lnTo>
                  <a:pt x="643630" y="41124"/>
                </a:lnTo>
                <a:lnTo>
                  <a:pt x="643125" y="41348"/>
                </a:lnTo>
                <a:lnTo>
                  <a:pt x="642622" y="41593"/>
                </a:lnTo>
                <a:lnTo>
                  <a:pt x="642216" y="41817"/>
                </a:lnTo>
                <a:lnTo>
                  <a:pt x="641768" y="42105"/>
                </a:lnTo>
                <a:lnTo>
                  <a:pt x="641278" y="42457"/>
                </a:lnTo>
                <a:lnTo>
                  <a:pt x="640746" y="42873"/>
                </a:lnTo>
                <a:lnTo>
                  <a:pt x="640172" y="43353"/>
                </a:lnTo>
                <a:lnTo>
                  <a:pt x="639557" y="43897"/>
                </a:lnTo>
                <a:lnTo>
                  <a:pt x="638899" y="44505"/>
                </a:lnTo>
                <a:lnTo>
                  <a:pt x="638200" y="45177"/>
                </a:lnTo>
                <a:lnTo>
                  <a:pt x="637458" y="45913"/>
                </a:lnTo>
                <a:lnTo>
                  <a:pt x="636675" y="46713"/>
                </a:lnTo>
                <a:lnTo>
                  <a:pt x="635850" y="47577"/>
                </a:lnTo>
                <a:lnTo>
                  <a:pt x="634983" y="48505"/>
                </a:lnTo>
                <a:close/>
                <a:moveTo>
                  <a:pt x="717732" y="82678"/>
                </a:moveTo>
                <a:lnTo>
                  <a:pt x="716270" y="83801"/>
                </a:lnTo>
                <a:lnTo>
                  <a:pt x="714902" y="84843"/>
                </a:lnTo>
                <a:lnTo>
                  <a:pt x="713628" y="85802"/>
                </a:lnTo>
                <a:lnTo>
                  <a:pt x="712447" y="86680"/>
                </a:lnTo>
                <a:lnTo>
                  <a:pt x="711359" y="87476"/>
                </a:lnTo>
                <a:lnTo>
                  <a:pt x="710366" y="88190"/>
                </a:lnTo>
                <a:lnTo>
                  <a:pt x="709465" y="88822"/>
                </a:lnTo>
                <a:lnTo>
                  <a:pt x="708659" y="89372"/>
                </a:lnTo>
                <a:lnTo>
                  <a:pt x="707946" y="89840"/>
                </a:lnTo>
                <a:lnTo>
                  <a:pt x="707327" y="90227"/>
                </a:lnTo>
                <a:lnTo>
                  <a:pt x="706801" y="90531"/>
                </a:lnTo>
                <a:lnTo>
                  <a:pt x="706369" y="90754"/>
                </a:lnTo>
                <a:lnTo>
                  <a:pt x="705788" y="91020"/>
                </a:lnTo>
                <a:lnTo>
                  <a:pt x="705201" y="91263"/>
                </a:lnTo>
                <a:lnTo>
                  <a:pt x="704608" y="91483"/>
                </a:lnTo>
                <a:lnTo>
                  <a:pt x="704008" y="91679"/>
                </a:lnTo>
                <a:lnTo>
                  <a:pt x="703402" y="91853"/>
                </a:lnTo>
                <a:lnTo>
                  <a:pt x="702790" y="92003"/>
                </a:lnTo>
                <a:lnTo>
                  <a:pt x="702172" y="92131"/>
                </a:lnTo>
                <a:lnTo>
                  <a:pt x="701547" y="92235"/>
                </a:lnTo>
                <a:lnTo>
                  <a:pt x="700917" y="92316"/>
                </a:lnTo>
                <a:lnTo>
                  <a:pt x="700280" y="92374"/>
                </a:lnTo>
                <a:lnTo>
                  <a:pt x="699636" y="92408"/>
                </a:lnTo>
                <a:lnTo>
                  <a:pt x="698987" y="92420"/>
                </a:lnTo>
                <a:lnTo>
                  <a:pt x="697985" y="92391"/>
                </a:lnTo>
                <a:lnTo>
                  <a:pt x="697014" y="92304"/>
                </a:lnTo>
                <a:lnTo>
                  <a:pt x="696072" y="92160"/>
                </a:lnTo>
                <a:lnTo>
                  <a:pt x="695160" y="91957"/>
                </a:lnTo>
                <a:lnTo>
                  <a:pt x="694278" y="91697"/>
                </a:lnTo>
                <a:lnTo>
                  <a:pt x="693426" y="91378"/>
                </a:lnTo>
                <a:lnTo>
                  <a:pt x="692603" y="91002"/>
                </a:lnTo>
                <a:lnTo>
                  <a:pt x="691811" y="90568"/>
                </a:lnTo>
                <a:lnTo>
                  <a:pt x="691048" y="90077"/>
                </a:lnTo>
                <a:lnTo>
                  <a:pt x="690316" y="89527"/>
                </a:lnTo>
                <a:lnTo>
                  <a:pt x="689613" y="88919"/>
                </a:lnTo>
                <a:lnTo>
                  <a:pt x="688940" y="88254"/>
                </a:lnTo>
                <a:lnTo>
                  <a:pt x="688309" y="87541"/>
                </a:lnTo>
                <a:lnTo>
                  <a:pt x="687734" y="86792"/>
                </a:lnTo>
                <a:lnTo>
                  <a:pt x="687213" y="86007"/>
                </a:lnTo>
                <a:lnTo>
                  <a:pt x="686747" y="85185"/>
                </a:lnTo>
                <a:lnTo>
                  <a:pt x="686335" y="84326"/>
                </a:lnTo>
                <a:lnTo>
                  <a:pt x="685979" y="83431"/>
                </a:lnTo>
                <a:lnTo>
                  <a:pt x="685677" y="82500"/>
                </a:lnTo>
                <a:lnTo>
                  <a:pt x="685431" y="81532"/>
                </a:lnTo>
                <a:lnTo>
                  <a:pt x="685239" y="80527"/>
                </a:lnTo>
                <a:lnTo>
                  <a:pt x="685102" y="79486"/>
                </a:lnTo>
                <a:lnTo>
                  <a:pt x="685019" y="78408"/>
                </a:lnTo>
                <a:lnTo>
                  <a:pt x="684992" y="77294"/>
                </a:lnTo>
                <a:lnTo>
                  <a:pt x="685005" y="76587"/>
                </a:lnTo>
                <a:lnTo>
                  <a:pt x="685045" y="75895"/>
                </a:lnTo>
                <a:lnTo>
                  <a:pt x="685112" y="75219"/>
                </a:lnTo>
                <a:lnTo>
                  <a:pt x="685206" y="74560"/>
                </a:lnTo>
                <a:lnTo>
                  <a:pt x="685326" y="73916"/>
                </a:lnTo>
                <a:lnTo>
                  <a:pt x="685473" y="73289"/>
                </a:lnTo>
                <a:lnTo>
                  <a:pt x="685647" y="72677"/>
                </a:lnTo>
                <a:lnTo>
                  <a:pt x="685848" y="72082"/>
                </a:lnTo>
                <a:lnTo>
                  <a:pt x="686075" y="71502"/>
                </a:lnTo>
                <a:lnTo>
                  <a:pt x="686329" y="70939"/>
                </a:lnTo>
                <a:lnTo>
                  <a:pt x="686610" y="70391"/>
                </a:lnTo>
                <a:lnTo>
                  <a:pt x="686918" y="69860"/>
                </a:lnTo>
                <a:lnTo>
                  <a:pt x="687383" y="69137"/>
                </a:lnTo>
                <a:lnTo>
                  <a:pt x="687903" y="68421"/>
                </a:lnTo>
                <a:lnTo>
                  <a:pt x="688477" y="67713"/>
                </a:lnTo>
                <a:lnTo>
                  <a:pt x="689104" y="67011"/>
                </a:lnTo>
                <a:lnTo>
                  <a:pt x="689785" y="66317"/>
                </a:lnTo>
                <a:lnTo>
                  <a:pt x="690521" y="65630"/>
                </a:lnTo>
                <a:lnTo>
                  <a:pt x="691310" y="64950"/>
                </a:lnTo>
                <a:lnTo>
                  <a:pt x="692153" y="64277"/>
                </a:lnTo>
                <a:lnTo>
                  <a:pt x="693051" y="63611"/>
                </a:lnTo>
                <a:lnTo>
                  <a:pt x="694002" y="62952"/>
                </a:lnTo>
                <a:lnTo>
                  <a:pt x="695007" y="62301"/>
                </a:lnTo>
                <a:lnTo>
                  <a:pt x="696066" y="61656"/>
                </a:lnTo>
                <a:lnTo>
                  <a:pt x="697212" y="61004"/>
                </a:lnTo>
                <a:lnTo>
                  <a:pt x="698478" y="60328"/>
                </a:lnTo>
                <a:lnTo>
                  <a:pt x="699863" y="59629"/>
                </a:lnTo>
                <a:lnTo>
                  <a:pt x="701369" y="58907"/>
                </a:lnTo>
                <a:lnTo>
                  <a:pt x="702995" y="58162"/>
                </a:lnTo>
                <a:lnTo>
                  <a:pt x="704740" y="57394"/>
                </a:lnTo>
                <a:lnTo>
                  <a:pt x="706606" y="56603"/>
                </a:lnTo>
                <a:lnTo>
                  <a:pt x="708591" y="55788"/>
                </a:lnTo>
                <a:lnTo>
                  <a:pt x="710697" y="54950"/>
                </a:lnTo>
                <a:lnTo>
                  <a:pt x="712922" y="54090"/>
                </a:lnTo>
                <a:lnTo>
                  <a:pt x="715267" y="53206"/>
                </a:lnTo>
                <a:lnTo>
                  <a:pt x="717732" y="52299"/>
                </a:lnTo>
                <a:lnTo>
                  <a:pt x="717732" y="49991"/>
                </a:lnTo>
                <a:lnTo>
                  <a:pt x="717713" y="48566"/>
                </a:lnTo>
                <a:lnTo>
                  <a:pt x="717655" y="47218"/>
                </a:lnTo>
                <a:lnTo>
                  <a:pt x="717558" y="45946"/>
                </a:lnTo>
                <a:lnTo>
                  <a:pt x="717422" y="44750"/>
                </a:lnTo>
                <a:lnTo>
                  <a:pt x="717247" y="43631"/>
                </a:lnTo>
                <a:lnTo>
                  <a:pt x="717034" y="42589"/>
                </a:lnTo>
                <a:lnTo>
                  <a:pt x="716782" y="41623"/>
                </a:lnTo>
                <a:lnTo>
                  <a:pt x="716491" y="40734"/>
                </a:lnTo>
                <a:lnTo>
                  <a:pt x="716161" y="39921"/>
                </a:lnTo>
                <a:lnTo>
                  <a:pt x="715793" y="39185"/>
                </a:lnTo>
                <a:lnTo>
                  <a:pt x="715386" y="38525"/>
                </a:lnTo>
                <a:lnTo>
                  <a:pt x="714940" y="37942"/>
                </a:lnTo>
                <a:lnTo>
                  <a:pt x="714457" y="37420"/>
                </a:lnTo>
                <a:lnTo>
                  <a:pt x="713938" y="36943"/>
                </a:lnTo>
                <a:lnTo>
                  <a:pt x="713385" y="36512"/>
                </a:lnTo>
                <a:lnTo>
                  <a:pt x="712796" y="36126"/>
                </a:lnTo>
                <a:lnTo>
                  <a:pt x="712172" y="35786"/>
                </a:lnTo>
                <a:lnTo>
                  <a:pt x="711513" y="35491"/>
                </a:lnTo>
                <a:lnTo>
                  <a:pt x="710819" y="35241"/>
                </a:lnTo>
                <a:lnTo>
                  <a:pt x="710089" y="35037"/>
                </a:lnTo>
                <a:lnTo>
                  <a:pt x="709324" y="34878"/>
                </a:lnTo>
                <a:lnTo>
                  <a:pt x="708524" y="34764"/>
                </a:lnTo>
                <a:lnTo>
                  <a:pt x="707689" y="34696"/>
                </a:lnTo>
                <a:lnTo>
                  <a:pt x="706819" y="34674"/>
                </a:lnTo>
                <a:lnTo>
                  <a:pt x="706156" y="34689"/>
                </a:lnTo>
                <a:lnTo>
                  <a:pt x="705517" y="34734"/>
                </a:lnTo>
                <a:lnTo>
                  <a:pt x="704901" y="34809"/>
                </a:lnTo>
                <a:lnTo>
                  <a:pt x="704308" y="34915"/>
                </a:lnTo>
                <a:lnTo>
                  <a:pt x="703738" y="35050"/>
                </a:lnTo>
                <a:lnTo>
                  <a:pt x="703192" y="35216"/>
                </a:lnTo>
                <a:lnTo>
                  <a:pt x="702668" y="35412"/>
                </a:lnTo>
                <a:lnTo>
                  <a:pt x="702168" y="35638"/>
                </a:lnTo>
                <a:lnTo>
                  <a:pt x="701691" y="35895"/>
                </a:lnTo>
                <a:lnTo>
                  <a:pt x="701237" y="36181"/>
                </a:lnTo>
                <a:lnTo>
                  <a:pt x="700807" y="36498"/>
                </a:lnTo>
                <a:lnTo>
                  <a:pt x="700399" y="36845"/>
                </a:lnTo>
                <a:lnTo>
                  <a:pt x="700009" y="37211"/>
                </a:lnTo>
                <a:lnTo>
                  <a:pt x="699654" y="37586"/>
                </a:lnTo>
                <a:lnTo>
                  <a:pt x="699332" y="37970"/>
                </a:lnTo>
                <a:lnTo>
                  <a:pt x="699044" y="38363"/>
                </a:lnTo>
                <a:lnTo>
                  <a:pt x="698790" y="38765"/>
                </a:lnTo>
                <a:lnTo>
                  <a:pt x="698569" y="39175"/>
                </a:lnTo>
                <a:lnTo>
                  <a:pt x="698383" y="39595"/>
                </a:lnTo>
                <a:lnTo>
                  <a:pt x="698231" y="40023"/>
                </a:lnTo>
                <a:lnTo>
                  <a:pt x="698112" y="40461"/>
                </a:lnTo>
                <a:lnTo>
                  <a:pt x="698027" y="40907"/>
                </a:lnTo>
                <a:lnTo>
                  <a:pt x="697977" y="41362"/>
                </a:lnTo>
                <a:lnTo>
                  <a:pt x="697960" y="41826"/>
                </a:lnTo>
                <a:lnTo>
                  <a:pt x="698088" y="45529"/>
                </a:lnTo>
                <a:lnTo>
                  <a:pt x="698078" y="46009"/>
                </a:lnTo>
                <a:lnTo>
                  <a:pt x="698046" y="46471"/>
                </a:lnTo>
                <a:lnTo>
                  <a:pt x="697994" y="46913"/>
                </a:lnTo>
                <a:lnTo>
                  <a:pt x="697920" y="47338"/>
                </a:lnTo>
                <a:lnTo>
                  <a:pt x="697826" y="47743"/>
                </a:lnTo>
                <a:lnTo>
                  <a:pt x="697711" y="48130"/>
                </a:lnTo>
                <a:lnTo>
                  <a:pt x="697575" y="48499"/>
                </a:lnTo>
                <a:lnTo>
                  <a:pt x="697417" y="48848"/>
                </a:lnTo>
                <a:lnTo>
                  <a:pt x="697239" y="49180"/>
                </a:lnTo>
                <a:lnTo>
                  <a:pt x="697040" y="49492"/>
                </a:lnTo>
                <a:lnTo>
                  <a:pt x="696820" y="49786"/>
                </a:lnTo>
                <a:lnTo>
                  <a:pt x="696579" y="50061"/>
                </a:lnTo>
                <a:lnTo>
                  <a:pt x="696321" y="50316"/>
                </a:lnTo>
                <a:lnTo>
                  <a:pt x="696051" y="50549"/>
                </a:lnTo>
                <a:lnTo>
                  <a:pt x="695767" y="50760"/>
                </a:lnTo>
                <a:lnTo>
                  <a:pt x="695470" y="50948"/>
                </a:lnTo>
                <a:lnTo>
                  <a:pt x="695161" y="51115"/>
                </a:lnTo>
                <a:lnTo>
                  <a:pt x="694838" y="51259"/>
                </a:lnTo>
                <a:lnTo>
                  <a:pt x="694503" y="51381"/>
                </a:lnTo>
                <a:lnTo>
                  <a:pt x="694154" y="51480"/>
                </a:lnTo>
                <a:lnTo>
                  <a:pt x="693793" y="51558"/>
                </a:lnTo>
                <a:lnTo>
                  <a:pt x="693419" y="51613"/>
                </a:lnTo>
                <a:lnTo>
                  <a:pt x="693031" y="51647"/>
                </a:lnTo>
                <a:lnTo>
                  <a:pt x="692631" y="51658"/>
                </a:lnTo>
                <a:lnTo>
                  <a:pt x="692241" y="51646"/>
                </a:lnTo>
                <a:lnTo>
                  <a:pt x="691864" y="51612"/>
                </a:lnTo>
                <a:lnTo>
                  <a:pt x="691498" y="51554"/>
                </a:lnTo>
                <a:lnTo>
                  <a:pt x="691144" y="51473"/>
                </a:lnTo>
                <a:lnTo>
                  <a:pt x="690802" y="51369"/>
                </a:lnTo>
                <a:lnTo>
                  <a:pt x="690473" y="51243"/>
                </a:lnTo>
                <a:lnTo>
                  <a:pt x="690155" y="51093"/>
                </a:lnTo>
                <a:lnTo>
                  <a:pt x="689849" y="50920"/>
                </a:lnTo>
                <a:lnTo>
                  <a:pt x="689556" y="50724"/>
                </a:lnTo>
                <a:lnTo>
                  <a:pt x="689274" y="50505"/>
                </a:lnTo>
                <a:lnTo>
                  <a:pt x="689005" y="50263"/>
                </a:lnTo>
                <a:lnTo>
                  <a:pt x="688747" y="49997"/>
                </a:lnTo>
                <a:lnTo>
                  <a:pt x="688506" y="49712"/>
                </a:lnTo>
                <a:lnTo>
                  <a:pt x="688286" y="49410"/>
                </a:lnTo>
                <a:lnTo>
                  <a:pt x="688087" y="49090"/>
                </a:lnTo>
                <a:lnTo>
                  <a:pt x="687909" y="48754"/>
                </a:lnTo>
                <a:lnTo>
                  <a:pt x="687752" y="48401"/>
                </a:lnTo>
                <a:lnTo>
                  <a:pt x="687616" y="48032"/>
                </a:lnTo>
                <a:lnTo>
                  <a:pt x="687501" y="47645"/>
                </a:lnTo>
                <a:lnTo>
                  <a:pt x="687406" y="47241"/>
                </a:lnTo>
                <a:lnTo>
                  <a:pt x="687333" y="46821"/>
                </a:lnTo>
                <a:lnTo>
                  <a:pt x="687281" y="46384"/>
                </a:lnTo>
                <a:lnTo>
                  <a:pt x="687249" y="45930"/>
                </a:lnTo>
                <a:lnTo>
                  <a:pt x="687239" y="45459"/>
                </a:lnTo>
                <a:lnTo>
                  <a:pt x="687278" y="44549"/>
                </a:lnTo>
                <a:lnTo>
                  <a:pt x="687396" y="43652"/>
                </a:lnTo>
                <a:lnTo>
                  <a:pt x="687592" y="42768"/>
                </a:lnTo>
                <a:lnTo>
                  <a:pt x="687866" y="41896"/>
                </a:lnTo>
                <a:lnTo>
                  <a:pt x="688220" y="41036"/>
                </a:lnTo>
                <a:lnTo>
                  <a:pt x="688651" y="40188"/>
                </a:lnTo>
                <a:lnTo>
                  <a:pt x="689161" y="39353"/>
                </a:lnTo>
                <a:lnTo>
                  <a:pt x="689750" y="38531"/>
                </a:lnTo>
                <a:lnTo>
                  <a:pt x="690416" y="37721"/>
                </a:lnTo>
                <a:lnTo>
                  <a:pt x="691162" y="36923"/>
                </a:lnTo>
                <a:lnTo>
                  <a:pt x="691986" y="36137"/>
                </a:lnTo>
                <a:lnTo>
                  <a:pt x="692888" y="35364"/>
                </a:lnTo>
                <a:lnTo>
                  <a:pt x="693861" y="34630"/>
                </a:lnTo>
                <a:lnTo>
                  <a:pt x="694898" y="33959"/>
                </a:lnTo>
                <a:lnTo>
                  <a:pt x="695998" y="33352"/>
                </a:lnTo>
                <a:lnTo>
                  <a:pt x="697161" y="32809"/>
                </a:lnTo>
                <a:lnTo>
                  <a:pt x="698387" y="32329"/>
                </a:lnTo>
                <a:lnTo>
                  <a:pt x="699677" y="31914"/>
                </a:lnTo>
                <a:lnTo>
                  <a:pt x="701030" y="31563"/>
                </a:lnTo>
                <a:lnTo>
                  <a:pt x="702446" y="31275"/>
                </a:lnTo>
                <a:lnTo>
                  <a:pt x="703926" y="31051"/>
                </a:lnTo>
                <a:lnTo>
                  <a:pt x="705469" y="30892"/>
                </a:lnTo>
                <a:lnTo>
                  <a:pt x="707075" y="30796"/>
                </a:lnTo>
                <a:lnTo>
                  <a:pt x="708745" y="30764"/>
                </a:lnTo>
                <a:lnTo>
                  <a:pt x="710030" y="30782"/>
                </a:lnTo>
                <a:lnTo>
                  <a:pt x="711277" y="30837"/>
                </a:lnTo>
                <a:lnTo>
                  <a:pt x="712484" y="30928"/>
                </a:lnTo>
                <a:lnTo>
                  <a:pt x="713652" y="31055"/>
                </a:lnTo>
                <a:lnTo>
                  <a:pt x="714781" y="31219"/>
                </a:lnTo>
                <a:lnTo>
                  <a:pt x="715870" y="31420"/>
                </a:lnTo>
                <a:lnTo>
                  <a:pt x="716921" y="31657"/>
                </a:lnTo>
                <a:lnTo>
                  <a:pt x="717932" y="31930"/>
                </a:lnTo>
                <a:lnTo>
                  <a:pt x="718904" y="32240"/>
                </a:lnTo>
                <a:lnTo>
                  <a:pt x="719836" y="32586"/>
                </a:lnTo>
                <a:lnTo>
                  <a:pt x="720730" y="32969"/>
                </a:lnTo>
                <a:lnTo>
                  <a:pt x="721584" y="33388"/>
                </a:lnTo>
                <a:lnTo>
                  <a:pt x="722201" y="33734"/>
                </a:lnTo>
                <a:lnTo>
                  <a:pt x="722791" y="34112"/>
                </a:lnTo>
                <a:lnTo>
                  <a:pt x="723353" y="34520"/>
                </a:lnTo>
                <a:lnTo>
                  <a:pt x="723888" y="34960"/>
                </a:lnTo>
                <a:lnTo>
                  <a:pt x="724395" y="35431"/>
                </a:lnTo>
                <a:lnTo>
                  <a:pt x="724874" y="35933"/>
                </a:lnTo>
                <a:lnTo>
                  <a:pt x="725326" y="36466"/>
                </a:lnTo>
                <a:lnTo>
                  <a:pt x="725750" y="37030"/>
                </a:lnTo>
                <a:lnTo>
                  <a:pt x="726146" y="37626"/>
                </a:lnTo>
                <a:lnTo>
                  <a:pt x="726515" y="38252"/>
                </a:lnTo>
                <a:lnTo>
                  <a:pt x="726856" y="38910"/>
                </a:lnTo>
                <a:lnTo>
                  <a:pt x="727169" y="39599"/>
                </a:lnTo>
                <a:lnTo>
                  <a:pt x="727354" y="40097"/>
                </a:lnTo>
                <a:lnTo>
                  <a:pt x="727522" y="40676"/>
                </a:lnTo>
                <a:lnTo>
                  <a:pt x="727675" y="41335"/>
                </a:lnTo>
                <a:lnTo>
                  <a:pt x="727811" y="42073"/>
                </a:lnTo>
                <a:lnTo>
                  <a:pt x="727931" y="42892"/>
                </a:lnTo>
                <a:lnTo>
                  <a:pt x="728036" y="43791"/>
                </a:lnTo>
                <a:lnTo>
                  <a:pt x="728124" y="44770"/>
                </a:lnTo>
                <a:lnTo>
                  <a:pt x="728196" y="45829"/>
                </a:lnTo>
                <a:lnTo>
                  <a:pt x="728252" y="46968"/>
                </a:lnTo>
                <a:lnTo>
                  <a:pt x="728292" y="48187"/>
                </a:lnTo>
                <a:lnTo>
                  <a:pt x="728317" y="49486"/>
                </a:lnTo>
                <a:lnTo>
                  <a:pt x="728325" y="50865"/>
                </a:lnTo>
                <a:lnTo>
                  <a:pt x="728325" y="70773"/>
                </a:lnTo>
                <a:lnTo>
                  <a:pt x="728327" y="72126"/>
                </a:lnTo>
                <a:lnTo>
                  <a:pt x="728333" y="73388"/>
                </a:lnTo>
                <a:lnTo>
                  <a:pt x="728345" y="74560"/>
                </a:lnTo>
                <a:lnTo>
                  <a:pt x="728360" y="75642"/>
                </a:lnTo>
                <a:lnTo>
                  <a:pt x="728380" y="76633"/>
                </a:lnTo>
                <a:lnTo>
                  <a:pt x="728405" y="77535"/>
                </a:lnTo>
                <a:lnTo>
                  <a:pt x="728434" y="78346"/>
                </a:lnTo>
                <a:lnTo>
                  <a:pt x="728467" y="79067"/>
                </a:lnTo>
                <a:lnTo>
                  <a:pt x="728505" y="79697"/>
                </a:lnTo>
                <a:lnTo>
                  <a:pt x="728547" y="80238"/>
                </a:lnTo>
                <a:lnTo>
                  <a:pt x="728594" y="80688"/>
                </a:lnTo>
                <a:lnTo>
                  <a:pt x="728646" y="81048"/>
                </a:lnTo>
                <a:lnTo>
                  <a:pt x="728702" y="81354"/>
                </a:lnTo>
                <a:lnTo>
                  <a:pt x="728764" y="81643"/>
                </a:lnTo>
                <a:lnTo>
                  <a:pt x="728832" y="81914"/>
                </a:lnTo>
                <a:lnTo>
                  <a:pt x="728906" y="82168"/>
                </a:lnTo>
                <a:lnTo>
                  <a:pt x="728985" y="82405"/>
                </a:lnTo>
                <a:lnTo>
                  <a:pt x="729071" y="82624"/>
                </a:lnTo>
                <a:lnTo>
                  <a:pt x="729162" y="82827"/>
                </a:lnTo>
                <a:lnTo>
                  <a:pt x="729259" y="83011"/>
                </a:lnTo>
                <a:lnTo>
                  <a:pt x="729362" y="83179"/>
                </a:lnTo>
                <a:lnTo>
                  <a:pt x="729470" y="83329"/>
                </a:lnTo>
                <a:lnTo>
                  <a:pt x="729585" y="83462"/>
                </a:lnTo>
                <a:lnTo>
                  <a:pt x="729705" y="83577"/>
                </a:lnTo>
                <a:lnTo>
                  <a:pt x="729829" y="83679"/>
                </a:lnTo>
                <a:lnTo>
                  <a:pt x="729957" y="83773"/>
                </a:lnTo>
                <a:lnTo>
                  <a:pt x="730088" y="83857"/>
                </a:lnTo>
                <a:lnTo>
                  <a:pt x="730222" y="83932"/>
                </a:lnTo>
                <a:lnTo>
                  <a:pt x="730359" y="83999"/>
                </a:lnTo>
                <a:lnTo>
                  <a:pt x="730499" y="84057"/>
                </a:lnTo>
                <a:lnTo>
                  <a:pt x="730643" y="84105"/>
                </a:lnTo>
                <a:lnTo>
                  <a:pt x="730789" y="84145"/>
                </a:lnTo>
                <a:lnTo>
                  <a:pt x="730939" y="84176"/>
                </a:lnTo>
                <a:lnTo>
                  <a:pt x="731091" y="84198"/>
                </a:lnTo>
                <a:lnTo>
                  <a:pt x="731247" y="84212"/>
                </a:lnTo>
                <a:lnTo>
                  <a:pt x="731406" y="84216"/>
                </a:lnTo>
                <a:lnTo>
                  <a:pt x="731575" y="84213"/>
                </a:lnTo>
                <a:lnTo>
                  <a:pt x="731741" y="84204"/>
                </a:lnTo>
                <a:lnTo>
                  <a:pt x="731904" y="84188"/>
                </a:lnTo>
                <a:lnTo>
                  <a:pt x="732062" y="84166"/>
                </a:lnTo>
                <a:lnTo>
                  <a:pt x="732217" y="84138"/>
                </a:lnTo>
                <a:lnTo>
                  <a:pt x="732369" y="84104"/>
                </a:lnTo>
                <a:lnTo>
                  <a:pt x="732517" y="84064"/>
                </a:lnTo>
                <a:lnTo>
                  <a:pt x="732661" y="84017"/>
                </a:lnTo>
                <a:lnTo>
                  <a:pt x="732802" y="83964"/>
                </a:lnTo>
                <a:lnTo>
                  <a:pt x="732940" y="83905"/>
                </a:lnTo>
                <a:lnTo>
                  <a:pt x="733073" y="83839"/>
                </a:lnTo>
                <a:lnTo>
                  <a:pt x="733204" y="83768"/>
                </a:lnTo>
                <a:lnTo>
                  <a:pt x="733446" y="83608"/>
                </a:lnTo>
                <a:lnTo>
                  <a:pt x="733722" y="83406"/>
                </a:lnTo>
                <a:lnTo>
                  <a:pt x="734034" y="83163"/>
                </a:lnTo>
                <a:lnTo>
                  <a:pt x="734380" y="82877"/>
                </a:lnTo>
                <a:lnTo>
                  <a:pt x="734762" y="82550"/>
                </a:lnTo>
                <a:lnTo>
                  <a:pt x="735178" y="82181"/>
                </a:lnTo>
                <a:lnTo>
                  <a:pt x="735628" y="81771"/>
                </a:lnTo>
                <a:lnTo>
                  <a:pt x="736114" y="81318"/>
                </a:lnTo>
                <a:lnTo>
                  <a:pt x="736634" y="80823"/>
                </a:lnTo>
                <a:lnTo>
                  <a:pt x="737189" y="80287"/>
                </a:lnTo>
                <a:lnTo>
                  <a:pt x="737779" y="79709"/>
                </a:lnTo>
                <a:lnTo>
                  <a:pt x="738403" y="79089"/>
                </a:lnTo>
                <a:lnTo>
                  <a:pt x="738403" y="82678"/>
                </a:lnTo>
                <a:lnTo>
                  <a:pt x="737210" y="84214"/>
                </a:lnTo>
                <a:lnTo>
                  <a:pt x="736025" y="85616"/>
                </a:lnTo>
                <a:lnTo>
                  <a:pt x="734849" y="86884"/>
                </a:lnTo>
                <a:lnTo>
                  <a:pt x="733681" y="88019"/>
                </a:lnTo>
                <a:lnTo>
                  <a:pt x="732523" y="89020"/>
                </a:lnTo>
                <a:lnTo>
                  <a:pt x="731374" y="89888"/>
                </a:lnTo>
                <a:lnTo>
                  <a:pt x="730234" y="90623"/>
                </a:lnTo>
                <a:lnTo>
                  <a:pt x="729102" y="91224"/>
                </a:lnTo>
                <a:lnTo>
                  <a:pt x="727980" y="91691"/>
                </a:lnTo>
                <a:lnTo>
                  <a:pt x="726866" y="92025"/>
                </a:lnTo>
                <a:lnTo>
                  <a:pt x="725761" y="92225"/>
                </a:lnTo>
                <a:lnTo>
                  <a:pt x="724665" y="92292"/>
                </a:lnTo>
                <a:lnTo>
                  <a:pt x="724150" y="92277"/>
                </a:lnTo>
                <a:lnTo>
                  <a:pt x="723652" y="92231"/>
                </a:lnTo>
                <a:lnTo>
                  <a:pt x="723173" y="92156"/>
                </a:lnTo>
                <a:lnTo>
                  <a:pt x="722711" y="92050"/>
                </a:lnTo>
                <a:lnTo>
                  <a:pt x="722267" y="91913"/>
                </a:lnTo>
                <a:lnTo>
                  <a:pt x="721841" y="91747"/>
                </a:lnTo>
                <a:lnTo>
                  <a:pt x="721432" y="91550"/>
                </a:lnTo>
                <a:lnTo>
                  <a:pt x="721042" y="91323"/>
                </a:lnTo>
                <a:lnTo>
                  <a:pt x="720669" y="91066"/>
                </a:lnTo>
                <a:lnTo>
                  <a:pt x="720314" y="90778"/>
                </a:lnTo>
                <a:lnTo>
                  <a:pt x="719977" y="90461"/>
                </a:lnTo>
                <a:lnTo>
                  <a:pt x="719658" y="90113"/>
                </a:lnTo>
                <a:lnTo>
                  <a:pt x="719360" y="89728"/>
                </a:lnTo>
                <a:lnTo>
                  <a:pt x="719087" y="89301"/>
                </a:lnTo>
                <a:lnTo>
                  <a:pt x="718840" y="88831"/>
                </a:lnTo>
                <a:lnTo>
                  <a:pt x="718617" y="88318"/>
                </a:lnTo>
                <a:lnTo>
                  <a:pt x="718419" y="87763"/>
                </a:lnTo>
                <a:lnTo>
                  <a:pt x="718246" y="87164"/>
                </a:lnTo>
                <a:lnTo>
                  <a:pt x="718098" y="86524"/>
                </a:lnTo>
                <a:lnTo>
                  <a:pt x="717975" y="85840"/>
                </a:lnTo>
                <a:lnTo>
                  <a:pt x="717877" y="85114"/>
                </a:lnTo>
                <a:lnTo>
                  <a:pt x="717803" y="84344"/>
                </a:lnTo>
                <a:lnTo>
                  <a:pt x="717755" y="83533"/>
                </a:lnTo>
                <a:lnTo>
                  <a:pt x="717732" y="82678"/>
                </a:lnTo>
                <a:moveTo>
                  <a:pt x="717732" y="78476"/>
                </a:moveTo>
                <a:lnTo>
                  <a:pt x="717732" y="56208"/>
                </a:lnTo>
                <a:lnTo>
                  <a:pt x="716164" y="56831"/>
                </a:lnTo>
                <a:lnTo>
                  <a:pt x="714692" y="57422"/>
                </a:lnTo>
                <a:lnTo>
                  <a:pt x="713315" y="57983"/>
                </a:lnTo>
                <a:lnTo>
                  <a:pt x="712033" y="58512"/>
                </a:lnTo>
                <a:lnTo>
                  <a:pt x="710847" y="59010"/>
                </a:lnTo>
                <a:lnTo>
                  <a:pt x="709756" y="59478"/>
                </a:lnTo>
                <a:lnTo>
                  <a:pt x="708760" y="59914"/>
                </a:lnTo>
                <a:lnTo>
                  <a:pt x="707860" y="60320"/>
                </a:lnTo>
                <a:lnTo>
                  <a:pt x="707055" y="60694"/>
                </a:lnTo>
                <a:lnTo>
                  <a:pt x="706346" y="61038"/>
                </a:lnTo>
                <a:lnTo>
                  <a:pt x="705732" y="61350"/>
                </a:lnTo>
                <a:lnTo>
                  <a:pt x="705214" y="61632"/>
                </a:lnTo>
                <a:lnTo>
                  <a:pt x="704389" y="62102"/>
                </a:lnTo>
                <a:lnTo>
                  <a:pt x="703604" y="62575"/>
                </a:lnTo>
                <a:lnTo>
                  <a:pt x="702859" y="63052"/>
                </a:lnTo>
                <a:lnTo>
                  <a:pt x="702154" y="63532"/>
                </a:lnTo>
                <a:lnTo>
                  <a:pt x="701489" y="64016"/>
                </a:lnTo>
                <a:lnTo>
                  <a:pt x="700864" y="64504"/>
                </a:lnTo>
                <a:lnTo>
                  <a:pt x="700280" y="64995"/>
                </a:lnTo>
                <a:lnTo>
                  <a:pt x="699736" y="65489"/>
                </a:lnTo>
                <a:lnTo>
                  <a:pt x="699231" y="65987"/>
                </a:lnTo>
                <a:lnTo>
                  <a:pt x="698767" y="66489"/>
                </a:lnTo>
                <a:lnTo>
                  <a:pt x="698343" y="66994"/>
                </a:lnTo>
                <a:lnTo>
                  <a:pt x="697960" y="67502"/>
                </a:lnTo>
                <a:lnTo>
                  <a:pt x="697611" y="68017"/>
                </a:lnTo>
                <a:lnTo>
                  <a:pt x="697293" y="68539"/>
                </a:lnTo>
                <a:lnTo>
                  <a:pt x="697005" y="69069"/>
                </a:lnTo>
                <a:lnTo>
                  <a:pt x="696747" y="69608"/>
                </a:lnTo>
                <a:lnTo>
                  <a:pt x="696520" y="70154"/>
                </a:lnTo>
                <a:lnTo>
                  <a:pt x="696323" y="70708"/>
                </a:lnTo>
                <a:lnTo>
                  <a:pt x="696156" y="71271"/>
                </a:lnTo>
                <a:lnTo>
                  <a:pt x="696019" y="71841"/>
                </a:lnTo>
                <a:lnTo>
                  <a:pt x="695913" y="72419"/>
                </a:lnTo>
                <a:lnTo>
                  <a:pt x="695838" y="73006"/>
                </a:lnTo>
                <a:lnTo>
                  <a:pt x="695792" y="73600"/>
                </a:lnTo>
                <a:lnTo>
                  <a:pt x="695777" y="74202"/>
                </a:lnTo>
                <a:lnTo>
                  <a:pt x="695796" y="74957"/>
                </a:lnTo>
                <a:lnTo>
                  <a:pt x="695854" y="75690"/>
                </a:lnTo>
                <a:lnTo>
                  <a:pt x="695949" y="76401"/>
                </a:lnTo>
                <a:lnTo>
                  <a:pt x="696084" y="77091"/>
                </a:lnTo>
                <a:lnTo>
                  <a:pt x="696256" y="77759"/>
                </a:lnTo>
                <a:lnTo>
                  <a:pt x="696467" y="78405"/>
                </a:lnTo>
                <a:lnTo>
                  <a:pt x="696716" y="79030"/>
                </a:lnTo>
                <a:lnTo>
                  <a:pt x="697004" y="79633"/>
                </a:lnTo>
                <a:lnTo>
                  <a:pt x="697330" y="80214"/>
                </a:lnTo>
                <a:lnTo>
                  <a:pt x="697694" y="80773"/>
                </a:lnTo>
                <a:lnTo>
                  <a:pt x="698096" y="81311"/>
                </a:lnTo>
                <a:lnTo>
                  <a:pt x="698537" y="81827"/>
                </a:lnTo>
                <a:lnTo>
                  <a:pt x="699003" y="82311"/>
                </a:lnTo>
                <a:lnTo>
                  <a:pt x="699481" y="82753"/>
                </a:lnTo>
                <a:lnTo>
                  <a:pt x="699970" y="83153"/>
                </a:lnTo>
                <a:lnTo>
                  <a:pt x="700470" y="83510"/>
                </a:lnTo>
                <a:lnTo>
                  <a:pt x="700983" y="83826"/>
                </a:lnTo>
                <a:lnTo>
                  <a:pt x="701506" y="84100"/>
                </a:lnTo>
                <a:lnTo>
                  <a:pt x="702042" y="84331"/>
                </a:lnTo>
                <a:lnTo>
                  <a:pt x="702589" y="84520"/>
                </a:lnTo>
                <a:lnTo>
                  <a:pt x="703147" y="84668"/>
                </a:lnTo>
                <a:lnTo>
                  <a:pt x="703718" y="84773"/>
                </a:lnTo>
                <a:lnTo>
                  <a:pt x="704299" y="84836"/>
                </a:lnTo>
                <a:lnTo>
                  <a:pt x="704893" y="84857"/>
                </a:lnTo>
                <a:lnTo>
                  <a:pt x="705727" y="84813"/>
                </a:lnTo>
                <a:lnTo>
                  <a:pt x="706605" y="84680"/>
                </a:lnTo>
                <a:lnTo>
                  <a:pt x="707525" y="84458"/>
                </a:lnTo>
                <a:lnTo>
                  <a:pt x="708488" y="84148"/>
                </a:lnTo>
                <a:lnTo>
                  <a:pt x="709494" y="83749"/>
                </a:lnTo>
                <a:lnTo>
                  <a:pt x="710542" y="83262"/>
                </a:lnTo>
                <a:lnTo>
                  <a:pt x="711633" y="82686"/>
                </a:lnTo>
                <a:lnTo>
                  <a:pt x="712768" y="82021"/>
                </a:lnTo>
                <a:lnTo>
                  <a:pt x="713945" y="81268"/>
                </a:lnTo>
                <a:lnTo>
                  <a:pt x="715164" y="80426"/>
                </a:lnTo>
                <a:lnTo>
                  <a:pt x="716427" y="79495"/>
                </a:lnTo>
                <a:lnTo>
                  <a:pt x="717732" y="78476"/>
                </a:lnTo>
                <a:close/>
                <a:moveTo>
                  <a:pt x="792786" y="68834"/>
                </a:moveTo>
                <a:lnTo>
                  <a:pt x="792359" y="70731"/>
                </a:lnTo>
                <a:lnTo>
                  <a:pt x="791868" y="72552"/>
                </a:lnTo>
                <a:lnTo>
                  <a:pt x="791314" y="74300"/>
                </a:lnTo>
                <a:lnTo>
                  <a:pt x="790696" y="75973"/>
                </a:lnTo>
                <a:lnTo>
                  <a:pt x="790016" y="77572"/>
                </a:lnTo>
                <a:lnTo>
                  <a:pt x="789272" y="79097"/>
                </a:lnTo>
                <a:lnTo>
                  <a:pt x="788464" y="80547"/>
                </a:lnTo>
                <a:lnTo>
                  <a:pt x="787594" y="81923"/>
                </a:lnTo>
                <a:lnTo>
                  <a:pt x="786660" y="83225"/>
                </a:lnTo>
                <a:lnTo>
                  <a:pt x="785662" y="84452"/>
                </a:lnTo>
                <a:lnTo>
                  <a:pt x="784602" y="85605"/>
                </a:lnTo>
                <a:lnTo>
                  <a:pt x="783478" y="86684"/>
                </a:lnTo>
                <a:lnTo>
                  <a:pt x="782312" y="87682"/>
                </a:lnTo>
                <a:lnTo>
                  <a:pt x="781126" y="88593"/>
                </a:lnTo>
                <a:lnTo>
                  <a:pt x="779919" y="89418"/>
                </a:lnTo>
                <a:lnTo>
                  <a:pt x="778692" y="90155"/>
                </a:lnTo>
                <a:lnTo>
                  <a:pt x="777444" y="90806"/>
                </a:lnTo>
                <a:lnTo>
                  <a:pt x="776176" y="91370"/>
                </a:lnTo>
                <a:lnTo>
                  <a:pt x="774887" y="91848"/>
                </a:lnTo>
                <a:lnTo>
                  <a:pt x="773577" y="92238"/>
                </a:lnTo>
                <a:lnTo>
                  <a:pt x="772247" y="92542"/>
                </a:lnTo>
                <a:lnTo>
                  <a:pt x="770897" y="92759"/>
                </a:lnTo>
                <a:lnTo>
                  <a:pt x="769526" y="92889"/>
                </a:lnTo>
                <a:lnTo>
                  <a:pt x="768135" y="92933"/>
                </a:lnTo>
                <a:lnTo>
                  <a:pt x="766484" y="92874"/>
                </a:lnTo>
                <a:lnTo>
                  <a:pt x="764868" y="92700"/>
                </a:lnTo>
                <a:lnTo>
                  <a:pt x="763288" y="92409"/>
                </a:lnTo>
                <a:lnTo>
                  <a:pt x="761744" y="92001"/>
                </a:lnTo>
                <a:lnTo>
                  <a:pt x="760235" y="91477"/>
                </a:lnTo>
                <a:lnTo>
                  <a:pt x="758762" y="90836"/>
                </a:lnTo>
                <a:lnTo>
                  <a:pt x="757325" y="90079"/>
                </a:lnTo>
                <a:lnTo>
                  <a:pt x="755923" y="89206"/>
                </a:lnTo>
                <a:lnTo>
                  <a:pt x="754557" y="88216"/>
                </a:lnTo>
                <a:lnTo>
                  <a:pt x="753227" y="87109"/>
                </a:lnTo>
                <a:lnTo>
                  <a:pt x="751932" y="85886"/>
                </a:lnTo>
                <a:lnTo>
                  <a:pt x="750673" y="84547"/>
                </a:lnTo>
                <a:lnTo>
                  <a:pt x="749484" y="83108"/>
                </a:lnTo>
                <a:lnTo>
                  <a:pt x="748398" y="81587"/>
                </a:lnTo>
                <a:lnTo>
                  <a:pt x="747415" y="79985"/>
                </a:lnTo>
                <a:lnTo>
                  <a:pt x="746536" y="78300"/>
                </a:lnTo>
                <a:lnTo>
                  <a:pt x="745761" y="76534"/>
                </a:lnTo>
                <a:lnTo>
                  <a:pt x="745088" y="74686"/>
                </a:lnTo>
                <a:lnTo>
                  <a:pt x="744519" y="72756"/>
                </a:lnTo>
                <a:lnTo>
                  <a:pt x="744054" y="70745"/>
                </a:lnTo>
                <a:lnTo>
                  <a:pt x="743692" y="68651"/>
                </a:lnTo>
                <a:lnTo>
                  <a:pt x="743433" y="66476"/>
                </a:lnTo>
                <a:lnTo>
                  <a:pt x="743278" y="64219"/>
                </a:lnTo>
                <a:lnTo>
                  <a:pt x="743227" y="61880"/>
                </a:lnTo>
                <a:lnTo>
                  <a:pt x="743284" y="59611"/>
                </a:lnTo>
                <a:lnTo>
                  <a:pt x="743456" y="57415"/>
                </a:lnTo>
                <a:lnTo>
                  <a:pt x="743742" y="55290"/>
                </a:lnTo>
                <a:lnTo>
                  <a:pt x="744143" y="53237"/>
                </a:lnTo>
                <a:lnTo>
                  <a:pt x="744659" y="51256"/>
                </a:lnTo>
                <a:lnTo>
                  <a:pt x="745289" y="49347"/>
                </a:lnTo>
                <a:lnTo>
                  <a:pt x="746034" y="47511"/>
                </a:lnTo>
                <a:lnTo>
                  <a:pt x="746893" y="45746"/>
                </a:lnTo>
                <a:lnTo>
                  <a:pt x="747867" y="44054"/>
                </a:lnTo>
                <a:lnTo>
                  <a:pt x="748955" y="42433"/>
                </a:lnTo>
                <a:lnTo>
                  <a:pt x="750158" y="40885"/>
                </a:lnTo>
                <a:lnTo>
                  <a:pt x="751476" y="39408"/>
                </a:lnTo>
                <a:lnTo>
                  <a:pt x="752874" y="38028"/>
                </a:lnTo>
                <a:lnTo>
                  <a:pt x="754317" y="36767"/>
                </a:lnTo>
                <a:lnTo>
                  <a:pt x="755807" y="35626"/>
                </a:lnTo>
                <a:lnTo>
                  <a:pt x="757343" y="34606"/>
                </a:lnTo>
                <a:lnTo>
                  <a:pt x="758924" y="33705"/>
                </a:lnTo>
                <a:lnTo>
                  <a:pt x="760552" y="32925"/>
                </a:lnTo>
                <a:lnTo>
                  <a:pt x="762225" y="32265"/>
                </a:lnTo>
                <a:lnTo>
                  <a:pt x="763944" y="31724"/>
                </a:lnTo>
                <a:lnTo>
                  <a:pt x="765709" y="31304"/>
                </a:lnTo>
                <a:lnTo>
                  <a:pt x="767521" y="31004"/>
                </a:lnTo>
                <a:lnTo>
                  <a:pt x="769378" y="30824"/>
                </a:lnTo>
                <a:lnTo>
                  <a:pt x="771281" y="30764"/>
                </a:lnTo>
                <a:lnTo>
                  <a:pt x="772704" y="30796"/>
                </a:lnTo>
                <a:lnTo>
                  <a:pt x="774084" y="30891"/>
                </a:lnTo>
                <a:lnTo>
                  <a:pt x="775421" y="31049"/>
                </a:lnTo>
                <a:lnTo>
                  <a:pt x="776716" y="31272"/>
                </a:lnTo>
                <a:lnTo>
                  <a:pt x="777968" y="31557"/>
                </a:lnTo>
                <a:lnTo>
                  <a:pt x="779177" y="31906"/>
                </a:lnTo>
                <a:lnTo>
                  <a:pt x="780343" y="32318"/>
                </a:lnTo>
                <a:lnTo>
                  <a:pt x="781466" y="32794"/>
                </a:lnTo>
                <a:lnTo>
                  <a:pt x="782547" y="33334"/>
                </a:lnTo>
                <a:lnTo>
                  <a:pt x="783585" y="33937"/>
                </a:lnTo>
                <a:lnTo>
                  <a:pt x="784580" y="34603"/>
                </a:lnTo>
                <a:lnTo>
                  <a:pt x="785532" y="35332"/>
                </a:lnTo>
                <a:lnTo>
                  <a:pt x="786424" y="36096"/>
                </a:lnTo>
                <a:lnTo>
                  <a:pt x="787239" y="36864"/>
                </a:lnTo>
                <a:lnTo>
                  <a:pt x="787976" y="37638"/>
                </a:lnTo>
                <a:lnTo>
                  <a:pt x="788635" y="38416"/>
                </a:lnTo>
                <a:lnTo>
                  <a:pt x="789217" y="39199"/>
                </a:lnTo>
                <a:lnTo>
                  <a:pt x="789721" y="39987"/>
                </a:lnTo>
                <a:lnTo>
                  <a:pt x="790148" y="40780"/>
                </a:lnTo>
                <a:lnTo>
                  <a:pt x="790497" y="41578"/>
                </a:lnTo>
                <a:lnTo>
                  <a:pt x="790768" y="42381"/>
                </a:lnTo>
                <a:lnTo>
                  <a:pt x="790962" y="43188"/>
                </a:lnTo>
                <a:lnTo>
                  <a:pt x="791078" y="44001"/>
                </a:lnTo>
                <a:lnTo>
                  <a:pt x="791117" y="44818"/>
                </a:lnTo>
                <a:lnTo>
                  <a:pt x="791106" y="45216"/>
                </a:lnTo>
                <a:lnTo>
                  <a:pt x="791074" y="45601"/>
                </a:lnTo>
                <a:lnTo>
                  <a:pt x="791019" y="45974"/>
                </a:lnTo>
                <a:lnTo>
                  <a:pt x="790943" y="46333"/>
                </a:lnTo>
                <a:lnTo>
                  <a:pt x="790844" y="46680"/>
                </a:lnTo>
                <a:lnTo>
                  <a:pt x="790724" y="47014"/>
                </a:lnTo>
                <a:lnTo>
                  <a:pt x="790582" y="47335"/>
                </a:lnTo>
                <a:lnTo>
                  <a:pt x="790418" y="47643"/>
                </a:lnTo>
                <a:lnTo>
                  <a:pt x="790233" y="47939"/>
                </a:lnTo>
                <a:lnTo>
                  <a:pt x="790025" y="48221"/>
                </a:lnTo>
                <a:lnTo>
                  <a:pt x="789796" y="48491"/>
                </a:lnTo>
                <a:lnTo>
                  <a:pt x="789544" y="48748"/>
                </a:lnTo>
                <a:lnTo>
                  <a:pt x="789274" y="48987"/>
                </a:lnTo>
                <a:lnTo>
                  <a:pt x="788985" y="49206"/>
                </a:lnTo>
                <a:lnTo>
                  <a:pt x="788680" y="49404"/>
                </a:lnTo>
                <a:lnTo>
                  <a:pt x="788357" y="49581"/>
                </a:lnTo>
                <a:lnTo>
                  <a:pt x="788016" y="49737"/>
                </a:lnTo>
                <a:lnTo>
                  <a:pt x="787659" y="49873"/>
                </a:lnTo>
                <a:lnTo>
                  <a:pt x="787284" y="49987"/>
                </a:lnTo>
                <a:lnTo>
                  <a:pt x="786891" y="50081"/>
                </a:lnTo>
                <a:lnTo>
                  <a:pt x="786481" y="50154"/>
                </a:lnTo>
                <a:lnTo>
                  <a:pt x="786054" y="50206"/>
                </a:lnTo>
                <a:lnTo>
                  <a:pt x="785609" y="50237"/>
                </a:lnTo>
                <a:lnTo>
                  <a:pt x="785147" y="50248"/>
                </a:lnTo>
                <a:lnTo>
                  <a:pt x="784529" y="50231"/>
                </a:lnTo>
                <a:lnTo>
                  <a:pt x="783936" y="50180"/>
                </a:lnTo>
                <a:lnTo>
                  <a:pt x="783370" y="50096"/>
                </a:lnTo>
                <a:lnTo>
                  <a:pt x="782829" y="49977"/>
                </a:lnTo>
                <a:lnTo>
                  <a:pt x="782314" y="49825"/>
                </a:lnTo>
                <a:lnTo>
                  <a:pt x="781825" y="49639"/>
                </a:lnTo>
                <a:lnTo>
                  <a:pt x="781362" y="49419"/>
                </a:lnTo>
                <a:lnTo>
                  <a:pt x="780924" y="49165"/>
                </a:lnTo>
                <a:lnTo>
                  <a:pt x="780513" y="48878"/>
                </a:lnTo>
                <a:lnTo>
                  <a:pt x="780127" y="48556"/>
                </a:lnTo>
                <a:lnTo>
                  <a:pt x="779767" y="48201"/>
                </a:lnTo>
                <a:lnTo>
                  <a:pt x="779433" y="47812"/>
                </a:lnTo>
                <a:lnTo>
                  <a:pt x="779257" y="47571"/>
                </a:lnTo>
                <a:lnTo>
                  <a:pt x="779090" y="47296"/>
                </a:lnTo>
                <a:lnTo>
                  <a:pt x="778934" y="46987"/>
                </a:lnTo>
                <a:lnTo>
                  <a:pt x="778788" y="46644"/>
                </a:lnTo>
                <a:lnTo>
                  <a:pt x="778652" y="46268"/>
                </a:lnTo>
                <a:lnTo>
                  <a:pt x="778527" y="45857"/>
                </a:lnTo>
                <a:lnTo>
                  <a:pt x="778411" y="45413"/>
                </a:lnTo>
                <a:lnTo>
                  <a:pt x="778306" y="44935"/>
                </a:lnTo>
                <a:lnTo>
                  <a:pt x="778212" y="44423"/>
                </a:lnTo>
                <a:lnTo>
                  <a:pt x="778127" y="43878"/>
                </a:lnTo>
                <a:lnTo>
                  <a:pt x="778053" y="43298"/>
                </a:lnTo>
                <a:lnTo>
                  <a:pt x="777989" y="42685"/>
                </a:lnTo>
                <a:lnTo>
                  <a:pt x="777917" y="42067"/>
                </a:lnTo>
                <a:lnTo>
                  <a:pt x="777819" y="41474"/>
                </a:lnTo>
                <a:lnTo>
                  <a:pt x="777694" y="40906"/>
                </a:lnTo>
                <a:lnTo>
                  <a:pt x="777543" y="40363"/>
                </a:lnTo>
                <a:lnTo>
                  <a:pt x="777366" y="39845"/>
                </a:lnTo>
                <a:lnTo>
                  <a:pt x="777163" y="39352"/>
                </a:lnTo>
                <a:lnTo>
                  <a:pt x="776933" y="38884"/>
                </a:lnTo>
                <a:lnTo>
                  <a:pt x="776677" y="38441"/>
                </a:lnTo>
                <a:lnTo>
                  <a:pt x="776394" y="38022"/>
                </a:lnTo>
                <a:lnTo>
                  <a:pt x="776085" y="37629"/>
                </a:lnTo>
                <a:lnTo>
                  <a:pt x="775750" y="37260"/>
                </a:lnTo>
                <a:lnTo>
                  <a:pt x="775389" y="36917"/>
                </a:lnTo>
                <a:lnTo>
                  <a:pt x="775003" y="36610"/>
                </a:lnTo>
                <a:lnTo>
                  <a:pt x="774592" y="36329"/>
                </a:lnTo>
                <a:lnTo>
                  <a:pt x="774157" y="36076"/>
                </a:lnTo>
                <a:lnTo>
                  <a:pt x="773699" y="35849"/>
                </a:lnTo>
                <a:lnTo>
                  <a:pt x="773216" y="35648"/>
                </a:lnTo>
                <a:lnTo>
                  <a:pt x="772709" y="35475"/>
                </a:lnTo>
                <a:lnTo>
                  <a:pt x="772178" y="35328"/>
                </a:lnTo>
                <a:lnTo>
                  <a:pt x="771623" y="35208"/>
                </a:lnTo>
                <a:lnTo>
                  <a:pt x="771044" y="35114"/>
                </a:lnTo>
                <a:lnTo>
                  <a:pt x="770441" y="35047"/>
                </a:lnTo>
                <a:lnTo>
                  <a:pt x="769813" y="35007"/>
                </a:lnTo>
                <a:lnTo>
                  <a:pt x="769162" y="34994"/>
                </a:lnTo>
                <a:lnTo>
                  <a:pt x="768109" y="35027"/>
                </a:lnTo>
                <a:lnTo>
                  <a:pt x="767092" y="35126"/>
                </a:lnTo>
                <a:lnTo>
                  <a:pt x="766109" y="35290"/>
                </a:lnTo>
                <a:lnTo>
                  <a:pt x="765160" y="35521"/>
                </a:lnTo>
                <a:lnTo>
                  <a:pt x="764247" y="35817"/>
                </a:lnTo>
                <a:lnTo>
                  <a:pt x="763368" y="36180"/>
                </a:lnTo>
                <a:lnTo>
                  <a:pt x="762524" y="36608"/>
                </a:lnTo>
                <a:lnTo>
                  <a:pt x="761715" y="37102"/>
                </a:lnTo>
                <a:lnTo>
                  <a:pt x="760941" y="37662"/>
                </a:lnTo>
                <a:lnTo>
                  <a:pt x="760201" y="38288"/>
                </a:lnTo>
                <a:lnTo>
                  <a:pt x="759496" y="38979"/>
                </a:lnTo>
                <a:lnTo>
                  <a:pt x="758826" y="39737"/>
                </a:lnTo>
                <a:lnTo>
                  <a:pt x="757996" y="40812"/>
                </a:lnTo>
                <a:lnTo>
                  <a:pt x="757238" y="41943"/>
                </a:lnTo>
                <a:lnTo>
                  <a:pt x="756551" y="43130"/>
                </a:lnTo>
                <a:lnTo>
                  <a:pt x="755938" y="44373"/>
                </a:lnTo>
                <a:lnTo>
                  <a:pt x="755396" y="45672"/>
                </a:lnTo>
                <a:lnTo>
                  <a:pt x="754926" y="47027"/>
                </a:lnTo>
                <a:lnTo>
                  <a:pt x="754529" y="48438"/>
                </a:lnTo>
                <a:lnTo>
                  <a:pt x="754204" y="49906"/>
                </a:lnTo>
                <a:lnTo>
                  <a:pt x="753951" y="51429"/>
                </a:lnTo>
                <a:lnTo>
                  <a:pt x="753771" y="53009"/>
                </a:lnTo>
                <a:lnTo>
                  <a:pt x="753663" y="54645"/>
                </a:lnTo>
                <a:lnTo>
                  <a:pt x="753626" y="56336"/>
                </a:lnTo>
                <a:lnTo>
                  <a:pt x="753662" y="58071"/>
                </a:lnTo>
                <a:lnTo>
                  <a:pt x="753770" y="59772"/>
                </a:lnTo>
                <a:lnTo>
                  <a:pt x="753949" y="61438"/>
                </a:lnTo>
                <a:lnTo>
                  <a:pt x="754201" y="63070"/>
                </a:lnTo>
                <a:lnTo>
                  <a:pt x="754524" y="64667"/>
                </a:lnTo>
                <a:lnTo>
                  <a:pt x="754918" y="66231"/>
                </a:lnTo>
                <a:lnTo>
                  <a:pt x="755385" y="67760"/>
                </a:lnTo>
                <a:lnTo>
                  <a:pt x="755923" y="69254"/>
                </a:lnTo>
                <a:lnTo>
                  <a:pt x="756533" y="70715"/>
                </a:lnTo>
                <a:lnTo>
                  <a:pt x="757215" y="72141"/>
                </a:lnTo>
                <a:lnTo>
                  <a:pt x="757969" y="73533"/>
                </a:lnTo>
                <a:lnTo>
                  <a:pt x="758794" y="74891"/>
                </a:lnTo>
                <a:lnTo>
                  <a:pt x="759681" y="76176"/>
                </a:lnTo>
                <a:lnTo>
                  <a:pt x="760618" y="77349"/>
                </a:lnTo>
                <a:lnTo>
                  <a:pt x="761605" y="78410"/>
                </a:lnTo>
                <a:lnTo>
                  <a:pt x="762643" y="79360"/>
                </a:lnTo>
                <a:lnTo>
                  <a:pt x="763731" y="80197"/>
                </a:lnTo>
                <a:lnTo>
                  <a:pt x="764869" y="80924"/>
                </a:lnTo>
                <a:lnTo>
                  <a:pt x="766058" y="81538"/>
                </a:lnTo>
                <a:lnTo>
                  <a:pt x="767297" y="82041"/>
                </a:lnTo>
                <a:lnTo>
                  <a:pt x="768586" y="82432"/>
                </a:lnTo>
                <a:lnTo>
                  <a:pt x="769926" y="82711"/>
                </a:lnTo>
                <a:lnTo>
                  <a:pt x="771316" y="82879"/>
                </a:lnTo>
                <a:lnTo>
                  <a:pt x="772757" y="82934"/>
                </a:lnTo>
                <a:lnTo>
                  <a:pt x="773797" y="82905"/>
                </a:lnTo>
                <a:lnTo>
                  <a:pt x="774818" y="82815"/>
                </a:lnTo>
                <a:lnTo>
                  <a:pt x="775822" y="82666"/>
                </a:lnTo>
                <a:lnTo>
                  <a:pt x="776809" y="82457"/>
                </a:lnTo>
                <a:lnTo>
                  <a:pt x="777777" y="82189"/>
                </a:lnTo>
                <a:lnTo>
                  <a:pt x="778727" y="81861"/>
                </a:lnTo>
                <a:lnTo>
                  <a:pt x="779660" y="81473"/>
                </a:lnTo>
                <a:lnTo>
                  <a:pt x="780575" y="81026"/>
                </a:lnTo>
                <a:lnTo>
                  <a:pt x="781472" y="80519"/>
                </a:lnTo>
                <a:lnTo>
                  <a:pt x="782351" y="79952"/>
                </a:lnTo>
                <a:lnTo>
                  <a:pt x="783212" y="79326"/>
                </a:lnTo>
                <a:lnTo>
                  <a:pt x="784056" y="78640"/>
                </a:lnTo>
                <a:lnTo>
                  <a:pt x="784643" y="78116"/>
                </a:lnTo>
                <a:lnTo>
                  <a:pt x="785227" y="77524"/>
                </a:lnTo>
                <a:lnTo>
                  <a:pt x="785809" y="76866"/>
                </a:lnTo>
                <a:lnTo>
                  <a:pt x="786388" y="76141"/>
                </a:lnTo>
                <a:lnTo>
                  <a:pt x="786965" y="75349"/>
                </a:lnTo>
                <a:lnTo>
                  <a:pt x="787538" y="74490"/>
                </a:lnTo>
                <a:lnTo>
                  <a:pt x="788109" y="73565"/>
                </a:lnTo>
                <a:lnTo>
                  <a:pt x="788678" y="72573"/>
                </a:lnTo>
                <a:lnTo>
                  <a:pt x="789244" y="71514"/>
                </a:lnTo>
                <a:lnTo>
                  <a:pt x="789807" y="70388"/>
                </a:lnTo>
                <a:lnTo>
                  <a:pt x="790367" y="69196"/>
                </a:lnTo>
                <a:lnTo>
                  <a:pt x="790925" y="67937"/>
                </a:lnTo>
                <a:lnTo>
                  <a:pt x="792786" y="68834"/>
                </a:lnTo>
                <a:close/>
                <a:moveTo>
                  <a:pt x="811155" y="54606"/>
                </a:moveTo>
                <a:lnTo>
                  <a:pt x="811189" y="56741"/>
                </a:lnTo>
                <a:lnTo>
                  <a:pt x="811314" y="58798"/>
                </a:lnTo>
                <a:lnTo>
                  <a:pt x="811528" y="60777"/>
                </a:lnTo>
                <a:lnTo>
                  <a:pt x="811833" y="62677"/>
                </a:lnTo>
                <a:lnTo>
                  <a:pt x="812227" y="64500"/>
                </a:lnTo>
                <a:lnTo>
                  <a:pt x="812712" y="66244"/>
                </a:lnTo>
                <a:lnTo>
                  <a:pt x="813286" y="67910"/>
                </a:lnTo>
                <a:lnTo>
                  <a:pt x="813951" y="69498"/>
                </a:lnTo>
                <a:lnTo>
                  <a:pt x="814706" y="71008"/>
                </a:lnTo>
                <a:lnTo>
                  <a:pt x="815551" y="72440"/>
                </a:lnTo>
                <a:lnTo>
                  <a:pt x="816486" y="73794"/>
                </a:lnTo>
                <a:lnTo>
                  <a:pt x="817510" y="75069"/>
                </a:lnTo>
                <a:lnTo>
                  <a:pt x="818596" y="76254"/>
                </a:lnTo>
                <a:lnTo>
                  <a:pt x="819713" y="77335"/>
                </a:lnTo>
                <a:lnTo>
                  <a:pt x="820861" y="78314"/>
                </a:lnTo>
                <a:lnTo>
                  <a:pt x="822040" y="79190"/>
                </a:lnTo>
                <a:lnTo>
                  <a:pt x="823250" y="79962"/>
                </a:lnTo>
                <a:lnTo>
                  <a:pt x="824492" y="80632"/>
                </a:lnTo>
                <a:lnTo>
                  <a:pt x="825765" y="81198"/>
                </a:lnTo>
                <a:lnTo>
                  <a:pt x="827069" y="81662"/>
                </a:lnTo>
                <a:lnTo>
                  <a:pt x="828404" y="82022"/>
                </a:lnTo>
                <a:lnTo>
                  <a:pt x="829770" y="82280"/>
                </a:lnTo>
                <a:lnTo>
                  <a:pt x="831168" y="82434"/>
                </a:lnTo>
                <a:lnTo>
                  <a:pt x="832597" y="82486"/>
                </a:lnTo>
                <a:lnTo>
                  <a:pt x="833549" y="82464"/>
                </a:lnTo>
                <a:lnTo>
                  <a:pt x="834481" y="82398"/>
                </a:lnTo>
                <a:lnTo>
                  <a:pt x="835391" y="82287"/>
                </a:lnTo>
                <a:lnTo>
                  <a:pt x="836281" y="82133"/>
                </a:lnTo>
                <a:lnTo>
                  <a:pt x="837150" y="81935"/>
                </a:lnTo>
                <a:lnTo>
                  <a:pt x="837997" y="81693"/>
                </a:lnTo>
                <a:lnTo>
                  <a:pt x="838824" y="81406"/>
                </a:lnTo>
                <a:lnTo>
                  <a:pt x="839630" y="81076"/>
                </a:lnTo>
                <a:lnTo>
                  <a:pt x="840415" y="80701"/>
                </a:lnTo>
                <a:lnTo>
                  <a:pt x="841179" y="80283"/>
                </a:lnTo>
                <a:lnTo>
                  <a:pt x="841921" y="79820"/>
                </a:lnTo>
                <a:lnTo>
                  <a:pt x="842643" y="79313"/>
                </a:lnTo>
                <a:lnTo>
                  <a:pt x="843345" y="78753"/>
                </a:lnTo>
                <a:lnTo>
                  <a:pt x="844028" y="78130"/>
                </a:lnTo>
                <a:lnTo>
                  <a:pt x="844692" y="77445"/>
                </a:lnTo>
                <a:lnTo>
                  <a:pt x="845336" y="76696"/>
                </a:lnTo>
                <a:lnTo>
                  <a:pt x="845961" y="75885"/>
                </a:lnTo>
                <a:lnTo>
                  <a:pt x="846567" y="75011"/>
                </a:lnTo>
                <a:lnTo>
                  <a:pt x="847154" y="74074"/>
                </a:lnTo>
                <a:lnTo>
                  <a:pt x="847722" y="73075"/>
                </a:lnTo>
                <a:lnTo>
                  <a:pt x="848271" y="72013"/>
                </a:lnTo>
                <a:lnTo>
                  <a:pt x="848800" y="70888"/>
                </a:lnTo>
                <a:lnTo>
                  <a:pt x="849310" y="69700"/>
                </a:lnTo>
                <a:lnTo>
                  <a:pt x="849801" y="68450"/>
                </a:lnTo>
                <a:lnTo>
                  <a:pt x="851791" y="69732"/>
                </a:lnTo>
                <a:lnTo>
                  <a:pt x="851531" y="71184"/>
                </a:lnTo>
                <a:lnTo>
                  <a:pt x="851199" y="72615"/>
                </a:lnTo>
                <a:lnTo>
                  <a:pt x="850796" y="74024"/>
                </a:lnTo>
                <a:lnTo>
                  <a:pt x="850322" y="75411"/>
                </a:lnTo>
                <a:lnTo>
                  <a:pt x="849776" y="76776"/>
                </a:lnTo>
                <a:lnTo>
                  <a:pt x="849159" y="78120"/>
                </a:lnTo>
                <a:lnTo>
                  <a:pt x="848471" y="79441"/>
                </a:lnTo>
                <a:lnTo>
                  <a:pt x="847711" y="80741"/>
                </a:lnTo>
                <a:lnTo>
                  <a:pt x="846880" y="82019"/>
                </a:lnTo>
                <a:lnTo>
                  <a:pt x="845978" y="83275"/>
                </a:lnTo>
                <a:lnTo>
                  <a:pt x="845004" y="84510"/>
                </a:lnTo>
                <a:lnTo>
                  <a:pt x="843959" y="85722"/>
                </a:lnTo>
                <a:lnTo>
                  <a:pt x="842856" y="86874"/>
                </a:lnTo>
                <a:lnTo>
                  <a:pt x="841707" y="87926"/>
                </a:lnTo>
                <a:lnTo>
                  <a:pt x="840513" y="88877"/>
                </a:lnTo>
                <a:lnTo>
                  <a:pt x="839273" y="89728"/>
                </a:lnTo>
                <a:lnTo>
                  <a:pt x="837988" y="90479"/>
                </a:lnTo>
                <a:lnTo>
                  <a:pt x="836657" y="91130"/>
                </a:lnTo>
                <a:lnTo>
                  <a:pt x="835281" y="91681"/>
                </a:lnTo>
                <a:lnTo>
                  <a:pt x="833859" y="92132"/>
                </a:lnTo>
                <a:lnTo>
                  <a:pt x="832392" y="92482"/>
                </a:lnTo>
                <a:lnTo>
                  <a:pt x="830879" y="92732"/>
                </a:lnTo>
                <a:lnTo>
                  <a:pt x="829321" y="92883"/>
                </a:lnTo>
                <a:lnTo>
                  <a:pt x="827718" y="92933"/>
                </a:lnTo>
                <a:lnTo>
                  <a:pt x="825974" y="92876"/>
                </a:lnTo>
                <a:lnTo>
                  <a:pt x="824272" y="92704"/>
                </a:lnTo>
                <a:lnTo>
                  <a:pt x="822612" y="92419"/>
                </a:lnTo>
                <a:lnTo>
                  <a:pt x="820995" y="92020"/>
                </a:lnTo>
                <a:lnTo>
                  <a:pt x="819420" y="91506"/>
                </a:lnTo>
                <a:lnTo>
                  <a:pt x="817888" y="90878"/>
                </a:lnTo>
                <a:lnTo>
                  <a:pt x="816398" y="90136"/>
                </a:lnTo>
                <a:lnTo>
                  <a:pt x="814950" y="89280"/>
                </a:lnTo>
                <a:lnTo>
                  <a:pt x="813544" y="88310"/>
                </a:lnTo>
                <a:lnTo>
                  <a:pt x="812181" y="87226"/>
                </a:lnTo>
                <a:lnTo>
                  <a:pt x="810861" y="86028"/>
                </a:lnTo>
                <a:lnTo>
                  <a:pt x="809582" y="84715"/>
                </a:lnTo>
                <a:lnTo>
                  <a:pt x="808377" y="83306"/>
                </a:lnTo>
                <a:lnTo>
                  <a:pt x="807277" y="81818"/>
                </a:lnTo>
                <a:lnTo>
                  <a:pt x="806282" y="80251"/>
                </a:lnTo>
                <a:lnTo>
                  <a:pt x="805392" y="78606"/>
                </a:lnTo>
                <a:lnTo>
                  <a:pt x="804606" y="76883"/>
                </a:lnTo>
                <a:lnTo>
                  <a:pt x="803925" y="75080"/>
                </a:lnTo>
                <a:lnTo>
                  <a:pt x="803349" y="73199"/>
                </a:lnTo>
                <a:lnTo>
                  <a:pt x="802877" y="71240"/>
                </a:lnTo>
                <a:lnTo>
                  <a:pt x="802511" y="69202"/>
                </a:lnTo>
                <a:lnTo>
                  <a:pt x="802249" y="67085"/>
                </a:lnTo>
                <a:lnTo>
                  <a:pt x="802091" y="64889"/>
                </a:lnTo>
                <a:lnTo>
                  <a:pt x="802039" y="62615"/>
                </a:lnTo>
                <a:lnTo>
                  <a:pt x="802093" y="60156"/>
                </a:lnTo>
                <a:lnTo>
                  <a:pt x="802254" y="57789"/>
                </a:lnTo>
                <a:lnTo>
                  <a:pt x="802523" y="55514"/>
                </a:lnTo>
                <a:lnTo>
                  <a:pt x="802899" y="53331"/>
                </a:lnTo>
                <a:lnTo>
                  <a:pt x="803382" y="51240"/>
                </a:lnTo>
                <a:lnTo>
                  <a:pt x="803973" y="49241"/>
                </a:lnTo>
                <a:lnTo>
                  <a:pt x="804671" y="47333"/>
                </a:lnTo>
                <a:lnTo>
                  <a:pt x="805477" y="45518"/>
                </a:lnTo>
                <a:lnTo>
                  <a:pt x="806390" y="43795"/>
                </a:lnTo>
                <a:lnTo>
                  <a:pt x="807411" y="42163"/>
                </a:lnTo>
                <a:lnTo>
                  <a:pt x="808539" y="40624"/>
                </a:lnTo>
                <a:lnTo>
                  <a:pt x="809775" y="39176"/>
                </a:lnTo>
                <a:lnTo>
                  <a:pt x="811091" y="37832"/>
                </a:lnTo>
                <a:lnTo>
                  <a:pt x="812463" y="36606"/>
                </a:lnTo>
                <a:lnTo>
                  <a:pt x="813889" y="35496"/>
                </a:lnTo>
                <a:lnTo>
                  <a:pt x="815371" y="34503"/>
                </a:lnTo>
                <a:lnTo>
                  <a:pt x="816907" y="33626"/>
                </a:lnTo>
                <a:lnTo>
                  <a:pt x="818498" y="32867"/>
                </a:lnTo>
                <a:lnTo>
                  <a:pt x="820143" y="32224"/>
                </a:lnTo>
                <a:lnTo>
                  <a:pt x="821844" y="31699"/>
                </a:lnTo>
                <a:lnTo>
                  <a:pt x="823599" y="31290"/>
                </a:lnTo>
                <a:lnTo>
                  <a:pt x="825409" y="30998"/>
                </a:lnTo>
                <a:lnTo>
                  <a:pt x="827274" y="30822"/>
                </a:lnTo>
                <a:lnTo>
                  <a:pt x="829194" y="30764"/>
                </a:lnTo>
                <a:lnTo>
                  <a:pt x="830817" y="30809"/>
                </a:lnTo>
                <a:lnTo>
                  <a:pt x="832392" y="30944"/>
                </a:lnTo>
                <a:lnTo>
                  <a:pt x="833917" y="31170"/>
                </a:lnTo>
                <a:lnTo>
                  <a:pt x="835393" y="31485"/>
                </a:lnTo>
                <a:lnTo>
                  <a:pt x="836820" y="31891"/>
                </a:lnTo>
                <a:lnTo>
                  <a:pt x="838198" y="32386"/>
                </a:lnTo>
                <a:lnTo>
                  <a:pt x="839527" y="32972"/>
                </a:lnTo>
                <a:lnTo>
                  <a:pt x="840807" y="33648"/>
                </a:lnTo>
                <a:lnTo>
                  <a:pt x="842038" y="34414"/>
                </a:lnTo>
                <a:lnTo>
                  <a:pt x="843219" y="35270"/>
                </a:lnTo>
                <a:lnTo>
                  <a:pt x="844352" y="36217"/>
                </a:lnTo>
                <a:lnTo>
                  <a:pt x="845436" y="37253"/>
                </a:lnTo>
                <a:lnTo>
                  <a:pt x="846451" y="38365"/>
                </a:lnTo>
                <a:lnTo>
                  <a:pt x="847378" y="39537"/>
                </a:lnTo>
                <a:lnTo>
                  <a:pt x="848217" y="40770"/>
                </a:lnTo>
                <a:lnTo>
                  <a:pt x="848967" y="42065"/>
                </a:lnTo>
                <a:lnTo>
                  <a:pt x="849629" y="43419"/>
                </a:lnTo>
                <a:lnTo>
                  <a:pt x="850203" y="44835"/>
                </a:lnTo>
                <a:lnTo>
                  <a:pt x="850688" y="46311"/>
                </a:lnTo>
                <a:lnTo>
                  <a:pt x="851085" y="47849"/>
                </a:lnTo>
                <a:lnTo>
                  <a:pt x="851394" y="49447"/>
                </a:lnTo>
                <a:lnTo>
                  <a:pt x="851615" y="51106"/>
                </a:lnTo>
                <a:lnTo>
                  <a:pt x="851747" y="52825"/>
                </a:lnTo>
                <a:lnTo>
                  <a:pt x="851791" y="54606"/>
                </a:lnTo>
                <a:lnTo>
                  <a:pt x="811155" y="54606"/>
                </a:lnTo>
                <a:moveTo>
                  <a:pt x="811155" y="50889"/>
                </a:moveTo>
                <a:lnTo>
                  <a:pt x="838374" y="50889"/>
                </a:lnTo>
                <a:lnTo>
                  <a:pt x="838316" y="49972"/>
                </a:lnTo>
                <a:lnTo>
                  <a:pt x="838248" y="49101"/>
                </a:lnTo>
                <a:lnTo>
                  <a:pt x="838170" y="48277"/>
                </a:lnTo>
                <a:lnTo>
                  <a:pt x="838082" y="47499"/>
                </a:lnTo>
                <a:lnTo>
                  <a:pt x="837984" y="46767"/>
                </a:lnTo>
                <a:lnTo>
                  <a:pt x="837877" y="46082"/>
                </a:lnTo>
                <a:lnTo>
                  <a:pt x="837760" y="45443"/>
                </a:lnTo>
                <a:lnTo>
                  <a:pt x="837633" y="44850"/>
                </a:lnTo>
                <a:lnTo>
                  <a:pt x="837496" y="44303"/>
                </a:lnTo>
                <a:lnTo>
                  <a:pt x="837349" y="43803"/>
                </a:lnTo>
                <a:lnTo>
                  <a:pt x="837193" y="43349"/>
                </a:lnTo>
                <a:lnTo>
                  <a:pt x="837026" y="42941"/>
                </a:lnTo>
                <a:lnTo>
                  <a:pt x="836748" y="42354"/>
                </a:lnTo>
                <a:lnTo>
                  <a:pt x="836448" y="41788"/>
                </a:lnTo>
                <a:lnTo>
                  <a:pt x="836125" y="41243"/>
                </a:lnTo>
                <a:lnTo>
                  <a:pt x="835782" y="40719"/>
                </a:lnTo>
                <a:lnTo>
                  <a:pt x="835416" y="40217"/>
                </a:lnTo>
                <a:lnTo>
                  <a:pt x="835028" y="39737"/>
                </a:lnTo>
                <a:lnTo>
                  <a:pt x="834619" y="39277"/>
                </a:lnTo>
                <a:lnTo>
                  <a:pt x="834187" y="38839"/>
                </a:lnTo>
                <a:lnTo>
                  <a:pt x="833734" y="38423"/>
                </a:lnTo>
                <a:lnTo>
                  <a:pt x="833259" y="38028"/>
                </a:lnTo>
                <a:lnTo>
                  <a:pt x="832762" y="37654"/>
                </a:lnTo>
                <a:lnTo>
                  <a:pt x="832244" y="37301"/>
                </a:lnTo>
                <a:lnTo>
                  <a:pt x="831712" y="36974"/>
                </a:lnTo>
                <a:lnTo>
                  <a:pt x="831176" y="36675"/>
                </a:lnTo>
                <a:lnTo>
                  <a:pt x="830637" y="36404"/>
                </a:lnTo>
                <a:lnTo>
                  <a:pt x="830093" y="36162"/>
                </a:lnTo>
                <a:lnTo>
                  <a:pt x="829545" y="35948"/>
                </a:lnTo>
                <a:lnTo>
                  <a:pt x="828994" y="35763"/>
                </a:lnTo>
                <a:lnTo>
                  <a:pt x="828438" y="35606"/>
                </a:lnTo>
                <a:lnTo>
                  <a:pt x="827878" y="35478"/>
                </a:lnTo>
                <a:lnTo>
                  <a:pt x="827315" y="35379"/>
                </a:lnTo>
                <a:lnTo>
                  <a:pt x="826747" y="35307"/>
                </a:lnTo>
                <a:lnTo>
                  <a:pt x="826175" y="35265"/>
                </a:lnTo>
                <a:lnTo>
                  <a:pt x="825599" y="35250"/>
                </a:lnTo>
                <a:lnTo>
                  <a:pt x="824719" y="35279"/>
                </a:lnTo>
                <a:lnTo>
                  <a:pt x="823854" y="35365"/>
                </a:lnTo>
                <a:lnTo>
                  <a:pt x="823005" y="35509"/>
                </a:lnTo>
                <a:lnTo>
                  <a:pt x="822172" y="35710"/>
                </a:lnTo>
                <a:lnTo>
                  <a:pt x="821354" y="35968"/>
                </a:lnTo>
                <a:lnTo>
                  <a:pt x="820552" y="36284"/>
                </a:lnTo>
                <a:lnTo>
                  <a:pt x="819765" y="36657"/>
                </a:lnTo>
                <a:lnTo>
                  <a:pt x="818994" y="37088"/>
                </a:lnTo>
                <a:lnTo>
                  <a:pt x="818239" y="37576"/>
                </a:lnTo>
                <a:lnTo>
                  <a:pt x="817499" y="38121"/>
                </a:lnTo>
                <a:lnTo>
                  <a:pt x="816775" y="38724"/>
                </a:lnTo>
                <a:lnTo>
                  <a:pt x="816066" y="39384"/>
                </a:lnTo>
                <a:lnTo>
                  <a:pt x="815390" y="40096"/>
                </a:lnTo>
                <a:lnTo>
                  <a:pt x="814762" y="40852"/>
                </a:lnTo>
                <a:lnTo>
                  <a:pt x="814182" y="41653"/>
                </a:lnTo>
                <a:lnTo>
                  <a:pt x="813652" y="42500"/>
                </a:lnTo>
                <a:lnTo>
                  <a:pt x="813169" y="43391"/>
                </a:lnTo>
                <a:lnTo>
                  <a:pt x="812736" y="44327"/>
                </a:lnTo>
                <a:lnTo>
                  <a:pt x="812351" y="45308"/>
                </a:lnTo>
                <a:lnTo>
                  <a:pt x="812015" y="46335"/>
                </a:lnTo>
                <a:lnTo>
                  <a:pt x="811727" y="47406"/>
                </a:lnTo>
                <a:lnTo>
                  <a:pt x="811488" y="48522"/>
                </a:lnTo>
                <a:lnTo>
                  <a:pt x="811297" y="49683"/>
                </a:lnTo>
                <a:lnTo>
                  <a:pt x="811155" y="508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21" name="Original vector context 420">
            <a:extLst xmlns:a="http://schemas.openxmlformats.org/drawingml/2006/main">
              <a:ext uri="{FF2B5EF4-FFF2-40B4-BE49-F238E27FC236}">
                <a16:creationId xmlns:a16="http://schemas.microsoft.com/office/drawing/2014/main" id="{427FAE9D-41C8-465A-A16D-99260F2D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077" y="9875776"/>
            <a:ext cx="1390220" cy="128311"/>
          </a:xfrm>
          <a:custGeom xmlns:a="http://schemas.openxmlformats.org/drawingml/2006/main">
            <a:pathLst>
              <a:path w="1390220" h="128311">
                <a:moveTo>
                  <a:pt x="36528" y="63963"/>
                </a:moveTo>
                <a:lnTo>
                  <a:pt x="32612" y="63963"/>
                </a:lnTo>
                <a:lnTo>
                  <a:pt x="30925" y="63989"/>
                </a:lnTo>
                <a:lnTo>
                  <a:pt x="29308" y="64064"/>
                </a:lnTo>
                <a:lnTo>
                  <a:pt x="27763" y="64191"/>
                </a:lnTo>
                <a:lnTo>
                  <a:pt x="26289" y="64368"/>
                </a:lnTo>
                <a:lnTo>
                  <a:pt x="24885" y="64595"/>
                </a:lnTo>
                <a:lnTo>
                  <a:pt x="23552" y="64873"/>
                </a:lnTo>
                <a:lnTo>
                  <a:pt x="22290" y="65202"/>
                </a:lnTo>
                <a:lnTo>
                  <a:pt x="21099" y="65581"/>
                </a:lnTo>
                <a:lnTo>
                  <a:pt x="19979" y="66010"/>
                </a:lnTo>
                <a:lnTo>
                  <a:pt x="18930" y="66491"/>
                </a:lnTo>
                <a:lnTo>
                  <a:pt x="17952" y="67021"/>
                </a:lnTo>
                <a:lnTo>
                  <a:pt x="17044" y="67603"/>
                </a:lnTo>
                <a:lnTo>
                  <a:pt x="16209" y="68234"/>
                </a:lnTo>
                <a:lnTo>
                  <a:pt x="15446" y="68914"/>
                </a:lnTo>
                <a:lnTo>
                  <a:pt x="14755" y="69644"/>
                </a:lnTo>
                <a:lnTo>
                  <a:pt x="14138" y="70424"/>
                </a:lnTo>
                <a:lnTo>
                  <a:pt x="13593" y="71254"/>
                </a:lnTo>
                <a:lnTo>
                  <a:pt x="13120" y="72133"/>
                </a:lnTo>
                <a:lnTo>
                  <a:pt x="12721" y="73062"/>
                </a:lnTo>
                <a:lnTo>
                  <a:pt x="12394" y="74040"/>
                </a:lnTo>
                <a:lnTo>
                  <a:pt x="12139" y="75068"/>
                </a:lnTo>
                <a:lnTo>
                  <a:pt x="11958" y="76146"/>
                </a:lnTo>
                <a:lnTo>
                  <a:pt x="11849" y="77273"/>
                </a:lnTo>
                <a:lnTo>
                  <a:pt x="11812" y="78450"/>
                </a:lnTo>
                <a:lnTo>
                  <a:pt x="11839" y="79514"/>
                </a:lnTo>
                <a:lnTo>
                  <a:pt x="11921" y="80537"/>
                </a:lnTo>
                <a:lnTo>
                  <a:pt x="12057" y="81521"/>
                </a:lnTo>
                <a:lnTo>
                  <a:pt x="12247" y="82464"/>
                </a:lnTo>
                <a:lnTo>
                  <a:pt x="12492" y="83366"/>
                </a:lnTo>
                <a:lnTo>
                  <a:pt x="12791" y="84229"/>
                </a:lnTo>
                <a:lnTo>
                  <a:pt x="13145" y="85051"/>
                </a:lnTo>
                <a:lnTo>
                  <a:pt x="13553" y="85833"/>
                </a:lnTo>
                <a:lnTo>
                  <a:pt x="14015" y="86575"/>
                </a:lnTo>
                <a:lnTo>
                  <a:pt x="14532" y="87276"/>
                </a:lnTo>
                <a:lnTo>
                  <a:pt x="15103" y="87937"/>
                </a:lnTo>
                <a:lnTo>
                  <a:pt x="15728" y="88558"/>
                </a:lnTo>
                <a:lnTo>
                  <a:pt x="16402" y="89134"/>
                </a:lnTo>
                <a:lnTo>
                  <a:pt x="17117" y="89660"/>
                </a:lnTo>
                <a:lnTo>
                  <a:pt x="17875" y="90136"/>
                </a:lnTo>
                <a:lnTo>
                  <a:pt x="18674" y="90561"/>
                </a:lnTo>
                <a:lnTo>
                  <a:pt x="19515" y="90937"/>
                </a:lnTo>
                <a:lnTo>
                  <a:pt x="20398" y="91262"/>
                </a:lnTo>
                <a:lnTo>
                  <a:pt x="21324" y="91538"/>
                </a:lnTo>
                <a:lnTo>
                  <a:pt x="22290" y="91763"/>
                </a:lnTo>
                <a:lnTo>
                  <a:pt x="23299" y="91938"/>
                </a:lnTo>
                <a:lnTo>
                  <a:pt x="24350" y="92063"/>
                </a:lnTo>
                <a:lnTo>
                  <a:pt x="25443" y="92139"/>
                </a:lnTo>
                <a:lnTo>
                  <a:pt x="26577" y="92164"/>
                </a:lnTo>
                <a:lnTo>
                  <a:pt x="28175" y="92116"/>
                </a:lnTo>
                <a:lnTo>
                  <a:pt x="29714" y="91975"/>
                </a:lnTo>
                <a:lnTo>
                  <a:pt x="31196" y="91739"/>
                </a:lnTo>
                <a:lnTo>
                  <a:pt x="32619" y="91409"/>
                </a:lnTo>
                <a:lnTo>
                  <a:pt x="33985" y="90984"/>
                </a:lnTo>
                <a:lnTo>
                  <a:pt x="35292" y="90466"/>
                </a:lnTo>
                <a:lnTo>
                  <a:pt x="36542" y="89853"/>
                </a:lnTo>
                <a:lnTo>
                  <a:pt x="37733" y="89145"/>
                </a:lnTo>
                <a:lnTo>
                  <a:pt x="38867" y="88343"/>
                </a:lnTo>
                <a:lnTo>
                  <a:pt x="39943" y="87447"/>
                </a:lnTo>
                <a:lnTo>
                  <a:pt x="40961" y="86457"/>
                </a:lnTo>
                <a:lnTo>
                  <a:pt x="41920" y="85372"/>
                </a:lnTo>
                <a:lnTo>
                  <a:pt x="42813" y="84204"/>
                </a:lnTo>
                <a:lnTo>
                  <a:pt x="43629" y="82963"/>
                </a:lnTo>
                <a:lnTo>
                  <a:pt x="44368" y="81651"/>
                </a:lnTo>
                <a:lnTo>
                  <a:pt x="45030" y="80267"/>
                </a:lnTo>
                <a:lnTo>
                  <a:pt x="45616" y="78811"/>
                </a:lnTo>
                <a:lnTo>
                  <a:pt x="46125" y="77283"/>
                </a:lnTo>
                <a:lnTo>
                  <a:pt x="46558" y="75683"/>
                </a:lnTo>
                <a:lnTo>
                  <a:pt x="46913" y="74011"/>
                </a:lnTo>
                <a:lnTo>
                  <a:pt x="47193" y="72267"/>
                </a:lnTo>
                <a:lnTo>
                  <a:pt x="47395" y="70451"/>
                </a:lnTo>
                <a:lnTo>
                  <a:pt x="47521" y="68563"/>
                </a:lnTo>
                <a:lnTo>
                  <a:pt x="47570" y="66603"/>
                </a:lnTo>
                <a:lnTo>
                  <a:pt x="47570" y="63963"/>
                </a:lnTo>
                <a:lnTo>
                  <a:pt x="36528" y="63963"/>
                </a:lnTo>
                <a:moveTo>
                  <a:pt x="59446" y="59092"/>
                </a:moveTo>
                <a:lnTo>
                  <a:pt x="59446" y="100111"/>
                </a:lnTo>
                <a:lnTo>
                  <a:pt x="47570" y="100111"/>
                </a:lnTo>
                <a:lnTo>
                  <a:pt x="47570" y="89524"/>
                </a:lnTo>
                <a:lnTo>
                  <a:pt x="46925" y="90570"/>
                </a:lnTo>
                <a:lnTo>
                  <a:pt x="46253" y="91569"/>
                </a:lnTo>
                <a:lnTo>
                  <a:pt x="45554" y="92521"/>
                </a:lnTo>
                <a:lnTo>
                  <a:pt x="44827" y="93426"/>
                </a:lnTo>
                <a:lnTo>
                  <a:pt x="44073" y="94285"/>
                </a:lnTo>
                <a:lnTo>
                  <a:pt x="43293" y="95097"/>
                </a:lnTo>
                <a:lnTo>
                  <a:pt x="42485" y="95863"/>
                </a:lnTo>
                <a:lnTo>
                  <a:pt x="41649" y="96581"/>
                </a:lnTo>
                <a:lnTo>
                  <a:pt x="40787" y="97253"/>
                </a:lnTo>
                <a:lnTo>
                  <a:pt x="39897" y="97878"/>
                </a:lnTo>
                <a:lnTo>
                  <a:pt x="38980" y="98456"/>
                </a:lnTo>
                <a:lnTo>
                  <a:pt x="38036" y="98987"/>
                </a:lnTo>
                <a:lnTo>
                  <a:pt x="37062" y="99474"/>
                </a:lnTo>
                <a:lnTo>
                  <a:pt x="36053" y="99918"/>
                </a:lnTo>
                <a:lnTo>
                  <a:pt x="35009" y="100320"/>
                </a:lnTo>
                <a:lnTo>
                  <a:pt x="33931" y="100680"/>
                </a:lnTo>
                <a:lnTo>
                  <a:pt x="32819" y="100997"/>
                </a:lnTo>
                <a:lnTo>
                  <a:pt x="31673" y="101272"/>
                </a:lnTo>
                <a:lnTo>
                  <a:pt x="30492" y="101505"/>
                </a:lnTo>
                <a:lnTo>
                  <a:pt x="29277" y="101695"/>
                </a:lnTo>
                <a:lnTo>
                  <a:pt x="28028" y="101843"/>
                </a:lnTo>
                <a:lnTo>
                  <a:pt x="26744" y="101949"/>
                </a:lnTo>
                <a:lnTo>
                  <a:pt x="25426" y="102013"/>
                </a:lnTo>
                <a:lnTo>
                  <a:pt x="24074" y="102034"/>
                </a:lnTo>
                <a:lnTo>
                  <a:pt x="22275" y="101991"/>
                </a:lnTo>
                <a:lnTo>
                  <a:pt x="20538" y="101861"/>
                </a:lnTo>
                <a:lnTo>
                  <a:pt x="18862" y="101646"/>
                </a:lnTo>
                <a:lnTo>
                  <a:pt x="17247" y="101345"/>
                </a:lnTo>
                <a:lnTo>
                  <a:pt x="15695" y="100957"/>
                </a:lnTo>
                <a:lnTo>
                  <a:pt x="14203" y="100483"/>
                </a:lnTo>
                <a:lnTo>
                  <a:pt x="12774" y="99924"/>
                </a:lnTo>
                <a:lnTo>
                  <a:pt x="11406" y="99278"/>
                </a:lnTo>
                <a:lnTo>
                  <a:pt x="10099" y="98546"/>
                </a:lnTo>
                <a:lnTo>
                  <a:pt x="8854" y="97728"/>
                </a:lnTo>
                <a:lnTo>
                  <a:pt x="7670" y="96823"/>
                </a:lnTo>
                <a:lnTo>
                  <a:pt x="6548" y="95833"/>
                </a:lnTo>
                <a:lnTo>
                  <a:pt x="5502" y="94770"/>
                </a:lnTo>
                <a:lnTo>
                  <a:pt x="4547" y="93648"/>
                </a:lnTo>
                <a:lnTo>
                  <a:pt x="3683" y="92468"/>
                </a:lnTo>
                <a:lnTo>
                  <a:pt x="2910" y="91230"/>
                </a:lnTo>
                <a:lnTo>
                  <a:pt x="2228" y="89933"/>
                </a:lnTo>
                <a:lnTo>
                  <a:pt x="1637" y="88578"/>
                </a:lnTo>
                <a:lnTo>
                  <a:pt x="1137" y="87164"/>
                </a:lnTo>
                <a:lnTo>
                  <a:pt x="728" y="85692"/>
                </a:lnTo>
                <a:lnTo>
                  <a:pt x="409" y="84162"/>
                </a:lnTo>
                <a:lnTo>
                  <a:pt x="182" y="82572"/>
                </a:lnTo>
                <a:lnTo>
                  <a:pt x="45" y="80925"/>
                </a:lnTo>
                <a:lnTo>
                  <a:pt x="0" y="79219"/>
                </a:lnTo>
                <a:lnTo>
                  <a:pt x="56" y="77256"/>
                </a:lnTo>
                <a:lnTo>
                  <a:pt x="224" y="75374"/>
                </a:lnTo>
                <a:lnTo>
                  <a:pt x="504" y="73572"/>
                </a:lnTo>
                <a:lnTo>
                  <a:pt x="895" y="71850"/>
                </a:lnTo>
                <a:lnTo>
                  <a:pt x="1399" y="70209"/>
                </a:lnTo>
                <a:lnTo>
                  <a:pt x="2014" y="68648"/>
                </a:lnTo>
                <a:lnTo>
                  <a:pt x="2742" y="67167"/>
                </a:lnTo>
                <a:lnTo>
                  <a:pt x="3581" y="65767"/>
                </a:lnTo>
                <a:lnTo>
                  <a:pt x="4532" y="64447"/>
                </a:lnTo>
                <a:lnTo>
                  <a:pt x="5595" y="63207"/>
                </a:lnTo>
                <a:lnTo>
                  <a:pt x="6770" y="62048"/>
                </a:lnTo>
                <a:lnTo>
                  <a:pt x="8057" y="60969"/>
                </a:lnTo>
                <a:lnTo>
                  <a:pt x="9452" y="59973"/>
                </a:lnTo>
                <a:lnTo>
                  <a:pt x="10952" y="59064"/>
                </a:lnTo>
                <a:lnTo>
                  <a:pt x="12556" y="58241"/>
                </a:lnTo>
                <a:lnTo>
                  <a:pt x="14266" y="57505"/>
                </a:lnTo>
                <a:lnTo>
                  <a:pt x="16080" y="56856"/>
                </a:lnTo>
                <a:lnTo>
                  <a:pt x="17999" y="56293"/>
                </a:lnTo>
                <a:lnTo>
                  <a:pt x="20023" y="55817"/>
                </a:lnTo>
                <a:lnTo>
                  <a:pt x="22151" y="55427"/>
                </a:lnTo>
                <a:lnTo>
                  <a:pt x="24385" y="55124"/>
                </a:lnTo>
                <a:lnTo>
                  <a:pt x="26723" y="54907"/>
                </a:lnTo>
                <a:lnTo>
                  <a:pt x="29166" y="54777"/>
                </a:lnTo>
                <a:lnTo>
                  <a:pt x="31713" y="54734"/>
                </a:lnTo>
                <a:lnTo>
                  <a:pt x="47570" y="54734"/>
                </a:lnTo>
                <a:lnTo>
                  <a:pt x="47570" y="52875"/>
                </a:lnTo>
                <a:lnTo>
                  <a:pt x="47530" y="51477"/>
                </a:lnTo>
                <a:lnTo>
                  <a:pt x="47431" y="50144"/>
                </a:lnTo>
                <a:lnTo>
                  <a:pt x="47273" y="48876"/>
                </a:lnTo>
                <a:lnTo>
                  <a:pt x="47056" y="47673"/>
                </a:lnTo>
                <a:lnTo>
                  <a:pt x="46781" y="46536"/>
                </a:lnTo>
                <a:lnTo>
                  <a:pt x="46446" y="45465"/>
                </a:lnTo>
                <a:lnTo>
                  <a:pt x="46053" y="44459"/>
                </a:lnTo>
                <a:lnTo>
                  <a:pt x="45601" y="43518"/>
                </a:lnTo>
                <a:lnTo>
                  <a:pt x="45090" y="42643"/>
                </a:lnTo>
                <a:lnTo>
                  <a:pt x="44520" y="41833"/>
                </a:lnTo>
                <a:lnTo>
                  <a:pt x="43892" y="41089"/>
                </a:lnTo>
                <a:lnTo>
                  <a:pt x="43204" y="40410"/>
                </a:lnTo>
                <a:lnTo>
                  <a:pt x="42452" y="39790"/>
                </a:lnTo>
                <a:lnTo>
                  <a:pt x="41628" y="39225"/>
                </a:lnTo>
                <a:lnTo>
                  <a:pt x="40733" y="38713"/>
                </a:lnTo>
                <a:lnTo>
                  <a:pt x="39766" y="38256"/>
                </a:lnTo>
                <a:lnTo>
                  <a:pt x="38728" y="37852"/>
                </a:lnTo>
                <a:lnTo>
                  <a:pt x="37619" y="37502"/>
                </a:lnTo>
                <a:lnTo>
                  <a:pt x="36439" y="37205"/>
                </a:lnTo>
                <a:lnTo>
                  <a:pt x="35187" y="36963"/>
                </a:lnTo>
                <a:lnTo>
                  <a:pt x="33864" y="36774"/>
                </a:lnTo>
                <a:lnTo>
                  <a:pt x="32469" y="36640"/>
                </a:lnTo>
                <a:lnTo>
                  <a:pt x="31003" y="36559"/>
                </a:lnTo>
                <a:lnTo>
                  <a:pt x="29466" y="36532"/>
                </a:lnTo>
                <a:lnTo>
                  <a:pt x="28460" y="36544"/>
                </a:lnTo>
                <a:lnTo>
                  <a:pt x="27451" y="36580"/>
                </a:lnTo>
                <a:lnTo>
                  <a:pt x="26441" y="36640"/>
                </a:lnTo>
                <a:lnTo>
                  <a:pt x="25429" y="36724"/>
                </a:lnTo>
                <a:lnTo>
                  <a:pt x="24415" y="36833"/>
                </a:lnTo>
                <a:lnTo>
                  <a:pt x="23400" y="36965"/>
                </a:lnTo>
                <a:lnTo>
                  <a:pt x="22382" y="37121"/>
                </a:lnTo>
                <a:lnTo>
                  <a:pt x="21363" y="37301"/>
                </a:lnTo>
                <a:lnTo>
                  <a:pt x="20342" y="37506"/>
                </a:lnTo>
                <a:lnTo>
                  <a:pt x="19320" y="37734"/>
                </a:lnTo>
                <a:lnTo>
                  <a:pt x="18295" y="37986"/>
                </a:lnTo>
                <a:lnTo>
                  <a:pt x="17269" y="38263"/>
                </a:lnTo>
                <a:lnTo>
                  <a:pt x="16244" y="38562"/>
                </a:lnTo>
                <a:lnTo>
                  <a:pt x="15224" y="38884"/>
                </a:lnTo>
                <a:lnTo>
                  <a:pt x="14208" y="39228"/>
                </a:lnTo>
                <a:lnTo>
                  <a:pt x="13196" y="39594"/>
                </a:lnTo>
                <a:lnTo>
                  <a:pt x="12189" y="39983"/>
                </a:lnTo>
                <a:lnTo>
                  <a:pt x="11186" y="40394"/>
                </a:lnTo>
                <a:lnTo>
                  <a:pt x="10188" y="40827"/>
                </a:lnTo>
                <a:lnTo>
                  <a:pt x="9194" y="41282"/>
                </a:lnTo>
                <a:lnTo>
                  <a:pt x="8205" y="41760"/>
                </a:lnTo>
                <a:lnTo>
                  <a:pt x="7220" y="42259"/>
                </a:lnTo>
                <a:lnTo>
                  <a:pt x="6240" y="42782"/>
                </a:lnTo>
                <a:lnTo>
                  <a:pt x="5264" y="43326"/>
                </a:lnTo>
                <a:lnTo>
                  <a:pt x="5264" y="31533"/>
                </a:lnTo>
                <a:lnTo>
                  <a:pt x="6352" y="31125"/>
                </a:lnTo>
                <a:lnTo>
                  <a:pt x="7432" y="30735"/>
                </a:lnTo>
                <a:lnTo>
                  <a:pt x="8504" y="30361"/>
                </a:lnTo>
                <a:lnTo>
                  <a:pt x="9569" y="30005"/>
                </a:lnTo>
                <a:lnTo>
                  <a:pt x="10626" y="29667"/>
                </a:lnTo>
                <a:lnTo>
                  <a:pt x="11676" y="29346"/>
                </a:lnTo>
                <a:lnTo>
                  <a:pt x="12718" y="29042"/>
                </a:lnTo>
                <a:lnTo>
                  <a:pt x="13752" y="28756"/>
                </a:lnTo>
                <a:lnTo>
                  <a:pt x="14779" y="28487"/>
                </a:lnTo>
                <a:lnTo>
                  <a:pt x="15799" y="28235"/>
                </a:lnTo>
                <a:lnTo>
                  <a:pt x="16810" y="28001"/>
                </a:lnTo>
                <a:lnTo>
                  <a:pt x="17815" y="27784"/>
                </a:lnTo>
                <a:lnTo>
                  <a:pt x="18813" y="27584"/>
                </a:lnTo>
                <a:lnTo>
                  <a:pt x="19806" y="27402"/>
                </a:lnTo>
                <a:lnTo>
                  <a:pt x="20794" y="27237"/>
                </a:lnTo>
                <a:lnTo>
                  <a:pt x="21777" y="27089"/>
                </a:lnTo>
                <a:lnTo>
                  <a:pt x="22755" y="26959"/>
                </a:lnTo>
                <a:lnTo>
                  <a:pt x="23729" y="26846"/>
                </a:lnTo>
                <a:lnTo>
                  <a:pt x="24697" y="26751"/>
                </a:lnTo>
                <a:lnTo>
                  <a:pt x="25661" y="26673"/>
                </a:lnTo>
                <a:lnTo>
                  <a:pt x="26620" y="26612"/>
                </a:lnTo>
                <a:lnTo>
                  <a:pt x="27573" y="26569"/>
                </a:lnTo>
                <a:lnTo>
                  <a:pt x="28522" y="26543"/>
                </a:lnTo>
                <a:lnTo>
                  <a:pt x="29466" y="26534"/>
                </a:lnTo>
                <a:lnTo>
                  <a:pt x="30935" y="26552"/>
                </a:lnTo>
                <a:lnTo>
                  <a:pt x="32368" y="26607"/>
                </a:lnTo>
                <a:lnTo>
                  <a:pt x="33765" y="26698"/>
                </a:lnTo>
                <a:lnTo>
                  <a:pt x="35126" y="26826"/>
                </a:lnTo>
                <a:lnTo>
                  <a:pt x="36451" y="26990"/>
                </a:lnTo>
                <a:lnTo>
                  <a:pt x="37740" y="27191"/>
                </a:lnTo>
                <a:lnTo>
                  <a:pt x="38992" y="27428"/>
                </a:lnTo>
                <a:lnTo>
                  <a:pt x="40208" y="27702"/>
                </a:lnTo>
                <a:lnTo>
                  <a:pt x="41389" y="28012"/>
                </a:lnTo>
                <a:lnTo>
                  <a:pt x="42533" y="28359"/>
                </a:lnTo>
                <a:lnTo>
                  <a:pt x="43641" y="28742"/>
                </a:lnTo>
                <a:lnTo>
                  <a:pt x="44713" y="29162"/>
                </a:lnTo>
                <a:lnTo>
                  <a:pt x="45750" y="29618"/>
                </a:lnTo>
                <a:lnTo>
                  <a:pt x="46754" y="30111"/>
                </a:lnTo>
                <a:lnTo>
                  <a:pt x="47724" y="30640"/>
                </a:lnTo>
                <a:lnTo>
                  <a:pt x="48661" y="31205"/>
                </a:lnTo>
                <a:lnTo>
                  <a:pt x="49564" y="31808"/>
                </a:lnTo>
                <a:lnTo>
                  <a:pt x="50434" y="32446"/>
                </a:lnTo>
                <a:lnTo>
                  <a:pt x="51271" y="33122"/>
                </a:lnTo>
                <a:lnTo>
                  <a:pt x="52074" y="33833"/>
                </a:lnTo>
                <a:lnTo>
                  <a:pt x="52844" y="34581"/>
                </a:lnTo>
                <a:lnTo>
                  <a:pt x="53580" y="35366"/>
                </a:lnTo>
                <a:lnTo>
                  <a:pt x="54283" y="36187"/>
                </a:lnTo>
                <a:lnTo>
                  <a:pt x="54952" y="37045"/>
                </a:lnTo>
                <a:lnTo>
                  <a:pt x="55349" y="37589"/>
                </a:lnTo>
                <a:lnTo>
                  <a:pt x="55726" y="38155"/>
                </a:lnTo>
                <a:lnTo>
                  <a:pt x="56084" y="38741"/>
                </a:lnTo>
                <a:lnTo>
                  <a:pt x="56422" y="39349"/>
                </a:lnTo>
                <a:lnTo>
                  <a:pt x="56740" y="39977"/>
                </a:lnTo>
                <a:lnTo>
                  <a:pt x="57039" y="40626"/>
                </a:lnTo>
                <a:lnTo>
                  <a:pt x="57318" y="41296"/>
                </a:lnTo>
                <a:lnTo>
                  <a:pt x="57577" y="41987"/>
                </a:lnTo>
                <a:lnTo>
                  <a:pt x="57817" y="42699"/>
                </a:lnTo>
                <a:lnTo>
                  <a:pt x="58037" y="43432"/>
                </a:lnTo>
                <a:lnTo>
                  <a:pt x="58238" y="44186"/>
                </a:lnTo>
                <a:lnTo>
                  <a:pt x="58419" y="44960"/>
                </a:lnTo>
                <a:lnTo>
                  <a:pt x="58583" y="45778"/>
                </a:lnTo>
                <a:lnTo>
                  <a:pt x="58733" y="46661"/>
                </a:lnTo>
                <a:lnTo>
                  <a:pt x="58868" y="47610"/>
                </a:lnTo>
                <a:lnTo>
                  <a:pt x="58990" y="48624"/>
                </a:lnTo>
                <a:lnTo>
                  <a:pt x="59097" y="49704"/>
                </a:lnTo>
                <a:lnTo>
                  <a:pt x="59189" y="50849"/>
                </a:lnTo>
                <a:lnTo>
                  <a:pt x="59268" y="52059"/>
                </a:lnTo>
                <a:lnTo>
                  <a:pt x="59332" y="53335"/>
                </a:lnTo>
                <a:lnTo>
                  <a:pt x="59382" y="54676"/>
                </a:lnTo>
                <a:lnTo>
                  <a:pt x="59418" y="56083"/>
                </a:lnTo>
                <a:lnTo>
                  <a:pt x="59439" y="57555"/>
                </a:lnTo>
                <a:lnTo>
                  <a:pt x="59446" y="59092"/>
                </a:lnTo>
                <a:close/>
                <a:moveTo>
                  <a:pt x="145046" y="43069"/>
                </a:moveTo>
                <a:lnTo>
                  <a:pt x="144414" y="42589"/>
                </a:lnTo>
                <a:lnTo>
                  <a:pt x="143780" y="42131"/>
                </a:lnTo>
                <a:lnTo>
                  <a:pt x="143144" y="41696"/>
                </a:lnTo>
                <a:lnTo>
                  <a:pt x="142507" y="41282"/>
                </a:lnTo>
                <a:lnTo>
                  <a:pt x="141867" y="40891"/>
                </a:lnTo>
                <a:lnTo>
                  <a:pt x="141226" y="40522"/>
                </a:lnTo>
                <a:lnTo>
                  <a:pt x="140583" y="40175"/>
                </a:lnTo>
                <a:lnTo>
                  <a:pt x="139939" y="39851"/>
                </a:lnTo>
                <a:lnTo>
                  <a:pt x="139292" y="39548"/>
                </a:lnTo>
                <a:lnTo>
                  <a:pt x="138644" y="39269"/>
                </a:lnTo>
                <a:lnTo>
                  <a:pt x="137994" y="39011"/>
                </a:lnTo>
                <a:lnTo>
                  <a:pt x="137342" y="38775"/>
                </a:lnTo>
                <a:lnTo>
                  <a:pt x="136684" y="38560"/>
                </a:lnTo>
                <a:lnTo>
                  <a:pt x="136016" y="38364"/>
                </a:lnTo>
                <a:lnTo>
                  <a:pt x="135336" y="38187"/>
                </a:lnTo>
                <a:lnTo>
                  <a:pt x="134646" y="38028"/>
                </a:lnTo>
                <a:lnTo>
                  <a:pt x="133945" y="37887"/>
                </a:lnTo>
                <a:lnTo>
                  <a:pt x="133234" y="37766"/>
                </a:lnTo>
                <a:lnTo>
                  <a:pt x="132512" y="37663"/>
                </a:lnTo>
                <a:lnTo>
                  <a:pt x="131779" y="37579"/>
                </a:lnTo>
                <a:lnTo>
                  <a:pt x="131035" y="37514"/>
                </a:lnTo>
                <a:lnTo>
                  <a:pt x="130281" y="37467"/>
                </a:lnTo>
                <a:lnTo>
                  <a:pt x="129516" y="37439"/>
                </a:lnTo>
                <a:lnTo>
                  <a:pt x="128740" y="37429"/>
                </a:lnTo>
                <a:lnTo>
                  <a:pt x="126936" y="37478"/>
                </a:lnTo>
                <a:lnTo>
                  <a:pt x="125204" y="37622"/>
                </a:lnTo>
                <a:lnTo>
                  <a:pt x="123544" y="37862"/>
                </a:lnTo>
                <a:lnTo>
                  <a:pt x="121957" y="38199"/>
                </a:lnTo>
                <a:lnTo>
                  <a:pt x="120441" y="38632"/>
                </a:lnTo>
                <a:lnTo>
                  <a:pt x="118998" y="39161"/>
                </a:lnTo>
                <a:lnTo>
                  <a:pt x="117627" y="39787"/>
                </a:lnTo>
                <a:lnTo>
                  <a:pt x="116329" y="40508"/>
                </a:lnTo>
                <a:lnTo>
                  <a:pt x="115102" y="41326"/>
                </a:lnTo>
                <a:lnTo>
                  <a:pt x="113948" y="42240"/>
                </a:lnTo>
                <a:lnTo>
                  <a:pt x="112866" y="43251"/>
                </a:lnTo>
                <a:lnTo>
                  <a:pt x="111856" y="44357"/>
                </a:lnTo>
                <a:lnTo>
                  <a:pt x="110923" y="45555"/>
                </a:lnTo>
                <a:lnTo>
                  <a:pt x="110071" y="46838"/>
                </a:lnTo>
                <a:lnTo>
                  <a:pt x="109301" y="48206"/>
                </a:lnTo>
                <a:lnTo>
                  <a:pt x="108611" y="49660"/>
                </a:lnTo>
                <a:lnTo>
                  <a:pt x="108002" y="51200"/>
                </a:lnTo>
                <a:lnTo>
                  <a:pt x="107475" y="52825"/>
                </a:lnTo>
                <a:lnTo>
                  <a:pt x="107029" y="54536"/>
                </a:lnTo>
                <a:lnTo>
                  <a:pt x="106664" y="56332"/>
                </a:lnTo>
                <a:lnTo>
                  <a:pt x="106380" y="58213"/>
                </a:lnTo>
                <a:lnTo>
                  <a:pt x="106177" y="60181"/>
                </a:lnTo>
                <a:lnTo>
                  <a:pt x="106055" y="62234"/>
                </a:lnTo>
                <a:lnTo>
                  <a:pt x="106014" y="64372"/>
                </a:lnTo>
                <a:lnTo>
                  <a:pt x="106014" y="100111"/>
                </a:lnTo>
                <a:lnTo>
                  <a:pt x="94138" y="100111"/>
                </a:lnTo>
                <a:lnTo>
                  <a:pt x="94138" y="28328"/>
                </a:lnTo>
                <a:lnTo>
                  <a:pt x="106014" y="28328"/>
                </a:lnTo>
                <a:lnTo>
                  <a:pt x="106014" y="42300"/>
                </a:lnTo>
                <a:lnTo>
                  <a:pt x="106529" y="41054"/>
                </a:lnTo>
                <a:lnTo>
                  <a:pt x="107087" y="39857"/>
                </a:lnTo>
                <a:lnTo>
                  <a:pt x="107690" y="38709"/>
                </a:lnTo>
                <a:lnTo>
                  <a:pt x="108336" y="37611"/>
                </a:lnTo>
                <a:lnTo>
                  <a:pt x="109027" y="36562"/>
                </a:lnTo>
                <a:lnTo>
                  <a:pt x="109762" y="35563"/>
                </a:lnTo>
                <a:lnTo>
                  <a:pt x="110541" y="34613"/>
                </a:lnTo>
                <a:lnTo>
                  <a:pt x="111364" y="33712"/>
                </a:lnTo>
                <a:lnTo>
                  <a:pt x="112231" y="32861"/>
                </a:lnTo>
                <a:lnTo>
                  <a:pt x="113143" y="32059"/>
                </a:lnTo>
                <a:lnTo>
                  <a:pt x="114099" y="31307"/>
                </a:lnTo>
                <a:lnTo>
                  <a:pt x="115098" y="30604"/>
                </a:lnTo>
                <a:lnTo>
                  <a:pt x="116136" y="29954"/>
                </a:lnTo>
                <a:lnTo>
                  <a:pt x="117205" y="29360"/>
                </a:lnTo>
                <a:lnTo>
                  <a:pt x="118306" y="28823"/>
                </a:lnTo>
                <a:lnTo>
                  <a:pt x="119439" y="28343"/>
                </a:lnTo>
                <a:lnTo>
                  <a:pt x="120603" y="27919"/>
                </a:lnTo>
                <a:lnTo>
                  <a:pt x="121799" y="27551"/>
                </a:lnTo>
                <a:lnTo>
                  <a:pt x="123026" y="27240"/>
                </a:lnTo>
                <a:lnTo>
                  <a:pt x="124286" y="26986"/>
                </a:lnTo>
                <a:lnTo>
                  <a:pt x="125576" y="26788"/>
                </a:lnTo>
                <a:lnTo>
                  <a:pt x="126899" y="26647"/>
                </a:lnTo>
                <a:lnTo>
                  <a:pt x="128253" y="26562"/>
                </a:lnTo>
                <a:lnTo>
                  <a:pt x="129639" y="26534"/>
                </a:lnTo>
                <a:lnTo>
                  <a:pt x="130362" y="26541"/>
                </a:lnTo>
                <a:lnTo>
                  <a:pt x="131078" y="26564"/>
                </a:lnTo>
                <a:lnTo>
                  <a:pt x="131785" y="26602"/>
                </a:lnTo>
                <a:lnTo>
                  <a:pt x="132485" y="26655"/>
                </a:lnTo>
                <a:lnTo>
                  <a:pt x="133176" y="26723"/>
                </a:lnTo>
                <a:lnTo>
                  <a:pt x="133860" y="26806"/>
                </a:lnTo>
                <a:lnTo>
                  <a:pt x="134535" y="26905"/>
                </a:lnTo>
                <a:lnTo>
                  <a:pt x="135203" y="27018"/>
                </a:lnTo>
                <a:lnTo>
                  <a:pt x="135862" y="27147"/>
                </a:lnTo>
                <a:lnTo>
                  <a:pt x="136513" y="27291"/>
                </a:lnTo>
                <a:lnTo>
                  <a:pt x="137156" y="27449"/>
                </a:lnTo>
                <a:lnTo>
                  <a:pt x="137792" y="27623"/>
                </a:lnTo>
                <a:lnTo>
                  <a:pt x="138421" y="27813"/>
                </a:lnTo>
                <a:lnTo>
                  <a:pt x="139045" y="28020"/>
                </a:lnTo>
                <a:lnTo>
                  <a:pt x="139666" y="28244"/>
                </a:lnTo>
                <a:lnTo>
                  <a:pt x="140281" y="28485"/>
                </a:lnTo>
                <a:lnTo>
                  <a:pt x="140892" y="28743"/>
                </a:lnTo>
                <a:lnTo>
                  <a:pt x="141499" y="29017"/>
                </a:lnTo>
                <a:lnTo>
                  <a:pt x="142101" y="29309"/>
                </a:lnTo>
                <a:lnTo>
                  <a:pt x="142699" y="29617"/>
                </a:lnTo>
                <a:lnTo>
                  <a:pt x="143293" y="29943"/>
                </a:lnTo>
                <a:lnTo>
                  <a:pt x="143882" y="30285"/>
                </a:lnTo>
                <a:lnTo>
                  <a:pt x="144466" y="30644"/>
                </a:lnTo>
                <a:lnTo>
                  <a:pt x="145046" y="31020"/>
                </a:lnTo>
                <a:lnTo>
                  <a:pt x="145046" y="43069"/>
                </a:lnTo>
                <a:close/>
                <a:moveTo>
                  <a:pt x="170622" y="28585"/>
                </a:moveTo>
                <a:lnTo>
                  <a:pt x="200858" y="28585"/>
                </a:lnTo>
                <a:lnTo>
                  <a:pt x="200858" y="90882"/>
                </a:lnTo>
                <a:lnTo>
                  <a:pt x="224290" y="90882"/>
                </a:lnTo>
                <a:lnTo>
                  <a:pt x="224290" y="100111"/>
                </a:lnTo>
                <a:lnTo>
                  <a:pt x="165614" y="100111"/>
                </a:lnTo>
                <a:lnTo>
                  <a:pt x="165614" y="90882"/>
                </a:lnTo>
                <a:lnTo>
                  <a:pt x="189046" y="90882"/>
                </a:lnTo>
                <a:lnTo>
                  <a:pt x="189046" y="37814"/>
                </a:lnTo>
                <a:lnTo>
                  <a:pt x="170622" y="37814"/>
                </a:lnTo>
                <a:lnTo>
                  <a:pt x="170622" y="28585"/>
                </a:lnTo>
                <a:moveTo>
                  <a:pt x="189046" y="641"/>
                </a:moveTo>
                <a:lnTo>
                  <a:pt x="200858" y="641"/>
                </a:lnTo>
                <a:lnTo>
                  <a:pt x="200858" y="15510"/>
                </a:lnTo>
                <a:lnTo>
                  <a:pt x="189046" y="15510"/>
                </a:lnTo>
                <a:lnTo>
                  <a:pt x="189046" y="641"/>
                </a:lnTo>
                <a:close/>
                <a:moveTo>
                  <a:pt x="269189" y="7947"/>
                </a:moveTo>
                <a:lnTo>
                  <a:pt x="269189" y="28328"/>
                </a:lnTo>
                <a:lnTo>
                  <a:pt x="296024" y="28328"/>
                </a:lnTo>
                <a:lnTo>
                  <a:pt x="296024" y="37558"/>
                </a:lnTo>
                <a:lnTo>
                  <a:pt x="269189" y="37558"/>
                </a:lnTo>
                <a:lnTo>
                  <a:pt x="269189" y="76431"/>
                </a:lnTo>
                <a:lnTo>
                  <a:pt x="269210" y="77719"/>
                </a:lnTo>
                <a:lnTo>
                  <a:pt x="269273" y="78941"/>
                </a:lnTo>
                <a:lnTo>
                  <a:pt x="269378" y="80096"/>
                </a:lnTo>
                <a:lnTo>
                  <a:pt x="269525" y="81184"/>
                </a:lnTo>
                <a:lnTo>
                  <a:pt x="269713" y="82206"/>
                </a:lnTo>
                <a:lnTo>
                  <a:pt x="269944" y="83161"/>
                </a:lnTo>
                <a:lnTo>
                  <a:pt x="270216" y="84050"/>
                </a:lnTo>
                <a:lnTo>
                  <a:pt x="270530" y="84872"/>
                </a:lnTo>
                <a:lnTo>
                  <a:pt x="270887" y="85627"/>
                </a:lnTo>
                <a:lnTo>
                  <a:pt x="271285" y="86316"/>
                </a:lnTo>
                <a:lnTo>
                  <a:pt x="271725" y="86938"/>
                </a:lnTo>
                <a:lnTo>
                  <a:pt x="272207" y="87493"/>
                </a:lnTo>
                <a:lnTo>
                  <a:pt x="272741" y="87993"/>
                </a:lnTo>
                <a:lnTo>
                  <a:pt x="273337" y="88450"/>
                </a:lnTo>
                <a:lnTo>
                  <a:pt x="273996" y="88863"/>
                </a:lnTo>
                <a:lnTo>
                  <a:pt x="274718" y="89233"/>
                </a:lnTo>
                <a:lnTo>
                  <a:pt x="275501" y="89559"/>
                </a:lnTo>
                <a:lnTo>
                  <a:pt x="276347" y="89842"/>
                </a:lnTo>
                <a:lnTo>
                  <a:pt x="277256" y="90082"/>
                </a:lnTo>
                <a:lnTo>
                  <a:pt x="278227" y="90277"/>
                </a:lnTo>
                <a:lnTo>
                  <a:pt x="279260" y="90430"/>
                </a:lnTo>
                <a:lnTo>
                  <a:pt x="280356" y="90538"/>
                </a:lnTo>
                <a:lnTo>
                  <a:pt x="281514" y="90604"/>
                </a:lnTo>
                <a:lnTo>
                  <a:pt x="282735" y="90625"/>
                </a:lnTo>
                <a:lnTo>
                  <a:pt x="296024" y="90625"/>
                </a:lnTo>
                <a:lnTo>
                  <a:pt x="296024" y="100111"/>
                </a:lnTo>
                <a:lnTo>
                  <a:pt x="281579" y="100111"/>
                </a:lnTo>
                <a:lnTo>
                  <a:pt x="279419" y="100074"/>
                </a:lnTo>
                <a:lnTo>
                  <a:pt x="277367" y="99963"/>
                </a:lnTo>
                <a:lnTo>
                  <a:pt x="275425" y="99778"/>
                </a:lnTo>
                <a:lnTo>
                  <a:pt x="273591" y="99519"/>
                </a:lnTo>
                <a:lnTo>
                  <a:pt x="271865" y="99186"/>
                </a:lnTo>
                <a:lnTo>
                  <a:pt x="270249" y="98780"/>
                </a:lnTo>
                <a:lnTo>
                  <a:pt x="268741" y="98299"/>
                </a:lnTo>
                <a:lnTo>
                  <a:pt x="267342" y="97744"/>
                </a:lnTo>
                <a:lnTo>
                  <a:pt x="266052" y="97115"/>
                </a:lnTo>
                <a:lnTo>
                  <a:pt x="264870" y="96413"/>
                </a:lnTo>
                <a:lnTo>
                  <a:pt x="263798" y="95636"/>
                </a:lnTo>
                <a:lnTo>
                  <a:pt x="262834" y="94785"/>
                </a:lnTo>
                <a:lnTo>
                  <a:pt x="261962" y="93844"/>
                </a:lnTo>
                <a:lnTo>
                  <a:pt x="261167" y="92796"/>
                </a:lnTo>
                <a:lnTo>
                  <a:pt x="260447" y="91640"/>
                </a:lnTo>
                <a:lnTo>
                  <a:pt x="259803" y="90378"/>
                </a:lnTo>
                <a:lnTo>
                  <a:pt x="259234" y="89009"/>
                </a:lnTo>
                <a:lnTo>
                  <a:pt x="258741" y="87533"/>
                </a:lnTo>
                <a:lnTo>
                  <a:pt x="258325" y="85950"/>
                </a:lnTo>
                <a:lnTo>
                  <a:pt x="257984" y="84260"/>
                </a:lnTo>
                <a:lnTo>
                  <a:pt x="257718" y="82463"/>
                </a:lnTo>
                <a:lnTo>
                  <a:pt x="257529" y="80559"/>
                </a:lnTo>
                <a:lnTo>
                  <a:pt x="257415" y="78549"/>
                </a:lnTo>
                <a:lnTo>
                  <a:pt x="257377" y="76431"/>
                </a:lnTo>
                <a:lnTo>
                  <a:pt x="257377" y="37558"/>
                </a:lnTo>
                <a:lnTo>
                  <a:pt x="238183" y="37558"/>
                </a:lnTo>
                <a:lnTo>
                  <a:pt x="238183" y="28328"/>
                </a:lnTo>
                <a:lnTo>
                  <a:pt x="257377" y="28328"/>
                </a:lnTo>
                <a:lnTo>
                  <a:pt x="257377" y="7947"/>
                </a:lnTo>
                <a:lnTo>
                  <a:pt x="269189" y="7947"/>
                </a:lnTo>
                <a:close/>
                <a:moveTo>
                  <a:pt x="376680" y="55585"/>
                </a:moveTo>
                <a:lnTo>
                  <a:pt x="376680" y="100111"/>
                </a:lnTo>
                <a:lnTo>
                  <a:pt x="364804" y="100111"/>
                </a:lnTo>
                <a:lnTo>
                  <a:pt x="364804" y="55585"/>
                </a:lnTo>
                <a:lnTo>
                  <a:pt x="364780" y="54006"/>
                </a:lnTo>
                <a:lnTo>
                  <a:pt x="364709" y="52499"/>
                </a:lnTo>
                <a:lnTo>
                  <a:pt x="364591" y="51062"/>
                </a:lnTo>
                <a:lnTo>
                  <a:pt x="364426" y="49697"/>
                </a:lnTo>
                <a:lnTo>
                  <a:pt x="364213" y="48403"/>
                </a:lnTo>
                <a:lnTo>
                  <a:pt x="363953" y="47181"/>
                </a:lnTo>
                <a:lnTo>
                  <a:pt x="363646" y="46030"/>
                </a:lnTo>
                <a:lnTo>
                  <a:pt x="363292" y="44950"/>
                </a:lnTo>
                <a:lnTo>
                  <a:pt x="362890" y="43941"/>
                </a:lnTo>
                <a:lnTo>
                  <a:pt x="362441" y="43004"/>
                </a:lnTo>
                <a:lnTo>
                  <a:pt x="361945" y="42138"/>
                </a:lnTo>
                <a:lnTo>
                  <a:pt x="361401" y="41343"/>
                </a:lnTo>
                <a:lnTo>
                  <a:pt x="360808" y="40616"/>
                </a:lnTo>
                <a:lnTo>
                  <a:pt x="360160" y="39951"/>
                </a:lnTo>
                <a:lnTo>
                  <a:pt x="359459" y="39350"/>
                </a:lnTo>
                <a:lnTo>
                  <a:pt x="358705" y="38813"/>
                </a:lnTo>
                <a:lnTo>
                  <a:pt x="357897" y="38338"/>
                </a:lnTo>
                <a:lnTo>
                  <a:pt x="357036" y="37927"/>
                </a:lnTo>
                <a:lnTo>
                  <a:pt x="356121" y="37579"/>
                </a:lnTo>
                <a:lnTo>
                  <a:pt x="355153" y="37295"/>
                </a:lnTo>
                <a:lnTo>
                  <a:pt x="354131" y="37073"/>
                </a:lnTo>
                <a:lnTo>
                  <a:pt x="353056" y="36915"/>
                </a:lnTo>
                <a:lnTo>
                  <a:pt x="351927" y="36820"/>
                </a:lnTo>
                <a:lnTo>
                  <a:pt x="350745" y="36789"/>
                </a:lnTo>
                <a:lnTo>
                  <a:pt x="349391" y="36829"/>
                </a:lnTo>
                <a:lnTo>
                  <a:pt x="348090" y="36952"/>
                </a:lnTo>
                <a:lnTo>
                  <a:pt x="346843" y="37155"/>
                </a:lnTo>
                <a:lnTo>
                  <a:pt x="345648" y="37441"/>
                </a:lnTo>
                <a:lnTo>
                  <a:pt x="344507" y="37808"/>
                </a:lnTo>
                <a:lnTo>
                  <a:pt x="343418" y="38256"/>
                </a:lnTo>
                <a:lnTo>
                  <a:pt x="342383" y="38786"/>
                </a:lnTo>
                <a:lnTo>
                  <a:pt x="341401" y="39398"/>
                </a:lnTo>
                <a:lnTo>
                  <a:pt x="340471" y="40091"/>
                </a:lnTo>
                <a:lnTo>
                  <a:pt x="339595" y="40865"/>
                </a:lnTo>
                <a:lnTo>
                  <a:pt x="338772" y="41721"/>
                </a:lnTo>
                <a:lnTo>
                  <a:pt x="338002" y="42659"/>
                </a:lnTo>
                <a:lnTo>
                  <a:pt x="337289" y="43673"/>
                </a:lnTo>
                <a:lnTo>
                  <a:pt x="336638" y="44757"/>
                </a:lnTo>
                <a:lnTo>
                  <a:pt x="336050" y="45913"/>
                </a:lnTo>
                <a:lnTo>
                  <a:pt x="335523" y="47139"/>
                </a:lnTo>
                <a:lnTo>
                  <a:pt x="335058" y="48436"/>
                </a:lnTo>
                <a:lnTo>
                  <a:pt x="334655" y="49804"/>
                </a:lnTo>
                <a:lnTo>
                  <a:pt x="334315" y="51243"/>
                </a:lnTo>
                <a:lnTo>
                  <a:pt x="334036" y="52752"/>
                </a:lnTo>
                <a:lnTo>
                  <a:pt x="333819" y="54333"/>
                </a:lnTo>
                <a:lnTo>
                  <a:pt x="333664" y="55984"/>
                </a:lnTo>
                <a:lnTo>
                  <a:pt x="333571" y="57706"/>
                </a:lnTo>
                <a:lnTo>
                  <a:pt x="333540" y="59499"/>
                </a:lnTo>
                <a:lnTo>
                  <a:pt x="333540" y="100111"/>
                </a:lnTo>
                <a:lnTo>
                  <a:pt x="321728" y="100111"/>
                </a:lnTo>
                <a:lnTo>
                  <a:pt x="321728" y="385"/>
                </a:lnTo>
                <a:lnTo>
                  <a:pt x="333540" y="385"/>
                </a:lnTo>
                <a:lnTo>
                  <a:pt x="333540" y="39034"/>
                </a:lnTo>
                <a:lnTo>
                  <a:pt x="334080" y="38029"/>
                </a:lnTo>
                <a:lnTo>
                  <a:pt x="334651" y="37066"/>
                </a:lnTo>
                <a:lnTo>
                  <a:pt x="335253" y="36144"/>
                </a:lnTo>
                <a:lnTo>
                  <a:pt x="335887" y="35263"/>
                </a:lnTo>
                <a:lnTo>
                  <a:pt x="336552" y="34424"/>
                </a:lnTo>
                <a:lnTo>
                  <a:pt x="337247" y="33626"/>
                </a:lnTo>
                <a:lnTo>
                  <a:pt x="337975" y="32870"/>
                </a:lnTo>
                <a:lnTo>
                  <a:pt x="338733" y="32155"/>
                </a:lnTo>
                <a:lnTo>
                  <a:pt x="339522" y="31481"/>
                </a:lnTo>
                <a:lnTo>
                  <a:pt x="340343" y="30849"/>
                </a:lnTo>
                <a:lnTo>
                  <a:pt x="341195" y="30258"/>
                </a:lnTo>
                <a:lnTo>
                  <a:pt x="342078" y="29708"/>
                </a:lnTo>
                <a:lnTo>
                  <a:pt x="342991" y="29201"/>
                </a:lnTo>
                <a:lnTo>
                  <a:pt x="343931" y="28738"/>
                </a:lnTo>
                <a:lnTo>
                  <a:pt x="344899" y="28320"/>
                </a:lnTo>
                <a:lnTo>
                  <a:pt x="345894" y="27945"/>
                </a:lnTo>
                <a:lnTo>
                  <a:pt x="346917" y="27614"/>
                </a:lnTo>
                <a:lnTo>
                  <a:pt x="347968" y="27328"/>
                </a:lnTo>
                <a:lnTo>
                  <a:pt x="349047" y="27085"/>
                </a:lnTo>
                <a:lnTo>
                  <a:pt x="350153" y="26887"/>
                </a:lnTo>
                <a:lnTo>
                  <a:pt x="351286" y="26732"/>
                </a:lnTo>
                <a:lnTo>
                  <a:pt x="352448" y="26622"/>
                </a:lnTo>
                <a:lnTo>
                  <a:pt x="353637" y="26556"/>
                </a:lnTo>
                <a:lnTo>
                  <a:pt x="354853" y="26534"/>
                </a:lnTo>
                <a:lnTo>
                  <a:pt x="356644" y="26584"/>
                </a:lnTo>
                <a:lnTo>
                  <a:pt x="358358" y="26734"/>
                </a:lnTo>
                <a:lnTo>
                  <a:pt x="359995" y="26985"/>
                </a:lnTo>
                <a:lnTo>
                  <a:pt x="361555" y="27335"/>
                </a:lnTo>
                <a:lnTo>
                  <a:pt x="363037" y="27786"/>
                </a:lnTo>
                <a:lnTo>
                  <a:pt x="364443" y="28337"/>
                </a:lnTo>
                <a:lnTo>
                  <a:pt x="365771" y="28989"/>
                </a:lnTo>
                <a:lnTo>
                  <a:pt x="367022" y="29740"/>
                </a:lnTo>
                <a:lnTo>
                  <a:pt x="368196" y="30592"/>
                </a:lnTo>
                <a:lnTo>
                  <a:pt x="369293" y="31544"/>
                </a:lnTo>
                <a:lnTo>
                  <a:pt x="370313" y="32596"/>
                </a:lnTo>
                <a:lnTo>
                  <a:pt x="371256" y="33748"/>
                </a:lnTo>
                <a:lnTo>
                  <a:pt x="372122" y="35002"/>
                </a:lnTo>
                <a:lnTo>
                  <a:pt x="372913" y="36359"/>
                </a:lnTo>
                <a:lnTo>
                  <a:pt x="373629" y="37818"/>
                </a:lnTo>
                <a:lnTo>
                  <a:pt x="374269" y="39381"/>
                </a:lnTo>
                <a:lnTo>
                  <a:pt x="374834" y="41046"/>
                </a:lnTo>
                <a:lnTo>
                  <a:pt x="375324" y="42815"/>
                </a:lnTo>
                <a:lnTo>
                  <a:pt x="375738" y="44686"/>
                </a:lnTo>
                <a:lnTo>
                  <a:pt x="376077" y="46660"/>
                </a:lnTo>
                <a:lnTo>
                  <a:pt x="376341" y="48737"/>
                </a:lnTo>
                <a:lnTo>
                  <a:pt x="376530" y="50917"/>
                </a:lnTo>
                <a:lnTo>
                  <a:pt x="376643" y="53200"/>
                </a:lnTo>
                <a:lnTo>
                  <a:pt x="376680" y="55585"/>
                </a:lnTo>
                <a:close/>
                <a:moveTo>
                  <a:pt x="416999" y="76910"/>
                </a:moveTo>
                <a:lnTo>
                  <a:pt x="437029" y="76910"/>
                </a:lnTo>
                <a:lnTo>
                  <a:pt x="437029" y="93918"/>
                </a:lnTo>
                <a:lnTo>
                  <a:pt x="422777" y="121582"/>
                </a:lnTo>
                <a:lnTo>
                  <a:pt x="409938" y="121646"/>
                </a:lnTo>
                <a:lnTo>
                  <a:pt x="416999" y="93918"/>
                </a:lnTo>
                <a:lnTo>
                  <a:pt x="416999" y="76910"/>
                </a:lnTo>
                <a:close/>
                <a:moveTo>
                  <a:pt x="514214" y="74102"/>
                </a:moveTo>
                <a:lnTo>
                  <a:pt x="514234" y="75398"/>
                </a:lnTo>
                <a:lnTo>
                  <a:pt x="514295" y="76640"/>
                </a:lnTo>
                <a:lnTo>
                  <a:pt x="514397" y="77828"/>
                </a:lnTo>
                <a:lnTo>
                  <a:pt x="514539" y="78962"/>
                </a:lnTo>
                <a:lnTo>
                  <a:pt x="514721" y="80042"/>
                </a:lnTo>
                <a:lnTo>
                  <a:pt x="514944" y="81067"/>
                </a:lnTo>
                <a:lnTo>
                  <a:pt x="515208" y="82038"/>
                </a:lnTo>
                <a:lnTo>
                  <a:pt x="515512" y="82954"/>
                </a:lnTo>
                <a:lnTo>
                  <a:pt x="515857" y="83817"/>
                </a:lnTo>
                <a:lnTo>
                  <a:pt x="516243" y="84625"/>
                </a:lnTo>
                <a:lnTo>
                  <a:pt x="516669" y="85379"/>
                </a:lnTo>
                <a:lnTo>
                  <a:pt x="517135" y="86079"/>
                </a:lnTo>
                <a:lnTo>
                  <a:pt x="517641" y="86723"/>
                </a:lnTo>
                <a:lnTo>
                  <a:pt x="518186" y="87311"/>
                </a:lnTo>
                <a:lnTo>
                  <a:pt x="518770" y="87844"/>
                </a:lnTo>
                <a:lnTo>
                  <a:pt x="519393" y="88320"/>
                </a:lnTo>
                <a:lnTo>
                  <a:pt x="520054" y="88740"/>
                </a:lnTo>
                <a:lnTo>
                  <a:pt x="520754" y="89104"/>
                </a:lnTo>
                <a:lnTo>
                  <a:pt x="521493" y="89412"/>
                </a:lnTo>
                <a:lnTo>
                  <a:pt x="522271" y="89664"/>
                </a:lnTo>
                <a:lnTo>
                  <a:pt x="523087" y="89861"/>
                </a:lnTo>
                <a:lnTo>
                  <a:pt x="523943" y="90001"/>
                </a:lnTo>
                <a:lnTo>
                  <a:pt x="524837" y="90085"/>
                </a:lnTo>
                <a:lnTo>
                  <a:pt x="525770" y="90113"/>
                </a:lnTo>
                <a:lnTo>
                  <a:pt x="539572" y="90113"/>
                </a:lnTo>
                <a:lnTo>
                  <a:pt x="539572" y="100111"/>
                </a:lnTo>
                <a:lnTo>
                  <a:pt x="524614" y="100111"/>
                </a:lnTo>
                <a:lnTo>
                  <a:pt x="522882" y="100064"/>
                </a:lnTo>
                <a:lnTo>
                  <a:pt x="521216" y="99923"/>
                </a:lnTo>
                <a:lnTo>
                  <a:pt x="519617" y="99688"/>
                </a:lnTo>
                <a:lnTo>
                  <a:pt x="518084" y="99360"/>
                </a:lnTo>
                <a:lnTo>
                  <a:pt x="516617" y="98937"/>
                </a:lnTo>
                <a:lnTo>
                  <a:pt x="515217" y="98421"/>
                </a:lnTo>
                <a:lnTo>
                  <a:pt x="513884" y="97810"/>
                </a:lnTo>
                <a:lnTo>
                  <a:pt x="512616" y="97106"/>
                </a:lnTo>
                <a:lnTo>
                  <a:pt x="511416" y="96307"/>
                </a:lnTo>
                <a:lnTo>
                  <a:pt x="510281" y="95415"/>
                </a:lnTo>
                <a:lnTo>
                  <a:pt x="509213" y="94429"/>
                </a:lnTo>
                <a:lnTo>
                  <a:pt x="508212" y="93349"/>
                </a:lnTo>
                <a:lnTo>
                  <a:pt x="507284" y="92183"/>
                </a:lnTo>
                <a:lnTo>
                  <a:pt x="506437" y="90938"/>
                </a:lnTo>
                <a:lnTo>
                  <a:pt x="505670" y="89614"/>
                </a:lnTo>
                <a:lnTo>
                  <a:pt x="504984" y="88211"/>
                </a:lnTo>
                <a:lnTo>
                  <a:pt x="504379" y="86730"/>
                </a:lnTo>
                <a:lnTo>
                  <a:pt x="503854" y="85170"/>
                </a:lnTo>
                <a:lnTo>
                  <a:pt x="503411" y="83531"/>
                </a:lnTo>
                <a:lnTo>
                  <a:pt x="503048" y="81813"/>
                </a:lnTo>
                <a:lnTo>
                  <a:pt x="502765" y="80016"/>
                </a:lnTo>
                <a:lnTo>
                  <a:pt x="502563" y="78141"/>
                </a:lnTo>
                <a:lnTo>
                  <a:pt x="502442" y="76187"/>
                </a:lnTo>
                <a:lnTo>
                  <a:pt x="502402" y="74154"/>
                </a:lnTo>
                <a:lnTo>
                  <a:pt x="502402" y="9229"/>
                </a:lnTo>
                <a:lnTo>
                  <a:pt x="483464" y="9229"/>
                </a:lnTo>
                <a:lnTo>
                  <a:pt x="483464" y="0"/>
                </a:lnTo>
                <a:lnTo>
                  <a:pt x="514214" y="0"/>
                </a:lnTo>
                <a:lnTo>
                  <a:pt x="514214" y="74102"/>
                </a:lnTo>
                <a:close/>
                <a:moveTo>
                  <a:pt x="593651" y="74102"/>
                </a:moveTo>
                <a:lnTo>
                  <a:pt x="593672" y="75398"/>
                </a:lnTo>
                <a:lnTo>
                  <a:pt x="593732" y="76640"/>
                </a:lnTo>
                <a:lnTo>
                  <a:pt x="593834" y="77828"/>
                </a:lnTo>
                <a:lnTo>
                  <a:pt x="593976" y="78962"/>
                </a:lnTo>
                <a:lnTo>
                  <a:pt x="594158" y="80042"/>
                </a:lnTo>
                <a:lnTo>
                  <a:pt x="594382" y="81067"/>
                </a:lnTo>
                <a:lnTo>
                  <a:pt x="594645" y="82038"/>
                </a:lnTo>
                <a:lnTo>
                  <a:pt x="594949" y="82954"/>
                </a:lnTo>
                <a:lnTo>
                  <a:pt x="595294" y="83817"/>
                </a:lnTo>
                <a:lnTo>
                  <a:pt x="595680" y="84625"/>
                </a:lnTo>
                <a:lnTo>
                  <a:pt x="596106" y="85379"/>
                </a:lnTo>
                <a:lnTo>
                  <a:pt x="596572" y="86079"/>
                </a:lnTo>
                <a:lnTo>
                  <a:pt x="597078" y="86723"/>
                </a:lnTo>
                <a:lnTo>
                  <a:pt x="597623" y="87311"/>
                </a:lnTo>
                <a:lnTo>
                  <a:pt x="598207" y="87844"/>
                </a:lnTo>
                <a:lnTo>
                  <a:pt x="598830" y="88320"/>
                </a:lnTo>
                <a:lnTo>
                  <a:pt x="599491" y="88740"/>
                </a:lnTo>
                <a:lnTo>
                  <a:pt x="600191" y="89104"/>
                </a:lnTo>
                <a:lnTo>
                  <a:pt x="600930" y="89412"/>
                </a:lnTo>
                <a:lnTo>
                  <a:pt x="601708" y="89664"/>
                </a:lnTo>
                <a:lnTo>
                  <a:pt x="602524" y="89861"/>
                </a:lnTo>
                <a:lnTo>
                  <a:pt x="603380" y="90001"/>
                </a:lnTo>
                <a:lnTo>
                  <a:pt x="604274" y="90085"/>
                </a:lnTo>
                <a:lnTo>
                  <a:pt x="605207" y="90113"/>
                </a:lnTo>
                <a:lnTo>
                  <a:pt x="619009" y="90113"/>
                </a:lnTo>
                <a:lnTo>
                  <a:pt x="619009" y="100111"/>
                </a:lnTo>
                <a:lnTo>
                  <a:pt x="604051" y="100111"/>
                </a:lnTo>
                <a:lnTo>
                  <a:pt x="602319" y="100064"/>
                </a:lnTo>
                <a:lnTo>
                  <a:pt x="600653" y="99923"/>
                </a:lnTo>
                <a:lnTo>
                  <a:pt x="599054" y="99688"/>
                </a:lnTo>
                <a:lnTo>
                  <a:pt x="597521" y="99360"/>
                </a:lnTo>
                <a:lnTo>
                  <a:pt x="596054" y="98937"/>
                </a:lnTo>
                <a:lnTo>
                  <a:pt x="594654" y="98421"/>
                </a:lnTo>
                <a:lnTo>
                  <a:pt x="593321" y="97810"/>
                </a:lnTo>
                <a:lnTo>
                  <a:pt x="592053" y="97106"/>
                </a:lnTo>
                <a:lnTo>
                  <a:pt x="590853" y="96307"/>
                </a:lnTo>
                <a:lnTo>
                  <a:pt x="589718" y="95415"/>
                </a:lnTo>
                <a:lnTo>
                  <a:pt x="588650" y="94429"/>
                </a:lnTo>
                <a:lnTo>
                  <a:pt x="587649" y="93349"/>
                </a:lnTo>
                <a:lnTo>
                  <a:pt x="586721" y="92183"/>
                </a:lnTo>
                <a:lnTo>
                  <a:pt x="585874" y="90938"/>
                </a:lnTo>
                <a:lnTo>
                  <a:pt x="585107" y="89614"/>
                </a:lnTo>
                <a:lnTo>
                  <a:pt x="584421" y="88211"/>
                </a:lnTo>
                <a:lnTo>
                  <a:pt x="583816" y="86730"/>
                </a:lnTo>
                <a:lnTo>
                  <a:pt x="583292" y="85170"/>
                </a:lnTo>
                <a:lnTo>
                  <a:pt x="582848" y="83531"/>
                </a:lnTo>
                <a:lnTo>
                  <a:pt x="582485" y="81813"/>
                </a:lnTo>
                <a:lnTo>
                  <a:pt x="582202" y="80016"/>
                </a:lnTo>
                <a:lnTo>
                  <a:pt x="582000" y="78141"/>
                </a:lnTo>
                <a:lnTo>
                  <a:pt x="581879" y="76187"/>
                </a:lnTo>
                <a:lnTo>
                  <a:pt x="581839" y="74154"/>
                </a:lnTo>
                <a:lnTo>
                  <a:pt x="581839" y="9229"/>
                </a:lnTo>
                <a:lnTo>
                  <a:pt x="562901" y="9229"/>
                </a:lnTo>
                <a:lnTo>
                  <a:pt x="562901" y="0"/>
                </a:lnTo>
                <a:lnTo>
                  <a:pt x="593651" y="0"/>
                </a:lnTo>
                <a:lnTo>
                  <a:pt x="593651" y="74102"/>
                </a:lnTo>
                <a:close/>
                <a:moveTo>
                  <a:pt x="633350" y="28328"/>
                </a:moveTo>
                <a:lnTo>
                  <a:pt x="645612" y="28328"/>
                </a:lnTo>
                <a:lnTo>
                  <a:pt x="666476" y="88574"/>
                </a:lnTo>
                <a:lnTo>
                  <a:pt x="687404" y="28328"/>
                </a:lnTo>
                <a:lnTo>
                  <a:pt x="699665" y="28328"/>
                </a:lnTo>
                <a:lnTo>
                  <a:pt x="674115" y="100111"/>
                </a:lnTo>
                <a:lnTo>
                  <a:pt x="658901" y="100111"/>
                </a:lnTo>
                <a:lnTo>
                  <a:pt x="633350" y="28328"/>
                </a:lnTo>
                <a:close/>
                <a:moveTo>
                  <a:pt x="749765" y="35577"/>
                </a:moveTo>
                <a:lnTo>
                  <a:pt x="750137" y="34824"/>
                </a:lnTo>
                <a:lnTo>
                  <a:pt x="750525" y="34104"/>
                </a:lnTo>
                <a:lnTo>
                  <a:pt x="750930" y="33418"/>
                </a:lnTo>
                <a:lnTo>
                  <a:pt x="751352" y="32765"/>
                </a:lnTo>
                <a:lnTo>
                  <a:pt x="751790" y="32146"/>
                </a:lnTo>
                <a:lnTo>
                  <a:pt x="752244" y="31560"/>
                </a:lnTo>
                <a:lnTo>
                  <a:pt x="752715" y="31008"/>
                </a:lnTo>
                <a:lnTo>
                  <a:pt x="753203" y="30489"/>
                </a:lnTo>
                <a:lnTo>
                  <a:pt x="753707" y="30003"/>
                </a:lnTo>
                <a:lnTo>
                  <a:pt x="754227" y="29551"/>
                </a:lnTo>
                <a:lnTo>
                  <a:pt x="754764" y="29132"/>
                </a:lnTo>
                <a:lnTo>
                  <a:pt x="755318" y="28747"/>
                </a:lnTo>
                <a:lnTo>
                  <a:pt x="755889" y="28394"/>
                </a:lnTo>
                <a:lnTo>
                  <a:pt x="756479" y="28071"/>
                </a:lnTo>
                <a:lnTo>
                  <a:pt x="757089" y="27779"/>
                </a:lnTo>
                <a:lnTo>
                  <a:pt x="757718" y="27518"/>
                </a:lnTo>
                <a:lnTo>
                  <a:pt x="758366" y="27287"/>
                </a:lnTo>
                <a:lnTo>
                  <a:pt x="759033" y="27087"/>
                </a:lnTo>
                <a:lnTo>
                  <a:pt x="759719" y="26918"/>
                </a:lnTo>
                <a:lnTo>
                  <a:pt x="760425" y="26780"/>
                </a:lnTo>
                <a:lnTo>
                  <a:pt x="761150" y="26672"/>
                </a:lnTo>
                <a:lnTo>
                  <a:pt x="761893" y="26595"/>
                </a:lnTo>
                <a:lnTo>
                  <a:pt x="762656" y="26549"/>
                </a:lnTo>
                <a:lnTo>
                  <a:pt x="763439" y="26534"/>
                </a:lnTo>
                <a:lnTo>
                  <a:pt x="764848" y="26580"/>
                </a:lnTo>
                <a:lnTo>
                  <a:pt x="766186" y="26720"/>
                </a:lnTo>
                <a:lnTo>
                  <a:pt x="767453" y="26953"/>
                </a:lnTo>
                <a:lnTo>
                  <a:pt x="768649" y="27279"/>
                </a:lnTo>
                <a:lnTo>
                  <a:pt x="769775" y="27698"/>
                </a:lnTo>
                <a:lnTo>
                  <a:pt x="770829" y="28210"/>
                </a:lnTo>
                <a:lnTo>
                  <a:pt x="771813" y="28815"/>
                </a:lnTo>
                <a:lnTo>
                  <a:pt x="772726" y="29513"/>
                </a:lnTo>
                <a:lnTo>
                  <a:pt x="773568" y="30305"/>
                </a:lnTo>
                <a:lnTo>
                  <a:pt x="774339" y="31189"/>
                </a:lnTo>
                <a:lnTo>
                  <a:pt x="775039" y="32167"/>
                </a:lnTo>
                <a:lnTo>
                  <a:pt x="775668" y="33237"/>
                </a:lnTo>
                <a:lnTo>
                  <a:pt x="776237" y="34437"/>
                </a:lnTo>
                <a:lnTo>
                  <a:pt x="776757" y="35800"/>
                </a:lnTo>
                <a:lnTo>
                  <a:pt x="777227" y="37328"/>
                </a:lnTo>
                <a:lnTo>
                  <a:pt x="777647" y="39020"/>
                </a:lnTo>
                <a:lnTo>
                  <a:pt x="778019" y="40876"/>
                </a:lnTo>
                <a:lnTo>
                  <a:pt x="778340" y="42897"/>
                </a:lnTo>
                <a:lnTo>
                  <a:pt x="778612" y="45082"/>
                </a:lnTo>
                <a:lnTo>
                  <a:pt x="778835" y="47432"/>
                </a:lnTo>
                <a:lnTo>
                  <a:pt x="779008" y="49946"/>
                </a:lnTo>
                <a:lnTo>
                  <a:pt x="779132" y="52624"/>
                </a:lnTo>
                <a:lnTo>
                  <a:pt x="779206" y="55467"/>
                </a:lnTo>
                <a:lnTo>
                  <a:pt x="779231" y="58473"/>
                </a:lnTo>
                <a:lnTo>
                  <a:pt x="779231" y="100111"/>
                </a:lnTo>
                <a:lnTo>
                  <a:pt x="768446" y="100111"/>
                </a:lnTo>
                <a:lnTo>
                  <a:pt x="768446" y="58986"/>
                </a:lnTo>
                <a:lnTo>
                  <a:pt x="768434" y="56532"/>
                </a:lnTo>
                <a:lnTo>
                  <a:pt x="768399" y="54238"/>
                </a:lnTo>
                <a:lnTo>
                  <a:pt x="768340" y="52104"/>
                </a:lnTo>
                <a:lnTo>
                  <a:pt x="768257" y="50130"/>
                </a:lnTo>
                <a:lnTo>
                  <a:pt x="768151" y="48315"/>
                </a:lnTo>
                <a:lnTo>
                  <a:pt x="768021" y="46661"/>
                </a:lnTo>
                <a:lnTo>
                  <a:pt x="767867" y="45167"/>
                </a:lnTo>
                <a:lnTo>
                  <a:pt x="767690" y="43832"/>
                </a:lnTo>
                <a:lnTo>
                  <a:pt x="767489" y="42658"/>
                </a:lnTo>
                <a:lnTo>
                  <a:pt x="767264" y="41643"/>
                </a:lnTo>
                <a:lnTo>
                  <a:pt x="767016" y="40788"/>
                </a:lnTo>
                <a:lnTo>
                  <a:pt x="766745" y="40093"/>
                </a:lnTo>
                <a:lnTo>
                  <a:pt x="766442" y="39504"/>
                </a:lnTo>
                <a:lnTo>
                  <a:pt x="766100" y="38966"/>
                </a:lnTo>
                <a:lnTo>
                  <a:pt x="765720" y="38479"/>
                </a:lnTo>
                <a:lnTo>
                  <a:pt x="765300" y="38044"/>
                </a:lnTo>
                <a:lnTo>
                  <a:pt x="764842" y="37659"/>
                </a:lnTo>
                <a:lnTo>
                  <a:pt x="764345" y="37326"/>
                </a:lnTo>
                <a:lnTo>
                  <a:pt x="763810" y="37044"/>
                </a:lnTo>
                <a:lnTo>
                  <a:pt x="763235" y="36814"/>
                </a:lnTo>
                <a:lnTo>
                  <a:pt x="762622" y="36635"/>
                </a:lnTo>
                <a:lnTo>
                  <a:pt x="761970" y="36506"/>
                </a:lnTo>
                <a:lnTo>
                  <a:pt x="761279" y="36430"/>
                </a:lnTo>
                <a:lnTo>
                  <a:pt x="760550" y="36404"/>
                </a:lnTo>
                <a:lnTo>
                  <a:pt x="759716" y="36431"/>
                </a:lnTo>
                <a:lnTo>
                  <a:pt x="758928" y="36514"/>
                </a:lnTo>
                <a:lnTo>
                  <a:pt x="758184" y="36651"/>
                </a:lnTo>
                <a:lnTo>
                  <a:pt x="757486" y="36842"/>
                </a:lnTo>
                <a:lnTo>
                  <a:pt x="756833" y="37089"/>
                </a:lnTo>
                <a:lnTo>
                  <a:pt x="756224" y="37390"/>
                </a:lnTo>
                <a:lnTo>
                  <a:pt x="755661" y="37747"/>
                </a:lnTo>
                <a:lnTo>
                  <a:pt x="755143" y="38158"/>
                </a:lnTo>
                <a:lnTo>
                  <a:pt x="754670" y="38623"/>
                </a:lnTo>
                <a:lnTo>
                  <a:pt x="754241" y="39144"/>
                </a:lnTo>
                <a:lnTo>
                  <a:pt x="753858" y="39719"/>
                </a:lnTo>
                <a:lnTo>
                  <a:pt x="753520" y="40350"/>
                </a:lnTo>
                <a:lnTo>
                  <a:pt x="753218" y="41082"/>
                </a:lnTo>
                <a:lnTo>
                  <a:pt x="752942" y="41963"/>
                </a:lnTo>
                <a:lnTo>
                  <a:pt x="752692" y="42994"/>
                </a:lnTo>
                <a:lnTo>
                  <a:pt x="752468" y="44174"/>
                </a:lnTo>
                <a:lnTo>
                  <a:pt x="752271" y="45503"/>
                </a:lnTo>
                <a:lnTo>
                  <a:pt x="752100" y="46982"/>
                </a:lnTo>
                <a:lnTo>
                  <a:pt x="751955" y="48609"/>
                </a:lnTo>
                <a:lnTo>
                  <a:pt x="751837" y="50386"/>
                </a:lnTo>
                <a:lnTo>
                  <a:pt x="751745" y="52312"/>
                </a:lnTo>
                <a:lnTo>
                  <a:pt x="751679" y="54388"/>
                </a:lnTo>
                <a:lnTo>
                  <a:pt x="751640" y="56612"/>
                </a:lnTo>
                <a:lnTo>
                  <a:pt x="751626" y="58986"/>
                </a:lnTo>
                <a:lnTo>
                  <a:pt x="751626" y="100111"/>
                </a:lnTo>
                <a:lnTo>
                  <a:pt x="740841" y="100111"/>
                </a:lnTo>
                <a:lnTo>
                  <a:pt x="740841" y="58986"/>
                </a:lnTo>
                <a:lnTo>
                  <a:pt x="740829" y="56502"/>
                </a:lnTo>
                <a:lnTo>
                  <a:pt x="740791" y="54182"/>
                </a:lnTo>
                <a:lnTo>
                  <a:pt x="740727" y="52025"/>
                </a:lnTo>
                <a:lnTo>
                  <a:pt x="740638" y="50033"/>
                </a:lnTo>
                <a:lnTo>
                  <a:pt x="740524" y="48204"/>
                </a:lnTo>
                <a:lnTo>
                  <a:pt x="740384" y="46540"/>
                </a:lnTo>
                <a:lnTo>
                  <a:pt x="740219" y="45040"/>
                </a:lnTo>
                <a:lnTo>
                  <a:pt x="740028" y="43703"/>
                </a:lnTo>
                <a:lnTo>
                  <a:pt x="739812" y="42531"/>
                </a:lnTo>
                <a:lnTo>
                  <a:pt x="739571" y="41522"/>
                </a:lnTo>
                <a:lnTo>
                  <a:pt x="739304" y="40678"/>
                </a:lnTo>
                <a:lnTo>
                  <a:pt x="739012" y="39997"/>
                </a:lnTo>
                <a:lnTo>
                  <a:pt x="738687" y="39423"/>
                </a:lnTo>
                <a:lnTo>
                  <a:pt x="738321" y="38899"/>
                </a:lnTo>
                <a:lnTo>
                  <a:pt x="737914" y="38425"/>
                </a:lnTo>
                <a:lnTo>
                  <a:pt x="737467" y="38001"/>
                </a:lnTo>
                <a:lnTo>
                  <a:pt x="736980" y="37627"/>
                </a:lnTo>
                <a:lnTo>
                  <a:pt x="736452" y="37302"/>
                </a:lnTo>
                <a:lnTo>
                  <a:pt x="735883" y="37028"/>
                </a:lnTo>
                <a:lnTo>
                  <a:pt x="735274" y="36803"/>
                </a:lnTo>
                <a:lnTo>
                  <a:pt x="734624" y="36629"/>
                </a:lnTo>
                <a:lnTo>
                  <a:pt x="733934" y="36504"/>
                </a:lnTo>
                <a:lnTo>
                  <a:pt x="733203" y="36429"/>
                </a:lnTo>
                <a:lnTo>
                  <a:pt x="732432" y="36404"/>
                </a:lnTo>
                <a:lnTo>
                  <a:pt x="731670" y="36431"/>
                </a:lnTo>
                <a:lnTo>
                  <a:pt x="730949" y="36514"/>
                </a:lnTo>
                <a:lnTo>
                  <a:pt x="730267" y="36651"/>
                </a:lnTo>
                <a:lnTo>
                  <a:pt x="729625" y="36842"/>
                </a:lnTo>
                <a:lnTo>
                  <a:pt x="729022" y="37089"/>
                </a:lnTo>
                <a:lnTo>
                  <a:pt x="728459" y="37390"/>
                </a:lnTo>
                <a:lnTo>
                  <a:pt x="727936" y="37747"/>
                </a:lnTo>
                <a:lnTo>
                  <a:pt x="727453" y="38158"/>
                </a:lnTo>
                <a:lnTo>
                  <a:pt x="727009" y="38623"/>
                </a:lnTo>
                <a:lnTo>
                  <a:pt x="726605" y="39144"/>
                </a:lnTo>
                <a:lnTo>
                  <a:pt x="726240" y="39719"/>
                </a:lnTo>
                <a:lnTo>
                  <a:pt x="725916" y="40350"/>
                </a:lnTo>
                <a:lnTo>
                  <a:pt x="725623" y="41082"/>
                </a:lnTo>
                <a:lnTo>
                  <a:pt x="725357" y="41963"/>
                </a:lnTo>
                <a:lnTo>
                  <a:pt x="725115" y="42994"/>
                </a:lnTo>
                <a:lnTo>
                  <a:pt x="724899" y="44174"/>
                </a:lnTo>
                <a:lnTo>
                  <a:pt x="724709" y="45503"/>
                </a:lnTo>
                <a:lnTo>
                  <a:pt x="724543" y="46982"/>
                </a:lnTo>
                <a:lnTo>
                  <a:pt x="724404" y="48609"/>
                </a:lnTo>
                <a:lnTo>
                  <a:pt x="724289" y="50386"/>
                </a:lnTo>
                <a:lnTo>
                  <a:pt x="724200" y="52312"/>
                </a:lnTo>
                <a:lnTo>
                  <a:pt x="724137" y="54388"/>
                </a:lnTo>
                <a:lnTo>
                  <a:pt x="724099" y="56612"/>
                </a:lnTo>
                <a:lnTo>
                  <a:pt x="724086" y="58986"/>
                </a:lnTo>
                <a:lnTo>
                  <a:pt x="724086" y="100111"/>
                </a:lnTo>
                <a:lnTo>
                  <a:pt x="713365" y="100111"/>
                </a:lnTo>
                <a:lnTo>
                  <a:pt x="713365" y="28328"/>
                </a:lnTo>
                <a:lnTo>
                  <a:pt x="724086" y="28328"/>
                </a:lnTo>
                <a:lnTo>
                  <a:pt x="724086" y="34433"/>
                </a:lnTo>
                <a:lnTo>
                  <a:pt x="724446" y="33804"/>
                </a:lnTo>
                <a:lnTo>
                  <a:pt x="724822" y="33200"/>
                </a:lnTo>
                <a:lnTo>
                  <a:pt x="725211" y="32621"/>
                </a:lnTo>
                <a:lnTo>
                  <a:pt x="725616" y="32068"/>
                </a:lnTo>
                <a:lnTo>
                  <a:pt x="726035" y="31540"/>
                </a:lnTo>
                <a:lnTo>
                  <a:pt x="726469" y="31037"/>
                </a:lnTo>
                <a:lnTo>
                  <a:pt x="726918" y="30560"/>
                </a:lnTo>
                <a:lnTo>
                  <a:pt x="727381" y="30109"/>
                </a:lnTo>
                <a:lnTo>
                  <a:pt x="727860" y="29683"/>
                </a:lnTo>
                <a:lnTo>
                  <a:pt x="728352" y="29282"/>
                </a:lnTo>
                <a:lnTo>
                  <a:pt x="728860" y="28907"/>
                </a:lnTo>
                <a:lnTo>
                  <a:pt x="729382" y="28557"/>
                </a:lnTo>
                <a:lnTo>
                  <a:pt x="729918" y="28234"/>
                </a:lnTo>
                <a:lnTo>
                  <a:pt x="730466" y="27939"/>
                </a:lnTo>
                <a:lnTo>
                  <a:pt x="731025" y="27672"/>
                </a:lnTo>
                <a:lnTo>
                  <a:pt x="731597" y="27433"/>
                </a:lnTo>
                <a:lnTo>
                  <a:pt x="732181" y="27222"/>
                </a:lnTo>
                <a:lnTo>
                  <a:pt x="732777" y="27040"/>
                </a:lnTo>
                <a:lnTo>
                  <a:pt x="733385" y="26885"/>
                </a:lnTo>
                <a:lnTo>
                  <a:pt x="734004" y="26759"/>
                </a:lnTo>
                <a:lnTo>
                  <a:pt x="734636" y="26660"/>
                </a:lnTo>
                <a:lnTo>
                  <a:pt x="735280" y="26590"/>
                </a:lnTo>
                <a:lnTo>
                  <a:pt x="735936" y="26548"/>
                </a:lnTo>
                <a:lnTo>
                  <a:pt x="736604" y="26534"/>
                </a:lnTo>
                <a:lnTo>
                  <a:pt x="737406" y="26549"/>
                </a:lnTo>
                <a:lnTo>
                  <a:pt x="738185" y="26596"/>
                </a:lnTo>
                <a:lnTo>
                  <a:pt x="738942" y="26674"/>
                </a:lnTo>
                <a:lnTo>
                  <a:pt x="739675" y="26783"/>
                </a:lnTo>
                <a:lnTo>
                  <a:pt x="740386" y="26924"/>
                </a:lnTo>
                <a:lnTo>
                  <a:pt x="741074" y="27095"/>
                </a:lnTo>
                <a:lnTo>
                  <a:pt x="741739" y="27298"/>
                </a:lnTo>
                <a:lnTo>
                  <a:pt x="742382" y="27532"/>
                </a:lnTo>
                <a:lnTo>
                  <a:pt x="743002" y="27797"/>
                </a:lnTo>
                <a:lnTo>
                  <a:pt x="743599" y="28093"/>
                </a:lnTo>
                <a:lnTo>
                  <a:pt x="744174" y="28420"/>
                </a:lnTo>
                <a:lnTo>
                  <a:pt x="744725" y="28779"/>
                </a:lnTo>
                <a:lnTo>
                  <a:pt x="745256" y="29169"/>
                </a:lnTo>
                <a:lnTo>
                  <a:pt x="745766" y="29591"/>
                </a:lnTo>
                <a:lnTo>
                  <a:pt x="746256" y="30045"/>
                </a:lnTo>
                <a:lnTo>
                  <a:pt x="746726" y="30531"/>
                </a:lnTo>
                <a:lnTo>
                  <a:pt x="747176" y="31050"/>
                </a:lnTo>
                <a:lnTo>
                  <a:pt x="747606" y="31600"/>
                </a:lnTo>
                <a:lnTo>
                  <a:pt x="748016" y="32183"/>
                </a:lnTo>
                <a:lnTo>
                  <a:pt x="748406" y="32797"/>
                </a:lnTo>
                <a:lnTo>
                  <a:pt x="748776" y="33444"/>
                </a:lnTo>
                <a:lnTo>
                  <a:pt x="749125" y="34123"/>
                </a:lnTo>
                <a:lnTo>
                  <a:pt x="749455" y="34834"/>
                </a:lnTo>
                <a:lnTo>
                  <a:pt x="749765" y="35577"/>
                </a:lnTo>
                <a:close/>
                <a:moveTo>
                  <a:pt x="814179" y="76910"/>
                </a:moveTo>
                <a:lnTo>
                  <a:pt x="834209" y="76910"/>
                </a:lnTo>
                <a:lnTo>
                  <a:pt x="834209" y="93918"/>
                </a:lnTo>
                <a:lnTo>
                  <a:pt x="819957" y="121582"/>
                </a:lnTo>
                <a:lnTo>
                  <a:pt x="807118" y="121646"/>
                </a:lnTo>
                <a:lnTo>
                  <a:pt x="814179" y="93918"/>
                </a:lnTo>
                <a:lnTo>
                  <a:pt x="814179" y="76910"/>
                </a:lnTo>
                <a:close/>
                <a:moveTo>
                  <a:pt x="911399" y="74102"/>
                </a:moveTo>
                <a:lnTo>
                  <a:pt x="911419" y="75398"/>
                </a:lnTo>
                <a:lnTo>
                  <a:pt x="911480" y="76640"/>
                </a:lnTo>
                <a:lnTo>
                  <a:pt x="911582" y="77828"/>
                </a:lnTo>
                <a:lnTo>
                  <a:pt x="911724" y="78962"/>
                </a:lnTo>
                <a:lnTo>
                  <a:pt x="911906" y="80042"/>
                </a:lnTo>
                <a:lnTo>
                  <a:pt x="912129" y="81067"/>
                </a:lnTo>
                <a:lnTo>
                  <a:pt x="912393" y="82038"/>
                </a:lnTo>
                <a:lnTo>
                  <a:pt x="912697" y="82954"/>
                </a:lnTo>
                <a:lnTo>
                  <a:pt x="913042" y="83817"/>
                </a:lnTo>
                <a:lnTo>
                  <a:pt x="913427" y="84625"/>
                </a:lnTo>
                <a:lnTo>
                  <a:pt x="913853" y="85379"/>
                </a:lnTo>
                <a:lnTo>
                  <a:pt x="914320" y="86079"/>
                </a:lnTo>
                <a:lnTo>
                  <a:pt x="914826" y="86723"/>
                </a:lnTo>
                <a:lnTo>
                  <a:pt x="915371" y="87311"/>
                </a:lnTo>
                <a:lnTo>
                  <a:pt x="915955" y="87844"/>
                </a:lnTo>
                <a:lnTo>
                  <a:pt x="916578" y="88320"/>
                </a:lnTo>
                <a:lnTo>
                  <a:pt x="917239" y="88740"/>
                </a:lnTo>
                <a:lnTo>
                  <a:pt x="917939" y="89104"/>
                </a:lnTo>
                <a:lnTo>
                  <a:pt x="918678" y="89412"/>
                </a:lnTo>
                <a:lnTo>
                  <a:pt x="919456" y="89664"/>
                </a:lnTo>
                <a:lnTo>
                  <a:pt x="920272" y="89861"/>
                </a:lnTo>
                <a:lnTo>
                  <a:pt x="921127" y="90001"/>
                </a:lnTo>
                <a:lnTo>
                  <a:pt x="922022" y="90085"/>
                </a:lnTo>
                <a:lnTo>
                  <a:pt x="922954" y="90113"/>
                </a:lnTo>
                <a:lnTo>
                  <a:pt x="936757" y="90113"/>
                </a:lnTo>
                <a:lnTo>
                  <a:pt x="936757" y="100111"/>
                </a:lnTo>
                <a:lnTo>
                  <a:pt x="921799" y="100111"/>
                </a:lnTo>
                <a:lnTo>
                  <a:pt x="920067" y="100064"/>
                </a:lnTo>
                <a:lnTo>
                  <a:pt x="918401" y="99923"/>
                </a:lnTo>
                <a:lnTo>
                  <a:pt x="916802" y="99688"/>
                </a:lnTo>
                <a:lnTo>
                  <a:pt x="915269" y="99360"/>
                </a:lnTo>
                <a:lnTo>
                  <a:pt x="913802" y="98937"/>
                </a:lnTo>
                <a:lnTo>
                  <a:pt x="912402" y="98421"/>
                </a:lnTo>
                <a:lnTo>
                  <a:pt x="911068" y="97810"/>
                </a:lnTo>
                <a:lnTo>
                  <a:pt x="909801" y="97106"/>
                </a:lnTo>
                <a:lnTo>
                  <a:pt x="908600" y="96307"/>
                </a:lnTo>
                <a:lnTo>
                  <a:pt x="907466" y="95415"/>
                </a:lnTo>
                <a:lnTo>
                  <a:pt x="906398" y="94429"/>
                </a:lnTo>
                <a:lnTo>
                  <a:pt x="905397" y="93349"/>
                </a:lnTo>
                <a:lnTo>
                  <a:pt x="904469" y="92183"/>
                </a:lnTo>
                <a:lnTo>
                  <a:pt x="903621" y="90938"/>
                </a:lnTo>
                <a:lnTo>
                  <a:pt x="902855" y="89614"/>
                </a:lnTo>
                <a:lnTo>
                  <a:pt x="902169" y="88211"/>
                </a:lnTo>
                <a:lnTo>
                  <a:pt x="901564" y="86730"/>
                </a:lnTo>
                <a:lnTo>
                  <a:pt x="901039" y="85170"/>
                </a:lnTo>
                <a:lnTo>
                  <a:pt x="900595" y="83531"/>
                </a:lnTo>
                <a:lnTo>
                  <a:pt x="900232" y="81813"/>
                </a:lnTo>
                <a:lnTo>
                  <a:pt x="899950" y="80016"/>
                </a:lnTo>
                <a:lnTo>
                  <a:pt x="899748" y="78141"/>
                </a:lnTo>
                <a:lnTo>
                  <a:pt x="899627" y="76187"/>
                </a:lnTo>
                <a:lnTo>
                  <a:pt x="899587" y="74154"/>
                </a:lnTo>
                <a:lnTo>
                  <a:pt x="899587" y="9229"/>
                </a:lnTo>
                <a:lnTo>
                  <a:pt x="880649" y="9229"/>
                </a:lnTo>
                <a:lnTo>
                  <a:pt x="880649" y="0"/>
                </a:lnTo>
                <a:lnTo>
                  <a:pt x="911399" y="0"/>
                </a:lnTo>
                <a:lnTo>
                  <a:pt x="911399" y="74102"/>
                </a:lnTo>
                <a:close/>
                <a:moveTo>
                  <a:pt x="964965" y="28585"/>
                </a:moveTo>
                <a:lnTo>
                  <a:pt x="995201" y="28585"/>
                </a:lnTo>
                <a:lnTo>
                  <a:pt x="995201" y="90882"/>
                </a:lnTo>
                <a:lnTo>
                  <a:pt x="1018633" y="90882"/>
                </a:lnTo>
                <a:lnTo>
                  <a:pt x="1018633" y="100111"/>
                </a:lnTo>
                <a:lnTo>
                  <a:pt x="959957" y="100111"/>
                </a:lnTo>
                <a:lnTo>
                  <a:pt x="959957" y="90882"/>
                </a:lnTo>
                <a:lnTo>
                  <a:pt x="983389" y="90882"/>
                </a:lnTo>
                <a:lnTo>
                  <a:pt x="983389" y="37814"/>
                </a:lnTo>
                <a:lnTo>
                  <a:pt x="964965" y="37814"/>
                </a:lnTo>
                <a:lnTo>
                  <a:pt x="964965" y="28585"/>
                </a:lnTo>
                <a:moveTo>
                  <a:pt x="983389" y="641"/>
                </a:moveTo>
                <a:lnTo>
                  <a:pt x="995201" y="641"/>
                </a:lnTo>
                <a:lnTo>
                  <a:pt x="995201" y="15510"/>
                </a:lnTo>
                <a:lnTo>
                  <a:pt x="983389" y="15510"/>
                </a:lnTo>
                <a:lnTo>
                  <a:pt x="983389" y="641"/>
                </a:lnTo>
                <a:close/>
                <a:moveTo>
                  <a:pt x="1091586" y="55585"/>
                </a:moveTo>
                <a:lnTo>
                  <a:pt x="1091586" y="100111"/>
                </a:lnTo>
                <a:lnTo>
                  <a:pt x="1079710" y="100111"/>
                </a:lnTo>
                <a:lnTo>
                  <a:pt x="1079710" y="55585"/>
                </a:lnTo>
                <a:lnTo>
                  <a:pt x="1079686" y="54006"/>
                </a:lnTo>
                <a:lnTo>
                  <a:pt x="1079615" y="52499"/>
                </a:lnTo>
                <a:lnTo>
                  <a:pt x="1079497" y="51062"/>
                </a:lnTo>
                <a:lnTo>
                  <a:pt x="1079332" y="49697"/>
                </a:lnTo>
                <a:lnTo>
                  <a:pt x="1079119" y="48403"/>
                </a:lnTo>
                <a:lnTo>
                  <a:pt x="1078859" y="47181"/>
                </a:lnTo>
                <a:lnTo>
                  <a:pt x="1078552" y="46030"/>
                </a:lnTo>
                <a:lnTo>
                  <a:pt x="1078198" y="44950"/>
                </a:lnTo>
                <a:lnTo>
                  <a:pt x="1077796" y="43941"/>
                </a:lnTo>
                <a:lnTo>
                  <a:pt x="1077347" y="43004"/>
                </a:lnTo>
                <a:lnTo>
                  <a:pt x="1076851" y="42138"/>
                </a:lnTo>
                <a:lnTo>
                  <a:pt x="1076307" y="41343"/>
                </a:lnTo>
                <a:lnTo>
                  <a:pt x="1075714" y="40616"/>
                </a:lnTo>
                <a:lnTo>
                  <a:pt x="1075066" y="39951"/>
                </a:lnTo>
                <a:lnTo>
                  <a:pt x="1074365" y="39350"/>
                </a:lnTo>
                <a:lnTo>
                  <a:pt x="1073611" y="38813"/>
                </a:lnTo>
                <a:lnTo>
                  <a:pt x="1072803" y="38338"/>
                </a:lnTo>
                <a:lnTo>
                  <a:pt x="1071942" y="37927"/>
                </a:lnTo>
                <a:lnTo>
                  <a:pt x="1071027" y="37579"/>
                </a:lnTo>
                <a:lnTo>
                  <a:pt x="1070059" y="37295"/>
                </a:lnTo>
                <a:lnTo>
                  <a:pt x="1069037" y="37073"/>
                </a:lnTo>
                <a:lnTo>
                  <a:pt x="1067962" y="36915"/>
                </a:lnTo>
                <a:lnTo>
                  <a:pt x="1066833" y="36820"/>
                </a:lnTo>
                <a:lnTo>
                  <a:pt x="1065651" y="36789"/>
                </a:lnTo>
                <a:lnTo>
                  <a:pt x="1064297" y="36829"/>
                </a:lnTo>
                <a:lnTo>
                  <a:pt x="1062996" y="36952"/>
                </a:lnTo>
                <a:lnTo>
                  <a:pt x="1061749" y="37155"/>
                </a:lnTo>
                <a:lnTo>
                  <a:pt x="1060554" y="37441"/>
                </a:lnTo>
                <a:lnTo>
                  <a:pt x="1059413" y="37808"/>
                </a:lnTo>
                <a:lnTo>
                  <a:pt x="1058324" y="38256"/>
                </a:lnTo>
                <a:lnTo>
                  <a:pt x="1057289" y="38786"/>
                </a:lnTo>
                <a:lnTo>
                  <a:pt x="1056307" y="39398"/>
                </a:lnTo>
                <a:lnTo>
                  <a:pt x="1055377" y="40091"/>
                </a:lnTo>
                <a:lnTo>
                  <a:pt x="1054501" y="40865"/>
                </a:lnTo>
                <a:lnTo>
                  <a:pt x="1053678" y="41721"/>
                </a:lnTo>
                <a:lnTo>
                  <a:pt x="1052908" y="42659"/>
                </a:lnTo>
                <a:lnTo>
                  <a:pt x="1052195" y="43673"/>
                </a:lnTo>
                <a:lnTo>
                  <a:pt x="1051544" y="44757"/>
                </a:lnTo>
                <a:lnTo>
                  <a:pt x="1050956" y="45913"/>
                </a:lnTo>
                <a:lnTo>
                  <a:pt x="1050429" y="47139"/>
                </a:lnTo>
                <a:lnTo>
                  <a:pt x="1049964" y="48436"/>
                </a:lnTo>
                <a:lnTo>
                  <a:pt x="1049561" y="49804"/>
                </a:lnTo>
                <a:lnTo>
                  <a:pt x="1049221" y="51243"/>
                </a:lnTo>
                <a:lnTo>
                  <a:pt x="1048942" y="52752"/>
                </a:lnTo>
                <a:lnTo>
                  <a:pt x="1048725" y="54333"/>
                </a:lnTo>
                <a:lnTo>
                  <a:pt x="1048570" y="55984"/>
                </a:lnTo>
                <a:lnTo>
                  <a:pt x="1048477" y="57706"/>
                </a:lnTo>
                <a:lnTo>
                  <a:pt x="1048446" y="59499"/>
                </a:lnTo>
                <a:lnTo>
                  <a:pt x="1048446" y="100111"/>
                </a:lnTo>
                <a:lnTo>
                  <a:pt x="1036634" y="100111"/>
                </a:lnTo>
                <a:lnTo>
                  <a:pt x="1036634" y="28328"/>
                </a:lnTo>
                <a:lnTo>
                  <a:pt x="1048446" y="28328"/>
                </a:lnTo>
                <a:lnTo>
                  <a:pt x="1048446" y="39034"/>
                </a:lnTo>
                <a:lnTo>
                  <a:pt x="1048986" y="38029"/>
                </a:lnTo>
                <a:lnTo>
                  <a:pt x="1049557" y="37066"/>
                </a:lnTo>
                <a:lnTo>
                  <a:pt x="1050159" y="36144"/>
                </a:lnTo>
                <a:lnTo>
                  <a:pt x="1050793" y="35263"/>
                </a:lnTo>
                <a:lnTo>
                  <a:pt x="1051457" y="34424"/>
                </a:lnTo>
                <a:lnTo>
                  <a:pt x="1052153" y="33626"/>
                </a:lnTo>
                <a:lnTo>
                  <a:pt x="1052880" y="32870"/>
                </a:lnTo>
                <a:lnTo>
                  <a:pt x="1053639" y="32155"/>
                </a:lnTo>
                <a:lnTo>
                  <a:pt x="1054428" y="31481"/>
                </a:lnTo>
                <a:lnTo>
                  <a:pt x="1055249" y="30849"/>
                </a:lnTo>
                <a:lnTo>
                  <a:pt x="1056101" y="30258"/>
                </a:lnTo>
                <a:lnTo>
                  <a:pt x="1056984" y="29708"/>
                </a:lnTo>
                <a:lnTo>
                  <a:pt x="1057897" y="29201"/>
                </a:lnTo>
                <a:lnTo>
                  <a:pt x="1058837" y="28738"/>
                </a:lnTo>
                <a:lnTo>
                  <a:pt x="1059805" y="28320"/>
                </a:lnTo>
                <a:lnTo>
                  <a:pt x="1060800" y="27945"/>
                </a:lnTo>
                <a:lnTo>
                  <a:pt x="1061823" y="27614"/>
                </a:lnTo>
                <a:lnTo>
                  <a:pt x="1062874" y="27328"/>
                </a:lnTo>
                <a:lnTo>
                  <a:pt x="1063953" y="27085"/>
                </a:lnTo>
                <a:lnTo>
                  <a:pt x="1065059" y="26887"/>
                </a:lnTo>
                <a:lnTo>
                  <a:pt x="1066192" y="26732"/>
                </a:lnTo>
                <a:lnTo>
                  <a:pt x="1067354" y="26622"/>
                </a:lnTo>
                <a:lnTo>
                  <a:pt x="1068543" y="26556"/>
                </a:lnTo>
                <a:lnTo>
                  <a:pt x="1069759" y="26534"/>
                </a:lnTo>
                <a:lnTo>
                  <a:pt x="1071550" y="26584"/>
                </a:lnTo>
                <a:lnTo>
                  <a:pt x="1073264" y="26734"/>
                </a:lnTo>
                <a:lnTo>
                  <a:pt x="1074901" y="26985"/>
                </a:lnTo>
                <a:lnTo>
                  <a:pt x="1076461" y="27335"/>
                </a:lnTo>
                <a:lnTo>
                  <a:pt x="1077943" y="27786"/>
                </a:lnTo>
                <a:lnTo>
                  <a:pt x="1079349" y="28337"/>
                </a:lnTo>
                <a:lnTo>
                  <a:pt x="1080677" y="28989"/>
                </a:lnTo>
                <a:lnTo>
                  <a:pt x="1081928" y="29740"/>
                </a:lnTo>
                <a:lnTo>
                  <a:pt x="1083102" y="30592"/>
                </a:lnTo>
                <a:lnTo>
                  <a:pt x="1084199" y="31544"/>
                </a:lnTo>
                <a:lnTo>
                  <a:pt x="1085219" y="32596"/>
                </a:lnTo>
                <a:lnTo>
                  <a:pt x="1086161" y="33748"/>
                </a:lnTo>
                <a:lnTo>
                  <a:pt x="1087028" y="35002"/>
                </a:lnTo>
                <a:lnTo>
                  <a:pt x="1087819" y="36359"/>
                </a:lnTo>
                <a:lnTo>
                  <a:pt x="1088535" y="37818"/>
                </a:lnTo>
                <a:lnTo>
                  <a:pt x="1089175" y="39381"/>
                </a:lnTo>
                <a:lnTo>
                  <a:pt x="1089740" y="41046"/>
                </a:lnTo>
                <a:lnTo>
                  <a:pt x="1090230" y="42815"/>
                </a:lnTo>
                <a:lnTo>
                  <a:pt x="1090644" y="44686"/>
                </a:lnTo>
                <a:lnTo>
                  <a:pt x="1090983" y="46660"/>
                </a:lnTo>
                <a:lnTo>
                  <a:pt x="1091247" y="48737"/>
                </a:lnTo>
                <a:lnTo>
                  <a:pt x="1091435" y="50917"/>
                </a:lnTo>
                <a:lnTo>
                  <a:pt x="1091548" y="53200"/>
                </a:lnTo>
                <a:lnTo>
                  <a:pt x="1091586" y="55585"/>
                </a:lnTo>
                <a:close/>
                <a:moveTo>
                  <a:pt x="1148619" y="63963"/>
                </a:moveTo>
                <a:lnTo>
                  <a:pt x="1144703" y="63963"/>
                </a:lnTo>
                <a:lnTo>
                  <a:pt x="1143015" y="63989"/>
                </a:lnTo>
                <a:lnTo>
                  <a:pt x="1141399" y="64064"/>
                </a:lnTo>
                <a:lnTo>
                  <a:pt x="1139854" y="64191"/>
                </a:lnTo>
                <a:lnTo>
                  <a:pt x="1138379" y="64368"/>
                </a:lnTo>
                <a:lnTo>
                  <a:pt x="1136976" y="64595"/>
                </a:lnTo>
                <a:lnTo>
                  <a:pt x="1135643" y="64873"/>
                </a:lnTo>
                <a:lnTo>
                  <a:pt x="1134381" y="65202"/>
                </a:lnTo>
                <a:lnTo>
                  <a:pt x="1133190" y="65581"/>
                </a:lnTo>
                <a:lnTo>
                  <a:pt x="1132070" y="66010"/>
                </a:lnTo>
                <a:lnTo>
                  <a:pt x="1131021" y="66491"/>
                </a:lnTo>
                <a:lnTo>
                  <a:pt x="1130042" y="67021"/>
                </a:lnTo>
                <a:lnTo>
                  <a:pt x="1129135" y="67603"/>
                </a:lnTo>
                <a:lnTo>
                  <a:pt x="1128299" y="68234"/>
                </a:lnTo>
                <a:lnTo>
                  <a:pt x="1127536" y="68914"/>
                </a:lnTo>
                <a:lnTo>
                  <a:pt x="1126846" y="69644"/>
                </a:lnTo>
                <a:lnTo>
                  <a:pt x="1126228" y="70424"/>
                </a:lnTo>
                <a:lnTo>
                  <a:pt x="1125683" y="71254"/>
                </a:lnTo>
                <a:lnTo>
                  <a:pt x="1125211" y="72133"/>
                </a:lnTo>
                <a:lnTo>
                  <a:pt x="1124811" y="73062"/>
                </a:lnTo>
                <a:lnTo>
                  <a:pt x="1124484" y="74040"/>
                </a:lnTo>
                <a:lnTo>
                  <a:pt x="1124230" y="75068"/>
                </a:lnTo>
                <a:lnTo>
                  <a:pt x="1124048" y="76146"/>
                </a:lnTo>
                <a:lnTo>
                  <a:pt x="1123939" y="77273"/>
                </a:lnTo>
                <a:lnTo>
                  <a:pt x="1123903" y="78450"/>
                </a:lnTo>
                <a:lnTo>
                  <a:pt x="1123930" y="79514"/>
                </a:lnTo>
                <a:lnTo>
                  <a:pt x="1124012" y="80537"/>
                </a:lnTo>
                <a:lnTo>
                  <a:pt x="1124148" y="81521"/>
                </a:lnTo>
                <a:lnTo>
                  <a:pt x="1124338" y="82464"/>
                </a:lnTo>
                <a:lnTo>
                  <a:pt x="1124583" y="83366"/>
                </a:lnTo>
                <a:lnTo>
                  <a:pt x="1124882" y="84229"/>
                </a:lnTo>
                <a:lnTo>
                  <a:pt x="1125235" y="85051"/>
                </a:lnTo>
                <a:lnTo>
                  <a:pt x="1125643" y="85833"/>
                </a:lnTo>
                <a:lnTo>
                  <a:pt x="1126106" y="86575"/>
                </a:lnTo>
                <a:lnTo>
                  <a:pt x="1126622" y="87276"/>
                </a:lnTo>
                <a:lnTo>
                  <a:pt x="1127193" y="87937"/>
                </a:lnTo>
                <a:lnTo>
                  <a:pt x="1127819" y="88558"/>
                </a:lnTo>
                <a:lnTo>
                  <a:pt x="1128492" y="89134"/>
                </a:lnTo>
                <a:lnTo>
                  <a:pt x="1129208" y="89660"/>
                </a:lnTo>
                <a:lnTo>
                  <a:pt x="1129965" y="90136"/>
                </a:lnTo>
                <a:lnTo>
                  <a:pt x="1130765" y="90561"/>
                </a:lnTo>
                <a:lnTo>
                  <a:pt x="1131606" y="90937"/>
                </a:lnTo>
                <a:lnTo>
                  <a:pt x="1132489" y="91262"/>
                </a:lnTo>
                <a:lnTo>
                  <a:pt x="1133414" y="91538"/>
                </a:lnTo>
                <a:lnTo>
                  <a:pt x="1134381" y="91763"/>
                </a:lnTo>
                <a:lnTo>
                  <a:pt x="1135390" y="91938"/>
                </a:lnTo>
                <a:lnTo>
                  <a:pt x="1136441" y="92063"/>
                </a:lnTo>
                <a:lnTo>
                  <a:pt x="1137534" y="92139"/>
                </a:lnTo>
                <a:lnTo>
                  <a:pt x="1138668" y="92164"/>
                </a:lnTo>
                <a:lnTo>
                  <a:pt x="1140265" y="92116"/>
                </a:lnTo>
                <a:lnTo>
                  <a:pt x="1141805" y="91975"/>
                </a:lnTo>
                <a:lnTo>
                  <a:pt x="1143286" y="91739"/>
                </a:lnTo>
                <a:lnTo>
                  <a:pt x="1144710" y="91409"/>
                </a:lnTo>
                <a:lnTo>
                  <a:pt x="1146075" y="90984"/>
                </a:lnTo>
                <a:lnTo>
                  <a:pt x="1147383" y="90466"/>
                </a:lnTo>
                <a:lnTo>
                  <a:pt x="1148632" y="89853"/>
                </a:lnTo>
                <a:lnTo>
                  <a:pt x="1149824" y="89145"/>
                </a:lnTo>
                <a:lnTo>
                  <a:pt x="1150958" y="88343"/>
                </a:lnTo>
                <a:lnTo>
                  <a:pt x="1152033" y="87447"/>
                </a:lnTo>
                <a:lnTo>
                  <a:pt x="1153051" y="86457"/>
                </a:lnTo>
                <a:lnTo>
                  <a:pt x="1154011" y="85372"/>
                </a:lnTo>
                <a:lnTo>
                  <a:pt x="1154904" y="84204"/>
                </a:lnTo>
                <a:lnTo>
                  <a:pt x="1155719" y="82963"/>
                </a:lnTo>
                <a:lnTo>
                  <a:pt x="1156459" y="81651"/>
                </a:lnTo>
                <a:lnTo>
                  <a:pt x="1157121" y="80267"/>
                </a:lnTo>
                <a:lnTo>
                  <a:pt x="1157707" y="78811"/>
                </a:lnTo>
                <a:lnTo>
                  <a:pt x="1158216" y="77283"/>
                </a:lnTo>
                <a:lnTo>
                  <a:pt x="1158648" y="75683"/>
                </a:lnTo>
                <a:lnTo>
                  <a:pt x="1159004" y="74011"/>
                </a:lnTo>
                <a:lnTo>
                  <a:pt x="1159283" y="72267"/>
                </a:lnTo>
                <a:lnTo>
                  <a:pt x="1159486" y="70451"/>
                </a:lnTo>
                <a:lnTo>
                  <a:pt x="1159611" y="68563"/>
                </a:lnTo>
                <a:lnTo>
                  <a:pt x="1159660" y="66603"/>
                </a:lnTo>
                <a:lnTo>
                  <a:pt x="1159660" y="63963"/>
                </a:lnTo>
                <a:lnTo>
                  <a:pt x="1148619" y="63963"/>
                </a:lnTo>
                <a:moveTo>
                  <a:pt x="1171537" y="59092"/>
                </a:moveTo>
                <a:lnTo>
                  <a:pt x="1171537" y="100111"/>
                </a:lnTo>
                <a:lnTo>
                  <a:pt x="1159660" y="100111"/>
                </a:lnTo>
                <a:lnTo>
                  <a:pt x="1159660" y="89524"/>
                </a:lnTo>
                <a:lnTo>
                  <a:pt x="1159016" y="90570"/>
                </a:lnTo>
                <a:lnTo>
                  <a:pt x="1158343" y="91569"/>
                </a:lnTo>
                <a:lnTo>
                  <a:pt x="1157644" y="92521"/>
                </a:lnTo>
                <a:lnTo>
                  <a:pt x="1156918" y="93426"/>
                </a:lnTo>
                <a:lnTo>
                  <a:pt x="1156164" y="94285"/>
                </a:lnTo>
                <a:lnTo>
                  <a:pt x="1155383" y="95097"/>
                </a:lnTo>
                <a:lnTo>
                  <a:pt x="1154575" y="95863"/>
                </a:lnTo>
                <a:lnTo>
                  <a:pt x="1153740" y="96581"/>
                </a:lnTo>
                <a:lnTo>
                  <a:pt x="1152878" y="97253"/>
                </a:lnTo>
                <a:lnTo>
                  <a:pt x="1151988" y="97878"/>
                </a:lnTo>
                <a:lnTo>
                  <a:pt x="1151071" y="98456"/>
                </a:lnTo>
                <a:lnTo>
                  <a:pt x="1150127" y="98987"/>
                </a:lnTo>
                <a:lnTo>
                  <a:pt x="1149152" y="99474"/>
                </a:lnTo>
                <a:lnTo>
                  <a:pt x="1148143" y="99918"/>
                </a:lnTo>
                <a:lnTo>
                  <a:pt x="1147100" y="100320"/>
                </a:lnTo>
                <a:lnTo>
                  <a:pt x="1146022" y="100680"/>
                </a:lnTo>
                <a:lnTo>
                  <a:pt x="1144910" y="100997"/>
                </a:lnTo>
                <a:lnTo>
                  <a:pt x="1143764" y="101272"/>
                </a:lnTo>
                <a:lnTo>
                  <a:pt x="1142583" y="101505"/>
                </a:lnTo>
                <a:lnTo>
                  <a:pt x="1141368" y="101695"/>
                </a:lnTo>
                <a:lnTo>
                  <a:pt x="1140119" y="101843"/>
                </a:lnTo>
                <a:lnTo>
                  <a:pt x="1138835" y="101949"/>
                </a:lnTo>
                <a:lnTo>
                  <a:pt x="1137517" y="102013"/>
                </a:lnTo>
                <a:lnTo>
                  <a:pt x="1136164" y="102034"/>
                </a:lnTo>
                <a:lnTo>
                  <a:pt x="1134366" y="101991"/>
                </a:lnTo>
                <a:lnTo>
                  <a:pt x="1132628" y="101861"/>
                </a:lnTo>
                <a:lnTo>
                  <a:pt x="1130952" y="101646"/>
                </a:lnTo>
                <a:lnTo>
                  <a:pt x="1129338" y="101345"/>
                </a:lnTo>
                <a:lnTo>
                  <a:pt x="1127785" y="100957"/>
                </a:lnTo>
                <a:lnTo>
                  <a:pt x="1126294" y="100483"/>
                </a:lnTo>
                <a:lnTo>
                  <a:pt x="1124864" y="99924"/>
                </a:lnTo>
                <a:lnTo>
                  <a:pt x="1123496" y="99278"/>
                </a:lnTo>
                <a:lnTo>
                  <a:pt x="1122190" y="98546"/>
                </a:lnTo>
                <a:lnTo>
                  <a:pt x="1120944" y="97728"/>
                </a:lnTo>
                <a:lnTo>
                  <a:pt x="1119761" y="96823"/>
                </a:lnTo>
                <a:lnTo>
                  <a:pt x="1118639" y="95833"/>
                </a:lnTo>
                <a:lnTo>
                  <a:pt x="1117593" y="94770"/>
                </a:lnTo>
                <a:lnTo>
                  <a:pt x="1116638" y="93648"/>
                </a:lnTo>
                <a:lnTo>
                  <a:pt x="1115774" y="92468"/>
                </a:lnTo>
                <a:lnTo>
                  <a:pt x="1115001" y="91230"/>
                </a:lnTo>
                <a:lnTo>
                  <a:pt x="1114319" y="89933"/>
                </a:lnTo>
                <a:lnTo>
                  <a:pt x="1113728" y="88578"/>
                </a:lnTo>
                <a:lnTo>
                  <a:pt x="1113228" y="87164"/>
                </a:lnTo>
                <a:lnTo>
                  <a:pt x="1112818" y="85692"/>
                </a:lnTo>
                <a:lnTo>
                  <a:pt x="1112500" y="84162"/>
                </a:lnTo>
                <a:lnTo>
                  <a:pt x="1112273" y="82572"/>
                </a:lnTo>
                <a:lnTo>
                  <a:pt x="1112136" y="80925"/>
                </a:lnTo>
                <a:lnTo>
                  <a:pt x="1112091" y="79219"/>
                </a:lnTo>
                <a:lnTo>
                  <a:pt x="1112147" y="77256"/>
                </a:lnTo>
                <a:lnTo>
                  <a:pt x="1112315" y="75374"/>
                </a:lnTo>
                <a:lnTo>
                  <a:pt x="1112594" y="73572"/>
                </a:lnTo>
                <a:lnTo>
                  <a:pt x="1112986" y="71850"/>
                </a:lnTo>
                <a:lnTo>
                  <a:pt x="1113489" y="70209"/>
                </a:lnTo>
                <a:lnTo>
                  <a:pt x="1114105" y="68648"/>
                </a:lnTo>
                <a:lnTo>
                  <a:pt x="1114832" y="67167"/>
                </a:lnTo>
                <a:lnTo>
                  <a:pt x="1115671" y="65767"/>
                </a:lnTo>
                <a:lnTo>
                  <a:pt x="1116623" y="64447"/>
                </a:lnTo>
                <a:lnTo>
                  <a:pt x="1117686" y="63207"/>
                </a:lnTo>
                <a:lnTo>
                  <a:pt x="1118861" y="62048"/>
                </a:lnTo>
                <a:lnTo>
                  <a:pt x="1120147" y="60969"/>
                </a:lnTo>
                <a:lnTo>
                  <a:pt x="1121543" y="59973"/>
                </a:lnTo>
                <a:lnTo>
                  <a:pt x="1123042" y="59064"/>
                </a:lnTo>
                <a:lnTo>
                  <a:pt x="1124647" y="58241"/>
                </a:lnTo>
                <a:lnTo>
                  <a:pt x="1126357" y="57505"/>
                </a:lnTo>
                <a:lnTo>
                  <a:pt x="1128171" y="56856"/>
                </a:lnTo>
                <a:lnTo>
                  <a:pt x="1130090" y="56293"/>
                </a:lnTo>
                <a:lnTo>
                  <a:pt x="1132114" y="55817"/>
                </a:lnTo>
                <a:lnTo>
                  <a:pt x="1134242" y="55427"/>
                </a:lnTo>
                <a:lnTo>
                  <a:pt x="1136475" y="55124"/>
                </a:lnTo>
                <a:lnTo>
                  <a:pt x="1138813" y="54907"/>
                </a:lnTo>
                <a:lnTo>
                  <a:pt x="1141256" y="54777"/>
                </a:lnTo>
                <a:lnTo>
                  <a:pt x="1143804" y="54734"/>
                </a:lnTo>
                <a:lnTo>
                  <a:pt x="1159660" y="54734"/>
                </a:lnTo>
                <a:lnTo>
                  <a:pt x="1159660" y="52875"/>
                </a:lnTo>
                <a:lnTo>
                  <a:pt x="1159620" y="51477"/>
                </a:lnTo>
                <a:lnTo>
                  <a:pt x="1159521" y="50144"/>
                </a:lnTo>
                <a:lnTo>
                  <a:pt x="1159363" y="48876"/>
                </a:lnTo>
                <a:lnTo>
                  <a:pt x="1159147" y="47673"/>
                </a:lnTo>
                <a:lnTo>
                  <a:pt x="1158871" y="46536"/>
                </a:lnTo>
                <a:lnTo>
                  <a:pt x="1158537" y="45465"/>
                </a:lnTo>
                <a:lnTo>
                  <a:pt x="1158144" y="44459"/>
                </a:lnTo>
                <a:lnTo>
                  <a:pt x="1157692" y="43518"/>
                </a:lnTo>
                <a:lnTo>
                  <a:pt x="1157181" y="42643"/>
                </a:lnTo>
                <a:lnTo>
                  <a:pt x="1156611" y="41833"/>
                </a:lnTo>
                <a:lnTo>
                  <a:pt x="1155982" y="41089"/>
                </a:lnTo>
                <a:lnTo>
                  <a:pt x="1155295" y="40410"/>
                </a:lnTo>
                <a:lnTo>
                  <a:pt x="1154542" y="39790"/>
                </a:lnTo>
                <a:lnTo>
                  <a:pt x="1153719" y="39225"/>
                </a:lnTo>
                <a:lnTo>
                  <a:pt x="1152823" y="38713"/>
                </a:lnTo>
                <a:lnTo>
                  <a:pt x="1151857" y="38256"/>
                </a:lnTo>
                <a:lnTo>
                  <a:pt x="1150819" y="37852"/>
                </a:lnTo>
                <a:lnTo>
                  <a:pt x="1149710" y="37502"/>
                </a:lnTo>
                <a:lnTo>
                  <a:pt x="1148529" y="37205"/>
                </a:lnTo>
                <a:lnTo>
                  <a:pt x="1147278" y="36963"/>
                </a:lnTo>
                <a:lnTo>
                  <a:pt x="1145954" y="36774"/>
                </a:lnTo>
                <a:lnTo>
                  <a:pt x="1144560" y="36640"/>
                </a:lnTo>
                <a:lnTo>
                  <a:pt x="1143094" y="36559"/>
                </a:lnTo>
                <a:lnTo>
                  <a:pt x="1141557" y="36532"/>
                </a:lnTo>
                <a:lnTo>
                  <a:pt x="1140550" y="36544"/>
                </a:lnTo>
                <a:lnTo>
                  <a:pt x="1139542" y="36580"/>
                </a:lnTo>
                <a:lnTo>
                  <a:pt x="1138532" y="36640"/>
                </a:lnTo>
                <a:lnTo>
                  <a:pt x="1137520" y="36724"/>
                </a:lnTo>
                <a:lnTo>
                  <a:pt x="1136506" y="36833"/>
                </a:lnTo>
                <a:lnTo>
                  <a:pt x="1135490" y="36965"/>
                </a:lnTo>
                <a:lnTo>
                  <a:pt x="1134473" y="37121"/>
                </a:lnTo>
                <a:lnTo>
                  <a:pt x="1133454" y="37301"/>
                </a:lnTo>
                <a:lnTo>
                  <a:pt x="1132433" y="37506"/>
                </a:lnTo>
                <a:lnTo>
                  <a:pt x="1131410" y="37734"/>
                </a:lnTo>
                <a:lnTo>
                  <a:pt x="1130386" y="37986"/>
                </a:lnTo>
                <a:lnTo>
                  <a:pt x="1129360" y="38263"/>
                </a:lnTo>
                <a:lnTo>
                  <a:pt x="1128335" y="38562"/>
                </a:lnTo>
                <a:lnTo>
                  <a:pt x="1127314" y="38884"/>
                </a:lnTo>
                <a:lnTo>
                  <a:pt x="1126298" y="39228"/>
                </a:lnTo>
                <a:lnTo>
                  <a:pt x="1125287" y="39594"/>
                </a:lnTo>
                <a:lnTo>
                  <a:pt x="1124280" y="39983"/>
                </a:lnTo>
                <a:lnTo>
                  <a:pt x="1123277" y="40394"/>
                </a:lnTo>
                <a:lnTo>
                  <a:pt x="1122279" y="40827"/>
                </a:lnTo>
                <a:lnTo>
                  <a:pt x="1121285" y="41282"/>
                </a:lnTo>
                <a:lnTo>
                  <a:pt x="1120296" y="41760"/>
                </a:lnTo>
                <a:lnTo>
                  <a:pt x="1119311" y="42259"/>
                </a:lnTo>
                <a:lnTo>
                  <a:pt x="1118331" y="42782"/>
                </a:lnTo>
                <a:lnTo>
                  <a:pt x="1117355" y="43326"/>
                </a:lnTo>
                <a:lnTo>
                  <a:pt x="1117355" y="31533"/>
                </a:lnTo>
                <a:lnTo>
                  <a:pt x="1118442" y="31125"/>
                </a:lnTo>
                <a:lnTo>
                  <a:pt x="1119522" y="30735"/>
                </a:lnTo>
                <a:lnTo>
                  <a:pt x="1120595" y="30361"/>
                </a:lnTo>
                <a:lnTo>
                  <a:pt x="1121660" y="30005"/>
                </a:lnTo>
                <a:lnTo>
                  <a:pt x="1122717" y="29667"/>
                </a:lnTo>
                <a:lnTo>
                  <a:pt x="1123766" y="29346"/>
                </a:lnTo>
                <a:lnTo>
                  <a:pt x="1124809" y="29042"/>
                </a:lnTo>
                <a:lnTo>
                  <a:pt x="1125843" y="28756"/>
                </a:lnTo>
                <a:lnTo>
                  <a:pt x="1126870" y="28487"/>
                </a:lnTo>
                <a:lnTo>
                  <a:pt x="1127889" y="28235"/>
                </a:lnTo>
                <a:lnTo>
                  <a:pt x="1128901" y="28001"/>
                </a:lnTo>
                <a:lnTo>
                  <a:pt x="1129905" y="27784"/>
                </a:lnTo>
                <a:lnTo>
                  <a:pt x="1130903" y="27584"/>
                </a:lnTo>
                <a:lnTo>
                  <a:pt x="1131896" y="27402"/>
                </a:lnTo>
                <a:lnTo>
                  <a:pt x="1132884" y="27237"/>
                </a:lnTo>
                <a:lnTo>
                  <a:pt x="1133868" y="27089"/>
                </a:lnTo>
                <a:lnTo>
                  <a:pt x="1134846" y="26959"/>
                </a:lnTo>
                <a:lnTo>
                  <a:pt x="1135819" y="26846"/>
                </a:lnTo>
                <a:lnTo>
                  <a:pt x="1136788" y="26751"/>
                </a:lnTo>
                <a:lnTo>
                  <a:pt x="1137752" y="26673"/>
                </a:lnTo>
                <a:lnTo>
                  <a:pt x="1138710" y="26612"/>
                </a:lnTo>
                <a:lnTo>
                  <a:pt x="1139664" y="26569"/>
                </a:lnTo>
                <a:lnTo>
                  <a:pt x="1140613" y="26543"/>
                </a:lnTo>
                <a:lnTo>
                  <a:pt x="1141557" y="26534"/>
                </a:lnTo>
                <a:lnTo>
                  <a:pt x="1143026" y="26552"/>
                </a:lnTo>
                <a:lnTo>
                  <a:pt x="1144459" y="26607"/>
                </a:lnTo>
                <a:lnTo>
                  <a:pt x="1145856" y="26698"/>
                </a:lnTo>
                <a:lnTo>
                  <a:pt x="1147217" y="26826"/>
                </a:lnTo>
                <a:lnTo>
                  <a:pt x="1148542" y="26990"/>
                </a:lnTo>
                <a:lnTo>
                  <a:pt x="1149830" y="27191"/>
                </a:lnTo>
                <a:lnTo>
                  <a:pt x="1151083" y="27428"/>
                </a:lnTo>
                <a:lnTo>
                  <a:pt x="1152299" y="27702"/>
                </a:lnTo>
                <a:lnTo>
                  <a:pt x="1153479" y="28012"/>
                </a:lnTo>
                <a:lnTo>
                  <a:pt x="1154624" y="28359"/>
                </a:lnTo>
                <a:lnTo>
                  <a:pt x="1155732" y="28742"/>
                </a:lnTo>
                <a:lnTo>
                  <a:pt x="1156804" y="29162"/>
                </a:lnTo>
                <a:lnTo>
                  <a:pt x="1157841" y="29618"/>
                </a:lnTo>
                <a:lnTo>
                  <a:pt x="1158845" y="30111"/>
                </a:lnTo>
                <a:lnTo>
                  <a:pt x="1159815" y="30640"/>
                </a:lnTo>
                <a:lnTo>
                  <a:pt x="1160752" y="31205"/>
                </a:lnTo>
                <a:lnTo>
                  <a:pt x="1161655" y="31808"/>
                </a:lnTo>
                <a:lnTo>
                  <a:pt x="1162525" y="32446"/>
                </a:lnTo>
                <a:lnTo>
                  <a:pt x="1163362" y="33122"/>
                </a:lnTo>
                <a:lnTo>
                  <a:pt x="1164165" y="33833"/>
                </a:lnTo>
                <a:lnTo>
                  <a:pt x="1164935" y="34581"/>
                </a:lnTo>
                <a:lnTo>
                  <a:pt x="1165671" y="35366"/>
                </a:lnTo>
                <a:lnTo>
                  <a:pt x="1166374" y="36187"/>
                </a:lnTo>
                <a:lnTo>
                  <a:pt x="1167043" y="37045"/>
                </a:lnTo>
                <a:lnTo>
                  <a:pt x="1167440" y="37589"/>
                </a:lnTo>
                <a:lnTo>
                  <a:pt x="1167817" y="38155"/>
                </a:lnTo>
                <a:lnTo>
                  <a:pt x="1168174" y="38741"/>
                </a:lnTo>
                <a:lnTo>
                  <a:pt x="1168512" y="39349"/>
                </a:lnTo>
                <a:lnTo>
                  <a:pt x="1168831" y="39977"/>
                </a:lnTo>
                <a:lnTo>
                  <a:pt x="1169129" y="40626"/>
                </a:lnTo>
                <a:lnTo>
                  <a:pt x="1169408" y="41296"/>
                </a:lnTo>
                <a:lnTo>
                  <a:pt x="1169668" y="41987"/>
                </a:lnTo>
                <a:lnTo>
                  <a:pt x="1169908" y="42699"/>
                </a:lnTo>
                <a:lnTo>
                  <a:pt x="1170128" y="43432"/>
                </a:lnTo>
                <a:lnTo>
                  <a:pt x="1170329" y="44186"/>
                </a:lnTo>
                <a:lnTo>
                  <a:pt x="1170510" y="44960"/>
                </a:lnTo>
                <a:lnTo>
                  <a:pt x="1170674" y="45778"/>
                </a:lnTo>
                <a:lnTo>
                  <a:pt x="1170823" y="46661"/>
                </a:lnTo>
                <a:lnTo>
                  <a:pt x="1170959" y="47610"/>
                </a:lnTo>
                <a:lnTo>
                  <a:pt x="1171080" y="48624"/>
                </a:lnTo>
                <a:lnTo>
                  <a:pt x="1171187" y="49704"/>
                </a:lnTo>
                <a:lnTo>
                  <a:pt x="1171280" y="50849"/>
                </a:lnTo>
                <a:lnTo>
                  <a:pt x="1171358" y="52059"/>
                </a:lnTo>
                <a:lnTo>
                  <a:pt x="1171423" y="53335"/>
                </a:lnTo>
                <a:lnTo>
                  <a:pt x="1171473" y="54676"/>
                </a:lnTo>
                <a:lnTo>
                  <a:pt x="1171508" y="56083"/>
                </a:lnTo>
                <a:lnTo>
                  <a:pt x="1171530" y="57555"/>
                </a:lnTo>
                <a:lnTo>
                  <a:pt x="1171537" y="59092"/>
                </a:lnTo>
                <a:close/>
                <a:moveTo>
                  <a:pt x="1229107" y="74102"/>
                </a:moveTo>
                <a:lnTo>
                  <a:pt x="1229128" y="75398"/>
                </a:lnTo>
                <a:lnTo>
                  <a:pt x="1229188" y="76640"/>
                </a:lnTo>
                <a:lnTo>
                  <a:pt x="1229290" y="77828"/>
                </a:lnTo>
                <a:lnTo>
                  <a:pt x="1229432" y="78962"/>
                </a:lnTo>
                <a:lnTo>
                  <a:pt x="1229614" y="80042"/>
                </a:lnTo>
                <a:lnTo>
                  <a:pt x="1229838" y="81067"/>
                </a:lnTo>
                <a:lnTo>
                  <a:pt x="1230101" y="82038"/>
                </a:lnTo>
                <a:lnTo>
                  <a:pt x="1230405" y="82954"/>
                </a:lnTo>
                <a:lnTo>
                  <a:pt x="1230750" y="83817"/>
                </a:lnTo>
                <a:lnTo>
                  <a:pt x="1231136" y="84625"/>
                </a:lnTo>
                <a:lnTo>
                  <a:pt x="1231562" y="85379"/>
                </a:lnTo>
                <a:lnTo>
                  <a:pt x="1232028" y="86079"/>
                </a:lnTo>
                <a:lnTo>
                  <a:pt x="1232534" y="86723"/>
                </a:lnTo>
                <a:lnTo>
                  <a:pt x="1233079" y="87311"/>
                </a:lnTo>
                <a:lnTo>
                  <a:pt x="1233663" y="87844"/>
                </a:lnTo>
                <a:lnTo>
                  <a:pt x="1234286" y="88320"/>
                </a:lnTo>
                <a:lnTo>
                  <a:pt x="1234947" y="88740"/>
                </a:lnTo>
                <a:lnTo>
                  <a:pt x="1235647" y="89104"/>
                </a:lnTo>
                <a:lnTo>
                  <a:pt x="1236386" y="89412"/>
                </a:lnTo>
                <a:lnTo>
                  <a:pt x="1237164" y="89664"/>
                </a:lnTo>
                <a:lnTo>
                  <a:pt x="1237980" y="89861"/>
                </a:lnTo>
                <a:lnTo>
                  <a:pt x="1238836" y="90001"/>
                </a:lnTo>
                <a:lnTo>
                  <a:pt x="1239730" y="90085"/>
                </a:lnTo>
                <a:lnTo>
                  <a:pt x="1240663" y="90113"/>
                </a:lnTo>
                <a:lnTo>
                  <a:pt x="1254465" y="90113"/>
                </a:lnTo>
                <a:lnTo>
                  <a:pt x="1254465" y="100111"/>
                </a:lnTo>
                <a:lnTo>
                  <a:pt x="1239507" y="100111"/>
                </a:lnTo>
                <a:lnTo>
                  <a:pt x="1237775" y="100064"/>
                </a:lnTo>
                <a:lnTo>
                  <a:pt x="1236109" y="99923"/>
                </a:lnTo>
                <a:lnTo>
                  <a:pt x="1234510" y="99688"/>
                </a:lnTo>
                <a:lnTo>
                  <a:pt x="1232977" y="99360"/>
                </a:lnTo>
                <a:lnTo>
                  <a:pt x="1231510" y="98937"/>
                </a:lnTo>
                <a:lnTo>
                  <a:pt x="1230110" y="98421"/>
                </a:lnTo>
                <a:lnTo>
                  <a:pt x="1228777" y="97810"/>
                </a:lnTo>
                <a:lnTo>
                  <a:pt x="1227509" y="97106"/>
                </a:lnTo>
                <a:lnTo>
                  <a:pt x="1226309" y="96307"/>
                </a:lnTo>
                <a:lnTo>
                  <a:pt x="1225174" y="95415"/>
                </a:lnTo>
                <a:lnTo>
                  <a:pt x="1224106" y="94429"/>
                </a:lnTo>
                <a:lnTo>
                  <a:pt x="1223105" y="93349"/>
                </a:lnTo>
                <a:lnTo>
                  <a:pt x="1222177" y="92183"/>
                </a:lnTo>
                <a:lnTo>
                  <a:pt x="1221330" y="90938"/>
                </a:lnTo>
                <a:lnTo>
                  <a:pt x="1220563" y="89614"/>
                </a:lnTo>
                <a:lnTo>
                  <a:pt x="1219877" y="88211"/>
                </a:lnTo>
                <a:lnTo>
                  <a:pt x="1219272" y="86730"/>
                </a:lnTo>
                <a:lnTo>
                  <a:pt x="1218748" y="85170"/>
                </a:lnTo>
                <a:lnTo>
                  <a:pt x="1218304" y="83531"/>
                </a:lnTo>
                <a:lnTo>
                  <a:pt x="1217941" y="81813"/>
                </a:lnTo>
                <a:lnTo>
                  <a:pt x="1217658" y="80016"/>
                </a:lnTo>
                <a:lnTo>
                  <a:pt x="1217456" y="78141"/>
                </a:lnTo>
                <a:lnTo>
                  <a:pt x="1217335" y="76187"/>
                </a:lnTo>
                <a:lnTo>
                  <a:pt x="1217295" y="74154"/>
                </a:lnTo>
                <a:lnTo>
                  <a:pt x="1217295" y="9229"/>
                </a:lnTo>
                <a:lnTo>
                  <a:pt x="1198357" y="9229"/>
                </a:lnTo>
                <a:lnTo>
                  <a:pt x="1198357" y="0"/>
                </a:lnTo>
                <a:lnTo>
                  <a:pt x="1229107" y="0"/>
                </a:lnTo>
                <a:lnTo>
                  <a:pt x="1229107" y="74102"/>
                </a:lnTo>
                <a:close/>
                <a:moveTo>
                  <a:pt x="1317467" y="63579"/>
                </a:moveTo>
                <a:lnTo>
                  <a:pt x="1317437" y="61412"/>
                </a:lnTo>
                <a:lnTo>
                  <a:pt x="1317347" y="59334"/>
                </a:lnTo>
                <a:lnTo>
                  <a:pt x="1317197" y="57344"/>
                </a:lnTo>
                <a:lnTo>
                  <a:pt x="1316986" y="55443"/>
                </a:lnTo>
                <a:lnTo>
                  <a:pt x="1316715" y="53630"/>
                </a:lnTo>
                <a:lnTo>
                  <a:pt x="1316384" y="51906"/>
                </a:lnTo>
                <a:lnTo>
                  <a:pt x="1315993" y="50271"/>
                </a:lnTo>
                <a:lnTo>
                  <a:pt x="1315541" y="48724"/>
                </a:lnTo>
                <a:lnTo>
                  <a:pt x="1315030" y="47265"/>
                </a:lnTo>
                <a:lnTo>
                  <a:pt x="1314458" y="45896"/>
                </a:lnTo>
                <a:lnTo>
                  <a:pt x="1313826" y="44615"/>
                </a:lnTo>
                <a:lnTo>
                  <a:pt x="1313134" y="43422"/>
                </a:lnTo>
                <a:lnTo>
                  <a:pt x="1312384" y="42322"/>
                </a:lnTo>
                <a:lnTo>
                  <a:pt x="1311580" y="41317"/>
                </a:lnTo>
                <a:lnTo>
                  <a:pt x="1310721" y="40408"/>
                </a:lnTo>
                <a:lnTo>
                  <a:pt x="1309807" y="39594"/>
                </a:lnTo>
                <a:lnTo>
                  <a:pt x="1308838" y="38877"/>
                </a:lnTo>
                <a:lnTo>
                  <a:pt x="1307814" y="38255"/>
                </a:lnTo>
                <a:lnTo>
                  <a:pt x="1306735" y="37728"/>
                </a:lnTo>
                <a:lnTo>
                  <a:pt x="1305602" y="37298"/>
                </a:lnTo>
                <a:lnTo>
                  <a:pt x="1304413" y="36963"/>
                </a:lnTo>
                <a:lnTo>
                  <a:pt x="1303170" y="36724"/>
                </a:lnTo>
                <a:lnTo>
                  <a:pt x="1301872" y="36580"/>
                </a:lnTo>
                <a:lnTo>
                  <a:pt x="1300519" y="36532"/>
                </a:lnTo>
                <a:lnTo>
                  <a:pt x="1299104" y="36580"/>
                </a:lnTo>
                <a:lnTo>
                  <a:pt x="1297745" y="36724"/>
                </a:lnTo>
                <a:lnTo>
                  <a:pt x="1296443" y="36963"/>
                </a:lnTo>
                <a:lnTo>
                  <a:pt x="1295198" y="37298"/>
                </a:lnTo>
                <a:lnTo>
                  <a:pt x="1294011" y="37728"/>
                </a:lnTo>
                <a:lnTo>
                  <a:pt x="1292880" y="38255"/>
                </a:lnTo>
                <a:lnTo>
                  <a:pt x="1291807" y="38877"/>
                </a:lnTo>
                <a:lnTo>
                  <a:pt x="1290790" y="39594"/>
                </a:lnTo>
                <a:lnTo>
                  <a:pt x="1289831" y="40408"/>
                </a:lnTo>
                <a:lnTo>
                  <a:pt x="1288928" y="41317"/>
                </a:lnTo>
                <a:lnTo>
                  <a:pt x="1288083" y="42322"/>
                </a:lnTo>
                <a:lnTo>
                  <a:pt x="1287295" y="43422"/>
                </a:lnTo>
                <a:lnTo>
                  <a:pt x="1286567" y="44615"/>
                </a:lnTo>
                <a:lnTo>
                  <a:pt x="1285902" y="45896"/>
                </a:lnTo>
                <a:lnTo>
                  <a:pt x="1285301" y="47265"/>
                </a:lnTo>
                <a:lnTo>
                  <a:pt x="1284763" y="48724"/>
                </a:lnTo>
                <a:lnTo>
                  <a:pt x="1284288" y="50271"/>
                </a:lnTo>
                <a:lnTo>
                  <a:pt x="1283877" y="51906"/>
                </a:lnTo>
                <a:lnTo>
                  <a:pt x="1283528" y="53630"/>
                </a:lnTo>
                <a:lnTo>
                  <a:pt x="1283243" y="55443"/>
                </a:lnTo>
                <a:lnTo>
                  <a:pt x="1283022" y="57344"/>
                </a:lnTo>
                <a:lnTo>
                  <a:pt x="1282864" y="59334"/>
                </a:lnTo>
                <a:lnTo>
                  <a:pt x="1282769" y="61412"/>
                </a:lnTo>
                <a:lnTo>
                  <a:pt x="1282737" y="63579"/>
                </a:lnTo>
                <a:lnTo>
                  <a:pt x="1282769" y="65746"/>
                </a:lnTo>
                <a:lnTo>
                  <a:pt x="1282865" y="67826"/>
                </a:lnTo>
                <a:lnTo>
                  <a:pt x="1283024" y="69818"/>
                </a:lnTo>
                <a:lnTo>
                  <a:pt x="1283247" y="71722"/>
                </a:lnTo>
                <a:lnTo>
                  <a:pt x="1283534" y="73539"/>
                </a:lnTo>
                <a:lnTo>
                  <a:pt x="1283885" y="75267"/>
                </a:lnTo>
                <a:lnTo>
                  <a:pt x="1284299" y="76909"/>
                </a:lnTo>
                <a:lnTo>
                  <a:pt x="1284777" y="78462"/>
                </a:lnTo>
                <a:lnTo>
                  <a:pt x="1285319" y="79928"/>
                </a:lnTo>
                <a:lnTo>
                  <a:pt x="1285925" y="81306"/>
                </a:lnTo>
                <a:lnTo>
                  <a:pt x="1286594" y="82597"/>
                </a:lnTo>
                <a:lnTo>
                  <a:pt x="1287327" y="83800"/>
                </a:lnTo>
                <a:lnTo>
                  <a:pt x="1288121" y="84910"/>
                </a:lnTo>
                <a:lnTo>
                  <a:pt x="1288972" y="85924"/>
                </a:lnTo>
                <a:lnTo>
                  <a:pt x="1289881" y="86842"/>
                </a:lnTo>
                <a:lnTo>
                  <a:pt x="1290847" y="87663"/>
                </a:lnTo>
                <a:lnTo>
                  <a:pt x="1291871" y="88387"/>
                </a:lnTo>
                <a:lnTo>
                  <a:pt x="1292952" y="89015"/>
                </a:lnTo>
                <a:lnTo>
                  <a:pt x="1294091" y="89546"/>
                </a:lnTo>
                <a:lnTo>
                  <a:pt x="1295287" y="89981"/>
                </a:lnTo>
                <a:lnTo>
                  <a:pt x="1296541" y="90319"/>
                </a:lnTo>
                <a:lnTo>
                  <a:pt x="1297853" y="90560"/>
                </a:lnTo>
                <a:lnTo>
                  <a:pt x="1299222" y="90705"/>
                </a:lnTo>
                <a:lnTo>
                  <a:pt x="1300648" y="90754"/>
                </a:lnTo>
                <a:lnTo>
                  <a:pt x="1301980" y="90705"/>
                </a:lnTo>
                <a:lnTo>
                  <a:pt x="1303259" y="90560"/>
                </a:lnTo>
                <a:lnTo>
                  <a:pt x="1304486" y="90317"/>
                </a:lnTo>
                <a:lnTo>
                  <a:pt x="1305659" y="89977"/>
                </a:lnTo>
                <a:lnTo>
                  <a:pt x="1306779" y="89541"/>
                </a:lnTo>
                <a:lnTo>
                  <a:pt x="1307846" y="89007"/>
                </a:lnTo>
                <a:lnTo>
                  <a:pt x="1308860" y="88376"/>
                </a:lnTo>
                <a:lnTo>
                  <a:pt x="1309821" y="87649"/>
                </a:lnTo>
                <a:lnTo>
                  <a:pt x="1310729" y="86824"/>
                </a:lnTo>
                <a:lnTo>
                  <a:pt x="1311584" y="85902"/>
                </a:lnTo>
                <a:lnTo>
                  <a:pt x="1312385" y="84883"/>
                </a:lnTo>
                <a:lnTo>
                  <a:pt x="1313134" y="83768"/>
                </a:lnTo>
                <a:lnTo>
                  <a:pt x="1313826" y="82560"/>
                </a:lnTo>
                <a:lnTo>
                  <a:pt x="1314458" y="81266"/>
                </a:lnTo>
                <a:lnTo>
                  <a:pt x="1315030" y="79886"/>
                </a:lnTo>
                <a:lnTo>
                  <a:pt x="1315541" y="78420"/>
                </a:lnTo>
                <a:lnTo>
                  <a:pt x="1315993" y="76867"/>
                </a:lnTo>
                <a:lnTo>
                  <a:pt x="1316384" y="75227"/>
                </a:lnTo>
                <a:lnTo>
                  <a:pt x="1316715" y="73502"/>
                </a:lnTo>
                <a:lnTo>
                  <a:pt x="1316986" y="71690"/>
                </a:lnTo>
                <a:lnTo>
                  <a:pt x="1317197" y="69792"/>
                </a:lnTo>
                <a:lnTo>
                  <a:pt x="1317347" y="67807"/>
                </a:lnTo>
                <a:lnTo>
                  <a:pt x="1317437" y="65736"/>
                </a:lnTo>
                <a:lnTo>
                  <a:pt x="1317467" y="63579"/>
                </a:lnTo>
                <a:moveTo>
                  <a:pt x="1329280" y="95462"/>
                </a:moveTo>
                <a:lnTo>
                  <a:pt x="1329227" y="98102"/>
                </a:lnTo>
                <a:lnTo>
                  <a:pt x="1329067" y="100634"/>
                </a:lnTo>
                <a:lnTo>
                  <a:pt x="1328802" y="103057"/>
                </a:lnTo>
                <a:lnTo>
                  <a:pt x="1328431" y="105371"/>
                </a:lnTo>
                <a:lnTo>
                  <a:pt x="1327953" y="107576"/>
                </a:lnTo>
                <a:lnTo>
                  <a:pt x="1327370" y="109673"/>
                </a:lnTo>
                <a:lnTo>
                  <a:pt x="1326680" y="111660"/>
                </a:lnTo>
                <a:lnTo>
                  <a:pt x="1325884" y="113540"/>
                </a:lnTo>
                <a:lnTo>
                  <a:pt x="1324982" y="115310"/>
                </a:lnTo>
                <a:lnTo>
                  <a:pt x="1323974" y="116972"/>
                </a:lnTo>
                <a:lnTo>
                  <a:pt x="1322860" y="118525"/>
                </a:lnTo>
                <a:lnTo>
                  <a:pt x="1321640" y="119969"/>
                </a:lnTo>
                <a:lnTo>
                  <a:pt x="1320317" y="121302"/>
                </a:lnTo>
                <a:lnTo>
                  <a:pt x="1318894" y="122518"/>
                </a:lnTo>
                <a:lnTo>
                  <a:pt x="1317371" y="123619"/>
                </a:lnTo>
                <a:lnTo>
                  <a:pt x="1315748" y="124604"/>
                </a:lnTo>
                <a:lnTo>
                  <a:pt x="1314026" y="125473"/>
                </a:lnTo>
                <a:lnTo>
                  <a:pt x="1312203" y="126226"/>
                </a:lnTo>
                <a:lnTo>
                  <a:pt x="1310281" y="126863"/>
                </a:lnTo>
                <a:lnTo>
                  <a:pt x="1308259" y="127384"/>
                </a:lnTo>
                <a:lnTo>
                  <a:pt x="1306137" y="127790"/>
                </a:lnTo>
                <a:lnTo>
                  <a:pt x="1303915" y="128079"/>
                </a:lnTo>
                <a:lnTo>
                  <a:pt x="1301593" y="128253"/>
                </a:lnTo>
                <a:lnTo>
                  <a:pt x="1299171" y="128311"/>
                </a:lnTo>
                <a:lnTo>
                  <a:pt x="1298355" y="128305"/>
                </a:lnTo>
                <a:lnTo>
                  <a:pt x="1297533" y="128286"/>
                </a:lnTo>
                <a:lnTo>
                  <a:pt x="1296704" y="128254"/>
                </a:lnTo>
                <a:lnTo>
                  <a:pt x="1295869" y="128210"/>
                </a:lnTo>
                <a:lnTo>
                  <a:pt x="1295028" y="128153"/>
                </a:lnTo>
                <a:lnTo>
                  <a:pt x="1294180" y="128083"/>
                </a:lnTo>
                <a:lnTo>
                  <a:pt x="1293326" y="128000"/>
                </a:lnTo>
                <a:lnTo>
                  <a:pt x="1292466" y="127905"/>
                </a:lnTo>
                <a:lnTo>
                  <a:pt x="1291600" y="127797"/>
                </a:lnTo>
                <a:lnTo>
                  <a:pt x="1290728" y="127677"/>
                </a:lnTo>
                <a:lnTo>
                  <a:pt x="1289849" y="127544"/>
                </a:lnTo>
                <a:lnTo>
                  <a:pt x="1288964" y="127398"/>
                </a:lnTo>
                <a:lnTo>
                  <a:pt x="1288076" y="127240"/>
                </a:lnTo>
                <a:lnTo>
                  <a:pt x="1287188" y="127070"/>
                </a:lnTo>
                <a:lnTo>
                  <a:pt x="1286300" y="126888"/>
                </a:lnTo>
                <a:lnTo>
                  <a:pt x="1285412" y="126695"/>
                </a:lnTo>
                <a:lnTo>
                  <a:pt x="1284524" y="126489"/>
                </a:lnTo>
                <a:lnTo>
                  <a:pt x="1283636" y="126272"/>
                </a:lnTo>
                <a:lnTo>
                  <a:pt x="1282748" y="126043"/>
                </a:lnTo>
                <a:lnTo>
                  <a:pt x="1281860" y="125803"/>
                </a:lnTo>
                <a:lnTo>
                  <a:pt x="1280972" y="125550"/>
                </a:lnTo>
                <a:lnTo>
                  <a:pt x="1280084" y="125286"/>
                </a:lnTo>
                <a:lnTo>
                  <a:pt x="1279196" y="125010"/>
                </a:lnTo>
                <a:lnTo>
                  <a:pt x="1278307" y="124722"/>
                </a:lnTo>
                <a:lnTo>
                  <a:pt x="1278307" y="113057"/>
                </a:lnTo>
                <a:lnTo>
                  <a:pt x="1279348" y="113538"/>
                </a:lnTo>
                <a:lnTo>
                  <a:pt x="1280372" y="113997"/>
                </a:lnTo>
                <a:lnTo>
                  <a:pt x="1281381" y="114435"/>
                </a:lnTo>
                <a:lnTo>
                  <a:pt x="1282373" y="114852"/>
                </a:lnTo>
                <a:lnTo>
                  <a:pt x="1283350" y="115247"/>
                </a:lnTo>
                <a:lnTo>
                  <a:pt x="1284310" y="115621"/>
                </a:lnTo>
                <a:lnTo>
                  <a:pt x="1285254" y="115974"/>
                </a:lnTo>
                <a:lnTo>
                  <a:pt x="1286182" y="116305"/>
                </a:lnTo>
                <a:lnTo>
                  <a:pt x="1287094" y="116614"/>
                </a:lnTo>
                <a:lnTo>
                  <a:pt x="1287990" y="116903"/>
                </a:lnTo>
                <a:lnTo>
                  <a:pt x="1288870" y="117170"/>
                </a:lnTo>
                <a:lnTo>
                  <a:pt x="1289734" y="117416"/>
                </a:lnTo>
                <a:lnTo>
                  <a:pt x="1290585" y="117641"/>
                </a:lnTo>
                <a:lnTo>
                  <a:pt x="1291423" y="117846"/>
                </a:lnTo>
                <a:lnTo>
                  <a:pt x="1292250" y="118033"/>
                </a:lnTo>
                <a:lnTo>
                  <a:pt x="1293066" y="118199"/>
                </a:lnTo>
                <a:lnTo>
                  <a:pt x="1293869" y="118346"/>
                </a:lnTo>
                <a:lnTo>
                  <a:pt x="1294662" y="118473"/>
                </a:lnTo>
                <a:lnTo>
                  <a:pt x="1295442" y="118581"/>
                </a:lnTo>
                <a:lnTo>
                  <a:pt x="1296211" y="118669"/>
                </a:lnTo>
                <a:lnTo>
                  <a:pt x="1296969" y="118738"/>
                </a:lnTo>
                <a:lnTo>
                  <a:pt x="1297714" y="118786"/>
                </a:lnTo>
                <a:lnTo>
                  <a:pt x="1298449" y="118816"/>
                </a:lnTo>
                <a:lnTo>
                  <a:pt x="1299171" y="118826"/>
                </a:lnTo>
                <a:lnTo>
                  <a:pt x="1300729" y="118790"/>
                </a:lnTo>
                <a:lnTo>
                  <a:pt x="1302215" y="118682"/>
                </a:lnTo>
                <a:lnTo>
                  <a:pt x="1303629" y="118502"/>
                </a:lnTo>
                <a:lnTo>
                  <a:pt x="1304970" y="118250"/>
                </a:lnTo>
                <a:lnTo>
                  <a:pt x="1306240" y="117926"/>
                </a:lnTo>
                <a:lnTo>
                  <a:pt x="1307437" y="117530"/>
                </a:lnTo>
                <a:lnTo>
                  <a:pt x="1308561" y="117063"/>
                </a:lnTo>
                <a:lnTo>
                  <a:pt x="1309614" y="116523"/>
                </a:lnTo>
                <a:lnTo>
                  <a:pt x="1310594" y="115911"/>
                </a:lnTo>
                <a:lnTo>
                  <a:pt x="1311502" y="115227"/>
                </a:lnTo>
                <a:lnTo>
                  <a:pt x="1312338" y="114472"/>
                </a:lnTo>
                <a:lnTo>
                  <a:pt x="1313102" y="113644"/>
                </a:lnTo>
                <a:lnTo>
                  <a:pt x="1313799" y="112738"/>
                </a:lnTo>
                <a:lnTo>
                  <a:pt x="1314436" y="111748"/>
                </a:lnTo>
                <a:lnTo>
                  <a:pt x="1315012" y="110674"/>
                </a:lnTo>
                <a:lnTo>
                  <a:pt x="1315527" y="109515"/>
                </a:lnTo>
                <a:lnTo>
                  <a:pt x="1315982" y="108271"/>
                </a:lnTo>
                <a:lnTo>
                  <a:pt x="1316376" y="106944"/>
                </a:lnTo>
                <a:lnTo>
                  <a:pt x="1316709" y="105532"/>
                </a:lnTo>
                <a:lnTo>
                  <a:pt x="1316982" y="104035"/>
                </a:lnTo>
                <a:lnTo>
                  <a:pt x="1317195" y="102454"/>
                </a:lnTo>
                <a:lnTo>
                  <a:pt x="1317346" y="100789"/>
                </a:lnTo>
                <a:lnTo>
                  <a:pt x="1317437" y="99039"/>
                </a:lnTo>
                <a:lnTo>
                  <a:pt x="1317467" y="97205"/>
                </a:lnTo>
                <a:lnTo>
                  <a:pt x="1317467" y="96690"/>
                </a:lnTo>
                <a:lnTo>
                  <a:pt x="1317467" y="88639"/>
                </a:lnTo>
                <a:lnTo>
                  <a:pt x="1316982" y="89627"/>
                </a:lnTo>
                <a:lnTo>
                  <a:pt x="1316469" y="90572"/>
                </a:lnTo>
                <a:lnTo>
                  <a:pt x="1315927" y="91474"/>
                </a:lnTo>
                <a:lnTo>
                  <a:pt x="1315356" y="92333"/>
                </a:lnTo>
                <a:lnTo>
                  <a:pt x="1314757" y="93149"/>
                </a:lnTo>
                <a:lnTo>
                  <a:pt x="1314129" y="93922"/>
                </a:lnTo>
                <a:lnTo>
                  <a:pt x="1313473" y="94652"/>
                </a:lnTo>
                <a:lnTo>
                  <a:pt x="1312788" y="95340"/>
                </a:lnTo>
                <a:lnTo>
                  <a:pt x="1312075" y="95984"/>
                </a:lnTo>
                <a:lnTo>
                  <a:pt x="1311333" y="96585"/>
                </a:lnTo>
                <a:lnTo>
                  <a:pt x="1310563" y="97144"/>
                </a:lnTo>
                <a:lnTo>
                  <a:pt x="1309764" y="97659"/>
                </a:lnTo>
                <a:lnTo>
                  <a:pt x="1308936" y="98133"/>
                </a:lnTo>
                <a:lnTo>
                  <a:pt x="1308079" y="98565"/>
                </a:lnTo>
                <a:lnTo>
                  <a:pt x="1307192" y="98956"/>
                </a:lnTo>
                <a:lnTo>
                  <a:pt x="1306276" y="99306"/>
                </a:lnTo>
                <a:lnTo>
                  <a:pt x="1305330" y="99615"/>
                </a:lnTo>
                <a:lnTo>
                  <a:pt x="1304355" y="99883"/>
                </a:lnTo>
                <a:lnTo>
                  <a:pt x="1303351" y="100109"/>
                </a:lnTo>
                <a:lnTo>
                  <a:pt x="1302317" y="100294"/>
                </a:lnTo>
                <a:lnTo>
                  <a:pt x="1301254" y="100438"/>
                </a:lnTo>
                <a:lnTo>
                  <a:pt x="1300161" y="100541"/>
                </a:lnTo>
                <a:lnTo>
                  <a:pt x="1299039" y="100603"/>
                </a:lnTo>
                <a:lnTo>
                  <a:pt x="1297887" y="100624"/>
                </a:lnTo>
                <a:lnTo>
                  <a:pt x="1295826" y="100554"/>
                </a:lnTo>
                <a:lnTo>
                  <a:pt x="1293834" y="100344"/>
                </a:lnTo>
                <a:lnTo>
                  <a:pt x="1291913" y="99994"/>
                </a:lnTo>
                <a:lnTo>
                  <a:pt x="1290063" y="99505"/>
                </a:lnTo>
                <a:lnTo>
                  <a:pt x="1288282" y="98875"/>
                </a:lnTo>
                <a:lnTo>
                  <a:pt x="1286573" y="98106"/>
                </a:lnTo>
                <a:lnTo>
                  <a:pt x="1284934" y="97197"/>
                </a:lnTo>
                <a:lnTo>
                  <a:pt x="1283365" y="96148"/>
                </a:lnTo>
                <a:lnTo>
                  <a:pt x="1281866" y="94959"/>
                </a:lnTo>
                <a:lnTo>
                  <a:pt x="1280438" y="93630"/>
                </a:lnTo>
                <a:lnTo>
                  <a:pt x="1279081" y="92162"/>
                </a:lnTo>
                <a:lnTo>
                  <a:pt x="1277794" y="90553"/>
                </a:lnTo>
                <a:lnTo>
                  <a:pt x="1276594" y="88827"/>
                </a:lnTo>
                <a:lnTo>
                  <a:pt x="1275499" y="87007"/>
                </a:lnTo>
                <a:lnTo>
                  <a:pt x="1274508" y="85092"/>
                </a:lnTo>
                <a:lnTo>
                  <a:pt x="1273621" y="83083"/>
                </a:lnTo>
                <a:lnTo>
                  <a:pt x="1272839" y="80979"/>
                </a:lnTo>
                <a:lnTo>
                  <a:pt x="1272161" y="78781"/>
                </a:lnTo>
                <a:lnTo>
                  <a:pt x="1271587" y="76489"/>
                </a:lnTo>
                <a:lnTo>
                  <a:pt x="1271117" y="74102"/>
                </a:lnTo>
                <a:lnTo>
                  <a:pt x="1270752" y="71621"/>
                </a:lnTo>
                <a:lnTo>
                  <a:pt x="1270492" y="69045"/>
                </a:lnTo>
                <a:lnTo>
                  <a:pt x="1270335" y="66375"/>
                </a:lnTo>
                <a:lnTo>
                  <a:pt x="1270283" y="63611"/>
                </a:lnTo>
                <a:lnTo>
                  <a:pt x="1270335" y="60836"/>
                </a:lnTo>
                <a:lnTo>
                  <a:pt x="1270492" y="58157"/>
                </a:lnTo>
                <a:lnTo>
                  <a:pt x="1270752" y="55573"/>
                </a:lnTo>
                <a:lnTo>
                  <a:pt x="1271117" y="53084"/>
                </a:lnTo>
                <a:lnTo>
                  <a:pt x="1271587" y="50691"/>
                </a:lnTo>
                <a:lnTo>
                  <a:pt x="1272161" y="48393"/>
                </a:lnTo>
                <a:lnTo>
                  <a:pt x="1272839" y="46190"/>
                </a:lnTo>
                <a:lnTo>
                  <a:pt x="1273621" y="44082"/>
                </a:lnTo>
                <a:lnTo>
                  <a:pt x="1274508" y="42070"/>
                </a:lnTo>
                <a:lnTo>
                  <a:pt x="1275499" y="40154"/>
                </a:lnTo>
                <a:lnTo>
                  <a:pt x="1276594" y="38332"/>
                </a:lnTo>
                <a:lnTo>
                  <a:pt x="1277794" y="36606"/>
                </a:lnTo>
                <a:lnTo>
                  <a:pt x="1279081" y="34997"/>
                </a:lnTo>
                <a:lnTo>
                  <a:pt x="1280438" y="33529"/>
                </a:lnTo>
                <a:lnTo>
                  <a:pt x="1281866" y="32200"/>
                </a:lnTo>
                <a:lnTo>
                  <a:pt x="1283365" y="31010"/>
                </a:lnTo>
                <a:lnTo>
                  <a:pt x="1284934" y="29961"/>
                </a:lnTo>
                <a:lnTo>
                  <a:pt x="1286573" y="29052"/>
                </a:lnTo>
                <a:lnTo>
                  <a:pt x="1288282" y="28283"/>
                </a:lnTo>
                <a:lnTo>
                  <a:pt x="1290063" y="27653"/>
                </a:lnTo>
                <a:lnTo>
                  <a:pt x="1291913" y="27163"/>
                </a:lnTo>
                <a:lnTo>
                  <a:pt x="1293834" y="26814"/>
                </a:lnTo>
                <a:lnTo>
                  <a:pt x="1295826" y="26604"/>
                </a:lnTo>
                <a:lnTo>
                  <a:pt x="1297887" y="26534"/>
                </a:lnTo>
                <a:lnTo>
                  <a:pt x="1299028" y="26553"/>
                </a:lnTo>
                <a:lnTo>
                  <a:pt x="1300140" y="26610"/>
                </a:lnTo>
                <a:lnTo>
                  <a:pt x="1301222" y="26706"/>
                </a:lnTo>
                <a:lnTo>
                  <a:pt x="1302274" y="26840"/>
                </a:lnTo>
                <a:lnTo>
                  <a:pt x="1303297" y="27012"/>
                </a:lnTo>
                <a:lnTo>
                  <a:pt x="1304291" y="27223"/>
                </a:lnTo>
                <a:lnTo>
                  <a:pt x="1305255" y="27472"/>
                </a:lnTo>
                <a:lnTo>
                  <a:pt x="1306190" y="27759"/>
                </a:lnTo>
                <a:lnTo>
                  <a:pt x="1307096" y="28084"/>
                </a:lnTo>
                <a:lnTo>
                  <a:pt x="1307972" y="28448"/>
                </a:lnTo>
                <a:lnTo>
                  <a:pt x="1308818" y="28850"/>
                </a:lnTo>
                <a:lnTo>
                  <a:pt x="1309635" y="29290"/>
                </a:lnTo>
                <a:lnTo>
                  <a:pt x="1310425" y="29770"/>
                </a:lnTo>
                <a:lnTo>
                  <a:pt x="1311190" y="30292"/>
                </a:lnTo>
                <a:lnTo>
                  <a:pt x="1311930" y="30856"/>
                </a:lnTo>
                <a:lnTo>
                  <a:pt x="1312645" y="31462"/>
                </a:lnTo>
                <a:lnTo>
                  <a:pt x="1313336" y="32109"/>
                </a:lnTo>
                <a:lnTo>
                  <a:pt x="1314001" y="32799"/>
                </a:lnTo>
                <a:lnTo>
                  <a:pt x="1314641" y="33530"/>
                </a:lnTo>
                <a:lnTo>
                  <a:pt x="1315256" y="34303"/>
                </a:lnTo>
                <a:lnTo>
                  <a:pt x="1315846" y="35118"/>
                </a:lnTo>
                <a:lnTo>
                  <a:pt x="1316412" y="35975"/>
                </a:lnTo>
                <a:lnTo>
                  <a:pt x="1316952" y="36874"/>
                </a:lnTo>
                <a:lnTo>
                  <a:pt x="1317467" y="37814"/>
                </a:lnTo>
                <a:lnTo>
                  <a:pt x="1317467" y="28585"/>
                </a:lnTo>
                <a:lnTo>
                  <a:pt x="1329280" y="28585"/>
                </a:lnTo>
                <a:lnTo>
                  <a:pt x="1329280" y="95462"/>
                </a:lnTo>
                <a:close/>
                <a:moveTo>
                  <a:pt x="1370190" y="76910"/>
                </a:moveTo>
                <a:lnTo>
                  <a:pt x="1390220" y="76910"/>
                </a:lnTo>
                <a:lnTo>
                  <a:pt x="1390220" y="93918"/>
                </a:lnTo>
                <a:lnTo>
                  <a:pt x="1375968" y="121582"/>
                </a:lnTo>
                <a:lnTo>
                  <a:pt x="1363129" y="121646"/>
                </a:lnTo>
                <a:lnTo>
                  <a:pt x="1370190" y="93918"/>
                </a:lnTo>
                <a:lnTo>
                  <a:pt x="1370190" y="76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22" name="Original vector context 421">
            <a:extLst xmlns:a="http://schemas.openxmlformats.org/drawingml/2006/main">
              <a:ext uri="{FF2B5EF4-FFF2-40B4-BE49-F238E27FC236}">
                <a16:creationId xmlns:a16="http://schemas.microsoft.com/office/drawing/2014/main" id="{48DC11BE-CD2E-4D81-8F0A-6836E702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531" y="10036589"/>
            <a:ext cx="854843" cy="121261"/>
          </a:xfrm>
          <a:custGeom xmlns:a="http://schemas.openxmlformats.org/drawingml/2006/main">
            <a:pathLst>
              <a:path w="854843" h="121261">
                <a:moveTo>
                  <a:pt x="36399" y="35192"/>
                </a:moveTo>
                <a:lnTo>
                  <a:pt x="36771" y="34439"/>
                </a:lnTo>
                <a:lnTo>
                  <a:pt x="37160" y="33720"/>
                </a:lnTo>
                <a:lnTo>
                  <a:pt x="37565" y="33033"/>
                </a:lnTo>
                <a:lnTo>
                  <a:pt x="37987" y="32381"/>
                </a:lnTo>
                <a:lnTo>
                  <a:pt x="38425" y="31761"/>
                </a:lnTo>
                <a:lnTo>
                  <a:pt x="38879" y="31176"/>
                </a:lnTo>
                <a:lnTo>
                  <a:pt x="39350" y="30623"/>
                </a:lnTo>
                <a:lnTo>
                  <a:pt x="39838" y="30104"/>
                </a:lnTo>
                <a:lnTo>
                  <a:pt x="40342" y="29619"/>
                </a:lnTo>
                <a:lnTo>
                  <a:pt x="40862" y="29166"/>
                </a:lnTo>
                <a:lnTo>
                  <a:pt x="41399" y="28748"/>
                </a:lnTo>
                <a:lnTo>
                  <a:pt x="41952" y="28362"/>
                </a:lnTo>
                <a:lnTo>
                  <a:pt x="42524" y="28009"/>
                </a:lnTo>
                <a:lnTo>
                  <a:pt x="43114" y="27686"/>
                </a:lnTo>
                <a:lnTo>
                  <a:pt x="43724" y="27394"/>
                </a:lnTo>
                <a:lnTo>
                  <a:pt x="44353" y="27133"/>
                </a:lnTo>
                <a:lnTo>
                  <a:pt x="45001" y="26902"/>
                </a:lnTo>
                <a:lnTo>
                  <a:pt x="45668" y="26703"/>
                </a:lnTo>
                <a:lnTo>
                  <a:pt x="46354" y="26534"/>
                </a:lnTo>
                <a:lnTo>
                  <a:pt x="47060" y="26395"/>
                </a:lnTo>
                <a:lnTo>
                  <a:pt x="47784" y="26288"/>
                </a:lnTo>
                <a:lnTo>
                  <a:pt x="48528" y="26211"/>
                </a:lnTo>
                <a:lnTo>
                  <a:pt x="49291" y="26165"/>
                </a:lnTo>
                <a:lnTo>
                  <a:pt x="50073" y="26149"/>
                </a:lnTo>
                <a:lnTo>
                  <a:pt x="51482" y="26196"/>
                </a:lnTo>
                <a:lnTo>
                  <a:pt x="52820" y="26336"/>
                </a:lnTo>
                <a:lnTo>
                  <a:pt x="54088" y="26568"/>
                </a:lnTo>
                <a:lnTo>
                  <a:pt x="55284" y="26894"/>
                </a:lnTo>
                <a:lnTo>
                  <a:pt x="56409" y="27313"/>
                </a:lnTo>
                <a:lnTo>
                  <a:pt x="57464" y="27825"/>
                </a:lnTo>
                <a:lnTo>
                  <a:pt x="58448" y="28430"/>
                </a:lnTo>
                <a:lnTo>
                  <a:pt x="59360" y="29129"/>
                </a:lnTo>
                <a:lnTo>
                  <a:pt x="60202" y="29920"/>
                </a:lnTo>
                <a:lnTo>
                  <a:pt x="60973" y="30805"/>
                </a:lnTo>
                <a:lnTo>
                  <a:pt x="61674" y="31782"/>
                </a:lnTo>
                <a:lnTo>
                  <a:pt x="62303" y="32853"/>
                </a:lnTo>
                <a:lnTo>
                  <a:pt x="62872" y="34052"/>
                </a:lnTo>
                <a:lnTo>
                  <a:pt x="63391" y="35415"/>
                </a:lnTo>
                <a:lnTo>
                  <a:pt x="63862" y="36943"/>
                </a:lnTo>
                <a:lnTo>
                  <a:pt x="64282" y="38635"/>
                </a:lnTo>
                <a:lnTo>
                  <a:pt x="64653" y="40492"/>
                </a:lnTo>
                <a:lnTo>
                  <a:pt x="64975" y="42513"/>
                </a:lnTo>
                <a:lnTo>
                  <a:pt x="65247" y="44698"/>
                </a:lnTo>
                <a:lnTo>
                  <a:pt x="65470" y="47047"/>
                </a:lnTo>
                <a:lnTo>
                  <a:pt x="65643" y="49561"/>
                </a:lnTo>
                <a:lnTo>
                  <a:pt x="65767" y="52239"/>
                </a:lnTo>
                <a:lnTo>
                  <a:pt x="65841" y="55082"/>
                </a:lnTo>
                <a:lnTo>
                  <a:pt x="65866" y="58089"/>
                </a:lnTo>
                <a:lnTo>
                  <a:pt x="65866" y="99726"/>
                </a:lnTo>
                <a:lnTo>
                  <a:pt x="55081" y="99726"/>
                </a:lnTo>
                <a:lnTo>
                  <a:pt x="55081" y="58602"/>
                </a:lnTo>
                <a:lnTo>
                  <a:pt x="55069" y="56148"/>
                </a:lnTo>
                <a:lnTo>
                  <a:pt x="55033" y="53854"/>
                </a:lnTo>
                <a:lnTo>
                  <a:pt x="54974" y="51719"/>
                </a:lnTo>
                <a:lnTo>
                  <a:pt x="54892" y="49745"/>
                </a:lnTo>
                <a:lnTo>
                  <a:pt x="54785" y="47931"/>
                </a:lnTo>
                <a:lnTo>
                  <a:pt x="54655" y="46277"/>
                </a:lnTo>
                <a:lnTo>
                  <a:pt x="54502" y="44782"/>
                </a:lnTo>
                <a:lnTo>
                  <a:pt x="54325" y="43448"/>
                </a:lnTo>
                <a:lnTo>
                  <a:pt x="54124" y="42273"/>
                </a:lnTo>
                <a:lnTo>
                  <a:pt x="53899" y="41258"/>
                </a:lnTo>
                <a:lnTo>
                  <a:pt x="53651" y="40404"/>
                </a:lnTo>
                <a:lnTo>
                  <a:pt x="53379" y="39709"/>
                </a:lnTo>
                <a:lnTo>
                  <a:pt x="53077" y="39119"/>
                </a:lnTo>
                <a:lnTo>
                  <a:pt x="52735" y="38581"/>
                </a:lnTo>
                <a:lnTo>
                  <a:pt x="52354" y="38095"/>
                </a:lnTo>
                <a:lnTo>
                  <a:pt x="51935" y="37659"/>
                </a:lnTo>
                <a:lnTo>
                  <a:pt x="51477" y="37275"/>
                </a:lnTo>
                <a:lnTo>
                  <a:pt x="50980" y="36942"/>
                </a:lnTo>
                <a:lnTo>
                  <a:pt x="50444" y="36660"/>
                </a:lnTo>
                <a:lnTo>
                  <a:pt x="49870" y="36429"/>
                </a:lnTo>
                <a:lnTo>
                  <a:pt x="49257" y="36250"/>
                </a:lnTo>
                <a:lnTo>
                  <a:pt x="48605" y="36122"/>
                </a:lnTo>
                <a:lnTo>
                  <a:pt x="47914" y="36045"/>
                </a:lnTo>
                <a:lnTo>
                  <a:pt x="47184" y="36019"/>
                </a:lnTo>
                <a:lnTo>
                  <a:pt x="46351" y="36047"/>
                </a:lnTo>
                <a:lnTo>
                  <a:pt x="45563" y="36129"/>
                </a:lnTo>
                <a:lnTo>
                  <a:pt x="44819" y="36266"/>
                </a:lnTo>
                <a:lnTo>
                  <a:pt x="44121" y="36458"/>
                </a:lnTo>
                <a:lnTo>
                  <a:pt x="43468" y="36704"/>
                </a:lnTo>
                <a:lnTo>
                  <a:pt x="42859" y="37006"/>
                </a:lnTo>
                <a:lnTo>
                  <a:pt x="42296" y="37362"/>
                </a:lnTo>
                <a:lnTo>
                  <a:pt x="41778" y="37773"/>
                </a:lnTo>
                <a:lnTo>
                  <a:pt x="41304" y="38239"/>
                </a:lnTo>
                <a:lnTo>
                  <a:pt x="40876" y="38759"/>
                </a:lnTo>
                <a:lnTo>
                  <a:pt x="40493" y="39335"/>
                </a:lnTo>
                <a:lnTo>
                  <a:pt x="40155" y="39965"/>
                </a:lnTo>
                <a:lnTo>
                  <a:pt x="39852" y="40697"/>
                </a:lnTo>
                <a:lnTo>
                  <a:pt x="39576" y="41579"/>
                </a:lnTo>
                <a:lnTo>
                  <a:pt x="39326" y="42609"/>
                </a:lnTo>
                <a:lnTo>
                  <a:pt x="39103" y="43789"/>
                </a:lnTo>
                <a:lnTo>
                  <a:pt x="38906" y="45119"/>
                </a:lnTo>
                <a:lnTo>
                  <a:pt x="38735" y="46597"/>
                </a:lnTo>
                <a:lnTo>
                  <a:pt x="38590" y="48225"/>
                </a:lnTo>
                <a:lnTo>
                  <a:pt x="38472" y="50002"/>
                </a:lnTo>
                <a:lnTo>
                  <a:pt x="38380" y="51928"/>
                </a:lnTo>
                <a:lnTo>
                  <a:pt x="38314" y="54003"/>
                </a:lnTo>
                <a:lnTo>
                  <a:pt x="38274" y="56228"/>
                </a:lnTo>
                <a:lnTo>
                  <a:pt x="38261" y="58602"/>
                </a:lnTo>
                <a:lnTo>
                  <a:pt x="38261" y="99726"/>
                </a:lnTo>
                <a:lnTo>
                  <a:pt x="27476" y="99726"/>
                </a:lnTo>
                <a:lnTo>
                  <a:pt x="27476" y="58602"/>
                </a:lnTo>
                <a:lnTo>
                  <a:pt x="27463" y="56117"/>
                </a:lnTo>
                <a:lnTo>
                  <a:pt x="27425" y="53797"/>
                </a:lnTo>
                <a:lnTo>
                  <a:pt x="27362" y="51641"/>
                </a:lnTo>
                <a:lnTo>
                  <a:pt x="27273" y="49648"/>
                </a:lnTo>
                <a:lnTo>
                  <a:pt x="27159" y="47820"/>
                </a:lnTo>
                <a:lnTo>
                  <a:pt x="27019" y="46155"/>
                </a:lnTo>
                <a:lnTo>
                  <a:pt x="26854" y="44655"/>
                </a:lnTo>
                <a:lnTo>
                  <a:pt x="26663" y="43319"/>
                </a:lnTo>
                <a:lnTo>
                  <a:pt x="26447" y="42146"/>
                </a:lnTo>
                <a:lnTo>
                  <a:pt x="26206" y="41138"/>
                </a:lnTo>
                <a:lnTo>
                  <a:pt x="25939" y="40293"/>
                </a:lnTo>
                <a:lnTo>
                  <a:pt x="25647" y="39613"/>
                </a:lnTo>
                <a:lnTo>
                  <a:pt x="25321" y="39039"/>
                </a:lnTo>
                <a:lnTo>
                  <a:pt x="24956" y="38515"/>
                </a:lnTo>
                <a:lnTo>
                  <a:pt x="24549" y="38041"/>
                </a:lnTo>
                <a:lnTo>
                  <a:pt x="24102" y="37616"/>
                </a:lnTo>
                <a:lnTo>
                  <a:pt x="23615" y="37242"/>
                </a:lnTo>
                <a:lnTo>
                  <a:pt x="23087" y="36918"/>
                </a:lnTo>
                <a:lnTo>
                  <a:pt x="22518" y="36643"/>
                </a:lnTo>
                <a:lnTo>
                  <a:pt x="21909" y="36419"/>
                </a:lnTo>
                <a:lnTo>
                  <a:pt x="21259" y="36244"/>
                </a:lnTo>
                <a:lnTo>
                  <a:pt x="20569" y="36119"/>
                </a:lnTo>
                <a:lnTo>
                  <a:pt x="19838" y="36044"/>
                </a:lnTo>
                <a:lnTo>
                  <a:pt x="19066" y="36019"/>
                </a:lnTo>
                <a:lnTo>
                  <a:pt x="18305" y="36047"/>
                </a:lnTo>
                <a:lnTo>
                  <a:pt x="17584" y="36129"/>
                </a:lnTo>
                <a:lnTo>
                  <a:pt x="16902" y="36266"/>
                </a:lnTo>
                <a:lnTo>
                  <a:pt x="16260" y="36458"/>
                </a:lnTo>
                <a:lnTo>
                  <a:pt x="15657" y="36704"/>
                </a:lnTo>
                <a:lnTo>
                  <a:pt x="15094" y="37006"/>
                </a:lnTo>
                <a:lnTo>
                  <a:pt x="14571" y="37362"/>
                </a:lnTo>
                <a:lnTo>
                  <a:pt x="14088" y="37773"/>
                </a:lnTo>
                <a:lnTo>
                  <a:pt x="13644" y="38239"/>
                </a:lnTo>
                <a:lnTo>
                  <a:pt x="13240" y="38759"/>
                </a:lnTo>
                <a:lnTo>
                  <a:pt x="12875" y="39335"/>
                </a:lnTo>
                <a:lnTo>
                  <a:pt x="12550" y="39965"/>
                </a:lnTo>
                <a:lnTo>
                  <a:pt x="12258" y="40697"/>
                </a:lnTo>
                <a:lnTo>
                  <a:pt x="11991" y="41579"/>
                </a:lnTo>
                <a:lnTo>
                  <a:pt x="11750" y="42609"/>
                </a:lnTo>
                <a:lnTo>
                  <a:pt x="11534" y="43789"/>
                </a:lnTo>
                <a:lnTo>
                  <a:pt x="11343" y="45119"/>
                </a:lnTo>
                <a:lnTo>
                  <a:pt x="11178" y="46597"/>
                </a:lnTo>
                <a:lnTo>
                  <a:pt x="11038" y="48225"/>
                </a:lnTo>
                <a:lnTo>
                  <a:pt x="10924" y="50002"/>
                </a:lnTo>
                <a:lnTo>
                  <a:pt x="10835" y="51928"/>
                </a:lnTo>
                <a:lnTo>
                  <a:pt x="10772" y="54003"/>
                </a:lnTo>
                <a:lnTo>
                  <a:pt x="10734" y="56228"/>
                </a:lnTo>
                <a:lnTo>
                  <a:pt x="10721" y="58602"/>
                </a:lnTo>
                <a:lnTo>
                  <a:pt x="10721" y="99726"/>
                </a:lnTo>
                <a:lnTo>
                  <a:pt x="0" y="99726"/>
                </a:lnTo>
                <a:lnTo>
                  <a:pt x="0" y="27944"/>
                </a:lnTo>
                <a:lnTo>
                  <a:pt x="10721" y="27944"/>
                </a:lnTo>
                <a:lnTo>
                  <a:pt x="10721" y="34049"/>
                </a:lnTo>
                <a:lnTo>
                  <a:pt x="11081" y="33419"/>
                </a:lnTo>
                <a:lnTo>
                  <a:pt x="11456" y="32815"/>
                </a:lnTo>
                <a:lnTo>
                  <a:pt x="11846" y="32236"/>
                </a:lnTo>
                <a:lnTo>
                  <a:pt x="12251" y="31683"/>
                </a:lnTo>
                <a:lnTo>
                  <a:pt x="12670" y="31155"/>
                </a:lnTo>
                <a:lnTo>
                  <a:pt x="13104" y="30653"/>
                </a:lnTo>
                <a:lnTo>
                  <a:pt x="13553" y="30176"/>
                </a:lnTo>
                <a:lnTo>
                  <a:pt x="14016" y="29724"/>
                </a:lnTo>
                <a:lnTo>
                  <a:pt x="14494" y="29298"/>
                </a:lnTo>
                <a:lnTo>
                  <a:pt x="14987" y="28897"/>
                </a:lnTo>
                <a:lnTo>
                  <a:pt x="15495" y="28522"/>
                </a:lnTo>
                <a:lnTo>
                  <a:pt x="16017" y="28172"/>
                </a:lnTo>
                <a:lnTo>
                  <a:pt x="16553" y="27849"/>
                </a:lnTo>
                <a:lnTo>
                  <a:pt x="17100" y="27554"/>
                </a:lnTo>
                <a:lnTo>
                  <a:pt x="17660" y="27287"/>
                </a:lnTo>
                <a:lnTo>
                  <a:pt x="18232" y="27048"/>
                </a:lnTo>
                <a:lnTo>
                  <a:pt x="18816" y="26838"/>
                </a:lnTo>
                <a:lnTo>
                  <a:pt x="19411" y="26655"/>
                </a:lnTo>
                <a:lnTo>
                  <a:pt x="20019" y="26501"/>
                </a:lnTo>
                <a:lnTo>
                  <a:pt x="20639" y="26374"/>
                </a:lnTo>
                <a:lnTo>
                  <a:pt x="21271" y="26276"/>
                </a:lnTo>
                <a:lnTo>
                  <a:pt x="21915" y="26206"/>
                </a:lnTo>
                <a:lnTo>
                  <a:pt x="22571" y="26163"/>
                </a:lnTo>
                <a:lnTo>
                  <a:pt x="23239" y="26149"/>
                </a:lnTo>
                <a:lnTo>
                  <a:pt x="24041" y="26165"/>
                </a:lnTo>
                <a:lnTo>
                  <a:pt x="24820" y="26212"/>
                </a:lnTo>
                <a:lnTo>
                  <a:pt x="25576" y="26290"/>
                </a:lnTo>
                <a:lnTo>
                  <a:pt x="26310" y="26399"/>
                </a:lnTo>
                <a:lnTo>
                  <a:pt x="27021" y="26539"/>
                </a:lnTo>
                <a:lnTo>
                  <a:pt x="27709" y="26711"/>
                </a:lnTo>
                <a:lnTo>
                  <a:pt x="28374" y="26913"/>
                </a:lnTo>
                <a:lnTo>
                  <a:pt x="29017" y="27147"/>
                </a:lnTo>
                <a:lnTo>
                  <a:pt x="29637" y="27412"/>
                </a:lnTo>
                <a:lnTo>
                  <a:pt x="30234" y="27708"/>
                </a:lnTo>
                <a:lnTo>
                  <a:pt x="30808" y="28036"/>
                </a:lnTo>
                <a:lnTo>
                  <a:pt x="31360" y="28395"/>
                </a:lnTo>
                <a:lnTo>
                  <a:pt x="31890" y="28784"/>
                </a:lnTo>
                <a:lnTo>
                  <a:pt x="32401" y="29206"/>
                </a:lnTo>
                <a:lnTo>
                  <a:pt x="32891" y="29661"/>
                </a:lnTo>
                <a:lnTo>
                  <a:pt x="33361" y="30147"/>
                </a:lnTo>
                <a:lnTo>
                  <a:pt x="33811" y="30665"/>
                </a:lnTo>
                <a:lnTo>
                  <a:pt x="34241" y="31216"/>
                </a:lnTo>
                <a:lnTo>
                  <a:pt x="34651" y="31798"/>
                </a:lnTo>
                <a:lnTo>
                  <a:pt x="35041" y="32413"/>
                </a:lnTo>
                <a:lnTo>
                  <a:pt x="35410" y="33059"/>
                </a:lnTo>
                <a:lnTo>
                  <a:pt x="35760" y="33738"/>
                </a:lnTo>
                <a:lnTo>
                  <a:pt x="36090" y="34449"/>
                </a:lnTo>
                <a:lnTo>
                  <a:pt x="36399" y="35192"/>
                </a:lnTo>
                <a:close/>
                <a:moveTo>
                  <a:pt x="144340" y="57929"/>
                </a:moveTo>
                <a:lnTo>
                  <a:pt x="144340" y="63707"/>
                </a:lnTo>
                <a:lnTo>
                  <a:pt x="93175" y="63707"/>
                </a:lnTo>
                <a:lnTo>
                  <a:pt x="93175" y="64091"/>
                </a:lnTo>
                <a:lnTo>
                  <a:pt x="93136" y="66486"/>
                </a:lnTo>
                <a:lnTo>
                  <a:pt x="93189" y="68765"/>
                </a:lnTo>
                <a:lnTo>
                  <a:pt x="93334" y="70929"/>
                </a:lnTo>
                <a:lnTo>
                  <a:pt x="93571" y="72978"/>
                </a:lnTo>
                <a:lnTo>
                  <a:pt x="93901" y="74912"/>
                </a:lnTo>
                <a:lnTo>
                  <a:pt x="94323" y="76731"/>
                </a:lnTo>
                <a:lnTo>
                  <a:pt x="94837" y="78435"/>
                </a:lnTo>
                <a:lnTo>
                  <a:pt x="95444" y="80024"/>
                </a:lnTo>
                <a:lnTo>
                  <a:pt x="96143" y="81497"/>
                </a:lnTo>
                <a:lnTo>
                  <a:pt x="96934" y="82856"/>
                </a:lnTo>
                <a:lnTo>
                  <a:pt x="97817" y="84099"/>
                </a:lnTo>
                <a:lnTo>
                  <a:pt x="98793" y="85228"/>
                </a:lnTo>
                <a:lnTo>
                  <a:pt x="99849" y="86254"/>
                </a:lnTo>
                <a:lnTo>
                  <a:pt x="100976" y="87190"/>
                </a:lnTo>
                <a:lnTo>
                  <a:pt x="102173" y="88038"/>
                </a:lnTo>
                <a:lnTo>
                  <a:pt x="103440" y="88796"/>
                </a:lnTo>
                <a:lnTo>
                  <a:pt x="104777" y="89465"/>
                </a:lnTo>
                <a:lnTo>
                  <a:pt x="106183" y="90045"/>
                </a:lnTo>
                <a:lnTo>
                  <a:pt x="107660" y="90536"/>
                </a:lnTo>
                <a:lnTo>
                  <a:pt x="109207" y="90937"/>
                </a:lnTo>
                <a:lnTo>
                  <a:pt x="110823" y="91249"/>
                </a:lnTo>
                <a:lnTo>
                  <a:pt x="112510" y="91472"/>
                </a:lnTo>
                <a:lnTo>
                  <a:pt x="114267" y="91606"/>
                </a:lnTo>
                <a:lnTo>
                  <a:pt x="116094" y="91651"/>
                </a:lnTo>
                <a:lnTo>
                  <a:pt x="117039" y="91638"/>
                </a:lnTo>
                <a:lnTo>
                  <a:pt x="117991" y="91601"/>
                </a:lnTo>
                <a:lnTo>
                  <a:pt x="118950" y="91539"/>
                </a:lnTo>
                <a:lnTo>
                  <a:pt x="119917" y="91451"/>
                </a:lnTo>
                <a:lnTo>
                  <a:pt x="120891" y="91339"/>
                </a:lnTo>
                <a:lnTo>
                  <a:pt x="121871" y="91202"/>
                </a:lnTo>
                <a:lnTo>
                  <a:pt x="122859" y="91040"/>
                </a:lnTo>
                <a:lnTo>
                  <a:pt x="123854" y="90853"/>
                </a:lnTo>
                <a:lnTo>
                  <a:pt x="124856" y="90641"/>
                </a:lnTo>
                <a:lnTo>
                  <a:pt x="125866" y="90405"/>
                </a:lnTo>
                <a:lnTo>
                  <a:pt x="126882" y="90143"/>
                </a:lnTo>
                <a:lnTo>
                  <a:pt x="127906" y="89856"/>
                </a:lnTo>
                <a:lnTo>
                  <a:pt x="128939" y="89544"/>
                </a:lnTo>
                <a:lnTo>
                  <a:pt x="129983" y="89206"/>
                </a:lnTo>
                <a:lnTo>
                  <a:pt x="131039" y="88843"/>
                </a:lnTo>
                <a:lnTo>
                  <a:pt x="132107" y="88453"/>
                </a:lnTo>
                <a:lnTo>
                  <a:pt x="133186" y="88038"/>
                </a:lnTo>
                <a:lnTo>
                  <a:pt x="134277" y="87597"/>
                </a:lnTo>
                <a:lnTo>
                  <a:pt x="135380" y="87130"/>
                </a:lnTo>
                <a:lnTo>
                  <a:pt x="136494" y="86637"/>
                </a:lnTo>
                <a:lnTo>
                  <a:pt x="137620" y="86119"/>
                </a:lnTo>
                <a:lnTo>
                  <a:pt x="138757" y="85575"/>
                </a:lnTo>
                <a:lnTo>
                  <a:pt x="139906" y="85004"/>
                </a:lnTo>
                <a:lnTo>
                  <a:pt x="141066" y="84409"/>
                </a:lnTo>
                <a:lnTo>
                  <a:pt x="141066" y="96137"/>
                </a:lnTo>
                <a:lnTo>
                  <a:pt x="139946" y="96587"/>
                </a:lnTo>
                <a:lnTo>
                  <a:pt x="138833" y="97018"/>
                </a:lnTo>
                <a:lnTo>
                  <a:pt x="137726" y="97429"/>
                </a:lnTo>
                <a:lnTo>
                  <a:pt x="136626" y="97821"/>
                </a:lnTo>
                <a:lnTo>
                  <a:pt x="135532" y="98195"/>
                </a:lnTo>
                <a:lnTo>
                  <a:pt x="134446" y="98549"/>
                </a:lnTo>
                <a:lnTo>
                  <a:pt x="133366" y="98884"/>
                </a:lnTo>
                <a:lnTo>
                  <a:pt x="132293" y="99199"/>
                </a:lnTo>
                <a:lnTo>
                  <a:pt x="131226" y="99496"/>
                </a:lnTo>
                <a:lnTo>
                  <a:pt x="130166" y="99774"/>
                </a:lnTo>
                <a:lnTo>
                  <a:pt x="129113" y="100032"/>
                </a:lnTo>
                <a:lnTo>
                  <a:pt x="128066" y="100271"/>
                </a:lnTo>
                <a:lnTo>
                  <a:pt x="127026" y="100491"/>
                </a:lnTo>
                <a:lnTo>
                  <a:pt x="125991" y="100692"/>
                </a:lnTo>
                <a:lnTo>
                  <a:pt x="124963" y="100874"/>
                </a:lnTo>
                <a:lnTo>
                  <a:pt x="123940" y="101037"/>
                </a:lnTo>
                <a:lnTo>
                  <a:pt x="122923" y="101180"/>
                </a:lnTo>
                <a:lnTo>
                  <a:pt x="121911" y="101305"/>
                </a:lnTo>
                <a:lnTo>
                  <a:pt x="120906" y="101410"/>
                </a:lnTo>
                <a:lnTo>
                  <a:pt x="119906" y="101496"/>
                </a:lnTo>
                <a:lnTo>
                  <a:pt x="118912" y="101563"/>
                </a:lnTo>
                <a:lnTo>
                  <a:pt x="117924" y="101611"/>
                </a:lnTo>
                <a:lnTo>
                  <a:pt x="116942" y="101640"/>
                </a:lnTo>
                <a:lnTo>
                  <a:pt x="115965" y="101649"/>
                </a:lnTo>
                <a:lnTo>
                  <a:pt x="113223" y="101579"/>
                </a:lnTo>
                <a:lnTo>
                  <a:pt x="110583" y="101370"/>
                </a:lnTo>
                <a:lnTo>
                  <a:pt x="108045" y="101021"/>
                </a:lnTo>
                <a:lnTo>
                  <a:pt x="105608" y="100533"/>
                </a:lnTo>
                <a:lnTo>
                  <a:pt x="103273" y="99905"/>
                </a:lnTo>
                <a:lnTo>
                  <a:pt x="101040" y="99138"/>
                </a:lnTo>
                <a:lnTo>
                  <a:pt x="98908" y="98231"/>
                </a:lnTo>
                <a:lnTo>
                  <a:pt x="96877" y="97184"/>
                </a:lnTo>
                <a:lnTo>
                  <a:pt x="94949" y="95998"/>
                </a:lnTo>
                <a:lnTo>
                  <a:pt x="93122" y="94672"/>
                </a:lnTo>
                <a:lnTo>
                  <a:pt x="91397" y="93207"/>
                </a:lnTo>
                <a:lnTo>
                  <a:pt x="89773" y="91603"/>
                </a:lnTo>
                <a:lnTo>
                  <a:pt x="88266" y="89875"/>
                </a:lnTo>
                <a:lnTo>
                  <a:pt x="86890" y="88042"/>
                </a:lnTo>
                <a:lnTo>
                  <a:pt x="85644" y="86103"/>
                </a:lnTo>
                <a:lnTo>
                  <a:pt x="84530" y="84059"/>
                </a:lnTo>
                <a:lnTo>
                  <a:pt x="83547" y="81909"/>
                </a:lnTo>
                <a:lnTo>
                  <a:pt x="82695" y="79653"/>
                </a:lnTo>
                <a:lnTo>
                  <a:pt x="81974" y="77291"/>
                </a:lnTo>
                <a:lnTo>
                  <a:pt x="81385" y="74824"/>
                </a:lnTo>
                <a:lnTo>
                  <a:pt x="80926" y="72251"/>
                </a:lnTo>
                <a:lnTo>
                  <a:pt x="80598" y="69573"/>
                </a:lnTo>
                <a:lnTo>
                  <a:pt x="80402" y="66789"/>
                </a:lnTo>
                <a:lnTo>
                  <a:pt x="80336" y="63899"/>
                </a:lnTo>
                <a:lnTo>
                  <a:pt x="80400" y="61080"/>
                </a:lnTo>
                <a:lnTo>
                  <a:pt x="80593" y="58356"/>
                </a:lnTo>
                <a:lnTo>
                  <a:pt x="80914" y="55729"/>
                </a:lnTo>
                <a:lnTo>
                  <a:pt x="81363" y="53199"/>
                </a:lnTo>
                <a:lnTo>
                  <a:pt x="81941" y="50765"/>
                </a:lnTo>
                <a:lnTo>
                  <a:pt x="82647" y="48427"/>
                </a:lnTo>
                <a:lnTo>
                  <a:pt x="83482" y="46185"/>
                </a:lnTo>
                <a:lnTo>
                  <a:pt x="84445" y="44040"/>
                </a:lnTo>
                <a:lnTo>
                  <a:pt x="85536" y="41991"/>
                </a:lnTo>
                <a:lnTo>
                  <a:pt x="86756" y="40038"/>
                </a:lnTo>
                <a:lnTo>
                  <a:pt x="88104" y="38182"/>
                </a:lnTo>
                <a:lnTo>
                  <a:pt x="89580" y="36422"/>
                </a:lnTo>
                <a:lnTo>
                  <a:pt x="91164" y="34781"/>
                </a:lnTo>
                <a:lnTo>
                  <a:pt x="92833" y="33283"/>
                </a:lnTo>
                <a:lnTo>
                  <a:pt x="94588" y="31928"/>
                </a:lnTo>
                <a:lnTo>
                  <a:pt x="96428" y="30715"/>
                </a:lnTo>
                <a:lnTo>
                  <a:pt x="98354" y="29645"/>
                </a:lnTo>
                <a:lnTo>
                  <a:pt x="100365" y="28717"/>
                </a:lnTo>
                <a:lnTo>
                  <a:pt x="102463" y="27933"/>
                </a:lnTo>
                <a:lnTo>
                  <a:pt x="104645" y="27291"/>
                </a:lnTo>
                <a:lnTo>
                  <a:pt x="106913" y="26791"/>
                </a:lnTo>
                <a:lnTo>
                  <a:pt x="109267" y="26435"/>
                </a:lnTo>
                <a:lnTo>
                  <a:pt x="111707" y="26221"/>
                </a:lnTo>
                <a:lnTo>
                  <a:pt x="114232" y="26149"/>
                </a:lnTo>
                <a:lnTo>
                  <a:pt x="116481" y="26214"/>
                </a:lnTo>
                <a:lnTo>
                  <a:pt x="118650" y="26408"/>
                </a:lnTo>
                <a:lnTo>
                  <a:pt x="120738" y="26731"/>
                </a:lnTo>
                <a:lnTo>
                  <a:pt x="122745" y="27184"/>
                </a:lnTo>
                <a:lnTo>
                  <a:pt x="124672" y="27766"/>
                </a:lnTo>
                <a:lnTo>
                  <a:pt x="126518" y="28477"/>
                </a:lnTo>
                <a:lnTo>
                  <a:pt x="128283" y="29317"/>
                </a:lnTo>
                <a:lnTo>
                  <a:pt x="129967" y="30287"/>
                </a:lnTo>
                <a:lnTo>
                  <a:pt x="131571" y="31386"/>
                </a:lnTo>
                <a:lnTo>
                  <a:pt x="133094" y="32614"/>
                </a:lnTo>
                <a:lnTo>
                  <a:pt x="134537" y="33972"/>
                </a:lnTo>
                <a:lnTo>
                  <a:pt x="135898" y="35459"/>
                </a:lnTo>
                <a:lnTo>
                  <a:pt x="137168" y="37037"/>
                </a:lnTo>
                <a:lnTo>
                  <a:pt x="138335" y="38669"/>
                </a:lnTo>
                <a:lnTo>
                  <a:pt x="139399" y="40354"/>
                </a:lnTo>
                <a:lnTo>
                  <a:pt x="140360" y="42093"/>
                </a:lnTo>
                <a:lnTo>
                  <a:pt x="141218" y="43885"/>
                </a:lnTo>
                <a:lnTo>
                  <a:pt x="141973" y="45731"/>
                </a:lnTo>
                <a:lnTo>
                  <a:pt x="142625" y="47630"/>
                </a:lnTo>
                <a:lnTo>
                  <a:pt x="143174" y="49583"/>
                </a:lnTo>
                <a:lnTo>
                  <a:pt x="143620" y="51589"/>
                </a:lnTo>
                <a:lnTo>
                  <a:pt x="143963" y="53649"/>
                </a:lnTo>
                <a:lnTo>
                  <a:pt x="144203" y="55762"/>
                </a:lnTo>
                <a:lnTo>
                  <a:pt x="144340" y="57929"/>
                </a:lnTo>
                <a:moveTo>
                  <a:pt x="132528" y="54414"/>
                </a:moveTo>
                <a:lnTo>
                  <a:pt x="132373" y="53189"/>
                </a:lnTo>
                <a:lnTo>
                  <a:pt x="132163" y="51992"/>
                </a:lnTo>
                <a:lnTo>
                  <a:pt x="131900" y="50823"/>
                </a:lnTo>
                <a:lnTo>
                  <a:pt x="131583" y="49682"/>
                </a:lnTo>
                <a:lnTo>
                  <a:pt x="131212" y="48569"/>
                </a:lnTo>
                <a:lnTo>
                  <a:pt x="130787" y="47484"/>
                </a:lnTo>
                <a:lnTo>
                  <a:pt x="130308" y="46427"/>
                </a:lnTo>
                <a:lnTo>
                  <a:pt x="129775" y="45398"/>
                </a:lnTo>
                <a:lnTo>
                  <a:pt x="129188" y="44397"/>
                </a:lnTo>
                <a:lnTo>
                  <a:pt x="128547" y="43425"/>
                </a:lnTo>
                <a:lnTo>
                  <a:pt x="127852" y="42480"/>
                </a:lnTo>
                <a:lnTo>
                  <a:pt x="127103" y="41563"/>
                </a:lnTo>
                <a:lnTo>
                  <a:pt x="126299" y="40698"/>
                </a:lnTo>
                <a:lnTo>
                  <a:pt x="125439" y="39909"/>
                </a:lnTo>
                <a:lnTo>
                  <a:pt x="124521" y="39194"/>
                </a:lnTo>
                <a:lnTo>
                  <a:pt x="123548" y="38555"/>
                </a:lnTo>
                <a:lnTo>
                  <a:pt x="122517" y="37990"/>
                </a:lnTo>
                <a:lnTo>
                  <a:pt x="121430" y="37502"/>
                </a:lnTo>
                <a:lnTo>
                  <a:pt x="120286" y="37088"/>
                </a:lnTo>
                <a:lnTo>
                  <a:pt x="119086" y="36749"/>
                </a:lnTo>
                <a:lnTo>
                  <a:pt x="117829" y="36486"/>
                </a:lnTo>
                <a:lnTo>
                  <a:pt x="116515" y="36298"/>
                </a:lnTo>
                <a:lnTo>
                  <a:pt x="115145" y="36185"/>
                </a:lnTo>
                <a:lnTo>
                  <a:pt x="113718" y="36148"/>
                </a:lnTo>
                <a:lnTo>
                  <a:pt x="112316" y="36187"/>
                </a:lnTo>
                <a:lnTo>
                  <a:pt x="110956" y="36304"/>
                </a:lnTo>
                <a:lnTo>
                  <a:pt x="109638" y="36500"/>
                </a:lnTo>
                <a:lnTo>
                  <a:pt x="108361" y="36774"/>
                </a:lnTo>
                <a:lnTo>
                  <a:pt x="107127" y="37127"/>
                </a:lnTo>
                <a:lnTo>
                  <a:pt x="105935" y="37558"/>
                </a:lnTo>
                <a:lnTo>
                  <a:pt x="104784" y="38067"/>
                </a:lnTo>
                <a:lnTo>
                  <a:pt x="103675" y="38654"/>
                </a:lnTo>
                <a:lnTo>
                  <a:pt x="102608" y="39320"/>
                </a:lnTo>
                <a:lnTo>
                  <a:pt x="101583" y="40064"/>
                </a:lnTo>
                <a:lnTo>
                  <a:pt x="100600" y="40887"/>
                </a:lnTo>
                <a:lnTo>
                  <a:pt x="99659" y="41788"/>
                </a:lnTo>
                <a:lnTo>
                  <a:pt x="98774" y="42737"/>
                </a:lnTo>
                <a:lnTo>
                  <a:pt x="97958" y="43707"/>
                </a:lnTo>
                <a:lnTo>
                  <a:pt x="97212" y="44696"/>
                </a:lnTo>
                <a:lnTo>
                  <a:pt x="96535" y="45704"/>
                </a:lnTo>
                <a:lnTo>
                  <a:pt x="95928" y="46732"/>
                </a:lnTo>
                <a:lnTo>
                  <a:pt x="95390" y="47780"/>
                </a:lnTo>
                <a:lnTo>
                  <a:pt x="94922" y="48848"/>
                </a:lnTo>
                <a:lnTo>
                  <a:pt x="94524" y="49934"/>
                </a:lnTo>
                <a:lnTo>
                  <a:pt x="94195" y="51041"/>
                </a:lnTo>
                <a:lnTo>
                  <a:pt x="93935" y="52167"/>
                </a:lnTo>
                <a:lnTo>
                  <a:pt x="93745" y="53313"/>
                </a:lnTo>
                <a:lnTo>
                  <a:pt x="93625" y="54478"/>
                </a:lnTo>
                <a:lnTo>
                  <a:pt x="132528" y="54414"/>
                </a:lnTo>
                <a:close/>
                <a:moveTo>
                  <a:pt x="195274" y="35192"/>
                </a:moveTo>
                <a:lnTo>
                  <a:pt x="195646" y="34439"/>
                </a:lnTo>
                <a:lnTo>
                  <a:pt x="196034" y="33720"/>
                </a:lnTo>
                <a:lnTo>
                  <a:pt x="196439" y="33033"/>
                </a:lnTo>
                <a:lnTo>
                  <a:pt x="196861" y="32381"/>
                </a:lnTo>
                <a:lnTo>
                  <a:pt x="197299" y="31761"/>
                </a:lnTo>
                <a:lnTo>
                  <a:pt x="197753" y="31176"/>
                </a:lnTo>
                <a:lnTo>
                  <a:pt x="198224" y="30623"/>
                </a:lnTo>
                <a:lnTo>
                  <a:pt x="198712" y="30104"/>
                </a:lnTo>
                <a:lnTo>
                  <a:pt x="199216" y="29619"/>
                </a:lnTo>
                <a:lnTo>
                  <a:pt x="199736" y="29166"/>
                </a:lnTo>
                <a:lnTo>
                  <a:pt x="200273" y="28748"/>
                </a:lnTo>
                <a:lnTo>
                  <a:pt x="200827" y="28362"/>
                </a:lnTo>
                <a:lnTo>
                  <a:pt x="201398" y="28009"/>
                </a:lnTo>
                <a:lnTo>
                  <a:pt x="201988" y="27686"/>
                </a:lnTo>
                <a:lnTo>
                  <a:pt x="202598" y="27394"/>
                </a:lnTo>
                <a:lnTo>
                  <a:pt x="203227" y="27133"/>
                </a:lnTo>
                <a:lnTo>
                  <a:pt x="203875" y="26902"/>
                </a:lnTo>
                <a:lnTo>
                  <a:pt x="204542" y="26703"/>
                </a:lnTo>
                <a:lnTo>
                  <a:pt x="205228" y="26534"/>
                </a:lnTo>
                <a:lnTo>
                  <a:pt x="205934" y="26395"/>
                </a:lnTo>
                <a:lnTo>
                  <a:pt x="206658" y="26288"/>
                </a:lnTo>
                <a:lnTo>
                  <a:pt x="207402" y="26211"/>
                </a:lnTo>
                <a:lnTo>
                  <a:pt x="208165" y="26165"/>
                </a:lnTo>
                <a:lnTo>
                  <a:pt x="208947" y="26149"/>
                </a:lnTo>
                <a:lnTo>
                  <a:pt x="210356" y="26196"/>
                </a:lnTo>
                <a:lnTo>
                  <a:pt x="211695" y="26336"/>
                </a:lnTo>
                <a:lnTo>
                  <a:pt x="212962" y="26568"/>
                </a:lnTo>
                <a:lnTo>
                  <a:pt x="214158" y="26894"/>
                </a:lnTo>
                <a:lnTo>
                  <a:pt x="215284" y="27313"/>
                </a:lnTo>
                <a:lnTo>
                  <a:pt x="216338" y="27825"/>
                </a:lnTo>
                <a:lnTo>
                  <a:pt x="217322" y="28430"/>
                </a:lnTo>
                <a:lnTo>
                  <a:pt x="218235" y="29129"/>
                </a:lnTo>
                <a:lnTo>
                  <a:pt x="219077" y="29920"/>
                </a:lnTo>
                <a:lnTo>
                  <a:pt x="219848" y="30805"/>
                </a:lnTo>
                <a:lnTo>
                  <a:pt x="220548" y="31782"/>
                </a:lnTo>
                <a:lnTo>
                  <a:pt x="221177" y="32853"/>
                </a:lnTo>
                <a:lnTo>
                  <a:pt x="221746" y="34052"/>
                </a:lnTo>
                <a:lnTo>
                  <a:pt x="222266" y="35415"/>
                </a:lnTo>
                <a:lnTo>
                  <a:pt x="222736" y="36943"/>
                </a:lnTo>
                <a:lnTo>
                  <a:pt x="223156" y="38635"/>
                </a:lnTo>
                <a:lnTo>
                  <a:pt x="223527" y="40492"/>
                </a:lnTo>
                <a:lnTo>
                  <a:pt x="223849" y="42513"/>
                </a:lnTo>
                <a:lnTo>
                  <a:pt x="224121" y="44698"/>
                </a:lnTo>
                <a:lnTo>
                  <a:pt x="224344" y="47047"/>
                </a:lnTo>
                <a:lnTo>
                  <a:pt x="224517" y="49561"/>
                </a:lnTo>
                <a:lnTo>
                  <a:pt x="224641" y="52239"/>
                </a:lnTo>
                <a:lnTo>
                  <a:pt x="224715" y="55082"/>
                </a:lnTo>
                <a:lnTo>
                  <a:pt x="224740" y="58089"/>
                </a:lnTo>
                <a:lnTo>
                  <a:pt x="224740" y="99726"/>
                </a:lnTo>
                <a:lnTo>
                  <a:pt x="213955" y="99726"/>
                </a:lnTo>
                <a:lnTo>
                  <a:pt x="213955" y="58602"/>
                </a:lnTo>
                <a:lnTo>
                  <a:pt x="213943" y="56148"/>
                </a:lnTo>
                <a:lnTo>
                  <a:pt x="213908" y="53854"/>
                </a:lnTo>
                <a:lnTo>
                  <a:pt x="213848" y="51719"/>
                </a:lnTo>
                <a:lnTo>
                  <a:pt x="213766" y="49745"/>
                </a:lnTo>
                <a:lnTo>
                  <a:pt x="213659" y="47931"/>
                </a:lnTo>
                <a:lnTo>
                  <a:pt x="213530" y="46277"/>
                </a:lnTo>
                <a:lnTo>
                  <a:pt x="213376" y="44782"/>
                </a:lnTo>
                <a:lnTo>
                  <a:pt x="213199" y="43448"/>
                </a:lnTo>
                <a:lnTo>
                  <a:pt x="212998" y="42273"/>
                </a:lnTo>
                <a:lnTo>
                  <a:pt x="212773" y="41258"/>
                </a:lnTo>
                <a:lnTo>
                  <a:pt x="212525" y="40404"/>
                </a:lnTo>
                <a:lnTo>
                  <a:pt x="212254" y="39709"/>
                </a:lnTo>
                <a:lnTo>
                  <a:pt x="211951" y="39119"/>
                </a:lnTo>
                <a:lnTo>
                  <a:pt x="211609" y="38581"/>
                </a:lnTo>
                <a:lnTo>
                  <a:pt x="211228" y="38095"/>
                </a:lnTo>
                <a:lnTo>
                  <a:pt x="210809" y="37659"/>
                </a:lnTo>
                <a:lnTo>
                  <a:pt x="210351" y="37275"/>
                </a:lnTo>
                <a:lnTo>
                  <a:pt x="209854" y="36942"/>
                </a:lnTo>
                <a:lnTo>
                  <a:pt x="209319" y="36660"/>
                </a:lnTo>
                <a:lnTo>
                  <a:pt x="208744" y="36429"/>
                </a:lnTo>
                <a:lnTo>
                  <a:pt x="208131" y="36250"/>
                </a:lnTo>
                <a:lnTo>
                  <a:pt x="207479" y="36122"/>
                </a:lnTo>
                <a:lnTo>
                  <a:pt x="206788" y="36045"/>
                </a:lnTo>
                <a:lnTo>
                  <a:pt x="206059" y="36019"/>
                </a:lnTo>
                <a:lnTo>
                  <a:pt x="205225" y="36047"/>
                </a:lnTo>
                <a:lnTo>
                  <a:pt x="204437" y="36129"/>
                </a:lnTo>
                <a:lnTo>
                  <a:pt x="203693" y="36266"/>
                </a:lnTo>
                <a:lnTo>
                  <a:pt x="202995" y="36458"/>
                </a:lnTo>
                <a:lnTo>
                  <a:pt x="202342" y="36704"/>
                </a:lnTo>
                <a:lnTo>
                  <a:pt x="201733" y="37006"/>
                </a:lnTo>
                <a:lnTo>
                  <a:pt x="201170" y="37362"/>
                </a:lnTo>
                <a:lnTo>
                  <a:pt x="200652" y="37773"/>
                </a:lnTo>
                <a:lnTo>
                  <a:pt x="200179" y="38239"/>
                </a:lnTo>
                <a:lnTo>
                  <a:pt x="199750" y="38759"/>
                </a:lnTo>
                <a:lnTo>
                  <a:pt x="199367" y="39335"/>
                </a:lnTo>
                <a:lnTo>
                  <a:pt x="199029" y="39965"/>
                </a:lnTo>
                <a:lnTo>
                  <a:pt x="198727" y="40697"/>
                </a:lnTo>
                <a:lnTo>
                  <a:pt x="198450" y="41579"/>
                </a:lnTo>
                <a:lnTo>
                  <a:pt x="198201" y="42609"/>
                </a:lnTo>
                <a:lnTo>
                  <a:pt x="197977" y="43789"/>
                </a:lnTo>
                <a:lnTo>
                  <a:pt x="197780" y="45119"/>
                </a:lnTo>
                <a:lnTo>
                  <a:pt x="197609" y="46597"/>
                </a:lnTo>
                <a:lnTo>
                  <a:pt x="197464" y="48225"/>
                </a:lnTo>
                <a:lnTo>
                  <a:pt x="197346" y="50002"/>
                </a:lnTo>
                <a:lnTo>
                  <a:pt x="197254" y="51928"/>
                </a:lnTo>
                <a:lnTo>
                  <a:pt x="197188" y="54003"/>
                </a:lnTo>
                <a:lnTo>
                  <a:pt x="197148" y="56228"/>
                </a:lnTo>
                <a:lnTo>
                  <a:pt x="197135" y="58602"/>
                </a:lnTo>
                <a:lnTo>
                  <a:pt x="197135" y="99726"/>
                </a:lnTo>
                <a:lnTo>
                  <a:pt x="186350" y="99726"/>
                </a:lnTo>
                <a:lnTo>
                  <a:pt x="186350" y="58602"/>
                </a:lnTo>
                <a:lnTo>
                  <a:pt x="186338" y="56117"/>
                </a:lnTo>
                <a:lnTo>
                  <a:pt x="186299" y="53797"/>
                </a:lnTo>
                <a:lnTo>
                  <a:pt x="186236" y="51641"/>
                </a:lnTo>
                <a:lnTo>
                  <a:pt x="186147" y="49648"/>
                </a:lnTo>
                <a:lnTo>
                  <a:pt x="186033" y="47820"/>
                </a:lnTo>
                <a:lnTo>
                  <a:pt x="185893" y="46155"/>
                </a:lnTo>
                <a:lnTo>
                  <a:pt x="185728" y="44655"/>
                </a:lnTo>
                <a:lnTo>
                  <a:pt x="185537" y="43319"/>
                </a:lnTo>
                <a:lnTo>
                  <a:pt x="185321" y="42146"/>
                </a:lnTo>
                <a:lnTo>
                  <a:pt x="185080" y="41138"/>
                </a:lnTo>
                <a:lnTo>
                  <a:pt x="184813" y="40293"/>
                </a:lnTo>
                <a:lnTo>
                  <a:pt x="184521" y="39613"/>
                </a:lnTo>
                <a:lnTo>
                  <a:pt x="184195" y="39039"/>
                </a:lnTo>
                <a:lnTo>
                  <a:pt x="183830" y="38515"/>
                </a:lnTo>
                <a:lnTo>
                  <a:pt x="183423" y="38041"/>
                </a:lnTo>
                <a:lnTo>
                  <a:pt x="182976" y="37616"/>
                </a:lnTo>
                <a:lnTo>
                  <a:pt x="182489" y="37242"/>
                </a:lnTo>
                <a:lnTo>
                  <a:pt x="181961" y="36918"/>
                </a:lnTo>
                <a:lnTo>
                  <a:pt x="181392" y="36643"/>
                </a:lnTo>
                <a:lnTo>
                  <a:pt x="180783" y="36419"/>
                </a:lnTo>
                <a:lnTo>
                  <a:pt x="180133" y="36244"/>
                </a:lnTo>
                <a:lnTo>
                  <a:pt x="179443" y="36119"/>
                </a:lnTo>
                <a:lnTo>
                  <a:pt x="178712" y="36044"/>
                </a:lnTo>
                <a:lnTo>
                  <a:pt x="177941" y="36019"/>
                </a:lnTo>
                <a:lnTo>
                  <a:pt x="177179" y="36047"/>
                </a:lnTo>
                <a:lnTo>
                  <a:pt x="176458" y="36129"/>
                </a:lnTo>
                <a:lnTo>
                  <a:pt x="175776" y="36266"/>
                </a:lnTo>
                <a:lnTo>
                  <a:pt x="175134" y="36458"/>
                </a:lnTo>
                <a:lnTo>
                  <a:pt x="174531" y="36704"/>
                </a:lnTo>
                <a:lnTo>
                  <a:pt x="173968" y="37006"/>
                </a:lnTo>
                <a:lnTo>
                  <a:pt x="173445" y="37362"/>
                </a:lnTo>
                <a:lnTo>
                  <a:pt x="172962" y="37773"/>
                </a:lnTo>
                <a:lnTo>
                  <a:pt x="172518" y="38239"/>
                </a:lnTo>
                <a:lnTo>
                  <a:pt x="172114" y="38759"/>
                </a:lnTo>
                <a:lnTo>
                  <a:pt x="171749" y="39335"/>
                </a:lnTo>
                <a:lnTo>
                  <a:pt x="171425" y="39965"/>
                </a:lnTo>
                <a:lnTo>
                  <a:pt x="171132" y="40697"/>
                </a:lnTo>
                <a:lnTo>
                  <a:pt x="170866" y="41579"/>
                </a:lnTo>
                <a:lnTo>
                  <a:pt x="170624" y="42609"/>
                </a:lnTo>
                <a:lnTo>
                  <a:pt x="170408" y="43789"/>
                </a:lnTo>
                <a:lnTo>
                  <a:pt x="170218" y="45119"/>
                </a:lnTo>
                <a:lnTo>
                  <a:pt x="170052" y="46597"/>
                </a:lnTo>
                <a:lnTo>
                  <a:pt x="169913" y="48225"/>
                </a:lnTo>
                <a:lnTo>
                  <a:pt x="169798" y="50002"/>
                </a:lnTo>
                <a:lnTo>
                  <a:pt x="169709" y="51928"/>
                </a:lnTo>
                <a:lnTo>
                  <a:pt x="169646" y="54003"/>
                </a:lnTo>
                <a:lnTo>
                  <a:pt x="169608" y="56228"/>
                </a:lnTo>
                <a:lnTo>
                  <a:pt x="169595" y="58602"/>
                </a:lnTo>
                <a:lnTo>
                  <a:pt x="169595" y="99726"/>
                </a:lnTo>
                <a:lnTo>
                  <a:pt x="158874" y="99726"/>
                </a:lnTo>
                <a:lnTo>
                  <a:pt x="158874" y="27944"/>
                </a:lnTo>
                <a:lnTo>
                  <a:pt x="169595" y="27944"/>
                </a:lnTo>
                <a:lnTo>
                  <a:pt x="169595" y="34049"/>
                </a:lnTo>
                <a:lnTo>
                  <a:pt x="169955" y="33419"/>
                </a:lnTo>
                <a:lnTo>
                  <a:pt x="170331" y="32815"/>
                </a:lnTo>
                <a:lnTo>
                  <a:pt x="170720" y="32236"/>
                </a:lnTo>
                <a:lnTo>
                  <a:pt x="171125" y="31683"/>
                </a:lnTo>
                <a:lnTo>
                  <a:pt x="171544" y="31155"/>
                </a:lnTo>
                <a:lnTo>
                  <a:pt x="171978" y="30653"/>
                </a:lnTo>
                <a:lnTo>
                  <a:pt x="172427" y="30176"/>
                </a:lnTo>
                <a:lnTo>
                  <a:pt x="172890" y="29724"/>
                </a:lnTo>
                <a:lnTo>
                  <a:pt x="173369" y="29298"/>
                </a:lnTo>
                <a:lnTo>
                  <a:pt x="173861" y="28897"/>
                </a:lnTo>
                <a:lnTo>
                  <a:pt x="174369" y="28522"/>
                </a:lnTo>
                <a:lnTo>
                  <a:pt x="174891" y="28172"/>
                </a:lnTo>
                <a:lnTo>
                  <a:pt x="175427" y="27849"/>
                </a:lnTo>
                <a:lnTo>
                  <a:pt x="175975" y="27554"/>
                </a:lnTo>
                <a:lnTo>
                  <a:pt x="176534" y="27287"/>
                </a:lnTo>
                <a:lnTo>
                  <a:pt x="177106" y="27048"/>
                </a:lnTo>
                <a:lnTo>
                  <a:pt x="177690" y="26838"/>
                </a:lnTo>
                <a:lnTo>
                  <a:pt x="178286" y="26655"/>
                </a:lnTo>
                <a:lnTo>
                  <a:pt x="178893" y="26501"/>
                </a:lnTo>
                <a:lnTo>
                  <a:pt x="179513" y="26374"/>
                </a:lnTo>
                <a:lnTo>
                  <a:pt x="180145" y="26276"/>
                </a:lnTo>
                <a:lnTo>
                  <a:pt x="180789" y="26206"/>
                </a:lnTo>
                <a:lnTo>
                  <a:pt x="181445" y="26163"/>
                </a:lnTo>
                <a:lnTo>
                  <a:pt x="182113" y="26149"/>
                </a:lnTo>
                <a:lnTo>
                  <a:pt x="182915" y="26165"/>
                </a:lnTo>
                <a:lnTo>
                  <a:pt x="183694" y="26212"/>
                </a:lnTo>
                <a:lnTo>
                  <a:pt x="184450" y="26290"/>
                </a:lnTo>
                <a:lnTo>
                  <a:pt x="185184" y="26399"/>
                </a:lnTo>
                <a:lnTo>
                  <a:pt x="185895" y="26539"/>
                </a:lnTo>
                <a:lnTo>
                  <a:pt x="186583" y="26711"/>
                </a:lnTo>
                <a:lnTo>
                  <a:pt x="187248" y="26913"/>
                </a:lnTo>
                <a:lnTo>
                  <a:pt x="187891" y="27147"/>
                </a:lnTo>
                <a:lnTo>
                  <a:pt x="188511" y="27412"/>
                </a:lnTo>
                <a:lnTo>
                  <a:pt x="189108" y="27708"/>
                </a:lnTo>
                <a:lnTo>
                  <a:pt x="189682" y="28036"/>
                </a:lnTo>
                <a:lnTo>
                  <a:pt x="190234" y="28395"/>
                </a:lnTo>
                <a:lnTo>
                  <a:pt x="190764" y="28784"/>
                </a:lnTo>
                <a:lnTo>
                  <a:pt x="191275" y="29206"/>
                </a:lnTo>
                <a:lnTo>
                  <a:pt x="191765" y="29661"/>
                </a:lnTo>
                <a:lnTo>
                  <a:pt x="192235" y="30147"/>
                </a:lnTo>
                <a:lnTo>
                  <a:pt x="192685" y="30665"/>
                </a:lnTo>
                <a:lnTo>
                  <a:pt x="193115" y="31216"/>
                </a:lnTo>
                <a:lnTo>
                  <a:pt x="193525" y="31798"/>
                </a:lnTo>
                <a:lnTo>
                  <a:pt x="193915" y="32413"/>
                </a:lnTo>
                <a:lnTo>
                  <a:pt x="194285" y="33059"/>
                </a:lnTo>
                <a:lnTo>
                  <a:pt x="194634" y="33738"/>
                </a:lnTo>
                <a:lnTo>
                  <a:pt x="194964" y="34449"/>
                </a:lnTo>
                <a:lnTo>
                  <a:pt x="195274" y="35192"/>
                </a:lnTo>
                <a:close/>
                <a:moveTo>
                  <a:pt x="305461" y="42685"/>
                </a:moveTo>
                <a:lnTo>
                  <a:pt x="304829" y="42205"/>
                </a:lnTo>
                <a:lnTo>
                  <a:pt x="304195" y="41747"/>
                </a:lnTo>
                <a:lnTo>
                  <a:pt x="303559" y="41311"/>
                </a:lnTo>
                <a:lnTo>
                  <a:pt x="302922" y="40897"/>
                </a:lnTo>
                <a:lnTo>
                  <a:pt x="302282" y="40506"/>
                </a:lnTo>
                <a:lnTo>
                  <a:pt x="301641" y="40137"/>
                </a:lnTo>
                <a:lnTo>
                  <a:pt x="300998" y="39791"/>
                </a:lnTo>
                <a:lnTo>
                  <a:pt x="300354" y="39466"/>
                </a:lnTo>
                <a:lnTo>
                  <a:pt x="299707" y="39164"/>
                </a:lnTo>
                <a:lnTo>
                  <a:pt x="299059" y="38884"/>
                </a:lnTo>
                <a:lnTo>
                  <a:pt x="298409" y="38626"/>
                </a:lnTo>
                <a:lnTo>
                  <a:pt x="297757" y="38391"/>
                </a:lnTo>
                <a:lnTo>
                  <a:pt x="297099" y="38176"/>
                </a:lnTo>
                <a:lnTo>
                  <a:pt x="296431" y="37980"/>
                </a:lnTo>
                <a:lnTo>
                  <a:pt x="295751" y="37802"/>
                </a:lnTo>
                <a:lnTo>
                  <a:pt x="295061" y="37643"/>
                </a:lnTo>
                <a:lnTo>
                  <a:pt x="294360" y="37503"/>
                </a:lnTo>
                <a:lnTo>
                  <a:pt x="293649" y="37381"/>
                </a:lnTo>
                <a:lnTo>
                  <a:pt x="292926" y="37279"/>
                </a:lnTo>
                <a:lnTo>
                  <a:pt x="292194" y="37194"/>
                </a:lnTo>
                <a:lnTo>
                  <a:pt x="291450" y="37129"/>
                </a:lnTo>
                <a:lnTo>
                  <a:pt x="290696" y="37082"/>
                </a:lnTo>
                <a:lnTo>
                  <a:pt x="289931" y="37054"/>
                </a:lnTo>
                <a:lnTo>
                  <a:pt x="289155" y="37045"/>
                </a:lnTo>
                <a:lnTo>
                  <a:pt x="287351" y="37093"/>
                </a:lnTo>
                <a:lnTo>
                  <a:pt x="285619" y="37237"/>
                </a:lnTo>
                <a:lnTo>
                  <a:pt x="283959" y="37478"/>
                </a:lnTo>
                <a:lnTo>
                  <a:pt x="282371" y="37815"/>
                </a:lnTo>
                <a:lnTo>
                  <a:pt x="280856" y="38248"/>
                </a:lnTo>
                <a:lnTo>
                  <a:pt x="279413" y="38777"/>
                </a:lnTo>
                <a:lnTo>
                  <a:pt x="278042" y="39402"/>
                </a:lnTo>
                <a:lnTo>
                  <a:pt x="276744" y="40124"/>
                </a:lnTo>
                <a:lnTo>
                  <a:pt x="275517" y="40942"/>
                </a:lnTo>
                <a:lnTo>
                  <a:pt x="274363" y="41856"/>
                </a:lnTo>
                <a:lnTo>
                  <a:pt x="273281" y="42866"/>
                </a:lnTo>
                <a:lnTo>
                  <a:pt x="272271" y="43973"/>
                </a:lnTo>
                <a:lnTo>
                  <a:pt x="271338" y="45170"/>
                </a:lnTo>
                <a:lnTo>
                  <a:pt x="270486" y="46453"/>
                </a:lnTo>
                <a:lnTo>
                  <a:pt x="269715" y="47822"/>
                </a:lnTo>
                <a:lnTo>
                  <a:pt x="269026" y="49276"/>
                </a:lnTo>
                <a:lnTo>
                  <a:pt x="268417" y="50815"/>
                </a:lnTo>
                <a:lnTo>
                  <a:pt x="267890" y="52440"/>
                </a:lnTo>
                <a:lnTo>
                  <a:pt x="267444" y="54151"/>
                </a:lnTo>
                <a:lnTo>
                  <a:pt x="267078" y="55947"/>
                </a:lnTo>
                <a:lnTo>
                  <a:pt x="266794" y="57829"/>
                </a:lnTo>
                <a:lnTo>
                  <a:pt x="266592" y="59796"/>
                </a:lnTo>
                <a:lnTo>
                  <a:pt x="266470" y="61849"/>
                </a:lnTo>
                <a:lnTo>
                  <a:pt x="266429" y="63987"/>
                </a:lnTo>
                <a:lnTo>
                  <a:pt x="266429" y="99726"/>
                </a:lnTo>
                <a:lnTo>
                  <a:pt x="254553" y="99726"/>
                </a:lnTo>
                <a:lnTo>
                  <a:pt x="254553" y="27944"/>
                </a:lnTo>
                <a:lnTo>
                  <a:pt x="266429" y="27944"/>
                </a:lnTo>
                <a:lnTo>
                  <a:pt x="266429" y="41916"/>
                </a:lnTo>
                <a:lnTo>
                  <a:pt x="266944" y="40669"/>
                </a:lnTo>
                <a:lnTo>
                  <a:pt x="267502" y="39472"/>
                </a:lnTo>
                <a:lnTo>
                  <a:pt x="268104" y="38325"/>
                </a:lnTo>
                <a:lnTo>
                  <a:pt x="268751" y="37226"/>
                </a:lnTo>
                <a:lnTo>
                  <a:pt x="269442" y="36178"/>
                </a:lnTo>
                <a:lnTo>
                  <a:pt x="270177" y="35178"/>
                </a:lnTo>
                <a:lnTo>
                  <a:pt x="270956" y="34228"/>
                </a:lnTo>
                <a:lnTo>
                  <a:pt x="271779" y="33328"/>
                </a:lnTo>
                <a:lnTo>
                  <a:pt x="272646" y="32476"/>
                </a:lnTo>
                <a:lnTo>
                  <a:pt x="273558" y="31675"/>
                </a:lnTo>
                <a:lnTo>
                  <a:pt x="274513" y="30922"/>
                </a:lnTo>
                <a:lnTo>
                  <a:pt x="275513" y="30219"/>
                </a:lnTo>
                <a:lnTo>
                  <a:pt x="276551" y="29569"/>
                </a:lnTo>
                <a:lnTo>
                  <a:pt x="277620" y="28976"/>
                </a:lnTo>
                <a:lnTo>
                  <a:pt x="278721" y="28439"/>
                </a:lnTo>
                <a:lnTo>
                  <a:pt x="279854" y="27958"/>
                </a:lnTo>
                <a:lnTo>
                  <a:pt x="281018" y="27534"/>
                </a:lnTo>
                <a:lnTo>
                  <a:pt x="282214" y="27167"/>
                </a:lnTo>
                <a:lnTo>
                  <a:pt x="283441" y="26856"/>
                </a:lnTo>
                <a:lnTo>
                  <a:pt x="284700" y="26602"/>
                </a:lnTo>
                <a:lnTo>
                  <a:pt x="285991" y="26404"/>
                </a:lnTo>
                <a:lnTo>
                  <a:pt x="287314" y="26262"/>
                </a:lnTo>
                <a:lnTo>
                  <a:pt x="288668" y="26178"/>
                </a:lnTo>
                <a:lnTo>
                  <a:pt x="290054" y="26149"/>
                </a:lnTo>
                <a:lnTo>
                  <a:pt x="290777" y="26157"/>
                </a:lnTo>
                <a:lnTo>
                  <a:pt x="291493" y="26180"/>
                </a:lnTo>
                <a:lnTo>
                  <a:pt x="292200" y="26217"/>
                </a:lnTo>
                <a:lnTo>
                  <a:pt x="292900" y="26270"/>
                </a:lnTo>
                <a:lnTo>
                  <a:pt x="293591" y="26338"/>
                </a:lnTo>
                <a:lnTo>
                  <a:pt x="294275" y="26422"/>
                </a:lnTo>
                <a:lnTo>
                  <a:pt x="294950" y="26520"/>
                </a:lnTo>
                <a:lnTo>
                  <a:pt x="295617" y="26634"/>
                </a:lnTo>
                <a:lnTo>
                  <a:pt x="296277" y="26762"/>
                </a:lnTo>
                <a:lnTo>
                  <a:pt x="296928" y="26906"/>
                </a:lnTo>
                <a:lnTo>
                  <a:pt x="297571" y="27065"/>
                </a:lnTo>
                <a:lnTo>
                  <a:pt x="298207" y="27239"/>
                </a:lnTo>
                <a:lnTo>
                  <a:pt x="298836" y="27429"/>
                </a:lnTo>
                <a:lnTo>
                  <a:pt x="299460" y="27636"/>
                </a:lnTo>
                <a:lnTo>
                  <a:pt x="300080" y="27860"/>
                </a:lnTo>
                <a:lnTo>
                  <a:pt x="300696" y="28101"/>
                </a:lnTo>
                <a:lnTo>
                  <a:pt x="301307" y="28358"/>
                </a:lnTo>
                <a:lnTo>
                  <a:pt x="301914" y="28633"/>
                </a:lnTo>
                <a:lnTo>
                  <a:pt x="302516" y="28924"/>
                </a:lnTo>
                <a:lnTo>
                  <a:pt x="303114" y="29233"/>
                </a:lnTo>
                <a:lnTo>
                  <a:pt x="303707" y="29558"/>
                </a:lnTo>
                <a:lnTo>
                  <a:pt x="304296" y="29900"/>
                </a:lnTo>
                <a:lnTo>
                  <a:pt x="304881" y="30260"/>
                </a:lnTo>
                <a:lnTo>
                  <a:pt x="305461" y="30636"/>
                </a:lnTo>
                <a:lnTo>
                  <a:pt x="305461" y="42685"/>
                </a:lnTo>
                <a:close/>
                <a:moveTo>
                  <a:pt x="382651" y="57929"/>
                </a:moveTo>
                <a:lnTo>
                  <a:pt x="382651" y="63707"/>
                </a:lnTo>
                <a:lnTo>
                  <a:pt x="331486" y="63707"/>
                </a:lnTo>
                <a:lnTo>
                  <a:pt x="331486" y="64091"/>
                </a:lnTo>
                <a:lnTo>
                  <a:pt x="331447" y="66486"/>
                </a:lnTo>
                <a:lnTo>
                  <a:pt x="331499" y="68765"/>
                </a:lnTo>
                <a:lnTo>
                  <a:pt x="331645" y="70929"/>
                </a:lnTo>
                <a:lnTo>
                  <a:pt x="331882" y="72978"/>
                </a:lnTo>
                <a:lnTo>
                  <a:pt x="332212" y="74912"/>
                </a:lnTo>
                <a:lnTo>
                  <a:pt x="332634" y="76731"/>
                </a:lnTo>
                <a:lnTo>
                  <a:pt x="333148" y="78435"/>
                </a:lnTo>
                <a:lnTo>
                  <a:pt x="333754" y="80024"/>
                </a:lnTo>
                <a:lnTo>
                  <a:pt x="334453" y="81497"/>
                </a:lnTo>
                <a:lnTo>
                  <a:pt x="335244" y="82856"/>
                </a:lnTo>
                <a:lnTo>
                  <a:pt x="336128" y="84099"/>
                </a:lnTo>
                <a:lnTo>
                  <a:pt x="337103" y="85228"/>
                </a:lnTo>
                <a:lnTo>
                  <a:pt x="338160" y="86254"/>
                </a:lnTo>
                <a:lnTo>
                  <a:pt x="339287" y="87190"/>
                </a:lnTo>
                <a:lnTo>
                  <a:pt x="340484" y="88038"/>
                </a:lnTo>
                <a:lnTo>
                  <a:pt x="341750" y="88796"/>
                </a:lnTo>
                <a:lnTo>
                  <a:pt x="343087" y="89465"/>
                </a:lnTo>
                <a:lnTo>
                  <a:pt x="344494" y="90045"/>
                </a:lnTo>
                <a:lnTo>
                  <a:pt x="345971" y="90536"/>
                </a:lnTo>
                <a:lnTo>
                  <a:pt x="347517" y="90937"/>
                </a:lnTo>
                <a:lnTo>
                  <a:pt x="349134" y="91249"/>
                </a:lnTo>
                <a:lnTo>
                  <a:pt x="350821" y="91472"/>
                </a:lnTo>
                <a:lnTo>
                  <a:pt x="352578" y="91606"/>
                </a:lnTo>
                <a:lnTo>
                  <a:pt x="354404" y="91651"/>
                </a:lnTo>
                <a:lnTo>
                  <a:pt x="355349" y="91638"/>
                </a:lnTo>
                <a:lnTo>
                  <a:pt x="356302" y="91601"/>
                </a:lnTo>
                <a:lnTo>
                  <a:pt x="357261" y="91539"/>
                </a:lnTo>
                <a:lnTo>
                  <a:pt x="358228" y="91451"/>
                </a:lnTo>
                <a:lnTo>
                  <a:pt x="359201" y="91339"/>
                </a:lnTo>
                <a:lnTo>
                  <a:pt x="360182" y="91202"/>
                </a:lnTo>
                <a:lnTo>
                  <a:pt x="361170" y="91040"/>
                </a:lnTo>
                <a:lnTo>
                  <a:pt x="362165" y="90853"/>
                </a:lnTo>
                <a:lnTo>
                  <a:pt x="363167" y="90641"/>
                </a:lnTo>
                <a:lnTo>
                  <a:pt x="364176" y="90405"/>
                </a:lnTo>
                <a:lnTo>
                  <a:pt x="365193" y="90143"/>
                </a:lnTo>
                <a:lnTo>
                  <a:pt x="366216" y="89856"/>
                </a:lnTo>
                <a:lnTo>
                  <a:pt x="367249" y="89544"/>
                </a:lnTo>
                <a:lnTo>
                  <a:pt x="368294" y="89206"/>
                </a:lnTo>
                <a:lnTo>
                  <a:pt x="369350" y="88843"/>
                </a:lnTo>
                <a:lnTo>
                  <a:pt x="370418" y="88453"/>
                </a:lnTo>
                <a:lnTo>
                  <a:pt x="371497" y="88038"/>
                </a:lnTo>
                <a:lnTo>
                  <a:pt x="372588" y="87597"/>
                </a:lnTo>
                <a:lnTo>
                  <a:pt x="373690" y="87130"/>
                </a:lnTo>
                <a:lnTo>
                  <a:pt x="374805" y="86637"/>
                </a:lnTo>
                <a:lnTo>
                  <a:pt x="375930" y="86119"/>
                </a:lnTo>
                <a:lnTo>
                  <a:pt x="377067" y="85575"/>
                </a:lnTo>
                <a:lnTo>
                  <a:pt x="378216" y="85004"/>
                </a:lnTo>
                <a:lnTo>
                  <a:pt x="379377" y="84409"/>
                </a:lnTo>
                <a:lnTo>
                  <a:pt x="379377" y="96137"/>
                </a:lnTo>
                <a:lnTo>
                  <a:pt x="378257" y="96587"/>
                </a:lnTo>
                <a:lnTo>
                  <a:pt x="377143" y="97018"/>
                </a:lnTo>
                <a:lnTo>
                  <a:pt x="376037" y="97429"/>
                </a:lnTo>
                <a:lnTo>
                  <a:pt x="374936" y="97821"/>
                </a:lnTo>
                <a:lnTo>
                  <a:pt x="373843" y="98195"/>
                </a:lnTo>
                <a:lnTo>
                  <a:pt x="372756" y="98549"/>
                </a:lnTo>
                <a:lnTo>
                  <a:pt x="371676" y="98884"/>
                </a:lnTo>
                <a:lnTo>
                  <a:pt x="370603" y="99199"/>
                </a:lnTo>
                <a:lnTo>
                  <a:pt x="369537" y="99496"/>
                </a:lnTo>
                <a:lnTo>
                  <a:pt x="368477" y="99774"/>
                </a:lnTo>
                <a:lnTo>
                  <a:pt x="367423" y="100032"/>
                </a:lnTo>
                <a:lnTo>
                  <a:pt x="366377" y="100271"/>
                </a:lnTo>
                <a:lnTo>
                  <a:pt x="365337" y="100491"/>
                </a:lnTo>
                <a:lnTo>
                  <a:pt x="364302" y="100692"/>
                </a:lnTo>
                <a:lnTo>
                  <a:pt x="363273" y="100874"/>
                </a:lnTo>
                <a:lnTo>
                  <a:pt x="362251" y="101037"/>
                </a:lnTo>
                <a:lnTo>
                  <a:pt x="361233" y="101180"/>
                </a:lnTo>
                <a:lnTo>
                  <a:pt x="360222" y="101305"/>
                </a:lnTo>
                <a:lnTo>
                  <a:pt x="359217" y="101410"/>
                </a:lnTo>
                <a:lnTo>
                  <a:pt x="358217" y="101496"/>
                </a:lnTo>
                <a:lnTo>
                  <a:pt x="357223" y="101563"/>
                </a:lnTo>
                <a:lnTo>
                  <a:pt x="356235" y="101611"/>
                </a:lnTo>
                <a:lnTo>
                  <a:pt x="355252" y="101640"/>
                </a:lnTo>
                <a:lnTo>
                  <a:pt x="354276" y="101649"/>
                </a:lnTo>
                <a:lnTo>
                  <a:pt x="351534" y="101579"/>
                </a:lnTo>
                <a:lnTo>
                  <a:pt x="348894" y="101370"/>
                </a:lnTo>
                <a:lnTo>
                  <a:pt x="346356" y="101021"/>
                </a:lnTo>
                <a:lnTo>
                  <a:pt x="343919" y="100533"/>
                </a:lnTo>
                <a:lnTo>
                  <a:pt x="341584" y="99905"/>
                </a:lnTo>
                <a:lnTo>
                  <a:pt x="339350" y="99138"/>
                </a:lnTo>
                <a:lnTo>
                  <a:pt x="337218" y="98231"/>
                </a:lnTo>
                <a:lnTo>
                  <a:pt x="335188" y="97184"/>
                </a:lnTo>
                <a:lnTo>
                  <a:pt x="333260" y="95998"/>
                </a:lnTo>
                <a:lnTo>
                  <a:pt x="331433" y="94672"/>
                </a:lnTo>
                <a:lnTo>
                  <a:pt x="329707" y="93207"/>
                </a:lnTo>
                <a:lnTo>
                  <a:pt x="328084" y="91603"/>
                </a:lnTo>
                <a:lnTo>
                  <a:pt x="326576" y="89875"/>
                </a:lnTo>
                <a:lnTo>
                  <a:pt x="325200" y="88042"/>
                </a:lnTo>
                <a:lnTo>
                  <a:pt x="323955" y="86103"/>
                </a:lnTo>
                <a:lnTo>
                  <a:pt x="322841" y="84059"/>
                </a:lnTo>
                <a:lnTo>
                  <a:pt x="321858" y="81909"/>
                </a:lnTo>
                <a:lnTo>
                  <a:pt x="321006" y="79653"/>
                </a:lnTo>
                <a:lnTo>
                  <a:pt x="320285" y="77291"/>
                </a:lnTo>
                <a:lnTo>
                  <a:pt x="319695" y="74824"/>
                </a:lnTo>
                <a:lnTo>
                  <a:pt x="319237" y="72251"/>
                </a:lnTo>
                <a:lnTo>
                  <a:pt x="318909" y="69573"/>
                </a:lnTo>
                <a:lnTo>
                  <a:pt x="318712" y="66789"/>
                </a:lnTo>
                <a:lnTo>
                  <a:pt x="318647" y="63899"/>
                </a:lnTo>
                <a:lnTo>
                  <a:pt x="318711" y="61080"/>
                </a:lnTo>
                <a:lnTo>
                  <a:pt x="318904" y="58356"/>
                </a:lnTo>
                <a:lnTo>
                  <a:pt x="319225" y="55729"/>
                </a:lnTo>
                <a:lnTo>
                  <a:pt x="319674" y="53199"/>
                </a:lnTo>
                <a:lnTo>
                  <a:pt x="320252" y="50765"/>
                </a:lnTo>
                <a:lnTo>
                  <a:pt x="320958" y="48427"/>
                </a:lnTo>
                <a:lnTo>
                  <a:pt x="321792" y="46185"/>
                </a:lnTo>
                <a:lnTo>
                  <a:pt x="322755" y="44040"/>
                </a:lnTo>
                <a:lnTo>
                  <a:pt x="323847" y="41991"/>
                </a:lnTo>
                <a:lnTo>
                  <a:pt x="325066" y="40038"/>
                </a:lnTo>
                <a:lnTo>
                  <a:pt x="326415" y="38182"/>
                </a:lnTo>
                <a:lnTo>
                  <a:pt x="327891" y="36422"/>
                </a:lnTo>
                <a:lnTo>
                  <a:pt x="329475" y="34781"/>
                </a:lnTo>
                <a:lnTo>
                  <a:pt x="331144" y="33283"/>
                </a:lnTo>
                <a:lnTo>
                  <a:pt x="332898" y="31928"/>
                </a:lnTo>
                <a:lnTo>
                  <a:pt x="334739" y="30715"/>
                </a:lnTo>
                <a:lnTo>
                  <a:pt x="336665" y="29645"/>
                </a:lnTo>
                <a:lnTo>
                  <a:pt x="338676" y="28717"/>
                </a:lnTo>
                <a:lnTo>
                  <a:pt x="340773" y="27933"/>
                </a:lnTo>
                <a:lnTo>
                  <a:pt x="342956" y="27291"/>
                </a:lnTo>
                <a:lnTo>
                  <a:pt x="345224" y="26791"/>
                </a:lnTo>
                <a:lnTo>
                  <a:pt x="347578" y="26435"/>
                </a:lnTo>
                <a:lnTo>
                  <a:pt x="350017" y="26221"/>
                </a:lnTo>
                <a:lnTo>
                  <a:pt x="352543" y="26149"/>
                </a:lnTo>
                <a:lnTo>
                  <a:pt x="354792" y="26214"/>
                </a:lnTo>
                <a:lnTo>
                  <a:pt x="356961" y="26408"/>
                </a:lnTo>
                <a:lnTo>
                  <a:pt x="359048" y="26731"/>
                </a:lnTo>
                <a:lnTo>
                  <a:pt x="361056" y="27184"/>
                </a:lnTo>
                <a:lnTo>
                  <a:pt x="362982" y="27766"/>
                </a:lnTo>
                <a:lnTo>
                  <a:pt x="364828" y="28477"/>
                </a:lnTo>
                <a:lnTo>
                  <a:pt x="366593" y="29317"/>
                </a:lnTo>
                <a:lnTo>
                  <a:pt x="368278" y="30287"/>
                </a:lnTo>
                <a:lnTo>
                  <a:pt x="369882" y="31386"/>
                </a:lnTo>
                <a:lnTo>
                  <a:pt x="371405" y="32614"/>
                </a:lnTo>
                <a:lnTo>
                  <a:pt x="372847" y="33972"/>
                </a:lnTo>
                <a:lnTo>
                  <a:pt x="374209" y="35459"/>
                </a:lnTo>
                <a:lnTo>
                  <a:pt x="375479" y="37037"/>
                </a:lnTo>
                <a:lnTo>
                  <a:pt x="376646" y="38669"/>
                </a:lnTo>
                <a:lnTo>
                  <a:pt x="377710" y="40354"/>
                </a:lnTo>
                <a:lnTo>
                  <a:pt x="378671" y="42093"/>
                </a:lnTo>
                <a:lnTo>
                  <a:pt x="379529" y="43885"/>
                </a:lnTo>
                <a:lnTo>
                  <a:pt x="380284" y="45731"/>
                </a:lnTo>
                <a:lnTo>
                  <a:pt x="380936" y="47630"/>
                </a:lnTo>
                <a:lnTo>
                  <a:pt x="381485" y="49583"/>
                </a:lnTo>
                <a:lnTo>
                  <a:pt x="381931" y="51589"/>
                </a:lnTo>
                <a:lnTo>
                  <a:pt x="382274" y="53649"/>
                </a:lnTo>
                <a:lnTo>
                  <a:pt x="382514" y="55762"/>
                </a:lnTo>
                <a:lnTo>
                  <a:pt x="382651" y="57929"/>
                </a:lnTo>
                <a:moveTo>
                  <a:pt x="370839" y="54414"/>
                </a:moveTo>
                <a:lnTo>
                  <a:pt x="370683" y="53189"/>
                </a:lnTo>
                <a:lnTo>
                  <a:pt x="370474" y="51992"/>
                </a:lnTo>
                <a:lnTo>
                  <a:pt x="370211" y="50823"/>
                </a:lnTo>
                <a:lnTo>
                  <a:pt x="369893" y="49682"/>
                </a:lnTo>
                <a:lnTo>
                  <a:pt x="369522" y="48569"/>
                </a:lnTo>
                <a:lnTo>
                  <a:pt x="369097" y="47484"/>
                </a:lnTo>
                <a:lnTo>
                  <a:pt x="368618" y="46427"/>
                </a:lnTo>
                <a:lnTo>
                  <a:pt x="368085" y="45398"/>
                </a:lnTo>
                <a:lnTo>
                  <a:pt x="367498" y="44397"/>
                </a:lnTo>
                <a:lnTo>
                  <a:pt x="366858" y="43425"/>
                </a:lnTo>
                <a:lnTo>
                  <a:pt x="366163" y="42480"/>
                </a:lnTo>
                <a:lnTo>
                  <a:pt x="365414" y="41563"/>
                </a:lnTo>
                <a:lnTo>
                  <a:pt x="364610" y="40698"/>
                </a:lnTo>
                <a:lnTo>
                  <a:pt x="363749" y="39909"/>
                </a:lnTo>
                <a:lnTo>
                  <a:pt x="362832" y="39194"/>
                </a:lnTo>
                <a:lnTo>
                  <a:pt x="361858" y="38555"/>
                </a:lnTo>
                <a:lnTo>
                  <a:pt x="360828" y="37990"/>
                </a:lnTo>
                <a:lnTo>
                  <a:pt x="359741" y="37502"/>
                </a:lnTo>
                <a:lnTo>
                  <a:pt x="358597" y="37088"/>
                </a:lnTo>
                <a:lnTo>
                  <a:pt x="357397" y="36749"/>
                </a:lnTo>
                <a:lnTo>
                  <a:pt x="356140" y="36486"/>
                </a:lnTo>
                <a:lnTo>
                  <a:pt x="354826" y="36298"/>
                </a:lnTo>
                <a:lnTo>
                  <a:pt x="353456" y="36185"/>
                </a:lnTo>
                <a:lnTo>
                  <a:pt x="352029" y="36148"/>
                </a:lnTo>
                <a:lnTo>
                  <a:pt x="350627" y="36187"/>
                </a:lnTo>
                <a:lnTo>
                  <a:pt x="349267" y="36304"/>
                </a:lnTo>
                <a:lnTo>
                  <a:pt x="347948" y="36500"/>
                </a:lnTo>
                <a:lnTo>
                  <a:pt x="346672" y="36774"/>
                </a:lnTo>
                <a:lnTo>
                  <a:pt x="345438" y="37127"/>
                </a:lnTo>
                <a:lnTo>
                  <a:pt x="344245" y="37558"/>
                </a:lnTo>
                <a:lnTo>
                  <a:pt x="343095" y="38067"/>
                </a:lnTo>
                <a:lnTo>
                  <a:pt x="341986" y="38654"/>
                </a:lnTo>
                <a:lnTo>
                  <a:pt x="340919" y="39320"/>
                </a:lnTo>
                <a:lnTo>
                  <a:pt x="339894" y="40064"/>
                </a:lnTo>
                <a:lnTo>
                  <a:pt x="338911" y="40887"/>
                </a:lnTo>
                <a:lnTo>
                  <a:pt x="337970" y="41788"/>
                </a:lnTo>
                <a:lnTo>
                  <a:pt x="337085" y="42737"/>
                </a:lnTo>
                <a:lnTo>
                  <a:pt x="336269" y="43707"/>
                </a:lnTo>
                <a:lnTo>
                  <a:pt x="335522" y="44696"/>
                </a:lnTo>
                <a:lnTo>
                  <a:pt x="334846" y="45704"/>
                </a:lnTo>
                <a:lnTo>
                  <a:pt x="334238" y="46732"/>
                </a:lnTo>
                <a:lnTo>
                  <a:pt x="333701" y="47780"/>
                </a:lnTo>
                <a:lnTo>
                  <a:pt x="333233" y="48848"/>
                </a:lnTo>
                <a:lnTo>
                  <a:pt x="332834" y="49934"/>
                </a:lnTo>
                <a:lnTo>
                  <a:pt x="332505" y="51041"/>
                </a:lnTo>
                <a:lnTo>
                  <a:pt x="332246" y="52167"/>
                </a:lnTo>
                <a:lnTo>
                  <a:pt x="332056" y="53313"/>
                </a:lnTo>
                <a:lnTo>
                  <a:pt x="331935" y="54478"/>
                </a:lnTo>
                <a:lnTo>
                  <a:pt x="370839" y="54414"/>
                </a:lnTo>
                <a:close/>
                <a:moveTo>
                  <a:pt x="458429" y="0"/>
                </a:moveTo>
                <a:lnTo>
                  <a:pt x="458429" y="9870"/>
                </a:lnTo>
                <a:lnTo>
                  <a:pt x="445012" y="9870"/>
                </a:lnTo>
                <a:lnTo>
                  <a:pt x="443979" y="9888"/>
                </a:lnTo>
                <a:lnTo>
                  <a:pt x="443001" y="9942"/>
                </a:lnTo>
                <a:lnTo>
                  <a:pt x="442077" y="10032"/>
                </a:lnTo>
                <a:lnTo>
                  <a:pt x="441206" y="10158"/>
                </a:lnTo>
                <a:lnTo>
                  <a:pt x="440390" y="10319"/>
                </a:lnTo>
                <a:lnTo>
                  <a:pt x="439627" y="10517"/>
                </a:lnTo>
                <a:lnTo>
                  <a:pt x="438918" y="10751"/>
                </a:lnTo>
                <a:lnTo>
                  <a:pt x="438264" y="11020"/>
                </a:lnTo>
                <a:lnTo>
                  <a:pt x="437663" y="11326"/>
                </a:lnTo>
                <a:lnTo>
                  <a:pt x="437116" y="11667"/>
                </a:lnTo>
                <a:lnTo>
                  <a:pt x="436623" y="12044"/>
                </a:lnTo>
                <a:lnTo>
                  <a:pt x="436185" y="12458"/>
                </a:lnTo>
                <a:lnTo>
                  <a:pt x="435790" y="12916"/>
                </a:lnTo>
                <a:lnTo>
                  <a:pt x="435429" y="13431"/>
                </a:lnTo>
                <a:lnTo>
                  <a:pt x="435103" y="14000"/>
                </a:lnTo>
                <a:lnTo>
                  <a:pt x="434811" y="14625"/>
                </a:lnTo>
                <a:lnTo>
                  <a:pt x="434554" y="15306"/>
                </a:lnTo>
                <a:lnTo>
                  <a:pt x="434331" y="16041"/>
                </a:lnTo>
                <a:lnTo>
                  <a:pt x="434142" y="16833"/>
                </a:lnTo>
                <a:lnTo>
                  <a:pt x="433988" y="17679"/>
                </a:lnTo>
                <a:lnTo>
                  <a:pt x="433867" y="18582"/>
                </a:lnTo>
                <a:lnTo>
                  <a:pt x="433782" y="19539"/>
                </a:lnTo>
                <a:lnTo>
                  <a:pt x="433730" y="20552"/>
                </a:lnTo>
                <a:lnTo>
                  <a:pt x="433713" y="21621"/>
                </a:lnTo>
                <a:lnTo>
                  <a:pt x="433713" y="27944"/>
                </a:lnTo>
                <a:lnTo>
                  <a:pt x="458429" y="27944"/>
                </a:lnTo>
                <a:lnTo>
                  <a:pt x="458429" y="37173"/>
                </a:lnTo>
                <a:lnTo>
                  <a:pt x="433713" y="37173"/>
                </a:lnTo>
                <a:lnTo>
                  <a:pt x="433713" y="99726"/>
                </a:lnTo>
                <a:lnTo>
                  <a:pt x="421901" y="99726"/>
                </a:lnTo>
                <a:lnTo>
                  <a:pt x="421901" y="37173"/>
                </a:lnTo>
                <a:lnTo>
                  <a:pt x="402706" y="37173"/>
                </a:lnTo>
                <a:lnTo>
                  <a:pt x="402706" y="27944"/>
                </a:lnTo>
                <a:lnTo>
                  <a:pt x="421901" y="27944"/>
                </a:lnTo>
                <a:lnTo>
                  <a:pt x="421901" y="22963"/>
                </a:lnTo>
                <a:lnTo>
                  <a:pt x="421938" y="21039"/>
                </a:lnTo>
                <a:lnTo>
                  <a:pt x="422051" y="19201"/>
                </a:lnTo>
                <a:lnTo>
                  <a:pt x="422240" y="17450"/>
                </a:lnTo>
                <a:lnTo>
                  <a:pt x="422503" y="15786"/>
                </a:lnTo>
                <a:lnTo>
                  <a:pt x="422843" y="14207"/>
                </a:lnTo>
                <a:lnTo>
                  <a:pt x="423257" y="12716"/>
                </a:lnTo>
                <a:lnTo>
                  <a:pt x="423747" y="11310"/>
                </a:lnTo>
                <a:lnTo>
                  <a:pt x="424312" y="9991"/>
                </a:lnTo>
                <a:lnTo>
                  <a:pt x="424952" y="8759"/>
                </a:lnTo>
                <a:lnTo>
                  <a:pt x="425668" y="7613"/>
                </a:lnTo>
                <a:lnTo>
                  <a:pt x="426459" y="6553"/>
                </a:lnTo>
                <a:lnTo>
                  <a:pt x="427325" y="5580"/>
                </a:lnTo>
                <a:lnTo>
                  <a:pt x="428272" y="4689"/>
                </a:lnTo>
                <a:lnTo>
                  <a:pt x="429302" y="3875"/>
                </a:lnTo>
                <a:lnTo>
                  <a:pt x="430417" y="3139"/>
                </a:lnTo>
                <a:lnTo>
                  <a:pt x="431616" y="2480"/>
                </a:lnTo>
                <a:lnTo>
                  <a:pt x="432899" y="1899"/>
                </a:lnTo>
                <a:lnTo>
                  <a:pt x="434267" y="1395"/>
                </a:lnTo>
                <a:lnTo>
                  <a:pt x="435718" y="969"/>
                </a:lnTo>
                <a:lnTo>
                  <a:pt x="437254" y="620"/>
                </a:lnTo>
                <a:lnTo>
                  <a:pt x="438875" y="349"/>
                </a:lnTo>
                <a:lnTo>
                  <a:pt x="440579" y="155"/>
                </a:lnTo>
                <a:lnTo>
                  <a:pt x="442368" y="39"/>
                </a:lnTo>
                <a:lnTo>
                  <a:pt x="444241" y="0"/>
                </a:lnTo>
                <a:lnTo>
                  <a:pt x="458429" y="0"/>
                </a:lnTo>
                <a:close/>
                <a:moveTo>
                  <a:pt x="498000" y="76525"/>
                </a:moveTo>
                <a:lnTo>
                  <a:pt x="518029" y="76525"/>
                </a:lnTo>
                <a:lnTo>
                  <a:pt x="518029" y="93534"/>
                </a:lnTo>
                <a:lnTo>
                  <a:pt x="503778" y="121197"/>
                </a:lnTo>
                <a:lnTo>
                  <a:pt x="490938" y="121261"/>
                </a:lnTo>
                <a:lnTo>
                  <a:pt x="498000" y="93534"/>
                </a:lnTo>
                <a:lnTo>
                  <a:pt x="498000" y="76525"/>
                </a:lnTo>
                <a:close/>
                <a:moveTo>
                  <a:pt x="592459" y="35192"/>
                </a:moveTo>
                <a:lnTo>
                  <a:pt x="592831" y="34439"/>
                </a:lnTo>
                <a:lnTo>
                  <a:pt x="593219" y="33720"/>
                </a:lnTo>
                <a:lnTo>
                  <a:pt x="593624" y="33033"/>
                </a:lnTo>
                <a:lnTo>
                  <a:pt x="594046" y="32381"/>
                </a:lnTo>
                <a:lnTo>
                  <a:pt x="594484" y="31761"/>
                </a:lnTo>
                <a:lnTo>
                  <a:pt x="594938" y="31176"/>
                </a:lnTo>
                <a:lnTo>
                  <a:pt x="595409" y="30623"/>
                </a:lnTo>
                <a:lnTo>
                  <a:pt x="595897" y="30104"/>
                </a:lnTo>
                <a:lnTo>
                  <a:pt x="596401" y="29619"/>
                </a:lnTo>
                <a:lnTo>
                  <a:pt x="596921" y="29166"/>
                </a:lnTo>
                <a:lnTo>
                  <a:pt x="597458" y="28748"/>
                </a:lnTo>
                <a:lnTo>
                  <a:pt x="598012" y="28362"/>
                </a:lnTo>
                <a:lnTo>
                  <a:pt x="598583" y="28009"/>
                </a:lnTo>
                <a:lnTo>
                  <a:pt x="599173" y="27686"/>
                </a:lnTo>
                <a:lnTo>
                  <a:pt x="599783" y="27394"/>
                </a:lnTo>
                <a:lnTo>
                  <a:pt x="600412" y="27133"/>
                </a:lnTo>
                <a:lnTo>
                  <a:pt x="601060" y="26902"/>
                </a:lnTo>
                <a:lnTo>
                  <a:pt x="601727" y="26703"/>
                </a:lnTo>
                <a:lnTo>
                  <a:pt x="602413" y="26534"/>
                </a:lnTo>
                <a:lnTo>
                  <a:pt x="603119" y="26395"/>
                </a:lnTo>
                <a:lnTo>
                  <a:pt x="603844" y="26288"/>
                </a:lnTo>
                <a:lnTo>
                  <a:pt x="604587" y="26211"/>
                </a:lnTo>
                <a:lnTo>
                  <a:pt x="605350" y="26165"/>
                </a:lnTo>
                <a:lnTo>
                  <a:pt x="606133" y="26149"/>
                </a:lnTo>
                <a:lnTo>
                  <a:pt x="607542" y="26196"/>
                </a:lnTo>
                <a:lnTo>
                  <a:pt x="608880" y="26336"/>
                </a:lnTo>
                <a:lnTo>
                  <a:pt x="610147" y="26568"/>
                </a:lnTo>
                <a:lnTo>
                  <a:pt x="611343" y="26894"/>
                </a:lnTo>
                <a:lnTo>
                  <a:pt x="612469" y="27313"/>
                </a:lnTo>
                <a:lnTo>
                  <a:pt x="613523" y="27825"/>
                </a:lnTo>
                <a:lnTo>
                  <a:pt x="614507" y="28430"/>
                </a:lnTo>
                <a:lnTo>
                  <a:pt x="615420" y="29129"/>
                </a:lnTo>
                <a:lnTo>
                  <a:pt x="616262" y="29920"/>
                </a:lnTo>
                <a:lnTo>
                  <a:pt x="617033" y="30805"/>
                </a:lnTo>
                <a:lnTo>
                  <a:pt x="617733" y="31782"/>
                </a:lnTo>
                <a:lnTo>
                  <a:pt x="618362" y="32853"/>
                </a:lnTo>
                <a:lnTo>
                  <a:pt x="618931" y="34052"/>
                </a:lnTo>
                <a:lnTo>
                  <a:pt x="619451" y="35415"/>
                </a:lnTo>
                <a:lnTo>
                  <a:pt x="619921" y="36943"/>
                </a:lnTo>
                <a:lnTo>
                  <a:pt x="620341" y="38635"/>
                </a:lnTo>
                <a:lnTo>
                  <a:pt x="620713" y="40492"/>
                </a:lnTo>
                <a:lnTo>
                  <a:pt x="621034" y="42513"/>
                </a:lnTo>
                <a:lnTo>
                  <a:pt x="621306" y="44698"/>
                </a:lnTo>
                <a:lnTo>
                  <a:pt x="621529" y="47047"/>
                </a:lnTo>
                <a:lnTo>
                  <a:pt x="621702" y="49561"/>
                </a:lnTo>
                <a:lnTo>
                  <a:pt x="621826" y="52239"/>
                </a:lnTo>
                <a:lnTo>
                  <a:pt x="621900" y="55082"/>
                </a:lnTo>
                <a:lnTo>
                  <a:pt x="621925" y="58089"/>
                </a:lnTo>
                <a:lnTo>
                  <a:pt x="621925" y="99726"/>
                </a:lnTo>
                <a:lnTo>
                  <a:pt x="611140" y="99726"/>
                </a:lnTo>
                <a:lnTo>
                  <a:pt x="611140" y="58602"/>
                </a:lnTo>
                <a:lnTo>
                  <a:pt x="611128" y="56148"/>
                </a:lnTo>
                <a:lnTo>
                  <a:pt x="611093" y="53854"/>
                </a:lnTo>
                <a:lnTo>
                  <a:pt x="611034" y="51719"/>
                </a:lnTo>
                <a:lnTo>
                  <a:pt x="610951" y="49745"/>
                </a:lnTo>
                <a:lnTo>
                  <a:pt x="610845" y="47931"/>
                </a:lnTo>
                <a:lnTo>
                  <a:pt x="610715" y="46277"/>
                </a:lnTo>
                <a:lnTo>
                  <a:pt x="610561" y="44782"/>
                </a:lnTo>
                <a:lnTo>
                  <a:pt x="610384" y="43448"/>
                </a:lnTo>
                <a:lnTo>
                  <a:pt x="610183" y="42273"/>
                </a:lnTo>
                <a:lnTo>
                  <a:pt x="609958" y="41258"/>
                </a:lnTo>
                <a:lnTo>
                  <a:pt x="609710" y="40404"/>
                </a:lnTo>
                <a:lnTo>
                  <a:pt x="609439" y="39709"/>
                </a:lnTo>
                <a:lnTo>
                  <a:pt x="609136" y="39119"/>
                </a:lnTo>
                <a:lnTo>
                  <a:pt x="608794" y="38581"/>
                </a:lnTo>
                <a:lnTo>
                  <a:pt x="608414" y="38095"/>
                </a:lnTo>
                <a:lnTo>
                  <a:pt x="607994" y="37659"/>
                </a:lnTo>
                <a:lnTo>
                  <a:pt x="607536" y="37275"/>
                </a:lnTo>
                <a:lnTo>
                  <a:pt x="607039" y="36942"/>
                </a:lnTo>
                <a:lnTo>
                  <a:pt x="606504" y="36660"/>
                </a:lnTo>
                <a:lnTo>
                  <a:pt x="605929" y="36429"/>
                </a:lnTo>
                <a:lnTo>
                  <a:pt x="605316" y="36250"/>
                </a:lnTo>
                <a:lnTo>
                  <a:pt x="604664" y="36122"/>
                </a:lnTo>
                <a:lnTo>
                  <a:pt x="603973" y="36045"/>
                </a:lnTo>
                <a:lnTo>
                  <a:pt x="603244" y="36019"/>
                </a:lnTo>
                <a:lnTo>
                  <a:pt x="602410" y="36047"/>
                </a:lnTo>
                <a:lnTo>
                  <a:pt x="601622" y="36129"/>
                </a:lnTo>
                <a:lnTo>
                  <a:pt x="600878" y="36266"/>
                </a:lnTo>
                <a:lnTo>
                  <a:pt x="600180" y="36458"/>
                </a:lnTo>
                <a:lnTo>
                  <a:pt x="599527" y="36704"/>
                </a:lnTo>
                <a:lnTo>
                  <a:pt x="598918" y="37006"/>
                </a:lnTo>
                <a:lnTo>
                  <a:pt x="598355" y="37362"/>
                </a:lnTo>
                <a:lnTo>
                  <a:pt x="597837" y="37773"/>
                </a:lnTo>
                <a:lnTo>
                  <a:pt x="597364" y="38239"/>
                </a:lnTo>
                <a:lnTo>
                  <a:pt x="596936" y="38759"/>
                </a:lnTo>
                <a:lnTo>
                  <a:pt x="596552" y="39335"/>
                </a:lnTo>
                <a:lnTo>
                  <a:pt x="596214" y="39965"/>
                </a:lnTo>
                <a:lnTo>
                  <a:pt x="595912" y="40697"/>
                </a:lnTo>
                <a:lnTo>
                  <a:pt x="595636" y="41579"/>
                </a:lnTo>
                <a:lnTo>
                  <a:pt x="595386" y="42609"/>
                </a:lnTo>
                <a:lnTo>
                  <a:pt x="595162" y="43789"/>
                </a:lnTo>
                <a:lnTo>
                  <a:pt x="594965" y="45119"/>
                </a:lnTo>
                <a:lnTo>
                  <a:pt x="594794" y="46597"/>
                </a:lnTo>
                <a:lnTo>
                  <a:pt x="594649" y="48225"/>
                </a:lnTo>
                <a:lnTo>
                  <a:pt x="594531" y="50002"/>
                </a:lnTo>
                <a:lnTo>
                  <a:pt x="594439" y="51928"/>
                </a:lnTo>
                <a:lnTo>
                  <a:pt x="594373" y="54003"/>
                </a:lnTo>
                <a:lnTo>
                  <a:pt x="594334" y="56228"/>
                </a:lnTo>
                <a:lnTo>
                  <a:pt x="594320" y="58602"/>
                </a:lnTo>
                <a:lnTo>
                  <a:pt x="594320" y="99726"/>
                </a:lnTo>
                <a:lnTo>
                  <a:pt x="583535" y="99726"/>
                </a:lnTo>
                <a:lnTo>
                  <a:pt x="583535" y="58602"/>
                </a:lnTo>
                <a:lnTo>
                  <a:pt x="583523" y="56117"/>
                </a:lnTo>
                <a:lnTo>
                  <a:pt x="583485" y="53797"/>
                </a:lnTo>
                <a:lnTo>
                  <a:pt x="583421" y="51641"/>
                </a:lnTo>
                <a:lnTo>
                  <a:pt x="583332" y="49648"/>
                </a:lnTo>
                <a:lnTo>
                  <a:pt x="583218" y="47820"/>
                </a:lnTo>
                <a:lnTo>
                  <a:pt x="583078" y="46155"/>
                </a:lnTo>
                <a:lnTo>
                  <a:pt x="582913" y="44655"/>
                </a:lnTo>
                <a:lnTo>
                  <a:pt x="582722" y="43319"/>
                </a:lnTo>
                <a:lnTo>
                  <a:pt x="582506" y="42146"/>
                </a:lnTo>
                <a:lnTo>
                  <a:pt x="582265" y="41138"/>
                </a:lnTo>
                <a:lnTo>
                  <a:pt x="581998" y="40293"/>
                </a:lnTo>
                <a:lnTo>
                  <a:pt x="581706" y="39613"/>
                </a:lnTo>
                <a:lnTo>
                  <a:pt x="581381" y="39039"/>
                </a:lnTo>
                <a:lnTo>
                  <a:pt x="581015" y="38515"/>
                </a:lnTo>
                <a:lnTo>
                  <a:pt x="580608" y="38041"/>
                </a:lnTo>
                <a:lnTo>
                  <a:pt x="580161" y="37616"/>
                </a:lnTo>
                <a:lnTo>
                  <a:pt x="579674" y="37242"/>
                </a:lnTo>
                <a:lnTo>
                  <a:pt x="579146" y="36918"/>
                </a:lnTo>
                <a:lnTo>
                  <a:pt x="578577" y="36643"/>
                </a:lnTo>
                <a:lnTo>
                  <a:pt x="577968" y="36419"/>
                </a:lnTo>
                <a:lnTo>
                  <a:pt x="577318" y="36244"/>
                </a:lnTo>
                <a:lnTo>
                  <a:pt x="576628" y="36119"/>
                </a:lnTo>
                <a:lnTo>
                  <a:pt x="575897" y="36044"/>
                </a:lnTo>
                <a:lnTo>
                  <a:pt x="575126" y="36019"/>
                </a:lnTo>
                <a:lnTo>
                  <a:pt x="574364" y="36047"/>
                </a:lnTo>
                <a:lnTo>
                  <a:pt x="573643" y="36129"/>
                </a:lnTo>
                <a:lnTo>
                  <a:pt x="572961" y="36266"/>
                </a:lnTo>
                <a:lnTo>
                  <a:pt x="572319" y="36458"/>
                </a:lnTo>
                <a:lnTo>
                  <a:pt x="571716" y="36704"/>
                </a:lnTo>
                <a:lnTo>
                  <a:pt x="571153" y="37006"/>
                </a:lnTo>
                <a:lnTo>
                  <a:pt x="570630" y="37362"/>
                </a:lnTo>
                <a:lnTo>
                  <a:pt x="570147" y="37773"/>
                </a:lnTo>
                <a:lnTo>
                  <a:pt x="569703" y="38239"/>
                </a:lnTo>
                <a:lnTo>
                  <a:pt x="569299" y="38759"/>
                </a:lnTo>
                <a:lnTo>
                  <a:pt x="568934" y="39335"/>
                </a:lnTo>
                <a:lnTo>
                  <a:pt x="568610" y="39965"/>
                </a:lnTo>
                <a:lnTo>
                  <a:pt x="568317" y="40697"/>
                </a:lnTo>
                <a:lnTo>
                  <a:pt x="568051" y="41579"/>
                </a:lnTo>
                <a:lnTo>
                  <a:pt x="567809" y="42609"/>
                </a:lnTo>
                <a:lnTo>
                  <a:pt x="567593" y="43789"/>
                </a:lnTo>
                <a:lnTo>
                  <a:pt x="567403" y="45119"/>
                </a:lnTo>
                <a:lnTo>
                  <a:pt x="567237" y="46597"/>
                </a:lnTo>
                <a:lnTo>
                  <a:pt x="567098" y="48225"/>
                </a:lnTo>
                <a:lnTo>
                  <a:pt x="566983" y="50002"/>
                </a:lnTo>
                <a:lnTo>
                  <a:pt x="566894" y="51928"/>
                </a:lnTo>
                <a:lnTo>
                  <a:pt x="566831" y="54003"/>
                </a:lnTo>
                <a:lnTo>
                  <a:pt x="566793" y="56228"/>
                </a:lnTo>
                <a:lnTo>
                  <a:pt x="566780" y="58602"/>
                </a:lnTo>
                <a:lnTo>
                  <a:pt x="566780" y="99726"/>
                </a:lnTo>
                <a:lnTo>
                  <a:pt x="556059" y="99726"/>
                </a:lnTo>
                <a:lnTo>
                  <a:pt x="556059" y="27944"/>
                </a:lnTo>
                <a:lnTo>
                  <a:pt x="566780" y="27944"/>
                </a:lnTo>
                <a:lnTo>
                  <a:pt x="566780" y="34049"/>
                </a:lnTo>
                <a:lnTo>
                  <a:pt x="567140" y="33419"/>
                </a:lnTo>
                <a:lnTo>
                  <a:pt x="567516" y="32815"/>
                </a:lnTo>
                <a:lnTo>
                  <a:pt x="567905" y="32236"/>
                </a:lnTo>
                <a:lnTo>
                  <a:pt x="568310" y="31683"/>
                </a:lnTo>
                <a:lnTo>
                  <a:pt x="568729" y="31155"/>
                </a:lnTo>
                <a:lnTo>
                  <a:pt x="569163" y="30653"/>
                </a:lnTo>
                <a:lnTo>
                  <a:pt x="569612" y="30176"/>
                </a:lnTo>
                <a:lnTo>
                  <a:pt x="570075" y="29724"/>
                </a:lnTo>
                <a:lnTo>
                  <a:pt x="570554" y="29298"/>
                </a:lnTo>
                <a:lnTo>
                  <a:pt x="571046" y="28897"/>
                </a:lnTo>
                <a:lnTo>
                  <a:pt x="571554" y="28522"/>
                </a:lnTo>
                <a:lnTo>
                  <a:pt x="572076" y="28172"/>
                </a:lnTo>
                <a:lnTo>
                  <a:pt x="572612" y="27849"/>
                </a:lnTo>
                <a:lnTo>
                  <a:pt x="573160" y="27554"/>
                </a:lnTo>
                <a:lnTo>
                  <a:pt x="573719" y="27287"/>
                </a:lnTo>
                <a:lnTo>
                  <a:pt x="574291" y="27048"/>
                </a:lnTo>
                <a:lnTo>
                  <a:pt x="574875" y="26838"/>
                </a:lnTo>
                <a:lnTo>
                  <a:pt x="575471" y="26655"/>
                </a:lnTo>
                <a:lnTo>
                  <a:pt x="576079" y="26501"/>
                </a:lnTo>
                <a:lnTo>
                  <a:pt x="576698" y="26374"/>
                </a:lnTo>
                <a:lnTo>
                  <a:pt x="577330" y="26276"/>
                </a:lnTo>
                <a:lnTo>
                  <a:pt x="577974" y="26206"/>
                </a:lnTo>
                <a:lnTo>
                  <a:pt x="578630" y="26163"/>
                </a:lnTo>
                <a:lnTo>
                  <a:pt x="579298" y="26149"/>
                </a:lnTo>
                <a:lnTo>
                  <a:pt x="580100" y="26165"/>
                </a:lnTo>
                <a:lnTo>
                  <a:pt x="580879" y="26212"/>
                </a:lnTo>
                <a:lnTo>
                  <a:pt x="581636" y="26290"/>
                </a:lnTo>
                <a:lnTo>
                  <a:pt x="582369" y="26399"/>
                </a:lnTo>
                <a:lnTo>
                  <a:pt x="583080" y="26539"/>
                </a:lnTo>
                <a:lnTo>
                  <a:pt x="583768" y="26711"/>
                </a:lnTo>
                <a:lnTo>
                  <a:pt x="584433" y="26913"/>
                </a:lnTo>
                <a:lnTo>
                  <a:pt x="585076" y="27147"/>
                </a:lnTo>
                <a:lnTo>
                  <a:pt x="585696" y="27412"/>
                </a:lnTo>
                <a:lnTo>
                  <a:pt x="586293" y="27708"/>
                </a:lnTo>
                <a:lnTo>
                  <a:pt x="586868" y="28036"/>
                </a:lnTo>
                <a:lnTo>
                  <a:pt x="587419" y="28395"/>
                </a:lnTo>
                <a:lnTo>
                  <a:pt x="587950" y="28784"/>
                </a:lnTo>
                <a:lnTo>
                  <a:pt x="588460" y="29206"/>
                </a:lnTo>
                <a:lnTo>
                  <a:pt x="588950" y="29661"/>
                </a:lnTo>
                <a:lnTo>
                  <a:pt x="589420" y="30147"/>
                </a:lnTo>
                <a:lnTo>
                  <a:pt x="589870" y="30665"/>
                </a:lnTo>
                <a:lnTo>
                  <a:pt x="590300" y="31216"/>
                </a:lnTo>
                <a:lnTo>
                  <a:pt x="590710" y="31798"/>
                </a:lnTo>
                <a:lnTo>
                  <a:pt x="591100" y="32413"/>
                </a:lnTo>
                <a:lnTo>
                  <a:pt x="591470" y="33059"/>
                </a:lnTo>
                <a:lnTo>
                  <a:pt x="591819" y="33738"/>
                </a:lnTo>
                <a:lnTo>
                  <a:pt x="592149" y="34449"/>
                </a:lnTo>
                <a:lnTo>
                  <a:pt x="592459" y="35192"/>
                </a:lnTo>
                <a:close/>
                <a:moveTo>
                  <a:pt x="673565" y="63579"/>
                </a:moveTo>
                <a:lnTo>
                  <a:pt x="669649" y="63579"/>
                </a:lnTo>
                <a:lnTo>
                  <a:pt x="667962" y="63604"/>
                </a:lnTo>
                <a:lnTo>
                  <a:pt x="666345" y="63680"/>
                </a:lnTo>
                <a:lnTo>
                  <a:pt x="664800" y="63806"/>
                </a:lnTo>
                <a:lnTo>
                  <a:pt x="663326" y="63983"/>
                </a:lnTo>
                <a:lnTo>
                  <a:pt x="661922" y="64211"/>
                </a:lnTo>
                <a:lnTo>
                  <a:pt x="660589" y="64489"/>
                </a:lnTo>
                <a:lnTo>
                  <a:pt x="659327" y="64817"/>
                </a:lnTo>
                <a:lnTo>
                  <a:pt x="658136" y="65196"/>
                </a:lnTo>
                <a:lnTo>
                  <a:pt x="657016" y="65626"/>
                </a:lnTo>
                <a:lnTo>
                  <a:pt x="655967" y="66106"/>
                </a:lnTo>
                <a:lnTo>
                  <a:pt x="654989" y="66637"/>
                </a:lnTo>
                <a:lnTo>
                  <a:pt x="654081" y="67218"/>
                </a:lnTo>
                <a:lnTo>
                  <a:pt x="653246" y="67849"/>
                </a:lnTo>
                <a:lnTo>
                  <a:pt x="652483" y="68530"/>
                </a:lnTo>
                <a:lnTo>
                  <a:pt x="651792" y="69260"/>
                </a:lnTo>
                <a:lnTo>
                  <a:pt x="651175" y="70040"/>
                </a:lnTo>
                <a:lnTo>
                  <a:pt x="650630" y="70869"/>
                </a:lnTo>
                <a:lnTo>
                  <a:pt x="650157" y="71748"/>
                </a:lnTo>
                <a:lnTo>
                  <a:pt x="649758" y="72677"/>
                </a:lnTo>
                <a:lnTo>
                  <a:pt x="649431" y="73656"/>
                </a:lnTo>
                <a:lnTo>
                  <a:pt x="649176" y="74684"/>
                </a:lnTo>
                <a:lnTo>
                  <a:pt x="648995" y="75761"/>
                </a:lnTo>
                <a:lnTo>
                  <a:pt x="648886" y="76889"/>
                </a:lnTo>
                <a:lnTo>
                  <a:pt x="648849" y="78065"/>
                </a:lnTo>
                <a:lnTo>
                  <a:pt x="648876" y="79129"/>
                </a:lnTo>
                <a:lnTo>
                  <a:pt x="648958" y="80153"/>
                </a:lnTo>
                <a:lnTo>
                  <a:pt x="649094" y="81136"/>
                </a:lnTo>
                <a:lnTo>
                  <a:pt x="649284" y="82079"/>
                </a:lnTo>
                <a:lnTo>
                  <a:pt x="649529" y="82982"/>
                </a:lnTo>
                <a:lnTo>
                  <a:pt x="649828" y="83844"/>
                </a:lnTo>
                <a:lnTo>
                  <a:pt x="650182" y="84666"/>
                </a:lnTo>
                <a:lnTo>
                  <a:pt x="650590" y="85448"/>
                </a:lnTo>
                <a:lnTo>
                  <a:pt x="651052" y="86190"/>
                </a:lnTo>
                <a:lnTo>
                  <a:pt x="651569" y="86892"/>
                </a:lnTo>
                <a:lnTo>
                  <a:pt x="652140" y="87553"/>
                </a:lnTo>
                <a:lnTo>
                  <a:pt x="652765" y="88174"/>
                </a:lnTo>
                <a:lnTo>
                  <a:pt x="653439" y="88750"/>
                </a:lnTo>
                <a:lnTo>
                  <a:pt x="654154" y="89275"/>
                </a:lnTo>
                <a:lnTo>
                  <a:pt x="654912" y="89751"/>
                </a:lnTo>
                <a:lnTo>
                  <a:pt x="655711" y="90177"/>
                </a:lnTo>
                <a:lnTo>
                  <a:pt x="656552" y="90552"/>
                </a:lnTo>
                <a:lnTo>
                  <a:pt x="657435" y="90878"/>
                </a:lnTo>
                <a:lnTo>
                  <a:pt x="658361" y="91153"/>
                </a:lnTo>
                <a:lnTo>
                  <a:pt x="659327" y="91378"/>
                </a:lnTo>
                <a:lnTo>
                  <a:pt x="660336" y="91554"/>
                </a:lnTo>
                <a:lnTo>
                  <a:pt x="661387" y="91679"/>
                </a:lnTo>
                <a:lnTo>
                  <a:pt x="662480" y="91754"/>
                </a:lnTo>
                <a:lnTo>
                  <a:pt x="663614" y="91779"/>
                </a:lnTo>
                <a:lnTo>
                  <a:pt x="665212" y="91732"/>
                </a:lnTo>
                <a:lnTo>
                  <a:pt x="666751" y="91590"/>
                </a:lnTo>
                <a:lnTo>
                  <a:pt x="668233" y="91355"/>
                </a:lnTo>
                <a:lnTo>
                  <a:pt x="669656" y="91024"/>
                </a:lnTo>
                <a:lnTo>
                  <a:pt x="671022" y="90600"/>
                </a:lnTo>
                <a:lnTo>
                  <a:pt x="672329" y="90081"/>
                </a:lnTo>
                <a:lnTo>
                  <a:pt x="673579" y="89468"/>
                </a:lnTo>
                <a:lnTo>
                  <a:pt x="674770" y="88760"/>
                </a:lnTo>
                <a:lnTo>
                  <a:pt x="675904" y="87959"/>
                </a:lnTo>
                <a:lnTo>
                  <a:pt x="676980" y="87063"/>
                </a:lnTo>
                <a:lnTo>
                  <a:pt x="677998" y="86072"/>
                </a:lnTo>
                <a:lnTo>
                  <a:pt x="678957" y="84987"/>
                </a:lnTo>
                <a:lnTo>
                  <a:pt x="679850" y="83819"/>
                </a:lnTo>
                <a:lnTo>
                  <a:pt x="680666" y="82579"/>
                </a:lnTo>
                <a:lnTo>
                  <a:pt x="681405" y="81267"/>
                </a:lnTo>
                <a:lnTo>
                  <a:pt x="682067" y="79882"/>
                </a:lnTo>
                <a:lnTo>
                  <a:pt x="682653" y="78426"/>
                </a:lnTo>
                <a:lnTo>
                  <a:pt x="683162" y="76898"/>
                </a:lnTo>
                <a:lnTo>
                  <a:pt x="683595" y="75298"/>
                </a:lnTo>
                <a:lnTo>
                  <a:pt x="683950" y="73626"/>
                </a:lnTo>
                <a:lnTo>
                  <a:pt x="684230" y="71882"/>
                </a:lnTo>
                <a:lnTo>
                  <a:pt x="684432" y="70066"/>
                </a:lnTo>
                <a:lnTo>
                  <a:pt x="684558" y="68178"/>
                </a:lnTo>
                <a:lnTo>
                  <a:pt x="684607" y="66219"/>
                </a:lnTo>
                <a:lnTo>
                  <a:pt x="684607" y="63579"/>
                </a:lnTo>
                <a:lnTo>
                  <a:pt x="673565" y="63579"/>
                </a:lnTo>
                <a:moveTo>
                  <a:pt x="696483" y="58708"/>
                </a:moveTo>
                <a:lnTo>
                  <a:pt x="696483" y="99726"/>
                </a:lnTo>
                <a:lnTo>
                  <a:pt x="684607" y="99726"/>
                </a:lnTo>
                <a:lnTo>
                  <a:pt x="684607" y="89139"/>
                </a:lnTo>
                <a:lnTo>
                  <a:pt x="683962" y="90185"/>
                </a:lnTo>
                <a:lnTo>
                  <a:pt x="683290" y="91184"/>
                </a:lnTo>
                <a:lnTo>
                  <a:pt x="682591" y="92136"/>
                </a:lnTo>
                <a:lnTo>
                  <a:pt x="681864" y="93042"/>
                </a:lnTo>
                <a:lnTo>
                  <a:pt x="681110" y="93901"/>
                </a:lnTo>
                <a:lnTo>
                  <a:pt x="680330" y="94713"/>
                </a:lnTo>
                <a:lnTo>
                  <a:pt x="679522" y="95478"/>
                </a:lnTo>
                <a:lnTo>
                  <a:pt x="678686" y="96196"/>
                </a:lnTo>
                <a:lnTo>
                  <a:pt x="677824" y="96868"/>
                </a:lnTo>
                <a:lnTo>
                  <a:pt x="676934" y="97493"/>
                </a:lnTo>
                <a:lnTo>
                  <a:pt x="676017" y="98071"/>
                </a:lnTo>
                <a:lnTo>
                  <a:pt x="675073" y="98603"/>
                </a:lnTo>
                <a:lnTo>
                  <a:pt x="674099" y="99089"/>
                </a:lnTo>
                <a:lnTo>
                  <a:pt x="673090" y="99534"/>
                </a:lnTo>
                <a:lnTo>
                  <a:pt x="672046" y="99936"/>
                </a:lnTo>
                <a:lnTo>
                  <a:pt x="670968" y="100295"/>
                </a:lnTo>
                <a:lnTo>
                  <a:pt x="669856" y="100613"/>
                </a:lnTo>
                <a:lnTo>
                  <a:pt x="668710" y="100888"/>
                </a:lnTo>
                <a:lnTo>
                  <a:pt x="667529" y="101120"/>
                </a:lnTo>
                <a:lnTo>
                  <a:pt x="666314" y="101311"/>
                </a:lnTo>
                <a:lnTo>
                  <a:pt x="665065" y="101459"/>
                </a:lnTo>
                <a:lnTo>
                  <a:pt x="663781" y="101564"/>
                </a:lnTo>
                <a:lnTo>
                  <a:pt x="662463" y="101628"/>
                </a:lnTo>
                <a:lnTo>
                  <a:pt x="661111" y="101649"/>
                </a:lnTo>
                <a:lnTo>
                  <a:pt x="659312" y="101606"/>
                </a:lnTo>
                <a:lnTo>
                  <a:pt x="657575" y="101477"/>
                </a:lnTo>
                <a:lnTo>
                  <a:pt x="655899" y="101262"/>
                </a:lnTo>
                <a:lnTo>
                  <a:pt x="654284" y="100960"/>
                </a:lnTo>
                <a:lnTo>
                  <a:pt x="652732" y="100573"/>
                </a:lnTo>
                <a:lnTo>
                  <a:pt x="651240" y="100099"/>
                </a:lnTo>
                <a:lnTo>
                  <a:pt x="649811" y="99539"/>
                </a:lnTo>
                <a:lnTo>
                  <a:pt x="648443" y="98893"/>
                </a:lnTo>
                <a:lnTo>
                  <a:pt x="647136" y="98161"/>
                </a:lnTo>
                <a:lnTo>
                  <a:pt x="645891" y="97343"/>
                </a:lnTo>
                <a:lnTo>
                  <a:pt x="644707" y="96439"/>
                </a:lnTo>
                <a:lnTo>
                  <a:pt x="643585" y="95448"/>
                </a:lnTo>
                <a:lnTo>
                  <a:pt x="642539" y="94385"/>
                </a:lnTo>
                <a:lnTo>
                  <a:pt x="641584" y="93264"/>
                </a:lnTo>
                <a:lnTo>
                  <a:pt x="640720" y="92084"/>
                </a:lnTo>
                <a:lnTo>
                  <a:pt x="639947" y="90845"/>
                </a:lnTo>
                <a:lnTo>
                  <a:pt x="639265" y="89549"/>
                </a:lnTo>
                <a:lnTo>
                  <a:pt x="638674" y="88193"/>
                </a:lnTo>
                <a:lnTo>
                  <a:pt x="638174" y="86780"/>
                </a:lnTo>
                <a:lnTo>
                  <a:pt x="637765" y="85308"/>
                </a:lnTo>
                <a:lnTo>
                  <a:pt x="637446" y="83777"/>
                </a:lnTo>
                <a:lnTo>
                  <a:pt x="637219" y="82188"/>
                </a:lnTo>
                <a:lnTo>
                  <a:pt x="637082" y="80540"/>
                </a:lnTo>
                <a:lnTo>
                  <a:pt x="637037" y="78835"/>
                </a:lnTo>
                <a:lnTo>
                  <a:pt x="637093" y="76872"/>
                </a:lnTo>
                <a:lnTo>
                  <a:pt x="637261" y="74990"/>
                </a:lnTo>
                <a:lnTo>
                  <a:pt x="637541" y="73187"/>
                </a:lnTo>
                <a:lnTo>
                  <a:pt x="637932" y="71466"/>
                </a:lnTo>
                <a:lnTo>
                  <a:pt x="638436" y="69824"/>
                </a:lnTo>
                <a:lnTo>
                  <a:pt x="639051" y="68263"/>
                </a:lnTo>
                <a:lnTo>
                  <a:pt x="639779" y="66783"/>
                </a:lnTo>
                <a:lnTo>
                  <a:pt x="640618" y="65382"/>
                </a:lnTo>
                <a:lnTo>
                  <a:pt x="641569" y="64062"/>
                </a:lnTo>
                <a:lnTo>
                  <a:pt x="642632" y="62823"/>
                </a:lnTo>
                <a:lnTo>
                  <a:pt x="643807" y="61663"/>
                </a:lnTo>
                <a:lnTo>
                  <a:pt x="645094" y="60584"/>
                </a:lnTo>
                <a:lnTo>
                  <a:pt x="646489" y="59589"/>
                </a:lnTo>
                <a:lnTo>
                  <a:pt x="647989" y="58679"/>
                </a:lnTo>
                <a:lnTo>
                  <a:pt x="649593" y="57857"/>
                </a:lnTo>
                <a:lnTo>
                  <a:pt x="651303" y="57121"/>
                </a:lnTo>
                <a:lnTo>
                  <a:pt x="653117" y="56471"/>
                </a:lnTo>
                <a:lnTo>
                  <a:pt x="655036" y="55908"/>
                </a:lnTo>
                <a:lnTo>
                  <a:pt x="657060" y="55432"/>
                </a:lnTo>
                <a:lnTo>
                  <a:pt x="659188" y="55042"/>
                </a:lnTo>
                <a:lnTo>
                  <a:pt x="661422" y="54739"/>
                </a:lnTo>
                <a:lnTo>
                  <a:pt x="663760" y="54523"/>
                </a:lnTo>
                <a:lnTo>
                  <a:pt x="666203" y="54393"/>
                </a:lnTo>
                <a:lnTo>
                  <a:pt x="668750" y="54350"/>
                </a:lnTo>
                <a:lnTo>
                  <a:pt x="684607" y="54350"/>
                </a:lnTo>
                <a:lnTo>
                  <a:pt x="684607" y="52491"/>
                </a:lnTo>
                <a:lnTo>
                  <a:pt x="684567" y="51092"/>
                </a:lnTo>
                <a:lnTo>
                  <a:pt x="684468" y="49759"/>
                </a:lnTo>
                <a:lnTo>
                  <a:pt x="684310" y="48491"/>
                </a:lnTo>
                <a:lnTo>
                  <a:pt x="684093" y="47289"/>
                </a:lnTo>
                <a:lnTo>
                  <a:pt x="683818" y="46152"/>
                </a:lnTo>
                <a:lnTo>
                  <a:pt x="683483" y="45080"/>
                </a:lnTo>
                <a:lnTo>
                  <a:pt x="683090" y="44074"/>
                </a:lnTo>
                <a:lnTo>
                  <a:pt x="682638" y="43134"/>
                </a:lnTo>
                <a:lnTo>
                  <a:pt x="682127" y="42258"/>
                </a:lnTo>
                <a:lnTo>
                  <a:pt x="681557" y="41449"/>
                </a:lnTo>
                <a:lnTo>
                  <a:pt x="680929" y="40704"/>
                </a:lnTo>
                <a:lnTo>
                  <a:pt x="680241" y="40025"/>
                </a:lnTo>
                <a:lnTo>
                  <a:pt x="679489" y="39406"/>
                </a:lnTo>
                <a:lnTo>
                  <a:pt x="678665" y="38840"/>
                </a:lnTo>
                <a:lnTo>
                  <a:pt x="677770" y="38329"/>
                </a:lnTo>
                <a:lnTo>
                  <a:pt x="676803" y="37871"/>
                </a:lnTo>
                <a:lnTo>
                  <a:pt x="675765" y="37467"/>
                </a:lnTo>
                <a:lnTo>
                  <a:pt x="674656" y="37117"/>
                </a:lnTo>
                <a:lnTo>
                  <a:pt x="673476" y="36821"/>
                </a:lnTo>
                <a:lnTo>
                  <a:pt x="672224" y="36578"/>
                </a:lnTo>
                <a:lnTo>
                  <a:pt x="670901" y="36390"/>
                </a:lnTo>
                <a:lnTo>
                  <a:pt x="669506" y="36255"/>
                </a:lnTo>
                <a:lnTo>
                  <a:pt x="668040" y="36175"/>
                </a:lnTo>
                <a:lnTo>
                  <a:pt x="666503" y="36148"/>
                </a:lnTo>
                <a:lnTo>
                  <a:pt x="665497" y="36160"/>
                </a:lnTo>
                <a:lnTo>
                  <a:pt x="664488" y="36196"/>
                </a:lnTo>
                <a:lnTo>
                  <a:pt x="663478" y="36256"/>
                </a:lnTo>
                <a:lnTo>
                  <a:pt x="662466" y="36340"/>
                </a:lnTo>
                <a:lnTo>
                  <a:pt x="661452" y="36448"/>
                </a:lnTo>
                <a:lnTo>
                  <a:pt x="660437" y="36580"/>
                </a:lnTo>
                <a:lnTo>
                  <a:pt x="659419" y="36736"/>
                </a:lnTo>
                <a:lnTo>
                  <a:pt x="658400" y="36917"/>
                </a:lnTo>
                <a:lnTo>
                  <a:pt x="657379" y="37121"/>
                </a:lnTo>
                <a:lnTo>
                  <a:pt x="656357" y="37349"/>
                </a:lnTo>
                <a:lnTo>
                  <a:pt x="655332" y="37602"/>
                </a:lnTo>
                <a:lnTo>
                  <a:pt x="654306" y="37878"/>
                </a:lnTo>
                <a:lnTo>
                  <a:pt x="653281" y="38178"/>
                </a:lnTo>
                <a:lnTo>
                  <a:pt x="652261" y="38499"/>
                </a:lnTo>
                <a:lnTo>
                  <a:pt x="651245" y="38843"/>
                </a:lnTo>
                <a:lnTo>
                  <a:pt x="650233" y="39210"/>
                </a:lnTo>
                <a:lnTo>
                  <a:pt x="649226" y="39598"/>
                </a:lnTo>
                <a:lnTo>
                  <a:pt x="648223" y="40009"/>
                </a:lnTo>
                <a:lnTo>
                  <a:pt x="647225" y="40442"/>
                </a:lnTo>
                <a:lnTo>
                  <a:pt x="646231" y="40897"/>
                </a:lnTo>
                <a:lnTo>
                  <a:pt x="645242" y="41375"/>
                </a:lnTo>
                <a:lnTo>
                  <a:pt x="644257" y="41875"/>
                </a:lnTo>
                <a:lnTo>
                  <a:pt x="643277" y="42397"/>
                </a:lnTo>
                <a:lnTo>
                  <a:pt x="642301" y="42941"/>
                </a:lnTo>
                <a:lnTo>
                  <a:pt x="642301" y="31148"/>
                </a:lnTo>
                <a:lnTo>
                  <a:pt x="643389" y="30741"/>
                </a:lnTo>
                <a:lnTo>
                  <a:pt x="644469" y="30350"/>
                </a:lnTo>
                <a:lnTo>
                  <a:pt x="645541" y="29977"/>
                </a:lnTo>
                <a:lnTo>
                  <a:pt x="646606" y="29621"/>
                </a:lnTo>
                <a:lnTo>
                  <a:pt x="647663" y="29282"/>
                </a:lnTo>
                <a:lnTo>
                  <a:pt x="648713" y="28961"/>
                </a:lnTo>
                <a:lnTo>
                  <a:pt x="649755" y="28658"/>
                </a:lnTo>
                <a:lnTo>
                  <a:pt x="650789" y="28371"/>
                </a:lnTo>
                <a:lnTo>
                  <a:pt x="651816" y="28102"/>
                </a:lnTo>
                <a:lnTo>
                  <a:pt x="652836" y="27850"/>
                </a:lnTo>
                <a:lnTo>
                  <a:pt x="653847" y="27616"/>
                </a:lnTo>
                <a:lnTo>
                  <a:pt x="654852" y="27399"/>
                </a:lnTo>
                <a:lnTo>
                  <a:pt x="655850" y="27199"/>
                </a:lnTo>
                <a:lnTo>
                  <a:pt x="656843" y="27017"/>
                </a:lnTo>
                <a:lnTo>
                  <a:pt x="657831" y="26852"/>
                </a:lnTo>
                <a:lnTo>
                  <a:pt x="658814" y="26705"/>
                </a:lnTo>
                <a:lnTo>
                  <a:pt x="659792" y="26575"/>
                </a:lnTo>
                <a:lnTo>
                  <a:pt x="660766" y="26462"/>
                </a:lnTo>
                <a:lnTo>
                  <a:pt x="661734" y="26366"/>
                </a:lnTo>
                <a:lnTo>
                  <a:pt x="662698" y="26288"/>
                </a:lnTo>
                <a:lnTo>
                  <a:pt x="663657" y="26227"/>
                </a:lnTo>
                <a:lnTo>
                  <a:pt x="664610" y="26184"/>
                </a:lnTo>
                <a:lnTo>
                  <a:pt x="665559" y="26158"/>
                </a:lnTo>
                <a:lnTo>
                  <a:pt x="666503" y="26149"/>
                </a:lnTo>
                <a:lnTo>
                  <a:pt x="667972" y="26168"/>
                </a:lnTo>
                <a:lnTo>
                  <a:pt x="669405" y="26222"/>
                </a:lnTo>
                <a:lnTo>
                  <a:pt x="670802" y="26314"/>
                </a:lnTo>
                <a:lnTo>
                  <a:pt x="672163" y="26441"/>
                </a:lnTo>
                <a:lnTo>
                  <a:pt x="673488" y="26606"/>
                </a:lnTo>
                <a:lnTo>
                  <a:pt x="674777" y="26806"/>
                </a:lnTo>
                <a:lnTo>
                  <a:pt x="676029" y="27043"/>
                </a:lnTo>
                <a:lnTo>
                  <a:pt x="677245" y="27317"/>
                </a:lnTo>
                <a:lnTo>
                  <a:pt x="678426" y="27627"/>
                </a:lnTo>
                <a:lnTo>
                  <a:pt x="679570" y="27974"/>
                </a:lnTo>
                <a:lnTo>
                  <a:pt x="680678" y="28357"/>
                </a:lnTo>
                <a:lnTo>
                  <a:pt x="681750" y="28777"/>
                </a:lnTo>
                <a:lnTo>
                  <a:pt x="682787" y="29233"/>
                </a:lnTo>
                <a:lnTo>
                  <a:pt x="683791" y="29726"/>
                </a:lnTo>
                <a:lnTo>
                  <a:pt x="684761" y="30255"/>
                </a:lnTo>
                <a:lnTo>
                  <a:pt x="685698" y="30821"/>
                </a:lnTo>
                <a:lnTo>
                  <a:pt x="686601" y="31423"/>
                </a:lnTo>
                <a:lnTo>
                  <a:pt x="687471" y="32062"/>
                </a:lnTo>
                <a:lnTo>
                  <a:pt x="688308" y="32737"/>
                </a:lnTo>
                <a:lnTo>
                  <a:pt x="689111" y="33449"/>
                </a:lnTo>
                <a:lnTo>
                  <a:pt x="689881" y="34197"/>
                </a:lnTo>
                <a:lnTo>
                  <a:pt x="690617" y="34981"/>
                </a:lnTo>
                <a:lnTo>
                  <a:pt x="691320" y="35803"/>
                </a:lnTo>
                <a:lnTo>
                  <a:pt x="691989" y="36660"/>
                </a:lnTo>
                <a:lnTo>
                  <a:pt x="692386" y="37205"/>
                </a:lnTo>
                <a:lnTo>
                  <a:pt x="692763" y="37770"/>
                </a:lnTo>
                <a:lnTo>
                  <a:pt x="693121" y="38357"/>
                </a:lnTo>
                <a:lnTo>
                  <a:pt x="693459" y="38964"/>
                </a:lnTo>
                <a:lnTo>
                  <a:pt x="693777" y="39592"/>
                </a:lnTo>
                <a:lnTo>
                  <a:pt x="694076" y="40241"/>
                </a:lnTo>
                <a:lnTo>
                  <a:pt x="694355" y="40912"/>
                </a:lnTo>
                <a:lnTo>
                  <a:pt x="694614" y="41603"/>
                </a:lnTo>
                <a:lnTo>
                  <a:pt x="694854" y="42314"/>
                </a:lnTo>
                <a:lnTo>
                  <a:pt x="695074" y="43047"/>
                </a:lnTo>
                <a:lnTo>
                  <a:pt x="695275" y="43801"/>
                </a:lnTo>
                <a:lnTo>
                  <a:pt x="695456" y="44576"/>
                </a:lnTo>
                <a:lnTo>
                  <a:pt x="695620" y="45393"/>
                </a:lnTo>
                <a:lnTo>
                  <a:pt x="695770" y="46277"/>
                </a:lnTo>
                <a:lnTo>
                  <a:pt x="695905" y="47225"/>
                </a:lnTo>
                <a:lnTo>
                  <a:pt x="696027" y="48240"/>
                </a:lnTo>
                <a:lnTo>
                  <a:pt x="696134" y="49319"/>
                </a:lnTo>
                <a:lnTo>
                  <a:pt x="696226" y="50464"/>
                </a:lnTo>
                <a:lnTo>
                  <a:pt x="696305" y="51674"/>
                </a:lnTo>
                <a:lnTo>
                  <a:pt x="696369" y="52950"/>
                </a:lnTo>
                <a:lnTo>
                  <a:pt x="696419" y="54292"/>
                </a:lnTo>
                <a:lnTo>
                  <a:pt x="696455" y="55698"/>
                </a:lnTo>
                <a:lnTo>
                  <a:pt x="696476" y="57170"/>
                </a:lnTo>
                <a:lnTo>
                  <a:pt x="696483" y="58708"/>
                </a:lnTo>
                <a:close/>
                <a:moveTo>
                  <a:pt x="747352" y="7563"/>
                </a:moveTo>
                <a:lnTo>
                  <a:pt x="747352" y="27944"/>
                </a:lnTo>
                <a:lnTo>
                  <a:pt x="774187" y="27944"/>
                </a:lnTo>
                <a:lnTo>
                  <a:pt x="774187" y="37173"/>
                </a:lnTo>
                <a:lnTo>
                  <a:pt x="747352" y="37173"/>
                </a:lnTo>
                <a:lnTo>
                  <a:pt x="747352" y="76047"/>
                </a:lnTo>
                <a:lnTo>
                  <a:pt x="747373" y="77335"/>
                </a:lnTo>
                <a:lnTo>
                  <a:pt x="747436" y="78556"/>
                </a:lnTo>
                <a:lnTo>
                  <a:pt x="747541" y="79711"/>
                </a:lnTo>
                <a:lnTo>
                  <a:pt x="747688" y="80800"/>
                </a:lnTo>
                <a:lnTo>
                  <a:pt x="747876" y="81822"/>
                </a:lnTo>
                <a:lnTo>
                  <a:pt x="748107" y="82777"/>
                </a:lnTo>
                <a:lnTo>
                  <a:pt x="748379" y="83665"/>
                </a:lnTo>
                <a:lnTo>
                  <a:pt x="748693" y="84487"/>
                </a:lnTo>
                <a:lnTo>
                  <a:pt x="749050" y="85242"/>
                </a:lnTo>
                <a:lnTo>
                  <a:pt x="749448" y="85931"/>
                </a:lnTo>
                <a:lnTo>
                  <a:pt x="749888" y="86553"/>
                </a:lnTo>
                <a:lnTo>
                  <a:pt x="750370" y="87108"/>
                </a:lnTo>
                <a:lnTo>
                  <a:pt x="750904" y="87609"/>
                </a:lnTo>
                <a:lnTo>
                  <a:pt x="751500" y="88066"/>
                </a:lnTo>
                <a:lnTo>
                  <a:pt x="752159" y="88479"/>
                </a:lnTo>
                <a:lnTo>
                  <a:pt x="752880" y="88849"/>
                </a:lnTo>
                <a:lnTo>
                  <a:pt x="753664" y="89175"/>
                </a:lnTo>
                <a:lnTo>
                  <a:pt x="754510" y="89458"/>
                </a:lnTo>
                <a:lnTo>
                  <a:pt x="755419" y="89697"/>
                </a:lnTo>
                <a:lnTo>
                  <a:pt x="756390" y="89893"/>
                </a:lnTo>
                <a:lnTo>
                  <a:pt x="757423" y="90045"/>
                </a:lnTo>
                <a:lnTo>
                  <a:pt x="758519" y="90154"/>
                </a:lnTo>
                <a:lnTo>
                  <a:pt x="759677" y="90219"/>
                </a:lnTo>
                <a:lnTo>
                  <a:pt x="760898" y="90241"/>
                </a:lnTo>
                <a:lnTo>
                  <a:pt x="774187" y="90241"/>
                </a:lnTo>
                <a:lnTo>
                  <a:pt x="774187" y="99726"/>
                </a:lnTo>
                <a:lnTo>
                  <a:pt x="759742" y="99726"/>
                </a:lnTo>
                <a:lnTo>
                  <a:pt x="757582" y="99689"/>
                </a:lnTo>
                <a:lnTo>
                  <a:pt x="755530" y="99578"/>
                </a:lnTo>
                <a:lnTo>
                  <a:pt x="753587" y="99394"/>
                </a:lnTo>
                <a:lnTo>
                  <a:pt x="751753" y="99135"/>
                </a:lnTo>
                <a:lnTo>
                  <a:pt x="750028" y="98802"/>
                </a:lnTo>
                <a:lnTo>
                  <a:pt x="748412" y="98395"/>
                </a:lnTo>
                <a:lnTo>
                  <a:pt x="746904" y="97914"/>
                </a:lnTo>
                <a:lnTo>
                  <a:pt x="745505" y="97359"/>
                </a:lnTo>
                <a:lnTo>
                  <a:pt x="744215" y="96731"/>
                </a:lnTo>
                <a:lnTo>
                  <a:pt x="743033" y="96028"/>
                </a:lnTo>
                <a:lnTo>
                  <a:pt x="741961" y="95251"/>
                </a:lnTo>
                <a:lnTo>
                  <a:pt x="740997" y="94401"/>
                </a:lnTo>
                <a:lnTo>
                  <a:pt x="740125" y="93459"/>
                </a:lnTo>
                <a:lnTo>
                  <a:pt x="739330" y="92411"/>
                </a:lnTo>
                <a:lnTo>
                  <a:pt x="738610" y="91256"/>
                </a:lnTo>
                <a:lnTo>
                  <a:pt x="737965" y="89994"/>
                </a:lnTo>
                <a:lnTo>
                  <a:pt x="737397" y="88624"/>
                </a:lnTo>
                <a:lnTo>
                  <a:pt x="736904" y="87148"/>
                </a:lnTo>
                <a:lnTo>
                  <a:pt x="736488" y="85565"/>
                </a:lnTo>
                <a:lnTo>
                  <a:pt x="736146" y="83876"/>
                </a:lnTo>
                <a:lnTo>
                  <a:pt x="735881" y="82079"/>
                </a:lnTo>
                <a:lnTo>
                  <a:pt x="735692" y="80175"/>
                </a:lnTo>
                <a:lnTo>
                  <a:pt x="735578" y="78164"/>
                </a:lnTo>
                <a:lnTo>
                  <a:pt x="735540" y="76047"/>
                </a:lnTo>
                <a:lnTo>
                  <a:pt x="735540" y="37173"/>
                </a:lnTo>
                <a:lnTo>
                  <a:pt x="716345" y="37173"/>
                </a:lnTo>
                <a:lnTo>
                  <a:pt x="716345" y="27944"/>
                </a:lnTo>
                <a:lnTo>
                  <a:pt x="735540" y="27944"/>
                </a:lnTo>
                <a:lnTo>
                  <a:pt x="735540" y="7563"/>
                </a:lnTo>
                <a:lnTo>
                  <a:pt x="747352" y="7563"/>
                </a:lnTo>
                <a:close/>
                <a:moveTo>
                  <a:pt x="854843" y="55201"/>
                </a:moveTo>
                <a:lnTo>
                  <a:pt x="854843" y="99726"/>
                </a:lnTo>
                <a:lnTo>
                  <a:pt x="842967" y="99726"/>
                </a:lnTo>
                <a:lnTo>
                  <a:pt x="842967" y="55201"/>
                </a:lnTo>
                <a:lnTo>
                  <a:pt x="842943" y="53622"/>
                </a:lnTo>
                <a:lnTo>
                  <a:pt x="842872" y="52114"/>
                </a:lnTo>
                <a:lnTo>
                  <a:pt x="842754" y="50678"/>
                </a:lnTo>
                <a:lnTo>
                  <a:pt x="842589" y="49313"/>
                </a:lnTo>
                <a:lnTo>
                  <a:pt x="842376" y="48019"/>
                </a:lnTo>
                <a:lnTo>
                  <a:pt x="842116" y="46796"/>
                </a:lnTo>
                <a:lnTo>
                  <a:pt x="841809" y="45645"/>
                </a:lnTo>
                <a:lnTo>
                  <a:pt x="841455" y="44565"/>
                </a:lnTo>
                <a:lnTo>
                  <a:pt x="841053" y="43557"/>
                </a:lnTo>
                <a:lnTo>
                  <a:pt x="840604" y="42619"/>
                </a:lnTo>
                <a:lnTo>
                  <a:pt x="840108" y="41753"/>
                </a:lnTo>
                <a:lnTo>
                  <a:pt x="839565" y="40958"/>
                </a:lnTo>
                <a:lnTo>
                  <a:pt x="838971" y="40231"/>
                </a:lnTo>
                <a:lnTo>
                  <a:pt x="838323" y="39567"/>
                </a:lnTo>
                <a:lnTo>
                  <a:pt x="837623" y="38966"/>
                </a:lnTo>
                <a:lnTo>
                  <a:pt x="836868" y="38428"/>
                </a:lnTo>
                <a:lnTo>
                  <a:pt x="836060" y="37954"/>
                </a:lnTo>
                <a:lnTo>
                  <a:pt x="835199" y="37543"/>
                </a:lnTo>
                <a:lnTo>
                  <a:pt x="834284" y="37195"/>
                </a:lnTo>
                <a:lnTo>
                  <a:pt x="833316" y="36910"/>
                </a:lnTo>
                <a:lnTo>
                  <a:pt x="832294" y="36689"/>
                </a:lnTo>
                <a:lnTo>
                  <a:pt x="831219" y="36530"/>
                </a:lnTo>
                <a:lnTo>
                  <a:pt x="830090" y="36436"/>
                </a:lnTo>
                <a:lnTo>
                  <a:pt x="828908" y="36404"/>
                </a:lnTo>
                <a:lnTo>
                  <a:pt x="827554" y="36445"/>
                </a:lnTo>
                <a:lnTo>
                  <a:pt x="826254" y="36567"/>
                </a:lnTo>
                <a:lnTo>
                  <a:pt x="825006" y="36771"/>
                </a:lnTo>
                <a:lnTo>
                  <a:pt x="823811" y="37056"/>
                </a:lnTo>
                <a:lnTo>
                  <a:pt x="822670" y="37423"/>
                </a:lnTo>
                <a:lnTo>
                  <a:pt x="821581" y="37872"/>
                </a:lnTo>
                <a:lnTo>
                  <a:pt x="820546" y="38402"/>
                </a:lnTo>
                <a:lnTo>
                  <a:pt x="819564" y="39013"/>
                </a:lnTo>
                <a:lnTo>
                  <a:pt x="818634" y="39706"/>
                </a:lnTo>
                <a:lnTo>
                  <a:pt x="817758" y="40481"/>
                </a:lnTo>
                <a:lnTo>
                  <a:pt x="816935" y="41337"/>
                </a:lnTo>
                <a:lnTo>
                  <a:pt x="816165" y="42274"/>
                </a:lnTo>
                <a:lnTo>
                  <a:pt x="815452" y="43288"/>
                </a:lnTo>
                <a:lnTo>
                  <a:pt x="814802" y="44373"/>
                </a:lnTo>
                <a:lnTo>
                  <a:pt x="814213" y="45528"/>
                </a:lnTo>
                <a:lnTo>
                  <a:pt x="813686" y="46755"/>
                </a:lnTo>
                <a:lnTo>
                  <a:pt x="813221" y="48052"/>
                </a:lnTo>
                <a:lnTo>
                  <a:pt x="812819" y="49420"/>
                </a:lnTo>
                <a:lnTo>
                  <a:pt x="812478" y="50858"/>
                </a:lnTo>
                <a:lnTo>
                  <a:pt x="812199" y="52368"/>
                </a:lnTo>
                <a:lnTo>
                  <a:pt x="811982" y="53948"/>
                </a:lnTo>
                <a:lnTo>
                  <a:pt x="811827" y="55599"/>
                </a:lnTo>
                <a:lnTo>
                  <a:pt x="811734" y="57322"/>
                </a:lnTo>
                <a:lnTo>
                  <a:pt x="811703" y="59114"/>
                </a:lnTo>
                <a:lnTo>
                  <a:pt x="811703" y="99726"/>
                </a:lnTo>
                <a:lnTo>
                  <a:pt x="799891" y="99726"/>
                </a:lnTo>
                <a:lnTo>
                  <a:pt x="799891" y="0"/>
                </a:lnTo>
                <a:lnTo>
                  <a:pt x="811703" y="0"/>
                </a:lnTo>
                <a:lnTo>
                  <a:pt x="811703" y="38649"/>
                </a:lnTo>
                <a:lnTo>
                  <a:pt x="812243" y="37644"/>
                </a:lnTo>
                <a:lnTo>
                  <a:pt x="812814" y="36681"/>
                </a:lnTo>
                <a:lnTo>
                  <a:pt x="813416" y="35759"/>
                </a:lnTo>
                <a:lnTo>
                  <a:pt x="814050" y="34878"/>
                </a:lnTo>
                <a:lnTo>
                  <a:pt x="814715" y="34039"/>
                </a:lnTo>
                <a:lnTo>
                  <a:pt x="815411" y="33241"/>
                </a:lnTo>
                <a:lnTo>
                  <a:pt x="816138" y="32485"/>
                </a:lnTo>
                <a:lnTo>
                  <a:pt x="816896" y="31770"/>
                </a:lnTo>
                <a:lnTo>
                  <a:pt x="817686" y="31096"/>
                </a:lnTo>
                <a:lnTo>
                  <a:pt x="818506" y="30464"/>
                </a:lnTo>
                <a:lnTo>
                  <a:pt x="819358" y="29873"/>
                </a:lnTo>
                <a:lnTo>
                  <a:pt x="820241" y="29324"/>
                </a:lnTo>
                <a:lnTo>
                  <a:pt x="821154" y="28817"/>
                </a:lnTo>
                <a:lnTo>
                  <a:pt x="822094" y="28354"/>
                </a:lnTo>
                <a:lnTo>
                  <a:pt x="823062" y="27935"/>
                </a:lnTo>
                <a:lnTo>
                  <a:pt x="824057" y="27560"/>
                </a:lnTo>
                <a:lnTo>
                  <a:pt x="825081" y="27230"/>
                </a:lnTo>
                <a:lnTo>
                  <a:pt x="826131" y="26943"/>
                </a:lnTo>
                <a:lnTo>
                  <a:pt x="827210" y="26700"/>
                </a:lnTo>
                <a:lnTo>
                  <a:pt x="828316" y="26502"/>
                </a:lnTo>
                <a:lnTo>
                  <a:pt x="829450" y="26348"/>
                </a:lnTo>
                <a:lnTo>
                  <a:pt x="830611" y="26238"/>
                </a:lnTo>
                <a:lnTo>
                  <a:pt x="831800" y="26171"/>
                </a:lnTo>
                <a:lnTo>
                  <a:pt x="833016" y="26149"/>
                </a:lnTo>
                <a:lnTo>
                  <a:pt x="834808" y="26199"/>
                </a:lnTo>
                <a:lnTo>
                  <a:pt x="836521" y="26350"/>
                </a:lnTo>
                <a:lnTo>
                  <a:pt x="838158" y="26600"/>
                </a:lnTo>
                <a:lnTo>
                  <a:pt x="839718" y="26951"/>
                </a:lnTo>
                <a:lnTo>
                  <a:pt x="841200" y="27402"/>
                </a:lnTo>
                <a:lnTo>
                  <a:pt x="842606" y="27953"/>
                </a:lnTo>
                <a:lnTo>
                  <a:pt x="843934" y="28604"/>
                </a:lnTo>
                <a:lnTo>
                  <a:pt x="845185" y="29356"/>
                </a:lnTo>
                <a:lnTo>
                  <a:pt x="846359" y="30207"/>
                </a:lnTo>
                <a:lnTo>
                  <a:pt x="847456" y="31159"/>
                </a:lnTo>
                <a:lnTo>
                  <a:pt x="848476" y="32211"/>
                </a:lnTo>
                <a:lnTo>
                  <a:pt x="849419" y="33364"/>
                </a:lnTo>
                <a:lnTo>
                  <a:pt x="850285" y="34617"/>
                </a:lnTo>
                <a:lnTo>
                  <a:pt x="851076" y="35974"/>
                </a:lnTo>
                <a:lnTo>
                  <a:pt x="851792" y="37434"/>
                </a:lnTo>
                <a:lnTo>
                  <a:pt x="852432" y="38996"/>
                </a:lnTo>
                <a:lnTo>
                  <a:pt x="852997" y="40662"/>
                </a:lnTo>
                <a:lnTo>
                  <a:pt x="853487" y="42430"/>
                </a:lnTo>
                <a:lnTo>
                  <a:pt x="853902" y="44301"/>
                </a:lnTo>
                <a:lnTo>
                  <a:pt x="854241" y="46275"/>
                </a:lnTo>
                <a:lnTo>
                  <a:pt x="854504" y="48352"/>
                </a:lnTo>
                <a:lnTo>
                  <a:pt x="854693" y="50532"/>
                </a:lnTo>
                <a:lnTo>
                  <a:pt x="854806" y="52815"/>
                </a:lnTo>
                <a:lnTo>
                  <a:pt x="854843" y="55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23" name="Original vector context 422">
            <a:extLst xmlns:a="http://schemas.openxmlformats.org/drawingml/2006/main">
              <a:ext uri="{FF2B5EF4-FFF2-40B4-BE49-F238E27FC236}">
                <a16:creationId xmlns:a16="http://schemas.microsoft.com/office/drawing/2014/main" id="{DE79BF0F-07E4-49BA-BD96-C81808E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70" y="11615520"/>
            <a:ext cx="4488629" cy="230873"/>
          </a:xfrm>
          <a:custGeom xmlns:a="http://schemas.openxmlformats.org/drawingml/2006/main">
            <a:pathLst>
              <a:path w="4488629" h="230873">
                <a:moveTo>
                  <a:pt x="63287" y="1837"/>
                </a:moveTo>
                <a:lnTo>
                  <a:pt x="58774" y="4801"/>
                </a:lnTo>
                <a:lnTo>
                  <a:pt x="54686" y="7567"/>
                </a:lnTo>
                <a:lnTo>
                  <a:pt x="50976" y="10173"/>
                </a:lnTo>
                <a:lnTo>
                  <a:pt x="47601" y="12656"/>
                </a:lnTo>
                <a:lnTo>
                  <a:pt x="44513" y="15054"/>
                </a:lnTo>
                <a:lnTo>
                  <a:pt x="41668" y="17404"/>
                </a:lnTo>
                <a:lnTo>
                  <a:pt x="39021" y="19743"/>
                </a:lnTo>
                <a:lnTo>
                  <a:pt x="36526" y="22109"/>
                </a:lnTo>
                <a:lnTo>
                  <a:pt x="34138" y="24538"/>
                </a:lnTo>
                <a:lnTo>
                  <a:pt x="31811" y="27070"/>
                </a:lnTo>
                <a:lnTo>
                  <a:pt x="29500" y="29740"/>
                </a:lnTo>
                <a:lnTo>
                  <a:pt x="27159" y="32586"/>
                </a:lnTo>
                <a:lnTo>
                  <a:pt x="22804" y="38228"/>
                </a:lnTo>
                <a:lnTo>
                  <a:pt x="18831" y="44013"/>
                </a:lnTo>
                <a:lnTo>
                  <a:pt x="15241" y="49943"/>
                </a:lnTo>
                <a:lnTo>
                  <a:pt x="12033" y="56024"/>
                </a:lnTo>
                <a:lnTo>
                  <a:pt x="9206" y="62257"/>
                </a:lnTo>
                <a:lnTo>
                  <a:pt x="6758" y="68647"/>
                </a:lnTo>
                <a:lnTo>
                  <a:pt x="4689" y="75197"/>
                </a:lnTo>
                <a:lnTo>
                  <a:pt x="2999" y="81911"/>
                </a:lnTo>
                <a:lnTo>
                  <a:pt x="1686" y="88792"/>
                </a:lnTo>
                <a:lnTo>
                  <a:pt x="749" y="95845"/>
                </a:lnTo>
                <a:lnTo>
                  <a:pt x="187" y="103071"/>
                </a:lnTo>
                <a:lnTo>
                  <a:pt x="0" y="110475"/>
                </a:lnTo>
                <a:lnTo>
                  <a:pt x="200" y="118460"/>
                </a:lnTo>
                <a:lnTo>
                  <a:pt x="807" y="126165"/>
                </a:lnTo>
                <a:lnTo>
                  <a:pt x="1834" y="133618"/>
                </a:lnTo>
                <a:lnTo>
                  <a:pt x="3293" y="140850"/>
                </a:lnTo>
                <a:lnTo>
                  <a:pt x="5197" y="147890"/>
                </a:lnTo>
                <a:lnTo>
                  <a:pt x="7559" y="154767"/>
                </a:lnTo>
                <a:lnTo>
                  <a:pt x="10390" y="161511"/>
                </a:lnTo>
                <a:lnTo>
                  <a:pt x="13703" y="168151"/>
                </a:lnTo>
                <a:lnTo>
                  <a:pt x="17511" y="174716"/>
                </a:lnTo>
                <a:lnTo>
                  <a:pt x="21826" y="181236"/>
                </a:lnTo>
                <a:lnTo>
                  <a:pt x="26660" y="187739"/>
                </a:lnTo>
                <a:lnTo>
                  <a:pt x="32027" y="194257"/>
                </a:lnTo>
                <a:lnTo>
                  <a:pt x="34579" y="197198"/>
                </a:lnTo>
                <a:lnTo>
                  <a:pt x="37008" y="199894"/>
                </a:lnTo>
                <a:lnTo>
                  <a:pt x="39349" y="202376"/>
                </a:lnTo>
                <a:lnTo>
                  <a:pt x="41640" y="204677"/>
                </a:lnTo>
                <a:lnTo>
                  <a:pt x="43916" y="206828"/>
                </a:lnTo>
                <a:lnTo>
                  <a:pt x="46215" y="208862"/>
                </a:lnTo>
                <a:lnTo>
                  <a:pt x="48572" y="210811"/>
                </a:lnTo>
                <a:lnTo>
                  <a:pt x="51025" y="212706"/>
                </a:lnTo>
                <a:lnTo>
                  <a:pt x="53609" y="214579"/>
                </a:lnTo>
                <a:lnTo>
                  <a:pt x="56362" y="216463"/>
                </a:lnTo>
                <a:lnTo>
                  <a:pt x="59319" y="218390"/>
                </a:lnTo>
                <a:lnTo>
                  <a:pt x="62517" y="220392"/>
                </a:lnTo>
                <a:lnTo>
                  <a:pt x="65590" y="216291"/>
                </a:lnTo>
                <a:lnTo>
                  <a:pt x="60737" y="212395"/>
                </a:lnTo>
                <a:lnTo>
                  <a:pt x="56393" y="208737"/>
                </a:lnTo>
                <a:lnTo>
                  <a:pt x="52513" y="205257"/>
                </a:lnTo>
                <a:lnTo>
                  <a:pt x="49052" y="201895"/>
                </a:lnTo>
                <a:lnTo>
                  <a:pt x="45965" y="198590"/>
                </a:lnTo>
                <a:lnTo>
                  <a:pt x="43206" y="195281"/>
                </a:lnTo>
                <a:lnTo>
                  <a:pt x="40730" y="191909"/>
                </a:lnTo>
                <a:lnTo>
                  <a:pt x="38491" y="188411"/>
                </a:lnTo>
                <a:lnTo>
                  <a:pt x="36444" y="184729"/>
                </a:lnTo>
                <a:lnTo>
                  <a:pt x="34544" y="180800"/>
                </a:lnTo>
                <a:lnTo>
                  <a:pt x="32745" y="176566"/>
                </a:lnTo>
                <a:lnTo>
                  <a:pt x="31003" y="171965"/>
                </a:lnTo>
                <a:lnTo>
                  <a:pt x="29534" y="167623"/>
                </a:lnTo>
                <a:lnTo>
                  <a:pt x="28203" y="163173"/>
                </a:lnTo>
                <a:lnTo>
                  <a:pt x="27007" y="158599"/>
                </a:lnTo>
                <a:lnTo>
                  <a:pt x="25944" y="153889"/>
                </a:lnTo>
                <a:lnTo>
                  <a:pt x="25013" y="149030"/>
                </a:lnTo>
                <a:lnTo>
                  <a:pt x="24212" y="144007"/>
                </a:lnTo>
                <a:lnTo>
                  <a:pt x="23539" y="138809"/>
                </a:lnTo>
                <a:lnTo>
                  <a:pt x="22993" y="133421"/>
                </a:lnTo>
                <a:lnTo>
                  <a:pt x="22571" y="127830"/>
                </a:lnTo>
                <a:lnTo>
                  <a:pt x="22271" y="122022"/>
                </a:lnTo>
                <a:lnTo>
                  <a:pt x="22093" y="115985"/>
                </a:lnTo>
                <a:lnTo>
                  <a:pt x="22034" y="109705"/>
                </a:lnTo>
                <a:lnTo>
                  <a:pt x="22104" y="103102"/>
                </a:lnTo>
                <a:lnTo>
                  <a:pt x="22313" y="96742"/>
                </a:lnTo>
                <a:lnTo>
                  <a:pt x="22663" y="90622"/>
                </a:lnTo>
                <a:lnTo>
                  <a:pt x="23154" y="84739"/>
                </a:lnTo>
                <a:lnTo>
                  <a:pt x="23788" y="79092"/>
                </a:lnTo>
                <a:lnTo>
                  <a:pt x="24565" y="73676"/>
                </a:lnTo>
                <a:lnTo>
                  <a:pt x="25486" y="68490"/>
                </a:lnTo>
                <a:lnTo>
                  <a:pt x="26552" y="63531"/>
                </a:lnTo>
                <a:lnTo>
                  <a:pt x="27764" y="58796"/>
                </a:lnTo>
                <a:lnTo>
                  <a:pt x="29123" y="54282"/>
                </a:lnTo>
                <a:lnTo>
                  <a:pt x="30630" y="49988"/>
                </a:lnTo>
                <a:lnTo>
                  <a:pt x="32285" y="45910"/>
                </a:lnTo>
                <a:lnTo>
                  <a:pt x="34095" y="42069"/>
                </a:lnTo>
                <a:lnTo>
                  <a:pt x="35962" y="38464"/>
                </a:lnTo>
                <a:lnTo>
                  <a:pt x="37922" y="35051"/>
                </a:lnTo>
                <a:lnTo>
                  <a:pt x="40009" y="31788"/>
                </a:lnTo>
                <a:lnTo>
                  <a:pt x="42260" y="28631"/>
                </a:lnTo>
                <a:lnTo>
                  <a:pt x="44711" y="25539"/>
                </a:lnTo>
                <a:lnTo>
                  <a:pt x="47396" y="22468"/>
                </a:lnTo>
                <a:lnTo>
                  <a:pt x="50352" y="19375"/>
                </a:lnTo>
                <a:lnTo>
                  <a:pt x="53614" y="16219"/>
                </a:lnTo>
                <a:lnTo>
                  <a:pt x="57217" y="12956"/>
                </a:lnTo>
                <a:lnTo>
                  <a:pt x="61197" y="9543"/>
                </a:lnTo>
                <a:lnTo>
                  <a:pt x="65590" y="5939"/>
                </a:lnTo>
                <a:lnTo>
                  <a:pt x="63287" y="1837"/>
                </a:lnTo>
                <a:close/>
                <a:moveTo>
                  <a:pt x="174996" y="134973"/>
                </a:moveTo>
                <a:lnTo>
                  <a:pt x="171981" y="139211"/>
                </a:lnTo>
                <a:lnTo>
                  <a:pt x="169064" y="142978"/>
                </a:lnTo>
                <a:lnTo>
                  <a:pt x="166216" y="146294"/>
                </a:lnTo>
                <a:lnTo>
                  <a:pt x="163409" y="149177"/>
                </a:lnTo>
                <a:lnTo>
                  <a:pt x="160613" y="151648"/>
                </a:lnTo>
                <a:lnTo>
                  <a:pt x="157797" y="153727"/>
                </a:lnTo>
                <a:lnTo>
                  <a:pt x="154934" y="155431"/>
                </a:lnTo>
                <a:lnTo>
                  <a:pt x="151993" y="156783"/>
                </a:lnTo>
                <a:lnTo>
                  <a:pt x="148946" y="157799"/>
                </a:lnTo>
                <a:lnTo>
                  <a:pt x="145762" y="158501"/>
                </a:lnTo>
                <a:lnTo>
                  <a:pt x="142413" y="158908"/>
                </a:lnTo>
                <a:lnTo>
                  <a:pt x="138868" y="159040"/>
                </a:lnTo>
                <a:lnTo>
                  <a:pt x="133189" y="158620"/>
                </a:lnTo>
                <a:lnTo>
                  <a:pt x="127831" y="157386"/>
                </a:lnTo>
                <a:lnTo>
                  <a:pt x="122827" y="155379"/>
                </a:lnTo>
                <a:lnTo>
                  <a:pt x="118210" y="152639"/>
                </a:lnTo>
                <a:lnTo>
                  <a:pt x="114012" y="149205"/>
                </a:lnTo>
                <a:lnTo>
                  <a:pt x="110268" y="145118"/>
                </a:lnTo>
                <a:lnTo>
                  <a:pt x="107010" y="140418"/>
                </a:lnTo>
                <a:lnTo>
                  <a:pt x="104270" y="135144"/>
                </a:lnTo>
                <a:lnTo>
                  <a:pt x="102082" y="129337"/>
                </a:lnTo>
                <a:lnTo>
                  <a:pt x="100478" y="123036"/>
                </a:lnTo>
                <a:lnTo>
                  <a:pt x="99491" y="116282"/>
                </a:lnTo>
                <a:lnTo>
                  <a:pt x="99155" y="109115"/>
                </a:lnTo>
                <a:lnTo>
                  <a:pt x="99445" y="102699"/>
                </a:lnTo>
                <a:lnTo>
                  <a:pt x="100295" y="96659"/>
                </a:lnTo>
                <a:lnTo>
                  <a:pt x="101682" y="91029"/>
                </a:lnTo>
                <a:lnTo>
                  <a:pt x="103578" y="85845"/>
                </a:lnTo>
                <a:lnTo>
                  <a:pt x="105958" y="81141"/>
                </a:lnTo>
                <a:lnTo>
                  <a:pt x="108796" y="76952"/>
                </a:lnTo>
                <a:lnTo>
                  <a:pt x="112067" y="73312"/>
                </a:lnTo>
                <a:lnTo>
                  <a:pt x="115744" y="70256"/>
                </a:lnTo>
                <a:lnTo>
                  <a:pt x="119802" y="67818"/>
                </a:lnTo>
                <a:lnTo>
                  <a:pt x="124214" y="66035"/>
                </a:lnTo>
                <a:lnTo>
                  <a:pt x="128956" y="64939"/>
                </a:lnTo>
                <a:lnTo>
                  <a:pt x="134001" y="64566"/>
                </a:lnTo>
                <a:lnTo>
                  <a:pt x="136187" y="64627"/>
                </a:lnTo>
                <a:lnTo>
                  <a:pt x="138145" y="64818"/>
                </a:lnTo>
                <a:lnTo>
                  <a:pt x="139893" y="65154"/>
                </a:lnTo>
                <a:lnTo>
                  <a:pt x="141449" y="65646"/>
                </a:lnTo>
                <a:lnTo>
                  <a:pt x="142831" y="66310"/>
                </a:lnTo>
                <a:lnTo>
                  <a:pt x="144057" y="67157"/>
                </a:lnTo>
                <a:lnTo>
                  <a:pt x="145143" y="68202"/>
                </a:lnTo>
                <a:lnTo>
                  <a:pt x="146109" y="69458"/>
                </a:lnTo>
                <a:lnTo>
                  <a:pt x="146972" y="70937"/>
                </a:lnTo>
                <a:lnTo>
                  <a:pt x="147749" y="72654"/>
                </a:lnTo>
                <a:lnTo>
                  <a:pt x="148459" y="74622"/>
                </a:lnTo>
                <a:lnTo>
                  <a:pt x="149119" y="76854"/>
                </a:lnTo>
                <a:lnTo>
                  <a:pt x="150656" y="82487"/>
                </a:lnTo>
                <a:lnTo>
                  <a:pt x="151220" y="84225"/>
                </a:lnTo>
                <a:lnTo>
                  <a:pt x="151885" y="85849"/>
                </a:lnTo>
                <a:lnTo>
                  <a:pt x="152645" y="87353"/>
                </a:lnTo>
                <a:lnTo>
                  <a:pt x="153492" y="88728"/>
                </a:lnTo>
                <a:lnTo>
                  <a:pt x="154422" y="89968"/>
                </a:lnTo>
                <a:lnTo>
                  <a:pt x="155427" y="91066"/>
                </a:lnTo>
                <a:lnTo>
                  <a:pt x="156502" y="92014"/>
                </a:lnTo>
                <a:lnTo>
                  <a:pt x="157639" y="92806"/>
                </a:lnTo>
                <a:lnTo>
                  <a:pt x="158834" y="93434"/>
                </a:lnTo>
                <a:lnTo>
                  <a:pt x="160079" y="93892"/>
                </a:lnTo>
                <a:lnTo>
                  <a:pt x="161369" y="94172"/>
                </a:lnTo>
                <a:lnTo>
                  <a:pt x="162697" y="94267"/>
                </a:lnTo>
                <a:lnTo>
                  <a:pt x="164338" y="94167"/>
                </a:lnTo>
                <a:lnTo>
                  <a:pt x="165921" y="93879"/>
                </a:lnTo>
                <a:lnTo>
                  <a:pt x="167429" y="93414"/>
                </a:lnTo>
                <a:lnTo>
                  <a:pt x="168846" y="92787"/>
                </a:lnTo>
                <a:lnTo>
                  <a:pt x="170157" y="92010"/>
                </a:lnTo>
                <a:lnTo>
                  <a:pt x="171345" y="91097"/>
                </a:lnTo>
                <a:lnTo>
                  <a:pt x="172394" y="90061"/>
                </a:lnTo>
                <a:lnTo>
                  <a:pt x="173288" y="88917"/>
                </a:lnTo>
                <a:lnTo>
                  <a:pt x="174011" y="87676"/>
                </a:lnTo>
                <a:lnTo>
                  <a:pt x="174548" y="86352"/>
                </a:lnTo>
                <a:lnTo>
                  <a:pt x="174882" y="84960"/>
                </a:lnTo>
                <a:lnTo>
                  <a:pt x="174996" y="83511"/>
                </a:lnTo>
                <a:lnTo>
                  <a:pt x="174631" y="79981"/>
                </a:lnTo>
                <a:lnTo>
                  <a:pt x="173568" y="76580"/>
                </a:lnTo>
                <a:lnTo>
                  <a:pt x="171857" y="73342"/>
                </a:lnTo>
                <a:lnTo>
                  <a:pt x="169549" y="70301"/>
                </a:lnTo>
                <a:lnTo>
                  <a:pt x="166692" y="67491"/>
                </a:lnTo>
                <a:lnTo>
                  <a:pt x="163338" y="64947"/>
                </a:lnTo>
                <a:lnTo>
                  <a:pt x="159534" y="62700"/>
                </a:lnTo>
                <a:lnTo>
                  <a:pt x="155333" y="60787"/>
                </a:lnTo>
                <a:lnTo>
                  <a:pt x="150782" y="59239"/>
                </a:lnTo>
                <a:lnTo>
                  <a:pt x="145933" y="58092"/>
                </a:lnTo>
                <a:lnTo>
                  <a:pt x="140835" y="57379"/>
                </a:lnTo>
                <a:lnTo>
                  <a:pt x="135537" y="57134"/>
                </a:lnTo>
                <a:lnTo>
                  <a:pt x="132390" y="57240"/>
                </a:lnTo>
                <a:lnTo>
                  <a:pt x="129232" y="57556"/>
                </a:lnTo>
                <a:lnTo>
                  <a:pt x="126074" y="58079"/>
                </a:lnTo>
                <a:lnTo>
                  <a:pt x="122927" y="58804"/>
                </a:lnTo>
                <a:lnTo>
                  <a:pt x="119801" y="59729"/>
                </a:lnTo>
                <a:lnTo>
                  <a:pt x="116707" y="60849"/>
                </a:lnTo>
                <a:lnTo>
                  <a:pt x="113656" y="62161"/>
                </a:lnTo>
                <a:lnTo>
                  <a:pt x="110658" y="63662"/>
                </a:lnTo>
                <a:lnTo>
                  <a:pt x="107724" y="65348"/>
                </a:lnTo>
                <a:lnTo>
                  <a:pt x="104865" y="67214"/>
                </a:lnTo>
                <a:lnTo>
                  <a:pt x="102091" y="69259"/>
                </a:lnTo>
                <a:lnTo>
                  <a:pt x="99413" y="71478"/>
                </a:lnTo>
                <a:lnTo>
                  <a:pt x="96329" y="74421"/>
                </a:lnTo>
                <a:lnTo>
                  <a:pt x="93485" y="77608"/>
                </a:lnTo>
                <a:lnTo>
                  <a:pt x="90886" y="81028"/>
                </a:lnTo>
                <a:lnTo>
                  <a:pt x="88538" y="84669"/>
                </a:lnTo>
                <a:lnTo>
                  <a:pt x="86446" y="88520"/>
                </a:lnTo>
                <a:lnTo>
                  <a:pt x="84616" y="92569"/>
                </a:lnTo>
                <a:lnTo>
                  <a:pt x="83053" y="96805"/>
                </a:lnTo>
                <a:lnTo>
                  <a:pt x="81762" y="101216"/>
                </a:lnTo>
                <a:lnTo>
                  <a:pt x="80749" y="105790"/>
                </a:lnTo>
                <a:lnTo>
                  <a:pt x="80019" y="110516"/>
                </a:lnTo>
                <a:lnTo>
                  <a:pt x="79576" y="115383"/>
                </a:lnTo>
                <a:lnTo>
                  <a:pt x="79428" y="120378"/>
                </a:lnTo>
                <a:lnTo>
                  <a:pt x="79843" y="128494"/>
                </a:lnTo>
                <a:lnTo>
                  <a:pt x="81059" y="136166"/>
                </a:lnTo>
                <a:lnTo>
                  <a:pt x="83035" y="143344"/>
                </a:lnTo>
                <a:lnTo>
                  <a:pt x="85729" y="149977"/>
                </a:lnTo>
                <a:lnTo>
                  <a:pt x="89099" y="156017"/>
                </a:lnTo>
                <a:lnTo>
                  <a:pt x="93103" y="161414"/>
                </a:lnTo>
                <a:lnTo>
                  <a:pt x="97700" y="166117"/>
                </a:lnTo>
                <a:lnTo>
                  <a:pt x="102847" y="170076"/>
                </a:lnTo>
                <a:lnTo>
                  <a:pt x="108504" y="173243"/>
                </a:lnTo>
                <a:lnTo>
                  <a:pt x="114628" y="175566"/>
                </a:lnTo>
                <a:lnTo>
                  <a:pt x="121177" y="176997"/>
                </a:lnTo>
                <a:lnTo>
                  <a:pt x="128109" y="177485"/>
                </a:lnTo>
                <a:lnTo>
                  <a:pt x="130965" y="177400"/>
                </a:lnTo>
                <a:lnTo>
                  <a:pt x="133768" y="177145"/>
                </a:lnTo>
                <a:lnTo>
                  <a:pt x="136520" y="176720"/>
                </a:lnTo>
                <a:lnTo>
                  <a:pt x="139221" y="176128"/>
                </a:lnTo>
                <a:lnTo>
                  <a:pt x="141872" y="175369"/>
                </a:lnTo>
                <a:lnTo>
                  <a:pt x="144474" y="174443"/>
                </a:lnTo>
                <a:lnTo>
                  <a:pt x="147028" y="173352"/>
                </a:lnTo>
                <a:lnTo>
                  <a:pt x="149536" y="172096"/>
                </a:lnTo>
                <a:lnTo>
                  <a:pt x="151997" y="170676"/>
                </a:lnTo>
                <a:lnTo>
                  <a:pt x="154412" y="169094"/>
                </a:lnTo>
                <a:lnTo>
                  <a:pt x="156784" y="167349"/>
                </a:lnTo>
                <a:lnTo>
                  <a:pt x="159112" y="165443"/>
                </a:lnTo>
                <a:lnTo>
                  <a:pt x="160801" y="163886"/>
                </a:lnTo>
                <a:lnTo>
                  <a:pt x="162422" y="162271"/>
                </a:lnTo>
                <a:lnTo>
                  <a:pt x="163991" y="160572"/>
                </a:lnTo>
                <a:lnTo>
                  <a:pt x="165525" y="158764"/>
                </a:lnTo>
                <a:lnTo>
                  <a:pt x="167042" y="156822"/>
                </a:lnTo>
                <a:lnTo>
                  <a:pt x="168558" y="154718"/>
                </a:lnTo>
                <a:lnTo>
                  <a:pt x="170090" y="152428"/>
                </a:lnTo>
                <a:lnTo>
                  <a:pt x="171655" y="149926"/>
                </a:lnTo>
                <a:lnTo>
                  <a:pt x="173269" y="147185"/>
                </a:lnTo>
                <a:lnTo>
                  <a:pt x="174951" y="144180"/>
                </a:lnTo>
                <a:lnTo>
                  <a:pt x="176716" y="140885"/>
                </a:lnTo>
                <a:lnTo>
                  <a:pt x="178581" y="137275"/>
                </a:lnTo>
                <a:lnTo>
                  <a:pt x="174996" y="134973"/>
                </a:lnTo>
                <a:close/>
                <a:moveTo>
                  <a:pt x="196518" y="220392"/>
                </a:moveTo>
                <a:lnTo>
                  <a:pt x="201031" y="217428"/>
                </a:lnTo>
                <a:lnTo>
                  <a:pt x="205120" y="214662"/>
                </a:lnTo>
                <a:lnTo>
                  <a:pt x="208829" y="212056"/>
                </a:lnTo>
                <a:lnTo>
                  <a:pt x="212205" y="209573"/>
                </a:lnTo>
                <a:lnTo>
                  <a:pt x="215292" y="207175"/>
                </a:lnTo>
                <a:lnTo>
                  <a:pt x="218137" y="204826"/>
                </a:lnTo>
                <a:lnTo>
                  <a:pt x="220784" y="202487"/>
                </a:lnTo>
                <a:lnTo>
                  <a:pt x="223278" y="200121"/>
                </a:lnTo>
                <a:lnTo>
                  <a:pt x="225666" y="197691"/>
                </a:lnTo>
                <a:lnTo>
                  <a:pt x="227993" y="195160"/>
                </a:lnTo>
                <a:lnTo>
                  <a:pt x="230303" y="192490"/>
                </a:lnTo>
                <a:lnTo>
                  <a:pt x="232642" y="189643"/>
                </a:lnTo>
                <a:lnTo>
                  <a:pt x="236999" y="184001"/>
                </a:lnTo>
                <a:lnTo>
                  <a:pt x="240972" y="178217"/>
                </a:lnTo>
                <a:lnTo>
                  <a:pt x="244562" y="172286"/>
                </a:lnTo>
                <a:lnTo>
                  <a:pt x="247770" y="166206"/>
                </a:lnTo>
                <a:lnTo>
                  <a:pt x="250598" y="159973"/>
                </a:lnTo>
                <a:lnTo>
                  <a:pt x="253045" y="153583"/>
                </a:lnTo>
                <a:lnTo>
                  <a:pt x="255113" y="147033"/>
                </a:lnTo>
                <a:lnTo>
                  <a:pt x="256804" y="140319"/>
                </a:lnTo>
                <a:lnTo>
                  <a:pt x="258117" y="133439"/>
                </a:lnTo>
                <a:lnTo>
                  <a:pt x="259053" y="126387"/>
                </a:lnTo>
                <a:lnTo>
                  <a:pt x="259615" y="119161"/>
                </a:lnTo>
                <a:lnTo>
                  <a:pt x="259802" y="111758"/>
                </a:lnTo>
                <a:lnTo>
                  <a:pt x="259602" y="103719"/>
                </a:lnTo>
                <a:lnTo>
                  <a:pt x="258995" y="95979"/>
                </a:lnTo>
                <a:lnTo>
                  <a:pt x="257968" y="88505"/>
                </a:lnTo>
                <a:lnTo>
                  <a:pt x="256509" y="81267"/>
                </a:lnTo>
                <a:lnTo>
                  <a:pt x="254605" y="74232"/>
                </a:lnTo>
                <a:lnTo>
                  <a:pt x="252243" y="67367"/>
                </a:lnTo>
                <a:lnTo>
                  <a:pt x="249412" y="60641"/>
                </a:lnTo>
                <a:lnTo>
                  <a:pt x="246099" y="54022"/>
                </a:lnTo>
                <a:lnTo>
                  <a:pt x="242291" y="47478"/>
                </a:lnTo>
                <a:lnTo>
                  <a:pt x="237976" y="40976"/>
                </a:lnTo>
                <a:lnTo>
                  <a:pt x="233141" y="34485"/>
                </a:lnTo>
                <a:lnTo>
                  <a:pt x="227775" y="27973"/>
                </a:lnTo>
                <a:lnTo>
                  <a:pt x="225223" y="25031"/>
                </a:lnTo>
                <a:lnTo>
                  <a:pt x="222794" y="22336"/>
                </a:lnTo>
                <a:lnTo>
                  <a:pt x="220453" y="19854"/>
                </a:lnTo>
                <a:lnTo>
                  <a:pt x="218162" y="17553"/>
                </a:lnTo>
                <a:lnTo>
                  <a:pt x="215885" y="15402"/>
                </a:lnTo>
                <a:lnTo>
                  <a:pt x="213587" y="13369"/>
                </a:lnTo>
                <a:lnTo>
                  <a:pt x="211229" y="11420"/>
                </a:lnTo>
                <a:lnTo>
                  <a:pt x="208777" y="9525"/>
                </a:lnTo>
                <a:lnTo>
                  <a:pt x="206192" y="7652"/>
                </a:lnTo>
                <a:lnTo>
                  <a:pt x="203440" y="5767"/>
                </a:lnTo>
                <a:lnTo>
                  <a:pt x="200483" y="3840"/>
                </a:lnTo>
                <a:lnTo>
                  <a:pt x="197284" y="1837"/>
                </a:lnTo>
                <a:lnTo>
                  <a:pt x="194211" y="5939"/>
                </a:lnTo>
                <a:lnTo>
                  <a:pt x="199061" y="9835"/>
                </a:lnTo>
                <a:lnTo>
                  <a:pt x="203393" y="13493"/>
                </a:lnTo>
                <a:lnTo>
                  <a:pt x="207254" y="16972"/>
                </a:lnTo>
                <a:lnTo>
                  <a:pt x="210694" y="20335"/>
                </a:lnTo>
                <a:lnTo>
                  <a:pt x="213761" y="23640"/>
                </a:lnTo>
                <a:lnTo>
                  <a:pt x="216502" y="26949"/>
                </a:lnTo>
                <a:lnTo>
                  <a:pt x="218965" y="30322"/>
                </a:lnTo>
                <a:lnTo>
                  <a:pt x="221199" y="33820"/>
                </a:lnTo>
                <a:lnTo>
                  <a:pt x="223251" y="37502"/>
                </a:lnTo>
                <a:lnTo>
                  <a:pt x="225170" y="41430"/>
                </a:lnTo>
                <a:lnTo>
                  <a:pt x="227003" y="45664"/>
                </a:lnTo>
                <a:lnTo>
                  <a:pt x="228799" y="50265"/>
                </a:lnTo>
                <a:lnTo>
                  <a:pt x="230267" y="54607"/>
                </a:lnTo>
                <a:lnTo>
                  <a:pt x="231599" y="59058"/>
                </a:lnTo>
                <a:lnTo>
                  <a:pt x="232795" y="63632"/>
                </a:lnTo>
                <a:lnTo>
                  <a:pt x="233857" y="68342"/>
                </a:lnTo>
                <a:lnTo>
                  <a:pt x="234788" y="73201"/>
                </a:lnTo>
                <a:lnTo>
                  <a:pt x="235589" y="78223"/>
                </a:lnTo>
                <a:lnTo>
                  <a:pt x="236262" y="83422"/>
                </a:lnTo>
                <a:lnTo>
                  <a:pt x="236809" y="88810"/>
                </a:lnTo>
                <a:lnTo>
                  <a:pt x="237231" y="94400"/>
                </a:lnTo>
                <a:lnTo>
                  <a:pt x="237530" y="100208"/>
                </a:lnTo>
                <a:lnTo>
                  <a:pt x="237709" y="106244"/>
                </a:lnTo>
                <a:lnTo>
                  <a:pt x="237768" y="112524"/>
                </a:lnTo>
                <a:lnTo>
                  <a:pt x="237698" y="119074"/>
                </a:lnTo>
                <a:lnTo>
                  <a:pt x="237489" y="125398"/>
                </a:lnTo>
                <a:lnTo>
                  <a:pt x="237139" y="131496"/>
                </a:lnTo>
                <a:lnTo>
                  <a:pt x="236648" y="137368"/>
                </a:lnTo>
                <a:lnTo>
                  <a:pt x="236014" y="143011"/>
                </a:lnTo>
                <a:lnTo>
                  <a:pt x="235238" y="148426"/>
                </a:lnTo>
                <a:lnTo>
                  <a:pt x="234317" y="153612"/>
                </a:lnTo>
                <a:lnTo>
                  <a:pt x="233251" y="158567"/>
                </a:lnTo>
                <a:lnTo>
                  <a:pt x="232039" y="163291"/>
                </a:lnTo>
                <a:lnTo>
                  <a:pt x="230681" y="167782"/>
                </a:lnTo>
                <a:lnTo>
                  <a:pt x="229175" y="172041"/>
                </a:lnTo>
                <a:lnTo>
                  <a:pt x="227521" y="176066"/>
                </a:lnTo>
                <a:lnTo>
                  <a:pt x="225711" y="179964"/>
                </a:lnTo>
                <a:lnTo>
                  <a:pt x="223844" y="183618"/>
                </a:lnTo>
                <a:lnTo>
                  <a:pt x="221884" y="187071"/>
                </a:lnTo>
                <a:lnTo>
                  <a:pt x="219796" y="190367"/>
                </a:lnTo>
                <a:lnTo>
                  <a:pt x="217545" y="193548"/>
                </a:lnTo>
                <a:lnTo>
                  <a:pt x="215094" y="196659"/>
                </a:lnTo>
                <a:lnTo>
                  <a:pt x="212409" y="199743"/>
                </a:lnTo>
                <a:lnTo>
                  <a:pt x="209453" y="202845"/>
                </a:lnTo>
                <a:lnTo>
                  <a:pt x="206190" y="206007"/>
                </a:lnTo>
                <a:lnTo>
                  <a:pt x="202587" y="209272"/>
                </a:lnTo>
                <a:lnTo>
                  <a:pt x="198605" y="212686"/>
                </a:lnTo>
                <a:lnTo>
                  <a:pt x="194211" y="216291"/>
                </a:lnTo>
                <a:lnTo>
                  <a:pt x="196518" y="220392"/>
                </a:lnTo>
                <a:close/>
                <a:moveTo>
                  <a:pt x="508589" y="130398"/>
                </a:moveTo>
                <a:lnTo>
                  <a:pt x="507515" y="132753"/>
                </a:lnTo>
                <a:lnTo>
                  <a:pt x="506470" y="134957"/>
                </a:lnTo>
                <a:lnTo>
                  <a:pt x="505450" y="137016"/>
                </a:lnTo>
                <a:lnTo>
                  <a:pt x="504451" y="138939"/>
                </a:lnTo>
                <a:lnTo>
                  <a:pt x="503470" y="140734"/>
                </a:lnTo>
                <a:lnTo>
                  <a:pt x="502503" y="142409"/>
                </a:lnTo>
                <a:lnTo>
                  <a:pt x="501547" y="143971"/>
                </a:lnTo>
                <a:lnTo>
                  <a:pt x="500597" y="145430"/>
                </a:lnTo>
                <a:lnTo>
                  <a:pt x="499652" y="146793"/>
                </a:lnTo>
                <a:lnTo>
                  <a:pt x="498706" y="148067"/>
                </a:lnTo>
                <a:lnTo>
                  <a:pt x="497757" y="149262"/>
                </a:lnTo>
                <a:lnTo>
                  <a:pt x="496801" y="150384"/>
                </a:lnTo>
                <a:lnTo>
                  <a:pt x="494451" y="152771"/>
                </a:lnTo>
                <a:lnTo>
                  <a:pt x="491881" y="154937"/>
                </a:lnTo>
                <a:lnTo>
                  <a:pt x="489083" y="156884"/>
                </a:lnTo>
                <a:lnTo>
                  <a:pt x="486050" y="158615"/>
                </a:lnTo>
                <a:lnTo>
                  <a:pt x="482775" y="160132"/>
                </a:lnTo>
                <a:lnTo>
                  <a:pt x="479250" y="161438"/>
                </a:lnTo>
                <a:lnTo>
                  <a:pt x="475470" y="162535"/>
                </a:lnTo>
                <a:lnTo>
                  <a:pt x="471426" y="163428"/>
                </a:lnTo>
                <a:lnTo>
                  <a:pt x="467112" y="164117"/>
                </a:lnTo>
                <a:lnTo>
                  <a:pt x="462520" y="164606"/>
                </a:lnTo>
                <a:lnTo>
                  <a:pt x="457644" y="164897"/>
                </a:lnTo>
                <a:lnTo>
                  <a:pt x="452475" y="164994"/>
                </a:lnTo>
                <a:lnTo>
                  <a:pt x="435308" y="164994"/>
                </a:lnTo>
                <a:lnTo>
                  <a:pt x="430946" y="164958"/>
                </a:lnTo>
                <a:lnTo>
                  <a:pt x="427182" y="164838"/>
                </a:lnTo>
                <a:lnTo>
                  <a:pt x="423975" y="164613"/>
                </a:lnTo>
                <a:lnTo>
                  <a:pt x="421283" y="164262"/>
                </a:lnTo>
                <a:lnTo>
                  <a:pt x="419065" y="163766"/>
                </a:lnTo>
                <a:lnTo>
                  <a:pt x="417278" y="163103"/>
                </a:lnTo>
                <a:lnTo>
                  <a:pt x="415880" y="162253"/>
                </a:lnTo>
                <a:lnTo>
                  <a:pt x="414831" y="161196"/>
                </a:lnTo>
                <a:lnTo>
                  <a:pt x="414087" y="159911"/>
                </a:lnTo>
                <a:lnTo>
                  <a:pt x="413608" y="158378"/>
                </a:lnTo>
                <a:lnTo>
                  <a:pt x="413351" y="156576"/>
                </a:lnTo>
                <a:lnTo>
                  <a:pt x="413274" y="154485"/>
                </a:lnTo>
                <a:lnTo>
                  <a:pt x="413274" y="33274"/>
                </a:lnTo>
                <a:lnTo>
                  <a:pt x="413357" y="29022"/>
                </a:lnTo>
                <a:lnTo>
                  <a:pt x="413634" y="25337"/>
                </a:lnTo>
                <a:lnTo>
                  <a:pt x="414151" y="22174"/>
                </a:lnTo>
                <a:lnTo>
                  <a:pt x="414954" y="19492"/>
                </a:lnTo>
                <a:lnTo>
                  <a:pt x="416088" y="17248"/>
                </a:lnTo>
                <a:lnTo>
                  <a:pt x="417599" y="15399"/>
                </a:lnTo>
                <a:lnTo>
                  <a:pt x="419531" y="13903"/>
                </a:lnTo>
                <a:lnTo>
                  <a:pt x="421930" y="12716"/>
                </a:lnTo>
                <a:lnTo>
                  <a:pt x="424841" y="11796"/>
                </a:lnTo>
                <a:lnTo>
                  <a:pt x="428310" y="11100"/>
                </a:lnTo>
                <a:lnTo>
                  <a:pt x="432382" y="10587"/>
                </a:lnTo>
                <a:lnTo>
                  <a:pt x="437103" y="10212"/>
                </a:lnTo>
                <a:lnTo>
                  <a:pt x="437103" y="5340"/>
                </a:lnTo>
                <a:lnTo>
                  <a:pt x="364851" y="5340"/>
                </a:lnTo>
                <a:lnTo>
                  <a:pt x="364851" y="10212"/>
                </a:lnTo>
                <a:lnTo>
                  <a:pt x="369273" y="10646"/>
                </a:lnTo>
                <a:lnTo>
                  <a:pt x="373086" y="11208"/>
                </a:lnTo>
                <a:lnTo>
                  <a:pt x="376333" y="11941"/>
                </a:lnTo>
                <a:lnTo>
                  <a:pt x="379057" y="12888"/>
                </a:lnTo>
                <a:lnTo>
                  <a:pt x="381301" y="14091"/>
                </a:lnTo>
                <a:lnTo>
                  <a:pt x="383107" y="15593"/>
                </a:lnTo>
                <a:lnTo>
                  <a:pt x="384518" y="17436"/>
                </a:lnTo>
                <a:lnTo>
                  <a:pt x="385577" y="19664"/>
                </a:lnTo>
                <a:lnTo>
                  <a:pt x="386326" y="22319"/>
                </a:lnTo>
                <a:lnTo>
                  <a:pt x="386808" y="25444"/>
                </a:lnTo>
                <a:lnTo>
                  <a:pt x="387066" y="29082"/>
                </a:lnTo>
                <a:lnTo>
                  <a:pt x="387143" y="33274"/>
                </a:lnTo>
                <a:lnTo>
                  <a:pt x="387143" y="147053"/>
                </a:lnTo>
                <a:lnTo>
                  <a:pt x="387061" y="151251"/>
                </a:lnTo>
                <a:lnTo>
                  <a:pt x="386790" y="154902"/>
                </a:lnTo>
                <a:lnTo>
                  <a:pt x="386290" y="158046"/>
                </a:lnTo>
                <a:lnTo>
                  <a:pt x="385520" y="160722"/>
                </a:lnTo>
                <a:lnTo>
                  <a:pt x="384440" y="162971"/>
                </a:lnTo>
                <a:lnTo>
                  <a:pt x="383011" y="164833"/>
                </a:lnTo>
                <a:lnTo>
                  <a:pt x="381192" y="166347"/>
                </a:lnTo>
                <a:lnTo>
                  <a:pt x="378943" y="167555"/>
                </a:lnTo>
                <a:lnTo>
                  <a:pt x="376224" y="168495"/>
                </a:lnTo>
                <a:lnTo>
                  <a:pt x="372996" y="169209"/>
                </a:lnTo>
                <a:lnTo>
                  <a:pt x="369218" y="169736"/>
                </a:lnTo>
                <a:lnTo>
                  <a:pt x="364851" y="170115"/>
                </a:lnTo>
                <a:lnTo>
                  <a:pt x="364851" y="174983"/>
                </a:lnTo>
                <a:lnTo>
                  <a:pt x="502693" y="174983"/>
                </a:lnTo>
                <a:lnTo>
                  <a:pt x="514992" y="130402"/>
                </a:lnTo>
                <a:lnTo>
                  <a:pt x="508589" y="130398"/>
                </a:lnTo>
                <a:close/>
                <a:moveTo>
                  <a:pt x="582379" y="57134"/>
                </a:moveTo>
                <a:lnTo>
                  <a:pt x="574268" y="57638"/>
                </a:lnTo>
                <a:lnTo>
                  <a:pt x="566619" y="59119"/>
                </a:lnTo>
                <a:lnTo>
                  <a:pt x="559479" y="61528"/>
                </a:lnTo>
                <a:lnTo>
                  <a:pt x="552894" y="64817"/>
                </a:lnTo>
                <a:lnTo>
                  <a:pt x="546911" y="68938"/>
                </a:lnTo>
                <a:lnTo>
                  <a:pt x="541575" y="73844"/>
                </a:lnTo>
                <a:lnTo>
                  <a:pt x="536933" y="79486"/>
                </a:lnTo>
                <a:lnTo>
                  <a:pt x="533032" y="85816"/>
                </a:lnTo>
                <a:lnTo>
                  <a:pt x="529917" y="92786"/>
                </a:lnTo>
                <a:lnTo>
                  <a:pt x="527635" y="100348"/>
                </a:lnTo>
                <a:lnTo>
                  <a:pt x="526231" y="108454"/>
                </a:lnTo>
                <a:lnTo>
                  <a:pt x="525753" y="117055"/>
                </a:lnTo>
                <a:lnTo>
                  <a:pt x="526241" y="125505"/>
                </a:lnTo>
                <a:lnTo>
                  <a:pt x="527668" y="133533"/>
                </a:lnTo>
                <a:lnTo>
                  <a:pt x="529981" y="141079"/>
                </a:lnTo>
                <a:lnTo>
                  <a:pt x="533127" y="148084"/>
                </a:lnTo>
                <a:lnTo>
                  <a:pt x="537052" y="154488"/>
                </a:lnTo>
                <a:lnTo>
                  <a:pt x="541703" y="160232"/>
                </a:lnTo>
                <a:lnTo>
                  <a:pt x="547026" y="165255"/>
                </a:lnTo>
                <a:lnTo>
                  <a:pt x="552969" y="169499"/>
                </a:lnTo>
                <a:lnTo>
                  <a:pt x="559477" y="172903"/>
                </a:lnTo>
                <a:lnTo>
                  <a:pt x="566498" y="175409"/>
                </a:lnTo>
                <a:lnTo>
                  <a:pt x="573978" y="176956"/>
                </a:lnTo>
                <a:lnTo>
                  <a:pt x="581863" y="177485"/>
                </a:lnTo>
                <a:lnTo>
                  <a:pt x="589764" y="176930"/>
                </a:lnTo>
                <a:lnTo>
                  <a:pt x="597286" y="175311"/>
                </a:lnTo>
                <a:lnTo>
                  <a:pt x="604371" y="172691"/>
                </a:lnTo>
                <a:lnTo>
                  <a:pt x="610958" y="169139"/>
                </a:lnTo>
                <a:lnTo>
                  <a:pt x="616991" y="164718"/>
                </a:lnTo>
                <a:lnTo>
                  <a:pt x="622410" y="159496"/>
                </a:lnTo>
                <a:lnTo>
                  <a:pt x="627156" y="153538"/>
                </a:lnTo>
                <a:lnTo>
                  <a:pt x="631170" y="146909"/>
                </a:lnTo>
                <a:lnTo>
                  <a:pt x="634395" y="139675"/>
                </a:lnTo>
                <a:lnTo>
                  <a:pt x="636771" y="131903"/>
                </a:lnTo>
                <a:lnTo>
                  <a:pt x="638240" y="123659"/>
                </a:lnTo>
                <a:lnTo>
                  <a:pt x="638743" y="115007"/>
                </a:lnTo>
                <a:lnTo>
                  <a:pt x="638260" y="106821"/>
                </a:lnTo>
                <a:lnTo>
                  <a:pt x="636845" y="99073"/>
                </a:lnTo>
                <a:lnTo>
                  <a:pt x="634547" y="91813"/>
                </a:lnTo>
                <a:lnTo>
                  <a:pt x="631417" y="85094"/>
                </a:lnTo>
                <a:lnTo>
                  <a:pt x="627504" y="78970"/>
                </a:lnTo>
                <a:lnTo>
                  <a:pt x="622858" y="73491"/>
                </a:lnTo>
                <a:lnTo>
                  <a:pt x="617529" y="68712"/>
                </a:lnTo>
                <a:lnTo>
                  <a:pt x="611566" y="64684"/>
                </a:lnTo>
                <a:lnTo>
                  <a:pt x="605020" y="61459"/>
                </a:lnTo>
                <a:lnTo>
                  <a:pt x="597941" y="59091"/>
                </a:lnTo>
                <a:lnTo>
                  <a:pt x="590377" y="57632"/>
                </a:lnTo>
                <a:lnTo>
                  <a:pt x="582379" y="57134"/>
                </a:lnTo>
                <a:moveTo>
                  <a:pt x="579048" y="64312"/>
                </a:moveTo>
                <a:lnTo>
                  <a:pt x="584290" y="64816"/>
                </a:lnTo>
                <a:lnTo>
                  <a:pt x="589235" y="66295"/>
                </a:lnTo>
                <a:lnTo>
                  <a:pt x="593852" y="68700"/>
                </a:lnTo>
                <a:lnTo>
                  <a:pt x="598112" y="71983"/>
                </a:lnTo>
                <a:lnTo>
                  <a:pt x="601983" y="76095"/>
                </a:lnTo>
                <a:lnTo>
                  <a:pt x="605437" y="80986"/>
                </a:lnTo>
                <a:lnTo>
                  <a:pt x="608442" y="86608"/>
                </a:lnTo>
                <a:lnTo>
                  <a:pt x="610969" y="92912"/>
                </a:lnTo>
                <a:lnTo>
                  <a:pt x="612986" y="99848"/>
                </a:lnTo>
                <a:lnTo>
                  <a:pt x="614465" y="107369"/>
                </a:lnTo>
                <a:lnTo>
                  <a:pt x="615374" y="115425"/>
                </a:lnTo>
                <a:lnTo>
                  <a:pt x="615684" y="123967"/>
                </a:lnTo>
                <a:lnTo>
                  <a:pt x="615446" y="130957"/>
                </a:lnTo>
                <a:lnTo>
                  <a:pt x="614741" y="137447"/>
                </a:lnTo>
                <a:lnTo>
                  <a:pt x="613583" y="143415"/>
                </a:lnTo>
                <a:lnTo>
                  <a:pt x="611983" y="148842"/>
                </a:lnTo>
                <a:lnTo>
                  <a:pt x="609957" y="153707"/>
                </a:lnTo>
                <a:lnTo>
                  <a:pt x="607518" y="157989"/>
                </a:lnTo>
                <a:lnTo>
                  <a:pt x="604678" y="161669"/>
                </a:lnTo>
                <a:lnTo>
                  <a:pt x="601451" y="164726"/>
                </a:lnTo>
                <a:lnTo>
                  <a:pt x="597850" y="167139"/>
                </a:lnTo>
                <a:lnTo>
                  <a:pt x="593889" y="168887"/>
                </a:lnTo>
                <a:lnTo>
                  <a:pt x="589581" y="169952"/>
                </a:lnTo>
                <a:lnTo>
                  <a:pt x="584940" y="170311"/>
                </a:lnTo>
                <a:lnTo>
                  <a:pt x="582454" y="170184"/>
                </a:lnTo>
                <a:lnTo>
                  <a:pt x="580003" y="169808"/>
                </a:lnTo>
                <a:lnTo>
                  <a:pt x="577597" y="169191"/>
                </a:lnTo>
                <a:lnTo>
                  <a:pt x="575251" y="168339"/>
                </a:lnTo>
                <a:lnTo>
                  <a:pt x="572975" y="167260"/>
                </a:lnTo>
                <a:lnTo>
                  <a:pt x="570783" y="165960"/>
                </a:lnTo>
                <a:lnTo>
                  <a:pt x="568688" y="164446"/>
                </a:lnTo>
                <a:lnTo>
                  <a:pt x="566700" y="162726"/>
                </a:lnTo>
                <a:lnTo>
                  <a:pt x="564834" y="160807"/>
                </a:lnTo>
                <a:lnTo>
                  <a:pt x="563102" y="158696"/>
                </a:lnTo>
                <a:lnTo>
                  <a:pt x="561515" y="156400"/>
                </a:lnTo>
                <a:lnTo>
                  <a:pt x="560087" y="153926"/>
                </a:lnTo>
                <a:lnTo>
                  <a:pt x="558358" y="150504"/>
                </a:lnTo>
                <a:lnTo>
                  <a:pt x="556761" y="146904"/>
                </a:lnTo>
                <a:lnTo>
                  <a:pt x="555299" y="143143"/>
                </a:lnTo>
                <a:lnTo>
                  <a:pt x="553975" y="139236"/>
                </a:lnTo>
                <a:lnTo>
                  <a:pt x="552794" y="135197"/>
                </a:lnTo>
                <a:lnTo>
                  <a:pt x="551759" y="131042"/>
                </a:lnTo>
                <a:lnTo>
                  <a:pt x="550873" y="126785"/>
                </a:lnTo>
                <a:lnTo>
                  <a:pt x="550141" y="122442"/>
                </a:lnTo>
                <a:lnTo>
                  <a:pt x="549565" y="118028"/>
                </a:lnTo>
                <a:lnTo>
                  <a:pt x="549149" y="113558"/>
                </a:lnTo>
                <a:lnTo>
                  <a:pt x="548897" y="109046"/>
                </a:lnTo>
                <a:lnTo>
                  <a:pt x="548812" y="104510"/>
                </a:lnTo>
                <a:lnTo>
                  <a:pt x="549059" y="98609"/>
                </a:lnTo>
                <a:lnTo>
                  <a:pt x="549788" y="93086"/>
                </a:lnTo>
                <a:lnTo>
                  <a:pt x="550977" y="87966"/>
                </a:lnTo>
                <a:lnTo>
                  <a:pt x="552607" y="83277"/>
                </a:lnTo>
                <a:lnTo>
                  <a:pt x="554657" y="79042"/>
                </a:lnTo>
                <a:lnTo>
                  <a:pt x="557107" y="75289"/>
                </a:lnTo>
                <a:lnTo>
                  <a:pt x="559935" y="72042"/>
                </a:lnTo>
                <a:lnTo>
                  <a:pt x="563122" y="69328"/>
                </a:lnTo>
                <a:lnTo>
                  <a:pt x="566648" y="67172"/>
                </a:lnTo>
                <a:lnTo>
                  <a:pt x="570491" y="65600"/>
                </a:lnTo>
                <a:lnTo>
                  <a:pt x="574631" y="64638"/>
                </a:lnTo>
                <a:lnTo>
                  <a:pt x="579048" y="64312"/>
                </a:lnTo>
                <a:close/>
                <a:moveTo>
                  <a:pt x="786326" y="59636"/>
                </a:moveTo>
                <a:lnTo>
                  <a:pt x="786326" y="63483"/>
                </a:lnTo>
                <a:lnTo>
                  <a:pt x="788377" y="63932"/>
                </a:lnTo>
                <a:lnTo>
                  <a:pt x="790185" y="64390"/>
                </a:lnTo>
                <a:lnTo>
                  <a:pt x="791762" y="64867"/>
                </a:lnTo>
                <a:lnTo>
                  <a:pt x="793119" y="65369"/>
                </a:lnTo>
                <a:lnTo>
                  <a:pt x="794271" y="65908"/>
                </a:lnTo>
                <a:lnTo>
                  <a:pt x="795228" y="66491"/>
                </a:lnTo>
                <a:lnTo>
                  <a:pt x="796004" y="67128"/>
                </a:lnTo>
                <a:lnTo>
                  <a:pt x="796611" y="67827"/>
                </a:lnTo>
                <a:lnTo>
                  <a:pt x="797061" y="68597"/>
                </a:lnTo>
                <a:lnTo>
                  <a:pt x="797367" y="69447"/>
                </a:lnTo>
                <a:lnTo>
                  <a:pt x="797542" y="70386"/>
                </a:lnTo>
                <a:lnTo>
                  <a:pt x="797597" y="71423"/>
                </a:lnTo>
                <a:lnTo>
                  <a:pt x="797565" y="72430"/>
                </a:lnTo>
                <a:lnTo>
                  <a:pt x="797470" y="73528"/>
                </a:lnTo>
                <a:lnTo>
                  <a:pt x="797313" y="74712"/>
                </a:lnTo>
                <a:lnTo>
                  <a:pt x="797094" y="75975"/>
                </a:lnTo>
                <a:lnTo>
                  <a:pt x="796815" y="77314"/>
                </a:lnTo>
                <a:lnTo>
                  <a:pt x="796476" y="78722"/>
                </a:lnTo>
                <a:lnTo>
                  <a:pt x="796079" y="80194"/>
                </a:lnTo>
                <a:lnTo>
                  <a:pt x="795624" y="81725"/>
                </a:lnTo>
                <a:lnTo>
                  <a:pt x="795111" y="83309"/>
                </a:lnTo>
                <a:lnTo>
                  <a:pt x="794543" y="84941"/>
                </a:lnTo>
                <a:lnTo>
                  <a:pt x="793920" y="86616"/>
                </a:lnTo>
                <a:lnTo>
                  <a:pt x="793242" y="88328"/>
                </a:lnTo>
                <a:lnTo>
                  <a:pt x="770183" y="145188"/>
                </a:lnTo>
                <a:lnTo>
                  <a:pt x="748661" y="87816"/>
                </a:lnTo>
                <a:lnTo>
                  <a:pt x="747661" y="85107"/>
                </a:lnTo>
                <a:lnTo>
                  <a:pt x="746827" y="82836"/>
                </a:lnTo>
                <a:lnTo>
                  <a:pt x="746144" y="80952"/>
                </a:lnTo>
                <a:lnTo>
                  <a:pt x="745597" y="79401"/>
                </a:lnTo>
                <a:lnTo>
                  <a:pt x="745171" y="78131"/>
                </a:lnTo>
                <a:lnTo>
                  <a:pt x="744851" y="77089"/>
                </a:lnTo>
                <a:lnTo>
                  <a:pt x="744621" y="76224"/>
                </a:lnTo>
                <a:lnTo>
                  <a:pt x="744468" y="75482"/>
                </a:lnTo>
                <a:lnTo>
                  <a:pt x="744374" y="74811"/>
                </a:lnTo>
                <a:lnTo>
                  <a:pt x="744326" y="74159"/>
                </a:lnTo>
                <a:lnTo>
                  <a:pt x="744309" y="73474"/>
                </a:lnTo>
                <a:lnTo>
                  <a:pt x="744306" y="72702"/>
                </a:lnTo>
                <a:lnTo>
                  <a:pt x="744369" y="71371"/>
                </a:lnTo>
                <a:lnTo>
                  <a:pt x="744571" y="70187"/>
                </a:lnTo>
                <a:lnTo>
                  <a:pt x="744935" y="69136"/>
                </a:lnTo>
                <a:lnTo>
                  <a:pt x="745483" y="68206"/>
                </a:lnTo>
                <a:lnTo>
                  <a:pt x="746238" y="67382"/>
                </a:lnTo>
                <a:lnTo>
                  <a:pt x="747221" y="66651"/>
                </a:lnTo>
                <a:lnTo>
                  <a:pt x="748455" y="66001"/>
                </a:lnTo>
                <a:lnTo>
                  <a:pt x="749962" y="65417"/>
                </a:lnTo>
                <a:lnTo>
                  <a:pt x="751765" y="64887"/>
                </a:lnTo>
                <a:lnTo>
                  <a:pt x="753885" y="64396"/>
                </a:lnTo>
                <a:lnTo>
                  <a:pt x="756344" y="63933"/>
                </a:lnTo>
                <a:lnTo>
                  <a:pt x="759166" y="63483"/>
                </a:lnTo>
                <a:lnTo>
                  <a:pt x="759166" y="59636"/>
                </a:lnTo>
                <a:lnTo>
                  <a:pt x="707154" y="59636"/>
                </a:lnTo>
                <a:lnTo>
                  <a:pt x="707154" y="63483"/>
                </a:lnTo>
                <a:lnTo>
                  <a:pt x="709396" y="63782"/>
                </a:lnTo>
                <a:lnTo>
                  <a:pt x="711399" y="64187"/>
                </a:lnTo>
                <a:lnTo>
                  <a:pt x="713195" y="64731"/>
                </a:lnTo>
                <a:lnTo>
                  <a:pt x="714812" y="65446"/>
                </a:lnTo>
                <a:lnTo>
                  <a:pt x="716279" y="66363"/>
                </a:lnTo>
                <a:lnTo>
                  <a:pt x="717627" y="67516"/>
                </a:lnTo>
                <a:lnTo>
                  <a:pt x="718883" y="68935"/>
                </a:lnTo>
                <a:lnTo>
                  <a:pt x="720078" y="70653"/>
                </a:lnTo>
                <a:lnTo>
                  <a:pt x="721241" y="72702"/>
                </a:lnTo>
                <a:lnTo>
                  <a:pt x="722402" y="75113"/>
                </a:lnTo>
                <a:lnTo>
                  <a:pt x="723589" y="77920"/>
                </a:lnTo>
                <a:lnTo>
                  <a:pt x="724833" y="81154"/>
                </a:lnTo>
                <a:lnTo>
                  <a:pt x="725281" y="82371"/>
                </a:lnTo>
                <a:lnTo>
                  <a:pt x="725729" y="83586"/>
                </a:lnTo>
                <a:lnTo>
                  <a:pt x="726174" y="84800"/>
                </a:lnTo>
                <a:lnTo>
                  <a:pt x="726617" y="86012"/>
                </a:lnTo>
                <a:lnTo>
                  <a:pt x="727056" y="87220"/>
                </a:lnTo>
                <a:lnTo>
                  <a:pt x="727491" y="88423"/>
                </a:lnTo>
                <a:lnTo>
                  <a:pt x="727920" y="89621"/>
                </a:lnTo>
                <a:lnTo>
                  <a:pt x="728344" y="90812"/>
                </a:lnTo>
                <a:lnTo>
                  <a:pt x="728760" y="91997"/>
                </a:lnTo>
                <a:lnTo>
                  <a:pt x="729168" y="93173"/>
                </a:lnTo>
                <a:lnTo>
                  <a:pt x="729568" y="94341"/>
                </a:lnTo>
                <a:lnTo>
                  <a:pt x="729958" y="95498"/>
                </a:lnTo>
                <a:lnTo>
                  <a:pt x="706642" y="146471"/>
                </a:lnTo>
                <a:lnTo>
                  <a:pt x="681277" y="79618"/>
                </a:lnTo>
                <a:lnTo>
                  <a:pt x="681031" y="78977"/>
                </a:lnTo>
                <a:lnTo>
                  <a:pt x="680807" y="78337"/>
                </a:lnTo>
                <a:lnTo>
                  <a:pt x="680605" y="77697"/>
                </a:lnTo>
                <a:lnTo>
                  <a:pt x="680423" y="77057"/>
                </a:lnTo>
                <a:lnTo>
                  <a:pt x="680263" y="76417"/>
                </a:lnTo>
                <a:lnTo>
                  <a:pt x="680124" y="75776"/>
                </a:lnTo>
                <a:lnTo>
                  <a:pt x="680007" y="75136"/>
                </a:lnTo>
                <a:lnTo>
                  <a:pt x="679911" y="74496"/>
                </a:lnTo>
                <a:lnTo>
                  <a:pt x="679836" y="73856"/>
                </a:lnTo>
                <a:lnTo>
                  <a:pt x="679783" y="73216"/>
                </a:lnTo>
                <a:lnTo>
                  <a:pt x="679751" y="72576"/>
                </a:lnTo>
                <a:lnTo>
                  <a:pt x="679740" y="71935"/>
                </a:lnTo>
                <a:lnTo>
                  <a:pt x="679806" y="70659"/>
                </a:lnTo>
                <a:lnTo>
                  <a:pt x="680008" y="69512"/>
                </a:lnTo>
                <a:lnTo>
                  <a:pt x="680357" y="68489"/>
                </a:lnTo>
                <a:lnTo>
                  <a:pt x="680860" y="67581"/>
                </a:lnTo>
                <a:lnTo>
                  <a:pt x="681526" y="66779"/>
                </a:lnTo>
                <a:lnTo>
                  <a:pt x="682366" y="66076"/>
                </a:lnTo>
                <a:lnTo>
                  <a:pt x="683386" y="65464"/>
                </a:lnTo>
                <a:lnTo>
                  <a:pt x="684597" y="64934"/>
                </a:lnTo>
                <a:lnTo>
                  <a:pt x="686008" y="64479"/>
                </a:lnTo>
                <a:lnTo>
                  <a:pt x="687626" y="64091"/>
                </a:lnTo>
                <a:lnTo>
                  <a:pt x="689462" y="63762"/>
                </a:lnTo>
                <a:lnTo>
                  <a:pt x="691524" y="63483"/>
                </a:lnTo>
                <a:lnTo>
                  <a:pt x="691524" y="59636"/>
                </a:lnTo>
                <a:lnTo>
                  <a:pt x="645407" y="59636"/>
                </a:lnTo>
                <a:lnTo>
                  <a:pt x="645407" y="63483"/>
                </a:lnTo>
                <a:lnTo>
                  <a:pt x="646804" y="63659"/>
                </a:lnTo>
                <a:lnTo>
                  <a:pt x="648067" y="63949"/>
                </a:lnTo>
                <a:lnTo>
                  <a:pt x="649221" y="64383"/>
                </a:lnTo>
                <a:lnTo>
                  <a:pt x="650293" y="64991"/>
                </a:lnTo>
                <a:lnTo>
                  <a:pt x="651307" y="65802"/>
                </a:lnTo>
                <a:lnTo>
                  <a:pt x="652291" y="66844"/>
                </a:lnTo>
                <a:lnTo>
                  <a:pt x="653269" y="68148"/>
                </a:lnTo>
                <a:lnTo>
                  <a:pt x="654268" y="69743"/>
                </a:lnTo>
                <a:lnTo>
                  <a:pt x="655313" y="71658"/>
                </a:lnTo>
                <a:lnTo>
                  <a:pt x="656431" y="73923"/>
                </a:lnTo>
                <a:lnTo>
                  <a:pt x="657646" y="76566"/>
                </a:lnTo>
                <a:lnTo>
                  <a:pt x="658985" y="79618"/>
                </a:lnTo>
                <a:lnTo>
                  <a:pt x="693576" y="167214"/>
                </a:lnTo>
                <a:lnTo>
                  <a:pt x="694323" y="169051"/>
                </a:lnTo>
                <a:lnTo>
                  <a:pt x="695030" y="170718"/>
                </a:lnTo>
                <a:lnTo>
                  <a:pt x="695697" y="172218"/>
                </a:lnTo>
                <a:lnTo>
                  <a:pt x="696327" y="173553"/>
                </a:lnTo>
                <a:lnTo>
                  <a:pt x="696921" y="174723"/>
                </a:lnTo>
                <a:lnTo>
                  <a:pt x="697481" y="175732"/>
                </a:lnTo>
                <a:lnTo>
                  <a:pt x="698010" y="176581"/>
                </a:lnTo>
                <a:lnTo>
                  <a:pt x="698508" y="177272"/>
                </a:lnTo>
                <a:lnTo>
                  <a:pt x="698978" y="177805"/>
                </a:lnTo>
                <a:lnTo>
                  <a:pt x="699421" y="178184"/>
                </a:lnTo>
                <a:lnTo>
                  <a:pt x="699839" y="178411"/>
                </a:lnTo>
                <a:lnTo>
                  <a:pt x="700234" y="178486"/>
                </a:lnTo>
                <a:lnTo>
                  <a:pt x="700571" y="178416"/>
                </a:lnTo>
                <a:lnTo>
                  <a:pt x="700940" y="178208"/>
                </a:lnTo>
                <a:lnTo>
                  <a:pt x="701344" y="177862"/>
                </a:lnTo>
                <a:lnTo>
                  <a:pt x="701782" y="177376"/>
                </a:lnTo>
                <a:lnTo>
                  <a:pt x="702255" y="176752"/>
                </a:lnTo>
                <a:lnTo>
                  <a:pt x="702765" y="175989"/>
                </a:lnTo>
                <a:lnTo>
                  <a:pt x="703312" y="175088"/>
                </a:lnTo>
                <a:lnTo>
                  <a:pt x="703898" y="174047"/>
                </a:lnTo>
                <a:lnTo>
                  <a:pt x="704523" y="172868"/>
                </a:lnTo>
                <a:lnTo>
                  <a:pt x="705188" y="171550"/>
                </a:lnTo>
                <a:lnTo>
                  <a:pt x="705894" y="170093"/>
                </a:lnTo>
                <a:lnTo>
                  <a:pt x="706642" y="168497"/>
                </a:lnTo>
                <a:lnTo>
                  <a:pt x="735338" y="107023"/>
                </a:lnTo>
                <a:lnTo>
                  <a:pt x="758654" y="167472"/>
                </a:lnTo>
                <a:lnTo>
                  <a:pt x="759499" y="169680"/>
                </a:lnTo>
                <a:lnTo>
                  <a:pt x="760248" y="171579"/>
                </a:lnTo>
                <a:lnTo>
                  <a:pt x="760911" y="173191"/>
                </a:lnTo>
                <a:lnTo>
                  <a:pt x="761500" y="174540"/>
                </a:lnTo>
                <a:lnTo>
                  <a:pt x="762024" y="175646"/>
                </a:lnTo>
                <a:lnTo>
                  <a:pt x="762496" y="176533"/>
                </a:lnTo>
                <a:lnTo>
                  <a:pt x="762925" y="177222"/>
                </a:lnTo>
                <a:lnTo>
                  <a:pt x="763322" y="177736"/>
                </a:lnTo>
                <a:lnTo>
                  <a:pt x="763697" y="178097"/>
                </a:lnTo>
                <a:lnTo>
                  <a:pt x="764062" y="178328"/>
                </a:lnTo>
                <a:lnTo>
                  <a:pt x="764428" y="178450"/>
                </a:lnTo>
                <a:lnTo>
                  <a:pt x="764804" y="178486"/>
                </a:lnTo>
                <a:lnTo>
                  <a:pt x="765243" y="178434"/>
                </a:lnTo>
                <a:lnTo>
                  <a:pt x="765672" y="178268"/>
                </a:lnTo>
                <a:lnTo>
                  <a:pt x="766104" y="177966"/>
                </a:lnTo>
                <a:lnTo>
                  <a:pt x="766548" y="177509"/>
                </a:lnTo>
                <a:lnTo>
                  <a:pt x="767018" y="176878"/>
                </a:lnTo>
                <a:lnTo>
                  <a:pt x="767524" y="176053"/>
                </a:lnTo>
                <a:lnTo>
                  <a:pt x="768079" y="175015"/>
                </a:lnTo>
                <a:lnTo>
                  <a:pt x="768693" y="173744"/>
                </a:lnTo>
                <a:lnTo>
                  <a:pt x="769379" y="172220"/>
                </a:lnTo>
                <a:lnTo>
                  <a:pt x="770147" y="170424"/>
                </a:lnTo>
                <a:lnTo>
                  <a:pt x="771009" y="168336"/>
                </a:lnTo>
                <a:lnTo>
                  <a:pt x="771978" y="165936"/>
                </a:lnTo>
                <a:lnTo>
                  <a:pt x="807336" y="77311"/>
                </a:lnTo>
                <a:lnTo>
                  <a:pt x="808413" y="74814"/>
                </a:lnTo>
                <a:lnTo>
                  <a:pt x="809358" y="72677"/>
                </a:lnTo>
                <a:lnTo>
                  <a:pt x="810201" y="70865"/>
                </a:lnTo>
                <a:lnTo>
                  <a:pt x="810969" y="69344"/>
                </a:lnTo>
                <a:lnTo>
                  <a:pt x="811691" y="68079"/>
                </a:lnTo>
                <a:lnTo>
                  <a:pt x="812395" y="67035"/>
                </a:lnTo>
                <a:lnTo>
                  <a:pt x="813109" y="66178"/>
                </a:lnTo>
                <a:lnTo>
                  <a:pt x="813863" y="65474"/>
                </a:lnTo>
                <a:lnTo>
                  <a:pt x="814685" y="64887"/>
                </a:lnTo>
                <a:lnTo>
                  <a:pt x="815603" y="64382"/>
                </a:lnTo>
                <a:lnTo>
                  <a:pt x="816645" y="63926"/>
                </a:lnTo>
                <a:lnTo>
                  <a:pt x="817841" y="63483"/>
                </a:lnTo>
                <a:lnTo>
                  <a:pt x="817841" y="59636"/>
                </a:lnTo>
                <a:lnTo>
                  <a:pt x="786326" y="59636"/>
                </a:lnTo>
                <a:close/>
                <a:moveTo>
                  <a:pt x="929547" y="132893"/>
                </a:moveTo>
                <a:lnTo>
                  <a:pt x="926496" y="137515"/>
                </a:lnTo>
                <a:lnTo>
                  <a:pt x="923475" y="141651"/>
                </a:lnTo>
                <a:lnTo>
                  <a:pt x="920461" y="145317"/>
                </a:lnTo>
                <a:lnTo>
                  <a:pt x="917430" y="148530"/>
                </a:lnTo>
                <a:lnTo>
                  <a:pt x="914361" y="151304"/>
                </a:lnTo>
                <a:lnTo>
                  <a:pt x="911229" y="153657"/>
                </a:lnTo>
                <a:lnTo>
                  <a:pt x="908011" y="155604"/>
                </a:lnTo>
                <a:lnTo>
                  <a:pt x="904685" y="157160"/>
                </a:lnTo>
                <a:lnTo>
                  <a:pt x="901228" y="158344"/>
                </a:lnTo>
                <a:lnTo>
                  <a:pt x="897615" y="159169"/>
                </a:lnTo>
                <a:lnTo>
                  <a:pt x="893825" y="159652"/>
                </a:lnTo>
                <a:lnTo>
                  <a:pt x="889834" y="159810"/>
                </a:lnTo>
                <a:lnTo>
                  <a:pt x="886259" y="159655"/>
                </a:lnTo>
                <a:lnTo>
                  <a:pt x="882832" y="159191"/>
                </a:lnTo>
                <a:lnTo>
                  <a:pt x="879555" y="158420"/>
                </a:lnTo>
                <a:lnTo>
                  <a:pt x="876427" y="157341"/>
                </a:lnTo>
                <a:lnTo>
                  <a:pt x="873449" y="155956"/>
                </a:lnTo>
                <a:lnTo>
                  <a:pt x="870620" y="154266"/>
                </a:lnTo>
                <a:lnTo>
                  <a:pt x="867940" y="152271"/>
                </a:lnTo>
                <a:lnTo>
                  <a:pt x="865410" y="149973"/>
                </a:lnTo>
                <a:lnTo>
                  <a:pt x="863029" y="147372"/>
                </a:lnTo>
                <a:lnTo>
                  <a:pt x="860798" y="144470"/>
                </a:lnTo>
                <a:lnTo>
                  <a:pt x="858716" y="141267"/>
                </a:lnTo>
                <a:lnTo>
                  <a:pt x="856783" y="137764"/>
                </a:lnTo>
                <a:lnTo>
                  <a:pt x="855688" y="135350"/>
                </a:lnTo>
                <a:lnTo>
                  <a:pt x="854705" y="132960"/>
                </a:lnTo>
                <a:lnTo>
                  <a:pt x="853828" y="130565"/>
                </a:lnTo>
                <a:lnTo>
                  <a:pt x="853054" y="128136"/>
                </a:lnTo>
                <a:lnTo>
                  <a:pt x="852375" y="125642"/>
                </a:lnTo>
                <a:lnTo>
                  <a:pt x="851787" y="123054"/>
                </a:lnTo>
                <a:lnTo>
                  <a:pt x="851285" y="120344"/>
                </a:lnTo>
                <a:lnTo>
                  <a:pt x="850863" y="117482"/>
                </a:lnTo>
                <a:lnTo>
                  <a:pt x="850515" y="114438"/>
                </a:lnTo>
                <a:lnTo>
                  <a:pt x="850237" y="111183"/>
                </a:lnTo>
                <a:lnTo>
                  <a:pt x="850023" y="107688"/>
                </a:lnTo>
                <a:lnTo>
                  <a:pt x="849867" y="103923"/>
                </a:lnTo>
                <a:lnTo>
                  <a:pt x="928781" y="103923"/>
                </a:lnTo>
                <a:lnTo>
                  <a:pt x="928255" y="99954"/>
                </a:lnTo>
                <a:lnTo>
                  <a:pt x="927697" y="96333"/>
                </a:lnTo>
                <a:lnTo>
                  <a:pt x="927094" y="93028"/>
                </a:lnTo>
                <a:lnTo>
                  <a:pt x="926436" y="90003"/>
                </a:lnTo>
                <a:lnTo>
                  <a:pt x="925710" y="87223"/>
                </a:lnTo>
                <a:lnTo>
                  <a:pt x="924904" y="84654"/>
                </a:lnTo>
                <a:lnTo>
                  <a:pt x="924008" y="82261"/>
                </a:lnTo>
                <a:lnTo>
                  <a:pt x="923010" y="80010"/>
                </a:lnTo>
                <a:lnTo>
                  <a:pt x="921898" y="77865"/>
                </a:lnTo>
                <a:lnTo>
                  <a:pt x="920661" y="75792"/>
                </a:lnTo>
                <a:lnTo>
                  <a:pt x="919287" y="73757"/>
                </a:lnTo>
                <a:lnTo>
                  <a:pt x="917764" y="71724"/>
                </a:lnTo>
                <a:lnTo>
                  <a:pt x="915758" y="69503"/>
                </a:lnTo>
                <a:lnTo>
                  <a:pt x="913590" y="67447"/>
                </a:lnTo>
                <a:lnTo>
                  <a:pt x="911269" y="65560"/>
                </a:lnTo>
                <a:lnTo>
                  <a:pt x="908804" y="63850"/>
                </a:lnTo>
                <a:lnTo>
                  <a:pt x="906204" y="62320"/>
                </a:lnTo>
                <a:lnTo>
                  <a:pt x="903478" y="60976"/>
                </a:lnTo>
                <a:lnTo>
                  <a:pt x="900635" y="59825"/>
                </a:lnTo>
                <a:lnTo>
                  <a:pt x="897683" y="58871"/>
                </a:lnTo>
                <a:lnTo>
                  <a:pt x="894631" y="58119"/>
                </a:lnTo>
                <a:lnTo>
                  <a:pt x="891489" y="57575"/>
                </a:lnTo>
                <a:lnTo>
                  <a:pt x="888264" y="57245"/>
                </a:lnTo>
                <a:lnTo>
                  <a:pt x="884967" y="57134"/>
                </a:lnTo>
                <a:lnTo>
                  <a:pt x="881781" y="57230"/>
                </a:lnTo>
                <a:lnTo>
                  <a:pt x="878633" y="57516"/>
                </a:lnTo>
                <a:lnTo>
                  <a:pt x="875527" y="57991"/>
                </a:lnTo>
                <a:lnTo>
                  <a:pt x="872469" y="58652"/>
                </a:lnTo>
                <a:lnTo>
                  <a:pt x="869465" y="59498"/>
                </a:lnTo>
                <a:lnTo>
                  <a:pt x="866519" y="60528"/>
                </a:lnTo>
                <a:lnTo>
                  <a:pt x="863638" y="61738"/>
                </a:lnTo>
                <a:lnTo>
                  <a:pt x="860826" y="63128"/>
                </a:lnTo>
                <a:lnTo>
                  <a:pt x="858089" y="64696"/>
                </a:lnTo>
                <a:lnTo>
                  <a:pt x="855432" y="66439"/>
                </a:lnTo>
                <a:lnTo>
                  <a:pt x="852860" y="68357"/>
                </a:lnTo>
                <a:lnTo>
                  <a:pt x="850379" y="70446"/>
                </a:lnTo>
                <a:lnTo>
                  <a:pt x="847476" y="73220"/>
                </a:lnTo>
                <a:lnTo>
                  <a:pt x="844792" y="76298"/>
                </a:lnTo>
                <a:lnTo>
                  <a:pt x="842335" y="79661"/>
                </a:lnTo>
                <a:lnTo>
                  <a:pt x="840110" y="83295"/>
                </a:lnTo>
                <a:lnTo>
                  <a:pt x="838124" y="87181"/>
                </a:lnTo>
                <a:lnTo>
                  <a:pt x="836382" y="91304"/>
                </a:lnTo>
                <a:lnTo>
                  <a:pt x="834891" y="95647"/>
                </a:lnTo>
                <a:lnTo>
                  <a:pt x="833657" y="100192"/>
                </a:lnTo>
                <a:lnTo>
                  <a:pt x="832687" y="104925"/>
                </a:lnTo>
                <a:lnTo>
                  <a:pt x="831986" y="109827"/>
                </a:lnTo>
                <a:lnTo>
                  <a:pt x="831561" y="114882"/>
                </a:lnTo>
                <a:lnTo>
                  <a:pt x="831418" y="120073"/>
                </a:lnTo>
                <a:lnTo>
                  <a:pt x="831798" y="128635"/>
                </a:lnTo>
                <a:lnTo>
                  <a:pt x="832921" y="136610"/>
                </a:lnTo>
                <a:lnTo>
                  <a:pt x="834761" y="143969"/>
                </a:lnTo>
                <a:lnTo>
                  <a:pt x="837292" y="150681"/>
                </a:lnTo>
                <a:lnTo>
                  <a:pt x="840489" y="156717"/>
                </a:lnTo>
                <a:lnTo>
                  <a:pt x="844326" y="162046"/>
                </a:lnTo>
                <a:lnTo>
                  <a:pt x="848776" y="166637"/>
                </a:lnTo>
                <a:lnTo>
                  <a:pt x="853814" y="170462"/>
                </a:lnTo>
                <a:lnTo>
                  <a:pt x="859414" y="173489"/>
                </a:lnTo>
                <a:lnTo>
                  <a:pt x="865551" y="175689"/>
                </a:lnTo>
                <a:lnTo>
                  <a:pt x="872198" y="177031"/>
                </a:lnTo>
                <a:lnTo>
                  <a:pt x="879329" y="177485"/>
                </a:lnTo>
                <a:lnTo>
                  <a:pt x="885306" y="177171"/>
                </a:lnTo>
                <a:lnTo>
                  <a:pt x="891057" y="176237"/>
                </a:lnTo>
                <a:lnTo>
                  <a:pt x="896572" y="174691"/>
                </a:lnTo>
                <a:lnTo>
                  <a:pt x="901839" y="172541"/>
                </a:lnTo>
                <a:lnTo>
                  <a:pt x="906845" y="169797"/>
                </a:lnTo>
                <a:lnTo>
                  <a:pt x="911581" y="166467"/>
                </a:lnTo>
                <a:lnTo>
                  <a:pt x="916033" y="162561"/>
                </a:lnTo>
                <a:lnTo>
                  <a:pt x="920191" y="158087"/>
                </a:lnTo>
                <a:lnTo>
                  <a:pt x="924043" y="153053"/>
                </a:lnTo>
                <a:lnTo>
                  <a:pt x="927578" y="147470"/>
                </a:lnTo>
                <a:lnTo>
                  <a:pt x="930784" y="141345"/>
                </a:lnTo>
                <a:lnTo>
                  <a:pt x="933648" y="134687"/>
                </a:lnTo>
                <a:lnTo>
                  <a:pt x="929547" y="132893"/>
                </a:lnTo>
                <a:moveTo>
                  <a:pt x="850379" y="95725"/>
                </a:moveTo>
                <a:lnTo>
                  <a:pt x="851207" y="90963"/>
                </a:lnTo>
                <a:lnTo>
                  <a:pt x="852283" y="86635"/>
                </a:lnTo>
                <a:lnTo>
                  <a:pt x="853613" y="82735"/>
                </a:lnTo>
                <a:lnTo>
                  <a:pt x="855198" y="79261"/>
                </a:lnTo>
                <a:lnTo>
                  <a:pt x="857044" y="76208"/>
                </a:lnTo>
                <a:lnTo>
                  <a:pt x="859153" y="73574"/>
                </a:lnTo>
                <a:lnTo>
                  <a:pt x="861529" y="71355"/>
                </a:lnTo>
                <a:lnTo>
                  <a:pt x="864175" y="69548"/>
                </a:lnTo>
                <a:lnTo>
                  <a:pt x="867095" y="68148"/>
                </a:lnTo>
                <a:lnTo>
                  <a:pt x="870293" y="67152"/>
                </a:lnTo>
                <a:lnTo>
                  <a:pt x="873772" y="66558"/>
                </a:lnTo>
                <a:lnTo>
                  <a:pt x="877535" y="66360"/>
                </a:lnTo>
                <a:lnTo>
                  <a:pt x="881249" y="66514"/>
                </a:lnTo>
                <a:lnTo>
                  <a:pt x="884591" y="66993"/>
                </a:lnTo>
                <a:lnTo>
                  <a:pt x="887584" y="67825"/>
                </a:lnTo>
                <a:lnTo>
                  <a:pt x="890252" y="69037"/>
                </a:lnTo>
                <a:lnTo>
                  <a:pt x="892617" y="70657"/>
                </a:lnTo>
                <a:lnTo>
                  <a:pt x="894703" y="72712"/>
                </a:lnTo>
                <a:lnTo>
                  <a:pt x="896532" y="75231"/>
                </a:lnTo>
                <a:lnTo>
                  <a:pt x="898129" y="78239"/>
                </a:lnTo>
                <a:lnTo>
                  <a:pt x="899515" y="81765"/>
                </a:lnTo>
                <a:lnTo>
                  <a:pt x="900715" y="85836"/>
                </a:lnTo>
                <a:lnTo>
                  <a:pt x="901751" y="90481"/>
                </a:lnTo>
                <a:lnTo>
                  <a:pt x="902646" y="95725"/>
                </a:lnTo>
                <a:lnTo>
                  <a:pt x="850379" y="95725"/>
                </a:lnTo>
                <a:close/>
                <a:moveTo>
                  <a:pt x="940564" y="75071"/>
                </a:moveTo>
                <a:lnTo>
                  <a:pt x="941436" y="74889"/>
                </a:lnTo>
                <a:lnTo>
                  <a:pt x="942261" y="74727"/>
                </a:lnTo>
                <a:lnTo>
                  <a:pt x="943048" y="74585"/>
                </a:lnTo>
                <a:lnTo>
                  <a:pt x="943802" y="74462"/>
                </a:lnTo>
                <a:lnTo>
                  <a:pt x="944531" y="74356"/>
                </a:lnTo>
                <a:lnTo>
                  <a:pt x="945242" y="74268"/>
                </a:lnTo>
                <a:lnTo>
                  <a:pt x="945943" y="74195"/>
                </a:lnTo>
                <a:lnTo>
                  <a:pt x="946639" y="74138"/>
                </a:lnTo>
                <a:lnTo>
                  <a:pt x="947340" y="74095"/>
                </a:lnTo>
                <a:lnTo>
                  <a:pt x="948051" y="74065"/>
                </a:lnTo>
                <a:lnTo>
                  <a:pt x="948779" y="74048"/>
                </a:lnTo>
                <a:lnTo>
                  <a:pt x="949533" y="74043"/>
                </a:lnTo>
                <a:lnTo>
                  <a:pt x="951049" y="74130"/>
                </a:lnTo>
                <a:lnTo>
                  <a:pt x="952402" y="74399"/>
                </a:lnTo>
                <a:lnTo>
                  <a:pt x="953595" y="74859"/>
                </a:lnTo>
                <a:lnTo>
                  <a:pt x="954637" y="75523"/>
                </a:lnTo>
                <a:lnTo>
                  <a:pt x="955533" y="76401"/>
                </a:lnTo>
                <a:lnTo>
                  <a:pt x="956289" y="77502"/>
                </a:lnTo>
                <a:lnTo>
                  <a:pt x="956912" y="78838"/>
                </a:lnTo>
                <a:lnTo>
                  <a:pt x="957408" y="80420"/>
                </a:lnTo>
                <a:lnTo>
                  <a:pt x="957783" y="82258"/>
                </a:lnTo>
                <a:lnTo>
                  <a:pt x="958043" y="84363"/>
                </a:lnTo>
                <a:lnTo>
                  <a:pt x="958194" y="86745"/>
                </a:lnTo>
                <a:lnTo>
                  <a:pt x="958243" y="89415"/>
                </a:lnTo>
                <a:lnTo>
                  <a:pt x="958243" y="153465"/>
                </a:lnTo>
                <a:lnTo>
                  <a:pt x="958198" y="156444"/>
                </a:lnTo>
                <a:lnTo>
                  <a:pt x="958034" y="159008"/>
                </a:lnTo>
                <a:lnTo>
                  <a:pt x="957707" y="161197"/>
                </a:lnTo>
                <a:lnTo>
                  <a:pt x="957171" y="163056"/>
                </a:lnTo>
                <a:lnTo>
                  <a:pt x="956382" y="164627"/>
                </a:lnTo>
                <a:lnTo>
                  <a:pt x="955296" y="165953"/>
                </a:lnTo>
                <a:lnTo>
                  <a:pt x="953869" y="167075"/>
                </a:lnTo>
                <a:lnTo>
                  <a:pt x="952056" y="168038"/>
                </a:lnTo>
                <a:lnTo>
                  <a:pt x="949812" y="168883"/>
                </a:lnTo>
                <a:lnTo>
                  <a:pt x="947093" y="169653"/>
                </a:lnTo>
                <a:lnTo>
                  <a:pt x="943855" y="170391"/>
                </a:lnTo>
                <a:lnTo>
                  <a:pt x="940052" y="171140"/>
                </a:lnTo>
                <a:lnTo>
                  <a:pt x="940052" y="174983"/>
                </a:lnTo>
                <a:lnTo>
                  <a:pt x="1001545" y="174983"/>
                </a:lnTo>
                <a:lnTo>
                  <a:pt x="1001545" y="171140"/>
                </a:lnTo>
                <a:lnTo>
                  <a:pt x="997456" y="170880"/>
                </a:lnTo>
                <a:lnTo>
                  <a:pt x="993882" y="170465"/>
                </a:lnTo>
                <a:lnTo>
                  <a:pt x="990791" y="169868"/>
                </a:lnTo>
                <a:lnTo>
                  <a:pt x="988154" y="169063"/>
                </a:lnTo>
                <a:lnTo>
                  <a:pt x="985941" y="168024"/>
                </a:lnTo>
                <a:lnTo>
                  <a:pt x="984121" y="166722"/>
                </a:lnTo>
                <a:lnTo>
                  <a:pt x="982664" y="165133"/>
                </a:lnTo>
                <a:lnTo>
                  <a:pt x="981540" y="163228"/>
                </a:lnTo>
                <a:lnTo>
                  <a:pt x="980718" y="160982"/>
                </a:lnTo>
                <a:lnTo>
                  <a:pt x="980168" y="158368"/>
                </a:lnTo>
                <a:lnTo>
                  <a:pt x="979861" y="155359"/>
                </a:lnTo>
                <a:lnTo>
                  <a:pt x="979765" y="151928"/>
                </a:lnTo>
                <a:lnTo>
                  <a:pt x="979765" y="94282"/>
                </a:lnTo>
                <a:lnTo>
                  <a:pt x="979986" y="92147"/>
                </a:lnTo>
                <a:lnTo>
                  <a:pt x="980613" y="89880"/>
                </a:lnTo>
                <a:lnTo>
                  <a:pt x="981595" y="87541"/>
                </a:lnTo>
                <a:lnTo>
                  <a:pt x="982878" y="85193"/>
                </a:lnTo>
                <a:lnTo>
                  <a:pt x="984410" y="82894"/>
                </a:lnTo>
                <a:lnTo>
                  <a:pt x="986139" y="80705"/>
                </a:lnTo>
                <a:lnTo>
                  <a:pt x="988012" y="78687"/>
                </a:lnTo>
                <a:lnTo>
                  <a:pt x="989976" y="76900"/>
                </a:lnTo>
                <a:lnTo>
                  <a:pt x="991980" y="75406"/>
                </a:lnTo>
                <a:lnTo>
                  <a:pt x="993971" y="74263"/>
                </a:lnTo>
                <a:lnTo>
                  <a:pt x="995895" y="73533"/>
                </a:lnTo>
                <a:lnTo>
                  <a:pt x="997702" y="73276"/>
                </a:lnTo>
                <a:lnTo>
                  <a:pt x="998102" y="73303"/>
                </a:lnTo>
                <a:lnTo>
                  <a:pt x="998533" y="73383"/>
                </a:lnTo>
                <a:lnTo>
                  <a:pt x="998995" y="73517"/>
                </a:lnTo>
                <a:lnTo>
                  <a:pt x="999486" y="73704"/>
                </a:lnTo>
                <a:lnTo>
                  <a:pt x="1000005" y="73944"/>
                </a:lnTo>
                <a:lnTo>
                  <a:pt x="1000552" y="74238"/>
                </a:lnTo>
                <a:lnTo>
                  <a:pt x="1001126" y="74585"/>
                </a:lnTo>
                <a:lnTo>
                  <a:pt x="1001725" y="74985"/>
                </a:lnTo>
                <a:lnTo>
                  <a:pt x="1002350" y="75439"/>
                </a:lnTo>
                <a:lnTo>
                  <a:pt x="1002998" y="75946"/>
                </a:lnTo>
                <a:lnTo>
                  <a:pt x="1003670" y="76506"/>
                </a:lnTo>
                <a:lnTo>
                  <a:pt x="1004364" y="77119"/>
                </a:lnTo>
                <a:lnTo>
                  <a:pt x="1005363" y="77973"/>
                </a:lnTo>
                <a:lnTo>
                  <a:pt x="1006314" y="78744"/>
                </a:lnTo>
                <a:lnTo>
                  <a:pt x="1007225" y="79432"/>
                </a:lnTo>
                <a:lnTo>
                  <a:pt x="1008101" y="80041"/>
                </a:lnTo>
                <a:lnTo>
                  <a:pt x="1008949" y="80571"/>
                </a:lnTo>
                <a:lnTo>
                  <a:pt x="1009775" y="81025"/>
                </a:lnTo>
                <a:lnTo>
                  <a:pt x="1010584" y="81404"/>
                </a:lnTo>
                <a:lnTo>
                  <a:pt x="1011384" y="81710"/>
                </a:lnTo>
                <a:lnTo>
                  <a:pt x="1012181" y="81945"/>
                </a:lnTo>
                <a:lnTo>
                  <a:pt x="1012980" y="82110"/>
                </a:lnTo>
                <a:lnTo>
                  <a:pt x="1013788" y="82209"/>
                </a:lnTo>
                <a:lnTo>
                  <a:pt x="1014611" y="82241"/>
                </a:lnTo>
                <a:lnTo>
                  <a:pt x="1016099" y="82151"/>
                </a:lnTo>
                <a:lnTo>
                  <a:pt x="1017486" y="81885"/>
                </a:lnTo>
                <a:lnTo>
                  <a:pt x="1018767" y="81448"/>
                </a:lnTo>
                <a:lnTo>
                  <a:pt x="1019935" y="80846"/>
                </a:lnTo>
                <a:lnTo>
                  <a:pt x="1020985" y="80084"/>
                </a:lnTo>
                <a:lnTo>
                  <a:pt x="1021913" y="79167"/>
                </a:lnTo>
                <a:lnTo>
                  <a:pt x="1022713" y="78101"/>
                </a:lnTo>
                <a:lnTo>
                  <a:pt x="1023379" y="76890"/>
                </a:lnTo>
                <a:lnTo>
                  <a:pt x="1023907" y="75541"/>
                </a:lnTo>
                <a:lnTo>
                  <a:pt x="1024290" y="74059"/>
                </a:lnTo>
                <a:lnTo>
                  <a:pt x="1024524" y="72449"/>
                </a:lnTo>
                <a:lnTo>
                  <a:pt x="1024604" y="70716"/>
                </a:lnTo>
                <a:lnTo>
                  <a:pt x="1024493" y="68672"/>
                </a:lnTo>
                <a:lnTo>
                  <a:pt x="1024165" y="66773"/>
                </a:lnTo>
                <a:lnTo>
                  <a:pt x="1023627" y="65026"/>
                </a:lnTo>
                <a:lnTo>
                  <a:pt x="1022886" y="63436"/>
                </a:lnTo>
                <a:lnTo>
                  <a:pt x="1021950" y="62010"/>
                </a:lnTo>
                <a:lnTo>
                  <a:pt x="1020825" y="60754"/>
                </a:lnTo>
                <a:lnTo>
                  <a:pt x="1019519" y="59674"/>
                </a:lnTo>
                <a:lnTo>
                  <a:pt x="1018038" y="58776"/>
                </a:lnTo>
                <a:lnTo>
                  <a:pt x="1016390" y="58067"/>
                </a:lnTo>
                <a:lnTo>
                  <a:pt x="1014582" y="57553"/>
                </a:lnTo>
                <a:lnTo>
                  <a:pt x="1012621" y="57240"/>
                </a:lnTo>
                <a:lnTo>
                  <a:pt x="1010514" y="57134"/>
                </a:lnTo>
                <a:lnTo>
                  <a:pt x="1007887" y="57260"/>
                </a:lnTo>
                <a:lnTo>
                  <a:pt x="1005371" y="57655"/>
                </a:lnTo>
                <a:lnTo>
                  <a:pt x="1002934" y="58339"/>
                </a:lnTo>
                <a:lnTo>
                  <a:pt x="1000549" y="59336"/>
                </a:lnTo>
                <a:lnTo>
                  <a:pt x="998185" y="60667"/>
                </a:lnTo>
                <a:lnTo>
                  <a:pt x="995812" y="62355"/>
                </a:lnTo>
                <a:lnTo>
                  <a:pt x="993403" y="64422"/>
                </a:lnTo>
                <a:lnTo>
                  <a:pt x="990926" y="66890"/>
                </a:lnTo>
                <a:lnTo>
                  <a:pt x="988354" y="69781"/>
                </a:lnTo>
                <a:lnTo>
                  <a:pt x="985656" y="73118"/>
                </a:lnTo>
                <a:lnTo>
                  <a:pt x="982803" y="76922"/>
                </a:lnTo>
                <a:lnTo>
                  <a:pt x="979765" y="81217"/>
                </a:lnTo>
                <a:lnTo>
                  <a:pt x="979765" y="57650"/>
                </a:lnTo>
                <a:lnTo>
                  <a:pt x="978487" y="57134"/>
                </a:lnTo>
                <a:lnTo>
                  <a:pt x="975176" y="58497"/>
                </a:lnTo>
                <a:lnTo>
                  <a:pt x="972012" y="59778"/>
                </a:lnTo>
                <a:lnTo>
                  <a:pt x="968958" y="60990"/>
                </a:lnTo>
                <a:lnTo>
                  <a:pt x="965978" y="62145"/>
                </a:lnTo>
                <a:lnTo>
                  <a:pt x="963038" y="63257"/>
                </a:lnTo>
                <a:lnTo>
                  <a:pt x="960102" y="64341"/>
                </a:lnTo>
                <a:lnTo>
                  <a:pt x="957133" y="65408"/>
                </a:lnTo>
                <a:lnTo>
                  <a:pt x="954097" y="66472"/>
                </a:lnTo>
                <a:lnTo>
                  <a:pt x="950958" y="67547"/>
                </a:lnTo>
                <a:lnTo>
                  <a:pt x="947680" y="68646"/>
                </a:lnTo>
                <a:lnTo>
                  <a:pt x="944227" y="69783"/>
                </a:lnTo>
                <a:lnTo>
                  <a:pt x="940564" y="70970"/>
                </a:lnTo>
                <a:lnTo>
                  <a:pt x="940564" y="75071"/>
                </a:lnTo>
                <a:close/>
                <a:moveTo>
                  <a:pt x="1068928" y="57134"/>
                </a:moveTo>
                <a:lnTo>
                  <a:pt x="1029215" y="71146"/>
                </a:lnTo>
                <a:lnTo>
                  <a:pt x="1029215" y="74993"/>
                </a:lnTo>
                <a:lnTo>
                  <a:pt x="1031267" y="74735"/>
                </a:lnTo>
                <a:lnTo>
                  <a:pt x="1032040" y="74612"/>
                </a:lnTo>
                <a:lnTo>
                  <a:pt x="1032819" y="74500"/>
                </a:lnTo>
                <a:lnTo>
                  <a:pt x="1033600" y="74398"/>
                </a:lnTo>
                <a:lnTo>
                  <a:pt x="1034379" y="74307"/>
                </a:lnTo>
                <a:lnTo>
                  <a:pt x="1035150" y="74227"/>
                </a:lnTo>
                <a:lnTo>
                  <a:pt x="1035910" y="74157"/>
                </a:lnTo>
                <a:lnTo>
                  <a:pt x="1036654" y="74098"/>
                </a:lnTo>
                <a:lnTo>
                  <a:pt x="1037377" y="74050"/>
                </a:lnTo>
                <a:lnTo>
                  <a:pt x="1038076" y="74013"/>
                </a:lnTo>
                <a:lnTo>
                  <a:pt x="1038745" y="73986"/>
                </a:lnTo>
                <a:lnTo>
                  <a:pt x="1039380" y="73970"/>
                </a:lnTo>
                <a:lnTo>
                  <a:pt x="1039978" y="73964"/>
                </a:lnTo>
                <a:lnTo>
                  <a:pt x="1041436" y="74052"/>
                </a:lnTo>
                <a:lnTo>
                  <a:pt x="1042739" y="74320"/>
                </a:lnTo>
                <a:lnTo>
                  <a:pt x="1043893" y="74781"/>
                </a:lnTo>
                <a:lnTo>
                  <a:pt x="1044902" y="75446"/>
                </a:lnTo>
                <a:lnTo>
                  <a:pt x="1045773" y="76323"/>
                </a:lnTo>
                <a:lnTo>
                  <a:pt x="1046510" y="77425"/>
                </a:lnTo>
                <a:lnTo>
                  <a:pt x="1047119" y="78762"/>
                </a:lnTo>
                <a:lnTo>
                  <a:pt x="1047605" y="80345"/>
                </a:lnTo>
                <a:lnTo>
                  <a:pt x="1047974" y="82185"/>
                </a:lnTo>
                <a:lnTo>
                  <a:pt x="1048231" y="84291"/>
                </a:lnTo>
                <a:lnTo>
                  <a:pt x="1048381" y="86675"/>
                </a:lnTo>
                <a:lnTo>
                  <a:pt x="1048430" y="89348"/>
                </a:lnTo>
                <a:lnTo>
                  <a:pt x="1048430" y="148836"/>
                </a:lnTo>
                <a:lnTo>
                  <a:pt x="1048369" y="153133"/>
                </a:lnTo>
                <a:lnTo>
                  <a:pt x="1048159" y="156827"/>
                </a:lnTo>
                <a:lnTo>
                  <a:pt x="1047754" y="159965"/>
                </a:lnTo>
                <a:lnTo>
                  <a:pt x="1047111" y="162595"/>
                </a:lnTo>
                <a:lnTo>
                  <a:pt x="1046188" y="164767"/>
                </a:lnTo>
                <a:lnTo>
                  <a:pt x="1044940" y="166526"/>
                </a:lnTo>
                <a:lnTo>
                  <a:pt x="1043323" y="167923"/>
                </a:lnTo>
                <a:lnTo>
                  <a:pt x="1041295" y="169004"/>
                </a:lnTo>
                <a:lnTo>
                  <a:pt x="1038811" y="169819"/>
                </a:lnTo>
                <a:lnTo>
                  <a:pt x="1035828" y="170414"/>
                </a:lnTo>
                <a:lnTo>
                  <a:pt x="1032302" y="170838"/>
                </a:lnTo>
                <a:lnTo>
                  <a:pt x="1028190" y="171140"/>
                </a:lnTo>
                <a:lnTo>
                  <a:pt x="1028190" y="174983"/>
                </a:lnTo>
                <a:lnTo>
                  <a:pt x="1088913" y="174983"/>
                </a:lnTo>
                <a:lnTo>
                  <a:pt x="1088913" y="171140"/>
                </a:lnTo>
                <a:lnTo>
                  <a:pt x="1084988" y="170785"/>
                </a:lnTo>
                <a:lnTo>
                  <a:pt x="1081638" y="170326"/>
                </a:lnTo>
                <a:lnTo>
                  <a:pt x="1078817" y="169711"/>
                </a:lnTo>
                <a:lnTo>
                  <a:pt x="1076482" y="168891"/>
                </a:lnTo>
                <a:lnTo>
                  <a:pt x="1074589" y="167815"/>
                </a:lnTo>
                <a:lnTo>
                  <a:pt x="1073092" y="166431"/>
                </a:lnTo>
                <a:lnTo>
                  <a:pt x="1071947" y="164689"/>
                </a:lnTo>
                <a:lnTo>
                  <a:pt x="1071110" y="162539"/>
                </a:lnTo>
                <a:lnTo>
                  <a:pt x="1070537" y="159929"/>
                </a:lnTo>
                <a:lnTo>
                  <a:pt x="1070182" y="156809"/>
                </a:lnTo>
                <a:lnTo>
                  <a:pt x="1070002" y="153128"/>
                </a:lnTo>
                <a:lnTo>
                  <a:pt x="1069952" y="148836"/>
                </a:lnTo>
                <a:lnTo>
                  <a:pt x="1069952" y="57904"/>
                </a:lnTo>
                <a:lnTo>
                  <a:pt x="1068928" y="57134"/>
                </a:lnTo>
                <a:moveTo>
                  <a:pt x="1056886" y="86"/>
                </a:moveTo>
                <a:lnTo>
                  <a:pt x="1055181" y="206"/>
                </a:lnTo>
                <a:lnTo>
                  <a:pt x="1053536" y="556"/>
                </a:lnTo>
                <a:lnTo>
                  <a:pt x="1051967" y="1119"/>
                </a:lnTo>
                <a:lnTo>
                  <a:pt x="1050491" y="1880"/>
                </a:lnTo>
                <a:lnTo>
                  <a:pt x="1049126" y="2823"/>
                </a:lnTo>
                <a:lnTo>
                  <a:pt x="1047887" y="3931"/>
                </a:lnTo>
                <a:lnTo>
                  <a:pt x="1046793" y="5188"/>
                </a:lnTo>
                <a:lnTo>
                  <a:pt x="1045859" y="6579"/>
                </a:lnTo>
                <a:lnTo>
                  <a:pt x="1045104" y="8087"/>
                </a:lnTo>
                <a:lnTo>
                  <a:pt x="1044544" y="9696"/>
                </a:lnTo>
                <a:lnTo>
                  <a:pt x="1044195" y="11391"/>
                </a:lnTo>
                <a:lnTo>
                  <a:pt x="1044075" y="13156"/>
                </a:lnTo>
                <a:lnTo>
                  <a:pt x="1044190" y="14920"/>
                </a:lnTo>
                <a:lnTo>
                  <a:pt x="1044526" y="16614"/>
                </a:lnTo>
                <a:lnTo>
                  <a:pt x="1045068" y="18224"/>
                </a:lnTo>
                <a:lnTo>
                  <a:pt x="1045802" y="19731"/>
                </a:lnTo>
                <a:lnTo>
                  <a:pt x="1046714" y="21122"/>
                </a:lnTo>
                <a:lnTo>
                  <a:pt x="1047790" y="22379"/>
                </a:lnTo>
                <a:lnTo>
                  <a:pt x="1049016" y="23486"/>
                </a:lnTo>
                <a:lnTo>
                  <a:pt x="1050376" y="24428"/>
                </a:lnTo>
                <a:lnTo>
                  <a:pt x="1051858" y="25189"/>
                </a:lnTo>
                <a:lnTo>
                  <a:pt x="1053446" y="25752"/>
                </a:lnTo>
                <a:lnTo>
                  <a:pt x="1055127" y="26101"/>
                </a:lnTo>
                <a:lnTo>
                  <a:pt x="1056886" y="26221"/>
                </a:lnTo>
                <a:lnTo>
                  <a:pt x="1058710" y="26106"/>
                </a:lnTo>
                <a:lnTo>
                  <a:pt x="1060454" y="25769"/>
                </a:lnTo>
                <a:lnTo>
                  <a:pt x="1062104" y="25224"/>
                </a:lnTo>
                <a:lnTo>
                  <a:pt x="1063644" y="24485"/>
                </a:lnTo>
                <a:lnTo>
                  <a:pt x="1065059" y="23563"/>
                </a:lnTo>
                <a:lnTo>
                  <a:pt x="1066335" y="22474"/>
                </a:lnTo>
                <a:lnTo>
                  <a:pt x="1067456" y="21230"/>
                </a:lnTo>
                <a:lnTo>
                  <a:pt x="1068407" y="19844"/>
                </a:lnTo>
                <a:lnTo>
                  <a:pt x="1069173" y="18331"/>
                </a:lnTo>
                <a:lnTo>
                  <a:pt x="1069739" y="16703"/>
                </a:lnTo>
                <a:lnTo>
                  <a:pt x="1070090" y="14973"/>
                </a:lnTo>
                <a:lnTo>
                  <a:pt x="1070210" y="13156"/>
                </a:lnTo>
                <a:lnTo>
                  <a:pt x="1070090" y="11391"/>
                </a:lnTo>
                <a:lnTo>
                  <a:pt x="1069739" y="9696"/>
                </a:lnTo>
                <a:lnTo>
                  <a:pt x="1069173" y="8087"/>
                </a:lnTo>
                <a:lnTo>
                  <a:pt x="1068407" y="6579"/>
                </a:lnTo>
                <a:lnTo>
                  <a:pt x="1067456" y="5188"/>
                </a:lnTo>
                <a:lnTo>
                  <a:pt x="1066335" y="3931"/>
                </a:lnTo>
                <a:lnTo>
                  <a:pt x="1065059" y="2823"/>
                </a:lnTo>
                <a:lnTo>
                  <a:pt x="1063644" y="1880"/>
                </a:lnTo>
                <a:lnTo>
                  <a:pt x="1062104" y="1119"/>
                </a:lnTo>
                <a:lnTo>
                  <a:pt x="1060454" y="556"/>
                </a:lnTo>
                <a:lnTo>
                  <a:pt x="1058710" y="206"/>
                </a:lnTo>
                <a:lnTo>
                  <a:pt x="1056886" y="86"/>
                </a:lnTo>
                <a:close/>
                <a:moveTo>
                  <a:pt x="1099418" y="73022"/>
                </a:moveTo>
                <a:lnTo>
                  <a:pt x="1099823" y="72840"/>
                </a:lnTo>
                <a:lnTo>
                  <a:pt x="1100269" y="72679"/>
                </a:lnTo>
                <a:lnTo>
                  <a:pt x="1100751" y="72537"/>
                </a:lnTo>
                <a:lnTo>
                  <a:pt x="1101269" y="72414"/>
                </a:lnTo>
                <a:lnTo>
                  <a:pt x="1101818" y="72309"/>
                </a:lnTo>
                <a:lnTo>
                  <a:pt x="1102397" y="72221"/>
                </a:lnTo>
                <a:lnTo>
                  <a:pt x="1103003" y="72149"/>
                </a:lnTo>
                <a:lnTo>
                  <a:pt x="1103633" y="72092"/>
                </a:lnTo>
                <a:lnTo>
                  <a:pt x="1104284" y="72050"/>
                </a:lnTo>
                <a:lnTo>
                  <a:pt x="1104953" y="72020"/>
                </a:lnTo>
                <a:lnTo>
                  <a:pt x="1105639" y="72003"/>
                </a:lnTo>
                <a:lnTo>
                  <a:pt x="1106338" y="71998"/>
                </a:lnTo>
                <a:lnTo>
                  <a:pt x="1108032" y="72081"/>
                </a:lnTo>
                <a:lnTo>
                  <a:pt x="1109531" y="72341"/>
                </a:lnTo>
                <a:lnTo>
                  <a:pt x="1110845" y="72794"/>
                </a:lnTo>
                <a:lnTo>
                  <a:pt x="1111983" y="73459"/>
                </a:lnTo>
                <a:lnTo>
                  <a:pt x="1112954" y="74351"/>
                </a:lnTo>
                <a:lnTo>
                  <a:pt x="1113767" y="75488"/>
                </a:lnTo>
                <a:lnTo>
                  <a:pt x="1114430" y="76886"/>
                </a:lnTo>
                <a:lnTo>
                  <a:pt x="1114952" y="78563"/>
                </a:lnTo>
                <a:lnTo>
                  <a:pt x="1115343" y="80535"/>
                </a:lnTo>
                <a:lnTo>
                  <a:pt x="1115611" y="82819"/>
                </a:lnTo>
                <a:lnTo>
                  <a:pt x="1115765" y="85432"/>
                </a:lnTo>
                <a:lnTo>
                  <a:pt x="1115815" y="88391"/>
                </a:lnTo>
                <a:lnTo>
                  <a:pt x="1115815" y="151928"/>
                </a:lnTo>
                <a:lnTo>
                  <a:pt x="1115752" y="155354"/>
                </a:lnTo>
                <a:lnTo>
                  <a:pt x="1115545" y="158350"/>
                </a:lnTo>
                <a:lnTo>
                  <a:pt x="1115170" y="160946"/>
                </a:lnTo>
                <a:lnTo>
                  <a:pt x="1114600" y="163171"/>
                </a:lnTo>
                <a:lnTo>
                  <a:pt x="1113809" y="165054"/>
                </a:lnTo>
                <a:lnTo>
                  <a:pt x="1112772" y="166626"/>
                </a:lnTo>
                <a:lnTo>
                  <a:pt x="1111463" y="167914"/>
                </a:lnTo>
                <a:lnTo>
                  <a:pt x="1109855" y="168949"/>
                </a:lnTo>
                <a:lnTo>
                  <a:pt x="1107924" y="169759"/>
                </a:lnTo>
                <a:lnTo>
                  <a:pt x="1105644" y="170375"/>
                </a:lnTo>
                <a:lnTo>
                  <a:pt x="1102988" y="170825"/>
                </a:lnTo>
                <a:lnTo>
                  <a:pt x="1099930" y="171140"/>
                </a:lnTo>
                <a:lnTo>
                  <a:pt x="1099930" y="174983"/>
                </a:lnTo>
                <a:lnTo>
                  <a:pt x="1154249" y="174983"/>
                </a:lnTo>
                <a:lnTo>
                  <a:pt x="1154249" y="171140"/>
                </a:lnTo>
                <a:lnTo>
                  <a:pt x="1151171" y="170839"/>
                </a:lnTo>
                <a:lnTo>
                  <a:pt x="1148459" y="170438"/>
                </a:lnTo>
                <a:lnTo>
                  <a:pt x="1146093" y="169923"/>
                </a:lnTo>
                <a:lnTo>
                  <a:pt x="1144056" y="169281"/>
                </a:lnTo>
                <a:lnTo>
                  <a:pt x="1142328" y="168496"/>
                </a:lnTo>
                <a:lnTo>
                  <a:pt x="1140892" y="167554"/>
                </a:lnTo>
                <a:lnTo>
                  <a:pt x="1139728" y="166442"/>
                </a:lnTo>
                <a:lnTo>
                  <a:pt x="1138817" y="165144"/>
                </a:lnTo>
                <a:lnTo>
                  <a:pt x="1138141" y="163648"/>
                </a:lnTo>
                <a:lnTo>
                  <a:pt x="1137682" y="161938"/>
                </a:lnTo>
                <a:lnTo>
                  <a:pt x="1137420" y="160000"/>
                </a:lnTo>
                <a:lnTo>
                  <a:pt x="1137337" y="157820"/>
                </a:lnTo>
                <a:lnTo>
                  <a:pt x="1137337" y="85830"/>
                </a:lnTo>
                <a:lnTo>
                  <a:pt x="1140278" y="83121"/>
                </a:lnTo>
                <a:lnTo>
                  <a:pt x="1142975" y="80745"/>
                </a:lnTo>
                <a:lnTo>
                  <a:pt x="1145460" y="78684"/>
                </a:lnTo>
                <a:lnTo>
                  <a:pt x="1147767" y="76920"/>
                </a:lnTo>
                <a:lnTo>
                  <a:pt x="1149927" y="75433"/>
                </a:lnTo>
                <a:lnTo>
                  <a:pt x="1151974" y="74205"/>
                </a:lnTo>
                <a:lnTo>
                  <a:pt x="1153942" y="73218"/>
                </a:lnTo>
                <a:lnTo>
                  <a:pt x="1155862" y="72451"/>
                </a:lnTo>
                <a:lnTo>
                  <a:pt x="1157768" y="71888"/>
                </a:lnTo>
                <a:lnTo>
                  <a:pt x="1159693" y="71509"/>
                </a:lnTo>
                <a:lnTo>
                  <a:pt x="1161669" y="71295"/>
                </a:lnTo>
                <a:lnTo>
                  <a:pt x="1163730" y="71228"/>
                </a:lnTo>
                <a:lnTo>
                  <a:pt x="1166735" y="71394"/>
                </a:lnTo>
                <a:lnTo>
                  <a:pt x="1169474" y="71894"/>
                </a:lnTo>
                <a:lnTo>
                  <a:pt x="1171948" y="72733"/>
                </a:lnTo>
                <a:lnTo>
                  <a:pt x="1174158" y="73913"/>
                </a:lnTo>
                <a:lnTo>
                  <a:pt x="1176105" y="75438"/>
                </a:lnTo>
                <a:lnTo>
                  <a:pt x="1177789" y="77311"/>
                </a:lnTo>
                <a:lnTo>
                  <a:pt x="1179212" y="79537"/>
                </a:lnTo>
                <a:lnTo>
                  <a:pt x="1180374" y="82119"/>
                </a:lnTo>
                <a:lnTo>
                  <a:pt x="1181276" y="85061"/>
                </a:lnTo>
                <a:lnTo>
                  <a:pt x="1181919" y="88365"/>
                </a:lnTo>
                <a:lnTo>
                  <a:pt x="1182305" y="92036"/>
                </a:lnTo>
                <a:lnTo>
                  <a:pt x="1182433" y="96077"/>
                </a:lnTo>
                <a:lnTo>
                  <a:pt x="1182433" y="149622"/>
                </a:lnTo>
                <a:lnTo>
                  <a:pt x="1182360" y="153416"/>
                </a:lnTo>
                <a:lnTo>
                  <a:pt x="1182127" y="156748"/>
                </a:lnTo>
                <a:lnTo>
                  <a:pt x="1181713" y="159648"/>
                </a:lnTo>
                <a:lnTo>
                  <a:pt x="1181095" y="162145"/>
                </a:lnTo>
                <a:lnTo>
                  <a:pt x="1180253" y="164269"/>
                </a:lnTo>
                <a:lnTo>
                  <a:pt x="1179166" y="166048"/>
                </a:lnTo>
                <a:lnTo>
                  <a:pt x="1177812" y="167513"/>
                </a:lnTo>
                <a:lnTo>
                  <a:pt x="1176170" y="168692"/>
                </a:lnTo>
                <a:lnTo>
                  <a:pt x="1174218" y="169615"/>
                </a:lnTo>
                <a:lnTo>
                  <a:pt x="1171935" y="170311"/>
                </a:lnTo>
                <a:lnTo>
                  <a:pt x="1169300" y="170809"/>
                </a:lnTo>
                <a:lnTo>
                  <a:pt x="1166291" y="171140"/>
                </a:lnTo>
                <a:lnTo>
                  <a:pt x="1166291" y="174983"/>
                </a:lnTo>
                <a:lnTo>
                  <a:pt x="1219585" y="174983"/>
                </a:lnTo>
                <a:lnTo>
                  <a:pt x="1219585" y="171140"/>
                </a:lnTo>
                <a:lnTo>
                  <a:pt x="1216640" y="170778"/>
                </a:lnTo>
                <a:lnTo>
                  <a:pt x="1214067" y="170315"/>
                </a:lnTo>
                <a:lnTo>
                  <a:pt x="1211846" y="169724"/>
                </a:lnTo>
                <a:lnTo>
                  <a:pt x="1209952" y="168978"/>
                </a:lnTo>
                <a:lnTo>
                  <a:pt x="1208365" y="168050"/>
                </a:lnTo>
                <a:lnTo>
                  <a:pt x="1207061" y="166914"/>
                </a:lnTo>
                <a:lnTo>
                  <a:pt x="1206019" y="165543"/>
                </a:lnTo>
                <a:lnTo>
                  <a:pt x="1205217" y="163911"/>
                </a:lnTo>
                <a:lnTo>
                  <a:pt x="1204631" y="161991"/>
                </a:lnTo>
                <a:lnTo>
                  <a:pt x="1204241" y="159756"/>
                </a:lnTo>
                <a:lnTo>
                  <a:pt x="1204023" y="157179"/>
                </a:lnTo>
                <a:lnTo>
                  <a:pt x="1203955" y="154235"/>
                </a:lnTo>
                <a:lnTo>
                  <a:pt x="1203955" y="95565"/>
                </a:lnTo>
                <a:lnTo>
                  <a:pt x="1203722" y="89750"/>
                </a:lnTo>
                <a:lnTo>
                  <a:pt x="1203032" y="84357"/>
                </a:lnTo>
                <a:lnTo>
                  <a:pt x="1201897" y="79401"/>
                </a:lnTo>
                <a:lnTo>
                  <a:pt x="1200330" y="74899"/>
                </a:lnTo>
                <a:lnTo>
                  <a:pt x="1198343" y="70867"/>
                </a:lnTo>
                <a:lnTo>
                  <a:pt x="1195948" y="67320"/>
                </a:lnTo>
                <a:lnTo>
                  <a:pt x="1193158" y="64274"/>
                </a:lnTo>
                <a:lnTo>
                  <a:pt x="1189986" y="61747"/>
                </a:lnTo>
                <a:lnTo>
                  <a:pt x="1186444" y="59753"/>
                </a:lnTo>
                <a:lnTo>
                  <a:pt x="1182545" y="58308"/>
                </a:lnTo>
                <a:lnTo>
                  <a:pt x="1178300" y="57430"/>
                </a:lnTo>
                <a:lnTo>
                  <a:pt x="1173723" y="57134"/>
                </a:lnTo>
                <a:lnTo>
                  <a:pt x="1170848" y="57229"/>
                </a:lnTo>
                <a:lnTo>
                  <a:pt x="1168088" y="57533"/>
                </a:lnTo>
                <a:lnTo>
                  <a:pt x="1165395" y="58071"/>
                </a:lnTo>
                <a:lnTo>
                  <a:pt x="1162723" y="58871"/>
                </a:lnTo>
                <a:lnTo>
                  <a:pt x="1160027" y="59960"/>
                </a:lnTo>
                <a:lnTo>
                  <a:pt x="1157259" y="61363"/>
                </a:lnTo>
                <a:lnTo>
                  <a:pt x="1154374" y="63108"/>
                </a:lnTo>
                <a:lnTo>
                  <a:pt x="1151326" y="65221"/>
                </a:lnTo>
                <a:lnTo>
                  <a:pt x="1148067" y="67729"/>
                </a:lnTo>
                <a:lnTo>
                  <a:pt x="1144553" y="70659"/>
                </a:lnTo>
                <a:lnTo>
                  <a:pt x="1140736" y="74037"/>
                </a:lnTo>
                <a:lnTo>
                  <a:pt x="1136570" y="77890"/>
                </a:lnTo>
                <a:lnTo>
                  <a:pt x="1136570" y="57650"/>
                </a:lnTo>
                <a:lnTo>
                  <a:pt x="1134776" y="57134"/>
                </a:lnTo>
                <a:lnTo>
                  <a:pt x="1131712" y="58252"/>
                </a:lnTo>
                <a:lnTo>
                  <a:pt x="1128777" y="59305"/>
                </a:lnTo>
                <a:lnTo>
                  <a:pt x="1125937" y="60305"/>
                </a:lnTo>
                <a:lnTo>
                  <a:pt x="1123162" y="61263"/>
                </a:lnTo>
                <a:lnTo>
                  <a:pt x="1120418" y="62188"/>
                </a:lnTo>
                <a:lnTo>
                  <a:pt x="1117675" y="63092"/>
                </a:lnTo>
                <a:lnTo>
                  <a:pt x="1114899" y="63986"/>
                </a:lnTo>
                <a:lnTo>
                  <a:pt x="1112059" y="64879"/>
                </a:lnTo>
                <a:lnTo>
                  <a:pt x="1109123" y="65784"/>
                </a:lnTo>
                <a:lnTo>
                  <a:pt x="1106059" y="66709"/>
                </a:lnTo>
                <a:lnTo>
                  <a:pt x="1102835" y="67667"/>
                </a:lnTo>
                <a:lnTo>
                  <a:pt x="1099418" y="68667"/>
                </a:lnTo>
                <a:lnTo>
                  <a:pt x="1099418" y="73022"/>
                </a:lnTo>
                <a:close/>
                <a:moveTo>
                  <a:pt x="1343846" y="75634"/>
                </a:moveTo>
                <a:lnTo>
                  <a:pt x="1343846" y="65641"/>
                </a:lnTo>
                <a:lnTo>
                  <a:pt x="1324118" y="65641"/>
                </a:lnTo>
                <a:lnTo>
                  <a:pt x="1322862" y="65624"/>
                </a:lnTo>
                <a:lnTo>
                  <a:pt x="1321650" y="65574"/>
                </a:lnTo>
                <a:lnTo>
                  <a:pt x="1320474" y="65488"/>
                </a:lnTo>
                <a:lnTo>
                  <a:pt x="1319325" y="65367"/>
                </a:lnTo>
                <a:lnTo>
                  <a:pt x="1318194" y="65210"/>
                </a:lnTo>
                <a:lnTo>
                  <a:pt x="1317072" y="65015"/>
                </a:lnTo>
                <a:lnTo>
                  <a:pt x="1315949" y="64783"/>
                </a:lnTo>
                <a:lnTo>
                  <a:pt x="1314818" y="64513"/>
                </a:lnTo>
                <a:lnTo>
                  <a:pt x="1313670" y="64203"/>
                </a:lnTo>
                <a:lnTo>
                  <a:pt x="1312494" y="63853"/>
                </a:lnTo>
                <a:lnTo>
                  <a:pt x="1311283" y="63462"/>
                </a:lnTo>
                <a:lnTo>
                  <a:pt x="1310028" y="63029"/>
                </a:lnTo>
                <a:lnTo>
                  <a:pt x="1304391" y="60981"/>
                </a:lnTo>
                <a:lnTo>
                  <a:pt x="1302661" y="60366"/>
                </a:lnTo>
                <a:lnTo>
                  <a:pt x="1300932" y="59805"/>
                </a:lnTo>
                <a:lnTo>
                  <a:pt x="1299205" y="59298"/>
                </a:lnTo>
                <a:lnTo>
                  <a:pt x="1297481" y="58844"/>
                </a:lnTo>
                <a:lnTo>
                  <a:pt x="1295761" y="58443"/>
                </a:lnTo>
                <a:lnTo>
                  <a:pt x="1294045" y="58096"/>
                </a:lnTo>
                <a:lnTo>
                  <a:pt x="1292335" y="57802"/>
                </a:lnTo>
                <a:lnTo>
                  <a:pt x="1290630" y="57561"/>
                </a:lnTo>
                <a:lnTo>
                  <a:pt x="1288933" y="57374"/>
                </a:lnTo>
                <a:lnTo>
                  <a:pt x="1287244" y="57241"/>
                </a:lnTo>
                <a:lnTo>
                  <a:pt x="1285564" y="57161"/>
                </a:lnTo>
                <a:lnTo>
                  <a:pt x="1283893" y="57134"/>
                </a:lnTo>
                <a:lnTo>
                  <a:pt x="1278045" y="57511"/>
                </a:lnTo>
                <a:lnTo>
                  <a:pt x="1272450" y="58612"/>
                </a:lnTo>
                <a:lnTo>
                  <a:pt x="1267154" y="60389"/>
                </a:lnTo>
                <a:lnTo>
                  <a:pt x="1262209" y="62793"/>
                </a:lnTo>
                <a:lnTo>
                  <a:pt x="1257662" y="65779"/>
                </a:lnTo>
                <a:lnTo>
                  <a:pt x="1253562" y="69297"/>
                </a:lnTo>
                <a:lnTo>
                  <a:pt x="1249959" y="73302"/>
                </a:lnTo>
                <a:lnTo>
                  <a:pt x="1246902" y="77744"/>
                </a:lnTo>
                <a:lnTo>
                  <a:pt x="1244438" y="82576"/>
                </a:lnTo>
                <a:lnTo>
                  <a:pt x="1242618" y="87752"/>
                </a:lnTo>
                <a:lnTo>
                  <a:pt x="1241490" y="93223"/>
                </a:lnTo>
                <a:lnTo>
                  <a:pt x="1241103" y="98942"/>
                </a:lnTo>
                <a:lnTo>
                  <a:pt x="1241249" y="102846"/>
                </a:lnTo>
                <a:lnTo>
                  <a:pt x="1241694" y="106501"/>
                </a:lnTo>
                <a:lnTo>
                  <a:pt x="1242449" y="109925"/>
                </a:lnTo>
                <a:lnTo>
                  <a:pt x="1243523" y="113135"/>
                </a:lnTo>
                <a:lnTo>
                  <a:pt x="1244929" y="116149"/>
                </a:lnTo>
                <a:lnTo>
                  <a:pt x="1246677" y="118986"/>
                </a:lnTo>
                <a:lnTo>
                  <a:pt x="1248776" y="121662"/>
                </a:lnTo>
                <a:lnTo>
                  <a:pt x="1251239" y="124196"/>
                </a:lnTo>
                <a:lnTo>
                  <a:pt x="1254075" y="126605"/>
                </a:lnTo>
                <a:lnTo>
                  <a:pt x="1257296" y="128908"/>
                </a:lnTo>
                <a:lnTo>
                  <a:pt x="1260911" y="131121"/>
                </a:lnTo>
                <a:lnTo>
                  <a:pt x="1264932" y="133264"/>
                </a:lnTo>
                <a:lnTo>
                  <a:pt x="1263722" y="134410"/>
                </a:lnTo>
                <a:lnTo>
                  <a:pt x="1262533" y="135536"/>
                </a:lnTo>
                <a:lnTo>
                  <a:pt x="1261374" y="136630"/>
                </a:lnTo>
                <a:lnTo>
                  <a:pt x="1260254" y="137685"/>
                </a:lnTo>
                <a:lnTo>
                  <a:pt x="1259185" y="138689"/>
                </a:lnTo>
                <a:lnTo>
                  <a:pt x="1258176" y="139634"/>
                </a:lnTo>
                <a:lnTo>
                  <a:pt x="1257235" y="140509"/>
                </a:lnTo>
                <a:lnTo>
                  <a:pt x="1256374" y="141306"/>
                </a:lnTo>
                <a:lnTo>
                  <a:pt x="1255601" y="142013"/>
                </a:lnTo>
                <a:lnTo>
                  <a:pt x="1254928" y="142621"/>
                </a:lnTo>
                <a:lnTo>
                  <a:pt x="1254362" y="143121"/>
                </a:lnTo>
                <a:lnTo>
                  <a:pt x="1253915" y="143503"/>
                </a:lnTo>
                <a:lnTo>
                  <a:pt x="1251907" y="145311"/>
                </a:lnTo>
                <a:lnTo>
                  <a:pt x="1250107" y="147030"/>
                </a:lnTo>
                <a:lnTo>
                  <a:pt x="1248508" y="148670"/>
                </a:lnTo>
                <a:lnTo>
                  <a:pt x="1247103" y="150238"/>
                </a:lnTo>
                <a:lnTo>
                  <a:pt x="1245887" y="151742"/>
                </a:lnTo>
                <a:lnTo>
                  <a:pt x="1244853" y="153190"/>
                </a:lnTo>
                <a:lnTo>
                  <a:pt x="1243996" y="154591"/>
                </a:lnTo>
                <a:lnTo>
                  <a:pt x="1243308" y="155951"/>
                </a:lnTo>
                <a:lnTo>
                  <a:pt x="1242784" y="157279"/>
                </a:lnTo>
                <a:lnTo>
                  <a:pt x="1242417" y="158583"/>
                </a:lnTo>
                <a:lnTo>
                  <a:pt x="1242202" y="159871"/>
                </a:lnTo>
                <a:lnTo>
                  <a:pt x="1242131" y="161151"/>
                </a:lnTo>
                <a:lnTo>
                  <a:pt x="1242198" y="162448"/>
                </a:lnTo>
                <a:lnTo>
                  <a:pt x="1242408" y="163665"/>
                </a:lnTo>
                <a:lnTo>
                  <a:pt x="1242776" y="164816"/>
                </a:lnTo>
                <a:lnTo>
                  <a:pt x="1243317" y="165916"/>
                </a:lnTo>
                <a:lnTo>
                  <a:pt x="1244047" y="166981"/>
                </a:lnTo>
                <a:lnTo>
                  <a:pt x="1244981" y="168026"/>
                </a:lnTo>
                <a:lnTo>
                  <a:pt x="1246134" y="169066"/>
                </a:lnTo>
                <a:lnTo>
                  <a:pt x="1247520" y="170115"/>
                </a:lnTo>
                <a:lnTo>
                  <a:pt x="1249156" y="171190"/>
                </a:lnTo>
                <a:lnTo>
                  <a:pt x="1251056" y="172305"/>
                </a:lnTo>
                <a:lnTo>
                  <a:pt x="1253235" y="173476"/>
                </a:lnTo>
                <a:lnTo>
                  <a:pt x="1255709" y="174717"/>
                </a:lnTo>
                <a:lnTo>
                  <a:pt x="1251394" y="177953"/>
                </a:lnTo>
                <a:lnTo>
                  <a:pt x="1247533" y="181006"/>
                </a:lnTo>
                <a:lnTo>
                  <a:pt x="1244112" y="183898"/>
                </a:lnTo>
                <a:lnTo>
                  <a:pt x="1241115" y="186648"/>
                </a:lnTo>
                <a:lnTo>
                  <a:pt x="1238527" y="189277"/>
                </a:lnTo>
                <a:lnTo>
                  <a:pt x="1236334" y="191805"/>
                </a:lnTo>
                <a:lnTo>
                  <a:pt x="1234520" y="194254"/>
                </a:lnTo>
                <a:lnTo>
                  <a:pt x="1233069" y="196642"/>
                </a:lnTo>
                <a:lnTo>
                  <a:pt x="1231967" y="198992"/>
                </a:lnTo>
                <a:lnTo>
                  <a:pt x="1231199" y="201322"/>
                </a:lnTo>
                <a:lnTo>
                  <a:pt x="1230749" y="203654"/>
                </a:lnTo>
                <a:lnTo>
                  <a:pt x="1230602" y="206009"/>
                </a:lnTo>
                <a:lnTo>
                  <a:pt x="1231009" y="209353"/>
                </a:lnTo>
                <a:lnTo>
                  <a:pt x="1232195" y="212569"/>
                </a:lnTo>
                <a:lnTo>
                  <a:pt x="1234105" y="215627"/>
                </a:lnTo>
                <a:lnTo>
                  <a:pt x="1236684" y="218495"/>
                </a:lnTo>
                <a:lnTo>
                  <a:pt x="1239879" y="221142"/>
                </a:lnTo>
                <a:lnTo>
                  <a:pt x="1243636" y="223537"/>
                </a:lnTo>
                <a:lnTo>
                  <a:pt x="1247899" y="225649"/>
                </a:lnTo>
                <a:lnTo>
                  <a:pt x="1252615" y="227447"/>
                </a:lnTo>
                <a:lnTo>
                  <a:pt x="1257730" y="228899"/>
                </a:lnTo>
                <a:lnTo>
                  <a:pt x="1263190" y="229975"/>
                </a:lnTo>
                <a:lnTo>
                  <a:pt x="1268939" y="230644"/>
                </a:lnTo>
                <a:lnTo>
                  <a:pt x="1274924" y="230873"/>
                </a:lnTo>
                <a:lnTo>
                  <a:pt x="1279740" y="230736"/>
                </a:lnTo>
                <a:lnTo>
                  <a:pt x="1284562" y="230330"/>
                </a:lnTo>
                <a:lnTo>
                  <a:pt x="1289364" y="229664"/>
                </a:lnTo>
                <a:lnTo>
                  <a:pt x="1294121" y="228748"/>
                </a:lnTo>
                <a:lnTo>
                  <a:pt x="1298807" y="227589"/>
                </a:lnTo>
                <a:lnTo>
                  <a:pt x="1303396" y="226197"/>
                </a:lnTo>
                <a:lnTo>
                  <a:pt x="1307862" y="224581"/>
                </a:lnTo>
                <a:lnTo>
                  <a:pt x="1312180" y="222750"/>
                </a:lnTo>
                <a:lnTo>
                  <a:pt x="1316323" y="220712"/>
                </a:lnTo>
                <a:lnTo>
                  <a:pt x="1320266" y="218476"/>
                </a:lnTo>
                <a:lnTo>
                  <a:pt x="1323984" y="216052"/>
                </a:lnTo>
                <a:lnTo>
                  <a:pt x="1327449" y="213449"/>
                </a:lnTo>
                <a:lnTo>
                  <a:pt x="1329772" y="211454"/>
                </a:lnTo>
                <a:lnTo>
                  <a:pt x="1331874" y="209445"/>
                </a:lnTo>
                <a:lnTo>
                  <a:pt x="1333760" y="207416"/>
                </a:lnTo>
                <a:lnTo>
                  <a:pt x="1335431" y="205363"/>
                </a:lnTo>
                <a:lnTo>
                  <a:pt x="1336893" y="203282"/>
                </a:lnTo>
                <a:lnTo>
                  <a:pt x="1338148" y="201167"/>
                </a:lnTo>
                <a:lnTo>
                  <a:pt x="1339200" y="199015"/>
                </a:lnTo>
                <a:lnTo>
                  <a:pt x="1340053" y="196822"/>
                </a:lnTo>
                <a:lnTo>
                  <a:pt x="1340710" y="194582"/>
                </a:lnTo>
                <a:lnTo>
                  <a:pt x="1341175" y="192291"/>
                </a:lnTo>
                <a:lnTo>
                  <a:pt x="1341452" y="189945"/>
                </a:lnTo>
                <a:lnTo>
                  <a:pt x="1341543" y="187540"/>
                </a:lnTo>
                <a:lnTo>
                  <a:pt x="1341295" y="183675"/>
                </a:lnTo>
                <a:lnTo>
                  <a:pt x="1340563" y="180042"/>
                </a:lnTo>
                <a:lnTo>
                  <a:pt x="1339365" y="176657"/>
                </a:lnTo>
                <a:lnTo>
                  <a:pt x="1337718" y="173537"/>
                </a:lnTo>
                <a:lnTo>
                  <a:pt x="1335641" y="170700"/>
                </a:lnTo>
                <a:lnTo>
                  <a:pt x="1333151" y="168160"/>
                </a:lnTo>
                <a:lnTo>
                  <a:pt x="1330266" y="165936"/>
                </a:lnTo>
                <a:lnTo>
                  <a:pt x="1327003" y="164044"/>
                </a:lnTo>
                <a:lnTo>
                  <a:pt x="1323382" y="162500"/>
                </a:lnTo>
                <a:lnTo>
                  <a:pt x="1319419" y="161323"/>
                </a:lnTo>
                <a:lnTo>
                  <a:pt x="1315133" y="160527"/>
                </a:lnTo>
                <a:lnTo>
                  <a:pt x="1310540" y="160130"/>
                </a:lnTo>
                <a:lnTo>
                  <a:pt x="1277489" y="158594"/>
                </a:lnTo>
                <a:lnTo>
                  <a:pt x="1274243" y="158429"/>
                </a:lnTo>
                <a:lnTo>
                  <a:pt x="1271293" y="158189"/>
                </a:lnTo>
                <a:lnTo>
                  <a:pt x="1268637" y="157874"/>
                </a:lnTo>
                <a:lnTo>
                  <a:pt x="1266271" y="157485"/>
                </a:lnTo>
                <a:lnTo>
                  <a:pt x="1264195" y="157021"/>
                </a:lnTo>
                <a:lnTo>
                  <a:pt x="1262403" y="156483"/>
                </a:lnTo>
                <a:lnTo>
                  <a:pt x="1260895" y="155871"/>
                </a:lnTo>
                <a:lnTo>
                  <a:pt x="1259667" y="155183"/>
                </a:lnTo>
                <a:lnTo>
                  <a:pt x="1258716" y="154422"/>
                </a:lnTo>
                <a:lnTo>
                  <a:pt x="1258041" y="153585"/>
                </a:lnTo>
                <a:lnTo>
                  <a:pt x="1257637" y="152675"/>
                </a:lnTo>
                <a:lnTo>
                  <a:pt x="1257504" y="151690"/>
                </a:lnTo>
                <a:lnTo>
                  <a:pt x="1257674" y="150337"/>
                </a:lnTo>
                <a:lnTo>
                  <a:pt x="1258162" y="148861"/>
                </a:lnTo>
                <a:lnTo>
                  <a:pt x="1258932" y="147300"/>
                </a:lnTo>
                <a:lnTo>
                  <a:pt x="1259951" y="145691"/>
                </a:lnTo>
                <a:lnTo>
                  <a:pt x="1261184" y="144072"/>
                </a:lnTo>
                <a:lnTo>
                  <a:pt x="1262595" y="142479"/>
                </a:lnTo>
                <a:lnTo>
                  <a:pt x="1264150" y="140951"/>
                </a:lnTo>
                <a:lnTo>
                  <a:pt x="1265815" y="139523"/>
                </a:lnTo>
                <a:lnTo>
                  <a:pt x="1267555" y="138234"/>
                </a:lnTo>
                <a:lnTo>
                  <a:pt x="1269334" y="137121"/>
                </a:lnTo>
                <a:lnTo>
                  <a:pt x="1271120" y="136221"/>
                </a:lnTo>
                <a:lnTo>
                  <a:pt x="1272876" y="135571"/>
                </a:lnTo>
                <a:lnTo>
                  <a:pt x="1273442" y="135635"/>
                </a:lnTo>
                <a:lnTo>
                  <a:pt x="1273984" y="135698"/>
                </a:lnTo>
                <a:lnTo>
                  <a:pt x="1274502" y="135760"/>
                </a:lnTo>
                <a:lnTo>
                  <a:pt x="1274993" y="135818"/>
                </a:lnTo>
                <a:lnTo>
                  <a:pt x="1275455" y="135873"/>
                </a:lnTo>
                <a:lnTo>
                  <a:pt x="1275887" y="135924"/>
                </a:lnTo>
                <a:lnTo>
                  <a:pt x="1276287" y="135969"/>
                </a:lnTo>
                <a:lnTo>
                  <a:pt x="1276653" y="136007"/>
                </a:lnTo>
                <a:lnTo>
                  <a:pt x="1276984" y="136039"/>
                </a:lnTo>
                <a:lnTo>
                  <a:pt x="1277277" y="136063"/>
                </a:lnTo>
                <a:lnTo>
                  <a:pt x="1277531" y="136078"/>
                </a:lnTo>
                <a:lnTo>
                  <a:pt x="1277743" y="136083"/>
                </a:lnTo>
                <a:lnTo>
                  <a:pt x="1278928" y="136206"/>
                </a:lnTo>
                <a:lnTo>
                  <a:pt x="1280048" y="136318"/>
                </a:lnTo>
                <a:lnTo>
                  <a:pt x="1281102" y="136419"/>
                </a:lnTo>
                <a:lnTo>
                  <a:pt x="1282089" y="136510"/>
                </a:lnTo>
                <a:lnTo>
                  <a:pt x="1283009" y="136590"/>
                </a:lnTo>
                <a:lnTo>
                  <a:pt x="1283860" y="136660"/>
                </a:lnTo>
                <a:lnTo>
                  <a:pt x="1284642" y="136719"/>
                </a:lnTo>
                <a:lnTo>
                  <a:pt x="1285354" y="136767"/>
                </a:lnTo>
                <a:lnTo>
                  <a:pt x="1285995" y="136805"/>
                </a:lnTo>
                <a:lnTo>
                  <a:pt x="1286564" y="136832"/>
                </a:lnTo>
                <a:lnTo>
                  <a:pt x="1287060" y="136848"/>
                </a:lnTo>
                <a:lnTo>
                  <a:pt x="1287482" y="136853"/>
                </a:lnTo>
                <a:lnTo>
                  <a:pt x="1289865" y="136773"/>
                </a:lnTo>
                <a:lnTo>
                  <a:pt x="1292270" y="136536"/>
                </a:lnTo>
                <a:lnTo>
                  <a:pt x="1294686" y="136145"/>
                </a:lnTo>
                <a:lnTo>
                  <a:pt x="1297102" y="135601"/>
                </a:lnTo>
                <a:lnTo>
                  <a:pt x="1299508" y="134907"/>
                </a:lnTo>
                <a:lnTo>
                  <a:pt x="1301892" y="134067"/>
                </a:lnTo>
                <a:lnTo>
                  <a:pt x="1304244" y="133083"/>
                </a:lnTo>
                <a:lnTo>
                  <a:pt x="1306553" y="131957"/>
                </a:lnTo>
                <a:lnTo>
                  <a:pt x="1308809" y="130693"/>
                </a:lnTo>
                <a:lnTo>
                  <a:pt x="1311001" y="129292"/>
                </a:lnTo>
                <a:lnTo>
                  <a:pt x="1313118" y="127759"/>
                </a:lnTo>
                <a:lnTo>
                  <a:pt x="1315150" y="126094"/>
                </a:lnTo>
                <a:lnTo>
                  <a:pt x="1317168" y="124262"/>
                </a:lnTo>
                <a:lnTo>
                  <a:pt x="1318997" y="122348"/>
                </a:lnTo>
                <a:lnTo>
                  <a:pt x="1320639" y="120346"/>
                </a:lnTo>
                <a:lnTo>
                  <a:pt x="1322097" y="118247"/>
                </a:lnTo>
                <a:lnTo>
                  <a:pt x="1323373" y="116046"/>
                </a:lnTo>
                <a:lnTo>
                  <a:pt x="1324470" y="113734"/>
                </a:lnTo>
                <a:lnTo>
                  <a:pt x="1325392" y="111305"/>
                </a:lnTo>
                <a:lnTo>
                  <a:pt x="1326139" y="108752"/>
                </a:lnTo>
                <a:lnTo>
                  <a:pt x="1326716" y="106067"/>
                </a:lnTo>
                <a:lnTo>
                  <a:pt x="1327125" y="103243"/>
                </a:lnTo>
                <a:lnTo>
                  <a:pt x="1327369" y="100274"/>
                </a:lnTo>
                <a:lnTo>
                  <a:pt x="1327449" y="97152"/>
                </a:lnTo>
                <a:lnTo>
                  <a:pt x="1327422" y="95325"/>
                </a:lnTo>
                <a:lnTo>
                  <a:pt x="1327337" y="93548"/>
                </a:lnTo>
                <a:lnTo>
                  <a:pt x="1327193" y="91809"/>
                </a:lnTo>
                <a:lnTo>
                  <a:pt x="1326984" y="90094"/>
                </a:lnTo>
                <a:lnTo>
                  <a:pt x="1326707" y="88389"/>
                </a:lnTo>
                <a:lnTo>
                  <a:pt x="1326360" y="86682"/>
                </a:lnTo>
                <a:lnTo>
                  <a:pt x="1325937" y="84958"/>
                </a:lnTo>
                <a:lnTo>
                  <a:pt x="1325437" y="83205"/>
                </a:lnTo>
                <a:lnTo>
                  <a:pt x="1324855" y="81410"/>
                </a:lnTo>
                <a:lnTo>
                  <a:pt x="1324187" y="79558"/>
                </a:lnTo>
                <a:lnTo>
                  <a:pt x="1323431" y="77637"/>
                </a:lnTo>
                <a:lnTo>
                  <a:pt x="1322582" y="75634"/>
                </a:lnTo>
                <a:lnTo>
                  <a:pt x="1343846" y="75634"/>
                </a:lnTo>
                <a:moveTo>
                  <a:pt x="1261089" y="175483"/>
                </a:moveTo>
                <a:lnTo>
                  <a:pt x="1263442" y="175927"/>
                </a:lnTo>
                <a:lnTo>
                  <a:pt x="1266228" y="176355"/>
                </a:lnTo>
                <a:lnTo>
                  <a:pt x="1269376" y="176763"/>
                </a:lnTo>
                <a:lnTo>
                  <a:pt x="1272819" y="177147"/>
                </a:lnTo>
                <a:lnTo>
                  <a:pt x="1276485" y="177502"/>
                </a:lnTo>
                <a:lnTo>
                  <a:pt x="1280306" y="177825"/>
                </a:lnTo>
                <a:lnTo>
                  <a:pt x="1284212" y="178110"/>
                </a:lnTo>
                <a:lnTo>
                  <a:pt x="1288135" y="178353"/>
                </a:lnTo>
                <a:lnTo>
                  <a:pt x="1292004" y="178550"/>
                </a:lnTo>
                <a:lnTo>
                  <a:pt x="1295750" y="178696"/>
                </a:lnTo>
                <a:lnTo>
                  <a:pt x="1299304" y="178787"/>
                </a:lnTo>
                <a:lnTo>
                  <a:pt x="1302596" y="178818"/>
                </a:lnTo>
                <a:lnTo>
                  <a:pt x="1308119" y="178889"/>
                </a:lnTo>
                <a:lnTo>
                  <a:pt x="1313046" y="179108"/>
                </a:lnTo>
                <a:lnTo>
                  <a:pt x="1317397" y="179483"/>
                </a:lnTo>
                <a:lnTo>
                  <a:pt x="1321196" y="180025"/>
                </a:lnTo>
                <a:lnTo>
                  <a:pt x="1324465" y="180740"/>
                </a:lnTo>
                <a:lnTo>
                  <a:pt x="1327226" y="181640"/>
                </a:lnTo>
                <a:lnTo>
                  <a:pt x="1329501" y="182731"/>
                </a:lnTo>
                <a:lnTo>
                  <a:pt x="1331313" y="184024"/>
                </a:lnTo>
                <a:lnTo>
                  <a:pt x="1332683" y="185527"/>
                </a:lnTo>
                <a:lnTo>
                  <a:pt x="1333635" y="187250"/>
                </a:lnTo>
                <a:lnTo>
                  <a:pt x="1334189" y="189200"/>
                </a:lnTo>
                <a:lnTo>
                  <a:pt x="1334369" y="191387"/>
                </a:lnTo>
                <a:lnTo>
                  <a:pt x="1333969" y="195002"/>
                </a:lnTo>
                <a:lnTo>
                  <a:pt x="1332792" y="198397"/>
                </a:lnTo>
                <a:lnTo>
                  <a:pt x="1330874" y="201552"/>
                </a:lnTo>
                <a:lnTo>
                  <a:pt x="1328248" y="204451"/>
                </a:lnTo>
                <a:lnTo>
                  <a:pt x="1324949" y="207075"/>
                </a:lnTo>
                <a:lnTo>
                  <a:pt x="1321013" y="209407"/>
                </a:lnTo>
                <a:lnTo>
                  <a:pt x="1316473" y="211429"/>
                </a:lnTo>
                <a:lnTo>
                  <a:pt x="1311365" y="213123"/>
                </a:lnTo>
                <a:lnTo>
                  <a:pt x="1305723" y="214472"/>
                </a:lnTo>
                <a:lnTo>
                  <a:pt x="1299582" y="215458"/>
                </a:lnTo>
                <a:lnTo>
                  <a:pt x="1292977" y="216062"/>
                </a:lnTo>
                <a:lnTo>
                  <a:pt x="1285942" y="216267"/>
                </a:lnTo>
                <a:lnTo>
                  <a:pt x="1280469" y="216114"/>
                </a:lnTo>
                <a:lnTo>
                  <a:pt x="1275342" y="215664"/>
                </a:lnTo>
                <a:lnTo>
                  <a:pt x="1270585" y="214929"/>
                </a:lnTo>
                <a:lnTo>
                  <a:pt x="1266223" y="213921"/>
                </a:lnTo>
                <a:lnTo>
                  <a:pt x="1262281" y="212654"/>
                </a:lnTo>
                <a:lnTo>
                  <a:pt x="1258784" y="211139"/>
                </a:lnTo>
                <a:lnTo>
                  <a:pt x="1255756" y="209388"/>
                </a:lnTo>
                <a:lnTo>
                  <a:pt x="1253223" y="207415"/>
                </a:lnTo>
                <a:lnTo>
                  <a:pt x="1251209" y="205232"/>
                </a:lnTo>
                <a:lnTo>
                  <a:pt x="1249740" y="202850"/>
                </a:lnTo>
                <a:lnTo>
                  <a:pt x="1248841" y="200284"/>
                </a:lnTo>
                <a:lnTo>
                  <a:pt x="1248535" y="197545"/>
                </a:lnTo>
                <a:lnTo>
                  <a:pt x="1248577" y="196116"/>
                </a:lnTo>
                <a:lnTo>
                  <a:pt x="1248718" y="194753"/>
                </a:lnTo>
                <a:lnTo>
                  <a:pt x="1248984" y="193412"/>
                </a:lnTo>
                <a:lnTo>
                  <a:pt x="1249399" y="192053"/>
                </a:lnTo>
                <a:lnTo>
                  <a:pt x="1249988" y="190634"/>
                </a:lnTo>
                <a:lnTo>
                  <a:pt x="1250777" y="189112"/>
                </a:lnTo>
                <a:lnTo>
                  <a:pt x="1251790" y="187445"/>
                </a:lnTo>
                <a:lnTo>
                  <a:pt x="1253052" y="185593"/>
                </a:lnTo>
                <a:lnTo>
                  <a:pt x="1254588" y="183512"/>
                </a:lnTo>
                <a:lnTo>
                  <a:pt x="1256423" y="181161"/>
                </a:lnTo>
                <a:lnTo>
                  <a:pt x="1258582" y="178499"/>
                </a:lnTo>
                <a:lnTo>
                  <a:pt x="1261089" y="175483"/>
                </a:lnTo>
                <a:moveTo>
                  <a:pt x="1262371" y="88441"/>
                </a:moveTo>
                <a:lnTo>
                  <a:pt x="1262519" y="84792"/>
                </a:lnTo>
                <a:lnTo>
                  <a:pt x="1262957" y="81407"/>
                </a:lnTo>
                <a:lnTo>
                  <a:pt x="1263676" y="78296"/>
                </a:lnTo>
                <a:lnTo>
                  <a:pt x="1264667" y="75470"/>
                </a:lnTo>
                <a:lnTo>
                  <a:pt x="1265922" y="72938"/>
                </a:lnTo>
                <a:lnTo>
                  <a:pt x="1267431" y="70710"/>
                </a:lnTo>
                <a:lnTo>
                  <a:pt x="1269186" y="68797"/>
                </a:lnTo>
                <a:lnTo>
                  <a:pt x="1271178" y="67210"/>
                </a:lnTo>
                <a:lnTo>
                  <a:pt x="1273397" y="65957"/>
                </a:lnTo>
                <a:lnTo>
                  <a:pt x="1275835" y="65050"/>
                </a:lnTo>
                <a:lnTo>
                  <a:pt x="1278483" y="64498"/>
                </a:lnTo>
                <a:lnTo>
                  <a:pt x="1281332" y="64312"/>
                </a:lnTo>
                <a:lnTo>
                  <a:pt x="1283290" y="64403"/>
                </a:lnTo>
                <a:lnTo>
                  <a:pt x="1285190" y="64674"/>
                </a:lnTo>
                <a:lnTo>
                  <a:pt x="1287028" y="65120"/>
                </a:lnTo>
                <a:lnTo>
                  <a:pt x="1288799" y="65739"/>
                </a:lnTo>
                <a:lnTo>
                  <a:pt x="1290499" y="66525"/>
                </a:lnTo>
                <a:lnTo>
                  <a:pt x="1292123" y="67476"/>
                </a:lnTo>
                <a:lnTo>
                  <a:pt x="1293668" y="68586"/>
                </a:lnTo>
                <a:lnTo>
                  <a:pt x="1295128" y="69853"/>
                </a:lnTo>
                <a:lnTo>
                  <a:pt x="1296499" y="71272"/>
                </a:lnTo>
                <a:lnTo>
                  <a:pt x="1297777" y="72839"/>
                </a:lnTo>
                <a:lnTo>
                  <a:pt x="1298958" y="74551"/>
                </a:lnTo>
                <a:lnTo>
                  <a:pt x="1300035" y="76404"/>
                </a:lnTo>
                <a:lnTo>
                  <a:pt x="1301155" y="78701"/>
                </a:lnTo>
                <a:lnTo>
                  <a:pt x="1302205" y="81100"/>
                </a:lnTo>
                <a:lnTo>
                  <a:pt x="1303181" y="83584"/>
                </a:lnTo>
                <a:lnTo>
                  <a:pt x="1304077" y="86137"/>
                </a:lnTo>
                <a:lnTo>
                  <a:pt x="1304887" y="88744"/>
                </a:lnTo>
                <a:lnTo>
                  <a:pt x="1305607" y="91388"/>
                </a:lnTo>
                <a:lnTo>
                  <a:pt x="1306231" y="94054"/>
                </a:lnTo>
                <a:lnTo>
                  <a:pt x="1306753" y="96724"/>
                </a:lnTo>
                <a:lnTo>
                  <a:pt x="1307169" y="99385"/>
                </a:lnTo>
                <a:lnTo>
                  <a:pt x="1307472" y="102018"/>
                </a:lnTo>
                <a:lnTo>
                  <a:pt x="1307658" y="104609"/>
                </a:lnTo>
                <a:lnTo>
                  <a:pt x="1307722" y="107141"/>
                </a:lnTo>
                <a:lnTo>
                  <a:pt x="1307568" y="110612"/>
                </a:lnTo>
                <a:lnTo>
                  <a:pt x="1307116" y="113846"/>
                </a:lnTo>
                <a:lnTo>
                  <a:pt x="1306376" y="116832"/>
                </a:lnTo>
                <a:lnTo>
                  <a:pt x="1305358" y="119556"/>
                </a:lnTo>
                <a:lnTo>
                  <a:pt x="1304074" y="122006"/>
                </a:lnTo>
                <a:lnTo>
                  <a:pt x="1302533" y="124171"/>
                </a:lnTo>
                <a:lnTo>
                  <a:pt x="1300746" y="126036"/>
                </a:lnTo>
                <a:lnTo>
                  <a:pt x="1298725" y="127590"/>
                </a:lnTo>
                <a:lnTo>
                  <a:pt x="1296480" y="128821"/>
                </a:lnTo>
                <a:lnTo>
                  <a:pt x="1294021" y="129715"/>
                </a:lnTo>
                <a:lnTo>
                  <a:pt x="1291360" y="130261"/>
                </a:lnTo>
                <a:lnTo>
                  <a:pt x="1288506" y="130445"/>
                </a:lnTo>
                <a:lnTo>
                  <a:pt x="1284763" y="130104"/>
                </a:lnTo>
                <a:lnTo>
                  <a:pt x="1281233" y="129098"/>
                </a:lnTo>
                <a:lnTo>
                  <a:pt x="1277937" y="127460"/>
                </a:lnTo>
                <a:lnTo>
                  <a:pt x="1274898" y="125219"/>
                </a:lnTo>
                <a:lnTo>
                  <a:pt x="1272137" y="122405"/>
                </a:lnTo>
                <a:lnTo>
                  <a:pt x="1269674" y="119049"/>
                </a:lnTo>
                <a:lnTo>
                  <a:pt x="1267532" y="115180"/>
                </a:lnTo>
                <a:lnTo>
                  <a:pt x="1265731" y="110829"/>
                </a:lnTo>
                <a:lnTo>
                  <a:pt x="1264293" y="106027"/>
                </a:lnTo>
                <a:lnTo>
                  <a:pt x="1263239" y="100803"/>
                </a:lnTo>
                <a:lnTo>
                  <a:pt x="1262592" y="95188"/>
                </a:lnTo>
                <a:lnTo>
                  <a:pt x="1262371" y="89212"/>
                </a:lnTo>
                <a:lnTo>
                  <a:pt x="1262371" y="88441"/>
                </a:lnTo>
                <a:close/>
                <a:moveTo>
                  <a:pt x="1521916" y="94482"/>
                </a:moveTo>
                <a:lnTo>
                  <a:pt x="1520891" y="59636"/>
                </a:lnTo>
                <a:lnTo>
                  <a:pt x="1518072" y="59636"/>
                </a:lnTo>
                <a:lnTo>
                  <a:pt x="1517560" y="60152"/>
                </a:lnTo>
                <a:lnTo>
                  <a:pt x="1517025" y="60568"/>
                </a:lnTo>
                <a:lnTo>
                  <a:pt x="1516565" y="60925"/>
                </a:lnTo>
                <a:lnTo>
                  <a:pt x="1516171" y="61227"/>
                </a:lnTo>
                <a:lnTo>
                  <a:pt x="1515833" y="61479"/>
                </a:lnTo>
                <a:lnTo>
                  <a:pt x="1515542" y="61684"/>
                </a:lnTo>
                <a:lnTo>
                  <a:pt x="1515287" y="61848"/>
                </a:lnTo>
                <a:lnTo>
                  <a:pt x="1515059" y="61974"/>
                </a:lnTo>
                <a:lnTo>
                  <a:pt x="1514847" y="62067"/>
                </a:lnTo>
                <a:lnTo>
                  <a:pt x="1514643" y="62132"/>
                </a:lnTo>
                <a:lnTo>
                  <a:pt x="1514436" y="62173"/>
                </a:lnTo>
                <a:lnTo>
                  <a:pt x="1514217" y="62194"/>
                </a:lnTo>
                <a:lnTo>
                  <a:pt x="1513975" y="62201"/>
                </a:lnTo>
                <a:lnTo>
                  <a:pt x="1513570" y="62190"/>
                </a:lnTo>
                <a:lnTo>
                  <a:pt x="1513125" y="62157"/>
                </a:lnTo>
                <a:lnTo>
                  <a:pt x="1512642" y="62101"/>
                </a:lnTo>
                <a:lnTo>
                  <a:pt x="1512125" y="62020"/>
                </a:lnTo>
                <a:lnTo>
                  <a:pt x="1511575" y="61915"/>
                </a:lnTo>
                <a:lnTo>
                  <a:pt x="1510996" y="61784"/>
                </a:lnTo>
                <a:lnTo>
                  <a:pt x="1510391" y="61627"/>
                </a:lnTo>
                <a:lnTo>
                  <a:pt x="1509761" y="61441"/>
                </a:lnTo>
                <a:lnTo>
                  <a:pt x="1509110" y="61227"/>
                </a:lnTo>
                <a:lnTo>
                  <a:pt x="1508440" y="60984"/>
                </a:lnTo>
                <a:lnTo>
                  <a:pt x="1507754" y="60711"/>
                </a:lnTo>
                <a:lnTo>
                  <a:pt x="1507055" y="60406"/>
                </a:lnTo>
                <a:lnTo>
                  <a:pt x="1505645" y="59928"/>
                </a:lnTo>
                <a:lnTo>
                  <a:pt x="1504232" y="59490"/>
                </a:lnTo>
                <a:lnTo>
                  <a:pt x="1502812" y="59093"/>
                </a:lnTo>
                <a:lnTo>
                  <a:pt x="1501381" y="58736"/>
                </a:lnTo>
                <a:lnTo>
                  <a:pt x="1499936" y="58421"/>
                </a:lnTo>
                <a:lnTo>
                  <a:pt x="1498473" y="58147"/>
                </a:lnTo>
                <a:lnTo>
                  <a:pt x="1496989" y="57915"/>
                </a:lnTo>
                <a:lnTo>
                  <a:pt x="1495480" y="57724"/>
                </a:lnTo>
                <a:lnTo>
                  <a:pt x="1493942" y="57576"/>
                </a:lnTo>
                <a:lnTo>
                  <a:pt x="1492372" y="57469"/>
                </a:lnTo>
                <a:lnTo>
                  <a:pt x="1490767" y="57405"/>
                </a:lnTo>
                <a:lnTo>
                  <a:pt x="1489122" y="57384"/>
                </a:lnTo>
                <a:lnTo>
                  <a:pt x="1484184" y="57652"/>
                </a:lnTo>
                <a:lnTo>
                  <a:pt x="1479512" y="58437"/>
                </a:lnTo>
                <a:lnTo>
                  <a:pt x="1475138" y="59714"/>
                </a:lnTo>
                <a:lnTo>
                  <a:pt x="1471091" y="61454"/>
                </a:lnTo>
                <a:lnTo>
                  <a:pt x="1467404" y="63633"/>
                </a:lnTo>
                <a:lnTo>
                  <a:pt x="1464108" y="66222"/>
                </a:lnTo>
                <a:lnTo>
                  <a:pt x="1461234" y="69195"/>
                </a:lnTo>
                <a:lnTo>
                  <a:pt x="1458812" y="72525"/>
                </a:lnTo>
                <a:lnTo>
                  <a:pt x="1456875" y="76186"/>
                </a:lnTo>
                <a:lnTo>
                  <a:pt x="1455452" y="80152"/>
                </a:lnTo>
                <a:lnTo>
                  <a:pt x="1454576" y="84394"/>
                </a:lnTo>
                <a:lnTo>
                  <a:pt x="1454277" y="88887"/>
                </a:lnTo>
                <a:lnTo>
                  <a:pt x="1454451" y="92389"/>
                </a:lnTo>
                <a:lnTo>
                  <a:pt x="1454985" y="95742"/>
                </a:lnTo>
                <a:lnTo>
                  <a:pt x="1455898" y="98968"/>
                </a:lnTo>
                <a:lnTo>
                  <a:pt x="1457209" y="102086"/>
                </a:lnTo>
                <a:lnTo>
                  <a:pt x="1458936" y="105120"/>
                </a:lnTo>
                <a:lnTo>
                  <a:pt x="1461098" y="108089"/>
                </a:lnTo>
                <a:lnTo>
                  <a:pt x="1463714" y="111016"/>
                </a:lnTo>
                <a:lnTo>
                  <a:pt x="1466803" y="113922"/>
                </a:lnTo>
                <a:lnTo>
                  <a:pt x="1470382" y="116827"/>
                </a:lnTo>
                <a:lnTo>
                  <a:pt x="1474472" y="119754"/>
                </a:lnTo>
                <a:lnTo>
                  <a:pt x="1479090" y="122724"/>
                </a:lnTo>
                <a:lnTo>
                  <a:pt x="1484255" y="125758"/>
                </a:lnTo>
                <a:lnTo>
                  <a:pt x="1499115" y="134210"/>
                </a:lnTo>
                <a:lnTo>
                  <a:pt x="1501260" y="135512"/>
                </a:lnTo>
                <a:lnTo>
                  <a:pt x="1503215" y="136860"/>
                </a:lnTo>
                <a:lnTo>
                  <a:pt x="1504979" y="138255"/>
                </a:lnTo>
                <a:lnTo>
                  <a:pt x="1506554" y="139702"/>
                </a:lnTo>
                <a:lnTo>
                  <a:pt x="1507940" y="141201"/>
                </a:lnTo>
                <a:lnTo>
                  <a:pt x="1509139" y="142756"/>
                </a:lnTo>
                <a:lnTo>
                  <a:pt x="1510151" y="144371"/>
                </a:lnTo>
                <a:lnTo>
                  <a:pt x="1510977" y="146046"/>
                </a:lnTo>
                <a:lnTo>
                  <a:pt x="1511618" y="147785"/>
                </a:lnTo>
                <a:lnTo>
                  <a:pt x="1512074" y="149591"/>
                </a:lnTo>
                <a:lnTo>
                  <a:pt x="1512348" y="151467"/>
                </a:lnTo>
                <a:lnTo>
                  <a:pt x="1512439" y="153414"/>
                </a:lnTo>
                <a:lnTo>
                  <a:pt x="1512270" y="156144"/>
                </a:lnTo>
                <a:lnTo>
                  <a:pt x="1511771" y="158692"/>
                </a:lnTo>
                <a:lnTo>
                  <a:pt x="1510953" y="161048"/>
                </a:lnTo>
                <a:lnTo>
                  <a:pt x="1509828" y="163202"/>
                </a:lnTo>
                <a:lnTo>
                  <a:pt x="1508408" y="165142"/>
                </a:lnTo>
                <a:lnTo>
                  <a:pt x="1506705" y="166858"/>
                </a:lnTo>
                <a:lnTo>
                  <a:pt x="1504728" y="168339"/>
                </a:lnTo>
                <a:lnTo>
                  <a:pt x="1502492" y="169575"/>
                </a:lnTo>
                <a:lnTo>
                  <a:pt x="1500006" y="170555"/>
                </a:lnTo>
                <a:lnTo>
                  <a:pt x="1497283" y="171268"/>
                </a:lnTo>
                <a:lnTo>
                  <a:pt x="1494334" y="171704"/>
                </a:lnTo>
                <a:lnTo>
                  <a:pt x="1491171" y="171851"/>
                </a:lnTo>
                <a:lnTo>
                  <a:pt x="1489011" y="171782"/>
                </a:lnTo>
                <a:lnTo>
                  <a:pt x="1486890" y="171578"/>
                </a:lnTo>
                <a:lnTo>
                  <a:pt x="1484818" y="171243"/>
                </a:lnTo>
                <a:lnTo>
                  <a:pt x="1482802" y="170779"/>
                </a:lnTo>
                <a:lnTo>
                  <a:pt x="1480849" y="170191"/>
                </a:lnTo>
                <a:lnTo>
                  <a:pt x="1478969" y="169481"/>
                </a:lnTo>
                <a:lnTo>
                  <a:pt x="1477169" y="168655"/>
                </a:lnTo>
                <a:lnTo>
                  <a:pt x="1475456" y="167715"/>
                </a:lnTo>
                <a:lnTo>
                  <a:pt x="1473840" y="166664"/>
                </a:lnTo>
                <a:lnTo>
                  <a:pt x="1472328" y="165507"/>
                </a:lnTo>
                <a:lnTo>
                  <a:pt x="1470929" y="164246"/>
                </a:lnTo>
                <a:lnTo>
                  <a:pt x="1469649" y="162887"/>
                </a:lnTo>
                <a:lnTo>
                  <a:pt x="1468366" y="161292"/>
                </a:lnTo>
                <a:lnTo>
                  <a:pt x="1467196" y="159686"/>
                </a:lnTo>
                <a:lnTo>
                  <a:pt x="1466127" y="158038"/>
                </a:lnTo>
                <a:lnTo>
                  <a:pt x="1465142" y="156315"/>
                </a:lnTo>
                <a:lnTo>
                  <a:pt x="1464229" y="154485"/>
                </a:lnTo>
                <a:lnTo>
                  <a:pt x="1463372" y="152517"/>
                </a:lnTo>
                <a:lnTo>
                  <a:pt x="1462559" y="150377"/>
                </a:lnTo>
                <a:lnTo>
                  <a:pt x="1461773" y="148035"/>
                </a:lnTo>
                <a:lnTo>
                  <a:pt x="1461002" y="145459"/>
                </a:lnTo>
                <a:lnTo>
                  <a:pt x="1460231" y="142615"/>
                </a:lnTo>
                <a:lnTo>
                  <a:pt x="1459446" y="139473"/>
                </a:lnTo>
                <a:lnTo>
                  <a:pt x="1458632" y="136001"/>
                </a:lnTo>
                <a:lnTo>
                  <a:pt x="1454531" y="136001"/>
                </a:lnTo>
                <a:lnTo>
                  <a:pt x="1454531" y="175948"/>
                </a:lnTo>
                <a:lnTo>
                  <a:pt x="1457862" y="175948"/>
                </a:lnTo>
                <a:lnTo>
                  <a:pt x="1458296" y="175350"/>
                </a:lnTo>
                <a:lnTo>
                  <a:pt x="1458708" y="174832"/>
                </a:lnTo>
                <a:lnTo>
                  <a:pt x="1459107" y="174388"/>
                </a:lnTo>
                <a:lnTo>
                  <a:pt x="1459504" y="174014"/>
                </a:lnTo>
                <a:lnTo>
                  <a:pt x="1459908" y="173703"/>
                </a:lnTo>
                <a:lnTo>
                  <a:pt x="1460329" y="173452"/>
                </a:lnTo>
                <a:lnTo>
                  <a:pt x="1460776" y="173253"/>
                </a:lnTo>
                <a:lnTo>
                  <a:pt x="1461260" y="173103"/>
                </a:lnTo>
                <a:lnTo>
                  <a:pt x="1461791" y="172995"/>
                </a:lnTo>
                <a:lnTo>
                  <a:pt x="1462377" y="172925"/>
                </a:lnTo>
                <a:lnTo>
                  <a:pt x="1463029" y="172887"/>
                </a:lnTo>
                <a:lnTo>
                  <a:pt x="1463757" y="172875"/>
                </a:lnTo>
                <a:lnTo>
                  <a:pt x="1464361" y="172900"/>
                </a:lnTo>
                <a:lnTo>
                  <a:pt x="1465022" y="172945"/>
                </a:lnTo>
                <a:lnTo>
                  <a:pt x="1465743" y="173013"/>
                </a:lnTo>
                <a:lnTo>
                  <a:pt x="1466528" y="173106"/>
                </a:lnTo>
                <a:lnTo>
                  <a:pt x="1467381" y="173226"/>
                </a:lnTo>
                <a:lnTo>
                  <a:pt x="1468305" y="173375"/>
                </a:lnTo>
                <a:lnTo>
                  <a:pt x="1469303" y="173554"/>
                </a:lnTo>
                <a:lnTo>
                  <a:pt x="1470380" y="173767"/>
                </a:lnTo>
                <a:lnTo>
                  <a:pt x="1471538" y="174013"/>
                </a:lnTo>
                <a:lnTo>
                  <a:pt x="1472782" y="174297"/>
                </a:lnTo>
                <a:lnTo>
                  <a:pt x="1474115" y="174620"/>
                </a:lnTo>
                <a:lnTo>
                  <a:pt x="1475541" y="174983"/>
                </a:lnTo>
                <a:lnTo>
                  <a:pt x="1477328" y="175342"/>
                </a:lnTo>
                <a:lnTo>
                  <a:pt x="1479097" y="175681"/>
                </a:lnTo>
                <a:lnTo>
                  <a:pt x="1480841" y="175997"/>
                </a:lnTo>
                <a:lnTo>
                  <a:pt x="1482554" y="176288"/>
                </a:lnTo>
                <a:lnTo>
                  <a:pt x="1484227" y="176552"/>
                </a:lnTo>
                <a:lnTo>
                  <a:pt x="1485854" y="176788"/>
                </a:lnTo>
                <a:lnTo>
                  <a:pt x="1487428" y="176993"/>
                </a:lnTo>
                <a:lnTo>
                  <a:pt x="1488941" y="177165"/>
                </a:lnTo>
                <a:lnTo>
                  <a:pt x="1490386" y="177302"/>
                </a:lnTo>
                <a:lnTo>
                  <a:pt x="1491756" y="177402"/>
                </a:lnTo>
                <a:lnTo>
                  <a:pt x="1493045" y="177464"/>
                </a:lnTo>
                <a:lnTo>
                  <a:pt x="1494244" y="177485"/>
                </a:lnTo>
                <a:lnTo>
                  <a:pt x="1499100" y="177182"/>
                </a:lnTo>
                <a:lnTo>
                  <a:pt x="1503771" y="176302"/>
                </a:lnTo>
                <a:lnTo>
                  <a:pt x="1508213" y="174884"/>
                </a:lnTo>
                <a:lnTo>
                  <a:pt x="1512380" y="172970"/>
                </a:lnTo>
                <a:lnTo>
                  <a:pt x="1516226" y="170601"/>
                </a:lnTo>
                <a:lnTo>
                  <a:pt x="1519707" y="167818"/>
                </a:lnTo>
                <a:lnTo>
                  <a:pt x="1522777" y="164661"/>
                </a:lnTo>
                <a:lnTo>
                  <a:pt x="1525390" y="161172"/>
                </a:lnTo>
                <a:lnTo>
                  <a:pt x="1527502" y="157391"/>
                </a:lnTo>
                <a:lnTo>
                  <a:pt x="1529066" y="153359"/>
                </a:lnTo>
                <a:lnTo>
                  <a:pt x="1530038" y="149118"/>
                </a:lnTo>
                <a:lnTo>
                  <a:pt x="1530372" y="144707"/>
                </a:lnTo>
                <a:lnTo>
                  <a:pt x="1530242" y="141594"/>
                </a:lnTo>
                <a:lnTo>
                  <a:pt x="1529845" y="138645"/>
                </a:lnTo>
                <a:lnTo>
                  <a:pt x="1529171" y="135841"/>
                </a:lnTo>
                <a:lnTo>
                  <a:pt x="1528208" y="133166"/>
                </a:lnTo>
                <a:lnTo>
                  <a:pt x="1526947" y="130600"/>
                </a:lnTo>
                <a:lnTo>
                  <a:pt x="1525375" y="128127"/>
                </a:lnTo>
                <a:lnTo>
                  <a:pt x="1523484" y="125729"/>
                </a:lnTo>
                <a:lnTo>
                  <a:pt x="1521262" y="123388"/>
                </a:lnTo>
                <a:lnTo>
                  <a:pt x="1518698" y="121086"/>
                </a:lnTo>
                <a:lnTo>
                  <a:pt x="1515782" y="118805"/>
                </a:lnTo>
                <a:lnTo>
                  <a:pt x="1512503" y="116528"/>
                </a:lnTo>
                <a:lnTo>
                  <a:pt x="1508850" y="114236"/>
                </a:lnTo>
                <a:lnTo>
                  <a:pt x="1481178" y="97848"/>
                </a:lnTo>
                <a:lnTo>
                  <a:pt x="1479454" y="96776"/>
                </a:lnTo>
                <a:lnTo>
                  <a:pt x="1477871" y="95615"/>
                </a:lnTo>
                <a:lnTo>
                  <a:pt x="1476430" y="94371"/>
                </a:lnTo>
                <a:lnTo>
                  <a:pt x="1475134" y="93049"/>
                </a:lnTo>
                <a:lnTo>
                  <a:pt x="1473983" y="91656"/>
                </a:lnTo>
                <a:lnTo>
                  <a:pt x="1472979" y="90198"/>
                </a:lnTo>
                <a:lnTo>
                  <a:pt x="1472126" y="88682"/>
                </a:lnTo>
                <a:lnTo>
                  <a:pt x="1471423" y="87112"/>
                </a:lnTo>
                <a:lnTo>
                  <a:pt x="1470874" y="85497"/>
                </a:lnTo>
                <a:lnTo>
                  <a:pt x="1470479" y="83841"/>
                </a:lnTo>
                <a:lnTo>
                  <a:pt x="1470241" y="82152"/>
                </a:lnTo>
                <a:lnTo>
                  <a:pt x="1470161" y="80435"/>
                </a:lnTo>
                <a:lnTo>
                  <a:pt x="1470324" y="77940"/>
                </a:lnTo>
                <a:lnTo>
                  <a:pt x="1470804" y="75588"/>
                </a:lnTo>
                <a:lnTo>
                  <a:pt x="1471587" y="73393"/>
                </a:lnTo>
                <a:lnTo>
                  <a:pt x="1472657" y="71368"/>
                </a:lnTo>
                <a:lnTo>
                  <a:pt x="1474002" y="69528"/>
                </a:lnTo>
                <a:lnTo>
                  <a:pt x="1475606" y="67887"/>
                </a:lnTo>
                <a:lnTo>
                  <a:pt x="1477456" y="66460"/>
                </a:lnTo>
                <a:lnTo>
                  <a:pt x="1479537" y="65260"/>
                </a:lnTo>
                <a:lnTo>
                  <a:pt x="1481835" y="64302"/>
                </a:lnTo>
                <a:lnTo>
                  <a:pt x="1484336" y="63600"/>
                </a:lnTo>
                <a:lnTo>
                  <a:pt x="1487025" y="63169"/>
                </a:lnTo>
                <a:lnTo>
                  <a:pt x="1489889" y="63022"/>
                </a:lnTo>
                <a:lnTo>
                  <a:pt x="1493399" y="63206"/>
                </a:lnTo>
                <a:lnTo>
                  <a:pt x="1496639" y="63772"/>
                </a:lnTo>
                <a:lnTo>
                  <a:pt x="1499626" y="64738"/>
                </a:lnTo>
                <a:lnTo>
                  <a:pt x="1502378" y="66123"/>
                </a:lnTo>
                <a:lnTo>
                  <a:pt x="1504913" y="67945"/>
                </a:lnTo>
                <a:lnTo>
                  <a:pt x="1507248" y="70224"/>
                </a:lnTo>
                <a:lnTo>
                  <a:pt x="1509402" y="72977"/>
                </a:lnTo>
                <a:lnTo>
                  <a:pt x="1511393" y="76224"/>
                </a:lnTo>
                <a:lnTo>
                  <a:pt x="1513237" y="79983"/>
                </a:lnTo>
                <a:lnTo>
                  <a:pt x="1514953" y="84273"/>
                </a:lnTo>
                <a:lnTo>
                  <a:pt x="1516559" y="89113"/>
                </a:lnTo>
                <a:lnTo>
                  <a:pt x="1518072" y="94521"/>
                </a:lnTo>
                <a:lnTo>
                  <a:pt x="1521916" y="94482"/>
                </a:lnTo>
                <a:close/>
                <a:moveTo>
                  <a:pt x="1543181" y="74238"/>
                </a:moveTo>
                <a:lnTo>
                  <a:pt x="1543748" y="74180"/>
                </a:lnTo>
                <a:lnTo>
                  <a:pt x="1544297" y="74131"/>
                </a:lnTo>
                <a:lnTo>
                  <a:pt x="1544831" y="74091"/>
                </a:lnTo>
                <a:lnTo>
                  <a:pt x="1545355" y="74059"/>
                </a:lnTo>
                <a:lnTo>
                  <a:pt x="1545872" y="74034"/>
                </a:lnTo>
                <a:lnTo>
                  <a:pt x="1546385" y="74016"/>
                </a:lnTo>
                <a:lnTo>
                  <a:pt x="1546899" y="74002"/>
                </a:lnTo>
                <a:lnTo>
                  <a:pt x="1547415" y="73993"/>
                </a:lnTo>
                <a:lnTo>
                  <a:pt x="1547939" y="73988"/>
                </a:lnTo>
                <a:lnTo>
                  <a:pt x="1548474" y="73985"/>
                </a:lnTo>
                <a:lnTo>
                  <a:pt x="1549023" y="73984"/>
                </a:lnTo>
                <a:lnTo>
                  <a:pt x="1549589" y="73984"/>
                </a:lnTo>
                <a:lnTo>
                  <a:pt x="1551626" y="74041"/>
                </a:lnTo>
                <a:lnTo>
                  <a:pt x="1553392" y="74229"/>
                </a:lnTo>
                <a:lnTo>
                  <a:pt x="1554905" y="74572"/>
                </a:lnTo>
                <a:lnTo>
                  <a:pt x="1556184" y="75094"/>
                </a:lnTo>
                <a:lnTo>
                  <a:pt x="1557246" y="75818"/>
                </a:lnTo>
                <a:lnTo>
                  <a:pt x="1558108" y="76769"/>
                </a:lnTo>
                <a:lnTo>
                  <a:pt x="1558789" y="77972"/>
                </a:lnTo>
                <a:lnTo>
                  <a:pt x="1559306" y="79449"/>
                </a:lnTo>
                <a:lnTo>
                  <a:pt x="1559678" y="81224"/>
                </a:lnTo>
                <a:lnTo>
                  <a:pt x="1559921" y="83323"/>
                </a:lnTo>
                <a:lnTo>
                  <a:pt x="1560054" y="85769"/>
                </a:lnTo>
                <a:lnTo>
                  <a:pt x="1560094" y="88586"/>
                </a:lnTo>
                <a:lnTo>
                  <a:pt x="1560094" y="208495"/>
                </a:lnTo>
                <a:lnTo>
                  <a:pt x="1560030" y="211613"/>
                </a:lnTo>
                <a:lnTo>
                  <a:pt x="1559815" y="214324"/>
                </a:lnTo>
                <a:lnTo>
                  <a:pt x="1559417" y="216662"/>
                </a:lnTo>
                <a:lnTo>
                  <a:pt x="1558803" y="218659"/>
                </a:lnTo>
                <a:lnTo>
                  <a:pt x="1557940" y="220346"/>
                </a:lnTo>
                <a:lnTo>
                  <a:pt x="1556795" y="221755"/>
                </a:lnTo>
                <a:lnTo>
                  <a:pt x="1555335" y="222918"/>
                </a:lnTo>
                <a:lnTo>
                  <a:pt x="1553527" y="223869"/>
                </a:lnTo>
                <a:lnTo>
                  <a:pt x="1551338" y="224637"/>
                </a:lnTo>
                <a:lnTo>
                  <a:pt x="1548735" y="225256"/>
                </a:lnTo>
                <a:lnTo>
                  <a:pt x="1545686" y="225758"/>
                </a:lnTo>
                <a:lnTo>
                  <a:pt x="1542157" y="226174"/>
                </a:lnTo>
                <a:lnTo>
                  <a:pt x="1542157" y="230529"/>
                </a:lnTo>
                <a:lnTo>
                  <a:pt x="1604162" y="230529"/>
                </a:lnTo>
                <a:lnTo>
                  <a:pt x="1604162" y="225920"/>
                </a:lnTo>
                <a:lnTo>
                  <a:pt x="1599682" y="225796"/>
                </a:lnTo>
                <a:lnTo>
                  <a:pt x="1595820" y="225528"/>
                </a:lnTo>
                <a:lnTo>
                  <a:pt x="1592533" y="225078"/>
                </a:lnTo>
                <a:lnTo>
                  <a:pt x="1589777" y="224410"/>
                </a:lnTo>
                <a:lnTo>
                  <a:pt x="1587508" y="223485"/>
                </a:lnTo>
                <a:lnTo>
                  <a:pt x="1585683" y="222267"/>
                </a:lnTo>
                <a:lnTo>
                  <a:pt x="1584259" y="220718"/>
                </a:lnTo>
                <a:lnTo>
                  <a:pt x="1583191" y="218801"/>
                </a:lnTo>
                <a:lnTo>
                  <a:pt x="1582437" y="216478"/>
                </a:lnTo>
                <a:lnTo>
                  <a:pt x="1581952" y="213711"/>
                </a:lnTo>
                <a:lnTo>
                  <a:pt x="1581693" y="210465"/>
                </a:lnTo>
                <a:lnTo>
                  <a:pt x="1581616" y="206701"/>
                </a:lnTo>
                <a:lnTo>
                  <a:pt x="1581616" y="166472"/>
                </a:lnTo>
                <a:lnTo>
                  <a:pt x="1583804" y="168464"/>
                </a:lnTo>
                <a:lnTo>
                  <a:pt x="1585899" y="170222"/>
                </a:lnTo>
                <a:lnTo>
                  <a:pt x="1587929" y="171758"/>
                </a:lnTo>
                <a:lnTo>
                  <a:pt x="1589919" y="173084"/>
                </a:lnTo>
                <a:lnTo>
                  <a:pt x="1591895" y="174210"/>
                </a:lnTo>
                <a:lnTo>
                  <a:pt x="1593882" y="175148"/>
                </a:lnTo>
                <a:lnTo>
                  <a:pt x="1595906" y="175910"/>
                </a:lnTo>
                <a:lnTo>
                  <a:pt x="1597994" y="176508"/>
                </a:lnTo>
                <a:lnTo>
                  <a:pt x="1600170" y="176953"/>
                </a:lnTo>
                <a:lnTo>
                  <a:pt x="1602462" y="177256"/>
                </a:lnTo>
                <a:lnTo>
                  <a:pt x="1604894" y="177430"/>
                </a:lnTo>
                <a:lnTo>
                  <a:pt x="1607493" y="177485"/>
                </a:lnTo>
                <a:lnTo>
                  <a:pt x="1614903" y="176899"/>
                </a:lnTo>
                <a:lnTo>
                  <a:pt x="1621976" y="175188"/>
                </a:lnTo>
                <a:lnTo>
                  <a:pt x="1628654" y="172423"/>
                </a:lnTo>
                <a:lnTo>
                  <a:pt x="1634879" y="168674"/>
                </a:lnTo>
                <a:lnTo>
                  <a:pt x="1640591" y="164011"/>
                </a:lnTo>
                <a:lnTo>
                  <a:pt x="1645732" y="158504"/>
                </a:lnTo>
                <a:lnTo>
                  <a:pt x="1650243" y="152224"/>
                </a:lnTo>
                <a:lnTo>
                  <a:pt x="1654066" y="145240"/>
                </a:lnTo>
                <a:lnTo>
                  <a:pt x="1657141" y="137624"/>
                </a:lnTo>
                <a:lnTo>
                  <a:pt x="1659410" y="129445"/>
                </a:lnTo>
                <a:lnTo>
                  <a:pt x="1660815" y="120773"/>
                </a:lnTo>
                <a:lnTo>
                  <a:pt x="1661296" y="111680"/>
                </a:lnTo>
                <a:lnTo>
                  <a:pt x="1660929" y="103938"/>
                </a:lnTo>
                <a:lnTo>
                  <a:pt x="1659853" y="96616"/>
                </a:lnTo>
                <a:lnTo>
                  <a:pt x="1658106" y="89764"/>
                </a:lnTo>
                <a:lnTo>
                  <a:pt x="1655726" y="83429"/>
                </a:lnTo>
                <a:lnTo>
                  <a:pt x="1652753" y="77659"/>
                </a:lnTo>
                <a:lnTo>
                  <a:pt x="1649223" y="72502"/>
                </a:lnTo>
                <a:lnTo>
                  <a:pt x="1645176" y="68007"/>
                </a:lnTo>
                <a:lnTo>
                  <a:pt x="1640649" y="64221"/>
                </a:lnTo>
                <a:lnTo>
                  <a:pt x="1635680" y="61192"/>
                </a:lnTo>
                <a:lnTo>
                  <a:pt x="1630309" y="58970"/>
                </a:lnTo>
                <a:lnTo>
                  <a:pt x="1624573" y="57601"/>
                </a:lnTo>
                <a:lnTo>
                  <a:pt x="1618510" y="57134"/>
                </a:lnTo>
                <a:lnTo>
                  <a:pt x="1614985" y="57268"/>
                </a:lnTo>
                <a:lnTo>
                  <a:pt x="1611578" y="57673"/>
                </a:lnTo>
                <a:lnTo>
                  <a:pt x="1608277" y="58351"/>
                </a:lnTo>
                <a:lnTo>
                  <a:pt x="1605073" y="59307"/>
                </a:lnTo>
                <a:lnTo>
                  <a:pt x="1601954" y="60545"/>
                </a:lnTo>
                <a:lnTo>
                  <a:pt x="1598909" y="62067"/>
                </a:lnTo>
                <a:lnTo>
                  <a:pt x="1595929" y="63877"/>
                </a:lnTo>
                <a:lnTo>
                  <a:pt x="1593002" y="65979"/>
                </a:lnTo>
                <a:lnTo>
                  <a:pt x="1590118" y="68376"/>
                </a:lnTo>
                <a:lnTo>
                  <a:pt x="1587266" y="71072"/>
                </a:lnTo>
                <a:lnTo>
                  <a:pt x="1584436" y="74070"/>
                </a:lnTo>
                <a:lnTo>
                  <a:pt x="1581616" y="77373"/>
                </a:lnTo>
                <a:lnTo>
                  <a:pt x="1581616" y="57650"/>
                </a:lnTo>
                <a:lnTo>
                  <a:pt x="1580080" y="57134"/>
                </a:lnTo>
                <a:lnTo>
                  <a:pt x="1576716" y="58439"/>
                </a:lnTo>
                <a:lnTo>
                  <a:pt x="1573521" y="59669"/>
                </a:lnTo>
                <a:lnTo>
                  <a:pt x="1570459" y="60835"/>
                </a:lnTo>
                <a:lnTo>
                  <a:pt x="1567496" y="61947"/>
                </a:lnTo>
                <a:lnTo>
                  <a:pt x="1564597" y="63017"/>
                </a:lnTo>
                <a:lnTo>
                  <a:pt x="1561727" y="64054"/>
                </a:lnTo>
                <a:lnTo>
                  <a:pt x="1558852" y="65070"/>
                </a:lnTo>
                <a:lnTo>
                  <a:pt x="1555937" y="66076"/>
                </a:lnTo>
                <a:lnTo>
                  <a:pt x="1552947" y="67081"/>
                </a:lnTo>
                <a:lnTo>
                  <a:pt x="1549847" y="68097"/>
                </a:lnTo>
                <a:lnTo>
                  <a:pt x="1546604" y="69134"/>
                </a:lnTo>
                <a:lnTo>
                  <a:pt x="1543181" y="70203"/>
                </a:lnTo>
                <a:lnTo>
                  <a:pt x="1543181" y="74238"/>
                </a:lnTo>
                <a:moveTo>
                  <a:pt x="1581616" y="89407"/>
                </a:moveTo>
                <a:lnTo>
                  <a:pt x="1581905" y="87461"/>
                </a:lnTo>
                <a:lnTo>
                  <a:pt x="1582733" y="85488"/>
                </a:lnTo>
                <a:lnTo>
                  <a:pt x="1584042" y="83526"/>
                </a:lnTo>
                <a:lnTo>
                  <a:pt x="1585772" y="81612"/>
                </a:lnTo>
                <a:lnTo>
                  <a:pt x="1587865" y="79783"/>
                </a:lnTo>
                <a:lnTo>
                  <a:pt x="1590263" y="78078"/>
                </a:lnTo>
                <a:lnTo>
                  <a:pt x="1592906" y="76532"/>
                </a:lnTo>
                <a:lnTo>
                  <a:pt x="1595735" y="75184"/>
                </a:lnTo>
                <a:lnTo>
                  <a:pt x="1598693" y="74070"/>
                </a:lnTo>
                <a:lnTo>
                  <a:pt x="1601720" y="73228"/>
                </a:lnTo>
                <a:lnTo>
                  <a:pt x="1604758" y="72696"/>
                </a:lnTo>
                <a:lnTo>
                  <a:pt x="1607747" y="72510"/>
                </a:lnTo>
                <a:lnTo>
                  <a:pt x="1612351" y="72910"/>
                </a:lnTo>
                <a:lnTo>
                  <a:pt x="1616665" y="74089"/>
                </a:lnTo>
                <a:lnTo>
                  <a:pt x="1620671" y="76014"/>
                </a:lnTo>
                <a:lnTo>
                  <a:pt x="1624345" y="78655"/>
                </a:lnTo>
                <a:lnTo>
                  <a:pt x="1627667" y="81978"/>
                </a:lnTo>
                <a:lnTo>
                  <a:pt x="1630615" y="85951"/>
                </a:lnTo>
                <a:lnTo>
                  <a:pt x="1633168" y="90544"/>
                </a:lnTo>
                <a:lnTo>
                  <a:pt x="1635305" y="95723"/>
                </a:lnTo>
                <a:lnTo>
                  <a:pt x="1637004" y="101457"/>
                </a:lnTo>
                <a:lnTo>
                  <a:pt x="1638244" y="107714"/>
                </a:lnTo>
                <a:lnTo>
                  <a:pt x="1639004" y="114462"/>
                </a:lnTo>
                <a:lnTo>
                  <a:pt x="1639262" y="121668"/>
                </a:lnTo>
                <a:lnTo>
                  <a:pt x="1639004" y="128575"/>
                </a:lnTo>
                <a:lnTo>
                  <a:pt x="1638247" y="135063"/>
                </a:lnTo>
                <a:lnTo>
                  <a:pt x="1637012" y="141098"/>
                </a:lnTo>
                <a:lnTo>
                  <a:pt x="1635324" y="146644"/>
                </a:lnTo>
                <a:lnTo>
                  <a:pt x="1633206" y="151668"/>
                </a:lnTo>
                <a:lnTo>
                  <a:pt x="1630680" y="156134"/>
                </a:lnTo>
                <a:lnTo>
                  <a:pt x="1627769" y="160009"/>
                </a:lnTo>
                <a:lnTo>
                  <a:pt x="1624498" y="163256"/>
                </a:lnTo>
                <a:lnTo>
                  <a:pt x="1620888" y="165843"/>
                </a:lnTo>
                <a:lnTo>
                  <a:pt x="1616964" y="167733"/>
                </a:lnTo>
                <a:lnTo>
                  <a:pt x="1612748" y="168892"/>
                </a:lnTo>
                <a:lnTo>
                  <a:pt x="1608263" y="169287"/>
                </a:lnTo>
                <a:lnTo>
                  <a:pt x="1605209" y="169101"/>
                </a:lnTo>
                <a:lnTo>
                  <a:pt x="1602107" y="168568"/>
                </a:lnTo>
                <a:lnTo>
                  <a:pt x="1599018" y="167727"/>
                </a:lnTo>
                <a:lnTo>
                  <a:pt x="1596001" y="166613"/>
                </a:lnTo>
                <a:lnTo>
                  <a:pt x="1593116" y="165265"/>
                </a:lnTo>
                <a:lnTo>
                  <a:pt x="1590423" y="163719"/>
                </a:lnTo>
                <a:lnTo>
                  <a:pt x="1587980" y="162013"/>
                </a:lnTo>
                <a:lnTo>
                  <a:pt x="1585848" y="160185"/>
                </a:lnTo>
                <a:lnTo>
                  <a:pt x="1584086" y="158271"/>
                </a:lnTo>
                <a:lnTo>
                  <a:pt x="1582753" y="156309"/>
                </a:lnTo>
                <a:lnTo>
                  <a:pt x="1581910" y="154336"/>
                </a:lnTo>
                <a:lnTo>
                  <a:pt x="1581616" y="152390"/>
                </a:lnTo>
                <a:lnTo>
                  <a:pt x="1581616" y="89407"/>
                </a:lnTo>
                <a:close/>
                <a:moveTo>
                  <a:pt x="1782230" y="158019"/>
                </a:moveTo>
                <a:lnTo>
                  <a:pt x="1781166" y="158867"/>
                </a:lnTo>
                <a:lnTo>
                  <a:pt x="1780149" y="159623"/>
                </a:lnTo>
                <a:lnTo>
                  <a:pt x="1779172" y="160290"/>
                </a:lnTo>
                <a:lnTo>
                  <a:pt x="1778226" y="160872"/>
                </a:lnTo>
                <a:lnTo>
                  <a:pt x="1777305" y="161372"/>
                </a:lnTo>
                <a:lnTo>
                  <a:pt x="1776402" y="161794"/>
                </a:lnTo>
                <a:lnTo>
                  <a:pt x="1775510" y="162141"/>
                </a:lnTo>
                <a:lnTo>
                  <a:pt x="1774621" y="162418"/>
                </a:lnTo>
                <a:lnTo>
                  <a:pt x="1773728" y="162626"/>
                </a:lnTo>
                <a:lnTo>
                  <a:pt x="1772825" y="162771"/>
                </a:lnTo>
                <a:lnTo>
                  <a:pt x="1771904" y="162855"/>
                </a:lnTo>
                <a:lnTo>
                  <a:pt x="1770958" y="162883"/>
                </a:lnTo>
                <a:lnTo>
                  <a:pt x="1769570" y="162806"/>
                </a:lnTo>
                <a:lnTo>
                  <a:pt x="1768343" y="162565"/>
                </a:lnTo>
                <a:lnTo>
                  <a:pt x="1767272" y="162147"/>
                </a:lnTo>
                <a:lnTo>
                  <a:pt x="1766347" y="161536"/>
                </a:lnTo>
                <a:lnTo>
                  <a:pt x="1765561" y="160719"/>
                </a:lnTo>
                <a:lnTo>
                  <a:pt x="1764906" y="159682"/>
                </a:lnTo>
                <a:lnTo>
                  <a:pt x="1764373" y="158410"/>
                </a:lnTo>
                <a:lnTo>
                  <a:pt x="1763956" y="156890"/>
                </a:lnTo>
                <a:lnTo>
                  <a:pt x="1763645" y="155106"/>
                </a:lnTo>
                <a:lnTo>
                  <a:pt x="1763432" y="153045"/>
                </a:lnTo>
                <a:lnTo>
                  <a:pt x="1763311" y="150693"/>
                </a:lnTo>
                <a:lnTo>
                  <a:pt x="1763272" y="148034"/>
                </a:lnTo>
                <a:lnTo>
                  <a:pt x="1763272" y="98106"/>
                </a:lnTo>
                <a:lnTo>
                  <a:pt x="1763245" y="94897"/>
                </a:lnTo>
                <a:lnTo>
                  <a:pt x="1763159" y="91917"/>
                </a:lnTo>
                <a:lnTo>
                  <a:pt x="1763012" y="89151"/>
                </a:lnTo>
                <a:lnTo>
                  <a:pt x="1762797" y="86583"/>
                </a:lnTo>
                <a:lnTo>
                  <a:pt x="1762512" y="84196"/>
                </a:lnTo>
                <a:lnTo>
                  <a:pt x="1762151" y="81974"/>
                </a:lnTo>
                <a:lnTo>
                  <a:pt x="1761709" y="79902"/>
                </a:lnTo>
                <a:lnTo>
                  <a:pt x="1761184" y="77963"/>
                </a:lnTo>
                <a:lnTo>
                  <a:pt x="1760569" y="76141"/>
                </a:lnTo>
                <a:lnTo>
                  <a:pt x="1759861" y="74421"/>
                </a:lnTo>
                <a:lnTo>
                  <a:pt x="1759055" y="72786"/>
                </a:lnTo>
                <a:lnTo>
                  <a:pt x="1758147" y="71220"/>
                </a:lnTo>
                <a:lnTo>
                  <a:pt x="1756626" y="69007"/>
                </a:lnTo>
                <a:lnTo>
                  <a:pt x="1754886" y="66977"/>
                </a:lnTo>
                <a:lnTo>
                  <a:pt x="1752930" y="65131"/>
                </a:lnTo>
                <a:lnTo>
                  <a:pt x="1750764" y="63473"/>
                </a:lnTo>
                <a:lnTo>
                  <a:pt x="1748391" y="62002"/>
                </a:lnTo>
                <a:lnTo>
                  <a:pt x="1745816" y="60721"/>
                </a:lnTo>
                <a:lnTo>
                  <a:pt x="1743044" y="59633"/>
                </a:lnTo>
                <a:lnTo>
                  <a:pt x="1740079" y="58738"/>
                </a:lnTo>
                <a:lnTo>
                  <a:pt x="1736925" y="58039"/>
                </a:lnTo>
                <a:lnTo>
                  <a:pt x="1733588" y="57537"/>
                </a:lnTo>
                <a:lnTo>
                  <a:pt x="1730070" y="57235"/>
                </a:lnTo>
                <a:lnTo>
                  <a:pt x="1726378" y="57134"/>
                </a:lnTo>
                <a:lnTo>
                  <a:pt x="1720471" y="57390"/>
                </a:lnTo>
                <a:lnTo>
                  <a:pt x="1714826" y="58138"/>
                </a:lnTo>
                <a:lnTo>
                  <a:pt x="1709491" y="59347"/>
                </a:lnTo>
                <a:lnTo>
                  <a:pt x="1704513" y="60985"/>
                </a:lnTo>
                <a:lnTo>
                  <a:pt x="1699942" y="63021"/>
                </a:lnTo>
                <a:lnTo>
                  <a:pt x="1695824" y="65425"/>
                </a:lnTo>
                <a:lnTo>
                  <a:pt x="1692207" y="68165"/>
                </a:lnTo>
                <a:lnTo>
                  <a:pt x="1689141" y="71209"/>
                </a:lnTo>
                <a:lnTo>
                  <a:pt x="1686673" y="74528"/>
                </a:lnTo>
                <a:lnTo>
                  <a:pt x="1684850" y="78089"/>
                </a:lnTo>
                <a:lnTo>
                  <a:pt x="1683721" y="81861"/>
                </a:lnTo>
                <a:lnTo>
                  <a:pt x="1683334" y="85814"/>
                </a:lnTo>
                <a:lnTo>
                  <a:pt x="1683438" y="87268"/>
                </a:lnTo>
                <a:lnTo>
                  <a:pt x="1683741" y="88675"/>
                </a:lnTo>
                <a:lnTo>
                  <a:pt x="1684226" y="90020"/>
                </a:lnTo>
                <a:lnTo>
                  <a:pt x="1684880" y="91287"/>
                </a:lnTo>
                <a:lnTo>
                  <a:pt x="1685687" y="92461"/>
                </a:lnTo>
                <a:lnTo>
                  <a:pt x="1686632" y="93528"/>
                </a:lnTo>
                <a:lnTo>
                  <a:pt x="1687699" y="94472"/>
                </a:lnTo>
                <a:lnTo>
                  <a:pt x="1688875" y="95278"/>
                </a:lnTo>
                <a:lnTo>
                  <a:pt x="1690143" y="95932"/>
                </a:lnTo>
                <a:lnTo>
                  <a:pt x="1691488" y="96417"/>
                </a:lnTo>
                <a:lnTo>
                  <a:pt x="1692896" y="96719"/>
                </a:lnTo>
                <a:lnTo>
                  <a:pt x="1694351" y="96823"/>
                </a:lnTo>
                <a:lnTo>
                  <a:pt x="1695869" y="96719"/>
                </a:lnTo>
                <a:lnTo>
                  <a:pt x="1697339" y="96418"/>
                </a:lnTo>
                <a:lnTo>
                  <a:pt x="1698745" y="95936"/>
                </a:lnTo>
                <a:lnTo>
                  <a:pt x="1700072" y="95288"/>
                </a:lnTo>
                <a:lnTo>
                  <a:pt x="1701302" y="94491"/>
                </a:lnTo>
                <a:lnTo>
                  <a:pt x="1702420" y="93560"/>
                </a:lnTo>
                <a:lnTo>
                  <a:pt x="1703411" y="92513"/>
                </a:lnTo>
                <a:lnTo>
                  <a:pt x="1704257" y="91363"/>
                </a:lnTo>
                <a:lnTo>
                  <a:pt x="1704943" y="90129"/>
                </a:lnTo>
                <a:lnTo>
                  <a:pt x="1705453" y="88825"/>
                </a:lnTo>
                <a:lnTo>
                  <a:pt x="1705771" y="87467"/>
                </a:lnTo>
                <a:lnTo>
                  <a:pt x="1705880" y="86072"/>
                </a:lnTo>
                <a:lnTo>
                  <a:pt x="1705875" y="85811"/>
                </a:lnTo>
                <a:lnTo>
                  <a:pt x="1705860" y="85537"/>
                </a:lnTo>
                <a:lnTo>
                  <a:pt x="1705836" y="85252"/>
                </a:lnTo>
                <a:lnTo>
                  <a:pt x="1705804" y="84953"/>
                </a:lnTo>
                <a:lnTo>
                  <a:pt x="1705765" y="84639"/>
                </a:lnTo>
                <a:lnTo>
                  <a:pt x="1705720" y="84311"/>
                </a:lnTo>
                <a:lnTo>
                  <a:pt x="1705669" y="83967"/>
                </a:lnTo>
                <a:lnTo>
                  <a:pt x="1705614" y="83605"/>
                </a:lnTo>
                <a:lnTo>
                  <a:pt x="1705555" y="83227"/>
                </a:lnTo>
                <a:lnTo>
                  <a:pt x="1705494" y="82829"/>
                </a:lnTo>
                <a:lnTo>
                  <a:pt x="1705432" y="82412"/>
                </a:lnTo>
                <a:lnTo>
                  <a:pt x="1705368" y="81975"/>
                </a:lnTo>
                <a:lnTo>
                  <a:pt x="1705245" y="81405"/>
                </a:lnTo>
                <a:lnTo>
                  <a:pt x="1705133" y="80845"/>
                </a:lnTo>
                <a:lnTo>
                  <a:pt x="1705032" y="80296"/>
                </a:lnTo>
                <a:lnTo>
                  <a:pt x="1704941" y="79757"/>
                </a:lnTo>
                <a:lnTo>
                  <a:pt x="1704861" y="79229"/>
                </a:lnTo>
                <a:lnTo>
                  <a:pt x="1704791" y="78712"/>
                </a:lnTo>
                <a:lnTo>
                  <a:pt x="1704732" y="78205"/>
                </a:lnTo>
                <a:lnTo>
                  <a:pt x="1704684" y="77708"/>
                </a:lnTo>
                <a:lnTo>
                  <a:pt x="1704646" y="77223"/>
                </a:lnTo>
                <a:lnTo>
                  <a:pt x="1704620" y="76748"/>
                </a:lnTo>
                <a:lnTo>
                  <a:pt x="1704603" y="76283"/>
                </a:lnTo>
                <a:lnTo>
                  <a:pt x="1704598" y="75829"/>
                </a:lnTo>
                <a:lnTo>
                  <a:pt x="1704765" y="74130"/>
                </a:lnTo>
                <a:lnTo>
                  <a:pt x="1705253" y="72500"/>
                </a:lnTo>
                <a:lnTo>
                  <a:pt x="1706039" y="70953"/>
                </a:lnTo>
                <a:lnTo>
                  <a:pt x="1707103" y="69505"/>
                </a:lnTo>
                <a:lnTo>
                  <a:pt x="1708423" y="68170"/>
                </a:lnTo>
                <a:lnTo>
                  <a:pt x="1709979" y="66964"/>
                </a:lnTo>
                <a:lnTo>
                  <a:pt x="1711747" y="65903"/>
                </a:lnTo>
                <a:lnTo>
                  <a:pt x="1713708" y="65000"/>
                </a:lnTo>
                <a:lnTo>
                  <a:pt x="1715840" y="64272"/>
                </a:lnTo>
                <a:lnTo>
                  <a:pt x="1718121" y="63733"/>
                </a:lnTo>
                <a:lnTo>
                  <a:pt x="1720531" y="63398"/>
                </a:lnTo>
                <a:lnTo>
                  <a:pt x="1723047" y="63284"/>
                </a:lnTo>
                <a:lnTo>
                  <a:pt x="1726067" y="63438"/>
                </a:lnTo>
                <a:lnTo>
                  <a:pt x="1728848" y="63898"/>
                </a:lnTo>
                <a:lnTo>
                  <a:pt x="1731385" y="64660"/>
                </a:lnTo>
                <a:lnTo>
                  <a:pt x="1733674" y="65720"/>
                </a:lnTo>
                <a:lnTo>
                  <a:pt x="1735710" y="67077"/>
                </a:lnTo>
                <a:lnTo>
                  <a:pt x="1737489" y="68724"/>
                </a:lnTo>
                <a:lnTo>
                  <a:pt x="1739007" y="70660"/>
                </a:lnTo>
                <a:lnTo>
                  <a:pt x="1740259" y="72880"/>
                </a:lnTo>
                <a:lnTo>
                  <a:pt x="1741240" y="75381"/>
                </a:lnTo>
                <a:lnTo>
                  <a:pt x="1741946" y="78160"/>
                </a:lnTo>
                <a:lnTo>
                  <a:pt x="1742373" y="81213"/>
                </a:lnTo>
                <a:lnTo>
                  <a:pt x="1742517" y="84536"/>
                </a:lnTo>
                <a:lnTo>
                  <a:pt x="1742517" y="100154"/>
                </a:lnTo>
                <a:lnTo>
                  <a:pt x="1733360" y="103847"/>
                </a:lnTo>
                <a:lnTo>
                  <a:pt x="1725521" y="107038"/>
                </a:lnTo>
                <a:lnTo>
                  <a:pt x="1718854" y="109803"/>
                </a:lnTo>
                <a:lnTo>
                  <a:pt x="1713215" y="112215"/>
                </a:lnTo>
                <a:lnTo>
                  <a:pt x="1708458" y="114351"/>
                </a:lnTo>
                <a:lnTo>
                  <a:pt x="1704439" y="116284"/>
                </a:lnTo>
                <a:lnTo>
                  <a:pt x="1701012" y="118088"/>
                </a:lnTo>
                <a:lnTo>
                  <a:pt x="1698033" y="119840"/>
                </a:lnTo>
                <a:lnTo>
                  <a:pt x="1695356" y="121613"/>
                </a:lnTo>
                <a:lnTo>
                  <a:pt x="1692836" y="123482"/>
                </a:lnTo>
                <a:lnTo>
                  <a:pt x="1690329" y="125521"/>
                </a:lnTo>
                <a:lnTo>
                  <a:pt x="1687689" y="127806"/>
                </a:lnTo>
                <a:lnTo>
                  <a:pt x="1686324" y="129159"/>
                </a:lnTo>
                <a:lnTo>
                  <a:pt x="1685048" y="130648"/>
                </a:lnTo>
                <a:lnTo>
                  <a:pt x="1683869" y="132259"/>
                </a:lnTo>
                <a:lnTo>
                  <a:pt x="1682792" y="133980"/>
                </a:lnTo>
                <a:lnTo>
                  <a:pt x="1681821" y="135796"/>
                </a:lnTo>
                <a:lnTo>
                  <a:pt x="1680962" y="137695"/>
                </a:lnTo>
                <a:lnTo>
                  <a:pt x="1680221" y="139663"/>
                </a:lnTo>
                <a:lnTo>
                  <a:pt x="1679602" y="141688"/>
                </a:lnTo>
                <a:lnTo>
                  <a:pt x="1679112" y="143755"/>
                </a:lnTo>
                <a:lnTo>
                  <a:pt x="1678755" y="145851"/>
                </a:lnTo>
                <a:lnTo>
                  <a:pt x="1678537" y="147964"/>
                </a:lnTo>
                <a:lnTo>
                  <a:pt x="1678463" y="150079"/>
                </a:lnTo>
                <a:lnTo>
                  <a:pt x="1678694" y="154008"/>
                </a:lnTo>
                <a:lnTo>
                  <a:pt x="1679370" y="157711"/>
                </a:lnTo>
                <a:lnTo>
                  <a:pt x="1680469" y="161168"/>
                </a:lnTo>
                <a:lnTo>
                  <a:pt x="1681965" y="164355"/>
                </a:lnTo>
                <a:lnTo>
                  <a:pt x="1683835" y="167251"/>
                </a:lnTo>
                <a:lnTo>
                  <a:pt x="1686054" y="169832"/>
                </a:lnTo>
                <a:lnTo>
                  <a:pt x="1688599" y="172078"/>
                </a:lnTo>
                <a:lnTo>
                  <a:pt x="1691446" y="173965"/>
                </a:lnTo>
                <a:lnTo>
                  <a:pt x="1694570" y="175472"/>
                </a:lnTo>
                <a:lnTo>
                  <a:pt x="1697948" y="176575"/>
                </a:lnTo>
                <a:lnTo>
                  <a:pt x="1701555" y="177254"/>
                </a:lnTo>
                <a:lnTo>
                  <a:pt x="1705368" y="177485"/>
                </a:lnTo>
                <a:lnTo>
                  <a:pt x="1708173" y="177371"/>
                </a:lnTo>
                <a:lnTo>
                  <a:pt x="1710967" y="177025"/>
                </a:lnTo>
                <a:lnTo>
                  <a:pt x="1713770" y="176436"/>
                </a:lnTo>
                <a:lnTo>
                  <a:pt x="1716602" y="175597"/>
                </a:lnTo>
                <a:lnTo>
                  <a:pt x="1719484" y="174497"/>
                </a:lnTo>
                <a:lnTo>
                  <a:pt x="1722437" y="173130"/>
                </a:lnTo>
                <a:lnTo>
                  <a:pt x="1725480" y="171484"/>
                </a:lnTo>
                <a:lnTo>
                  <a:pt x="1728635" y="169552"/>
                </a:lnTo>
                <a:lnTo>
                  <a:pt x="1731921" y="167325"/>
                </a:lnTo>
                <a:lnTo>
                  <a:pt x="1735359" y="164793"/>
                </a:lnTo>
                <a:lnTo>
                  <a:pt x="1738970" y="161949"/>
                </a:lnTo>
                <a:lnTo>
                  <a:pt x="1742775" y="158782"/>
                </a:lnTo>
                <a:lnTo>
                  <a:pt x="1743166" y="161949"/>
                </a:lnTo>
                <a:lnTo>
                  <a:pt x="1743705" y="164793"/>
                </a:lnTo>
                <a:lnTo>
                  <a:pt x="1744400" y="167325"/>
                </a:lnTo>
                <a:lnTo>
                  <a:pt x="1745261" y="169552"/>
                </a:lnTo>
                <a:lnTo>
                  <a:pt x="1746296" y="171484"/>
                </a:lnTo>
                <a:lnTo>
                  <a:pt x="1747514" y="173130"/>
                </a:lnTo>
                <a:lnTo>
                  <a:pt x="1748925" y="174497"/>
                </a:lnTo>
                <a:lnTo>
                  <a:pt x="1750536" y="175597"/>
                </a:lnTo>
                <a:lnTo>
                  <a:pt x="1752358" y="176436"/>
                </a:lnTo>
                <a:lnTo>
                  <a:pt x="1754398" y="177025"/>
                </a:lnTo>
                <a:lnTo>
                  <a:pt x="1756666" y="177371"/>
                </a:lnTo>
                <a:lnTo>
                  <a:pt x="1759171" y="177485"/>
                </a:lnTo>
                <a:lnTo>
                  <a:pt x="1761283" y="177419"/>
                </a:lnTo>
                <a:lnTo>
                  <a:pt x="1763281" y="177212"/>
                </a:lnTo>
                <a:lnTo>
                  <a:pt x="1765188" y="176853"/>
                </a:lnTo>
                <a:lnTo>
                  <a:pt x="1767028" y="176328"/>
                </a:lnTo>
                <a:lnTo>
                  <a:pt x="1768826" y="175625"/>
                </a:lnTo>
                <a:lnTo>
                  <a:pt x="1770605" y="174732"/>
                </a:lnTo>
                <a:lnTo>
                  <a:pt x="1772389" y="173635"/>
                </a:lnTo>
                <a:lnTo>
                  <a:pt x="1774203" y="172324"/>
                </a:lnTo>
                <a:lnTo>
                  <a:pt x="1776070" y="170785"/>
                </a:lnTo>
                <a:lnTo>
                  <a:pt x="1778014" y="169006"/>
                </a:lnTo>
                <a:lnTo>
                  <a:pt x="1780059" y="166974"/>
                </a:lnTo>
                <a:lnTo>
                  <a:pt x="1782230" y="164677"/>
                </a:lnTo>
                <a:lnTo>
                  <a:pt x="1782230" y="158019"/>
                </a:lnTo>
                <a:moveTo>
                  <a:pt x="1742517" y="143409"/>
                </a:moveTo>
                <a:lnTo>
                  <a:pt x="1742488" y="145282"/>
                </a:lnTo>
                <a:lnTo>
                  <a:pt x="1742397" y="146941"/>
                </a:lnTo>
                <a:lnTo>
                  <a:pt x="1742233" y="148410"/>
                </a:lnTo>
                <a:lnTo>
                  <a:pt x="1741986" y="149712"/>
                </a:lnTo>
                <a:lnTo>
                  <a:pt x="1741646" y="150867"/>
                </a:lnTo>
                <a:lnTo>
                  <a:pt x="1741204" y="151898"/>
                </a:lnTo>
                <a:lnTo>
                  <a:pt x="1740650" y="152828"/>
                </a:lnTo>
                <a:lnTo>
                  <a:pt x="1739975" y="153678"/>
                </a:lnTo>
                <a:lnTo>
                  <a:pt x="1739167" y="154472"/>
                </a:lnTo>
                <a:lnTo>
                  <a:pt x="1738217" y="155231"/>
                </a:lnTo>
                <a:lnTo>
                  <a:pt x="1737117" y="155977"/>
                </a:lnTo>
                <a:lnTo>
                  <a:pt x="1735855" y="156733"/>
                </a:lnTo>
                <a:lnTo>
                  <a:pt x="1734299" y="157603"/>
                </a:lnTo>
                <a:lnTo>
                  <a:pt x="1732709" y="158416"/>
                </a:lnTo>
                <a:lnTo>
                  <a:pt x="1731097" y="159168"/>
                </a:lnTo>
                <a:lnTo>
                  <a:pt x="1729471" y="159856"/>
                </a:lnTo>
                <a:lnTo>
                  <a:pt x="1727841" y="160476"/>
                </a:lnTo>
                <a:lnTo>
                  <a:pt x="1726217" y="161025"/>
                </a:lnTo>
                <a:lnTo>
                  <a:pt x="1724610" y="161499"/>
                </a:lnTo>
                <a:lnTo>
                  <a:pt x="1723027" y="161895"/>
                </a:lnTo>
                <a:lnTo>
                  <a:pt x="1721481" y="162209"/>
                </a:lnTo>
                <a:lnTo>
                  <a:pt x="1719979" y="162437"/>
                </a:lnTo>
                <a:lnTo>
                  <a:pt x="1718533" y="162577"/>
                </a:lnTo>
                <a:lnTo>
                  <a:pt x="1717152" y="162625"/>
                </a:lnTo>
                <a:lnTo>
                  <a:pt x="1714951" y="162447"/>
                </a:lnTo>
                <a:lnTo>
                  <a:pt x="1712843" y="161928"/>
                </a:lnTo>
                <a:lnTo>
                  <a:pt x="1710848" y="161092"/>
                </a:lnTo>
                <a:lnTo>
                  <a:pt x="1708983" y="159958"/>
                </a:lnTo>
                <a:lnTo>
                  <a:pt x="1707268" y="158551"/>
                </a:lnTo>
                <a:lnTo>
                  <a:pt x="1705721" y="156892"/>
                </a:lnTo>
                <a:lnTo>
                  <a:pt x="1704360" y="155004"/>
                </a:lnTo>
                <a:lnTo>
                  <a:pt x="1703205" y="152908"/>
                </a:lnTo>
                <a:lnTo>
                  <a:pt x="1702274" y="150627"/>
                </a:lnTo>
                <a:lnTo>
                  <a:pt x="1701586" y="148184"/>
                </a:lnTo>
                <a:lnTo>
                  <a:pt x="1701159" y="145600"/>
                </a:lnTo>
                <a:lnTo>
                  <a:pt x="1701013" y="142897"/>
                </a:lnTo>
                <a:lnTo>
                  <a:pt x="1701013" y="141873"/>
                </a:lnTo>
                <a:lnTo>
                  <a:pt x="1701238" y="138212"/>
                </a:lnTo>
                <a:lnTo>
                  <a:pt x="1701934" y="134768"/>
                </a:lnTo>
                <a:lnTo>
                  <a:pt x="1703138" y="131516"/>
                </a:lnTo>
                <a:lnTo>
                  <a:pt x="1704884" y="128426"/>
                </a:lnTo>
                <a:lnTo>
                  <a:pt x="1707206" y="125471"/>
                </a:lnTo>
                <a:lnTo>
                  <a:pt x="1710139" y="122624"/>
                </a:lnTo>
                <a:lnTo>
                  <a:pt x="1713718" y="119857"/>
                </a:lnTo>
                <a:lnTo>
                  <a:pt x="1717977" y="117142"/>
                </a:lnTo>
                <a:lnTo>
                  <a:pt x="1722952" y="114453"/>
                </a:lnTo>
                <a:lnTo>
                  <a:pt x="1728677" y="111760"/>
                </a:lnTo>
                <a:lnTo>
                  <a:pt x="1735187" y="109038"/>
                </a:lnTo>
                <a:lnTo>
                  <a:pt x="1742517" y="106257"/>
                </a:lnTo>
                <a:lnTo>
                  <a:pt x="1742517" y="143409"/>
                </a:lnTo>
                <a:close/>
                <a:moveTo>
                  <a:pt x="1884718" y="134973"/>
                </a:moveTo>
                <a:lnTo>
                  <a:pt x="1881702" y="139211"/>
                </a:lnTo>
                <a:lnTo>
                  <a:pt x="1878785" y="142978"/>
                </a:lnTo>
                <a:lnTo>
                  <a:pt x="1875938" y="146294"/>
                </a:lnTo>
                <a:lnTo>
                  <a:pt x="1873131" y="149177"/>
                </a:lnTo>
                <a:lnTo>
                  <a:pt x="1870334" y="151648"/>
                </a:lnTo>
                <a:lnTo>
                  <a:pt x="1867519" y="153727"/>
                </a:lnTo>
                <a:lnTo>
                  <a:pt x="1864655" y="155431"/>
                </a:lnTo>
                <a:lnTo>
                  <a:pt x="1861715" y="156783"/>
                </a:lnTo>
                <a:lnTo>
                  <a:pt x="1858667" y="157799"/>
                </a:lnTo>
                <a:lnTo>
                  <a:pt x="1855483" y="158501"/>
                </a:lnTo>
                <a:lnTo>
                  <a:pt x="1852134" y="158908"/>
                </a:lnTo>
                <a:lnTo>
                  <a:pt x="1848590" y="159040"/>
                </a:lnTo>
                <a:lnTo>
                  <a:pt x="1842910" y="158620"/>
                </a:lnTo>
                <a:lnTo>
                  <a:pt x="1837552" y="157386"/>
                </a:lnTo>
                <a:lnTo>
                  <a:pt x="1832548" y="155379"/>
                </a:lnTo>
                <a:lnTo>
                  <a:pt x="1827931" y="152639"/>
                </a:lnTo>
                <a:lnTo>
                  <a:pt x="1823734" y="149205"/>
                </a:lnTo>
                <a:lnTo>
                  <a:pt x="1819990" y="145118"/>
                </a:lnTo>
                <a:lnTo>
                  <a:pt x="1816731" y="140418"/>
                </a:lnTo>
                <a:lnTo>
                  <a:pt x="1813991" y="135144"/>
                </a:lnTo>
                <a:lnTo>
                  <a:pt x="1811803" y="129337"/>
                </a:lnTo>
                <a:lnTo>
                  <a:pt x="1810199" y="123036"/>
                </a:lnTo>
                <a:lnTo>
                  <a:pt x="1809213" y="116282"/>
                </a:lnTo>
                <a:lnTo>
                  <a:pt x="1808877" y="109115"/>
                </a:lnTo>
                <a:lnTo>
                  <a:pt x="1809166" y="102699"/>
                </a:lnTo>
                <a:lnTo>
                  <a:pt x="1810017" y="96659"/>
                </a:lnTo>
                <a:lnTo>
                  <a:pt x="1811403" y="91029"/>
                </a:lnTo>
                <a:lnTo>
                  <a:pt x="1813299" y="85845"/>
                </a:lnTo>
                <a:lnTo>
                  <a:pt x="1815679" y="81141"/>
                </a:lnTo>
                <a:lnTo>
                  <a:pt x="1818518" y="76952"/>
                </a:lnTo>
                <a:lnTo>
                  <a:pt x="1821788" y="73312"/>
                </a:lnTo>
                <a:lnTo>
                  <a:pt x="1825465" y="70256"/>
                </a:lnTo>
                <a:lnTo>
                  <a:pt x="1829523" y="67818"/>
                </a:lnTo>
                <a:lnTo>
                  <a:pt x="1833936" y="66035"/>
                </a:lnTo>
                <a:lnTo>
                  <a:pt x="1838678" y="64939"/>
                </a:lnTo>
                <a:lnTo>
                  <a:pt x="1843722" y="64566"/>
                </a:lnTo>
                <a:lnTo>
                  <a:pt x="1845908" y="64627"/>
                </a:lnTo>
                <a:lnTo>
                  <a:pt x="1847866" y="64818"/>
                </a:lnTo>
                <a:lnTo>
                  <a:pt x="1849615" y="65154"/>
                </a:lnTo>
                <a:lnTo>
                  <a:pt x="1851171" y="65646"/>
                </a:lnTo>
                <a:lnTo>
                  <a:pt x="1852553" y="66310"/>
                </a:lnTo>
                <a:lnTo>
                  <a:pt x="1853778" y="67157"/>
                </a:lnTo>
                <a:lnTo>
                  <a:pt x="1854865" y="68202"/>
                </a:lnTo>
                <a:lnTo>
                  <a:pt x="1855831" y="69458"/>
                </a:lnTo>
                <a:lnTo>
                  <a:pt x="1856693" y="70937"/>
                </a:lnTo>
                <a:lnTo>
                  <a:pt x="1857471" y="72654"/>
                </a:lnTo>
                <a:lnTo>
                  <a:pt x="1858180" y="74622"/>
                </a:lnTo>
                <a:lnTo>
                  <a:pt x="1858841" y="76854"/>
                </a:lnTo>
                <a:lnTo>
                  <a:pt x="1860377" y="82487"/>
                </a:lnTo>
                <a:lnTo>
                  <a:pt x="1860942" y="84225"/>
                </a:lnTo>
                <a:lnTo>
                  <a:pt x="1861607" y="85849"/>
                </a:lnTo>
                <a:lnTo>
                  <a:pt x="1862366" y="87353"/>
                </a:lnTo>
                <a:lnTo>
                  <a:pt x="1863214" y="88728"/>
                </a:lnTo>
                <a:lnTo>
                  <a:pt x="1864143" y="89968"/>
                </a:lnTo>
                <a:lnTo>
                  <a:pt x="1865149" y="91066"/>
                </a:lnTo>
                <a:lnTo>
                  <a:pt x="1866223" y="92014"/>
                </a:lnTo>
                <a:lnTo>
                  <a:pt x="1867361" y="92806"/>
                </a:lnTo>
                <a:lnTo>
                  <a:pt x="1868556" y="93434"/>
                </a:lnTo>
                <a:lnTo>
                  <a:pt x="1869801" y="93892"/>
                </a:lnTo>
                <a:lnTo>
                  <a:pt x="1871091" y="94172"/>
                </a:lnTo>
                <a:lnTo>
                  <a:pt x="1872418" y="94267"/>
                </a:lnTo>
                <a:lnTo>
                  <a:pt x="1874060" y="94167"/>
                </a:lnTo>
                <a:lnTo>
                  <a:pt x="1875643" y="93879"/>
                </a:lnTo>
                <a:lnTo>
                  <a:pt x="1877151" y="93414"/>
                </a:lnTo>
                <a:lnTo>
                  <a:pt x="1878568" y="92787"/>
                </a:lnTo>
                <a:lnTo>
                  <a:pt x="1879878" y="92010"/>
                </a:lnTo>
                <a:lnTo>
                  <a:pt x="1881066" y="91097"/>
                </a:lnTo>
                <a:lnTo>
                  <a:pt x="1882115" y="90061"/>
                </a:lnTo>
                <a:lnTo>
                  <a:pt x="1883009" y="88917"/>
                </a:lnTo>
                <a:lnTo>
                  <a:pt x="1883733" y="87676"/>
                </a:lnTo>
                <a:lnTo>
                  <a:pt x="1884269" y="86352"/>
                </a:lnTo>
                <a:lnTo>
                  <a:pt x="1884603" y="84960"/>
                </a:lnTo>
                <a:lnTo>
                  <a:pt x="1884718" y="83511"/>
                </a:lnTo>
                <a:lnTo>
                  <a:pt x="1884352" y="79981"/>
                </a:lnTo>
                <a:lnTo>
                  <a:pt x="1883289" y="76580"/>
                </a:lnTo>
                <a:lnTo>
                  <a:pt x="1881579" y="73342"/>
                </a:lnTo>
                <a:lnTo>
                  <a:pt x="1879270" y="70301"/>
                </a:lnTo>
                <a:lnTo>
                  <a:pt x="1876414" y="67491"/>
                </a:lnTo>
                <a:lnTo>
                  <a:pt x="1873059" y="64947"/>
                </a:lnTo>
                <a:lnTo>
                  <a:pt x="1869256" y="62700"/>
                </a:lnTo>
                <a:lnTo>
                  <a:pt x="1865054" y="60787"/>
                </a:lnTo>
                <a:lnTo>
                  <a:pt x="1860504" y="59239"/>
                </a:lnTo>
                <a:lnTo>
                  <a:pt x="1855655" y="58092"/>
                </a:lnTo>
                <a:lnTo>
                  <a:pt x="1850556" y="57379"/>
                </a:lnTo>
                <a:lnTo>
                  <a:pt x="1845259" y="57134"/>
                </a:lnTo>
                <a:lnTo>
                  <a:pt x="1842112" y="57240"/>
                </a:lnTo>
                <a:lnTo>
                  <a:pt x="1838954" y="57556"/>
                </a:lnTo>
                <a:lnTo>
                  <a:pt x="1835796" y="58079"/>
                </a:lnTo>
                <a:lnTo>
                  <a:pt x="1832648" y="58804"/>
                </a:lnTo>
                <a:lnTo>
                  <a:pt x="1829523" y="59729"/>
                </a:lnTo>
                <a:lnTo>
                  <a:pt x="1826429" y="60849"/>
                </a:lnTo>
                <a:lnTo>
                  <a:pt x="1823377" y="62161"/>
                </a:lnTo>
                <a:lnTo>
                  <a:pt x="1820380" y="63662"/>
                </a:lnTo>
                <a:lnTo>
                  <a:pt x="1817446" y="65348"/>
                </a:lnTo>
                <a:lnTo>
                  <a:pt x="1814586" y="67214"/>
                </a:lnTo>
                <a:lnTo>
                  <a:pt x="1811813" y="69259"/>
                </a:lnTo>
                <a:lnTo>
                  <a:pt x="1809135" y="71478"/>
                </a:lnTo>
                <a:lnTo>
                  <a:pt x="1806050" y="74421"/>
                </a:lnTo>
                <a:lnTo>
                  <a:pt x="1803206" y="77608"/>
                </a:lnTo>
                <a:lnTo>
                  <a:pt x="1800607" y="81028"/>
                </a:lnTo>
                <a:lnTo>
                  <a:pt x="1798259" y="84669"/>
                </a:lnTo>
                <a:lnTo>
                  <a:pt x="1796168" y="88520"/>
                </a:lnTo>
                <a:lnTo>
                  <a:pt x="1794338" y="92569"/>
                </a:lnTo>
                <a:lnTo>
                  <a:pt x="1792775" y="96805"/>
                </a:lnTo>
                <a:lnTo>
                  <a:pt x="1791484" y="101216"/>
                </a:lnTo>
                <a:lnTo>
                  <a:pt x="1790470" y="105790"/>
                </a:lnTo>
                <a:lnTo>
                  <a:pt x="1789740" y="110516"/>
                </a:lnTo>
                <a:lnTo>
                  <a:pt x="1789298" y="115383"/>
                </a:lnTo>
                <a:lnTo>
                  <a:pt x="1789149" y="120378"/>
                </a:lnTo>
                <a:lnTo>
                  <a:pt x="1789564" y="128494"/>
                </a:lnTo>
                <a:lnTo>
                  <a:pt x="1790780" y="136166"/>
                </a:lnTo>
                <a:lnTo>
                  <a:pt x="1792756" y="143344"/>
                </a:lnTo>
                <a:lnTo>
                  <a:pt x="1795450" y="149977"/>
                </a:lnTo>
                <a:lnTo>
                  <a:pt x="1798820" y="156017"/>
                </a:lnTo>
                <a:lnTo>
                  <a:pt x="1802824" y="161414"/>
                </a:lnTo>
                <a:lnTo>
                  <a:pt x="1807421" y="166117"/>
                </a:lnTo>
                <a:lnTo>
                  <a:pt x="1812569" y="170076"/>
                </a:lnTo>
                <a:lnTo>
                  <a:pt x="1818225" y="173243"/>
                </a:lnTo>
                <a:lnTo>
                  <a:pt x="1824349" y="175566"/>
                </a:lnTo>
                <a:lnTo>
                  <a:pt x="1830898" y="176997"/>
                </a:lnTo>
                <a:lnTo>
                  <a:pt x="1837831" y="177485"/>
                </a:lnTo>
                <a:lnTo>
                  <a:pt x="1840687" y="177400"/>
                </a:lnTo>
                <a:lnTo>
                  <a:pt x="1843490" y="177145"/>
                </a:lnTo>
                <a:lnTo>
                  <a:pt x="1846241" y="176720"/>
                </a:lnTo>
                <a:lnTo>
                  <a:pt x="1848942" y="176128"/>
                </a:lnTo>
                <a:lnTo>
                  <a:pt x="1851593" y="175369"/>
                </a:lnTo>
                <a:lnTo>
                  <a:pt x="1854196" y="174443"/>
                </a:lnTo>
                <a:lnTo>
                  <a:pt x="1856750" y="173352"/>
                </a:lnTo>
                <a:lnTo>
                  <a:pt x="1859257" y="172096"/>
                </a:lnTo>
                <a:lnTo>
                  <a:pt x="1861718" y="170676"/>
                </a:lnTo>
                <a:lnTo>
                  <a:pt x="1864134" y="169094"/>
                </a:lnTo>
                <a:lnTo>
                  <a:pt x="1866505" y="167349"/>
                </a:lnTo>
                <a:lnTo>
                  <a:pt x="1868833" y="165443"/>
                </a:lnTo>
                <a:lnTo>
                  <a:pt x="1870522" y="163886"/>
                </a:lnTo>
                <a:lnTo>
                  <a:pt x="1872143" y="162271"/>
                </a:lnTo>
                <a:lnTo>
                  <a:pt x="1873712" y="160572"/>
                </a:lnTo>
                <a:lnTo>
                  <a:pt x="1875247" y="158764"/>
                </a:lnTo>
                <a:lnTo>
                  <a:pt x="1876763" y="156822"/>
                </a:lnTo>
                <a:lnTo>
                  <a:pt x="1878279" y="154718"/>
                </a:lnTo>
                <a:lnTo>
                  <a:pt x="1879811" y="152428"/>
                </a:lnTo>
                <a:lnTo>
                  <a:pt x="1881376" y="149926"/>
                </a:lnTo>
                <a:lnTo>
                  <a:pt x="1882991" y="147185"/>
                </a:lnTo>
                <a:lnTo>
                  <a:pt x="1884672" y="144180"/>
                </a:lnTo>
                <a:lnTo>
                  <a:pt x="1886437" y="140885"/>
                </a:lnTo>
                <a:lnTo>
                  <a:pt x="1888303" y="137275"/>
                </a:lnTo>
                <a:lnTo>
                  <a:pt x="1884718" y="134973"/>
                </a:lnTo>
                <a:close/>
                <a:moveTo>
                  <a:pt x="2001038" y="132893"/>
                </a:moveTo>
                <a:lnTo>
                  <a:pt x="1997987" y="137515"/>
                </a:lnTo>
                <a:lnTo>
                  <a:pt x="1994966" y="141651"/>
                </a:lnTo>
                <a:lnTo>
                  <a:pt x="1991951" y="145317"/>
                </a:lnTo>
                <a:lnTo>
                  <a:pt x="1988921" y="148530"/>
                </a:lnTo>
                <a:lnTo>
                  <a:pt x="1985851" y="151304"/>
                </a:lnTo>
                <a:lnTo>
                  <a:pt x="1982719" y="153657"/>
                </a:lnTo>
                <a:lnTo>
                  <a:pt x="1979502" y="155604"/>
                </a:lnTo>
                <a:lnTo>
                  <a:pt x="1976176" y="157160"/>
                </a:lnTo>
                <a:lnTo>
                  <a:pt x="1972718" y="158344"/>
                </a:lnTo>
                <a:lnTo>
                  <a:pt x="1969106" y="159169"/>
                </a:lnTo>
                <a:lnTo>
                  <a:pt x="1965316" y="159652"/>
                </a:lnTo>
                <a:lnTo>
                  <a:pt x="1961325" y="159810"/>
                </a:lnTo>
                <a:lnTo>
                  <a:pt x="1957749" y="159655"/>
                </a:lnTo>
                <a:lnTo>
                  <a:pt x="1954323" y="159191"/>
                </a:lnTo>
                <a:lnTo>
                  <a:pt x="1951045" y="158420"/>
                </a:lnTo>
                <a:lnTo>
                  <a:pt x="1947918" y="157341"/>
                </a:lnTo>
                <a:lnTo>
                  <a:pt x="1944939" y="155956"/>
                </a:lnTo>
                <a:lnTo>
                  <a:pt x="1942111" y="154266"/>
                </a:lnTo>
                <a:lnTo>
                  <a:pt x="1939431" y="152271"/>
                </a:lnTo>
                <a:lnTo>
                  <a:pt x="1936901" y="149973"/>
                </a:lnTo>
                <a:lnTo>
                  <a:pt x="1934520" y="147372"/>
                </a:lnTo>
                <a:lnTo>
                  <a:pt x="1932288" y="144470"/>
                </a:lnTo>
                <a:lnTo>
                  <a:pt x="1930206" y="141267"/>
                </a:lnTo>
                <a:lnTo>
                  <a:pt x="1928274" y="137764"/>
                </a:lnTo>
                <a:lnTo>
                  <a:pt x="1927178" y="135350"/>
                </a:lnTo>
                <a:lnTo>
                  <a:pt x="1926195" y="132960"/>
                </a:lnTo>
                <a:lnTo>
                  <a:pt x="1925319" y="130565"/>
                </a:lnTo>
                <a:lnTo>
                  <a:pt x="1924544" y="128136"/>
                </a:lnTo>
                <a:lnTo>
                  <a:pt x="1923866" y="125642"/>
                </a:lnTo>
                <a:lnTo>
                  <a:pt x="1923278" y="123054"/>
                </a:lnTo>
                <a:lnTo>
                  <a:pt x="1922775" y="120344"/>
                </a:lnTo>
                <a:lnTo>
                  <a:pt x="1922353" y="117482"/>
                </a:lnTo>
                <a:lnTo>
                  <a:pt x="1922006" y="114438"/>
                </a:lnTo>
                <a:lnTo>
                  <a:pt x="1921728" y="111183"/>
                </a:lnTo>
                <a:lnTo>
                  <a:pt x="1921513" y="107688"/>
                </a:lnTo>
                <a:lnTo>
                  <a:pt x="1921358" y="103923"/>
                </a:lnTo>
                <a:lnTo>
                  <a:pt x="2000272" y="103923"/>
                </a:lnTo>
                <a:lnTo>
                  <a:pt x="1999746" y="99954"/>
                </a:lnTo>
                <a:lnTo>
                  <a:pt x="1999188" y="96333"/>
                </a:lnTo>
                <a:lnTo>
                  <a:pt x="1998585" y="93028"/>
                </a:lnTo>
                <a:lnTo>
                  <a:pt x="1997926" y="90003"/>
                </a:lnTo>
                <a:lnTo>
                  <a:pt x="1997200" y="87223"/>
                </a:lnTo>
                <a:lnTo>
                  <a:pt x="1996395" y="84654"/>
                </a:lnTo>
                <a:lnTo>
                  <a:pt x="1995499" y="82261"/>
                </a:lnTo>
                <a:lnTo>
                  <a:pt x="1994501" y="80010"/>
                </a:lnTo>
                <a:lnTo>
                  <a:pt x="1993389" y="77865"/>
                </a:lnTo>
                <a:lnTo>
                  <a:pt x="1992152" y="75792"/>
                </a:lnTo>
                <a:lnTo>
                  <a:pt x="1990777" y="73757"/>
                </a:lnTo>
                <a:lnTo>
                  <a:pt x="1989255" y="71724"/>
                </a:lnTo>
                <a:lnTo>
                  <a:pt x="1987248" y="69503"/>
                </a:lnTo>
                <a:lnTo>
                  <a:pt x="1985080" y="67447"/>
                </a:lnTo>
                <a:lnTo>
                  <a:pt x="1982759" y="65560"/>
                </a:lnTo>
                <a:lnTo>
                  <a:pt x="1980295" y="63850"/>
                </a:lnTo>
                <a:lnTo>
                  <a:pt x="1977695" y="62320"/>
                </a:lnTo>
                <a:lnTo>
                  <a:pt x="1974969" y="60976"/>
                </a:lnTo>
                <a:lnTo>
                  <a:pt x="1972125" y="59825"/>
                </a:lnTo>
                <a:lnTo>
                  <a:pt x="1969173" y="58871"/>
                </a:lnTo>
                <a:lnTo>
                  <a:pt x="1966122" y="58119"/>
                </a:lnTo>
                <a:lnTo>
                  <a:pt x="1962979" y="57575"/>
                </a:lnTo>
                <a:lnTo>
                  <a:pt x="1959755" y="57245"/>
                </a:lnTo>
                <a:lnTo>
                  <a:pt x="1956457" y="57134"/>
                </a:lnTo>
                <a:lnTo>
                  <a:pt x="1953272" y="57230"/>
                </a:lnTo>
                <a:lnTo>
                  <a:pt x="1950123" y="57516"/>
                </a:lnTo>
                <a:lnTo>
                  <a:pt x="1947017" y="57991"/>
                </a:lnTo>
                <a:lnTo>
                  <a:pt x="1943960" y="58652"/>
                </a:lnTo>
                <a:lnTo>
                  <a:pt x="1940955" y="59498"/>
                </a:lnTo>
                <a:lnTo>
                  <a:pt x="1938010" y="60528"/>
                </a:lnTo>
                <a:lnTo>
                  <a:pt x="1935129" y="61738"/>
                </a:lnTo>
                <a:lnTo>
                  <a:pt x="1932317" y="63128"/>
                </a:lnTo>
                <a:lnTo>
                  <a:pt x="1929579" y="64696"/>
                </a:lnTo>
                <a:lnTo>
                  <a:pt x="1926922" y="66439"/>
                </a:lnTo>
                <a:lnTo>
                  <a:pt x="1924351" y="68357"/>
                </a:lnTo>
                <a:lnTo>
                  <a:pt x="1921870" y="70446"/>
                </a:lnTo>
                <a:lnTo>
                  <a:pt x="1918966" y="73220"/>
                </a:lnTo>
                <a:lnTo>
                  <a:pt x="1916283" y="76298"/>
                </a:lnTo>
                <a:lnTo>
                  <a:pt x="1913826" y="79661"/>
                </a:lnTo>
                <a:lnTo>
                  <a:pt x="1911601" y="83295"/>
                </a:lnTo>
                <a:lnTo>
                  <a:pt x="1909614" y="87181"/>
                </a:lnTo>
                <a:lnTo>
                  <a:pt x="1907872" y="91304"/>
                </a:lnTo>
                <a:lnTo>
                  <a:pt x="1906381" y="95647"/>
                </a:lnTo>
                <a:lnTo>
                  <a:pt x="1905148" y="100192"/>
                </a:lnTo>
                <a:lnTo>
                  <a:pt x="1904178" y="104925"/>
                </a:lnTo>
                <a:lnTo>
                  <a:pt x="1903477" y="109827"/>
                </a:lnTo>
                <a:lnTo>
                  <a:pt x="1903052" y="114882"/>
                </a:lnTo>
                <a:lnTo>
                  <a:pt x="1902909" y="120073"/>
                </a:lnTo>
                <a:lnTo>
                  <a:pt x="1903289" y="128635"/>
                </a:lnTo>
                <a:lnTo>
                  <a:pt x="1904412" y="136610"/>
                </a:lnTo>
                <a:lnTo>
                  <a:pt x="1906252" y="143969"/>
                </a:lnTo>
                <a:lnTo>
                  <a:pt x="1908783" y="150681"/>
                </a:lnTo>
                <a:lnTo>
                  <a:pt x="1911980" y="156717"/>
                </a:lnTo>
                <a:lnTo>
                  <a:pt x="1915816" y="162046"/>
                </a:lnTo>
                <a:lnTo>
                  <a:pt x="1920266" y="166637"/>
                </a:lnTo>
                <a:lnTo>
                  <a:pt x="1925304" y="170462"/>
                </a:lnTo>
                <a:lnTo>
                  <a:pt x="1930904" y="173489"/>
                </a:lnTo>
                <a:lnTo>
                  <a:pt x="1937041" y="175689"/>
                </a:lnTo>
                <a:lnTo>
                  <a:pt x="1943688" y="177031"/>
                </a:lnTo>
                <a:lnTo>
                  <a:pt x="1950820" y="177485"/>
                </a:lnTo>
                <a:lnTo>
                  <a:pt x="1956796" y="177171"/>
                </a:lnTo>
                <a:lnTo>
                  <a:pt x="1962548" y="176237"/>
                </a:lnTo>
                <a:lnTo>
                  <a:pt x="1968063" y="174691"/>
                </a:lnTo>
                <a:lnTo>
                  <a:pt x="1973329" y="172541"/>
                </a:lnTo>
                <a:lnTo>
                  <a:pt x="1978336" y="169797"/>
                </a:lnTo>
                <a:lnTo>
                  <a:pt x="1983071" y="166467"/>
                </a:lnTo>
                <a:lnTo>
                  <a:pt x="1987524" y="162561"/>
                </a:lnTo>
                <a:lnTo>
                  <a:pt x="1991682" y="158087"/>
                </a:lnTo>
                <a:lnTo>
                  <a:pt x="1995534" y="153053"/>
                </a:lnTo>
                <a:lnTo>
                  <a:pt x="1999069" y="147470"/>
                </a:lnTo>
                <a:lnTo>
                  <a:pt x="2002274" y="141345"/>
                </a:lnTo>
                <a:lnTo>
                  <a:pt x="2005139" y="134687"/>
                </a:lnTo>
                <a:lnTo>
                  <a:pt x="2001038" y="132893"/>
                </a:lnTo>
                <a:moveTo>
                  <a:pt x="1921870" y="95725"/>
                </a:moveTo>
                <a:lnTo>
                  <a:pt x="1922697" y="90963"/>
                </a:lnTo>
                <a:lnTo>
                  <a:pt x="1923774" y="86635"/>
                </a:lnTo>
                <a:lnTo>
                  <a:pt x="1925103" y="82735"/>
                </a:lnTo>
                <a:lnTo>
                  <a:pt x="1926689" y="79261"/>
                </a:lnTo>
                <a:lnTo>
                  <a:pt x="1928534" y="76208"/>
                </a:lnTo>
                <a:lnTo>
                  <a:pt x="1930643" y="73574"/>
                </a:lnTo>
                <a:lnTo>
                  <a:pt x="1933019" y="71355"/>
                </a:lnTo>
                <a:lnTo>
                  <a:pt x="1935666" y="69548"/>
                </a:lnTo>
                <a:lnTo>
                  <a:pt x="1938586" y="68148"/>
                </a:lnTo>
                <a:lnTo>
                  <a:pt x="1941784" y="67152"/>
                </a:lnTo>
                <a:lnTo>
                  <a:pt x="1945262" y="66558"/>
                </a:lnTo>
                <a:lnTo>
                  <a:pt x="1949025" y="66360"/>
                </a:lnTo>
                <a:lnTo>
                  <a:pt x="1952739" y="66514"/>
                </a:lnTo>
                <a:lnTo>
                  <a:pt x="1956081" y="66993"/>
                </a:lnTo>
                <a:lnTo>
                  <a:pt x="1959075" y="67825"/>
                </a:lnTo>
                <a:lnTo>
                  <a:pt x="1961742" y="69037"/>
                </a:lnTo>
                <a:lnTo>
                  <a:pt x="1964107" y="70657"/>
                </a:lnTo>
                <a:lnTo>
                  <a:pt x="1966193" y="72712"/>
                </a:lnTo>
                <a:lnTo>
                  <a:pt x="1968023" y="75231"/>
                </a:lnTo>
                <a:lnTo>
                  <a:pt x="1969619" y="78239"/>
                </a:lnTo>
                <a:lnTo>
                  <a:pt x="1971006" y="81765"/>
                </a:lnTo>
                <a:lnTo>
                  <a:pt x="1972205" y="85836"/>
                </a:lnTo>
                <a:lnTo>
                  <a:pt x="1973241" y="90481"/>
                </a:lnTo>
                <a:lnTo>
                  <a:pt x="1974136" y="95725"/>
                </a:lnTo>
                <a:lnTo>
                  <a:pt x="1921870" y="95725"/>
                </a:lnTo>
                <a:close/>
                <a:moveTo>
                  <a:pt x="2179107" y="59636"/>
                </a:moveTo>
                <a:lnTo>
                  <a:pt x="2147593" y="59636"/>
                </a:lnTo>
                <a:lnTo>
                  <a:pt x="2147593" y="30002"/>
                </a:lnTo>
                <a:lnTo>
                  <a:pt x="2147694" y="26441"/>
                </a:lnTo>
                <a:lnTo>
                  <a:pt x="2147998" y="23171"/>
                </a:lnTo>
                <a:lnTo>
                  <a:pt x="2148505" y="20196"/>
                </a:lnTo>
                <a:lnTo>
                  <a:pt x="2149215" y="17520"/>
                </a:lnTo>
                <a:lnTo>
                  <a:pt x="2150128" y="15145"/>
                </a:lnTo>
                <a:lnTo>
                  <a:pt x="2151244" y="13075"/>
                </a:lnTo>
                <a:lnTo>
                  <a:pt x="2152562" y="11314"/>
                </a:lnTo>
                <a:lnTo>
                  <a:pt x="2154084" y="9865"/>
                </a:lnTo>
                <a:lnTo>
                  <a:pt x="2155808" y="8732"/>
                </a:lnTo>
                <a:lnTo>
                  <a:pt x="2157735" y="7919"/>
                </a:lnTo>
                <a:lnTo>
                  <a:pt x="2159866" y="7428"/>
                </a:lnTo>
                <a:lnTo>
                  <a:pt x="2162199" y="7264"/>
                </a:lnTo>
                <a:lnTo>
                  <a:pt x="2163508" y="7318"/>
                </a:lnTo>
                <a:lnTo>
                  <a:pt x="2164752" y="7487"/>
                </a:lnTo>
                <a:lnTo>
                  <a:pt x="2165942" y="7779"/>
                </a:lnTo>
                <a:lnTo>
                  <a:pt x="2167085" y="8200"/>
                </a:lnTo>
                <a:lnTo>
                  <a:pt x="2168194" y="8760"/>
                </a:lnTo>
                <a:lnTo>
                  <a:pt x="2169276" y="9466"/>
                </a:lnTo>
                <a:lnTo>
                  <a:pt x="2170343" y="10327"/>
                </a:lnTo>
                <a:lnTo>
                  <a:pt x="2171403" y="11350"/>
                </a:lnTo>
                <a:lnTo>
                  <a:pt x="2172467" y="12543"/>
                </a:lnTo>
                <a:lnTo>
                  <a:pt x="2173544" y="13915"/>
                </a:lnTo>
                <a:lnTo>
                  <a:pt x="2174644" y="15473"/>
                </a:lnTo>
                <a:lnTo>
                  <a:pt x="2175776" y="17225"/>
                </a:lnTo>
                <a:lnTo>
                  <a:pt x="2176782" y="18802"/>
                </a:lnTo>
                <a:lnTo>
                  <a:pt x="2177752" y="20213"/>
                </a:lnTo>
                <a:lnTo>
                  <a:pt x="2178696" y="21465"/>
                </a:lnTo>
                <a:lnTo>
                  <a:pt x="2179620" y="22562"/>
                </a:lnTo>
                <a:lnTo>
                  <a:pt x="2180534" y="23511"/>
                </a:lnTo>
                <a:lnTo>
                  <a:pt x="2181446" y="24316"/>
                </a:lnTo>
                <a:lnTo>
                  <a:pt x="2182362" y="24982"/>
                </a:lnTo>
                <a:lnTo>
                  <a:pt x="2183292" y="25516"/>
                </a:lnTo>
                <a:lnTo>
                  <a:pt x="2184244" y="25921"/>
                </a:lnTo>
                <a:lnTo>
                  <a:pt x="2185224" y="26204"/>
                </a:lnTo>
                <a:lnTo>
                  <a:pt x="2186242" y="26370"/>
                </a:lnTo>
                <a:lnTo>
                  <a:pt x="2187306" y="26425"/>
                </a:lnTo>
                <a:lnTo>
                  <a:pt x="2188756" y="26331"/>
                </a:lnTo>
                <a:lnTo>
                  <a:pt x="2190150" y="26056"/>
                </a:lnTo>
                <a:lnTo>
                  <a:pt x="2191475" y="25614"/>
                </a:lnTo>
                <a:lnTo>
                  <a:pt x="2192716" y="25014"/>
                </a:lnTo>
                <a:lnTo>
                  <a:pt x="2193862" y="24269"/>
                </a:lnTo>
                <a:lnTo>
                  <a:pt x="2194898" y="23389"/>
                </a:lnTo>
                <a:lnTo>
                  <a:pt x="2195811" y="22388"/>
                </a:lnTo>
                <a:lnTo>
                  <a:pt x="2196588" y="21275"/>
                </a:lnTo>
                <a:lnTo>
                  <a:pt x="2197216" y="20063"/>
                </a:lnTo>
                <a:lnTo>
                  <a:pt x="2197681" y="18763"/>
                </a:lnTo>
                <a:lnTo>
                  <a:pt x="2197969" y="17387"/>
                </a:lnTo>
                <a:lnTo>
                  <a:pt x="2198069" y="15947"/>
                </a:lnTo>
                <a:lnTo>
                  <a:pt x="2197838" y="13702"/>
                </a:lnTo>
                <a:lnTo>
                  <a:pt x="2197162" y="11578"/>
                </a:lnTo>
                <a:lnTo>
                  <a:pt x="2196067" y="9588"/>
                </a:lnTo>
                <a:lnTo>
                  <a:pt x="2194576" y="7746"/>
                </a:lnTo>
                <a:lnTo>
                  <a:pt x="2192715" y="6068"/>
                </a:lnTo>
                <a:lnTo>
                  <a:pt x="2190510" y="4567"/>
                </a:lnTo>
                <a:lnTo>
                  <a:pt x="2187983" y="3257"/>
                </a:lnTo>
                <a:lnTo>
                  <a:pt x="2185162" y="2154"/>
                </a:lnTo>
                <a:lnTo>
                  <a:pt x="2182070" y="1271"/>
                </a:lnTo>
                <a:lnTo>
                  <a:pt x="2178733" y="622"/>
                </a:lnTo>
                <a:lnTo>
                  <a:pt x="2175175" y="222"/>
                </a:lnTo>
                <a:lnTo>
                  <a:pt x="2171421" y="86"/>
                </a:lnTo>
                <a:lnTo>
                  <a:pt x="2167501" y="229"/>
                </a:lnTo>
                <a:lnTo>
                  <a:pt x="2163692" y="653"/>
                </a:lnTo>
                <a:lnTo>
                  <a:pt x="2160012" y="1351"/>
                </a:lnTo>
                <a:lnTo>
                  <a:pt x="2156475" y="2315"/>
                </a:lnTo>
                <a:lnTo>
                  <a:pt x="2153099" y="3539"/>
                </a:lnTo>
                <a:lnTo>
                  <a:pt x="2149899" y="5015"/>
                </a:lnTo>
                <a:lnTo>
                  <a:pt x="2146891" y="6736"/>
                </a:lnTo>
                <a:lnTo>
                  <a:pt x="2144091" y="8694"/>
                </a:lnTo>
                <a:lnTo>
                  <a:pt x="2141515" y="10883"/>
                </a:lnTo>
                <a:lnTo>
                  <a:pt x="2139180" y="13294"/>
                </a:lnTo>
                <a:lnTo>
                  <a:pt x="2137100" y="15922"/>
                </a:lnTo>
                <a:lnTo>
                  <a:pt x="2135293" y="18758"/>
                </a:lnTo>
                <a:lnTo>
                  <a:pt x="2133723" y="21534"/>
                </a:lnTo>
                <a:lnTo>
                  <a:pt x="2132335" y="24271"/>
                </a:lnTo>
                <a:lnTo>
                  <a:pt x="2131120" y="27014"/>
                </a:lnTo>
                <a:lnTo>
                  <a:pt x="2130067" y="29811"/>
                </a:lnTo>
                <a:lnTo>
                  <a:pt x="2129167" y="32707"/>
                </a:lnTo>
                <a:lnTo>
                  <a:pt x="2128410" y="35749"/>
                </a:lnTo>
                <a:lnTo>
                  <a:pt x="2127786" y="38982"/>
                </a:lnTo>
                <a:lnTo>
                  <a:pt x="2127286" y="42453"/>
                </a:lnTo>
                <a:lnTo>
                  <a:pt x="2126900" y="46207"/>
                </a:lnTo>
                <a:lnTo>
                  <a:pt x="2126619" y="50292"/>
                </a:lnTo>
                <a:lnTo>
                  <a:pt x="2126431" y="54753"/>
                </a:lnTo>
                <a:lnTo>
                  <a:pt x="2126329" y="59636"/>
                </a:lnTo>
                <a:lnTo>
                  <a:pt x="2105319" y="59636"/>
                </a:lnTo>
                <a:lnTo>
                  <a:pt x="2105319" y="67838"/>
                </a:lnTo>
                <a:lnTo>
                  <a:pt x="2126329" y="67838"/>
                </a:lnTo>
                <a:lnTo>
                  <a:pt x="2126329" y="148328"/>
                </a:lnTo>
                <a:lnTo>
                  <a:pt x="2126263" y="152687"/>
                </a:lnTo>
                <a:lnTo>
                  <a:pt x="2126035" y="156443"/>
                </a:lnTo>
                <a:lnTo>
                  <a:pt x="2125600" y="159642"/>
                </a:lnTo>
                <a:lnTo>
                  <a:pt x="2124915" y="162330"/>
                </a:lnTo>
                <a:lnTo>
                  <a:pt x="2123934" y="164556"/>
                </a:lnTo>
                <a:lnTo>
                  <a:pt x="2122613" y="166366"/>
                </a:lnTo>
                <a:lnTo>
                  <a:pt x="2120908" y="167808"/>
                </a:lnTo>
                <a:lnTo>
                  <a:pt x="2118774" y="168928"/>
                </a:lnTo>
                <a:lnTo>
                  <a:pt x="2116167" y="169774"/>
                </a:lnTo>
                <a:lnTo>
                  <a:pt x="2113042" y="170394"/>
                </a:lnTo>
                <a:lnTo>
                  <a:pt x="2109355" y="170833"/>
                </a:lnTo>
                <a:lnTo>
                  <a:pt x="2105061" y="171140"/>
                </a:lnTo>
                <a:lnTo>
                  <a:pt x="2105061" y="174983"/>
                </a:lnTo>
                <a:lnTo>
                  <a:pt x="2171679" y="174983"/>
                </a:lnTo>
                <a:lnTo>
                  <a:pt x="2171679" y="171140"/>
                </a:lnTo>
                <a:lnTo>
                  <a:pt x="2166797" y="170897"/>
                </a:lnTo>
                <a:lnTo>
                  <a:pt x="2162619" y="170519"/>
                </a:lnTo>
                <a:lnTo>
                  <a:pt x="2159093" y="169956"/>
                </a:lnTo>
                <a:lnTo>
                  <a:pt x="2156164" y="169157"/>
                </a:lnTo>
                <a:lnTo>
                  <a:pt x="2153780" y="168074"/>
                </a:lnTo>
                <a:lnTo>
                  <a:pt x="2151886" y="166656"/>
                </a:lnTo>
                <a:lnTo>
                  <a:pt x="2150431" y="164854"/>
                </a:lnTo>
                <a:lnTo>
                  <a:pt x="2149360" y="162617"/>
                </a:lnTo>
                <a:lnTo>
                  <a:pt x="2148619" y="159896"/>
                </a:lnTo>
                <a:lnTo>
                  <a:pt x="2148157" y="156640"/>
                </a:lnTo>
                <a:lnTo>
                  <a:pt x="2147918" y="152801"/>
                </a:lnTo>
                <a:lnTo>
                  <a:pt x="2147851" y="148328"/>
                </a:lnTo>
                <a:lnTo>
                  <a:pt x="2147851" y="67838"/>
                </a:lnTo>
                <a:lnTo>
                  <a:pt x="2179107" y="67838"/>
                </a:lnTo>
                <a:lnTo>
                  <a:pt x="2179107" y="59636"/>
                </a:lnTo>
                <a:close/>
                <a:moveTo>
                  <a:pt x="2249313" y="57134"/>
                </a:moveTo>
                <a:lnTo>
                  <a:pt x="2241201" y="57638"/>
                </a:lnTo>
                <a:lnTo>
                  <a:pt x="2233553" y="59119"/>
                </a:lnTo>
                <a:lnTo>
                  <a:pt x="2226413" y="61528"/>
                </a:lnTo>
                <a:lnTo>
                  <a:pt x="2219828" y="64817"/>
                </a:lnTo>
                <a:lnTo>
                  <a:pt x="2213845" y="68938"/>
                </a:lnTo>
                <a:lnTo>
                  <a:pt x="2208509" y="73844"/>
                </a:lnTo>
                <a:lnTo>
                  <a:pt x="2203867" y="79486"/>
                </a:lnTo>
                <a:lnTo>
                  <a:pt x="2199966" y="85816"/>
                </a:lnTo>
                <a:lnTo>
                  <a:pt x="2196851" y="92786"/>
                </a:lnTo>
                <a:lnTo>
                  <a:pt x="2194568" y="100348"/>
                </a:lnTo>
                <a:lnTo>
                  <a:pt x="2193165" y="108454"/>
                </a:lnTo>
                <a:lnTo>
                  <a:pt x="2192687" y="117055"/>
                </a:lnTo>
                <a:lnTo>
                  <a:pt x="2193175" y="125505"/>
                </a:lnTo>
                <a:lnTo>
                  <a:pt x="2194602" y="133533"/>
                </a:lnTo>
                <a:lnTo>
                  <a:pt x="2196915" y="141079"/>
                </a:lnTo>
                <a:lnTo>
                  <a:pt x="2200060" y="148084"/>
                </a:lnTo>
                <a:lnTo>
                  <a:pt x="2203986" y="154488"/>
                </a:lnTo>
                <a:lnTo>
                  <a:pt x="2208636" y="160232"/>
                </a:lnTo>
                <a:lnTo>
                  <a:pt x="2213960" y="165255"/>
                </a:lnTo>
                <a:lnTo>
                  <a:pt x="2219903" y="169499"/>
                </a:lnTo>
                <a:lnTo>
                  <a:pt x="2226411" y="172903"/>
                </a:lnTo>
                <a:lnTo>
                  <a:pt x="2233432" y="175409"/>
                </a:lnTo>
                <a:lnTo>
                  <a:pt x="2240911" y="176956"/>
                </a:lnTo>
                <a:lnTo>
                  <a:pt x="2248797" y="177485"/>
                </a:lnTo>
                <a:lnTo>
                  <a:pt x="2256698" y="176930"/>
                </a:lnTo>
                <a:lnTo>
                  <a:pt x="2264220" y="175311"/>
                </a:lnTo>
                <a:lnTo>
                  <a:pt x="2271304" y="172691"/>
                </a:lnTo>
                <a:lnTo>
                  <a:pt x="2277892" y="169139"/>
                </a:lnTo>
                <a:lnTo>
                  <a:pt x="2283925" y="164718"/>
                </a:lnTo>
                <a:lnTo>
                  <a:pt x="2289343" y="159496"/>
                </a:lnTo>
                <a:lnTo>
                  <a:pt x="2294089" y="153538"/>
                </a:lnTo>
                <a:lnTo>
                  <a:pt x="2298104" y="146909"/>
                </a:lnTo>
                <a:lnTo>
                  <a:pt x="2301329" y="139675"/>
                </a:lnTo>
                <a:lnTo>
                  <a:pt x="2303705" y="131903"/>
                </a:lnTo>
                <a:lnTo>
                  <a:pt x="2305174" y="123659"/>
                </a:lnTo>
                <a:lnTo>
                  <a:pt x="2305676" y="115007"/>
                </a:lnTo>
                <a:lnTo>
                  <a:pt x="2305194" y="106821"/>
                </a:lnTo>
                <a:lnTo>
                  <a:pt x="2303779" y="99073"/>
                </a:lnTo>
                <a:lnTo>
                  <a:pt x="2301481" y="91813"/>
                </a:lnTo>
                <a:lnTo>
                  <a:pt x="2298351" y="85094"/>
                </a:lnTo>
                <a:lnTo>
                  <a:pt x="2294438" y="78970"/>
                </a:lnTo>
                <a:lnTo>
                  <a:pt x="2289792" y="73491"/>
                </a:lnTo>
                <a:lnTo>
                  <a:pt x="2284463" y="68712"/>
                </a:lnTo>
                <a:lnTo>
                  <a:pt x="2278500" y="64684"/>
                </a:lnTo>
                <a:lnTo>
                  <a:pt x="2271954" y="61459"/>
                </a:lnTo>
                <a:lnTo>
                  <a:pt x="2264874" y="59091"/>
                </a:lnTo>
                <a:lnTo>
                  <a:pt x="2257311" y="57632"/>
                </a:lnTo>
                <a:lnTo>
                  <a:pt x="2249313" y="57134"/>
                </a:lnTo>
                <a:moveTo>
                  <a:pt x="2245982" y="64312"/>
                </a:moveTo>
                <a:lnTo>
                  <a:pt x="2251224" y="64816"/>
                </a:lnTo>
                <a:lnTo>
                  <a:pt x="2256168" y="66295"/>
                </a:lnTo>
                <a:lnTo>
                  <a:pt x="2260786" y="68700"/>
                </a:lnTo>
                <a:lnTo>
                  <a:pt x="2265045" y="71983"/>
                </a:lnTo>
                <a:lnTo>
                  <a:pt x="2268917" y="76095"/>
                </a:lnTo>
                <a:lnTo>
                  <a:pt x="2272371" y="80986"/>
                </a:lnTo>
                <a:lnTo>
                  <a:pt x="2275376" y="86608"/>
                </a:lnTo>
                <a:lnTo>
                  <a:pt x="2277902" y="92912"/>
                </a:lnTo>
                <a:lnTo>
                  <a:pt x="2279920" y="99848"/>
                </a:lnTo>
                <a:lnTo>
                  <a:pt x="2281399" y="107369"/>
                </a:lnTo>
                <a:lnTo>
                  <a:pt x="2282308" y="115425"/>
                </a:lnTo>
                <a:lnTo>
                  <a:pt x="2282618" y="123967"/>
                </a:lnTo>
                <a:lnTo>
                  <a:pt x="2282380" y="130957"/>
                </a:lnTo>
                <a:lnTo>
                  <a:pt x="2281675" y="137447"/>
                </a:lnTo>
                <a:lnTo>
                  <a:pt x="2280516" y="143415"/>
                </a:lnTo>
                <a:lnTo>
                  <a:pt x="2278917" y="148842"/>
                </a:lnTo>
                <a:lnTo>
                  <a:pt x="2276891" y="153707"/>
                </a:lnTo>
                <a:lnTo>
                  <a:pt x="2274451" y="157989"/>
                </a:lnTo>
                <a:lnTo>
                  <a:pt x="2271611" y="161669"/>
                </a:lnTo>
                <a:lnTo>
                  <a:pt x="2268384" y="164726"/>
                </a:lnTo>
                <a:lnTo>
                  <a:pt x="2264784" y="167139"/>
                </a:lnTo>
                <a:lnTo>
                  <a:pt x="2260823" y="168887"/>
                </a:lnTo>
                <a:lnTo>
                  <a:pt x="2256515" y="169952"/>
                </a:lnTo>
                <a:lnTo>
                  <a:pt x="2251873" y="170311"/>
                </a:lnTo>
                <a:lnTo>
                  <a:pt x="2249388" y="170184"/>
                </a:lnTo>
                <a:lnTo>
                  <a:pt x="2246936" y="169808"/>
                </a:lnTo>
                <a:lnTo>
                  <a:pt x="2244531" y="169191"/>
                </a:lnTo>
                <a:lnTo>
                  <a:pt x="2242184" y="168339"/>
                </a:lnTo>
                <a:lnTo>
                  <a:pt x="2239909" y="167260"/>
                </a:lnTo>
                <a:lnTo>
                  <a:pt x="2237717" y="165960"/>
                </a:lnTo>
                <a:lnTo>
                  <a:pt x="2235621" y="164446"/>
                </a:lnTo>
                <a:lnTo>
                  <a:pt x="2233634" y="162726"/>
                </a:lnTo>
                <a:lnTo>
                  <a:pt x="2231768" y="160807"/>
                </a:lnTo>
                <a:lnTo>
                  <a:pt x="2230035" y="158696"/>
                </a:lnTo>
                <a:lnTo>
                  <a:pt x="2228449" y="156400"/>
                </a:lnTo>
                <a:lnTo>
                  <a:pt x="2227021" y="153926"/>
                </a:lnTo>
                <a:lnTo>
                  <a:pt x="2225292" y="150504"/>
                </a:lnTo>
                <a:lnTo>
                  <a:pt x="2223694" y="146904"/>
                </a:lnTo>
                <a:lnTo>
                  <a:pt x="2222232" y="143143"/>
                </a:lnTo>
                <a:lnTo>
                  <a:pt x="2220909" y="139236"/>
                </a:lnTo>
                <a:lnTo>
                  <a:pt x="2219728" y="135197"/>
                </a:lnTo>
                <a:lnTo>
                  <a:pt x="2218693" y="131042"/>
                </a:lnTo>
                <a:lnTo>
                  <a:pt x="2217807" y="126785"/>
                </a:lnTo>
                <a:lnTo>
                  <a:pt x="2217074" y="122442"/>
                </a:lnTo>
                <a:lnTo>
                  <a:pt x="2216498" y="118028"/>
                </a:lnTo>
                <a:lnTo>
                  <a:pt x="2216082" y="113558"/>
                </a:lnTo>
                <a:lnTo>
                  <a:pt x="2215830" y="109046"/>
                </a:lnTo>
                <a:lnTo>
                  <a:pt x="2215745" y="104510"/>
                </a:lnTo>
                <a:lnTo>
                  <a:pt x="2215993" y="98609"/>
                </a:lnTo>
                <a:lnTo>
                  <a:pt x="2216722" y="93086"/>
                </a:lnTo>
                <a:lnTo>
                  <a:pt x="2217911" y="87966"/>
                </a:lnTo>
                <a:lnTo>
                  <a:pt x="2219541" y="83277"/>
                </a:lnTo>
                <a:lnTo>
                  <a:pt x="2221591" y="79042"/>
                </a:lnTo>
                <a:lnTo>
                  <a:pt x="2224041" y="75289"/>
                </a:lnTo>
                <a:lnTo>
                  <a:pt x="2226869" y="72042"/>
                </a:lnTo>
                <a:lnTo>
                  <a:pt x="2230056" y="69328"/>
                </a:lnTo>
                <a:lnTo>
                  <a:pt x="2233581" y="67172"/>
                </a:lnTo>
                <a:lnTo>
                  <a:pt x="2237424" y="65600"/>
                </a:lnTo>
                <a:lnTo>
                  <a:pt x="2241565" y="64638"/>
                </a:lnTo>
                <a:lnTo>
                  <a:pt x="2245982" y="64312"/>
                </a:lnTo>
                <a:close/>
                <a:moveTo>
                  <a:pt x="2315157" y="75071"/>
                </a:moveTo>
                <a:lnTo>
                  <a:pt x="2316029" y="74889"/>
                </a:lnTo>
                <a:lnTo>
                  <a:pt x="2316854" y="74727"/>
                </a:lnTo>
                <a:lnTo>
                  <a:pt x="2317640" y="74585"/>
                </a:lnTo>
                <a:lnTo>
                  <a:pt x="2318394" y="74462"/>
                </a:lnTo>
                <a:lnTo>
                  <a:pt x="2319123" y="74356"/>
                </a:lnTo>
                <a:lnTo>
                  <a:pt x="2319835" y="74268"/>
                </a:lnTo>
                <a:lnTo>
                  <a:pt x="2320535" y="74195"/>
                </a:lnTo>
                <a:lnTo>
                  <a:pt x="2321232" y="74138"/>
                </a:lnTo>
                <a:lnTo>
                  <a:pt x="2321932" y="74095"/>
                </a:lnTo>
                <a:lnTo>
                  <a:pt x="2322643" y="74065"/>
                </a:lnTo>
                <a:lnTo>
                  <a:pt x="2323372" y="74048"/>
                </a:lnTo>
                <a:lnTo>
                  <a:pt x="2324125" y="74043"/>
                </a:lnTo>
                <a:lnTo>
                  <a:pt x="2325642" y="74130"/>
                </a:lnTo>
                <a:lnTo>
                  <a:pt x="2326994" y="74399"/>
                </a:lnTo>
                <a:lnTo>
                  <a:pt x="2328188" y="74859"/>
                </a:lnTo>
                <a:lnTo>
                  <a:pt x="2329230" y="75523"/>
                </a:lnTo>
                <a:lnTo>
                  <a:pt x="2330126" y="76401"/>
                </a:lnTo>
                <a:lnTo>
                  <a:pt x="2330882" y="77502"/>
                </a:lnTo>
                <a:lnTo>
                  <a:pt x="2331505" y="78838"/>
                </a:lnTo>
                <a:lnTo>
                  <a:pt x="2332001" y="80420"/>
                </a:lnTo>
                <a:lnTo>
                  <a:pt x="2332375" y="82258"/>
                </a:lnTo>
                <a:lnTo>
                  <a:pt x="2332635" y="84363"/>
                </a:lnTo>
                <a:lnTo>
                  <a:pt x="2332787" y="86745"/>
                </a:lnTo>
                <a:lnTo>
                  <a:pt x="2332836" y="89415"/>
                </a:lnTo>
                <a:lnTo>
                  <a:pt x="2332836" y="153465"/>
                </a:lnTo>
                <a:lnTo>
                  <a:pt x="2332791" y="156444"/>
                </a:lnTo>
                <a:lnTo>
                  <a:pt x="2332627" y="159008"/>
                </a:lnTo>
                <a:lnTo>
                  <a:pt x="2332299" y="161197"/>
                </a:lnTo>
                <a:lnTo>
                  <a:pt x="2331763" y="163056"/>
                </a:lnTo>
                <a:lnTo>
                  <a:pt x="2330975" y="164627"/>
                </a:lnTo>
                <a:lnTo>
                  <a:pt x="2329889" y="165953"/>
                </a:lnTo>
                <a:lnTo>
                  <a:pt x="2328462" y="167075"/>
                </a:lnTo>
                <a:lnTo>
                  <a:pt x="2326648" y="168038"/>
                </a:lnTo>
                <a:lnTo>
                  <a:pt x="2324404" y="168883"/>
                </a:lnTo>
                <a:lnTo>
                  <a:pt x="2321686" y="169653"/>
                </a:lnTo>
                <a:lnTo>
                  <a:pt x="2318447" y="170391"/>
                </a:lnTo>
                <a:lnTo>
                  <a:pt x="2314645" y="171140"/>
                </a:lnTo>
                <a:lnTo>
                  <a:pt x="2314645" y="174983"/>
                </a:lnTo>
                <a:lnTo>
                  <a:pt x="2376138" y="174983"/>
                </a:lnTo>
                <a:lnTo>
                  <a:pt x="2376138" y="171140"/>
                </a:lnTo>
                <a:lnTo>
                  <a:pt x="2372049" y="170880"/>
                </a:lnTo>
                <a:lnTo>
                  <a:pt x="2368474" y="170465"/>
                </a:lnTo>
                <a:lnTo>
                  <a:pt x="2365384" y="169868"/>
                </a:lnTo>
                <a:lnTo>
                  <a:pt x="2362747" y="169063"/>
                </a:lnTo>
                <a:lnTo>
                  <a:pt x="2360534" y="168024"/>
                </a:lnTo>
                <a:lnTo>
                  <a:pt x="2358714" y="166722"/>
                </a:lnTo>
                <a:lnTo>
                  <a:pt x="2357257" y="165133"/>
                </a:lnTo>
                <a:lnTo>
                  <a:pt x="2356132" y="163228"/>
                </a:lnTo>
                <a:lnTo>
                  <a:pt x="2355311" y="160982"/>
                </a:lnTo>
                <a:lnTo>
                  <a:pt x="2354761" y="158368"/>
                </a:lnTo>
                <a:lnTo>
                  <a:pt x="2354454" y="155359"/>
                </a:lnTo>
                <a:lnTo>
                  <a:pt x="2354358" y="151928"/>
                </a:lnTo>
                <a:lnTo>
                  <a:pt x="2354358" y="94282"/>
                </a:lnTo>
                <a:lnTo>
                  <a:pt x="2354579" y="92147"/>
                </a:lnTo>
                <a:lnTo>
                  <a:pt x="2355206" y="89880"/>
                </a:lnTo>
                <a:lnTo>
                  <a:pt x="2356187" y="87541"/>
                </a:lnTo>
                <a:lnTo>
                  <a:pt x="2357470" y="85193"/>
                </a:lnTo>
                <a:lnTo>
                  <a:pt x="2359003" y="82894"/>
                </a:lnTo>
                <a:lnTo>
                  <a:pt x="2360731" y="80705"/>
                </a:lnTo>
                <a:lnTo>
                  <a:pt x="2362604" y="78687"/>
                </a:lnTo>
                <a:lnTo>
                  <a:pt x="2364569" y="76900"/>
                </a:lnTo>
                <a:lnTo>
                  <a:pt x="2366573" y="75406"/>
                </a:lnTo>
                <a:lnTo>
                  <a:pt x="2368563" y="74263"/>
                </a:lnTo>
                <a:lnTo>
                  <a:pt x="2370488" y="73533"/>
                </a:lnTo>
                <a:lnTo>
                  <a:pt x="2372295" y="73276"/>
                </a:lnTo>
                <a:lnTo>
                  <a:pt x="2372695" y="73303"/>
                </a:lnTo>
                <a:lnTo>
                  <a:pt x="2373126" y="73383"/>
                </a:lnTo>
                <a:lnTo>
                  <a:pt x="2373587" y="73517"/>
                </a:lnTo>
                <a:lnTo>
                  <a:pt x="2374078" y="73704"/>
                </a:lnTo>
                <a:lnTo>
                  <a:pt x="2374598" y="73944"/>
                </a:lnTo>
                <a:lnTo>
                  <a:pt x="2375145" y="74238"/>
                </a:lnTo>
                <a:lnTo>
                  <a:pt x="2375719" y="74585"/>
                </a:lnTo>
                <a:lnTo>
                  <a:pt x="2376318" y="74985"/>
                </a:lnTo>
                <a:lnTo>
                  <a:pt x="2376943" y="75439"/>
                </a:lnTo>
                <a:lnTo>
                  <a:pt x="2377591" y="75946"/>
                </a:lnTo>
                <a:lnTo>
                  <a:pt x="2378263" y="76506"/>
                </a:lnTo>
                <a:lnTo>
                  <a:pt x="2378957" y="77119"/>
                </a:lnTo>
                <a:lnTo>
                  <a:pt x="2379955" y="77973"/>
                </a:lnTo>
                <a:lnTo>
                  <a:pt x="2380907" y="78744"/>
                </a:lnTo>
                <a:lnTo>
                  <a:pt x="2381818" y="79432"/>
                </a:lnTo>
                <a:lnTo>
                  <a:pt x="2382694" y="80041"/>
                </a:lnTo>
                <a:lnTo>
                  <a:pt x="2383542" y="80571"/>
                </a:lnTo>
                <a:lnTo>
                  <a:pt x="2384367" y="81025"/>
                </a:lnTo>
                <a:lnTo>
                  <a:pt x="2385177" y="81404"/>
                </a:lnTo>
                <a:lnTo>
                  <a:pt x="2385977" y="81710"/>
                </a:lnTo>
                <a:lnTo>
                  <a:pt x="2386773" y="81945"/>
                </a:lnTo>
                <a:lnTo>
                  <a:pt x="2387572" y="82110"/>
                </a:lnTo>
                <a:lnTo>
                  <a:pt x="2388380" y="82209"/>
                </a:lnTo>
                <a:lnTo>
                  <a:pt x="2389203" y="82241"/>
                </a:lnTo>
                <a:lnTo>
                  <a:pt x="2390692" y="82151"/>
                </a:lnTo>
                <a:lnTo>
                  <a:pt x="2392079" y="81885"/>
                </a:lnTo>
                <a:lnTo>
                  <a:pt x="2393359" y="81448"/>
                </a:lnTo>
                <a:lnTo>
                  <a:pt x="2394527" y="80846"/>
                </a:lnTo>
                <a:lnTo>
                  <a:pt x="2395578" y="80084"/>
                </a:lnTo>
                <a:lnTo>
                  <a:pt x="2396506" y="79167"/>
                </a:lnTo>
                <a:lnTo>
                  <a:pt x="2397306" y="78101"/>
                </a:lnTo>
                <a:lnTo>
                  <a:pt x="2397972" y="76890"/>
                </a:lnTo>
                <a:lnTo>
                  <a:pt x="2398500" y="75541"/>
                </a:lnTo>
                <a:lnTo>
                  <a:pt x="2398883" y="74059"/>
                </a:lnTo>
                <a:lnTo>
                  <a:pt x="2399117" y="72449"/>
                </a:lnTo>
                <a:lnTo>
                  <a:pt x="2399196" y="70716"/>
                </a:lnTo>
                <a:lnTo>
                  <a:pt x="2399085" y="68672"/>
                </a:lnTo>
                <a:lnTo>
                  <a:pt x="2398757" y="66773"/>
                </a:lnTo>
                <a:lnTo>
                  <a:pt x="2398220" y="65026"/>
                </a:lnTo>
                <a:lnTo>
                  <a:pt x="2397479" y="63436"/>
                </a:lnTo>
                <a:lnTo>
                  <a:pt x="2396543" y="62010"/>
                </a:lnTo>
                <a:lnTo>
                  <a:pt x="2395418" y="60754"/>
                </a:lnTo>
                <a:lnTo>
                  <a:pt x="2394111" y="59674"/>
                </a:lnTo>
                <a:lnTo>
                  <a:pt x="2392631" y="58776"/>
                </a:lnTo>
                <a:lnTo>
                  <a:pt x="2390983" y="58067"/>
                </a:lnTo>
                <a:lnTo>
                  <a:pt x="2389174" y="57553"/>
                </a:lnTo>
                <a:lnTo>
                  <a:pt x="2387213" y="57240"/>
                </a:lnTo>
                <a:lnTo>
                  <a:pt x="2385106" y="57134"/>
                </a:lnTo>
                <a:lnTo>
                  <a:pt x="2382480" y="57260"/>
                </a:lnTo>
                <a:lnTo>
                  <a:pt x="2379964" y="57655"/>
                </a:lnTo>
                <a:lnTo>
                  <a:pt x="2377527" y="58339"/>
                </a:lnTo>
                <a:lnTo>
                  <a:pt x="2375141" y="59336"/>
                </a:lnTo>
                <a:lnTo>
                  <a:pt x="2372777" y="60667"/>
                </a:lnTo>
                <a:lnTo>
                  <a:pt x="2370405" y="62355"/>
                </a:lnTo>
                <a:lnTo>
                  <a:pt x="2367995" y="64422"/>
                </a:lnTo>
                <a:lnTo>
                  <a:pt x="2365519" y="66890"/>
                </a:lnTo>
                <a:lnTo>
                  <a:pt x="2362946" y="69781"/>
                </a:lnTo>
                <a:lnTo>
                  <a:pt x="2360248" y="73118"/>
                </a:lnTo>
                <a:lnTo>
                  <a:pt x="2357395" y="76922"/>
                </a:lnTo>
                <a:lnTo>
                  <a:pt x="2354358" y="81217"/>
                </a:lnTo>
                <a:lnTo>
                  <a:pt x="2354358" y="57650"/>
                </a:lnTo>
                <a:lnTo>
                  <a:pt x="2353079" y="57134"/>
                </a:lnTo>
                <a:lnTo>
                  <a:pt x="2349769" y="58497"/>
                </a:lnTo>
                <a:lnTo>
                  <a:pt x="2346604" y="59778"/>
                </a:lnTo>
                <a:lnTo>
                  <a:pt x="2343550" y="60990"/>
                </a:lnTo>
                <a:lnTo>
                  <a:pt x="2340571" y="62145"/>
                </a:lnTo>
                <a:lnTo>
                  <a:pt x="2337631" y="63257"/>
                </a:lnTo>
                <a:lnTo>
                  <a:pt x="2334694" y="64341"/>
                </a:lnTo>
                <a:lnTo>
                  <a:pt x="2331726" y="65408"/>
                </a:lnTo>
                <a:lnTo>
                  <a:pt x="2328690" y="66472"/>
                </a:lnTo>
                <a:lnTo>
                  <a:pt x="2325550" y="67547"/>
                </a:lnTo>
                <a:lnTo>
                  <a:pt x="2322272" y="68646"/>
                </a:lnTo>
                <a:lnTo>
                  <a:pt x="2318820" y="69783"/>
                </a:lnTo>
                <a:lnTo>
                  <a:pt x="2315157" y="70970"/>
                </a:lnTo>
                <a:lnTo>
                  <a:pt x="2315157" y="75071"/>
                </a:lnTo>
                <a:close/>
                <a:moveTo>
                  <a:pt x="2553694" y="59636"/>
                </a:moveTo>
                <a:lnTo>
                  <a:pt x="2527816" y="59636"/>
                </a:lnTo>
                <a:lnTo>
                  <a:pt x="2527816" y="29916"/>
                </a:lnTo>
                <a:lnTo>
                  <a:pt x="2527810" y="29312"/>
                </a:lnTo>
                <a:lnTo>
                  <a:pt x="2527790" y="28780"/>
                </a:lnTo>
                <a:lnTo>
                  <a:pt x="2527753" y="28315"/>
                </a:lnTo>
                <a:lnTo>
                  <a:pt x="2527693" y="27914"/>
                </a:lnTo>
                <a:lnTo>
                  <a:pt x="2527609" y="27574"/>
                </a:lnTo>
                <a:lnTo>
                  <a:pt x="2527497" y="27290"/>
                </a:lnTo>
                <a:lnTo>
                  <a:pt x="2527352" y="27060"/>
                </a:lnTo>
                <a:lnTo>
                  <a:pt x="2527172" y="26879"/>
                </a:lnTo>
                <a:lnTo>
                  <a:pt x="2526952" y="26745"/>
                </a:lnTo>
                <a:lnTo>
                  <a:pt x="2526690" y="26654"/>
                </a:lnTo>
                <a:lnTo>
                  <a:pt x="2526381" y="26601"/>
                </a:lnTo>
                <a:lnTo>
                  <a:pt x="2526022" y="26585"/>
                </a:lnTo>
                <a:lnTo>
                  <a:pt x="2525579" y="27162"/>
                </a:lnTo>
                <a:lnTo>
                  <a:pt x="2525145" y="27739"/>
                </a:lnTo>
                <a:lnTo>
                  <a:pt x="2524718" y="28319"/>
                </a:lnTo>
                <a:lnTo>
                  <a:pt x="2524296" y="28901"/>
                </a:lnTo>
                <a:lnTo>
                  <a:pt x="2523878" y="29486"/>
                </a:lnTo>
                <a:lnTo>
                  <a:pt x="2523461" y="30076"/>
                </a:lnTo>
                <a:lnTo>
                  <a:pt x="2523045" y="30672"/>
                </a:lnTo>
                <a:lnTo>
                  <a:pt x="2522626" y="31273"/>
                </a:lnTo>
                <a:lnTo>
                  <a:pt x="2522204" y="31882"/>
                </a:lnTo>
                <a:lnTo>
                  <a:pt x="2521777" y="32498"/>
                </a:lnTo>
                <a:lnTo>
                  <a:pt x="2521343" y="33124"/>
                </a:lnTo>
                <a:lnTo>
                  <a:pt x="2520900" y="33759"/>
                </a:lnTo>
                <a:lnTo>
                  <a:pt x="2518444" y="37239"/>
                </a:lnTo>
                <a:lnTo>
                  <a:pt x="2515963" y="40612"/>
                </a:lnTo>
                <a:lnTo>
                  <a:pt x="2513485" y="43845"/>
                </a:lnTo>
                <a:lnTo>
                  <a:pt x="2511039" y="46903"/>
                </a:lnTo>
                <a:lnTo>
                  <a:pt x="2508654" y="49756"/>
                </a:lnTo>
                <a:lnTo>
                  <a:pt x="2506358" y="52369"/>
                </a:lnTo>
                <a:lnTo>
                  <a:pt x="2504180" y="54709"/>
                </a:lnTo>
                <a:lnTo>
                  <a:pt x="2502148" y="56745"/>
                </a:lnTo>
                <a:lnTo>
                  <a:pt x="2500290" y="58442"/>
                </a:lnTo>
                <a:lnTo>
                  <a:pt x="2498635" y="59768"/>
                </a:lnTo>
                <a:lnTo>
                  <a:pt x="2497211" y="60691"/>
                </a:lnTo>
                <a:lnTo>
                  <a:pt x="2496048" y="61176"/>
                </a:lnTo>
                <a:lnTo>
                  <a:pt x="2495370" y="61624"/>
                </a:lnTo>
                <a:lnTo>
                  <a:pt x="2494746" y="62070"/>
                </a:lnTo>
                <a:lnTo>
                  <a:pt x="2494177" y="62512"/>
                </a:lnTo>
                <a:lnTo>
                  <a:pt x="2493665" y="62949"/>
                </a:lnTo>
                <a:lnTo>
                  <a:pt x="2493209" y="63379"/>
                </a:lnTo>
                <a:lnTo>
                  <a:pt x="2492811" y="63801"/>
                </a:lnTo>
                <a:lnTo>
                  <a:pt x="2492472" y="64211"/>
                </a:lnTo>
                <a:lnTo>
                  <a:pt x="2492192" y="64610"/>
                </a:lnTo>
                <a:lnTo>
                  <a:pt x="2491973" y="64994"/>
                </a:lnTo>
                <a:lnTo>
                  <a:pt x="2491816" y="65362"/>
                </a:lnTo>
                <a:lnTo>
                  <a:pt x="2491720" y="65713"/>
                </a:lnTo>
                <a:lnTo>
                  <a:pt x="2491688" y="66044"/>
                </a:lnTo>
                <a:lnTo>
                  <a:pt x="2491694" y="66231"/>
                </a:lnTo>
                <a:lnTo>
                  <a:pt x="2491711" y="66408"/>
                </a:lnTo>
                <a:lnTo>
                  <a:pt x="2491741" y="66577"/>
                </a:lnTo>
                <a:lnTo>
                  <a:pt x="2491784" y="66737"/>
                </a:lnTo>
                <a:lnTo>
                  <a:pt x="2491841" y="66891"/>
                </a:lnTo>
                <a:lnTo>
                  <a:pt x="2491914" y="67038"/>
                </a:lnTo>
                <a:lnTo>
                  <a:pt x="2492002" y="67179"/>
                </a:lnTo>
                <a:lnTo>
                  <a:pt x="2492108" y="67316"/>
                </a:lnTo>
                <a:lnTo>
                  <a:pt x="2492231" y="67450"/>
                </a:lnTo>
                <a:lnTo>
                  <a:pt x="2492373" y="67581"/>
                </a:lnTo>
                <a:lnTo>
                  <a:pt x="2492535" y="67710"/>
                </a:lnTo>
                <a:lnTo>
                  <a:pt x="2492717" y="67838"/>
                </a:lnTo>
                <a:lnTo>
                  <a:pt x="2506294" y="67838"/>
                </a:lnTo>
                <a:lnTo>
                  <a:pt x="2506294" y="144950"/>
                </a:lnTo>
                <a:lnTo>
                  <a:pt x="2506454" y="150110"/>
                </a:lnTo>
                <a:lnTo>
                  <a:pt x="2506934" y="154831"/>
                </a:lnTo>
                <a:lnTo>
                  <a:pt x="2507732" y="159111"/>
                </a:lnTo>
                <a:lnTo>
                  <a:pt x="2508847" y="162948"/>
                </a:lnTo>
                <a:lnTo>
                  <a:pt x="2510279" y="166341"/>
                </a:lnTo>
                <a:lnTo>
                  <a:pt x="2512027" y="169287"/>
                </a:lnTo>
                <a:lnTo>
                  <a:pt x="2514090" y="171784"/>
                </a:lnTo>
                <a:lnTo>
                  <a:pt x="2516467" y="173832"/>
                </a:lnTo>
                <a:lnTo>
                  <a:pt x="2519158" y="175427"/>
                </a:lnTo>
                <a:lnTo>
                  <a:pt x="2522160" y="176569"/>
                </a:lnTo>
                <a:lnTo>
                  <a:pt x="2525474" y="177256"/>
                </a:lnTo>
                <a:lnTo>
                  <a:pt x="2529099" y="177485"/>
                </a:lnTo>
                <a:lnTo>
                  <a:pt x="2532179" y="177356"/>
                </a:lnTo>
                <a:lnTo>
                  <a:pt x="2535148" y="176968"/>
                </a:lnTo>
                <a:lnTo>
                  <a:pt x="2538009" y="176316"/>
                </a:lnTo>
                <a:lnTo>
                  <a:pt x="2540770" y="175398"/>
                </a:lnTo>
                <a:lnTo>
                  <a:pt x="2543434" y="174209"/>
                </a:lnTo>
                <a:lnTo>
                  <a:pt x="2546007" y="172746"/>
                </a:lnTo>
                <a:lnTo>
                  <a:pt x="2548496" y="171006"/>
                </a:lnTo>
                <a:lnTo>
                  <a:pt x="2550904" y="168985"/>
                </a:lnTo>
                <a:lnTo>
                  <a:pt x="2553237" y="166678"/>
                </a:lnTo>
                <a:lnTo>
                  <a:pt x="2555501" y="164084"/>
                </a:lnTo>
                <a:lnTo>
                  <a:pt x="2557702" y="161197"/>
                </a:lnTo>
                <a:lnTo>
                  <a:pt x="2559843" y="158015"/>
                </a:lnTo>
                <a:lnTo>
                  <a:pt x="2556512" y="155197"/>
                </a:lnTo>
                <a:lnTo>
                  <a:pt x="2555187" y="156718"/>
                </a:lnTo>
                <a:lnTo>
                  <a:pt x="2553897" y="158084"/>
                </a:lnTo>
                <a:lnTo>
                  <a:pt x="2552634" y="159299"/>
                </a:lnTo>
                <a:lnTo>
                  <a:pt x="2551389" y="160368"/>
                </a:lnTo>
                <a:lnTo>
                  <a:pt x="2550155" y="161294"/>
                </a:lnTo>
                <a:lnTo>
                  <a:pt x="2548923" y="162082"/>
                </a:lnTo>
                <a:lnTo>
                  <a:pt x="2547686" y="162737"/>
                </a:lnTo>
                <a:lnTo>
                  <a:pt x="2546436" y="163263"/>
                </a:lnTo>
                <a:lnTo>
                  <a:pt x="2545164" y="163664"/>
                </a:lnTo>
                <a:lnTo>
                  <a:pt x="2543863" y="163945"/>
                </a:lnTo>
                <a:lnTo>
                  <a:pt x="2542524" y="164111"/>
                </a:lnTo>
                <a:lnTo>
                  <a:pt x="2541140" y="164165"/>
                </a:lnTo>
                <a:lnTo>
                  <a:pt x="2538886" y="164020"/>
                </a:lnTo>
                <a:lnTo>
                  <a:pt x="2536861" y="163578"/>
                </a:lnTo>
                <a:lnTo>
                  <a:pt x="2535059" y="162832"/>
                </a:lnTo>
                <a:lnTo>
                  <a:pt x="2533472" y="161773"/>
                </a:lnTo>
                <a:lnTo>
                  <a:pt x="2532096" y="160395"/>
                </a:lnTo>
                <a:lnTo>
                  <a:pt x="2530923" y="158688"/>
                </a:lnTo>
                <a:lnTo>
                  <a:pt x="2529948" y="156645"/>
                </a:lnTo>
                <a:lnTo>
                  <a:pt x="2529164" y="154257"/>
                </a:lnTo>
                <a:lnTo>
                  <a:pt x="2528565" y="151518"/>
                </a:lnTo>
                <a:lnTo>
                  <a:pt x="2528145" y="148418"/>
                </a:lnTo>
                <a:lnTo>
                  <a:pt x="2527897" y="144951"/>
                </a:lnTo>
                <a:lnTo>
                  <a:pt x="2527816" y="141107"/>
                </a:lnTo>
                <a:lnTo>
                  <a:pt x="2527816" y="67838"/>
                </a:lnTo>
                <a:lnTo>
                  <a:pt x="2553694" y="67838"/>
                </a:lnTo>
                <a:lnTo>
                  <a:pt x="2553694" y="59636"/>
                </a:lnTo>
                <a:close/>
                <a:moveTo>
                  <a:pt x="2599814" y="87112"/>
                </a:moveTo>
                <a:lnTo>
                  <a:pt x="2602443" y="84319"/>
                </a:lnTo>
                <a:lnTo>
                  <a:pt x="2604962" y="81825"/>
                </a:lnTo>
                <a:lnTo>
                  <a:pt x="2607391" y="79619"/>
                </a:lnTo>
                <a:lnTo>
                  <a:pt x="2609748" y="77690"/>
                </a:lnTo>
                <a:lnTo>
                  <a:pt x="2612051" y="76028"/>
                </a:lnTo>
                <a:lnTo>
                  <a:pt x="2614320" y="74622"/>
                </a:lnTo>
                <a:lnTo>
                  <a:pt x="2616573" y="73462"/>
                </a:lnTo>
                <a:lnTo>
                  <a:pt x="2618829" y="72536"/>
                </a:lnTo>
                <a:lnTo>
                  <a:pt x="2621106" y="71835"/>
                </a:lnTo>
                <a:lnTo>
                  <a:pt x="2623423" y="71347"/>
                </a:lnTo>
                <a:lnTo>
                  <a:pt x="2625799" y="71062"/>
                </a:lnTo>
                <a:lnTo>
                  <a:pt x="2628252" y="70970"/>
                </a:lnTo>
                <a:lnTo>
                  <a:pt x="2631321" y="71162"/>
                </a:lnTo>
                <a:lnTo>
                  <a:pt x="2634124" y="71736"/>
                </a:lnTo>
                <a:lnTo>
                  <a:pt x="2636659" y="72692"/>
                </a:lnTo>
                <a:lnTo>
                  <a:pt x="2638928" y="74026"/>
                </a:lnTo>
                <a:lnTo>
                  <a:pt x="2640929" y="75738"/>
                </a:lnTo>
                <a:lnTo>
                  <a:pt x="2642664" y="77825"/>
                </a:lnTo>
                <a:lnTo>
                  <a:pt x="2644132" y="80285"/>
                </a:lnTo>
                <a:lnTo>
                  <a:pt x="2645333" y="83118"/>
                </a:lnTo>
                <a:lnTo>
                  <a:pt x="2646267" y="86320"/>
                </a:lnTo>
                <a:lnTo>
                  <a:pt x="2646934" y="89891"/>
                </a:lnTo>
                <a:lnTo>
                  <a:pt x="2647334" y="93828"/>
                </a:lnTo>
                <a:lnTo>
                  <a:pt x="2647467" y="98129"/>
                </a:lnTo>
                <a:lnTo>
                  <a:pt x="2647467" y="148851"/>
                </a:lnTo>
                <a:lnTo>
                  <a:pt x="2647408" y="152920"/>
                </a:lnTo>
                <a:lnTo>
                  <a:pt x="2647209" y="156445"/>
                </a:lnTo>
                <a:lnTo>
                  <a:pt x="2646835" y="159467"/>
                </a:lnTo>
                <a:lnTo>
                  <a:pt x="2646253" y="162031"/>
                </a:lnTo>
                <a:lnTo>
                  <a:pt x="2645429" y="164178"/>
                </a:lnTo>
                <a:lnTo>
                  <a:pt x="2644329" y="165952"/>
                </a:lnTo>
                <a:lnTo>
                  <a:pt x="2642920" y="167395"/>
                </a:lnTo>
                <a:lnTo>
                  <a:pt x="2641167" y="168550"/>
                </a:lnTo>
                <a:lnTo>
                  <a:pt x="2639038" y="169459"/>
                </a:lnTo>
                <a:lnTo>
                  <a:pt x="2636497" y="170165"/>
                </a:lnTo>
                <a:lnTo>
                  <a:pt x="2633511" y="170711"/>
                </a:lnTo>
                <a:lnTo>
                  <a:pt x="2630046" y="171140"/>
                </a:lnTo>
                <a:lnTo>
                  <a:pt x="2630046" y="174983"/>
                </a:lnTo>
                <a:lnTo>
                  <a:pt x="2684365" y="174983"/>
                </a:lnTo>
                <a:lnTo>
                  <a:pt x="2684365" y="171140"/>
                </a:lnTo>
                <a:lnTo>
                  <a:pt x="2681156" y="170501"/>
                </a:lnTo>
                <a:lnTo>
                  <a:pt x="2678422" y="169827"/>
                </a:lnTo>
                <a:lnTo>
                  <a:pt x="2676126" y="169063"/>
                </a:lnTo>
                <a:lnTo>
                  <a:pt x="2674230" y="168152"/>
                </a:lnTo>
                <a:lnTo>
                  <a:pt x="2672697" y="167038"/>
                </a:lnTo>
                <a:lnTo>
                  <a:pt x="2671489" y="165665"/>
                </a:lnTo>
                <a:lnTo>
                  <a:pt x="2670570" y="163977"/>
                </a:lnTo>
                <a:lnTo>
                  <a:pt x="2669901" y="161918"/>
                </a:lnTo>
                <a:lnTo>
                  <a:pt x="2669446" y="159432"/>
                </a:lnTo>
                <a:lnTo>
                  <a:pt x="2669167" y="156463"/>
                </a:lnTo>
                <a:lnTo>
                  <a:pt x="2669028" y="152955"/>
                </a:lnTo>
                <a:lnTo>
                  <a:pt x="2668989" y="148851"/>
                </a:lnTo>
                <a:lnTo>
                  <a:pt x="2668989" y="97871"/>
                </a:lnTo>
                <a:lnTo>
                  <a:pt x="2668766" y="91418"/>
                </a:lnTo>
                <a:lnTo>
                  <a:pt x="2668096" y="85513"/>
                </a:lnTo>
                <a:lnTo>
                  <a:pt x="2666984" y="80157"/>
                </a:lnTo>
                <a:lnTo>
                  <a:pt x="2665431" y="75353"/>
                </a:lnTo>
                <a:lnTo>
                  <a:pt x="2663441" y="71105"/>
                </a:lnTo>
                <a:lnTo>
                  <a:pt x="2661015" y="67414"/>
                </a:lnTo>
                <a:lnTo>
                  <a:pt x="2658157" y="64284"/>
                </a:lnTo>
                <a:lnTo>
                  <a:pt x="2654870" y="61717"/>
                </a:lnTo>
                <a:lnTo>
                  <a:pt x="2651155" y="59716"/>
                </a:lnTo>
                <a:lnTo>
                  <a:pt x="2647016" y="58283"/>
                </a:lnTo>
                <a:lnTo>
                  <a:pt x="2642455" y="57422"/>
                </a:lnTo>
                <a:lnTo>
                  <a:pt x="2637475" y="57134"/>
                </a:lnTo>
                <a:lnTo>
                  <a:pt x="2633784" y="57264"/>
                </a:lnTo>
                <a:lnTo>
                  <a:pt x="2630255" y="57661"/>
                </a:lnTo>
                <a:lnTo>
                  <a:pt x="2626871" y="58335"/>
                </a:lnTo>
                <a:lnTo>
                  <a:pt x="2623612" y="59298"/>
                </a:lnTo>
                <a:lnTo>
                  <a:pt x="2620459" y="60559"/>
                </a:lnTo>
                <a:lnTo>
                  <a:pt x="2617395" y="62130"/>
                </a:lnTo>
                <a:lnTo>
                  <a:pt x="2614400" y="64022"/>
                </a:lnTo>
                <a:lnTo>
                  <a:pt x="2611456" y="66244"/>
                </a:lnTo>
                <a:lnTo>
                  <a:pt x="2608544" y="68808"/>
                </a:lnTo>
                <a:lnTo>
                  <a:pt x="2605646" y="71724"/>
                </a:lnTo>
                <a:lnTo>
                  <a:pt x="2602742" y="75003"/>
                </a:lnTo>
                <a:lnTo>
                  <a:pt x="2599814" y="78656"/>
                </a:lnTo>
                <a:lnTo>
                  <a:pt x="2599814" y="770"/>
                </a:lnTo>
                <a:lnTo>
                  <a:pt x="2598532" y="0"/>
                </a:lnTo>
                <a:lnTo>
                  <a:pt x="2596396" y="749"/>
                </a:lnTo>
                <a:lnTo>
                  <a:pt x="2594321" y="1466"/>
                </a:lnTo>
                <a:lnTo>
                  <a:pt x="2592271" y="2161"/>
                </a:lnTo>
                <a:lnTo>
                  <a:pt x="2590209" y="2846"/>
                </a:lnTo>
                <a:lnTo>
                  <a:pt x="2588102" y="3531"/>
                </a:lnTo>
                <a:lnTo>
                  <a:pt x="2585913" y="4227"/>
                </a:lnTo>
                <a:lnTo>
                  <a:pt x="2583606" y="4944"/>
                </a:lnTo>
                <a:lnTo>
                  <a:pt x="2581146" y="5693"/>
                </a:lnTo>
                <a:lnTo>
                  <a:pt x="2578498" y="6485"/>
                </a:lnTo>
                <a:lnTo>
                  <a:pt x="2575625" y="7330"/>
                </a:lnTo>
                <a:lnTo>
                  <a:pt x="2572493" y="8239"/>
                </a:lnTo>
                <a:lnTo>
                  <a:pt x="2569066" y="9223"/>
                </a:lnTo>
                <a:lnTo>
                  <a:pt x="2562150" y="11275"/>
                </a:lnTo>
                <a:lnTo>
                  <a:pt x="2562150" y="15372"/>
                </a:lnTo>
                <a:lnTo>
                  <a:pt x="2562401" y="15314"/>
                </a:lnTo>
                <a:lnTo>
                  <a:pt x="2562644" y="15265"/>
                </a:lnTo>
                <a:lnTo>
                  <a:pt x="2562882" y="15225"/>
                </a:lnTo>
                <a:lnTo>
                  <a:pt x="2563117" y="15193"/>
                </a:lnTo>
                <a:lnTo>
                  <a:pt x="2563353" y="15169"/>
                </a:lnTo>
                <a:lnTo>
                  <a:pt x="2563591" y="15150"/>
                </a:lnTo>
                <a:lnTo>
                  <a:pt x="2563834" y="15137"/>
                </a:lnTo>
                <a:lnTo>
                  <a:pt x="2564085" y="15128"/>
                </a:lnTo>
                <a:lnTo>
                  <a:pt x="2564347" y="15122"/>
                </a:lnTo>
                <a:lnTo>
                  <a:pt x="2564622" y="15119"/>
                </a:lnTo>
                <a:lnTo>
                  <a:pt x="2564913" y="15118"/>
                </a:lnTo>
                <a:lnTo>
                  <a:pt x="2565223" y="15118"/>
                </a:lnTo>
                <a:lnTo>
                  <a:pt x="2567794" y="15165"/>
                </a:lnTo>
                <a:lnTo>
                  <a:pt x="2570016" y="15321"/>
                </a:lnTo>
                <a:lnTo>
                  <a:pt x="2571912" y="15610"/>
                </a:lnTo>
                <a:lnTo>
                  <a:pt x="2573507" y="16057"/>
                </a:lnTo>
                <a:lnTo>
                  <a:pt x="2574825" y="16686"/>
                </a:lnTo>
                <a:lnTo>
                  <a:pt x="2575889" y="17520"/>
                </a:lnTo>
                <a:lnTo>
                  <a:pt x="2576723" y="18583"/>
                </a:lnTo>
                <a:lnTo>
                  <a:pt x="2577352" y="19900"/>
                </a:lnTo>
                <a:lnTo>
                  <a:pt x="2577799" y="21494"/>
                </a:lnTo>
                <a:lnTo>
                  <a:pt x="2578089" y="23391"/>
                </a:lnTo>
                <a:lnTo>
                  <a:pt x="2578245" y="25612"/>
                </a:lnTo>
                <a:lnTo>
                  <a:pt x="2578292" y="28184"/>
                </a:lnTo>
                <a:lnTo>
                  <a:pt x="2578292" y="148851"/>
                </a:lnTo>
                <a:lnTo>
                  <a:pt x="2578253" y="153018"/>
                </a:lnTo>
                <a:lnTo>
                  <a:pt x="2578109" y="156587"/>
                </a:lnTo>
                <a:lnTo>
                  <a:pt x="2577819" y="159611"/>
                </a:lnTo>
                <a:lnTo>
                  <a:pt x="2577342" y="162145"/>
                </a:lnTo>
                <a:lnTo>
                  <a:pt x="2576638" y="164241"/>
                </a:lnTo>
                <a:lnTo>
                  <a:pt x="2575664" y="165952"/>
                </a:lnTo>
                <a:lnTo>
                  <a:pt x="2574381" y="167333"/>
                </a:lnTo>
                <a:lnTo>
                  <a:pt x="2572748" y="168436"/>
                </a:lnTo>
                <a:lnTo>
                  <a:pt x="2570723" y="169315"/>
                </a:lnTo>
                <a:lnTo>
                  <a:pt x="2568266" y="170023"/>
                </a:lnTo>
                <a:lnTo>
                  <a:pt x="2565336" y="170613"/>
                </a:lnTo>
                <a:lnTo>
                  <a:pt x="2561892" y="171140"/>
                </a:lnTo>
                <a:lnTo>
                  <a:pt x="2561892" y="174983"/>
                </a:lnTo>
                <a:lnTo>
                  <a:pt x="2617235" y="174983"/>
                </a:lnTo>
                <a:lnTo>
                  <a:pt x="2617235" y="171140"/>
                </a:lnTo>
                <a:lnTo>
                  <a:pt x="2613770" y="170716"/>
                </a:lnTo>
                <a:lnTo>
                  <a:pt x="2610785" y="170183"/>
                </a:lnTo>
                <a:lnTo>
                  <a:pt x="2608244" y="169495"/>
                </a:lnTo>
                <a:lnTo>
                  <a:pt x="2606114" y="168607"/>
                </a:lnTo>
                <a:lnTo>
                  <a:pt x="2604361" y="167473"/>
                </a:lnTo>
                <a:lnTo>
                  <a:pt x="2602952" y="166049"/>
                </a:lnTo>
                <a:lnTo>
                  <a:pt x="2601852" y="164288"/>
                </a:lnTo>
                <a:lnTo>
                  <a:pt x="2601028" y="162146"/>
                </a:lnTo>
                <a:lnTo>
                  <a:pt x="2600446" y="159576"/>
                </a:lnTo>
                <a:lnTo>
                  <a:pt x="2600073" y="156534"/>
                </a:lnTo>
                <a:lnTo>
                  <a:pt x="2599873" y="152974"/>
                </a:lnTo>
                <a:lnTo>
                  <a:pt x="2599814" y="148851"/>
                </a:lnTo>
                <a:lnTo>
                  <a:pt x="2599814" y="87112"/>
                </a:lnTo>
                <a:close/>
                <a:moveTo>
                  <a:pt x="2792229" y="132893"/>
                </a:moveTo>
                <a:lnTo>
                  <a:pt x="2789178" y="137515"/>
                </a:lnTo>
                <a:lnTo>
                  <a:pt x="2786157" y="141651"/>
                </a:lnTo>
                <a:lnTo>
                  <a:pt x="2783143" y="145317"/>
                </a:lnTo>
                <a:lnTo>
                  <a:pt x="2780112" y="148530"/>
                </a:lnTo>
                <a:lnTo>
                  <a:pt x="2777043" y="151304"/>
                </a:lnTo>
                <a:lnTo>
                  <a:pt x="2773911" y="153657"/>
                </a:lnTo>
                <a:lnTo>
                  <a:pt x="2770693" y="155604"/>
                </a:lnTo>
                <a:lnTo>
                  <a:pt x="2767367" y="157160"/>
                </a:lnTo>
                <a:lnTo>
                  <a:pt x="2763910" y="158344"/>
                </a:lnTo>
                <a:lnTo>
                  <a:pt x="2760297" y="159169"/>
                </a:lnTo>
                <a:lnTo>
                  <a:pt x="2756507" y="159652"/>
                </a:lnTo>
                <a:lnTo>
                  <a:pt x="2752516" y="159810"/>
                </a:lnTo>
                <a:lnTo>
                  <a:pt x="2748940" y="159655"/>
                </a:lnTo>
                <a:lnTo>
                  <a:pt x="2745514" y="159191"/>
                </a:lnTo>
                <a:lnTo>
                  <a:pt x="2742237" y="158420"/>
                </a:lnTo>
                <a:lnTo>
                  <a:pt x="2739109" y="157341"/>
                </a:lnTo>
                <a:lnTo>
                  <a:pt x="2736131" y="155956"/>
                </a:lnTo>
                <a:lnTo>
                  <a:pt x="2733302" y="154266"/>
                </a:lnTo>
                <a:lnTo>
                  <a:pt x="2730622" y="152271"/>
                </a:lnTo>
                <a:lnTo>
                  <a:pt x="2728092" y="149973"/>
                </a:lnTo>
                <a:lnTo>
                  <a:pt x="2725711" y="147372"/>
                </a:lnTo>
                <a:lnTo>
                  <a:pt x="2723480" y="144470"/>
                </a:lnTo>
                <a:lnTo>
                  <a:pt x="2721398" y="141267"/>
                </a:lnTo>
                <a:lnTo>
                  <a:pt x="2719465" y="137764"/>
                </a:lnTo>
                <a:lnTo>
                  <a:pt x="2718370" y="135350"/>
                </a:lnTo>
                <a:lnTo>
                  <a:pt x="2717387" y="132960"/>
                </a:lnTo>
                <a:lnTo>
                  <a:pt x="2716510" y="130565"/>
                </a:lnTo>
                <a:lnTo>
                  <a:pt x="2715736" y="128136"/>
                </a:lnTo>
                <a:lnTo>
                  <a:pt x="2715057" y="125642"/>
                </a:lnTo>
                <a:lnTo>
                  <a:pt x="2714469" y="123054"/>
                </a:lnTo>
                <a:lnTo>
                  <a:pt x="2713967" y="120344"/>
                </a:lnTo>
                <a:lnTo>
                  <a:pt x="2713545" y="117482"/>
                </a:lnTo>
                <a:lnTo>
                  <a:pt x="2713197" y="114438"/>
                </a:lnTo>
                <a:lnTo>
                  <a:pt x="2712919" y="111183"/>
                </a:lnTo>
                <a:lnTo>
                  <a:pt x="2712705" y="107688"/>
                </a:lnTo>
                <a:lnTo>
                  <a:pt x="2712549" y="103923"/>
                </a:lnTo>
                <a:lnTo>
                  <a:pt x="2791463" y="103923"/>
                </a:lnTo>
                <a:lnTo>
                  <a:pt x="2790937" y="99954"/>
                </a:lnTo>
                <a:lnTo>
                  <a:pt x="2790379" y="96333"/>
                </a:lnTo>
                <a:lnTo>
                  <a:pt x="2789776" y="93028"/>
                </a:lnTo>
                <a:lnTo>
                  <a:pt x="2789118" y="90003"/>
                </a:lnTo>
                <a:lnTo>
                  <a:pt x="2788391" y="87223"/>
                </a:lnTo>
                <a:lnTo>
                  <a:pt x="2787586" y="84654"/>
                </a:lnTo>
                <a:lnTo>
                  <a:pt x="2786690" y="82261"/>
                </a:lnTo>
                <a:lnTo>
                  <a:pt x="2785692" y="80010"/>
                </a:lnTo>
                <a:lnTo>
                  <a:pt x="2784580" y="77865"/>
                </a:lnTo>
                <a:lnTo>
                  <a:pt x="2783343" y="75792"/>
                </a:lnTo>
                <a:lnTo>
                  <a:pt x="2781969" y="73757"/>
                </a:lnTo>
                <a:lnTo>
                  <a:pt x="2780446" y="71724"/>
                </a:lnTo>
                <a:lnTo>
                  <a:pt x="2778440" y="69503"/>
                </a:lnTo>
                <a:lnTo>
                  <a:pt x="2776272" y="67447"/>
                </a:lnTo>
                <a:lnTo>
                  <a:pt x="2773951" y="65560"/>
                </a:lnTo>
                <a:lnTo>
                  <a:pt x="2771486" y="63850"/>
                </a:lnTo>
                <a:lnTo>
                  <a:pt x="2768886" y="62320"/>
                </a:lnTo>
                <a:lnTo>
                  <a:pt x="2766160" y="60976"/>
                </a:lnTo>
                <a:lnTo>
                  <a:pt x="2763317" y="59825"/>
                </a:lnTo>
                <a:lnTo>
                  <a:pt x="2760365" y="58871"/>
                </a:lnTo>
                <a:lnTo>
                  <a:pt x="2757313" y="58119"/>
                </a:lnTo>
                <a:lnTo>
                  <a:pt x="2754171" y="57575"/>
                </a:lnTo>
                <a:lnTo>
                  <a:pt x="2750946" y="57245"/>
                </a:lnTo>
                <a:lnTo>
                  <a:pt x="2747649" y="57134"/>
                </a:lnTo>
                <a:lnTo>
                  <a:pt x="2744463" y="57230"/>
                </a:lnTo>
                <a:lnTo>
                  <a:pt x="2741314" y="57516"/>
                </a:lnTo>
                <a:lnTo>
                  <a:pt x="2738209" y="57991"/>
                </a:lnTo>
                <a:lnTo>
                  <a:pt x="2735151" y="58652"/>
                </a:lnTo>
                <a:lnTo>
                  <a:pt x="2732147" y="59498"/>
                </a:lnTo>
                <a:lnTo>
                  <a:pt x="2729201" y="60528"/>
                </a:lnTo>
                <a:lnTo>
                  <a:pt x="2726320" y="61738"/>
                </a:lnTo>
                <a:lnTo>
                  <a:pt x="2723508" y="63128"/>
                </a:lnTo>
                <a:lnTo>
                  <a:pt x="2720771" y="64696"/>
                </a:lnTo>
                <a:lnTo>
                  <a:pt x="2718114" y="66439"/>
                </a:lnTo>
                <a:lnTo>
                  <a:pt x="2715542" y="68357"/>
                </a:lnTo>
                <a:lnTo>
                  <a:pt x="2713061" y="70446"/>
                </a:lnTo>
                <a:lnTo>
                  <a:pt x="2710158" y="73220"/>
                </a:lnTo>
                <a:lnTo>
                  <a:pt x="2707474" y="76298"/>
                </a:lnTo>
                <a:lnTo>
                  <a:pt x="2705017" y="79661"/>
                </a:lnTo>
                <a:lnTo>
                  <a:pt x="2702792" y="83295"/>
                </a:lnTo>
                <a:lnTo>
                  <a:pt x="2700806" y="87181"/>
                </a:lnTo>
                <a:lnTo>
                  <a:pt x="2699064" y="91304"/>
                </a:lnTo>
                <a:lnTo>
                  <a:pt x="2697573" y="95647"/>
                </a:lnTo>
                <a:lnTo>
                  <a:pt x="2696339" y="100192"/>
                </a:lnTo>
                <a:lnTo>
                  <a:pt x="2695369" y="104925"/>
                </a:lnTo>
                <a:lnTo>
                  <a:pt x="2694668" y="109827"/>
                </a:lnTo>
                <a:lnTo>
                  <a:pt x="2694243" y="114882"/>
                </a:lnTo>
                <a:lnTo>
                  <a:pt x="2694100" y="120073"/>
                </a:lnTo>
                <a:lnTo>
                  <a:pt x="2694480" y="128635"/>
                </a:lnTo>
                <a:lnTo>
                  <a:pt x="2695603" y="136610"/>
                </a:lnTo>
                <a:lnTo>
                  <a:pt x="2697443" y="143969"/>
                </a:lnTo>
                <a:lnTo>
                  <a:pt x="2699974" y="150681"/>
                </a:lnTo>
                <a:lnTo>
                  <a:pt x="2703171" y="156717"/>
                </a:lnTo>
                <a:lnTo>
                  <a:pt x="2707007" y="162046"/>
                </a:lnTo>
                <a:lnTo>
                  <a:pt x="2711458" y="166637"/>
                </a:lnTo>
                <a:lnTo>
                  <a:pt x="2716496" y="170462"/>
                </a:lnTo>
                <a:lnTo>
                  <a:pt x="2722096" y="173489"/>
                </a:lnTo>
                <a:lnTo>
                  <a:pt x="2728232" y="175689"/>
                </a:lnTo>
                <a:lnTo>
                  <a:pt x="2734880" y="177031"/>
                </a:lnTo>
                <a:lnTo>
                  <a:pt x="2742011" y="177485"/>
                </a:lnTo>
                <a:lnTo>
                  <a:pt x="2747988" y="177171"/>
                </a:lnTo>
                <a:lnTo>
                  <a:pt x="2753739" y="176237"/>
                </a:lnTo>
                <a:lnTo>
                  <a:pt x="2759254" y="174691"/>
                </a:lnTo>
                <a:lnTo>
                  <a:pt x="2764520" y="172541"/>
                </a:lnTo>
                <a:lnTo>
                  <a:pt x="2769527" y="169797"/>
                </a:lnTo>
                <a:lnTo>
                  <a:pt x="2774263" y="166467"/>
                </a:lnTo>
                <a:lnTo>
                  <a:pt x="2778715" y="162561"/>
                </a:lnTo>
                <a:lnTo>
                  <a:pt x="2782873" y="158087"/>
                </a:lnTo>
                <a:lnTo>
                  <a:pt x="2786725" y="153053"/>
                </a:lnTo>
                <a:lnTo>
                  <a:pt x="2790260" y="147470"/>
                </a:lnTo>
                <a:lnTo>
                  <a:pt x="2793466" y="141345"/>
                </a:lnTo>
                <a:lnTo>
                  <a:pt x="2796330" y="134687"/>
                </a:lnTo>
                <a:lnTo>
                  <a:pt x="2792229" y="132893"/>
                </a:lnTo>
                <a:moveTo>
                  <a:pt x="2713061" y="95725"/>
                </a:moveTo>
                <a:lnTo>
                  <a:pt x="2713889" y="90963"/>
                </a:lnTo>
                <a:lnTo>
                  <a:pt x="2714965" y="86635"/>
                </a:lnTo>
                <a:lnTo>
                  <a:pt x="2716294" y="82735"/>
                </a:lnTo>
                <a:lnTo>
                  <a:pt x="2717880" y="79261"/>
                </a:lnTo>
                <a:lnTo>
                  <a:pt x="2719726" y="76208"/>
                </a:lnTo>
                <a:lnTo>
                  <a:pt x="2721835" y="73574"/>
                </a:lnTo>
                <a:lnTo>
                  <a:pt x="2724211" y="71355"/>
                </a:lnTo>
                <a:lnTo>
                  <a:pt x="2726857" y="69548"/>
                </a:lnTo>
                <a:lnTo>
                  <a:pt x="2729777" y="68148"/>
                </a:lnTo>
                <a:lnTo>
                  <a:pt x="2732975" y="67152"/>
                </a:lnTo>
                <a:lnTo>
                  <a:pt x="2736454" y="66558"/>
                </a:lnTo>
                <a:lnTo>
                  <a:pt x="2740217" y="66360"/>
                </a:lnTo>
                <a:lnTo>
                  <a:pt x="2743931" y="66514"/>
                </a:lnTo>
                <a:lnTo>
                  <a:pt x="2747273" y="66993"/>
                </a:lnTo>
                <a:lnTo>
                  <a:pt x="2750266" y="67825"/>
                </a:lnTo>
                <a:lnTo>
                  <a:pt x="2752934" y="69037"/>
                </a:lnTo>
                <a:lnTo>
                  <a:pt x="2755299" y="70657"/>
                </a:lnTo>
                <a:lnTo>
                  <a:pt x="2757385" y="72712"/>
                </a:lnTo>
                <a:lnTo>
                  <a:pt x="2759214" y="75231"/>
                </a:lnTo>
                <a:lnTo>
                  <a:pt x="2760811" y="78239"/>
                </a:lnTo>
                <a:lnTo>
                  <a:pt x="2762197" y="81765"/>
                </a:lnTo>
                <a:lnTo>
                  <a:pt x="2763397" y="85836"/>
                </a:lnTo>
                <a:lnTo>
                  <a:pt x="2764433" y="90481"/>
                </a:lnTo>
                <a:lnTo>
                  <a:pt x="2765328" y="95725"/>
                </a:lnTo>
                <a:lnTo>
                  <a:pt x="2713061" y="95725"/>
                </a:lnTo>
                <a:close/>
                <a:moveTo>
                  <a:pt x="3063819" y="28149"/>
                </a:moveTo>
                <a:lnTo>
                  <a:pt x="3063819" y="144234"/>
                </a:lnTo>
                <a:lnTo>
                  <a:pt x="3063747" y="149187"/>
                </a:lnTo>
                <a:lnTo>
                  <a:pt x="3063497" y="153447"/>
                </a:lnTo>
                <a:lnTo>
                  <a:pt x="3063022" y="157071"/>
                </a:lnTo>
                <a:lnTo>
                  <a:pt x="3062272" y="160112"/>
                </a:lnTo>
                <a:lnTo>
                  <a:pt x="3061198" y="162627"/>
                </a:lnTo>
                <a:lnTo>
                  <a:pt x="3059751" y="164671"/>
                </a:lnTo>
                <a:lnTo>
                  <a:pt x="3057882" y="166298"/>
                </a:lnTo>
                <a:lnTo>
                  <a:pt x="3055543" y="167563"/>
                </a:lnTo>
                <a:lnTo>
                  <a:pt x="3052684" y="168523"/>
                </a:lnTo>
                <a:lnTo>
                  <a:pt x="3049257" y="169231"/>
                </a:lnTo>
                <a:lnTo>
                  <a:pt x="3045213" y="169744"/>
                </a:lnTo>
                <a:lnTo>
                  <a:pt x="3040503" y="170115"/>
                </a:lnTo>
                <a:lnTo>
                  <a:pt x="3040503" y="174983"/>
                </a:lnTo>
                <a:lnTo>
                  <a:pt x="3112242" y="174983"/>
                </a:lnTo>
                <a:lnTo>
                  <a:pt x="3112242" y="170115"/>
                </a:lnTo>
                <a:lnTo>
                  <a:pt x="3107875" y="169740"/>
                </a:lnTo>
                <a:lnTo>
                  <a:pt x="3104097" y="169227"/>
                </a:lnTo>
                <a:lnTo>
                  <a:pt x="3100869" y="168531"/>
                </a:lnTo>
                <a:lnTo>
                  <a:pt x="3098151" y="167611"/>
                </a:lnTo>
                <a:lnTo>
                  <a:pt x="3095903" y="166424"/>
                </a:lnTo>
                <a:lnTo>
                  <a:pt x="3094085" y="164928"/>
                </a:lnTo>
                <a:lnTo>
                  <a:pt x="3092656" y="163079"/>
                </a:lnTo>
                <a:lnTo>
                  <a:pt x="3091576" y="160835"/>
                </a:lnTo>
                <a:lnTo>
                  <a:pt x="3090807" y="158153"/>
                </a:lnTo>
                <a:lnTo>
                  <a:pt x="3090306" y="154990"/>
                </a:lnTo>
                <a:lnTo>
                  <a:pt x="3090036" y="151305"/>
                </a:lnTo>
                <a:lnTo>
                  <a:pt x="3089954" y="147053"/>
                </a:lnTo>
                <a:lnTo>
                  <a:pt x="3089954" y="33274"/>
                </a:lnTo>
                <a:lnTo>
                  <a:pt x="3090031" y="29027"/>
                </a:lnTo>
                <a:lnTo>
                  <a:pt x="3090289" y="25355"/>
                </a:lnTo>
                <a:lnTo>
                  <a:pt x="3090771" y="22211"/>
                </a:lnTo>
                <a:lnTo>
                  <a:pt x="3091520" y="19550"/>
                </a:lnTo>
                <a:lnTo>
                  <a:pt x="3092578" y="17327"/>
                </a:lnTo>
                <a:lnTo>
                  <a:pt x="3093989" y="15496"/>
                </a:lnTo>
                <a:lnTo>
                  <a:pt x="3095795" y="14012"/>
                </a:lnTo>
                <a:lnTo>
                  <a:pt x="3098039" y="12830"/>
                </a:lnTo>
                <a:lnTo>
                  <a:pt x="3100762" y="11905"/>
                </a:lnTo>
                <a:lnTo>
                  <a:pt x="3104009" y="11190"/>
                </a:lnTo>
                <a:lnTo>
                  <a:pt x="3107822" y="10641"/>
                </a:lnTo>
                <a:lnTo>
                  <a:pt x="3112242" y="10212"/>
                </a:lnTo>
                <a:lnTo>
                  <a:pt x="3112242" y="5340"/>
                </a:lnTo>
                <a:lnTo>
                  <a:pt x="3061254" y="5340"/>
                </a:lnTo>
                <a:lnTo>
                  <a:pt x="3004633" y="134754"/>
                </a:lnTo>
                <a:lnTo>
                  <a:pt x="2945446" y="5340"/>
                </a:lnTo>
                <a:lnTo>
                  <a:pt x="2894716" y="5340"/>
                </a:lnTo>
                <a:lnTo>
                  <a:pt x="2894716" y="10212"/>
                </a:lnTo>
                <a:lnTo>
                  <a:pt x="2899609" y="10577"/>
                </a:lnTo>
                <a:lnTo>
                  <a:pt x="2903814" y="11065"/>
                </a:lnTo>
                <a:lnTo>
                  <a:pt x="2907383" y="11724"/>
                </a:lnTo>
                <a:lnTo>
                  <a:pt x="2910364" y="12602"/>
                </a:lnTo>
                <a:lnTo>
                  <a:pt x="2912809" y="13747"/>
                </a:lnTo>
                <a:lnTo>
                  <a:pt x="2914765" y="15207"/>
                </a:lnTo>
                <a:lnTo>
                  <a:pt x="2916284" y="17030"/>
                </a:lnTo>
                <a:lnTo>
                  <a:pt x="2917415" y="19265"/>
                </a:lnTo>
                <a:lnTo>
                  <a:pt x="2918208" y="21958"/>
                </a:lnTo>
                <a:lnTo>
                  <a:pt x="2918713" y="25159"/>
                </a:lnTo>
                <a:lnTo>
                  <a:pt x="2918979" y="28915"/>
                </a:lnTo>
                <a:lnTo>
                  <a:pt x="2919057" y="33274"/>
                </a:lnTo>
                <a:lnTo>
                  <a:pt x="2919057" y="137314"/>
                </a:lnTo>
                <a:lnTo>
                  <a:pt x="2918974" y="143476"/>
                </a:lnTo>
                <a:lnTo>
                  <a:pt x="2918693" y="148803"/>
                </a:lnTo>
                <a:lnTo>
                  <a:pt x="2918164" y="153360"/>
                </a:lnTo>
                <a:lnTo>
                  <a:pt x="2917339" y="157209"/>
                </a:lnTo>
                <a:lnTo>
                  <a:pt x="2916169" y="160414"/>
                </a:lnTo>
                <a:lnTo>
                  <a:pt x="2914604" y="163038"/>
                </a:lnTo>
                <a:lnTo>
                  <a:pt x="2912597" y="165143"/>
                </a:lnTo>
                <a:lnTo>
                  <a:pt x="2910098" y="166795"/>
                </a:lnTo>
                <a:lnTo>
                  <a:pt x="2907058" y="168054"/>
                </a:lnTo>
                <a:lnTo>
                  <a:pt x="2903428" y="168985"/>
                </a:lnTo>
                <a:lnTo>
                  <a:pt x="2899160" y="169651"/>
                </a:lnTo>
                <a:lnTo>
                  <a:pt x="2894204" y="170115"/>
                </a:lnTo>
                <a:lnTo>
                  <a:pt x="2894204" y="174983"/>
                </a:lnTo>
                <a:lnTo>
                  <a:pt x="2954415" y="174983"/>
                </a:lnTo>
                <a:lnTo>
                  <a:pt x="2954415" y="170115"/>
                </a:lnTo>
                <a:lnTo>
                  <a:pt x="2949797" y="169749"/>
                </a:lnTo>
                <a:lnTo>
                  <a:pt x="2945781" y="169128"/>
                </a:lnTo>
                <a:lnTo>
                  <a:pt x="2942329" y="168198"/>
                </a:lnTo>
                <a:lnTo>
                  <a:pt x="2939403" y="166908"/>
                </a:lnTo>
                <a:lnTo>
                  <a:pt x="2936965" y="165206"/>
                </a:lnTo>
                <a:lnTo>
                  <a:pt x="2934976" y="163038"/>
                </a:lnTo>
                <a:lnTo>
                  <a:pt x="2933397" y="160352"/>
                </a:lnTo>
                <a:lnTo>
                  <a:pt x="2932192" y="157095"/>
                </a:lnTo>
                <a:lnTo>
                  <a:pt x="2931321" y="153216"/>
                </a:lnTo>
                <a:lnTo>
                  <a:pt x="2930746" y="148661"/>
                </a:lnTo>
                <a:lnTo>
                  <a:pt x="2930429" y="143378"/>
                </a:lnTo>
                <a:lnTo>
                  <a:pt x="2930332" y="137314"/>
                </a:lnTo>
                <a:lnTo>
                  <a:pt x="2930332" y="34040"/>
                </a:lnTo>
                <a:lnTo>
                  <a:pt x="2994640" y="174983"/>
                </a:lnTo>
                <a:lnTo>
                  <a:pt x="2998229" y="174983"/>
                </a:lnTo>
                <a:lnTo>
                  <a:pt x="3063819" y="28149"/>
                </a:lnTo>
                <a:close/>
                <a:moveTo>
                  <a:pt x="3265717" y="130398"/>
                </a:moveTo>
                <a:lnTo>
                  <a:pt x="3264643" y="132753"/>
                </a:lnTo>
                <a:lnTo>
                  <a:pt x="3263598" y="134957"/>
                </a:lnTo>
                <a:lnTo>
                  <a:pt x="3262578" y="137016"/>
                </a:lnTo>
                <a:lnTo>
                  <a:pt x="3261579" y="138939"/>
                </a:lnTo>
                <a:lnTo>
                  <a:pt x="3260598" y="140734"/>
                </a:lnTo>
                <a:lnTo>
                  <a:pt x="3259631" y="142409"/>
                </a:lnTo>
                <a:lnTo>
                  <a:pt x="3258675" y="143971"/>
                </a:lnTo>
                <a:lnTo>
                  <a:pt x="3257726" y="145430"/>
                </a:lnTo>
                <a:lnTo>
                  <a:pt x="3256780" y="146793"/>
                </a:lnTo>
                <a:lnTo>
                  <a:pt x="3255835" y="148067"/>
                </a:lnTo>
                <a:lnTo>
                  <a:pt x="3254886" y="149262"/>
                </a:lnTo>
                <a:lnTo>
                  <a:pt x="3253930" y="150384"/>
                </a:lnTo>
                <a:lnTo>
                  <a:pt x="3251580" y="152771"/>
                </a:lnTo>
                <a:lnTo>
                  <a:pt x="3249009" y="154937"/>
                </a:lnTo>
                <a:lnTo>
                  <a:pt x="3246211" y="156884"/>
                </a:lnTo>
                <a:lnTo>
                  <a:pt x="3243178" y="158615"/>
                </a:lnTo>
                <a:lnTo>
                  <a:pt x="3239903" y="160132"/>
                </a:lnTo>
                <a:lnTo>
                  <a:pt x="3236379" y="161438"/>
                </a:lnTo>
                <a:lnTo>
                  <a:pt x="3232598" y="162535"/>
                </a:lnTo>
                <a:lnTo>
                  <a:pt x="3228555" y="163428"/>
                </a:lnTo>
                <a:lnTo>
                  <a:pt x="3224241" y="164117"/>
                </a:lnTo>
                <a:lnTo>
                  <a:pt x="3219649" y="164606"/>
                </a:lnTo>
                <a:lnTo>
                  <a:pt x="3214772" y="164897"/>
                </a:lnTo>
                <a:lnTo>
                  <a:pt x="3209603" y="164994"/>
                </a:lnTo>
                <a:lnTo>
                  <a:pt x="3192437" y="164994"/>
                </a:lnTo>
                <a:lnTo>
                  <a:pt x="3188074" y="164958"/>
                </a:lnTo>
                <a:lnTo>
                  <a:pt x="3184310" y="164838"/>
                </a:lnTo>
                <a:lnTo>
                  <a:pt x="3181103" y="164613"/>
                </a:lnTo>
                <a:lnTo>
                  <a:pt x="3178412" y="164262"/>
                </a:lnTo>
                <a:lnTo>
                  <a:pt x="3176193" y="163766"/>
                </a:lnTo>
                <a:lnTo>
                  <a:pt x="3174406" y="163103"/>
                </a:lnTo>
                <a:lnTo>
                  <a:pt x="3173008" y="162253"/>
                </a:lnTo>
                <a:lnTo>
                  <a:pt x="3171959" y="161196"/>
                </a:lnTo>
                <a:lnTo>
                  <a:pt x="3171215" y="159911"/>
                </a:lnTo>
                <a:lnTo>
                  <a:pt x="3170736" y="158378"/>
                </a:lnTo>
                <a:lnTo>
                  <a:pt x="3170479" y="156576"/>
                </a:lnTo>
                <a:lnTo>
                  <a:pt x="3170403" y="154485"/>
                </a:lnTo>
                <a:lnTo>
                  <a:pt x="3170403" y="33274"/>
                </a:lnTo>
                <a:lnTo>
                  <a:pt x="3170485" y="29022"/>
                </a:lnTo>
                <a:lnTo>
                  <a:pt x="3170762" y="25337"/>
                </a:lnTo>
                <a:lnTo>
                  <a:pt x="3171280" y="22174"/>
                </a:lnTo>
                <a:lnTo>
                  <a:pt x="3172083" y="19492"/>
                </a:lnTo>
                <a:lnTo>
                  <a:pt x="3173217" y="17248"/>
                </a:lnTo>
                <a:lnTo>
                  <a:pt x="3174727" y="15399"/>
                </a:lnTo>
                <a:lnTo>
                  <a:pt x="3176659" y="13903"/>
                </a:lnTo>
                <a:lnTo>
                  <a:pt x="3179058" y="12716"/>
                </a:lnTo>
                <a:lnTo>
                  <a:pt x="3181969" y="11796"/>
                </a:lnTo>
                <a:lnTo>
                  <a:pt x="3185438" y="11100"/>
                </a:lnTo>
                <a:lnTo>
                  <a:pt x="3189511" y="10587"/>
                </a:lnTo>
                <a:lnTo>
                  <a:pt x="3194231" y="10212"/>
                </a:lnTo>
                <a:lnTo>
                  <a:pt x="3194231" y="5340"/>
                </a:lnTo>
                <a:lnTo>
                  <a:pt x="3121979" y="5340"/>
                </a:lnTo>
                <a:lnTo>
                  <a:pt x="3121979" y="10212"/>
                </a:lnTo>
                <a:lnTo>
                  <a:pt x="3126401" y="10646"/>
                </a:lnTo>
                <a:lnTo>
                  <a:pt x="3130214" y="11208"/>
                </a:lnTo>
                <a:lnTo>
                  <a:pt x="3133462" y="11941"/>
                </a:lnTo>
                <a:lnTo>
                  <a:pt x="3136186" y="12888"/>
                </a:lnTo>
                <a:lnTo>
                  <a:pt x="3138430" y="14091"/>
                </a:lnTo>
                <a:lnTo>
                  <a:pt x="3140236" y="15593"/>
                </a:lnTo>
                <a:lnTo>
                  <a:pt x="3141647" y="17436"/>
                </a:lnTo>
                <a:lnTo>
                  <a:pt x="3142705" y="19664"/>
                </a:lnTo>
                <a:lnTo>
                  <a:pt x="3143455" y="22319"/>
                </a:lnTo>
                <a:lnTo>
                  <a:pt x="3143937" y="25444"/>
                </a:lnTo>
                <a:lnTo>
                  <a:pt x="3144195" y="29082"/>
                </a:lnTo>
                <a:lnTo>
                  <a:pt x="3144271" y="33274"/>
                </a:lnTo>
                <a:lnTo>
                  <a:pt x="3144271" y="147053"/>
                </a:lnTo>
                <a:lnTo>
                  <a:pt x="3144190" y="151251"/>
                </a:lnTo>
                <a:lnTo>
                  <a:pt x="3143919" y="154902"/>
                </a:lnTo>
                <a:lnTo>
                  <a:pt x="3143418" y="158046"/>
                </a:lnTo>
                <a:lnTo>
                  <a:pt x="3142648" y="160722"/>
                </a:lnTo>
                <a:lnTo>
                  <a:pt x="3141568" y="162971"/>
                </a:lnTo>
                <a:lnTo>
                  <a:pt x="3140139" y="164833"/>
                </a:lnTo>
                <a:lnTo>
                  <a:pt x="3138320" y="166347"/>
                </a:lnTo>
                <a:lnTo>
                  <a:pt x="3136071" y="167555"/>
                </a:lnTo>
                <a:lnTo>
                  <a:pt x="3133353" y="168495"/>
                </a:lnTo>
                <a:lnTo>
                  <a:pt x="3130125" y="169209"/>
                </a:lnTo>
                <a:lnTo>
                  <a:pt x="3126347" y="169736"/>
                </a:lnTo>
                <a:lnTo>
                  <a:pt x="3121979" y="170115"/>
                </a:lnTo>
                <a:lnTo>
                  <a:pt x="3121979" y="174983"/>
                </a:lnTo>
                <a:lnTo>
                  <a:pt x="3259821" y="174983"/>
                </a:lnTo>
                <a:lnTo>
                  <a:pt x="3272121" y="130402"/>
                </a:lnTo>
                <a:lnTo>
                  <a:pt x="3265717" y="130398"/>
                </a:lnTo>
                <a:close/>
                <a:moveTo>
                  <a:pt x="3304916" y="147053"/>
                </a:moveTo>
                <a:lnTo>
                  <a:pt x="3304838" y="151530"/>
                </a:lnTo>
                <a:lnTo>
                  <a:pt x="3304569" y="155381"/>
                </a:lnTo>
                <a:lnTo>
                  <a:pt x="3304059" y="158657"/>
                </a:lnTo>
                <a:lnTo>
                  <a:pt x="3303255" y="161404"/>
                </a:lnTo>
                <a:lnTo>
                  <a:pt x="3302106" y="163670"/>
                </a:lnTo>
                <a:lnTo>
                  <a:pt x="3300560" y="165504"/>
                </a:lnTo>
                <a:lnTo>
                  <a:pt x="3298566" y="166954"/>
                </a:lnTo>
                <a:lnTo>
                  <a:pt x="3296071" y="168067"/>
                </a:lnTo>
                <a:lnTo>
                  <a:pt x="3293026" y="168891"/>
                </a:lnTo>
                <a:lnTo>
                  <a:pt x="3289377" y="169476"/>
                </a:lnTo>
                <a:lnTo>
                  <a:pt x="3285073" y="169868"/>
                </a:lnTo>
                <a:lnTo>
                  <a:pt x="3280063" y="170115"/>
                </a:lnTo>
                <a:lnTo>
                  <a:pt x="3280063" y="174983"/>
                </a:lnTo>
                <a:lnTo>
                  <a:pt x="3356158" y="174983"/>
                </a:lnTo>
                <a:lnTo>
                  <a:pt x="3356158" y="170115"/>
                </a:lnTo>
                <a:lnTo>
                  <a:pt x="3351250" y="169858"/>
                </a:lnTo>
                <a:lnTo>
                  <a:pt x="3347003" y="169440"/>
                </a:lnTo>
                <a:lnTo>
                  <a:pt x="3343371" y="168819"/>
                </a:lnTo>
                <a:lnTo>
                  <a:pt x="3340311" y="167953"/>
                </a:lnTo>
                <a:lnTo>
                  <a:pt x="3337777" y="166798"/>
                </a:lnTo>
                <a:lnTo>
                  <a:pt x="3335726" y="165312"/>
                </a:lnTo>
                <a:lnTo>
                  <a:pt x="3334112" y="163452"/>
                </a:lnTo>
                <a:lnTo>
                  <a:pt x="3332891" y="161176"/>
                </a:lnTo>
                <a:lnTo>
                  <a:pt x="3332019" y="158441"/>
                </a:lnTo>
                <a:lnTo>
                  <a:pt x="3331452" y="155204"/>
                </a:lnTo>
                <a:lnTo>
                  <a:pt x="3331144" y="151422"/>
                </a:lnTo>
                <a:lnTo>
                  <a:pt x="3331051" y="147053"/>
                </a:lnTo>
                <a:lnTo>
                  <a:pt x="3331051" y="33274"/>
                </a:lnTo>
                <a:lnTo>
                  <a:pt x="3331134" y="28910"/>
                </a:lnTo>
                <a:lnTo>
                  <a:pt x="3331416" y="25141"/>
                </a:lnTo>
                <a:lnTo>
                  <a:pt x="3331947" y="21923"/>
                </a:lnTo>
                <a:lnTo>
                  <a:pt x="3332777" y="19208"/>
                </a:lnTo>
                <a:lnTo>
                  <a:pt x="3333956" y="16953"/>
                </a:lnTo>
                <a:lnTo>
                  <a:pt x="3335534" y="15112"/>
                </a:lnTo>
                <a:lnTo>
                  <a:pt x="3337559" y="13639"/>
                </a:lnTo>
                <a:lnTo>
                  <a:pt x="3340083" y="12489"/>
                </a:lnTo>
                <a:lnTo>
                  <a:pt x="3343155" y="11617"/>
                </a:lnTo>
                <a:lnTo>
                  <a:pt x="3346825" y="10977"/>
                </a:lnTo>
                <a:lnTo>
                  <a:pt x="3351143" y="10523"/>
                </a:lnTo>
                <a:lnTo>
                  <a:pt x="3356158" y="10212"/>
                </a:lnTo>
                <a:lnTo>
                  <a:pt x="3356158" y="5340"/>
                </a:lnTo>
                <a:lnTo>
                  <a:pt x="3280063" y="5340"/>
                </a:lnTo>
                <a:lnTo>
                  <a:pt x="3280063" y="10212"/>
                </a:lnTo>
                <a:lnTo>
                  <a:pt x="3285127" y="10572"/>
                </a:lnTo>
                <a:lnTo>
                  <a:pt x="3289466" y="11047"/>
                </a:lnTo>
                <a:lnTo>
                  <a:pt x="3293135" y="11688"/>
                </a:lnTo>
                <a:lnTo>
                  <a:pt x="3296186" y="12545"/>
                </a:lnTo>
                <a:lnTo>
                  <a:pt x="3298675" y="13669"/>
                </a:lnTo>
                <a:lnTo>
                  <a:pt x="3300657" y="15110"/>
                </a:lnTo>
                <a:lnTo>
                  <a:pt x="3302184" y="16921"/>
                </a:lnTo>
                <a:lnTo>
                  <a:pt x="3303312" y="19150"/>
                </a:lnTo>
                <a:lnTo>
                  <a:pt x="3304095" y="21849"/>
                </a:lnTo>
                <a:lnTo>
                  <a:pt x="3304587" y="25069"/>
                </a:lnTo>
                <a:lnTo>
                  <a:pt x="3304843" y="28861"/>
                </a:lnTo>
                <a:lnTo>
                  <a:pt x="3304916" y="33274"/>
                </a:lnTo>
                <a:lnTo>
                  <a:pt x="3304916" y="147053"/>
                </a:lnTo>
                <a:close/>
                <a:moveTo>
                  <a:pt x="3529618" y="170115"/>
                </a:moveTo>
                <a:lnTo>
                  <a:pt x="3527275" y="169884"/>
                </a:lnTo>
                <a:lnTo>
                  <a:pt x="3525101" y="169562"/>
                </a:lnTo>
                <a:lnTo>
                  <a:pt x="3523071" y="169136"/>
                </a:lnTo>
                <a:lnTo>
                  <a:pt x="3521162" y="168589"/>
                </a:lnTo>
                <a:lnTo>
                  <a:pt x="3519348" y="167906"/>
                </a:lnTo>
                <a:lnTo>
                  <a:pt x="3517607" y="167074"/>
                </a:lnTo>
                <a:lnTo>
                  <a:pt x="3515913" y="166076"/>
                </a:lnTo>
                <a:lnTo>
                  <a:pt x="3514244" y="164897"/>
                </a:lnTo>
                <a:lnTo>
                  <a:pt x="3512575" y="163522"/>
                </a:lnTo>
                <a:lnTo>
                  <a:pt x="3510881" y="161937"/>
                </a:lnTo>
                <a:lnTo>
                  <a:pt x="3509140" y="160126"/>
                </a:lnTo>
                <a:lnTo>
                  <a:pt x="3507326" y="158074"/>
                </a:lnTo>
                <a:lnTo>
                  <a:pt x="3454547" y="93238"/>
                </a:lnTo>
                <a:lnTo>
                  <a:pt x="3458647" y="92409"/>
                </a:lnTo>
                <a:lnTo>
                  <a:pt x="3462388" y="91575"/>
                </a:lnTo>
                <a:lnTo>
                  <a:pt x="3465805" y="90724"/>
                </a:lnTo>
                <a:lnTo>
                  <a:pt x="3468933" y="89840"/>
                </a:lnTo>
                <a:lnTo>
                  <a:pt x="3471809" y="88911"/>
                </a:lnTo>
                <a:lnTo>
                  <a:pt x="3474468" y="87920"/>
                </a:lnTo>
                <a:lnTo>
                  <a:pt x="3476945" y="86855"/>
                </a:lnTo>
                <a:lnTo>
                  <a:pt x="3479276" y="85701"/>
                </a:lnTo>
                <a:lnTo>
                  <a:pt x="3481497" y="84444"/>
                </a:lnTo>
                <a:lnTo>
                  <a:pt x="3483642" y="83069"/>
                </a:lnTo>
                <a:lnTo>
                  <a:pt x="3485749" y="81563"/>
                </a:lnTo>
                <a:lnTo>
                  <a:pt x="3487852" y="79911"/>
                </a:lnTo>
                <a:lnTo>
                  <a:pt x="3489832" y="78162"/>
                </a:lnTo>
                <a:lnTo>
                  <a:pt x="3491668" y="76251"/>
                </a:lnTo>
                <a:lnTo>
                  <a:pt x="3493355" y="74189"/>
                </a:lnTo>
                <a:lnTo>
                  <a:pt x="3494886" y="71986"/>
                </a:lnTo>
                <a:lnTo>
                  <a:pt x="3496257" y="69651"/>
                </a:lnTo>
                <a:lnTo>
                  <a:pt x="3497463" y="67195"/>
                </a:lnTo>
                <a:lnTo>
                  <a:pt x="3498498" y="64626"/>
                </a:lnTo>
                <a:lnTo>
                  <a:pt x="3499356" y="61954"/>
                </a:lnTo>
                <a:lnTo>
                  <a:pt x="3500033" y="59190"/>
                </a:lnTo>
                <a:lnTo>
                  <a:pt x="3500523" y="56343"/>
                </a:lnTo>
                <a:lnTo>
                  <a:pt x="3500821" y="53424"/>
                </a:lnTo>
                <a:lnTo>
                  <a:pt x="3500922" y="50441"/>
                </a:lnTo>
                <a:lnTo>
                  <a:pt x="3500852" y="47719"/>
                </a:lnTo>
                <a:lnTo>
                  <a:pt x="3500644" y="45063"/>
                </a:lnTo>
                <a:lnTo>
                  <a:pt x="3500297" y="42474"/>
                </a:lnTo>
                <a:lnTo>
                  <a:pt x="3499812" y="39955"/>
                </a:lnTo>
                <a:lnTo>
                  <a:pt x="3499187" y="37507"/>
                </a:lnTo>
                <a:lnTo>
                  <a:pt x="3498424" y="35132"/>
                </a:lnTo>
                <a:lnTo>
                  <a:pt x="3497522" y="32831"/>
                </a:lnTo>
                <a:lnTo>
                  <a:pt x="3496481" y="30607"/>
                </a:lnTo>
                <a:lnTo>
                  <a:pt x="3495301" y="28461"/>
                </a:lnTo>
                <a:lnTo>
                  <a:pt x="3493982" y="26395"/>
                </a:lnTo>
                <a:lnTo>
                  <a:pt x="3492525" y="24411"/>
                </a:lnTo>
                <a:lnTo>
                  <a:pt x="3490929" y="22511"/>
                </a:lnTo>
                <a:lnTo>
                  <a:pt x="3488259" y="19966"/>
                </a:lnTo>
                <a:lnTo>
                  <a:pt x="3485140" y="17590"/>
                </a:lnTo>
                <a:lnTo>
                  <a:pt x="3481600" y="15395"/>
                </a:lnTo>
                <a:lnTo>
                  <a:pt x="3477671" y="13389"/>
                </a:lnTo>
                <a:lnTo>
                  <a:pt x="3473383" y="11582"/>
                </a:lnTo>
                <a:lnTo>
                  <a:pt x="3468765" y="9985"/>
                </a:lnTo>
                <a:lnTo>
                  <a:pt x="3463849" y="8607"/>
                </a:lnTo>
                <a:lnTo>
                  <a:pt x="3458664" y="7457"/>
                </a:lnTo>
                <a:lnTo>
                  <a:pt x="3453241" y="6546"/>
                </a:lnTo>
                <a:lnTo>
                  <a:pt x="3447610" y="5883"/>
                </a:lnTo>
                <a:lnTo>
                  <a:pt x="3441801" y="5478"/>
                </a:lnTo>
                <a:lnTo>
                  <a:pt x="3435844" y="5340"/>
                </a:lnTo>
                <a:lnTo>
                  <a:pt x="3365128" y="5340"/>
                </a:lnTo>
                <a:lnTo>
                  <a:pt x="3365128" y="10212"/>
                </a:lnTo>
                <a:lnTo>
                  <a:pt x="3369593" y="10748"/>
                </a:lnTo>
                <a:lnTo>
                  <a:pt x="3373413" y="11368"/>
                </a:lnTo>
                <a:lnTo>
                  <a:pt x="3376637" y="12121"/>
                </a:lnTo>
                <a:lnTo>
                  <a:pt x="3379314" y="13058"/>
                </a:lnTo>
                <a:lnTo>
                  <a:pt x="3381493" y="14230"/>
                </a:lnTo>
                <a:lnTo>
                  <a:pt x="3383222" y="15688"/>
                </a:lnTo>
                <a:lnTo>
                  <a:pt x="3384551" y="17482"/>
                </a:lnTo>
                <a:lnTo>
                  <a:pt x="3385529" y="19663"/>
                </a:lnTo>
                <a:lnTo>
                  <a:pt x="3386204" y="22283"/>
                </a:lnTo>
                <a:lnTo>
                  <a:pt x="3386626" y="25390"/>
                </a:lnTo>
                <a:lnTo>
                  <a:pt x="3386843" y="29037"/>
                </a:lnTo>
                <a:lnTo>
                  <a:pt x="3386904" y="33274"/>
                </a:lnTo>
                <a:lnTo>
                  <a:pt x="3386904" y="144234"/>
                </a:lnTo>
                <a:lnTo>
                  <a:pt x="3386843" y="149182"/>
                </a:lnTo>
                <a:lnTo>
                  <a:pt x="3386626" y="153429"/>
                </a:lnTo>
                <a:lnTo>
                  <a:pt x="3386204" y="157034"/>
                </a:lnTo>
                <a:lnTo>
                  <a:pt x="3385529" y="160055"/>
                </a:lnTo>
                <a:lnTo>
                  <a:pt x="3384551" y="162549"/>
                </a:lnTo>
                <a:lnTo>
                  <a:pt x="3383222" y="164574"/>
                </a:lnTo>
                <a:lnTo>
                  <a:pt x="3381493" y="166188"/>
                </a:lnTo>
                <a:lnTo>
                  <a:pt x="3379314" y="167449"/>
                </a:lnTo>
                <a:lnTo>
                  <a:pt x="3376637" y="168414"/>
                </a:lnTo>
                <a:lnTo>
                  <a:pt x="3373413" y="169142"/>
                </a:lnTo>
                <a:lnTo>
                  <a:pt x="3369593" y="169689"/>
                </a:lnTo>
                <a:lnTo>
                  <a:pt x="3365128" y="170115"/>
                </a:lnTo>
                <a:lnTo>
                  <a:pt x="3365128" y="174983"/>
                </a:lnTo>
                <a:lnTo>
                  <a:pt x="3436098" y="174983"/>
                </a:lnTo>
                <a:lnTo>
                  <a:pt x="3436098" y="170115"/>
                </a:lnTo>
                <a:lnTo>
                  <a:pt x="3431500" y="169745"/>
                </a:lnTo>
                <a:lnTo>
                  <a:pt x="3427540" y="169244"/>
                </a:lnTo>
                <a:lnTo>
                  <a:pt x="3424173" y="168567"/>
                </a:lnTo>
                <a:lnTo>
                  <a:pt x="3421352" y="167668"/>
                </a:lnTo>
                <a:lnTo>
                  <a:pt x="3419033" y="166502"/>
                </a:lnTo>
                <a:lnTo>
                  <a:pt x="3417171" y="165023"/>
                </a:lnTo>
                <a:lnTo>
                  <a:pt x="3415720" y="163187"/>
                </a:lnTo>
                <a:lnTo>
                  <a:pt x="3414634" y="160948"/>
                </a:lnTo>
                <a:lnTo>
                  <a:pt x="3413868" y="158260"/>
                </a:lnTo>
                <a:lnTo>
                  <a:pt x="3413378" y="155078"/>
                </a:lnTo>
                <a:lnTo>
                  <a:pt x="3413116" y="151358"/>
                </a:lnTo>
                <a:lnTo>
                  <a:pt x="3413040" y="147053"/>
                </a:lnTo>
                <a:lnTo>
                  <a:pt x="3413040" y="96569"/>
                </a:lnTo>
                <a:lnTo>
                  <a:pt x="3427387" y="96057"/>
                </a:lnTo>
                <a:lnTo>
                  <a:pt x="3488364" y="174983"/>
                </a:lnTo>
                <a:lnTo>
                  <a:pt x="3529618" y="174983"/>
                </a:lnTo>
                <a:lnTo>
                  <a:pt x="3529618" y="170115"/>
                </a:lnTo>
                <a:moveTo>
                  <a:pt x="3413040" y="24048"/>
                </a:moveTo>
                <a:lnTo>
                  <a:pt x="3413101" y="22359"/>
                </a:lnTo>
                <a:lnTo>
                  <a:pt x="3413296" y="20873"/>
                </a:lnTo>
                <a:lnTo>
                  <a:pt x="3413640" y="19579"/>
                </a:lnTo>
                <a:lnTo>
                  <a:pt x="3414150" y="18467"/>
                </a:lnTo>
                <a:lnTo>
                  <a:pt x="3414841" y="17525"/>
                </a:lnTo>
                <a:lnTo>
                  <a:pt x="3415730" y="16744"/>
                </a:lnTo>
                <a:lnTo>
                  <a:pt x="3416832" y="16112"/>
                </a:lnTo>
                <a:lnTo>
                  <a:pt x="3418164" y="15619"/>
                </a:lnTo>
                <a:lnTo>
                  <a:pt x="3419741" y="15254"/>
                </a:lnTo>
                <a:lnTo>
                  <a:pt x="3421579" y="15006"/>
                </a:lnTo>
                <a:lnTo>
                  <a:pt x="3423696" y="14866"/>
                </a:lnTo>
                <a:lnTo>
                  <a:pt x="3426105" y="14821"/>
                </a:lnTo>
                <a:lnTo>
                  <a:pt x="3433756" y="15052"/>
                </a:lnTo>
                <a:lnTo>
                  <a:pt x="3440699" y="15749"/>
                </a:lnTo>
                <a:lnTo>
                  <a:pt x="3446943" y="16919"/>
                </a:lnTo>
                <a:lnTo>
                  <a:pt x="3452495" y="18569"/>
                </a:lnTo>
                <a:lnTo>
                  <a:pt x="3457365" y="20708"/>
                </a:lnTo>
                <a:lnTo>
                  <a:pt x="3461559" y="23340"/>
                </a:lnTo>
                <a:lnTo>
                  <a:pt x="3465086" y="26475"/>
                </a:lnTo>
                <a:lnTo>
                  <a:pt x="3467953" y="30119"/>
                </a:lnTo>
                <a:lnTo>
                  <a:pt x="3470170" y="34278"/>
                </a:lnTo>
                <a:lnTo>
                  <a:pt x="3471743" y="38961"/>
                </a:lnTo>
                <a:lnTo>
                  <a:pt x="3472681" y="44174"/>
                </a:lnTo>
                <a:lnTo>
                  <a:pt x="3472992" y="49925"/>
                </a:lnTo>
                <a:lnTo>
                  <a:pt x="3472881" y="53083"/>
                </a:lnTo>
                <a:lnTo>
                  <a:pt x="3472551" y="56142"/>
                </a:lnTo>
                <a:lnTo>
                  <a:pt x="3472007" y="59089"/>
                </a:lnTo>
                <a:lnTo>
                  <a:pt x="3471256" y="61910"/>
                </a:lnTo>
                <a:lnTo>
                  <a:pt x="3470301" y="64592"/>
                </a:lnTo>
                <a:lnTo>
                  <a:pt x="3469150" y="67123"/>
                </a:lnTo>
                <a:lnTo>
                  <a:pt x="3467806" y="69488"/>
                </a:lnTo>
                <a:lnTo>
                  <a:pt x="3466275" y="71674"/>
                </a:lnTo>
                <a:lnTo>
                  <a:pt x="3464562" y="73667"/>
                </a:lnTo>
                <a:lnTo>
                  <a:pt x="3462674" y="75456"/>
                </a:lnTo>
                <a:lnTo>
                  <a:pt x="3460615" y="77025"/>
                </a:lnTo>
                <a:lnTo>
                  <a:pt x="3458390" y="78363"/>
                </a:lnTo>
                <a:lnTo>
                  <a:pt x="3455491" y="79924"/>
                </a:lnTo>
                <a:lnTo>
                  <a:pt x="3452646" y="81285"/>
                </a:lnTo>
                <a:lnTo>
                  <a:pt x="3449790" y="82462"/>
                </a:lnTo>
                <a:lnTo>
                  <a:pt x="3446859" y="83468"/>
                </a:lnTo>
                <a:lnTo>
                  <a:pt x="3443790" y="84317"/>
                </a:lnTo>
                <a:lnTo>
                  <a:pt x="3440518" y="85024"/>
                </a:lnTo>
                <a:lnTo>
                  <a:pt x="3436979" y="85603"/>
                </a:lnTo>
                <a:lnTo>
                  <a:pt x="3433109" y="86069"/>
                </a:lnTo>
                <a:lnTo>
                  <a:pt x="3428844" y="86434"/>
                </a:lnTo>
                <a:lnTo>
                  <a:pt x="3424120" y="86715"/>
                </a:lnTo>
                <a:lnTo>
                  <a:pt x="3418873" y="86924"/>
                </a:lnTo>
                <a:lnTo>
                  <a:pt x="3413040" y="87077"/>
                </a:lnTo>
                <a:lnTo>
                  <a:pt x="3413040" y="24048"/>
                </a:lnTo>
                <a:close/>
                <a:moveTo>
                  <a:pt x="3623647" y="74238"/>
                </a:moveTo>
                <a:lnTo>
                  <a:pt x="3624213" y="74180"/>
                </a:lnTo>
                <a:lnTo>
                  <a:pt x="3624762" y="74131"/>
                </a:lnTo>
                <a:lnTo>
                  <a:pt x="3625297" y="74091"/>
                </a:lnTo>
                <a:lnTo>
                  <a:pt x="3625820" y="74059"/>
                </a:lnTo>
                <a:lnTo>
                  <a:pt x="3626337" y="74034"/>
                </a:lnTo>
                <a:lnTo>
                  <a:pt x="3626850" y="74016"/>
                </a:lnTo>
                <a:lnTo>
                  <a:pt x="3627364" y="74002"/>
                </a:lnTo>
                <a:lnTo>
                  <a:pt x="3627880" y="73993"/>
                </a:lnTo>
                <a:lnTo>
                  <a:pt x="3628404" y="73988"/>
                </a:lnTo>
                <a:lnTo>
                  <a:pt x="3628939" y="73985"/>
                </a:lnTo>
                <a:lnTo>
                  <a:pt x="3629488" y="73984"/>
                </a:lnTo>
                <a:lnTo>
                  <a:pt x="3630054" y="73984"/>
                </a:lnTo>
                <a:lnTo>
                  <a:pt x="3632091" y="74041"/>
                </a:lnTo>
                <a:lnTo>
                  <a:pt x="3633857" y="74229"/>
                </a:lnTo>
                <a:lnTo>
                  <a:pt x="3635370" y="74572"/>
                </a:lnTo>
                <a:lnTo>
                  <a:pt x="3636649" y="75094"/>
                </a:lnTo>
                <a:lnTo>
                  <a:pt x="3637711" y="75818"/>
                </a:lnTo>
                <a:lnTo>
                  <a:pt x="3638573" y="76769"/>
                </a:lnTo>
                <a:lnTo>
                  <a:pt x="3639254" y="77972"/>
                </a:lnTo>
                <a:lnTo>
                  <a:pt x="3639771" y="79449"/>
                </a:lnTo>
                <a:lnTo>
                  <a:pt x="3640143" y="81224"/>
                </a:lnTo>
                <a:lnTo>
                  <a:pt x="3640386" y="83323"/>
                </a:lnTo>
                <a:lnTo>
                  <a:pt x="3640519" y="85769"/>
                </a:lnTo>
                <a:lnTo>
                  <a:pt x="3640559" y="88586"/>
                </a:lnTo>
                <a:lnTo>
                  <a:pt x="3640559" y="208495"/>
                </a:lnTo>
                <a:lnTo>
                  <a:pt x="3640495" y="211613"/>
                </a:lnTo>
                <a:lnTo>
                  <a:pt x="3640280" y="214324"/>
                </a:lnTo>
                <a:lnTo>
                  <a:pt x="3639883" y="216662"/>
                </a:lnTo>
                <a:lnTo>
                  <a:pt x="3639268" y="218659"/>
                </a:lnTo>
                <a:lnTo>
                  <a:pt x="3638405" y="220346"/>
                </a:lnTo>
                <a:lnTo>
                  <a:pt x="3637260" y="221755"/>
                </a:lnTo>
                <a:lnTo>
                  <a:pt x="3635800" y="222918"/>
                </a:lnTo>
                <a:lnTo>
                  <a:pt x="3633992" y="223869"/>
                </a:lnTo>
                <a:lnTo>
                  <a:pt x="3631803" y="224637"/>
                </a:lnTo>
                <a:lnTo>
                  <a:pt x="3629200" y="225256"/>
                </a:lnTo>
                <a:lnTo>
                  <a:pt x="3626151" y="225758"/>
                </a:lnTo>
                <a:lnTo>
                  <a:pt x="3622622" y="226174"/>
                </a:lnTo>
                <a:lnTo>
                  <a:pt x="3622622" y="230529"/>
                </a:lnTo>
                <a:lnTo>
                  <a:pt x="3684627" y="230529"/>
                </a:lnTo>
                <a:lnTo>
                  <a:pt x="3684627" y="225920"/>
                </a:lnTo>
                <a:lnTo>
                  <a:pt x="3680147" y="225796"/>
                </a:lnTo>
                <a:lnTo>
                  <a:pt x="3676285" y="225528"/>
                </a:lnTo>
                <a:lnTo>
                  <a:pt x="3672998" y="225078"/>
                </a:lnTo>
                <a:lnTo>
                  <a:pt x="3670242" y="224410"/>
                </a:lnTo>
                <a:lnTo>
                  <a:pt x="3667973" y="223485"/>
                </a:lnTo>
                <a:lnTo>
                  <a:pt x="3666149" y="222267"/>
                </a:lnTo>
                <a:lnTo>
                  <a:pt x="3664724" y="220718"/>
                </a:lnTo>
                <a:lnTo>
                  <a:pt x="3663656" y="218801"/>
                </a:lnTo>
                <a:lnTo>
                  <a:pt x="3662902" y="216478"/>
                </a:lnTo>
                <a:lnTo>
                  <a:pt x="3662417" y="213711"/>
                </a:lnTo>
                <a:lnTo>
                  <a:pt x="3662158" y="210465"/>
                </a:lnTo>
                <a:lnTo>
                  <a:pt x="3662081" y="206701"/>
                </a:lnTo>
                <a:lnTo>
                  <a:pt x="3662081" y="166472"/>
                </a:lnTo>
                <a:lnTo>
                  <a:pt x="3664269" y="168464"/>
                </a:lnTo>
                <a:lnTo>
                  <a:pt x="3666365" y="170222"/>
                </a:lnTo>
                <a:lnTo>
                  <a:pt x="3668395" y="171758"/>
                </a:lnTo>
                <a:lnTo>
                  <a:pt x="3670384" y="173084"/>
                </a:lnTo>
                <a:lnTo>
                  <a:pt x="3672360" y="174210"/>
                </a:lnTo>
                <a:lnTo>
                  <a:pt x="3674347" y="175148"/>
                </a:lnTo>
                <a:lnTo>
                  <a:pt x="3676371" y="175910"/>
                </a:lnTo>
                <a:lnTo>
                  <a:pt x="3678459" y="176508"/>
                </a:lnTo>
                <a:lnTo>
                  <a:pt x="3680636" y="176953"/>
                </a:lnTo>
                <a:lnTo>
                  <a:pt x="3682927" y="177256"/>
                </a:lnTo>
                <a:lnTo>
                  <a:pt x="3685359" y="177430"/>
                </a:lnTo>
                <a:lnTo>
                  <a:pt x="3687958" y="177485"/>
                </a:lnTo>
                <a:lnTo>
                  <a:pt x="3695368" y="176899"/>
                </a:lnTo>
                <a:lnTo>
                  <a:pt x="3702441" y="175188"/>
                </a:lnTo>
                <a:lnTo>
                  <a:pt x="3709119" y="172423"/>
                </a:lnTo>
                <a:lnTo>
                  <a:pt x="3715344" y="168674"/>
                </a:lnTo>
                <a:lnTo>
                  <a:pt x="3721056" y="164011"/>
                </a:lnTo>
                <a:lnTo>
                  <a:pt x="3726197" y="158504"/>
                </a:lnTo>
                <a:lnTo>
                  <a:pt x="3730708" y="152224"/>
                </a:lnTo>
                <a:lnTo>
                  <a:pt x="3734531" y="145240"/>
                </a:lnTo>
                <a:lnTo>
                  <a:pt x="3737606" y="137624"/>
                </a:lnTo>
                <a:lnTo>
                  <a:pt x="3739875" y="129445"/>
                </a:lnTo>
                <a:lnTo>
                  <a:pt x="3741280" y="120773"/>
                </a:lnTo>
                <a:lnTo>
                  <a:pt x="3741761" y="111680"/>
                </a:lnTo>
                <a:lnTo>
                  <a:pt x="3741394" y="103938"/>
                </a:lnTo>
                <a:lnTo>
                  <a:pt x="3740318" y="96616"/>
                </a:lnTo>
                <a:lnTo>
                  <a:pt x="3738571" y="89764"/>
                </a:lnTo>
                <a:lnTo>
                  <a:pt x="3736192" y="83429"/>
                </a:lnTo>
                <a:lnTo>
                  <a:pt x="3733218" y="77659"/>
                </a:lnTo>
                <a:lnTo>
                  <a:pt x="3729688" y="72502"/>
                </a:lnTo>
                <a:lnTo>
                  <a:pt x="3725641" y="68007"/>
                </a:lnTo>
                <a:lnTo>
                  <a:pt x="3721114" y="64221"/>
                </a:lnTo>
                <a:lnTo>
                  <a:pt x="3716145" y="61192"/>
                </a:lnTo>
                <a:lnTo>
                  <a:pt x="3710774" y="58970"/>
                </a:lnTo>
                <a:lnTo>
                  <a:pt x="3705038" y="57601"/>
                </a:lnTo>
                <a:lnTo>
                  <a:pt x="3698975" y="57134"/>
                </a:lnTo>
                <a:lnTo>
                  <a:pt x="3695451" y="57268"/>
                </a:lnTo>
                <a:lnTo>
                  <a:pt x="3692043" y="57673"/>
                </a:lnTo>
                <a:lnTo>
                  <a:pt x="3688743" y="58351"/>
                </a:lnTo>
                <a:lnTo>
                  <a:pt x="3685538" y="59307"/>
                </a:lnTo>
                <a:lnTo>
                  <a:pt x="3682419" y="60545"/>
                </a:lnTo>
                <a:lnTo>
                  <a:pt x="3679374" y="62067"/>
                </a:lnTo>
                <a:lnTo>
                  <a:pt x="3676394" y="63877"/>
                </a:lnTo>
                <a:lnTo>
                  <a:pt x="3673467" y="65979"/>
                </a:lnTo>
                <a:lnTo>
                  <a:pt x="3670583" y="68376"/>
                </a:lnTo>
                <a:lnTo>
                  <a:pt x="3667731" y="71072"/>
                </a:lnTo>
                <a:lnTo>
                  <a:pt x="3664901" y="74070"/>
                </a:lnTo>
                <a:lnTo>
                  <a:pt x="3662081" y="77373"/>
                </a:lnTo>
                <a:lnTo>
                  <a:pt x="3662081" y="57650"/>
                </a:lnTo>
                <a:lnTo>
                  <a:pt x="3660545" y="57134"/>
                </a:lnTo>
                <a:lnTo>
                  <a:pt x="3657181" y="58439"/>
                </a:lnTo>
                <a:lnTo>
                  <a:pt x="3653986" y="59669"/>
                </a:lnTo>
                <a:lnTo>
                  <a:pt x="3650924" y="60835"/>
                </a:lnTo>
                <a:lnTo>
                  <a:pt x="3647961" y="61947"/>
                </a:lnTo>
                <a:lnTo>
                  <a:pt x="3645062" y="63017"/>
                </a:lnTo>
                <a:lnTo>
                  <a:pt x="3642192" y="64054"/>
                </a:lnTo>
                <a:lnTo>
                  <a:pt x="3639317" y="65070"/>
                </a:lnTo>
                <a:lnTo>
                  <a:pt x="3636402" y="66076"/>
                </a:lnTo>
                <a:lnTo>
                  <a:pt x="3633412" y="67081"/>
                </a:lnTo>
                <a:lnTo>
                  <a:pt x="3630313" y="68097"/>
                </a:lnTo>
                <a:lnTo>
                  <a:pt x="3627069" y="69134"/>
                </a:lnTo>
                <a:lnTo>
                  <a:pt x="3623647" y="70203"/>
                </a:lnTo>
                <a:lnTo>
                  <a:pt x="3623647" y="74238"/>
                </a:lnTo>
                <a:moveTo>
                  <a:pt x="3662081" y="89407"/>
                </a:moveTo>
                <a:lnTo>
                  <a:pt x="3662370" y="87461"/>
                </a:lnTo>
                <a:lnTo>
                  <a:pt x="3663199" y="85488"/>
                </a:lnTo>
                <a:lnTo>
                  <a:pt x="3664507" y="83526"/>
                </a:lnTo>
                <a:lnTo>
                  <a:pt x="3666237" y="81612"/>
                </a:lnTo>
                <a:lnTo>
                  <a:pt x="3668331" y="79783"/>
                </a:lnTo>
                <a:lnTo>
                  <a:pt x="3670728" y="78078"/>
                </a:lnTo>
                <a:lnTo>
                  <a:pt x="3673371" y="76532"/>
                </a:lnTo>
                <a:lnTo>
                  <a:pt x="3676201" y="75184"/>
                </a:lnTo>
                <a:lnTo>
                  <a:pt x="3679158" y="74070"/>
                </a:lnTo>
                <a:lnTo>
                  <a:pt x="3682185" y="73228"/>
                </a:lnTo>
                <a:lnTo>
                  <a:pt x="3685223" y="72696"/>
                </a:lnTo>
                <a:lnTo>
                  <a:pt x="3688212" y="72510"/>
                </a:lnTo>
                <a:lnTo>
                  <a:pt x="3692816" y="72910"/>
                </a:lnTo>
                <a:lnTo>
                  <a:pt x="3697131" y="74089"/>
                </a:lnTo>
                <a:lnTo>
                  <a:pt x="3701136" y="76014"/>
                </a:lnTo>
                <a:lnTo>
                  <a:pt x="3704810" y="78655"/>
                </a:lnTo>
                <a:lnTo>
                  <a:pt x="3708132" y="81978"/>
                </a:lnTo>
                <a:lnTo>
                  <a:pt x="3711080" y="85951"/>
                </a:lnTo>
                <a:lnTo>
                  <a:pt x="3713633" y="90544"/>
                </a:lnTo>
                <a:lnTo>
                  <a:pt x="3715770" y="95723"/>
                </a:lnTo>
                <a:lnTo>
                  <a:pt x="3717469" y="101457"/>
                </a:lnTo>
                <a:lnTo>
                  <a:pt x="3718710" y="107714"/>
                </a:lnTo>
                <a:lnTo>
                  <a:pt x="3719469" y="114462"/>
                </a:lnTo>
                <a:lnTo>
                  <a:pt x="3719727" y="121668"/>
                </a:lnTo>
                <a:lnTo>
                  <a:pt x="3719470" y="128575"/>
                </a:lnTo>
                <a:lnTo>
                  <a:pt x="3718712" y="135063"/>
                </a:lnTo>
                <a:lnTo>
                  <a:pt x="3717477" y="141098"/>
                </a:lnTo>
                <a:lnTo>
                  <a:pt x="3715789" y="146644"/>
                </a:lnTo>
                <a:lnTo>
                  <a:pt x="3713671" y="151668"/>
                </a:lnTo>
                <a:lnTo>
                  <a:pt x="3711145" y="156134"/>
                </a:lnTo>
                <a:lnTo>
                  <a:pt x="3708234" y="160009"/>
                </a:lnTo>
                <a:lnTo>
                  <a:pt x="3704963" y="163256"/>
                </a:lnTo>
                <a:lnTo>
                  <a:pt x="3701354" y="165843"/>
                </a:lnTo>
                <a:lnTo>
                  <a:pt x="3697429" y="167733"/>
                </a:lnTo>
                <a:lnTo>
                  <a:pt x="3693213" y="168892"/>
                </a:lnTo>
                <a:lnTo>
                  <a:pt x="3688729" y="169287"/>
                </a:lnTo>
                <a:lnTo>
                  <a:pt x="3685674" y="169101"/>
                </a:lnTo>
                <a:lnTo>
                  <a:pt x="3682572" y="168568"/>
                </a:lnTo>
                <a:lnTo>
                  <a:pt x="3679483" y="167727"/>
                </a:lnTo>
                <a:lnTo>
                  <a:pt x="3676466" y="166613"/>
                </a:lnTo>
                <a:lnTo>
                  <a:pt x="3673582" y="165265"/>
                </a:lnTo>
                <a:lnTo>
                  <a:pt x="3670888" y="163719"/>
                </a:lnTo>
                <a:lnTo>
                  <a:pt x="3668445" y="162013"/>
                </a:lnTo>
                <a:lnTo>
                  <a:pt x="3666313" y="160185"/>
                </a:lnTo>
                <a:lnTo>
                  <a:pt x="3664551" y="158271"/>
                </a:lnTo>
                <a:lnTo>
                  <a:pt x="3663219" y="156309"/>
                </a:lnTo>
                <a:lnTo>
                  <a:pt x="3662375" y="154336"/>
                </a:lnTo>
                <a:lnTo>
                  <a:pt x="3662081" y="152390"/>
                </a:lnTo>
                <a:lnTo>
                  <a:pt x="3662081" y="89407"/>
                </a:lnTo>
                <a:close/>
                <a:moveTo>
                  <a:pt x="3751242" y="75071"/>
                </a:moveTo>
                <a:lnTo>
                  <a:pt x="3752114" y="74889"/>
                </a:lnTo>
                <a:lnTo>
                  <a:pt x="3752939" y="74727"/>
                </a:lnTo>
                <a:lnTo>
                  <a:pt x="3753725" y="74585"/>
                </a:lnTo>
                <a:lnTo>
                  <a:pt x="3754479" y="74462"/>
                </a:lnTo>
                <a:lnTo>
                  <a:pt x="3755208" y="74356"/>
                </a:lnTo>
                <a:lnTo>
                  <a:pt x="3755920" y="74268"/>
                </a:lnTo>
                <a:lnTo>
                  <a:pt x="3756620" y="74195"/>
                </a:lnTo>
                <a:lnTo>
                  <a:pt x="3757317" y="74138"/>
                </a:lnTo>
                <a:lnTo>
                  <a:pt x="3758017" y="74095"/>
                </a:lnTo>
                <a:lnTo>
                  <a:pt x="3758728" y="74065"/>
                </a:lnTo>
                <a:lnTo>
                  <a:pt x="3759457" y="74048"/>
                </a:lnTo>
                <a:lnTo>
                  <a:pt x="3760210" y="74043"/>
                </a:lnTo>
                <a:lnTo>
                  <a:pt x="3761727" y="74130"/>
                </a:lnTo>
                <a:lnTo>
                  <a:pt x="3763079" y="74399"/>
                </a:lnTo>
                <a:lnTo>
                  <a:pt x="3764273" y="74859"/>
                </a:lnTo>
                <a:lnTo>
                  <a:pt x="3765315" y="75523"/>
                </a:lnTo>
                <a:lnTo>
                  <a:pt x="3766211" y="76401"/>
                </a:lnTo>
                <a:lnTo>
                  <a:pt x="3766967" y="77502"/>
                </a:lnTo>
                <a:lnTo>
                  <a:pt x="3767590" y="78838"/>
                </a:lnTo>
                <a:lnTo>
                  <a:pt x="3768086" y="80420"/>
                </a:lnTo>
                <a:lnTo>
                  <a:pt x="3768460" y="82258"/>
                </a:lnTo>
                <a:lnTo>
                  <a:pt x="3768720" y="84363"/>
                </a:lnTo>
                <a:lnTo>
                  <a:pt x="3768872" y="86745"/>
                </a:lnTo>
                <a:lnTo>
                  <a:pt x="3768921" y="89415"/>
                </a:lnTo>
                <a:lnTo>
                  <a:pt x="3768921" y="153465"/>
                </a:lnTo>
                <a:lnTo>
                  <a:pt x="3768876" y="156444"/>
                </a:lnTo>
                <a:lnTo>
                  <a:pt x="3768712" y="159008"/>
                </a:lnTo>
                <a:lnTo>
                  <a:pt x="3768384" y="161197"/>
                </a:lnTo>
                <a:lnTo>
                  <a:pt x="3767848" y="163056"/>
                </a:lnTo>
                <a:lnTo>
                  <a:pt x="3767060" y="164627"/>
                </a:lnTo>
                <a:lnTo>
                  <a:pt x="3765974" y="165953"/>
                </a:lnTo>
                <a:lnTo>
                  <a:pt x="3764547" y="167075"/>
                </a:lnTo>
                <a:lnTo>
                  <a:pt x="3762733" y="168038"/>
                </a:lnTo>
                <a:lnTo>
                  <a:pt x="3760489" y="168883"/>
                </a:lnTo>
                <a:lnTo>
                  <a:pt x="3757770" y="169653"/>
                </a:lnTo>
                <a:lnTo>
                  <a:pt x="3754532" y="170391"/>
                </a:lnTo>
                <a:lnTo>
                  <a:pt x="3750730" y="171140"/>
                </a:lnTo>
                <a:lnTo>
                  <a:pt x="3750730" y="174983"/>
                </a:lnTo>
                <a:lnTo>
                  <a:pt x="3812223" y="174983"/>
                </a:lnTo>
                <a:lnTo>
                  <a:pt x="3812223" y="171140"/>
                </a:lnTo>
                <a:lnTo>
                  <a:pt x="3808134" y="170880"/>
                </a:lnTo>
                <a:lnTo>
                  <a:pt x="3804559" y="170465"/>
                </a:lnTo>
                <a:lnTo>
                  <a:pt x="3801469" y="169868"/>
                </a:lnTo>
                <a:lnTo>
                  <a:pt x="3798832" y="169063"/>
                </a:lnTo>
                <a:lnTo>
                  <a:pt x="3796618" y="168024"/>
                </a:lnTo>
                <a:lnTo>
                  <a:pt x="3794798" y="166722"/>
                </a:lnTo>
                <a:lnTo>
                  <a:pt x="3793341" y="165133"/>
                </a:lnTo>
                <a:lnTo>
                  <a:pt x="3792217" y="163228"/>
                </a:lnTo>
                <a:lnTo>
                  <a:pt x="3791395" y="160982"/>
                </a:lnTo>
                <a:lnTo>
                  <a:pt x="3790846" y="158368"/>
                </a:lnTo>
                <a:lnTo>
                  <a:pt x="3790539" y="155359"/>
                </a:lnTo>
                <a:lnTo>
                  <a:pt x="3790443" y="151928"/>
                </a:lnTo>
                <a:lnTo>
                  <a:pt x="3790443" y="94282"/>
                </a:lnTo>
                <a:lnTo>
                  <a:pt x="3790664" y="92147"/>
                </a:lnTo>
                <a:lnTo>
                  <a:pt x="3791291" y="89880"/>
                </a:lnTo>
                <a:lnTo>
                  <a:pt x="3792272" y="87541"/>
                </a:lnTo>
                <a:lnTo>
                  <a:pt x="3793555" y="85193"/>
                </a:lnTo>
                <a:lnTo>
                  <a:pt x="3795087" y="82894"/>
                </a:lnTo>
                <a:lnTo>
                  <a:pt x="3796816" y="80705"/>
                </a:lnTo>
                <a:lnTo>
                  <a:pt x="3798689" y="78687"/>
                </a:lnTo>
                <a:lnTo>
                  <a:pt x="3800654" y="76900"/>
                </a:lnTo>
                <a:lnTo>
                  <a:pt x="3802658" y="75406"/>
                </a:lnTo>
                <a:lnTo>
                  <a:pt x="3804648" y="74263"/>
                </a:lnTo>
                <a:lnTo>
                  <a:pt x="3806573" y="73533"/>
                </a:lnTo>
                <a:lnTo>
                  <a:pt x="3808380" y="73276"/>
                </a:lnTo>
                <a:lnTo>
                  <a:pt x="3808780" y="73303"/>
                </a:lnTo>
                <a:lnTo>
                  <a:pt x="3809211" y="73383"/>
                </a:lnTo>
                <a:lnTo>
                  <a:pt x="3809672" y="73517"/>
                </a:lnTo>
                <a:lnTo>
                  <a:pt x="3810163" y="73704"/>
                </a:lnTo>
                <a:lnTo>
                  <a:pt x="3810683" y="73944"/>
                </a:lnTo>
                <a:lnTo>
                  <a:pt x="3811230" y="74238"/>
                </a:lnTo>
                <a:lnTo>
                  <a:pt x="3811803" y="74585"/>
                </a:lnTo>
                <a:lnTo>
                  <a:pt x="3812403" y="74985"/>
                </a:lnTo>
                <a:lnTo>
                  <a:pt x="3813027" y="75439"/>
                </a:lnTo>
                <a:lnTo>
                  <a:pt x="3813676" y="75946"/>
                </a:lnTo>
                <a:lnTo>
                  <a:pt x="3814348" y="76506"/>
                </a:lnTo>
                <a:lnTo>
                  <a:pt x="3815041" y="77119"/>
                </a:lnTo>
                <a:lnTo>
                  <a:pt x="3816040" y="77973"/>
                </a:lnTo>
                <a:lnTo>
                  <a:pt x="3816992" y="78744"/>
                </a:lnTo>
                <a:lnTo>
                  <a:pt x="3817903" y="79432"/>
                </a:lnTo>
                <a:lnTo>
                  <a:pt x="3818779" y="80041"/>
                </a:lnTo>
                <a:lnTo>
                  <a:pt x="3819627" y="80571"/>
                </a:lnTo>
                <a:lnTo>
                  <a:pt x="3820452" y="81025"/>
                </a:lnTo>
                <a:lnTo>
                  <a:pt x="3821262" y="81404"/>
                </a:lnTo>
                <a:lnTo>
                  <a:pt x="3822062" y="81710"/>
                </a:lnTo>
                <a:lnTo>
                  <a:pt x="3822858" y="81945"/>
                </a:lnTo>
                <a:lnTo>
                  <a:pt x="3823657" y="82110"/>
                </a:lnTo>
                <a:lnTo>
                  <a:pt x="3824465" y="82209"/>
                </a:lnTo>
                <a:lnTo>
                  <a:pt x="3825288" y="82241"/>
                </a:lnTo>
                <a:lnTo>
                  <a:pt x="3826777" y="82151"/>
                </a:lnTo>
                <a:lnTo>
                  <a:pt x="3828164" y="81885"/>
                </a:lnTo>
                <a:lnTo>
                  <a:pt x="3829444" y="81448"/>
                </a:lnTo>
                <a:lnTo>
                  <a:pt x="3830612" y="80846"/>
                </a:lnTo>
                <a:lnTo>
                  <a:pt x="3831663" y="80084"/>
                </a:lnTo>
                <a:lnTo>
                  <a:pt x="3832591" y="79167"/>
                </a:lnTo>
                <a:lnTo>
                  <a:pt x="3833391" y="78101"/>
                </a:lnTo>
                <a:lnTo>
                  <a:pt x="3834057" y="76890"/>
                </a:lnTo>
                <a:lnTo>
                  <a:pt x="3834585" y="75541"/>
                </a:lnTo>
                <a:lnTo>
                  <a:pt x="3834968" y="74059"/>
                </a:lnTo>
                <a:lnTo>
                  <a:pt x="3835202" y="72449"/>
                </a:lnTo>
                <a:lnTo>
                  <a:pt x="3835281" y="70716"/>
                </a:lnTo>
                <a:lnTo>
                  <a:pt x="3835170" y="68672"/>
                </a:lnTo>
                <a:lnTo>
                  <a:pt x="3834842" y="66773"/>
                </a:lnTo>
                <a:lnTo>
                  <a:pt x="3834304" y="65026"/>
                </a:lnTo>
                <a:lnTo>
                  <a:pt x="3833564" y="63436"/>
                </a:lnTo>
                <a:lnTo>
                  <a:pt x="3832627" y="62010"/>
                </a:lnTo>
                <a:lnTo>
                  <a:pt x="3831503" y="60754"/>
                </a:lnTo>
                <a:lnTo>
                  <a:pt x="3830196" y="59674"/>
                </a:lnTo>
                <a:lnTo>
                  <a:pt x="3828715" y="58776"/>
                </a:lnTo>
                <a:lnTo>
                  <a:pt x="3827067" y="58067"/>
                </a:lnTo>
                <a:lnTo>
                  <a:pt x="3825259" y="57553"/>
                </a:lnTo>
                <a:lnTo>
                  <a:pt x="3823298" y="57240"/>
                </a:lnTo>
                <a:lnTo>
                  <a:pt x="3821191" y="57134"/>
                </a:lnTo>
                <a:lnTo>
                  <a:pt x="3818565" y="57260"/>
                </a:lnTo>
                <a:lnTo>
                  <a:pt x="3816048" y="57655"/>
                </a:lnTo>
                <a:lnTo>
                  <a:pt x="3813612" y="58339"/>
                </a:lnTo>
                <a:lnTo>
                  <a:pt x="3811226" y="59336"/>
                </a:lnTo>
                <a:lnTo>
                  <a:pt x="3808862" y="60667"/>
                </a:lnTo>
                <a:lnTo>
                  <a:pt x="3806490" y="62355"/>
                </a:lnTo>
                <a:lnTo>
                  <a:pt x="3804080" y="64422"/>
                </a:lnTo>
                <a:lnTo>
                  <a:pt x="3801604" y="66890"/>
                </a:lnTo>
                <a:lnTo>
                  <a:pt x="3799031" y="69781"/>
                </a:lnTo>
                <a:lnTo>
                  <a:pt x="3796333" y="73118"/>
                </a:lnTo>
                <a:lnTo>
                  <a:pt x="3793480" y="76922"/>
                </a:lnTo>
                <a:lnTo>
                  <a:pt x="3790443" y="81217"/>
                </a:lnTo>
                <a:lnTo>
                  <a:pt x="3790443" y="57650"/>
                </a:lnTo>
                <a:lnTo>
                  <a:pt x="3789164" y="57134"/>
                </a:lnTo>
                <a:lnTo>
                  <a:pt x="3785854" y="58497"/>
                </a:lnTo>
                <a:lnTo>
                  <a:pt x="3782689" y="59778"/>
                </a:lnTo>
                <a:lnTo>
                  <a:pt x="3779635" y="60990"/>
                </a:lnTo>
                <a:lnTo>
                  <a:pt x="3776656" y="62145"/>
                </a:lnTo>
                <a:lnTo>
                  <a:pt x="3773716" y="63257"/>
                </a:lnTo>
                <a:lnTo>
                  <a:pt x="3770779" y="64341"/>
                </a:lnTo>
                <a:lnTo>
                  <a:pt x="3767811" y="65408"/>
                </a:lnTo>
                <a:lnTo>
                  <a:pt x="3764775" y="66472"/>
                </a:lnTo>
                <a:lnTo>
                  <a:pt x="3761635" y="67547"/>
                </a:lnTo>
                <a:lnTo>
                  <a:pt x="3758357" y="68646"/>
                </a:lnTo>
                <a:lnTo>
                  <a:pt x="3754905" y="69783"/>
                </a:lnTo>
                <a:lnTo>
                  <a:pt x="3751242" y="70970"/>
                </a:lnTo>
                <a:lnTo>
                  <a:pt x="3751242" y="75071"/>
                </a:lnTo>
                <a:close/>
                <a:moveTo>
                  <a:pt x="3898825" y="57134"/>
                </a:moveTo>
                <a:lnTo>
                  <a:pt x="3890713" y="57638"/>
                </a:lnTo>
                <a:lnTo>
                  <a:pt x="3883064" y="59119"/>
                </a:lnTo>
                <a:lnTo>
                  <a:pt x="3875924" y="61528"/>
                </a:lnTo>
                <a:lnTo>
                  <a:pt x="3869340" y="64817"/>
                </a:lnTo>
                <a:lnTo>
                  <a:pt x="3863356" y="68938"/>
                </a:lnTo>
                <a:lnTo>
                  <a:pt x="3858021" y="73844"/>
                </a:lnTo>
                <a:lnTo>
                  <a:pt x="3853379" y="79486"/>
                </a:lnTo>
                <a:lnTo>
                  <a:pt x="3849478" y="85816"/>
                </a:lnTo>
                <a:lnTo>
                  <a:pt x="3846363" y="92786"/>
                </a:lnTo>
                <a:lnTo>
                  <a:pt x="3844080" y="100348"/>
                </a:lnTo>
                <a:lnTo>
                  <a:pt x="3842677" y="108454"/>
                </a:lnTo>
                <a:lnTo>
                  <a:pt x="3842199" y="117055"/>
                </a:lnTo>
                <a:lnTo>
                  <a:pt x="3842686" y="125505"/>
                </a:lnTo>
                <a:lnTo>
                  <a:pt x="3844113" y="133533"/>
                </a:lnTo>
                <a:lnTo>
                  <a:pt x="3846427" y="141079"/>
                </a:lnTo>
                <a:lnTo>
                  <a:pt x="3849572" y="148084"/>
                </a:lnTo>
                <a:lnTo>
                  <a:pt x="3853497" y="154488"/>
                </a:lnTo>
                <a:lnTo>
                  <a:pt x="3858148" y="160232"/>
                </a:lnTo>
                <a:lnTo>
                  <a:pt x="3863472" y="165255"/>
                </a:lnTo>
                <a:lnTo>
                  <a:pt x="3869414" y="169499"/>
                </a:lnTo>
                <a:lnTo>
                  <a:pt x="3875923" y="172903"/>
                </a:lnTo>
                <a:lnTo>
                  <a:pt x="3882944" y="175409"/>
                </a:lnTo>
                <a:lnTo>
                  <a:pt x="3890423" y="176956"/>
                </a:lnTo>
                <a:lnTo>
                  <a:pt x="3898309" y="177485"/>
                </a:lnTo>
                <a:lnTo>
                  <a:pt x="3906210" y="176930"/>
                </a:lnTo>
                <a:lnTo>
                  <a:pt x="3913732" y="175311"/>
                </a:lnTo>
                <a:lnTo>
                  <a:pt x="3920816" y="172691"/>
                </a:lnTo>
                <a:lnTo>
                  <a:pt x="3927404" y="169139"/>
                </a:lnTo>
                <a:lnTo>
                  <a:pt x="3933437" y="164718"/>
                </a:lnTo>
                <a:lnTo>
                  <a:pt x="3938855" y="159496"/>
                </a:lnTo>
                <a:lnTo>
                  <a:pt x="3943601" y="153538"/>
                </a:lnTo>
                <a:lnTo>
                  <a:pt x="3947616" y="146909"/>
                </a:lnTo>
                <a:lnTo>
                  <a:pt x="3950841" y="139675"/>
                </a:lnTo>
                <a:lnTo>
                  <a:pt x="3953217" y="131903"/>
                </a:lnTo>
                <a:lnTo>
                  <a:pt x="3954686" y="123659"/>
                </a:lnTo>
                <a:lnTo>
                  <a:pt x="3955188" y="115007"/>
                </a:lnTo>
                <a:lnTo>
                  <a:pt x="3954705" y="106821"/>
                </a:lnTo>
                <a:lnTo>
                  <a:pt x="3953290" y="99073"/>
                </a:lnTo>
                <a:lnTo>
                  <a:pt x="3950993" y="91813"/>
                </a:lnTo>
                <a:lnTo>
                  <a:pt x="3947863" y="85094"/>
                </a:lnTo>
                <a:lnTo>
                  <a:pt x="3943950" y="78970"/>
                </a:lnTo>
                <a:lnTo>
                  <a:pt x="3939304" y="73491"/>
                </a:lnTo>
                <a:lnTo>
                  <a:pt x="3933975" y="68712"/>
                </a:lnTo>
                <a:lnTo>
                  <a:pt x="3928012" y="64684"/>
                </a:lnTo>
                <a:lnTo>
                  <a:pt x="3921466" y="61459"/>
                </a:lnTo>
                <a:lnTo>
                  <a:pt x="3914386" y="59091"/>
                </a:lnTo>
                <a:lnTo>
                  <a:pt x="3906822" y="57632"/>
                </a:lnTo>
                <a:lnTo>
                  <a:pt x="3898825" y="57134"/>
                </a:lnTo>
                <a:moveTo>
                  <a:pt x="3895494" y="64312"/>
                </a:moveTo>
                <a:lnTo>
                  <a:pt x="3900736" y="64816"/>
                </a:lnTo>
                <a:lnTo>
                  <a:pt x="3905680" y="66295"/>
                </a:lnTo>
                <a:lnTo>
                  <a:pt x="3910298" y="68700"/>
                </a:lnTo>
                <a:lnTo>
                  <a:pt x="3914557" y="71983"/>
                </a:lnTo>
                <a:lnTo>
                  <a:pt x="3918429" y="76095"/>
                </a:lnTo>
                <a:lnTo>
                  <a:pt x="3921882" y="80986"/>
                </a:lnTo>
                <a:lnTo>
                  <a:pt x="3924888" y="86608"/>
                </a:lnTo>
                <a:lnTo>
                  <a:pt x="3927414" y="92912"/>
                </a:lnTo>
                <a:lnTo>
                  <a:pt x="3929432" y="99848"/>
                </a:lnTo>
                <a:lnTo>
                  <a:pt x="3930911" y="107369"/>
                </a:lnTo>
                <a:lnTo>
                  <a:pt x="3931820" y="115425"/>
                </a:lnTo>
                <a:lnTo>
                  <a:pt x="3932130" y="123967"/>
                </a:lnTo>
                <a:lnTo>
                  <a:pt x="3931892" y="130957"/>
                </a:lnTo>
                <a:lnTo>
                  <a:pt x="3931187" y="137447"/>
                </a:lnTo>
                <a:lnTo>
                  <a:pt x="3930028" y="143415"/>
                </a:lnTo>
                <a:lnTo>
                  <a:pt x="3928429" y="148842"/>
                </a:lnTo>
                <a:lnTo>
                  <a:pt x="3926403" y="153707"/>
                </a:lnTo>
                <a:lnTo>
                  <a:pt x="3923963" y="157989"/>
                </a:lnTo>
                <a:lnTo>
                  <a:pt x="3921123" y="161669"/>
                </a:lnTo>
                <a:lnTo>
                  <a:pt x="3917896" y="164726"/>
                </a:lnTo>
                <a:lnTo>
                  <a:pt x="3914296" y="167139"/>
                </a:lnTo>
                <a:lnTo>
                  <a:pt x="3910335" y="168887"/>
                </a:lnTo>
                <a:lnTo>
                  <a:pt x="3906027" y="169952"/>
                </a:lnTo>
                <a:lnTo>
                  <a:pt x="3901385" y="170311"/>
                </a:lnTo>
                <a:lnTo>
                  <a:pt x="3898900" y="170184"/>
                </a:lnTo>
                <a:lnTo>
                  <a:pt x="3896448" y="169808"/>
                </a:lnTo>
                <a:lnTo>
                  <a:pt x="3894043" y="169191"/>
                </a:lnTo>
                <a:lnTo>
                  <a:pt x="3891696" y="168339"/>
                </a:lnTo>
                <a:lnTo>
                  <a:pt x="3889421" y="167260"/>
                </a:lnTo>
                <a:lnTo>
                  <a:pt x="3887229" y="165960"/>
                </a:lnTo>
                <a:lnTo>
                  <a:pt x="3885133" y="164446"/>
                </a:lnTo>
                <a:lnTo>
                  <a:pt x="3883146" y="162726"/>
                </a:lnTo>
                <a:lnTo>
                  <a:pt x="3881280" y="160807"/>
                </a:lnTo>
                <a:lnTo>
                  <a:pt x="3879547" y="158696"/>
                </a:lnTo>
                <a:lnTo>
                  <a:pt x="3877961" y="156400"/>
                </a:lnTo>
                <a:lnTo>
                  <a:pt x="3876532" y="153926"/>
                </a:lnTo>
                <a:lnTo>
                  <a:pt x="3874804" y="150504"/>
                </a:lnTo>
                <a:lnTo>
                  <a:pt x="3873206" y="146904"/>
                </a:lnTo>
                <a:lnTo>
                  <a:pt x="3871744" y="143143"/>
                </a:lnTo>
                <a:lnTo>
                  <a:pt x="3870421" y="139236"/>
                </a:lnTo>
                <a:lnTo>
                  <a:pt x="3869240" y="135197"/>
                </a:lnTo>
                <a:lnTo>
                  <a:pt x="3868205" y="131042"/>
                </a:lnTo>
                <a:lnTo>
                  <a:pt x="3867319" y="126785"/>
                </a:lnTo>
                <a:lnTo>
                  <a:pt x="3866586" y="122442"/>
                </a:lnTo>
                <a:lnTo>
                  <a:pt x="3866010" y="118028"/>
                </a:lnTo>
                <a:lnTo>
                  <a:pt x="3865594" y="113558"/>
                </a:lnTo>
                <a:lnTo>
                  <a:pt x="3865342" y="109046"/>
                </a:lnTo>
                <a:lnTo>
                  <a:pt x="3865257" y="104510"/>
                </a:lnTo>
                <a:lnTo>
                  <a:pt x="3865505" y="98609"/>
                </a:lnTo>
                <a:lnTo>
                  <a:pt x="3866234" y="93086"/>
                </a:lnTo>
                <a:lnTo>
                  <a:pt x="3867423" y="87966"/>
                </a:lnTo>
                <a:lnTo>
                  <a:pt x="3869053" y="83277"/>
                </a:lnTo>
                <a:lnTo>
                  <a:pt x="3871103" y="79042"/>
                </a:lnTo>
                <a:lnTo>
                  <a:pt x="3873552" y="75289"/>
                </a:lnTo>
                <a:lnTo>
                  <a:pt x="3876381" y="72042"/>
                </a:lnTo>
                <a:lnTo>
                  <a:pt x="3879568" y="69328"/>
                </a:lnTo>
                <a:lnTo>
                  <a:pt x="3883093" y="67172"/>
                </a:lnTo>
                <a:lnTo>
                  <a:pt x="3886936" y="65600"/>
                </a:lnTo>
                <a:lnTo>
                  <a:pt x="3891077" y="64638"/>
                </a:lnTo>
                <a:lnTo>
                  <a:pt x="3895494" y="64312"/>
                </a:lnTo>
                <a:close/>
                <a:moveTo>
                  <a:pt x="4083296" y="75634"/>
                </a:moveTo>
                <a:lnTo>
                  <a:pt x="4083296" y="65641"/>
                </a:lnTo>
                <a:lnTo>
                  <a:pt x="4063568" y="65641"/>
                </a:lnTo>
                <a:lnTo>
                  <a:pt x="4062312" y="65624"/>
                </a:lnTo>
                <a:lnTo>
                  <a:pt x="4061101" y="65574"/>
                </a:lnTo>
                <a:lnTo>
                  <a:pt x="4059925" y="65488"/>
                </a:lnTo>
                <a:lnTo>
                  <a:pt x="4058775" y="65367"/>
                </a:lnTo>
                <a:lnTo>
                  <a:pt x="4057644" y="65210"/>
                </a:lnTo>
                <a:lnTo>
                  <a:pt x="4056522" y="65015"/>
                </a:lnTo>
                <a:lnTo>
                  <a:pt x="4055400" y="64783"/>
                </a:lnTo>
                <a:lnTo>
                  <a:pt x="4054268" y="64513"/>
                </a:lnTo>
                <a:lnTo>
                  <a:pt x="4053120" y="64203"/>
                </a:lnTo>
                <a:lnTo>
                  <a:pt x="4051944" y="63853"/>
                </a:lnTo>
                <a:lnTo>
                  <a:pt x="4050733" y="63462"/>
                </a:lnTo>
                <a:lnTo>
                  <a:pt x="4049478" y="63029"/>
                </a:lnTo>
                <a:lnTo>
                  <a:pt x="4043841" y="60981"/>
                </a:lnTo>
                <a:lnTo>
                  <a:pt x="4042111" y="60366"/>
                </a:lnTo>
                <a:lnTo>
                  <a:pt x="4040382" y="59805"/>
                </a:lnTo>
                <a:lnTo>
                  <a:pt x="4038655" y="59298"/>
                </a:lnTo>
                <a:lnTo>
                  <a:pt x="4036931" y="58844"/>
                </a:lnTo>
                <a:lnTo>
                  <a:pt x="4035211" y="58443"/>
                </a:lnTo>
                <a:lnTo>
                  <a:pt x="4033495" y="58096"/>
                </a:lnTo>
                <a:lnTo>
                  <a:pt x="4031785" y="57802"/>
                </a:lnTo>
                <a:lnTo>
                  <a:pt x="4030080" y="57561"/>
                </a:lnTo>
                <a:lnTo>
                  <a:pt x="4028383" y="57374"/>
                </a:lnTo>
                <a:lnTo>
                  <a:pt x="4026694" y="57241"/>
                </a:lnTo>
                <a:lnTo>
                  <a:pt x="4025014" y="57161"/>
                </a:lnTo>
                <a:lnTo>
                  <a:pt x="4023343" y="57134"/>
                </a:lnTo>
                <a:lnTo>
                  <a:pt x="4017495" y="57511"/>
                </a:lnTo>
                <a:lnTo>
                  <a:pt x="4011900" y="58612"/>
                </a:lnTo>
                <a:lnTo>
                  <a:pt x="4006604" y="60389"/>
                </a:lnTo>
                <a:lnTo>
                  <a:pt x="4001659" y="62793"/>
                </a:lnTo>
                <a:lnTo>
                  <a:pt x="3997112" y="65779"/>
                </a:lnTo>
                <a:lnTo>
                  <a:pt x="3993012" y="69297"/>
                </a:lnTo>
                <a:lnTo>
                  <a:pt x="3989409" y="73302"/>
                </a:lnTo>
                <a:lnTo>
                  <a:pt x="3986352" y="77744"/>
                </a:lnTo>
                <a:lnTo>
                  <a:pt x="3983888" y="82576"/>
                </a:lnTo>
                <a:lnTo>
                  <a:pt x="3982068" y="87752"/>
                </a:lnTo>
                <a:lnTo>
                  <a:pt x="3980940" y="93223"/>
                </a:lnTo>
                <a:lnTo>
                  <a:pt x="3980553" y="98942"/>
                </a:lnTo>
                <a:lnTo>
                  <a:pt x="3980699" y="102846"/>
                </a:lnTo>
                <a:lnTo>
                  <a:pt x="3981144" y="106501"/>
                </a:lnTo>
                <a:lnTo>
                  <a:pt x="3981899" y="109925"/>
                </a:lnTo>
                <a:lnTo>
                  <a:pt x="3982974" y="113135"/>
                </a:lnTo>
                <a:lnTo>
                  <a:pt x="3984379" y="116149"/>
                </a:lnTo>
                <a:lnTo>
                  <a:pt x="3986127" y="118986"/>
                </a:lnTo>
                <a:lnTo>
                  <a:pt x="3988226" y="121662"/>
                </a:lnTo>
                <a:lnTo>
                  <a:pt x="3990689" y="124196"/>
                </a:lnTo>
                <a:lnTo>
                  <a:pt x="3993525" y="126605"/>
                </a:lnTo>
                <a:lnTo>
                  <a:pt x="3996746" y="128908"/>
                </a:lnTo>
                <a:lnTo>
                  <a:pt x="4000361" y="131121"/>
                </a:lnTo>
                <a:lnTo>
                  <a:pt x="4004382" y="133264"/>
                </a:lnTo>
                <a:lnTo>
                  <a:pt x="4003172" y="134410"/>
                </a:lnTo>
                <a:lnTo>
                  <a:pt x="4001983" y="135536"/>
                </a:lnTo>
                <a:lnTo>
                  <a:pt x="4000824" y="136630"/>
                </a:lnTo>
                <a:lnTo>
                  <a:pt x="3999705" y="137685"/>
                </a:lnTo>
                <a:lnTo>
                  <a:pt x="3998635" y="138689"/>
                </a:lnTo>
                <a:lnTo>
                  <a:pt x="3997626" y="139634"/>
                </a:lnTo>
                <a:lnTo>
                  <a:pt x="3996685" y="140509"/>
                </a:lnTo>
                <a:lnTo>
                  <a:pt x="3995824" y="141306"/>
                </a:lnTo>
                <a:lnTo>
                  <a:pt x="3995052" y="142013"/>
                </a:lnTo>
                <a:lnTo>
                  <a:pt x="3994378" y="142621"/>
                </a:lnTo>
                <a:lnTo>
                  <a:pt x="3993812" y="143121"/>
                </a:lnTo>
                <a:lnTo>
                  <a:pt x="3993365" y="143503"/>
                </a:lnTo>
                <a:lnTo>
                  <a:pt x="3991357" y="145311"/>
                </a:lnTo>
                <a:lnTo>
                  <a:pt x="3989557" y="147030"/>
                </a:lnTo>
                <a:lnTo>
                  <a:pt x="3987958" y="148670"/>
                </a:lnTo>
                <a:lnTo>
                  <a:pt x="3986553" y="150238"/>
                </a:lnTo>
                <a:lnTo>
                  <a:pt x="3985337" y="151742"/>
                </a:lnTo>
                <a:lnTo>
                  <a:pt x="3984303" y="153190"/>
                </a:lnTo>
                <a:lnTo>
                  <a:pt x="3983446" y="154591"/>
                </a:lnTo>
                <a:lnTo>
                  <a:pt x="3982758" y="155951"/>
                </a:lnTo>
                <a:lnTo>
                  <a:pt x="3982234" y="157279"/>
                </a:lnTo>
                <a:lnTo>
                  <a:pt x="3981867" y="158583"/>
                </a:lnTo>
                <a:lnTo>
                  <a:pt x="3981652" y="159871"/>
                </a:lnTo>
                <a:lnTo>
                  <a:pt x="3981581" y="161151"/>
                </a:lnTo>
                <a:lnTo>
                  <a:pt x="3981648" y="162448"/>
                </a:lnTo>
                <a:lnTo>
                  <a:pt x="3981858" y="163665"/>
                </a:lnTo>
                <a:lnTo>
                  <a:pt x="3982226" y="164816"/>
                </a:lnTo>
                <a:lnTo>
                  <a:pt x="3982767" y="165916"/>
                </a:lnTo>
                <a:lnTo>
                  <a:pt x="3983497" y="166981"/>
                </a:lnTo>
                <a:lnTo>
                  <a:pt x="3984431" y="168026"/>
                </a:lnTo>
                <a:lnTo>
                  <a:pt x="3985584" y="169066"/>
                </a:lnTo>
                <a:lnTo>
                  <a:pt x="3986970" y="170115"/>
                </a:lnTo>
                <a:lnTo>
                  <a:pt x="3988606" y="171190"/>
                </a:lnTo>
                <a:lnTo>
                  <a:pt x="3990506" y="172305"/>
                </a:lnTo>
                <a:lnTo>
                  <a:pt x="3992685" y="173476"/>
                </a:lnTo>
                <a:lnTo>
                  <a:pt x="3995159" y="174717"/>
                </a:lnTo>
                <a:lnTo>
                  <a:pt x="3990844" y="177953"/>
                </a:lnTo>
                <a:lnTo>
                  <a:pt x="3986983" y="181006"/>
                </a:lnTo>
                <a:lnTo>
                  <a:pt x="3983562" y="183898"/>
                </a:lnTo>
                <a:lnTo>
                  <a:pt x="3980565" y="186648"/>
                </a:lnTo>
                <a:lnTo>
                  <a:pt x="3977978" y="189277"/>
                </a:lnTo>
                <a:lnTo>
                  <a:pt x="3975784" y="191805"/>
                </a:lnTo>
                <a:lnTo>
                  <a:pt x="3973970" y="194254"/>
                </a:lnTo>
                <a:lnTo>
                  <a:pt x="3972519" y="196642"/>
                </a:lnTo>
                <a:lnTo>
                  <a:pt x="3971417" y="198992"/>
                </a:lnTo>
                <a:lnTo>
                  <a:pt x="3970649" y="201322"/>
                </a:lnTo>
                <a:lnTo>
                  <a:pt x="3970199" y="203654"/>
                </a:lnTo>
                <a:lnTo>
                  <a:pt x="3970052" y="206009"/>
                </a:lnTo>
                <a:lnTo>
                  <a:pt x="3970460" y="209353"/>
                </a:lnTo>
                <a:lnTo>
                  <a:pt x="3971645" y="212569"/>
                </a:lnTo>
                <a:lnTo>
                  <a:pt x="3973555" y="215627"/>
                </a:lnTo>
                <a:lnTo>
                  <a:pt x="3976134" y="218495"/>
                </a:lnTo>
                <a:lnTo>
                  <a:pt x="3979329" y="221142"/>
                </a:lnTo>
                <a:lnTo>
                  <a:pt x="3983086" y="223537"/>
                </a:lnTo>
                <a:lnTo>
                  <a:pt x="3987349" y="225649"/>
                </a:lnTo>
                <a:lnTo>
                  <a:pt x="3992066" y="227447"/>
                </a:lnTo>
                <a:lnTo>
                  <a:pt x="3997180" y="228899"/>
                </a:lnTo>
                <a:lnTo>
                  <a:pt x="4002640" y="229975"/>
                </a:lnTo>
                <a:lnTo>
                  <a:pt x="4008389" y="230644"/>
                </a:lnTo>
                <a:lnTo>
                  <a:pt x="4014375" y="230873"/>
                </a:lnTo>
                <a:lnTo>
                  <a:pt x="4019190" y="230736"/>
                </a:lnTo>
                <a:lnTo>
                  <a:pt x="4024012" y="230330"/>
                </a:lnTo>
                <a:lnTo>
                  <a:pt x="4028814" y="229664"/>
                </a:lnTo>
                <a:lnTo>
                  <a:pt x="4033571" y="228748"/>
                </a:lnTo>
                <a:lnTo>
                  <a:pt x="4038257" y="227589"/>
                </a:lnTo>
                <a:lnTo>
                  <a:pt x="4042846" y="226197"/>
                </a:lnTo>
                <a:lnTo>
                  <a:pt x="4047312" y="224581"/>
                </a:lnTo>
                <a:lnTo>
                  <a:pt x="4051630" y="222750"/>
                </a:lnTo>
                <a:lnTo>
                  <a:pt x="4055773" y="220712"/>
                </a:lnTo>
                <a:lnTo>
                  <a:pt x="4059717" y="218476"/>
                </a:lnTo>
                <a:lnTo>
                  <a:pt x="4063434" y="216052"/>
                </a:lnTo>
                <a:lnTo>
                  <a:pt x="4066899" y="213449"/>
                </a:lnTo>
                <a:lnTo>
                  <a:pt x="4069222" y="211454"/>
                </a:lnTo>
                <a:lnTo>
                  <a:pt x="4071325" y="209445"/>
                </a:lnTo>
                <a:lnTo>
                  <a:pt x="4073210" y="207416"/>
                </a:lnTo>
                <a:lnTo>
                  <a:pt x="4074881" y="205363"/>
                </a:lnTo>
                <a:lnTo>
                  <a:pt x="4076343" y="203282"/>
                </a:lnTo>
                <a:lnTo>
                  <a:pt x="4077598" y="201167"/>
                </a:lnTo>
                <a:lnTo>
                  <a:pt x="4078650" y="199015"/>
                </a:lnTo>
                <a:lnTo>
                  <a:pt x="4079503" y="196822"/>
                </a:lnTo>
                <a:lnTo>
                  <a:pt x="4080160" y="194582"/>
                </a:lnTo>
                <a:lnTo>
                  <a:pt x="4080625" y="192291"/>
                </a:lnTo>
                <a:lnTo>
                  <a:pt x="4080902" y="189945"/>
                </a:lnTo>
                <a:lnTo>
                  <a:pt x="4080993" y="187540"/>
                </a:lnTo>
                <a:lnTo>
                  <a:pt x="4080745" y="183675"/>
                </a:lnTo>
                <a:lnTo>
                  <a:pt x="4080013" y="180042"/>
                </a:lnTo>
                <a:lnTo>
                  <a:pt x="4078815" y="176657"/>
                </a:lnTo>
                <a:lnTo>
                  <a:pt x="4077168" y="173537"/>
                </a:lnTo>
                <a:lnTo>
                  <a:pt x="4075091" y="170700"/>
                </a:lnTo>
                <a:lnTo>
                  <a:pt x="4072601" y="168160"/>
                </a:lnTo>
                <a:lnTo>
                  <a:pt x="4069716" y="165936"/>
                </a:lnTo>
                <a:lnTo>
                  <a:pt x="4066454" y="164044"/>
                </a:lnTo>
                <a:lnTo>
                  <a:pt x="4062832" y="162500"/>
                </a:lnTo>
                <a:lnTo>
                  <a:pt x="4058869" y="161323"/>
                </a:lnTo>
                <a:lnTo>
                  <a:pt x="4054583" y="160527"/>
                </a:lnTo>
                <a:lnTo>
                  <a:pt x="4049990" y="160130"/>
                </a:lnTo>
                <a:lnTo>
                  <a:pt x="4016939" y="158594"/>
                </a:lnTo>
                <a:lnTo>
                  <a:pt x="4013693" y="158429"/>
                </a:lnTo>
                <a:lnTo>
                  <a:pt x="4010743" y="158189"/>
                </a:lnTo>
                <a:lnTo>
                  <a:pt x="4008087" y="157874"/>
                </a:lnTo>
                <a:lnTo>
                  <a:pt x="4005722" y="157485"/>
                </a:lnTo>
                <a:lnTo>
                  <a:pt x="4003645" y="157021"/>
                </a:lnTo>
                <a:lnTo>
                  <a:pt x="4001853" y="156483"/>
                </a:lnTo>
                <a:lnTo>
                  <a:pt x="4000345" y="155871"/>
                </a:lnTo>
                <a:lnTo>
                  <a:pt x="3999117" y="155183"/>
                </a:lnTo>
                <a:lnTo>
                  <a:pt x="3998167" y="154422"/>
                </a:lnTo>
                <a:lnTo>
                  <a:pt x="3997491" y="153585"/>
                </a:lnTo>
                <a:lnTo>
                  <a:pt x="3997088" y="152675"/>
                </a:lnTo>
                <a:lnTo>
                  <a:pt x="3996954" y="151690"/>
                </a:lnTo>
                <a:lnTo>
                  <a:pt x="3997124" y="150337"/>
                </a:lnTo>
                <a:lnTo>
                  <a:pt x="3997612" y="148861"/>
                </a:lnTo>
                <a:lnTo>
                  <a:pt x="3998383" y="147300"/>
                </a:lnTo>
                <a:lnTo>
                  <a:pt x="3999401" y="145691"/>
                </a:lnTo>
                <a:lnTo>
                  <a:pt x="4000634" y="144072"/>
                </a:lnTo>
                <a:lnTo>
                  <a:pt x="4002045" y="142479"/>
                </a:lnTo>
                <a:lnTo>
                  <a:pt x="4003600" y="140951"/>
                </a:lnTo>
                <a:lnTo>
                  <a:pt x="4005265" y="139523"/>
                </a:lnTo>
                <a:lnTo>
                  <a:pt x="4007005" y="138234"/>
                </a:lnTo>
                <a:lnTo>
                  <a:pt x="4008785" y="137121"/>
                </a:lnTo>
                <a:lnTo>
                  <a:pt x="4010570" y="136221"/>
                </a:lnTo>
                <a:lnTo>
                  <a:pt x="4012326" y="135571"/>
                </a:lnTo>
                <a:lnTo>
                  <a:pt x="4012892" y="135635"/>
                </a:lnTo>
                <a:lnTo>
                  <a:pt x="4013434" y="135698"/>
                </a:lnTo>
                <a:lnTo>
                  <a:pt x="4013952" y="135760"/>
                </a:lnTo>
                <a:lnTo>
                  <a:pt x="4014443" y="135818"/>
                </a:lnTo>
                <a:lnTo>
                  <a:pt x="4014905" y="135873"/>
                </a:lnTo>
                <a:lnTo>
                  <a:pt x="4015337" y="135924"/>
                </a:lnTo>
                <a:lnTo>
                  <a:pt x="4015737" y="135969"/>
                </a:lnTo>
                <a:lnTo>
                  <a:pt x="4016103" y="136007"/>
                </a:lnTo>
                <a:lnTo>
                  <a:pt x="4016434" y="136039"/>
                </a:lnTo>
                <a:lnTo>
                  <a:pt x="4016727" y="136063"/>
                </a:lnTo>
                <a:lnTo>
                  <a:pt x="4016981" y="136078"/>
                </a:lnTo>
                <a:lnTo>
                  <a:pt x="4017193" y="136083"/>
                </a:lnTo>
                <a:lnTo>
                  <a:pt x="4018378" y="136206"/>
                </a:lnTo>
                <a:lnTo>
                  <a:pt x="4019498" y="136318"/>
                </a:lnTo>
                <a:lnTo>
                  <a:pt x="4020552" y="136419"/>
                </a:lnTo>
                <a:lnTo>
                  <a:pt x="4021539" y="136510"/>
                </a:lnTo>
                <a:lnTo>
                  <a:pt x="4022459" y="136590"/>
                </a:lnTo>
                <a:lnTo>
                  <a:pt x="4023310" y="136660"/>
                </a:lnTo>
                <a:lnTo>
                  <a:pt x="4024092" y="136719"/>
                </a:lnTo>
                <a:lnTo>
                  <a:pt x="4024804" y="136767"/>
                </a:lnTo>
                <a:lnTo>
                  <a:pt x="4025445" y="136805"/>
                </a:lnTo>
                <a:lnTo>
                  <a:pt x="4026014" y="136832"/>
                </a:lnTo>
                <a:lnTo>
                  <a:pt x="4026510" y="136848"/>
                </a:lnTo>
                <a:lnTo>
                  <a:pt x="4026932" y="136853"/>
                </a:lnTo>
                <a:lnTo>
                  <a:pt x="4029316" y="136773"/>
                </a:lnTo>
                <a:lnTo>
                  <a:pt x="4031721" y="136536"/>
                </a:lnTo>
                <a:lnTo>
                  <a:pt x="4034136" y="136145"/>
                </a:lnTo>
                <a:lnTo>
                  <a:pt x="4036552" y="135601"/>
                </a:lnTo>
                <a:lnTo>
                  <a:pt x="4038958" y="134907"/>
                </a:lnTo>
                <a:lnTo>
                  <a:pt x="4041342" y="134067"/>
                </a:lnTo>
                <a:lnTo>
                  <a:pt x="4043694" y="133083"/>
                </a:lnTo>
                <a:lnTo>
                  <a:pt x="4046004" y="131957"/>
                </a:lnTo>
                <a:lnTo>
                  <a:pt x="4048260" y="130693"/>
                </a:lnTo>
                <a:lnTo>
                  <a:pt x="4050451" y="129292"/>
                </a:lnTo>
                <a:lnTo>
                  <a:pt x="4052568" y="127759"/>
                </a:lnTo>
                <a:lnTo>
                  <a:pt x="4054600" y="126094"/>
                </a:lnTo>
                <a:lnTo>
                  <a:pt x="4056618" y="124262"/>
                </a:lnTo>
                <a:lnTo>
                  <a:pt x="4058447" y="122348"/>
                </a:lnTo>
                <a:lnTo>
                  <a:pt x="4060089" y="120346"/>
                </a:lnTo>
                <a:lnTo>
                  <a:pt x="4061547" y="118247"/>
                </a:lnTo>
                <a:lnTo>
                  <a:pt x="4062823" y="116046"/>
                </a:lnTo>
                <a:lnTo>
                  <a:pt x="4063921" y="113734"/>
                </a:lnTo>
                <a:lnTo>
                  <a:pt x="4064842" y="111305"/>
                </a:lnTo>
                <a:lnTo>
                  <a:pt x="4065590" y="108752"/>
                </a:lnTo>
                <a:lnTo>
                  <a:pt x="4066167" y="106067"/>
                </a:lnTo>
                <a:lnTo>
                  <a:pt x="4066575" y="103243"/>
                </a:lnTo>
                <a:lnTo>
                  <a:pt x="4066819" y="100274"/>
                </a:lnTo>
                <a:lnTo>
                  <a:pt x="4066899" y="97152"/>
                </a:lnTo>
                <a:lnTo>
                  <a:pt x="4066872" y="95325"/>
                </a:lnTo>
                <a:lnTo>
                  <a:pt x="4066788" y="93548"/>
                </a:lnTo>
                <a:lnTo>
                  <a:pt x="4066643" y="91809"/>
                </a:lnTo>
                <a:lnTo>
                  <a:pt x="4066434" y="90094"/>
                </a:lnTo>
                <a:lnTo>
                  <a:pt x="4066157" y="88389"/>
                </a:lnTo>
                <a:lnTo>
                  <a:pt x="4065810" y="86682"/>
                </a:lnTo>
                <a:lnTo>
                  <a:pt x="4065388" y="84958"/>
                </a:lnTo>
                <a:lnTo>
                  <a:pt x="4064887" y="83205"/>
                </a:lnTo>
                <a:lnTo>
                  <a:pt x="4064305" y="81410"/>
                </a:lnTo>
                <a:lnTo>
                  <a:pt x="4063637" y="79558"/>
                </a:lnTo>
                <a:lnTo>
                  <a:pt x="4062881" y="77637"/>
                </a:lnTo>
                <a:lnTo>
                  <a:pt x="4062032" y="75634"/>
                </a:lnTo>
                <a:lnTo>
                  <a:pt x="4083296" y="75634"/>
                </a:lnTo>
                <a:moveTo>
                  <a:pt x="4000539" y="175483"/>
                </a:moveTo>
                <a:lnTo>
                  <a:pt x="4002892" y="175927"/>
                </a:lnTo>
                <a:lnTo>
                  <a:pt x="4005678" y="176355"/>
                </a:lnTo>
                <a:lnTo>
                  <a:pt x="4008826" y="176763"/>
                </a:lnTo>
                <a:lnTo>
                  <a:pt x="4012269" y="177147"/>
                </a:lnTo>
                <a:lnTo>
                  <a:pt x="4015935" y="177502"/>
                </a:lnTo>
                <a:lnTo>
                  <a:pt x="4019756" y="177825"/>
                </a:lnTo>
                <a:lnTo>
                  <a:pt x="4023662" y="178110"/>
                </a:lnTo>
                <a:lnTo>
                  <a:pt x="4027585" y="178353"/>
                </a:lnTo>
                <a:lnTo>
                  <a:pt x="4031454" y="178550"/>
                </a:lnTo>
                <a:lnTo>
                  <a:pt x="4035200" y="178696"/>
                </a:lnTo>
                <a:lnTo>
                  <a:pt x="4038754" y="178787"/>
                </a:lnTo>
                <a:lnTo>
                  <a:pt x="4042046" y="178818"/>
                </a:lnTo>
                <a:lnTo>
                  <a:pt x="4047569" y="178889"/>
                </a:lnTo>
                <a:lnTo>
                  <a:pt x="4052496" y="179108"/>
                </a:lnTo>
                <a:lnTo>
                  <a:pt x="4056847" y="179483"/>
                </a:lnTo>
                <a:lnTo>
                  <a:pt x="4060646" y="180025"/>
                </a:lnTo>
                <a:lnTo>
                  <a:pt x="4063915" y="180740"/>
                </a:lnTo>
                <a:lnTo>
                  <a:pt x="4066676" y="181640"/>
                </a:lnTo>
                <a:lnTo>
                  <a:pt x="4068951" y="182731"/>
                </a:lnTo>
                <a:lnTo>
                  <a:pt x="4070763" y="184024"/>
                </a:lnTo>
                <a:lnTo>
                  <a:pt x="4072133" y="185527"/>
                </a:lnTo>
                <a:lnTo>
                  <a:pt x="4073085" y="187250"/>
                </a:lnTo>
                <a:lnTo>
                  <a:pt x="4073639" y="189200"/>
                </a:lnTo>
                <a:lnTo>
                  <a:pt x="4073819" y="191387"/>
                </a:lnTo>
                <a:lnTo>
                  <a:pt x="4073419" y="195002"/>
                </a:lnTo>
                <a:lnTo>
                  <a:pt x="4072242" y="198397"/>
                </a:lnTo>
                <a:lnTo>
                  <a:pt x="4070324" y="201552"/>
                </a:lnTo>
                <a:lnTo>
                  <a:pt x="4067698" y="204451"/>
                </a:lnTo>
                <a:lnTo>
                  <a:pt x="4064399" y="207075"/>
                </a:lnTo>
                <a:lnTo>
                  <a:pt x="4060463" y="209407"/>
                </a:lnTo>
                <a:lnTo>
                  <a:pt x="4055923" y="211429"/>
                </a:lnTo>
                <a:lnTo>
                  <a:pt x="4050815" y="213123"/>
                </a:lnTo>
                <a:lnTo>
                  <a:pt x="4045173" y="214472"/>
                </a:lnTo>
                <a:lnTo>
                  <a:pt x="4039032" y="215458"/>
                </a:lnTo>
                <a:lnTo>
                  <a:pt x="4032427" y="216062"/>
                </a:lnTo>
                <a:lnTo>
                  <a:pt x="4025392" y="216267"/>
                </a:lnTo>
                <a:lnTo>
                  <a:pt x="4019919" y="216114"/>
                </a:lnTo>
                <a:lnTo>
                  <a:pt x="4014792" y="215664"/>
                </a:lnTo>
                <a:lnTo>
                  <a:pt x="4010035" y="214929"/>
                </a:lnTo>
                <a:lnTo>
                  <a:pt x="4005673" y="213921"/>
                </a:lnTo>
                <a:lnTo>
                  <a:pt x="4001731" y="212654"/>
                </a:lnTo>
                <a:lnTo>
                  <a:pt x="3998234" y="211139"/>
                </a:lnTo>
                <a:lnTo>
                  <a:pt x="3995206" y="209388"/>
                </a:lnTo>
                <a:lnTo>
                  <a:pt x="3992673" y="207415"/>
                </a:lnTo>
                <a:lnTo>
                  <a:pt x="3990659" y="205232"/>
                </a:lnTo>
                <a:lnTo>
                  <a:pt x="3989190" y="202850"/>
                </a:lnTo>
                <a:lnTo>
                  <a:pt x="3988291" y="200284"/>
                </a:lnTo>
                <a:lnTo>
                  <a:pt x="3987985" y="197545"/>
                </a:lnTo>
                <a:lnTo>
                  <a:pt x="3988027" y="196116"/>
                </a:lnTo>
                <a:lnTo>
                  <a:pt x="3988168" y="194753"/>
                </a:lnTo>
                <a:lnTo>
                  <a:pt x="3988434" y="193412"/>
                </a:lnTo>
                <a:lnTo>
                  <a:pt x="3988849" y="192053"/>
                </a:lnTo>
                <a:lnTo>
                  <a:pt x="3989439" y="190634"/>
                </a:lnTo>
                <a:lnTo>
                  <a:pt x="3990227" y="189112"/>
                </a:lnTo>
                <a:lnTo>
                  <a:pt x="3991240" y="187445"/>
                </a:lnTo>
                <a:lnTo>
                  <a:pt x="3992502" y="185593"/>
                </a:lnTo>
                <a:lnTo>
                  <a:pt x="3994038" y="183512"/>
                </a:lnTo>
                <a:lnTo>
                  <a:pt x="3995873" y="181161"/>
                </a:lnTo>
                <a:lnTo>
                  <a:pt x="3998032" y="178499"/>
                </a:lnTo>
                <a:lnTo>
                  <a:pt x="4000539" y="175483"/>
                </a:lnTo>
                <a:moveTo>
                  <a:pt x="4001821" y="88441"/>
                </a:moveTo>
                <a:lnTo>
                  <a:pt x="4001969" y="84792"/>
                </a:lnTo>
                <a:lnTo>
                  <a:pt x="4002407" y="81407"/>
                </a:lnTo>
                <a:lnTo>
                  <a:pt x="4003126" y="78296"/>
                </a:lnTo>
                <a:lnTo>
                  <a:pt x="4004118" y="75470"/>
                </a:lnTo>
                <a:lnTo>
                  <a:pt x="4005372" y="72938"/>
                </a:lnTo>
                <a:lnTo>
                  <a:pt x="4006881" y="70710"/>
                </a:lnTo>
                <a:lnTo>
                  <a:pt x="4008636" y="68797"/>
                </a:lnTo>
                <a:lnTo>
                  <a:pt x="4010628" y="67210"/>
                </a:lnTo>
                <a:lnTo>
                  <a:pt x="4012847" y="65957"/>
                </a:lnTo>
                <a:lnTo>
                  <a:pt x="4015285" y="65050"/>
                </a:lnTo>
                <a:lnTo>
                  <a:pt x="4017933" y="64498"/>
                </a:lnTo>
                <a:lnTo>
                  <a:pt x="4020782" y="64312"/>
                </a:lnTo>
                <a:lnTo>
                  <a:pt x="4022740" y="64403"/>
                </a:lnTo>
                <a:lnTo>
                  <a:pt x="4024640" y="64674"/>
                </a:lnTo>
                <a:lnTo>
                  <a:pt x="4026478" y="65120"/>
                </a:lnTo>
                <a:lnTo>
                  <a:pt x="4028249" y="65739"/>
                </a:lnTo>
                <a:lnTo>
                  <a:pt x="4029949" y="66525"/>
                </a:lnTo>
                <a:lnTo>
                  <a:pt x="4031574" y="67476"/>
                </a:lnTo>
                <a:lnTo>
                  <a:pt x="4033118" y="68586"/>
                </a:lnTo>
                <a:lnTo>
                  <a:pt x="4034578" y="69853"/>
                </a:lnTo>
                <a:lnTo>
                  <a:pt x="4035950" y="71272"/>
                </a:lnTo>
                <a:lnTo>
                  <a:pt x="4037227" y="72839"/>
                </a:lnTo>
                <a:lnTo>
                  <a:pt x="4038408" y="74551"/>
                </a:lnTo>
                <a:lnTo>
                  <a:pt x="4039486" y="76404"/>
                </a:lnTo>
                <a:lnTo>
                  <a:pt x="4040605" y="78701"/>
                </a:lnTo>
                <a:lnTo>
                  <a:pt x="4041655" y="81100"/>
                </a:lnTo>
                <a:lnTo>
                  <a:pt x="4042631" y="83584"/>
                </a:lnTo>
                <a:lnTo>
                  <a:pt x="4043527" y="86137"/>
                </a:lnTo>
                <a:lnTo>
                  <a:pt x="4044337" y="88744"/>
                </a:lnTo>
                <a:lnTo>
                  <a:pt x="4045057" y="91388"/>
                </a:lnTo>
                <a:lnTo>
                  <a:pt x="4045681" y="94054"/>
                </a:lnTo>
                <a:lnTo>
                  <a:pt x="4046203" y="96724"/>
                </a:lnTo>
                <a:lnTo>
                  <a:pt x="4046619" y="99385"/>
                </a:lnTo>
                <a:lnTo>
                  <a:pt x="4046922" y="102018"/>
                </a:lnTo>
                <a:lnTo>
                  <a:pt x="4047108" y="104609"/>
                </a:lnTo>
                <a:lnTo>
                  <a:pt x="4047172" y="107141"/>
                </a:lnTo>
                <a:lnTo>
                  <a:pt x="4047019" y="110612"/>
                </a:lnTo>
                <a:lnTo>
                  <a:pt x="4046567" y="113846"/>
                </a:lnTo>
                <a:lnTo>
                  <a:pt x="4045826" y="116832"/>
                </a:lnTo>
                <a:lnTo>
                  <a:pt x="4044808" y="119556"/>
                </a:lnTo>
                <a:lnTo>
                  <a:pt x="4043524" y="122006"/>
                </a:lnTo>
                <a:lnTo>
                  <a:pt x="4041983" y="124171"/>
                </a:lnTo>
                <a:lnTo>
                  <a:pt x="4040196" y="126036"/>
                </a:lnTo>
                <a:lnTo>
                  <a:pt x="4038175" y="127590"/>
                </a:lnTo>
                <a:lnTo>
                  <a:pt x="4035930" y="128821"/>
                </a:lnTo>
                <a:lnTo>
                  <a:pt x="4033471" y="129715"/>
                </a:lnTo>
                <a:lnTo>
                  <a:pt x="4030810" y="130261"/>
                </a:lnTo>
                <a:lnTo>
                  <a:pt x="4027956" y="130445"/>
                </a:lnTo>
                <a:lnTo>
                  <a:pt x="4024213" y="130104"/>
                </a:lnTo>
                <a:lnTo>
                  <a:pt x="4020683" y="129098"/>
                </a:lnTo>
                <a:lnTo>
                  <a:pt x="4017387" y="127460"/>
                </a:lnTo>
                <a:lnTo>
                  <a:pt x="4014348" y="125219"/>
                </a:lnTo>
                <a:lnTo>
                  <a:pt x="4011587" y="122405"/>
                </a:lnTo>
                <a:lnTo>
                  <a:pt x="4009124" y="119049"/>
                </a:lnTo>
                <a:lnTo>
                  <a:pt x="4006982" y="115180"/>
                </a:lnTo>
                <a:lnTo>
                  <a:pt x="4005181" y="110829"/>
                </a:lnTo>
                <a:lnTo>
                  <a:pt x="4003743" y="106027"/>
                </a:lnTo>
                <a:lnTo>
                  <a:pt x="4002690" y="100803"/>
                </a:lnTo>
                <a:lnTo>
                  <a:pt x="4002042" y="95188"/>
                </a:lnTo>
                <a:lnTo>
                  <a:pt x="4001821" y="89212"/>
                </a:lnTo>
                <a:lnTo>
                  <a:pt x="4001821" y="88441"/>
                </a:lnTo>
                <a:close/>
                <a:moveTo>
                  <a:pt x="4092776" y="75071"/>
                </a:moveTo>
                <a:lnTo>
                  <a:pt x="4093648" y="74889"/>
                </a:lnTo>
                <a:lnTo>
                  <a:pt x="4094473" y="74727"/>
                </a:lnTo>
                <a:lnTo>
                  <a:pt x="4095260" y="74585"/>
                </a:lnTo>
                <a:lnTo>
                  <a:pt x="4096014" y="74462"/>
                </a:lnTo>
                <a:lnTo>
                  <a:pt x="4096743" y="74356"/>
                </a:lnTo>
                <a:lnTo>
                  <a:pt x="4097454" y="74268"/>
                </a:lnTo>
                <a:lnTo>
                  <a:pt x="4098155" y="74195"/>
                </a:lnTo>
                <a:lnTo>
                  <a:pt x="4098851" y="74138"/>
                </a:lnTo>
                <a:lnTo>
                  <a:pt x="4099552" y="74095"/>
                </a:lnTo>
                <a:lnTo>
                  <a:pt x="4100263" y="74065"/>
                </a:lnTo>
                <a:lnTo>
                  <a:pt x="4100991" y="74048"/>
                </a:lnTo>
                <a:lnTo>
                  <a:pt x="4101745" y="74043"/>
                </a:lnTo>
                <a:lnTo>
                  <a:pt x="4103261" y="74130"/>
                </a:lnTo>
                <a:lnTo>
                  <a:pt x="4104614" y="74399"/>
                </a:lnTo>
                <a:lnTo>
                  <a:pt x="4105807" y="74859"/>
                </a:lnTo>
                <a:lnTo>
                  <a:pt x="4106849" y="75523"/>
                </a:lnTo>
                <a:lnTo>
                  <a:pt x="4107745" y="76401"/>
                </a:lnTo>
                <a:lnTo>
                  <a:pt x="4108501" y="77502"/>
                </a:lnTo>
                <a:lnTo>
                  <a:pt x="4109124" y="78838"/>
                </a:lnTo>
                <a:lnTo>
                  <a:pt x="4109620" y="80420"/>
                </a:lnTo>
                <a:lnTo>
                  <a:pt x="4109995" y="82258"/>
                </a:lnTo>
                <a:lnTo>
                  <a:pt x="4110255" y="84363"/>
                </a:lnTo>
                <a:lnTo>
                  <a:pt x="4110406" y="86745"/>
                </a:lnTo>
                <a:lnTo>
                  <a:pt x="4110455" y="89415"/>
                </a:lnTo>
                <a:lnTo>
                  <a:pt x="4110455" y="153465"/>
                </a:lnTo>
                <a:lnTo>
                  <a:pt x="4110410" y="156444"/>
                </a:lnTo>
                <a:lnTo>
                  <a:pt x="4110246" y="159008"/>
                </a:lnTo>
                <a:lnTo>
                  <a:pt x="4109919" y="161197"/>
                </a:lnTo>
                <a:lnTo>
                  <a:pt x="4109383" y="163056"/>
                </a:lnTo>
                <a:lnTo>
                  <a:pt x="4108594" y="164627"/>
                </a:lnTo>
                <a:lnTo>
                  <a:pt x="4107508" y="165953"/>
                </a:lnTo>
                <a:lnTo>
                  <a:pt x="4106081" y="167075"/>
                </a:lnTo>
                <a:lnTo>
                  <a:pt x="4104268" y="168038"/>
                </a:lnTo>
                <a:lnTo>
                  <a:pt x="4102024" y="168883"/>
                </a:lnTo>
                <a:lnTo>
                  <a:pt x="4099305" y="169653"/>
                </a:lnTo>
                <a:lnTo>
                  <a:pt x="4096066" y="170391"/>
                </a:lnTo>
                <a:lnTo>
                  <a:pt x="4092264" y="171140"/>
                </a:lnTo>
                <a:lnTo>
                  <a:pt x="4092264" y="174983"/>
                </a:lnTo>
                <a:lnTo>
                  <a:pt x="4153757" y="174983"/>
                </a:lnTo>
                <a:lnTo>
                  <a:pt x="4153757" y="171140"/>
                </a:lnTo>
                <a:lnTo>
                  <a:pt x="4149668" y="170880"/>
                </a:lnTo>
                <a:lnTo>
                  <a:pt x="4146094" y="170465"/>
                </a:lnTo>
                <a:lnTo>
                  <a:pt x="4143003" y="169868"/>
                </a:lnTo>
                <a:lnTo>
                  <a:pt x="4140366" y="169063"/>
                </a:lnTo>
                <a:lnTo>
                  <a:pt x="4138153" y="168024"/>
                </a:lnTo>
                <a:lnTo>
                  <a:pt x="4136333" y="166722"/>
                </a:lnTo>
                <a:lnTo>
                  <a:pt x="4134876" y="165133"/>
                </a:lnTo>
                <a:lnTo>
                  <a:pt x="4133752" y="163228"/>
                </a:lnTo>
                <a:lnTo>
                  <a:pt x="4132930" y="160982"/>
                </a:lnTo>
                <a:lnTo>
                  <a:pt x="4132380" y="158368"/>
                </a:lnTo>
                <a:lnTo>
                  <a:pt x="4132073" y="155359"/>
                </a:lnTo>
                <a:lnTo>
                  <a:pt x="4131977" y="151928"/>
                </a:lnTo>
                <a:lnTo>
                  <a:pt x="4131977" y="94282"/>
                </a:lnTo>
                <a:lnTo>
                  <a:pt x="4132198" y="92147"/>
                </a:lnTo>
                <a:lnTo>
                  <a:pt x="4132825" y="89880"/>
                </a:lnTo>
                <a:lnTo>
                  <a:pt x="4133807" y="87541"/>
                </a:lnTo>
                <a:lnTo>
                  <a:pt x="4135090" y="85193"/>
                </a:lnTo>
                <a:lnTo>
                  <a:pt x="4136622" y="82894"/>
                </a:lnTo>
                <a:lnTo>
                  <a:pt x="4138351" y="80705"/>
                </a:lnTo>
                <a:lnTo>
                  <a:pt x="4140224" y="78687"/>
                </a:lnTo>
                <a:lnTo>
                  <a:pt x="4142188" y="76900"/>
                </a:lnTo>
                <a:lnTo>
                  <a:pt x="4144192" y="75406"/>
                </a:lnTo>
                <a:lnTo>
                  <a:pt x="4146183" y="74263"/>
                </a:lnTo>
                <a:lnTo>
                  <a:pt x="4148107" y="73533"/>
                </a:lnTo>
                <a:lnTo>
                  <a:pt x="4149914" y="73276"/>
                </a:lnTo>
                <a:lnTo>
                  <a:pt x="4150314" y="73303"/>
                </a:lnTo>
                <a:lnTo>
                  <a:pt x="4150745" y="73383"/>
                </a:lnTo>
                <a:lnTo>
                  <a:pt x="4151207" y="73517"/>
                </a:lnTo>
                <a:lnTo>
                  <a:pt x="4151698" y="73704"/>
                </a:lnTo>
                <a:lnTo>
                  <a:pt x="4152217" y="73944"/>
                </a:lnTo>
                <a:lnTo>
                  <a:pt x="4152764" y="74238"/>
                </a:lnTo>
                <a:lnTo>
                  <a:pt x="4153338" y="74585"/>
                </a:lnTo>
                <a:lnTo>
                  <a:pt x="4153937" y="74985"/>
                </a:lnTo>
                <a:lnTo>
                  <a:pt x="4154562" y="75439"/>
                </a:lnTo>
                <a:lnTo>
                  <a:pt x="4155210" y="75946"/>
                </a:lnTo>
                <a:lnTo>
                  <a:pt x="4155882" y="76506"/>
                </a:lnTo>
                <a:lnTo>
                  <a:pt x="4156576" y="77119"/>
                </a:lnTo>
                <a:lnTo>
                  <a:pt x="4157575" y="77973"/>
                </a:lnTo>
                <a:lnTo>
                  <a:pt x="4158526" y="78744"/>
                </a:lnTo>
                <a:lnTo>
                  <a:pt x="4159437" y="79432"/>
                </a:lnTo>
                <a:lnTo>
                  <a:pt x="4160313" y="80041"/>
                </a:lnTo>
                <a:lnTo>
                  <a:pt x="4161161" y="80571"/>
                </a:lnTo>
                <a:lnTo>
                  <a:pt x="4161987" y="81025"/>
                </a:lnTo>
                <a:lnTo>
                  <a:pt x="4162796" y="81404"/>
                </a:lnTo>
                <a:lnTo>
                  <a:pt x="4163596" y="81710"/>
                </a:lnTo>
                <a:lnTo>
                  <a:pt x="4164393" y="81945"/>
                </a:lnTo>
                <a:lnTo>
                  <a:pt x="4165192" y="82110"/>
                </a:lnTo>
                <a:lnTo>
                  <a:pt x="4166000" y="82209"/>
                </a:lnTo>
                <a:lnTo>
                  <a:pt x="4166823" y="82241"/>
                </a:lnTo>
                <a:lnTo>
                  <a:pt x="4168311" y="82151"/>
                </a:lnTo>
                <a:lnTo>
                  <a:pt x="4169698" y="81885"/>
                </a:lnTo>
                <a:lnTo>
                  <a:pt x="4170979" y="81448"/>
                </a:lnTo>
                <a:lnTo>
                  <a:pt x="4172147" y="80846"/>
                </a:lnTo>
                <a:lnTo>
                  <a:pt x="4173197" y="80084"/>
                </a:lnTo>
                <a:lnTo>
                  <a:pt x="4174125" y="79167"/>
                </a:lnTo>
                <a:lnTo>
                  <a:pt x="4174925" y="78101"/>
                </a:lnTo>
                <a:lnTo>
                  <a:pt x="4175591" y="76890"/>
                </a:lnTo>
                <a:lnTo>
                  <a:pt x="4176119" y="75541"/>
                </a:lnTo>
                <a:lnTo>
                  <a:pt x="4176502" y="74059"/>
                </a:lnTo>
                <a:lnTo>
                  <a:pt x="4176736" y="72449"/>
                </a:lnTo>
                <a:lnTo>
                  <a:pt x="4176816" y="70716"/>
                </a:lnTo>
                <a:lnTo>
                  <a:pt x="4176705" y="68672"/>
                </a:lnTo>
                <a:lnTo>
                  <a:pt x="4176377" y="66773"/>
                </a:lnTo>
                <a:lnTo>
                  <a:pt x="4175839" y="65026"/>
                </a:lnTo>
                <a:lnTo>
                  <a:pt x="4175098" y="63436"/>
                </a:lnTo>
                <a:lnTo>
                  <a:pt x="4174162" y="62010"/>
                </a:lnTo>
                <a:lnTo>
                  <a:pt x="4173037" y="60754"/>
                </a:lnTo>
                <a:lnTo>
                  <a:pt x="4171731" y="59674"/>
                </a:lnTo>
                <a:lnTo>
                  <a:pt x="4170250" y="58776"/>
                </a:lnTo>
                <a:lnTo>
                  <a:pt x="4168602" y="58067"/>
                </a:lnTo>
                <a:lnTo>
                  <a:pt x="4166794" y="57553"/>
                </a:lnTo>
                <a:lnTo>
                  <a:pt x="4164833" y="57240"/>
                </a:lnTo>
                <a:lnTo>
                  <a:pt x="4162726" y="57134"/>
                </a:lnTo>
                <a:lnTo>
                  <a:pt x="4160099" y="57260"/>
                </a:lnTo>
                <a:lnTo>
                  <a:pt x="4157583" y="57655"/>
                </a:lnTo>
                <a:lnTo>
                  <a:pt x="4155146" y="58339"/>
                </a:lnTo>
                <a:lnTo>
                  <a:pt x="4152761" y="59336"/>
                </a:lnTo>
                <a:lnTo>
                  <a:pt x="4150397" y="60667"/>
                </a:lnTo>
                <a:lnTo>
                  <a:pt x="4148024" y="62355"/>
                </a:lnTo>
                <a:lnTo>
                  <a:pt x="4145615" y="64422"/>
                </a:lnTo>
                <a:lnTo>
                  <a:pt x="4143138" y="66890"/>
                </a:lnTo>
                <a:lnTo>
                  <a:pt x="4140566" y="69781"/>
                </a:lnTo>
                <a:lnTo>
                  <a:pt x="4137868" y="73118"/>
                </a:lnTo>
                <a:lnTo>
                  <a:pt x="4135015" y="76922"/>
                </a:lnTo>
                <a:lnTo>
                  <a:pt x="4131977" y="81217"/>
                </a:lnTo>
                <a:lnTo>
                  <a:pt x="4131977" y="57650"/>
                </a:lnTo>
                <a:lnTo>
                  <a:pt x="4130699" y="57134"/>
                </a:lnTo>
                <a:lnTo>
                  <a:pt x="4127388" y="58497"/>
                </a:lnTo>
                <a:lnTo>
                  <a:pt x="4124224" y="59778"/>
                </a:lnTo>
                <a:lnTo>
                  <a:pt x="4121170" y="60990"/>
                </a:lnTo>
                <a:lnTo>
                  <a:pt x="4118190" y="62145"/>
                </a:lnTo>
                <a:lnTo>
                  <a:pt x="4115250" y="63257"/>
                </a:lnTo>
                <a:lnTo>
                  <a:pt x="4112314" y="64341"/>
                </a:lnTo>
                <a:lnTo>
                  <a:pt x="4109345" y="65408"/>
                </a:lnTo>
                <a:lnTo>
                  <a:pt x="4106309" y="66472"/>
                </a:lnTo>
                <a:lnTo>
                  <a:pt x="4103170" y="67547"/>
                </a:lnTo>
                <a:lnTo>
                  <a:pt x="4099892" y="68646"/>
                </a:lnTo>
                <a:lnTo>
                  <a:pt x="4096439" y="69783"/>
                </a:lnTo>
                <a:lnTo>
                  <a:pt x="4092776" y="70970"/>
                </a:lnTo>
                <a:lnTo>
                  <a:pt x="4092776" y="75071"/>
                </a:lnTo>
                <a:close/>
                <a:moveTo>
                  <a:pt x="4289548" y="158019"/>
                </a:moveTo>
                <a:lnTo>
                  <a:pt x="4288485" y="158867"/>
                </a:lnTo>
                <a:lnTo>
                  <a:pt x="4287468" y="159623"/>
                </a:lnTo>
                <a:lnTo>
                  <a:pt x="4286490" y="160290"/>
                </a:lnTo>
                <a:lnTo>
                  <a:pt x="4285545" y="160872"/>
                </a:lnTo>
                <a:lnTo>
                  <a:pt x="4284624" y="161372"/>
                </a:lnTo>
                <a:lnTo>
                  <a:pt x="4283721" y="161794"/>
                </a:lnTo>
                <a:lnTo>
                  <a:pt x="4282828" y="162141"/>
                </a:lnTo>
                <a:lnTo>
                  <a:pt x="4281940" y="162418"/>
                </a:lnTo>
                <a:lnTo>
                  <a:pt x="4281047" y="162626"/>
                </a:lnTo>
                <a:lnTo>
                  <a:pt x="4280144" y="162771"/>
                </a:lnTo>
                <a:lnTo>
                  <a:pt x="4279223" y="162855"/>
                </a:lnTo>
                <a:lnTo>
                  <a:pt x="4278277" y="162883"/>
                </a:lnTo>
                <a:lnTo>
                  <a:pt x="4276888" y="162806"/>
                </a:lnTo>
                <a:lnTo>
                  <a:pt x="4275662" y="162565"/>
                </a:lnTo>
                <a:lnTo>
                  <a:pt x="4274591" y="162147"/>
                </a:lnTo>
                <a:lnTo>
                  <a:pt x="4273666" y="161536"/>
                </a:lnTo>
                <a:lnTo>
                  <a:pt x="4272880" y="160719"/>
                </a:lnTo>
                <a:lnTo>
                  <a:pt x="4272225" y="159682"/>
                </a:lnTo>
                <a:lnTo>
                  <a:pt x="4271692" y="158410"/>
                </a:lnTo>
                <a:lnTo>
                  <a:pt x="4271275" y="156890"/>
                </a:lnTo>
                <a:lnTo>
                  <a:pt x="4270964" y="155106"/>
                </a:lnTo>
                <a:lnTo>
                  <a:pt x="4270751" y="153045"/>
                </a:lnTo>
                <a:lnTo>
                  <a:pt x="4270630" y="150693"/>
                </a:lnTo>
                <a:lnTo>
                  <a:pt x="4270591" y="148034"/>
                </a:lnTo>
                <a:lnTo>
                  <a:pt x="4270591" y="98106"/>
                </a:lnTo>
                <a:lnTo>
                  <a:pt x="4270564" y="94897"/>
                </a:lnTo>
                <a:lnTo>
                  <a:pt x="4270478" y="91917"/>
                </a:lnTo>
                <a:lnTo>
                  <a:pt x="4270331" y="89151"/>
                </a:lnTo>
                <a:lnTo>
                  <a:pt x="4270116" y="86583"/>
                </a:lnTo>
                <a:lnTo>
                  <a:pt x="4269831" y="84196"/>
                </a:lnTo>
                <a:lnTo>
                  <a:pt x="4269470" y="81974"/>
                </a:lnTo>
                <a:lnTo>
                  <a:pt x="4269028" y="79902"/>
                </a:lnTo>
                <a:lnTo>
                  <a:pt x="4268503" y="77963"/>
                </a:lnTo>
                <a:lnTo>
                  <a:pt x="4267888" y="76141"/>
                </a:lnTo>
                <a:lnTo>
                  <a:pt x="4267180" y="74421"/>
                </a:lnTo>
                <a:lnTo>
                  <a:pt x="4266374" y="72786"/>
                </a:lnTo>
                <a:lnTo>
                  <a:pt x="4265466" y="71220"/>
                </a:lnTo>
                <a:lnTo>
                  <a:pt x="4263945" y="69007"/>
                </a:lnTo>
                <a:lnTo>
                  <a:pt x="4262205" y="66977"/>
                </a:lnTo>
                <a:lnTo>
                  <a:pt x="4260249" y="65131"/>
                </a:lnTo>
                <a:lnTo>
                  <a:pt x="4258082" y="63473"/>
                </a:lnTo>
                <a:lnTo>
                  <a:pt x="4255710" y="62002"/>
                </a:lnTo>
                <a:lnTo>
                  <a:pt x="4253135" y="60721"/>
                </a:lnTo>
                <a:lnTo>
                  <a:pt x="4250363" y="59633"/>
                </a:lnTo>
                <a:lnTo>
                  <a:pt x="4247398" y="58738"/>
                </a:lnTo>
                <a:lnTo>
                  <a:pt x="4244244" y="58039"/>
                </a:lnTo>
                <a:lnTo>
                  <a:pt x="4240907" y="57537"/>
                </a:lnTo>
                <a:lnTo>
                  <a:pt x="4237389" y="57235"/>
                </a:lnTo>
                <a:lnTo>
                  <a:pt x="4233697" y="57134"/>
                </a:lnTo>
                <a:lnTo>
                  <a:pt x="4227790" y="57390"/>
                </a:lnTo>
                <a:lnTo>
                  <a:pt x="4222145" y="58138"/>
                </a:lnTo>
                <a:lnTo>
                  <a:pt x="4216810" y="59347"/>
                </a:lnTo>
                <a:lnTo>
                  <a:pt x="4211832" y="60985"/>
                </a:lnTo>
                <a:lnTo>
                  <a:pt x="4207260" y="63021"/>
                </a:lnTo>
                <a:lnTo>
                  <a:pt x="4203142" y="65425"/>
                </a:lnTo>
                <a:lnTo>
                  <a:pt x="4199526" y="68165"/>
                </a:lnTo>
                <a:lnTo>
                  <a:pt x="4196460" y="71209"/>
                </a:lnTo>
                <a:lnTo>
                  <a:pt x="4193991" y="74528"/>
                </a:lnTo>
                <a:lnTo>
                  <a:pt x="4192169" y="78089"/>
                </a:lnTo>
                <a:lnTo>
                  <a:pt x="4191040" y="81861"/>
                </a:lnTo>
                <a:lnTo>
                  <a:pt x="4190653" y="85814"/>
                </a:lnTo>
                <a:lnTo>
                  <a:pt x="4190757" y="87268"/>
                </a:lnTo>
                <a:lnTo>
                  <a:pt x="4191060" y="88675"/>
                </a:lnTo>
                <a:lnTo>
                  <a:pt x="4191545" y="90020"/>
                </a:lnTo>
                <a:lnTo>
                  <a:pt x="4192199" y="91287"/>
                </a:lnTo>
                <a:lnTo>
                  <a:pt x="4193006" y="92461"/>
                </a:lnTo>
                <a:lnTo>
                  <a:pt x="4193951" y="93528"/>
                </a:lnTo>
                <a:lnTo>
                  <a:pt x="4195018" y="94472"/>
                </a:lnTo>
                <a:lnTo>
                  <a:pt x="4196193" y="95278"/>
                </a:lnTo>
                <a:lnTo>
                  <a:pt x="4197461" y="95932"/>
                </a:lnTo>
                <a:lnTo>
                  <a:pt x="4198807" y="96417"/>
                </a:lnTo>
                <a:lnTo>
                  <a:pt x="4200215" y="96719"/>
                </a:lnTo>
                <a:lnTo>
                  <a:pt x="4201670" y="96823"/>
                </a:lnTo>
                <a:lnTo>
                  <a:pt x="4203188" y="96719"/>
                </a:lnTo>
                <a:lnTo>
                  <a:pt x="4204658" y="96418"/>
                </a:lnTo>
                <a:lnTo>
                  <a:pt x="4206064" y="95936"/>
                </a:lnTo>
                <a:lnTo>
                  <a:pt x="4207390" y="95288"/>
                </a:lnTo>
                <a:lnTo>
                  <a:pt x="4208621" y="94491"/>
                </a:lnTo>
                <a:lnTo>
                  <a:pt x="4209739" y="93560"/>
                </a:lnTo>
                <a:lnTo>
                  <a:pt x="4210730" y="92513"/>
                </a:lnTo>
                <a:lnTo>
                  <a:pt x="4211576" y="91363"/>
                </a:lnTo>
                <a:lnTo>
                  <a:pt x="4212262" y="90129"/>
                </a:lnTo>
                <a:lnTo>
                  <a:pt x="4212772" y="88825"/>
                </a:lnTo>
                <a:lnTo>
                  <a:pt x="4213090" y="87467"/>
                </a:lnTo>
                <a:lnTo>
                  <a:pt x="4213199" y="86072"/>
                </a:lnTo>
                <a:lnTo>
                  <a:pt x="4213194" y="85811"/>
                </a:lnTo>
                <a:lnTo>
                  <a:pt x="4213179" y="85537"/>
                </a:lnTo>
                <a:lnTo>
                  <a:pt x="4213155" y="85252"/>
                </a:lnTo>
                <a:lnTo>
                  <a:pt x="4213123" y="84953"/>
                </a:lnTo>
                <a:lnTo>
                  <a:pt x="4213084" y="84639"/>
                </a:lnTo>
                <a:lnTo>
                  <a:pt x="4213038" y="84311"/>
                </a:lnTo>
                <a:lnTo>
                  <a:pt x="4212988" y="83967"/>
                </a:lnTo>
                <a:lnTo>
                  <a:pt x="4212933" y="83605"/>
                </a:lnTo>
                <a:lnTo>
                  <a:pt x="4212874" y="83227"/>
                </a:lnTo>
                <a:lnTo>
                  <a:pt x="4212813" y="82829"/>
                </a:lnTo>
                <a:lnTo>
                  <a:pt x="4212750" y="82412"/>
                </a:lnTo>
                <a:lnTo>
                  <a:pt x="4212687" y="81975"/>
                </a:lnTo>
                <a:lnTo>
                  <a:pt x="4212564" y="81405"/>
                </a:lnTo>
                <a:lnTo>
                  <a:pt x="4212452" y="80845"/>
                </a:lnTo>
                <a:lnTo>
                  <a:pt x="4212351" y="80296"/>
                </a:lnTo>
                <a:lnTo>
                  <a:pt x="4212260" y="79757"/>
                </a:lnTo>
                <a:lnTo>
                  <a:pt x="4212179" y="79229"/>
                </a:lnTo>
                <a:lnTo>
                  <a:pt x="4212110" y="78712"/>
                </a:lnTo>
                <a:lnTo>
                  <a:pt x="4212051" y="78205"/>
                </a:lnTo>
                <a:lnTo>
                  <a:pt x="4212003" y="77708"/>
                </a:lnTo>
                <a:lnTo>
                  <a:pt x="4211965" y="77223"/>
                </a:lnTo>
                <a:lnTo>
                  <a:pt x="4211938" y="76748"/>
                </a:lnTo>
                <a:lnTo>
                  <a:pt x="4211922" y="76283"/>
                </a:lnTo>
                <a:lnTo>
                  <a:pt x="4211917" y="75829"/>
                </a:lnTo>
                <a:lnTo>
                  <a:pt x="4212084" y="74130"/>
                </a:lnTo>
                <a:lnTo>
                  <a:pt x="4212572" y="72500"/>
                </a:lnTo>
                <a:lnTo>
                  <a:pt x="4213358" y="70953"/>
                </a:lnTo>
                <a:lnTo>
                  <a:pt x="4214422" y="69505"/>
                </a:lnTo>
                <a:lnTo>
                  <a:pt x="4215742" y="68170"/>
                </a:lnTo>
                <a:lnTo>
                  <a:pt x="4217297" y="66964"/>
                </a:lnTo>
                <a:lnTo>
                  <a:pt x="4219066" y="65903"/>
                </a:lnTo>
                <a:lnTo>
                  <a:pt x="4221027" y="65000"/>
                </a:lnTo>
                <a:lnTo>
                  <a:pt x="4223159" y="64272"/>
                </a:lnTo>
                <a:lnTo>
                  <a:pt x="4225440" y="63733"/>
                </a:lnTo>
                <a:lnTo>
                  <a:pt x="4227850" y="63398"/>
                </a:lnTo>
                <a:lnTo>
                  <a:pt x="4230366" y="63284"/>
                </a:lnTo>
                <a:lnTo>
                  <a:pt x="4233386" y="63438"/>
                </a:lnTo>
                <a:lnTo>
                  <a:pt x="4236167" y="63898"/>
                </a:lnTo>
                <a:lnTo>
                  <a:pt x="4238704" y="64660"/>
                </a:lnTo>
                <a:lnTo>
                  <a:pt x="4240993" y="65720"/>
                </a:lnTo>
                <a:lnTo>
                  <a:pt x="4243029" y="67077"/>
                </a:lnTo>
                <a:lnTo>
                  <a:pt x="4244808" y="68724"/>
                </a:lnTo>
                <a:lnTo>
                  <a:pt x="4246326" y="70660"/>
                </a:lnTo>
                <a:lnTo>
                  <a:pt x="4247577" y="72880"/>
                </a:lnTo>
                <a:lnTo>
                  <a:pt x="4248559" y="75381"/>
                </a:lnTo>
                <a:lnTo>
                  <a:pt x="4249265" y="78160"/>
                </a:lnTo>
                <a:lnTo>
                  <a:pt x="4249692" y="81213"/>
                </a:lnTo>
                <a:lnTo>
                  <a:pt x="4249835" y="84536"/>
                </a:lnTo>
                <a:lnTo>
                  <a:pt x="4249835" y="100154"/>
                </a:lnTo>
                <a:lnTo>
                  <a:pt x="4240679" y="103847"/>
                </a:lnTo>
                <a:lnTo>
                  <a:pt x="4232840" y="107038"/>
                </a:lnTo>
                <a:lnTo>
                  <a:pt x="4226173" y="109803"/>
                </a:lnTo>
                <a:lnTo>
                  <a:pt x="4220534" y="112215"/>
                </a:lnTo>
                <a:lnTo>
                  <a:pt x="4215777" y="114351"/>
                </a:lnTo>
                <a:lnTo>
                  <a:pt x="4211758" y="116284"/>
                </a:lnTo>
                <a:lnTo>
                  <a:pt x="4208331" y="118088"/>
                </a:lnTo>
                <a:lnTo>
                  <a:pt x="4205351" y="119840"/>
                </a:lnTo>
                <a:lnTo>
                  <a:pt x="4202674" y="121613"/>
                </a:lnTo>
                <a:lnTo>
                  <a:pt x="4200155" y="123482"/>
                </a:lnTo>
                <a:lnTo>
                  <a:pt x="4197648" y="125521"/>
                </a:lnTo>
                <a:lnTo>
                  <a:pt x="4195008" y="127806"/>
                </a:lnTo>
                <a:lnTo>
                  <a:pt x="4193642" y="129159"/>
                </a:lnTo>
                <a:lnTo>
                  <a:pt x="4192367" y="130648"/>
                </a:lnTo>
                <a:lnTo>
                  <a:pt x="4191188" y="132259"/>
                </a:lnTo>
                <a:lnTo>
                  <a:pt x="4190111" y="133980"/>
                </a:lnTo>
                <a:lnTo>
                  <a:pt x="4189140" y="135796"/>
                </a:lnTo>
                <a:lnTo>
                  <a:pt x="4188281" y="137695"/>
                </a:lnTo>
                <a:lnTo>
                  <a:pt x="4187539" y="139663"/>
                </a:lnTo>
                <a:lnTo>
                  <a:pt x="4186921" y="141688"/>
                </a:lnTo>
                <a:lnTo>
                  <a:pt x="4186431" y="143755"/>
                </a:lnTo>
                <a:lnTo>
                  <a:pt x="4186074" y="145851"/>
                </a:lnTo>
                <a:lnTo>
                  <a:pt x="4185856" y="147964"/>
                </a:lnTo>
                <a:lnTo>
                  <a:pt x="4185782" y="150079"/>
                </a:lnTo>
                <a:lnTo>
                  <a:pt x="4186013" y="154008"/>
                </a:lnTo>
                <a:lnTo>
                  <a:pt x="4186689" y="157711"/>
                </a:lnTo>
                <a:lnTo>
                  <a:pt x="4187788" y="161168"/>
                </a:lnTo>
                <a:lnTo>
                  <a:pt x="4189284" y="164355"/>
                </a:lnTo>
                <a:lnTo>
                  <a:pt x="4191154" y="167251"/>
                </a:lnTo>
                <a:lnTo>
                  <a:pt x="4193373" y="169832"/>
                </a:lnTo>
                <a:lnTo>
                  <a:pt x="4195918" y="172078"/>
                </a:lnTo>
                <a:lnTo>
                  <a:pt x="4198765" y="173965"/>
                </a:lnTo>
                <a:lnTo>
                  <a:pt x="4201889" y="175472"/>
                </a:lnTo>
                <a:lnTo>
                  <a:pt x="4205267" y="176575"/>
                </a:lnTo>
                <a:lnTo>
                  <a:pt x="4208874" y="177254"/>
                </a:lnTo>
                <a:lnTo>
                  <a:pt x="4212687" y="177485"/>
                </a:lnTo>
                <a:lnTo>
                  <a:pt x="4215492" y="177371"/>
                </a:lnTo>
                <a:lnTo>
                  <a:pt x="4218286" y="177025"/>
                </a:lnTo>
                <a:lnTo>
                  <a:pt x="4221089" y="176436"/>
                </a:lnTo>
                <a:lnTo>
                  <a:pt x="4223921" y="175597"/>
                </a:lnTo>
                <a:lnTo>
                  <a:pt x="4226803" y="174497"/>
                </a:lnTo>
                <a:lnTo>
                  <a:pt x="4229756" y="173130"/>
                </a:lnTo>
                <a:lnTo>
                  <a:pt x="4232799" y="171484"/>
                </a:lnTo>
                <a:lnTo>
                  <a:pt x="4235953" y="169552"/>
                </a:lnTo>
                <a:lnTo>
                  <a:pt x="4239240" y="167325"/>
                </a:lnTo>
                <a:lnTo>
                  <a:pt x="4242678" y="164793"/>
                </a:lnTo>
                <a:lnTo>
                  <a:pt x="4246289" y="161949"/>
                </a:lnTo>
                <a:lnTo>
                  <a:pt x="4250093" y="158782"/>
                </a:lnTo>
                <a:lnTo>
                  <a:pt x="4250485" y="161949"/>
                </a:lnTo>
                <a:lnTo>
                  <a:pt x="4251024" y="164793"/>
                </a:lnTo>
                <a:lnTo>
                  <a:pt x="4251719" y="167325"/>
                </a:lnTo>
                <a:lnTo>
                  <a:pt x="4252580" y="169552"/>
                </a:lnTo>
                <a:lnTo>
                  <a:pt x="4253615" y="171484"/>
                </a:lnTo>
                <a:lnTo>
                  <a:pt x="4254833" y="173130"/>
                </a:lnTo>
                <a:lnTo>
                  <a:pt x="4256244" y="174497"/>
                </a:lnTo>
                <a:lnTo>
                  <a:pt x="4257855" y="175597"/>
                </a:lnTo>
                <a:lnTo>
                  <a:pt x="4259677" y="176436"/>
                </a:lnTo>
                <a:lnTo>
                  <a:pt x="4261717" y="177025"/>
                </a:lnTo>
                <a:lnTo>
                  <a:pt x="4263985" y="177371"/>
                </a:lnTo>
                <a:lnTo>
                  <a:pt x="4266490" y="177485"/>
                </a:lnTo>
                <a:lnTo>
                  <a:pt x="4268602" y="177419"/>
                </a:lnTo>
                <a:lnTo>
                  <a:pt x="4270600" y="177212"/>
                </a:lnTo>
                <a:lnTo>
                  <a:pt x="4272507" y="176853"/>
                </a:lnTo>
                <a:lnTo>
                  <a:pt x="4274347" y="176328"/>
                </a:lnTo>
                <a:lnTo>
                  <a:pt x="4276145" y="175625"/>
                </a:lnTo>
                <a:lnTo>
                  <a:pt x="4277924" y="174732"/>
                </a:lnTo>
                <a:lnTo>
                  <a:pt x="4279708" y="173635"/>
                </a:lnTo>
                <a:lnTo>
                  <a:pt x="4281522" y="172324"/>
                </a:lnTo>
                <a:lnTo>
                  <a:pt x="4283388" y="170785"/>
                </a:lnTo>
                <a:lnTo>
                  <a:pt x="4285333" y="169006"/>
                </a:lnTo>
                <a:lnTo>
                  <a:pt x="4287378" y="166974"/>
                </a:lnTo>
                <a:lnTo>
                  <a:pt x="4289548" y="164677"/>
                </a:lnTo>
                <a:lnTo>
                  <a:pt x="4289548" y="158019"/>
                </a:lnTo>
                <a:moveTo>
                  <a:pt x="4249835" y="143409"/>
                </a:moveTo>
                <a:lnTo>
                  <a:pt x="4249807" y="145282"/>
                </a:lnTo>
                <a:lnTo>
                  <a:pt x="4249716" y="146941"/>
                </a:lnTo>
                <a:lnTo>
                  <a:pt x="4249552" y="148410"/>
                </a:lnTo>
                <a:lnTo>
                  <a:pt x="4249305" y="149712"/>
                </a:lnTo>
                <a:lnTo>
                  <a:pt x="4248965" y="150867"/>
                </a:lnTo>
                <a:lnTo>
                  <a:pt x="4248523" y="151898"/>
                </a:lnTo>
                <a:lnTo>
                  <a:pt x="4247969" y="152828"/>
                </a:lnTo>
                <a:lnTo>
                  <a:pt x="4247293" y="153678"/>
                </a:lnTo>
                <a:lnTo>
                  <a:pt x="4246486" y="154472"/>
                </a:lnTo>
                <a:lnTo>
                  <a:pt x="4245536" y="155231"/>
                </a:lnTo>
                <a:lnTo>
                  <a:pt x="4244436" y="155977"/>
                </a:lnTo>
                <a:lnTo>
                  <a:pt x="4243174" y="156733"/>
                </a:lnTo>
                <a:lnTo>
                  <a:pt x="4241617" y="157603"/>
                </a:lnTo>
                <a:lnTo>
                  <a:pt x="4240028" y="158416"/>
                </a:lnTo>
                <a:lnTo>
                  <a:pt x="4238415" y="159168"/>
                </a:lnTo>
                <a:lnTo>
                  <a:pt x="4236789" y="159856"/>
                </a:lnTo>
                <a:lnTo>
                  <a:pt x="4235160" y="160476"/>
                </a:lnTo>
                <a:lnTo>
                  <a:pt x="4233536" y="161025"/>
                </a:lnTo>
                <a:lnTo>
                  <a:pt x="4231928" y="161499"/>
                </a:lnTo>
                <a:lnTo>
                  <a:pt x="4230346" y="161895"/>
                </a:lnTo>
                <a:lnTo>
                  <a:pt x="4228800" y="162209"/>
                </a:lnTo>
                <a:lnTo>
                  <a:pt x="4227298" y="162437"/>
                </a:lnTo>
                <a:lnTo>
                  <a:pt x="4225852" y="162577"/>
                </a:lnTo>
                <a:lnTo>
                  <a:pt x="4224470" y="162625"/>
                </a:lnTo>
                <a:lnTo>
                  <a:pt x="4222270" y="162447"/>
                </a:lnTo>
                <a:lnTo>
                  <a:pt x="4220162" y="161928"/>
                </a:lnTo>
                <a:lnTo>
                  <a:pt x="4218167" y="161092"/>
                </a:lnTo>
                <a:lnTo>
                  <a:pt x="4216302" y="159958"/>
                </a:lnTo>
                <a:lnTo>
                  <a:pt x="4214587" y="158551"/>
                </a:lnTo>
                <a:lnTo>
                  <a:pt x="4213039" y="156892"/>
                </a:lnTo>
                <a:lnTo>
                  <a:pt x="4211679" y="155004"/>
                </a:lnTo>
                <a:lnTo>
                  <a:pt x="4210524" y="152908"/>
                </a:lnTo>
                <a:lnTo>
                  <a:pt x="4209593" y="150627"/>
                </a:lnTo>
                <a:lnTo>
                  <a:pt x="4208905" y="148184"/>
                </a:lnTo>
                <a:lnTo>
                  <a:pt x="4208478" y="145600"/>
                </a:lnTo>
                <a:lnTo>
                  <a:pt x="4208332" y="142897"/>
                </a:lnTo>
                <a:lnTo>
                  <a:pt x="4208332" y="141873"/>
                </a:lnTo>
                <a:lnTo>
                  <a:pt x="4208556" y="138212"/>
                </a:lnTo>
                <a:lnTo>
                  <a:pt x="4209253" y="134768"/>
                </a:lnTo>
                <a:lnTo>
                  <a:pt x="4210457" y="131516"/>
                </a:lnTo>
                <a:lnTo>
                  <a:pt x="4212203" y="128426"/>
                </a:lnTo>
                <a:lnTo>
                  <a:pt x="4214525" y="125471"/>
                </a:lnTo>
                <a:lnTo>
                  <a:pt x="4217458" y="122624"/>
                </a:lnTo>
                <a:lnTo>
                  <a:pt x="4221037" y="119857"/>
                </a:lnTo>
                <a:lnTo>
                  <a:pt x="4225296" y="117142"/>
                </a:lnTo>
                <a:lnTo>
                  <a:pt x="4230271" y="114453"/>
                </a:lnTo>
                <a:lnTo>
                  <a:pt x="4235996" y="111760"/>
                </a:lnTo>
                <a:lnTo>
                  <a:pt x="4242506" y="109038"/>
                </a:lnTo>
                <a:lnTo>
                  <a:pt x="4249835" y="106257"/>
                </a:lnTo>
                <a:lnTo>
                  <a:pt x="4249835" y="143409"/>
                </a:lnTo>
                <a:close/>
                <a:moveTo>
                  <a:pt x="4294932" y="73022"/>
                </a:moveTo>
                <a:lnTo>
                  <a:pt x="4295739" y="72840"/>
                </a:lnTo>
                <a:lnTo>
                  <a:pt x="4296500" y="72679"/>
                </a:lnTo>
                <a:lnTo>
                  <a:pt x="4297222" y="72537"/>
                </a:lnTo>
                <a:lnTo>
                  <a:pt x="4297911" y="72414"/>
                </a:lnTo>
                <a:lnTo>
                  <a:pt x="4298576" y="72309"/>
                </a:lnTo>
                <a:lnTo>
                  <a:pt x="4299223" y="72221"/>
                </a:lnTo>
                <a:lnTo>
                  <a:pt x="4299859" y="72149"/>
                </a:lnTo>
                <a:lnTo>
                  <a:pt x="4300492" y="72092"/>
                </a:lnTo>
                <a:lnTo>
                  <a:pt x="4301128" y="72050"/>
                </a:lnTo>
                <a:lnTo>
                  <a:pt x="4301775" y="72020"/>
                </a:lnTo>
                <a:lnTo>
                  <a:pt x="4302440" y="72003"/>
                </a:lnTo>
                <a:lnTo>
                  <a:pt x="4303130" y="71998"/>
                </a:lnTo>
                <a:lnTo>
                  <a:pt x="4304706" y="72086"/>
                </a:lnTo>
                <a:lnTo>
                  <a:pt x="4306107" y="72358"/>
                </a:lnTo>
                <a:lnTo>
                  <a:pt x="4307342" y="72830"/>
                </a:lnTo>
                <a:lnTo>
                  <a:pt x="4308416" y="73516"/>
                </a:lnTo>
                <a:lnTo>
                  <a:pt x="4309337" y="74429"/>
                </a:lnTo>
                <a:lnTo>
                  <a:pt x="4310112" y="75583"/>
                </a:lnTo>
                <a:lnTo>
                  <a:pt x="4310749" y="76994"/>
                </a:lnTo>
                <a:lnTo>
                  <a:pt x="4311254" y="78676"/>
                </a:lnTo>
                <a:lnTo>
                  <a:pt x="4311634" y="80642"/>
                </a:lnTo>
                <a:lnTo>
                  <a:pt x="4311897" y="82907"/>
                </a:lnTo>
                <a:lnTo>
                  <a:pt x="4312049" y="85485"/>
                </a:lnTo>
                <a:lnTo>
                  <a:pt x="4312098" y="88391"/>
                </a:lnTo>
                <a:lnTo>
                  <a:pt x="4312098" y="153207"/>
                </a:lnTo>
                <a:lnTo>
                  <a:pt x="4312020" y="156461"/>
                </a:lnTo>
                <a:lnTo>
                  <a:pt x="4311766" y="159321"/>
                </a:lnTo>
                <a:lnTo>
                  <a:pt x="4311313" y="161810"/>
                </a:lnTo>
                <a:lnTo>
                  <a:pt x="4310637" y="163949"/>
                </a:lnTo>
                <a:lnTo>
                  <a:pt x="4309711" y="165760"/>
                </a:lnTo>
                <a:lnTo>
                  <a:pt x="4308510" y="167266"/>
                </a:lnTo>
                <a:lnTo>
                  <a:pt x="4307011" y="168489"/>
                </a:lnTo>
                <a:lnTo>
                  <a:pt x="4305189" y="169452"/>
                </a:lnTo>
                <a:lnTo>
                  <a:pt x="4303017" y="170176"/>
                </a:lnTo>
                <a:lnTo>
                  <a:pt x="4300472" y="170684"/>
                </a:lnTo>
                <a:lnTo>
                  <a:pt x="4297528" y="170998"/>
                </a:lnTo>
                <a:lnTo>
                  <a:pt x="4294162" y="171140"/>
                </a:lnTo>
                <a:lnTo>
                  <a:pt x="4294162" y="174983"/>
                </a:lnTo>
                <a:lnTo>
                  <a:pt x="4351041" y="174983"/>
                </a:lnTo>
                <a:lnTo>
                  <a:pt x="4351041" y="171140"/>
                </a:lnTo>
                <a:lnTo>
                  <a:pt x="4347846" y="170961"/>
                </a:lnTo>
                <a:lnTo>
                  <a:pt x="4345036" y="170669"/>
                </a:lnTo>
                <a:lnTo>
                  <a:pt x="4342591" y="170248"/>
                </a:lnTo>
                <a:lnTo>
                  <a:pt x="4340490" y="169679"/>
                </a:lnTo>
                <a:lnTo>
                  <a:pt x="4338713" y="168947"/>
                </a:lnTo>
                <a:lnTo>
                  <a:pt x="4337239" y="168035"/>
                </a:lnTo>
                <a:lnTo>
                  <a:pt x="4336048" y="166925"/>
                </a:lnTo>
                <a:lnTo>
                  <a:pt x="4335120" y="165601"/>
                </a:lnTo>
                <a:lnTo>
                  <a:pt x="4334433" y="164045"/>
                </a:lnTo>
                <a:lnTo>
                  <a:pt x="4333968" y="162241"/>
                </a:lnTo>
                <a:lnTo>
                  <a:pt x="4333704" y="160171"/>
                </a:lnTo>
                <a:lnTo>
                  <a:pt x="4333620" y="157820"/>
                </a:lnTo>
                <a:lnTo>
                  <a:pt x="4333620" y="85576"/>
                </a:lnTo>
                <a:lnTo>
                  <a:pt x="4333662" y="85407"/>
                </a:lnTo>
                <a:lnTo>
                  <a:pt x="4333780" y="85162"/>
                </a:lnTo>
                <a:lnTo>
                  <a:pt x="4333969" y="84851"/>
                </a:lnTo>
                <a:lnTo>
                  <a:pt x="4334218" y="84484"/>
                </a:lnTo>
                <a:lnTo>
                  <a:pt x="4334521" y="84071"/>
                </a:lnTo>
                <a:lnTo>
                  <a:pt x="4334869" y="83621"/>
                </a:lnTo>
                <a:lnTo>
                  <a:pt x="4335255" y="83145"/>
                </a:lnTo>
                <a:lnTo>
                  <a:pt x="4335670" y="82652"/>
                </a:lnTo>
                <a:lnTo>
                  <a:pt x="4336106" y="82152"/>
                </a:lnTo>
                <a:lnTo>
                  <a:pt x="4336556" y="81655"/>
                </a:lnTo>
                <a:lnTo>
                  <a:pt x="4337011" y="81170"/>
                </a:lnTo>
                <a:lnTo>
                  <a:pt x="4337463" y="80708"/>
                </a:lnTo>
                <a:lnTo>
                  <a:pt x="4339157" y="79268"/>
                </a:lnTo>
                <a:lnTo>
                  <a:pt x="4341019" y="77902"/>
                </a:lnTo>
                <a:lnTo>
                  <a:pt x="4343027" y="76619"/>
                </a:lnTo>
                <a:lnTo>
                  <a:pt x="4345158" y="75430"/>
                </a:lnTo>
                <a:lnTo>
                  <a:pt x="4347389" y="74345"/>
                </a:lnTo>
                <a:lnTo>
                  <a:pt x="4349696" y="73372"/>
                </a:lnTo>
                <a:lnTo>
                  <a:pt x="4352057" y="72522"/>
                </a:lnTo>
                <a:lnTo>
                  <a:pt x="4354448" y="71805"/>
                </a:lnTo>
                <a:lnTo>
                  <a:pt x="4356846" y="71230"/>
                </a:lnTo>
                <a:lnTo>
                  <a:pt x="4359229" y="70807"/>
                </a:lnTo>
                <a:lnTo>
                  <a:pt x="4361572" y="70547"/>
                </a:lnTo>
                <a:lnTo>
                  <a:pt x="4363853" y="70458"/>
                </a:lnTo>
                <a:lnTo>
                  <a:pt x="4366553" y="70644"/>
                </a:lnTo>
                <a:lnTo>
                  <a:pt x="4369019" y="71205"/>
                </a:lnTo>
                <a:lnTo>
                  <a:pt x="4371250" y="72139"/>
                </a:lnTo>
                <a:lnTo>
                  <a:pt x="4373246" y="73447"/>
                </a:lnTo>
                <a:lnTo>
                  <a:pt x="4375007" y="75128"/>
                </a:lnTo>
                <a:lnTo>
                  <a:pt x="4376534" y="77183"/>
                </a:lnTo>
                <a:lnTo>
                  <a:pt x="4377826" y="79612"/>
                </a:lnTo>
                <a:lnTo>
                  <a:pt x="4378882" y="82414"/>
                </a:lnTo>
                <a:lnTo>
                  <a:pt x="4379705" y="85590"/>
                </a:lnTo>
                <a:lnTo>
                  <a:pt x="4380292" y="89140"/>
                </a:lnTo>
                <a:lnTo>
                  <a:pt x="4380644" y="93063"/>
                </a:lnTo>
                <a:lnTo>
                  <a:pt x="4380761" y="97359"/>
                </a:lnTo>
                <a:lnTo>
                  <a:pt x="4380761" y="152952"/>
                </a:lnTo>
                <a:lnTo>
                  <a:pt x="4380698" y="156305"/>
                </a:lnTo>
                <a:lnTo>
                  <a:pt x="4380485" y="159210"/>
                </a:lnTo>
                <a:lnTo>
                  <a:pt x="4380093" y="161703"/>
                </a:lnTo>
                <a:lnTo>
                  <a:pt x="4379490" y="163817"/>
                </a:lnTo>
                <a:lnTo>
                  <a:pt x="4378645" y="165585"/>
                </a:lnTo>
                <a:lnTo>
                  <a:pt x="4377527" y="167042"/>
                </a:lnTo>
                <a:lnTo>
                  <a:pt x="4376105" y="168222"/>
                </a:lnTo>
                <a:lnTo>
                  <a:pt x="4374347" y="169158"/>
                </a:lnTo>
                <a:lnTo>
                  <a:pt x="4372223" y="169883"/>
                </a:lnTo>
                <a:lnTo>
                  <a:pt x="4369701" y="170433"/>
                </a:lnTo>
                <a:lnTo>
                  <a:pt x="4366751" y="170841"/>
                </a:lnTo>
                <a:lnTo>
                  <a:pt x="4363341" y="171140"/>
                </a:lnTo>
                <a:lnTo>
                  <a:pt x="4363341" y="174983"/>
                </a:lnTo>
                <a:lnTo>
                  <a:pt x="4420732" y="174983"/>
                </a:lnTo>
                <a:lnTo>
                  <a:pt x="4420732" y="171140"/>
                </a:lnTo>
                <a:lnTo>
                  <a:pt x="4417301" y="170986"/>
                </a:lnTo>
                <a:lnTo>
                  <a:pt x="4414294" y="170636"/>
                </a:lnTo>
                <a:lnTo>
                  <a:pt x="4411688" y="170064"/>
                </a:lnTo>
                <a:lnTo>
                  <a:pt x="4409458" y="169243"/>
                </a:lnTo>
                <a:lnTo>
                  <a:pt x="4407580" y="168149"/>
                </a:lnTo>
                <a:lnTo>
                  <a:pt x="4406031" y="166754"/>
                </a:lnTo>
                <a:lnTo>
                  <a:pt x="4404786" y="165034"/>
                </a:lnTo>
                <a:lnTo>
                  <a:pt x="4403821" y="162962"/>
                </a:lnTo>
                <a:lnTo>
                  <a:pt x="4403112" y="160514"/>
                </a:lnTo>
                <a:lnTo>
                  <a:pt x="4402636" y="157662"/>
                </a:lnTo>
                <a:lnTo>
                  <a:pt x="4402368" y="154381"/>
                </a:lnTo>
                <a:lnTo>
                  <a:pt x="4402283" y="150646"/>
                </a:lnTo>
                <a:lnTo>
                  <a:pt x="4402283" y="86088"/>
                </a:lnTo>
                <a:lnTo>
                  <a:pt x="4404222" y="83466"/>
                </a:lnTo>
                <a:lnTo>
                  <a:pt x="4406203" y="81105"/>
                </a:lnTo>
                <a:lnTo>
                  <a:pt x="4408232" y="78998"/>
                </a:lnTo>
                <a:lnTo>
                  <a:pt x="4410321" y="77139"/>
                </a:lnTo>
                <a:lnTo>
                  <a:pt x="4412477" y="75522"/>
                </a:lnTo>
                <a:lnTo>
                  <a:pt x="4414710" y="74141"/>
                </a:lnTo>
                <a:lnTo>
                  <a:pt x="4417029" y="72990"/>
                </a:lnTo>
                <a:lnTo>
                  <a:pt x="4419441" y="72062"/>
                </a:lnTo>
                <a:lnTo>
                  <a:pt x="4421957" y="71350"/>
                </a:lnTo>
                <a:lnTo>
                  <a:pt x="4424585" y="70850"/>
                </a:lnTo>
                <a:lnTo>
                  <a:pt x="4427334" y="70555"/>
                </a:lnTo>
                <a:lnTo>
                  <a:pt x="4430213" y="70458"/>
                </a:lnTo>
                <a:lnTo>
                  <a:pt x="4433659" y="70606"/>
                </a:lnTo>
                <a:lnTo>
                  <a:pt x="4436707" y="71069"/>
                </a:lnTo>
                <a:lnTo>
                  <a:pt x="4439376" y="71871"/>
                </a:lnTo>
                <a:lnTo>
                  <a:pt x="4441685" y="73039"/>
                </a:lnTo>
                <a:lnTo>
                  <a:pt x="4443652" y="74599"/>
                </a:lnTo>
                <a:lnTo>
                  <a:pt x="4445297" y="76575"/>
                </a:lnTo>
                <a:lnTo>
                  <a:pt x="4446637" y="78995"/>
                </a:lnTo>
                <a:lnTo>
                  <a:pt x="4447692" y="81884"/>
                </a:lnTo>
                <a:lnTo>
                  <a:pt x="4448479" y="85267"/>
                </a:lnTo>
                <a:lnTo>
                  <a:pt x="4449019" y="89170"/>
                </a:lnTo>
                <a:lnTo>
                  <a:pt x="4449329" y="93620"/>
                </a:lnTo>
                <a:lnTo>
                  <a:pt x="4449428" y="98641"/>
                </a:lnTo>
                <a:lnTo>
                  <a:pt x="4449428" y="152694"/>
                </a:lnTo>
                <a:lnTo>
                  <a:pt x="4449380" y="156091"/>
                </a:lnTo>
                <a:lnTo>
                  <a:pt x="4449208" y="159008"/>
                </a:lnTo>
                <a:lnTo>
                  <a:pt x="4448876" y="161487"/>
                </a:lnTo>
                <a:lnTo>
                  <a:pt x="4448347" y="163570"/>
                </a:lnTo>
                <a:lnTo>
                  <a:pt x="4447583" y="165301"/>
                </a:lnTo>
                <a:lnTo>
                  <a:pt x="4446547" y="166723"/>
                </a:lnTo>
                <a:lnTo>
                  <a:pt x="4445201" y="167877"/>
                </a:lnTo>
                <a:lnTo>
                  <a:pt x="4443508" y="168808"/>
                </a:lnTo>
                <a:lnTo>
                  <a:pt x="4441431" y="169556"/>
                </a:lnTo>
                <a:lnTo>
                  <a:pt x="4438932" y="170166"/>
                </a:lnTo>
                <a:lnTo>
                  <a:pt x="4435974" y="170679"/>
                </a:lnTo>
                <a:lnTo>
                  <a:pt x="4432520" y="171140"/>
                </a:lnTo>
                <a:lnTo>
                  <a:pt x="4432520" y="174983"/>
                </a:lnTo>
                <a:lnTo>
                  <a:pt x="4488629" y="174983"/>
                </a:lnTo>
                <a:lnTo>
                  <a:pt x="4488629" y="171140"/>
                </a:lnTo>
                <a:lnTo>
                  <a:pt x="4481967" y="170627"/>
                </a:lnTo>
                <a:lnTo>
                  <a:pt x="4480136" y="170413"/>
                </a:lnTo>
                <a:lnTo>
                  <a:pt x="4478483" y="170024"/>
                </a:lnTo>
                <a:lnTo>
                  <a:pt x="4477003" y="169455"/>
                </a:lnTo>
                <a:lnTo>
                  <a:pt x="4475695" y="168702"/>
                </a:lnTo>
                <a:lnTo>
                  <a:pt x="4474554" y="167760"/>
                </a:lnTo>
                <a:lnTo>
                  <a:pt x="4473577" y="166626"/>
                </a:lnTo>
                <a:lnTo>
                  <a:pt x="4472759" y="165293"/>
                </a:lnTo>
                <a:lnTo>
                  <a:pt x="4472099" y="163759"/>
                </a:lnTo>
                <a:lnTo>
                  <a:pt x="4471591" y="162019"/>
                </a:lnTo>
                <a:lnTo>
                  <a:pt x="4471233" y="160067"/>
                </a:lnTo>
                <a:lnTo>
                  <a:pt x="4471020" y="157900"/>
                </a:lnTo>
                <a:lnTo>
                  <a:pt x="4470950" y="155513"/>
                </a:lnTo>
                <a:lnTo>
                  <a:pt x="4470950" y="102739"/>
                </a:lnTo>
                <a:lnTo>
                  <a:pt x="4470742" y="95491"/>
                </a:lnTo>
                <a:lnTo>
                  <a:pt x="4470119" y="88864"/>
                </a:lnTo>
                <a:lnTo>
                  <a:pt x="4469081" y="82860"/>
                </a:lnTo>
                <a:lnTo>
                  <a:pt x="4467629" y="77480"/>
                </a:lnTo>
                <a:lnTo>
                  <a:pt x="4465765" y="72726"/>
                </a:lnTo>
                <a:lnTo>
                  <a:pt x="4463488" y="68601"/>
                </a:lnTo>
                <a:lnTo>
                  <a:pt x="4460801" y="65104"/>
                </a:lnTo>
                <a:lnTo>
                  <a:pt x="4457703" y="62240"/>
                </a:lnTo>
                <a:lnTo>
                  <a:pt x="4454196" y="60009"/>
                </a:lnTo>
                <a:lnTo>
                  <a:pt x="4450281" y="58413"/>
                </a:lnTo>
                <a:lnTo>
                  <a:pt x="4445959" y="57454"/>
                </a:lnTo>
                <a:lnTo>
                  <a:pt x="4441230" y="57134"/>
                </a:lnTo>
                <a:lnTo>
                  <a:pt x="4437551" y="57274"/>
                </a:lnTo>
                <a:lnTo>
                  <a:pt x="4433937" y="57696"/>
                </a:lnTo>
                <a:lnTo>
                  <a:pt x="4430381" y="58407"/>
                </a:lnTo>
                <a:lnTo>
                  <a:pt x="4426872" y="59411"/>
                </a:lnTo>
                <a:lnTo>
                  <a:pt x="4423403" y="60715"/>
                </a:lnTo>
                <a:lnTo>
                  <a:pt x="4419963" y="62322"/>
                </a:lnTo>
                <a:lnTo>
                  <a:pt x="4416545" y="64239"/>
                </a:lnTo>
                <a:lnTo>
                  <a:pt x="4413140" y="66472"/>
                </a:lnTo>
                <a:lnTo>
                  <a:pt x="4409738" y="69024"/>
                </a:lnTo>
                <a:lnTo>
                  <a:pt x="4406331" y="71902"/>
                </a:lnTo>
                <a:lnTo>
                  <a:pt x="4402909" y="75111"/>
                </a:lnTo>
                <a:lnTo>
                  <a:pt x="4399465" y="78656"/>
                </a:lnTo>
                <a:lnTo>
                  <a:pt x="4398226" y="75165"/>
                </a:lnTo>
                <a:lnTo>
                  <a:pt x="4396813" y="71991"/>
                </a:lnTo>
                <a:lnTo>
                  <a:pt x="4395223" y="69133"/>
                </a:lnTo>
                <a:lnTo>
                  <a:pt x="4393450" y="66586"/>
                </a:lnTo>
                <a:lnTo>
                  <a:pt x="4391493" y="64349"/>
                </a:lnTo>
                <a:lnTo>
                  <a:pt x="4389347" y="62419"/>
                </a:lnTo>
                <a:lnTo>
                  <a:pt x="4387008" y="60793"/>
                </a:lnTo>
                <a:lnTo>
                  <a:pt x="4384474" y="59469"/>
                </a:lnTo>
                <a:lnTo>
                  <a:pt x="4381741" y="58443"/>
                </a:lnTo>
                <a:lnTo>
                  <a:pt x="4378805" y="57714"/>
                </a:lnTo>
                <a:lnTo>
                  <a:pt x="4375662" y="57278"/>
                </a:lnTo>
                <a:lnTo>
                  <a:pt x="4372309" y="57134"/>
                </a:lnTo>
                <a:lnTo>
                  <a:pt x="4369565" y="57214"/>
                </a:lnTo>
                <a:lnTo>
                  <a:pt x="4366929" y="57474"/>
                </a:lnTo>
                <a:lnTo>
                  <a:pt x="4364337" y="57947"/>
                </a:lnTo>
                <a:lnTo>
                  <a:pt x="4361727" y="58662"/>
                </a:lnTo>
                <a:lnTo>
                  <a:pt x="4359035" y="59652"/>
                </a:lnTo>
                <a:lnTo>
                  <a:pt x="4356198" y="60946"/>
                </a:lnTo>
                <a:lnTo>
                  <a:pt x="4353153" y="62577"/>
                </a:lnTo>
                <a:lnTo>
                  <a:pt x="4349836" y="64575"/>
                </a:lnTo>
                <a:lnTo>
                  <a:pt x="4346185" y="66972"/>
                </a:lnTo>
                <a:lnTo>
                  <a:pt x="4342136" y="69799"/>
                </a:lnTo>
                <a:lnTo>
                  <a:pt x="4337626" y="73086"/>
                </a:lnTo>
                <a:lnTo>
                  <a:pt x="4332592" y="76865"/>
                </a:lnTo>
                <a:lnTo>
                  <a:pt x="4332592" y="57650"/>
                </a:lnTo>
                <a:lnTo>
                  <a:pt x="4330802" y="57134"/>
                </a:lnTo>
                <a:lnTo>
                  <a:pt x="4327619" y="58311"/>
                </a:lnTo>
                <a:lnTo>
                  <a:pt x="4324585" y="59413"/>
                </a:lnTo>
                <a:lnTo>
                  <a:pt x="4321665" y="60451"/>
                </a:lnTo>
                <a:lnTo>
                  <a:pt x="4318824" y="61435"/>
                </a:lnTo>
                <a:lnTo>
                  <a:pt x="4316031" y="62377"/>
                </a:lnTo>
                <a:lnTo>
                  <a:pt x="4313249" y="63286"/>
                </a:lnTo>
                <a:lnTo>
                  <a:pt x="4310447" y="64174"/>
                </a:lnTo>
                <a:lnTo>
                  <a:pt x="4307589" y="65051"/>
                </a:lnTo>
                <a:lnTo>
                  <a:pt x="4304643" y="65929"/>
                </a:lnTo>
                <a:lnTo>
                  <a:pt x="4301573" y="66817"/>
                </a:lnTo>
                <a:lnTo>
                  <a:pt x="4298348" y="67726"/>
                </a:lnTo>
                <a:lnTo>
                  <a:pt x="4294932" y="68667"/>
                </a:lnTo>
                <a:lnTo>
                  <a:pt x="4294932" y="73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24" name="SE-074-423">
            <a:extLst xmlns:a="http://schemas.openxmlformats.org/drawingml/2006/main">
              <a:ext uri="{FF2B5EF4-FFF2-40B4-BE49-F238E27FC236}">
                <a16:creationId xmlns:a16="http://schemas.microsoft.com/office/drawing/2014/main" id="{C6DC0366-1E9A-4837-AC3B-F370BF8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62325"/>
            <a:ext cx="491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B828A"/>
            </a:solidFill>
          </a:ln>
        </p:spPr>
      </p:sp>
      <p:sp>
        <p:nvSpPr>
          <p:cNvPr id="425" name="SE-074-424">
            <a:extLst xmlns:a="http://schemas.openxmlformats.org/drawingml/2006/main">
              <a:ext uri="{FF2B5EF4-FFF2-40B4-BE49-F238E27FC236}">
                <a16:creationId xmlns:a16="http://schemas.microsoft.com/office/drawing/2014/main" id="{15C142B8-C1B0-4B04-AF35-0248A2EB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19475"/>
            <a:ext cx="312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tosa.const(10), tosa.erf(10), </a:t>
            </a:r>
          </a:p>
        </p:txBody>
      </p:sp>
      <p:sp>
        <p:nvSpPr>
          <p:cNvPr id="426" name="SE-074-425">
            <a:extLst xmlns:a="http://schemas.openxmlformats.org/drawingml/2006/main">
              <a:ext uri="{FF2B5EF4-FFF2-40B4-BE49-F238E27FC236}">
                <a16:creationId xmlns:a16="http://schemas.microsoft.com/office/drawing/2014/main" id="{795761DB-B389-44BA-8FDB-397966E8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1947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7E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217ECD"/>
                </a:solidFill>
                <a:latin typeface="Courier New"/>
                <a:ea typeface="Courier New"/>
                <a:cs typeface="Courier New"/>
              </a:rPr>
              <a:t>tensor.cast(10)</a:t>
            </a:r>
          </a:p>
        </p:txBody>
      </p:sp>
      <p:sp>
        <p:nvSpPr>
          <p:cNvPr id="427" name="SE-074-426">
            <a:extLst xmlns:a="http://schemas.openxmlformats.org/drawingml/2006/main">
              <a:ext uri="{FF2B5EF4-FFF2-40B4-BE49-F238E27FC236}">
                <a16:creationId xmlns:a16="http://schemas.microsoft.com/office/drawing/2014/main" id="{66886CD1-8428-49EA-BA9E-5686FFE1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71975"/>
            <a:ext cx="49434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B828A"/>
            </a:solidFill>
          </a:ln>
        </p:spPr>
      </p:sp>
      <p:sp>
        <p:nvSpPr>
          <p:cNvPr id="428" name="SE-074-427">
            <a:extLst xmlns:a="http://schemas.openxmlformats.org/drawingml/2006/main">
              <a:ext uri="{FF2B5EF4-FFF2-40B4-BE49-F238E27FC236}">
                <a16:creationId xmlns:a16="http://schemas.microsoft.com/office/drawing/2014/main" id="{1A8D631C-889F-4FBB-B9E8-754577B9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168402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tosa.const(10), </a:t>
            </a:r>
          </a:p>
        </p:txBody>
      </p:sp>
      <p:sp>
        <p:nvSpPr>
          <p:cNvPr id="429" name="SE-074-428">
            <a:extLst xmlns:a="http://schemas.openxmlformats.org/drawingml/2006/main">
              <a:ext uri="{FF2B5EF4-FFF2-40B4-BE49-F238E27FC236}">
                <a16:creationId xmlns:a16="http://schemas.microsoft.com/office/drawing/2014/main" id="{D1D948CA-62A5-4153-972D-85CBAB41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4429125"/>
            <a:ext cx="127254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7E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217ECD"/>
                </a:solidFill>
                <a:latin typeface="Courier New"/>
                <a:ea typeface="Courier New"/>
                <a:cs typeface="Courier New"/>
              </a:rPr>
              <a:t>tosa.erf(10)</a:t>
            </a:r>
          </a:p>
        </p:txBody>
      </p:sp>
      <p:sp>
        <p:nvSpPr>
          <p:cNvPr id="430" name="SE-074-429">
            <a:extLst xmlns:a="http://schemas.openxmlformats.org/drawingml/2006/main">
              <a:ext uri="{FF2B5EF4-FFF2-40B4-BE49-F238E27FC236}">
                <a16:creationId xmlns:a16="http://schemas.microsoft.com/office/drawing/2014/main" id="{BCA0FA9C-BE9F-4999-BCD8-CDE8CA2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60" y="4429125"/>
            <a:ext cx="147828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, tensor.cast(</a:t>
            </a:r>
          </a:p>
        </p:txBody>
      </p:sp>
      <p:sp>
        <p:nvSpPr>
          <p:cNvPr id="431" name="SE-074-430">
            <a:extLst xmlns:a="http://schemas.openxmlformats.org/drawingml/2006/main">
              <a:ext uri="{FF2B5EF4-FFF2-40B4-BE49-F238E27FC236}">
                <a16:creationId xmlns:a16="http://schemas.microsoft.com/office/drawing/2014/main" id="{8CEA4350-F021-478A-A8B7-625DAFE8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040" y="4429125"/>
            <a:ext cx="1409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4A4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C44A46"/>
                </a:solidFill>
                <a:latin typeface="Courier New"/>
                <a:ea typeface="Courier New"/>
                <a:cs typeface="Courier New"/>
              </a:rPr>
              <a:t>9</a:t>
            </a:r>
          </a:p>
        </p:txBody>
      </p:sp>
      <p:sp>
        <p:nvSpPr>
          <p:cNvPr id="432" name="SE-074-431">
            <a:extLst xmlns:a="http://schemas.openxmlformats.org/drawingml/2006/main">
              <a:ext uri="{FF2B5EF4-FFF2-40B4-BE49-F238E27FC236}">
                <a16:creationId xmlns:a16="http://schemas.microsoft.com/office/drawing/2014/main" id="{DA470244-69E9-4F66-B9A8-C8077120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910" y="4429125"/>
            <a:ext cx="1409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433" name="SE-074-432">
            <a:extLst xmlns:a="http://schemas.openxmlformats.org/drawingml/2006/main">
              <a:ext uri="{FF2B5EF4-FFF2-40B4-BE49-F238E27FC236}">
                <a16:creationId xmlns:a16="http://schemas.microsoft.com/office/drawing/2014/main" id="{60C9FE21-A298-4832-81F3-E8929669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14950"/>
            <a:ext cx="47815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B828A"/>
            </a:solidFill>
          </a:ln>
        </p:spPr>
      </p:sp>
      <p:sp>
        <p:nvSpPr>
          <p:cNvPr id="434" name="SE-074-433">
            <a:extLst xmlns:a="http://schemas.openxmlformats.org/drawingml/2006/main">
              <a:ext uri="{FF2B5EF4-FFF2-40B4-BE49-F238E27FC236}">
                <a16:creationId xmlns:a16="http://schemas.microsoft.com/office/drawing/2014/main" id="{DF897D6D-7C4E-440B-A268-39443365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147828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7E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217ECD"/>
                </a:solidFill>
                <a:latin typeface="Courier New"/>
                <a:ea typeface="Courier New"/>
                <a:cs typeface="Courier New"/>
              </a:rPr>
              <a:t>tosa.const(10)</a:t>
            </a:r>
          </a:p>
        </p:txBody>
      </p:sp>
      <p:sp>
        <p:nvSpPr>
          <p:cNvPr id="435" name="SE-074-434">
            <a:extLst xmlns:a="http://schemas.openxmlformats.org/drawingml/2006/main">
              <a:ext uri="{FF2B5EF4-FFF2-40B4-BE49-F238E27FC236}">
                <a16:creationId xmlns:a16="http://schemas.microsoft.com/office/drawing/2014/main" id="{33910BE0-3D86-4BF6-B531-5CCE84AB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5334000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, math.erf(10),</a:t>
            </a:r>
          </a:p>
        </p:txBody>
      </p:sp>
      <p:sp>
        <p:nvSpPr>
          <p:cNvPr id="436" name="SE-074-435">
            <a:extLst xmlns:a="http://schemas.openxmlformats.org/drawingml/2006/main">
              <a:ext uri="{FF2B5EF4-FFF2-40B4-BE49-F238E27FC236}">
                <a16:creationId xmlns:a16="http://schemas.microsoft.com/office/drawing/2014/main" id="{4E49C7F7-3724-4E38-9DC9-7EB93C3C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91175"/>
            <a:ext cx="398316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27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linalg.generic(10), tensor.cast(9).....</a:t>
            </a:r>
          </a:p>
        </p:txBody>
      </p:sp>
      <p:sp>
        <p:nvSpPr>
          <p:cNvPr id="437" name="SE-074-436">
            <a:extLst xmlns:a="http://schemas.openxmlformats.org/drawingml/2006/main">
              <a:ext uri="{FF2B5EF4-FFF2-40B4-BE49-F238E27FC236}">
                <a16:creationId xmlns:a16="http://schemas.microsoft.com/office/drawing/2014/main" id="{9E601756-DC8E-4D6F-8A98-6853DAAC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96100"/>
            <a:ext cx="48863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B828A"/>
            </a:solidFill>
          </a:ln>
        </p:spPr>
      </p:sp>
      <p:sp>
        <p:nvSpPr>
          <p:cNvPr id="438" name="SE-074-437">
            <a:extLst xmlns:a="http://schemas.openxmlformats.org/drawingml/2006/main">
              <a:ext uri="{FF2B5EF4-FFF2-40B4-BE49-F238E27FC236}">
                <a16:creationId xmlns:a16="http://schemas.microsoft.com/office/drawing/2014/main" id="{B6494E6D-4F03-427F-BDA9-095544F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962775"/>
            <a:ext cx="3638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llvm.func(10), llvm.return(10).....</a:t>
            </a:r>
          </a:p>
        </p:txBody>
      </p:sp>
      <p:sp>
        <p:nvSpPr>
          <p:cNvPr id="439" name="SE-074-path-438">
            <a:extLst xmlns:a="http://schemas.openxmlformats.org/drawingml/2006/main">
              <a:ext uri="{FF2B5EF4-FFF2-40B4-BE49-F238E27FC236}">
                <a16:creationId xmlns:a16="http://schemas.microsoft.com/office/drawing/2014/main" id="{E521B408-052F-4FF3-96FB-7567F221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90950"/>
            <a:ext cx="28575" cy="542925"/>
          </a:xfrm>
          <a:custGeom xmlns:a="http://schemas.openxmlformats.org/drawingml/2006/main">
            <a:pathLst>
              <a:path w="28575" h="542925">
                <a:moveTo>
                  <a:pt x="0" y="0"/>
                </a:moveTo>
                <a:lnTo>
                  <a:pt x="28575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DA1A4"/>
            </a:solidFill>
          </a:ln>
        </p:spPr>
      </p:sp>
      <p:sp>
        <p:nvSpPr>
          <p:cNvPr id="440" name="SE-074-path-439">
            <a:extLst xmlns:a="http://schemas.openxmlformats.org/drawingml/2006/main">
              <a:ext uri="{FF2B5EF4-FFF2-40B4-BE49-F238E27FC236}">
                <a16:creationId xmlns:a16="http://schemas.microsoft.com/office/drawing/2014/main" id="{66570014-DBC7-4A0D-8174-F523D3D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969" y="4177849"/>
            <a:ext cx="158125" cy="156026"/>
          </a:xfrm>
          <a:custGeom xmlns:a="http://schemas.openxmlformats.org/drawingml/2006/main">
            <a:pathLst>
              <a:path w="158125" h="156026">
                <a:moveTo>
                  <a:pt x="0" y="8322"/>
                </a:moveTo>
                <a:lnTo>
                  <a:pt x="87056" y="156026"/>
                </a:lnTo>
                <a:lnTo>
                  <a:pt x="15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DA1A4"/>
            </a:solidFill>
          </a:ln>
        </p:spPr>
      </p:sp>
      <p:sp>
        <p:nvSpPr>
          <p:cNvPr id="441" name="SE-074-path-440">
            <a:extLst xmlns:a="http://schemas.openxmlformats.org/drawingml/2006/main">
              <a:ext uri="{FF2B5EF4-FFF2-40B4-BE49-F238E27FC236}">
                <a16:creationId xmlns:a16="http://schemas.microsoft.com/office/drawing/2014/main" id="{15CF5C1B-7429-47CA-BD10-0196AA87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28575" cy="485775"/>
          </a:xfrm>
          <a:custGeom xmlns:a="http://schemas.openxmlformats.org/drawingml/2006/main">
            <a:pathLst>
              <a:path w="28575" h="485775">
                <a:moveTo>
                  <a:pt x="0" y="0"/>
                </a:moveTo>
                <a:lnTo>
                  <a:pt x="28575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DA1A4"/>
            </a:solidFill>
          </a:ln>
        </p:spPr>
      </p:sp>
      <p:sp>
        <p:nvSpPr>
          <p:cNvPr id="442" name="SE-074-path-441">
            <a:extLst xmlns:a="http://schemas.openxmlformats.org/drawingml/2006/main">
              <a:ext uri="{FF2B5EF4-FFF2-40B4-BE49-F238E27FC236}">
                <a16:creationId xmlns:a16="http://schemas.microsoft.com/office/drawing/2014/main" id="{68440C71-F297-44F1-92BD-8C6E2E09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09" y="5120388"/>
            <a:ext cx="158071" cy="156462"/>
          </a:xfrm>
          <a:custGeom xmlns:a="http://schemas.openxmlformats.org/drawingml/2006/main">
            <a:pathLst>
              <a:path w="158071" h="156462">
                <a:moveTo>
                  <a:pt x="0" y="9298"/>
                </a:moveTo>
                <a:lnTo>
                  <a:pt x="87966" y="156462"/>
                </a:lnTo>
                <a:lnTo>
                  <a:pt x="1580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DA1A4"/>
            </a:solidFill>
          </a:ln>
        </p:spPr>
      </p:sp>
      <p:sp>
        <p:nvSpPr>
          <p:cNvPr id="443" name="SE-074-path-442">
            <a:extLst xmlns:a="http://schemas.openxmlformats.org/drawingml/2006/main">
              <a:ext uri="{FF2B5EF4-FFF2-40B4-BE49-F238E27FC236}">
                <a16:creationId xmlns:a16="http://schemas.microsoft.com/office/drawing/2014/main" id="{960E2FC0-9284-4F59-A711-75912DD1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334125"/>
            <a:ext cx="9525" cy="523875"/>
          </a:xfrm>
          <a:custGeom xmlns:a="http://schemas.openxmlformats.org/drawingml/2006/main">
            <a:pathLst>
              <a:path w="9525" h="523875">
                <a:moveTo>
                  <a:pt x="0" y="0"/>
                </a:moveTo>
                <a:lnTo>
                  <a:pt x="9525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DA1A4"/>
            </a:solidFill>
          </a:ln>
        </p:spPr>
      </p:sp>
      <p:sp>
        <p:nvSpPr>
          <p:cNvPr id="444" name="SE-074-path-443">
            <a:extLst xmlns:a="http://schemas.openxmlformats.org/drawingml/2006/main">
              <a:ext uri="{FF2B5EF4-FFF2-40B4-BE49-F238E27FC236}">
                <a16:creationId xmlns:a16="http://schemas.microsoft.com/office/drawing/2014/main" id="{7FF4F06D-89DB-40D3-9454-BF4ACF80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01" y="6704511"/>
            <a:ext cx="158318" cy="153489"/>
          </a:xfrm>
          <a:custGeom xmlns:a="http://schemas.openxmlformats.org/drawingml/2006/main">
            <a:pathLst>
              <a:path w="158318" h="153489">
                <a:moveTo>
                  <a:pt x="0" y="2879"/>
                </a:moveTo>
                <a:lnTo>
                  <a:pt x="81924" y="153489"/>
                </a:lnTo>
                <a:lnTo>
                  <a:pt x="158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DA1A4"/>
            </a:solidFill>
          </a:ln>
        </p:spPr>
      </p:sp>
      <p:sp>
        <p:nvSpPr>
          <p:cNvPr id="445" name="SE-074-444">
            <a:extLst xmlns:a="http://schemas.openxmlformats.org/drawingml/2006/main">
              <a:ext uri="{FF2B5EF4-FFF2-40B4-BE49-F238E27FC236}">
                <a16:creationId xmlns:a16="http://schemas.microsoft.com/office/drawing/2014/main" id="{04AEB4EE-2F6E-4C5D-9778-E834AEA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338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ECD"/>
          </a:solidFill>
          <a:ln xmlns:a="http://schemas.openxmlformats.org/drawingml/2006/main" w="0">
            <a:noFill/>
          </a:ln>
        </p:spPr>
      </p:sp>
      <p:sp>
        <p:nvSpPr>
          <p:cNvPr id="446" name="SE-074-445">
            <a:extLst xmlns:a="http://schemas.openxmlformats.org/drawingml/2006/main">
              <a:ext uri="{FF2B5EF4-FFF2-40B4-BE49-F238E27FC236}">
                <a16:creationId xmlns:a16="http://schemas.microsoft.com/office/drawing/2014/main" id="{8A3C7D8A-4C55-4F41-859B-4CD07FD7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933825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7" name="SE-074-446">
            <a:extLst xmlns:a="http://schemas.openxmlformats.org/drawingml/2006/main">
              <a:ext uri="{FF2B5EF4-FFF2-40B4-BE49-F238E27FC236}">
                <a16:creationId xmlns:a16="http://schemas.microsoft.com/office/drawing/2014/main" id="{A56EE784-F821-4B4F-9C5D-41C416EC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1477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-one-shot-bufferize</a:t>
            </a:r>
          </a:p>
        </p:txBody>
      </p:sp>
      <p:sp>
        <p:nvSpPr>
          <p:cNvPr id="448" name="SE-074-447">
            <a:extLst xmlns:a="http://schemas.openxmlformats.org/drawingml/2006/main">
              <a:ext uri="{FF2B5EF4-FFF2-40B4-BE49-F238E27FC236}">
                <a16:creationId xmlns:a16="http://schemas.microsoft.com/office/drawing/2014/main" id="{0DBF80DC-86AA-4A45-A1BE-C9ABD4D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339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ECD"/>
          </a:solidFill>
          <a:ln xmlns:a="http://schemas.openxmlformats.org/drawingml/2006/main" w="0">
            <a:noFill/>
          </a:ln>
        </p:spPr>
      </p:sp>
      <p:sp>
        <p:nvSpPr>
          <p:cNvPr id="449" name="SE-074-448">
            <a:extLst xmlns:a="http://schemas.openxmlformats.org/drawingml/2006/main">
              <a:ext uri="{FF2B5EF4-FFF2-40B4-BE49-F238E27FC236}">
                <a16:creationId xmlns:a16="http://schemas.microsoft.com/office/drawing/2014/main" id="{C1909E92-4D82-4D64-9D80-A6B66B8C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33950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0" name="SE-074-449">
            <a:extLst xmlns:a="http://schemas.openxmlformats.org/drawingml/2006/main">
              <a:ext uri="{FF2B5EF4-FFF2-40B4-BE49-F238E27FC236}">
                <a16:creationId xmlns:a16="http://schemas.microsoft.com/office/drawing/2014/main" id="{E3E4B127-66D3-4BDB-9024-0A9B40AA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149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-tosa-to-linalg</a:t>
            </a:r>
          </a:p>
        </p:txBody>
      </p:sp>
      <p:sp>
        <p:nvSpPr>
          <p:cNvPr id="451" name="SE-074-450">
            <a:extLst xmlns:a="http://schemas.openxmlformats.org/drawingml/2006/main">
              <a:ext uri="{FF2B5EF4-FFF2-40B4-BE49-F238E27FC236}">
                <a16:creationId xmlns:a16="http://schemas.microsoft.com/office/drawing/2014/main" id="{A1C8226A-641C-49B2-A7D2-67478E9A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4960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ECD"/>
          </a:solidFill>
          <a:ln xmlns:a="http://schemas.openxmlformats.org/drawingml/2006/main" w="0">
            <a:noFill/>
          </a:ln>
        </p:spPr>
      </p:sp>
      <p:sp>
        <p:nvSpPr>
          <p:cNvPr id="452" name="SE-074-451">
            <a:extLst xmlns:a="http://schemas.openxmlformats.org/drawingml/2006/main">
              <a:ext uri="{FF2B5EF4-FFF2-40B4-BE49-F238E27FC236}">
                <a16:creationId xmlns:a16="http://schemas.microsoft.com/office/drawing/2014/main" id="{D490044B-EB00-4497-BD22-19D44EB0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496050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53" name="SE-074-452">
            <a:extLst xmlns:a="http://schemas.openxmlformats.org/drawingml/2006/main">
              <a:ext uri="{FF2B5EF4-FFF2-40B4-BE49-F238E27FC236}">
                <a16:creationId xmlns:a16="http://schemas.microsoft.com/office/drawing/2014/main" id="{6230DF1C-5AE4-42BC-A75A-63B834D8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4770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-convert-func-to-llvm</a:t>
            </a:r>
          </a:p>
        </p:txBody>
      </p:sp>
      <p:sp>
        <p:nvSpPr>
          <p:cNvPr id="454" name="SE-074-path-453">
            <a:extLst xmlns:a="http://schemas.openxmlformats.org/drawingml/2006/main">
              <a:ext uri="{FF2B5EF4-FFF2-40B4-BE49-F238E27FC236}">
                <a16:creationId xmlns:a16="http://schemas.microsoft.com/office/drawing/2014/main" id="{3991DD2B-8067-4C31-8C0A-0E3FF3A5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3860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05860"/>
            </a:solidFill>
          </a:ln>
        </p:spPr>
      </p:sp>
      <p:sp>
        <p:nvSpPr>
          <p:cNvPr id="455" name="SE-074-path-454">
            <a:extLst xmlns:a="http://schemas.openxmlformats.org/drawingml/2006/main">
              <a:ext uri="{FF2B5EF4-FFF2-40B4-BE49-F238E27FC236}">
                <a16:creationId xmlns:a16="http://schemas.microsoft.com/office/drawing/2014/main" id="{B32D0B53-B95E-4B7F-8ADC-174634E5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197" y="3965928"/>
            <a:ext cx="153628" cy="158312"/>
          </a:xfrm>
          <a:custGeom xmlns:a="http://schemas.openxmlformats.org/drawingml/2006/main">
            <a:pathLst>
              <a:path w="153628" h="158312">
                <a:moveTo>
                  <a:pt x="0" y="158312"/>
                </a:moveTo>
                <a:lnTo>
                  <a:pt x="153628" y="82197"/>
                </a:lnTo>
                <a:lnTo>
                  <a:pt x="3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05860"/>
            </a:solidFill>
          </a:ln>
        </p:spPr>
      </p:sp>
      <p:sp>
        <p:nvSpPr>
          <p:cNvPr id="456" name="SE-074-455">
            <a:extLst xmlns:a="http://schemas.openxmlformats.org/drawingml/2006/main">
              <a:ext uri="{FF2B5EF4-FFF2-40B4-BE49-F238E27FC236}">
                <a16:creationId xmlns:a16="http://schemas.microsoft.com/office/drawing/2014/main" id="{D990C346-DAF5-4201-975A-CAA94F97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95725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fail!</a:t>
            </a:r>
          </a:p>
        </p:txBody>
      </p:sp>
      <p:sp>
        <p:nvSpPr>
          <p:cNvPr id="457" name="SE-074-path-456">
            <a:extLst xmlns:a="http://schemas.openxmlformats.org/drawingml/2006/main">
              <a:ext uri="{FF2B5EF4-FFF2-40B4-BE49-F238E27FC236}">
                <a16:creationId xmlns:a16="http://schemas.microsoft.com/office/drawing/2014/main" id="{0127B43C-CA09-43F3-AA0C-222CFBF3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466725" cy="95"/>
          </a:xfrm>
          <a:custGeom xmlns:a="http://schemas.openxmlformats.org/drawingml/2006/main">
            <a:pathLst>
              <a:path w="466725" h="9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05860"/>
            </a:solidFill>
          </a:ln>
        </p:spPr>
      </p:sp>
      <p:sp>
        <p:nvSpPr>
          <p:cNvPr id="458" name="SE-074-path-457">
            <a:extLst xmlns:a="http://schemas.openxmlformats.org/drawingml/2006/main">
              <a:ext uri="{FF2B5EF4-FFF2-40B4-BE49-F238E27FC236}">
                <a16:creationId xmlns:a16="http://schemas.microsoft.com/office/drawing/2014/main" id="{16C6D7B5-88BA-4B0A-91C0-439D6CB8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00" y="4988128"/>
            <a:ext cx="152075" cy="158344"/>
          </a:xfrm>
          <a:custGeom xmlns:a="http://schemas.openxmlformats.org/drawingml/2006/main">
            <a:pathLst>
              <a:path w="152075" h="158344">
                <a:moveTo>
                  <a:pt x="0" y="158344"/>
                </a:moveTo>
                <a:lnTo>
                  <a:pt x="152075" y="7917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05860"/>
            </a:solidFill>
          </a:ln>
        </p:spPr>
      </p:sp>
      <p:sp>
        <p:nvSpPr>
          <p:cNvPr id="459" name="SE-074-458">
            <a:extLst xmlns:a="http://schemas.openxmlformats.org/drawingml/2006/main">
              <a:ext uri="{FF2B5EF4-FFF2-40B4-BE49-F238E27FC236}">
                <a16:creationId xmlns:a16="http://schemas.microsoft.com/office/drawing/2014/main" id="{9425DD44-0086-4383-9CFA-83F9A977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14900"/>
            <a:ext cx="1123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success!</a:t>
            </a:r>
          </a:p>
        </p:txBody>
      </p:sp>
      <p:sp>
        <p:nvSpPr>
          <p:cNvPr id="460" name="SE-074-path-459">
            <a:extLst xmlns:a="http://schemas.openxmlformats.org/drawingml/2006/main">
              <a:ext uri="{FF2B5EF4-FFF2-40B4-BE49-F238E27FC236}">
                <a16:creationId xmlns:a16="http://schemas.microsoft.com/office/drawing/2014/main" id="{5307F319-47F0-437C-A023-25F4AE57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661035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05860"/>
            </a:solidFill>
          </a:ln>
        </p:spPr>
      </p:sp>
      <p:sp>
        <p:nvSpPr>
          <p:cNvPr id="461" name="SE-074-path-460">
            <a:extLst xmlns:a="http://schemas.openxmlformats.org/drawingml/2006/main">
              <a:ext uri="{FF2B5EF4-FFF2-40B4-BE49-F238E27FC236}">
                <a16:creationId xmlns:a16="http://schemas.microsoft.com/office/drawing/2014/main" id="{344ADE79-BF94-4F5C-8335-8576429C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850" y="6531178"/>
            <a:ext cx="152075" cy="158344"/>
          </a:xfrm>
          <a:custGeom xmlns:a="http://schemas.openxmlformats.org/drawingml/2006/main">
            <a:pathLst>
              <a:path w="152075" h="158344">
                <a:moveTo>
                  <a:pt x="0" y="158344"/>
                </a:moveTo>
                <a:lnTo>
                  <a:pt x="152075" y="7917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05860"/>
            </a:solidFill>
          </a:ln>
        </p:spPr>
      </p:sp>
      <p:sp>
        <p:nvSpPr>
          <p:cNvPr id="462" name="SE-074-461">
            <a:extLst xmlns:a="http://schemas.openxmlformats.org/drawingml/2006/main">
              <a:ext uri="{FF2B5EF4-FFF2-40B4-BE49-F238E27FC236}">
                <a16:creationId xmlns:a16="http://schemas.microsoft.com/office/drawing/2014/main" id="{32198934-CE52-4680-98A1-DCE96CAA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47700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505860"/>
                </a:solidFill>
                <a:latin typeface="Courier New"/>
                <a:ea typeface="Courier New"/>
                <a:cs typeface="Courier New"/>
              </a:rPr>
              <a:t>success!</a:t>
            </a:r>
          </a:p>
        </p:txBody>
      </p:sp>
      <p:sp>
        <p:nvSpPr>
          <p:cNvPr id="463" name="SE-074-path-462">
            <a:extLst xmlns:a="http://schemas.openxmlformats.org/drawingml/2006/main">
              <a:ext uri="{FF2B5EF4-FFF2-40B4-BE49-F238E27FC236}">
                <a16:creationId xmlns:a16="http://schemas.microsoft.com/office/drawing/2014/main" id="{7B1AB5DD-682E-4F9E-B5FC-50EBFF6C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9095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4B50"/>
            </a:solidFill>
          </a:ln>
        </p:spPr>
      </p:sp>
      <p:sp>
        <p:nvSpPr>
          <p:cNvPr id="464" name="SE-074-path-463">
            <a:extLst xmlns:a="http://schemas.openxmlformats.org/drawingml/2006/main">
              <a:ext uri="{FF2B5EF4-FFF2-40B4-BE49-F238E27FC236}">
                <a16:creationId xmlns:a16="http://schemas.microsoft.com/office/drawing/2014/main" id="{6AC25F1E-1244-466C-B23F-98C53F1F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243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4B50"/>
            </a:solidFill>
          </a:ln>
        </p:spPr>
      </p:sp>
      <p:sp>
        <p:nvSpPr>
          <p:cNvPr id="465" name="SE-074-path-464">
            <a:extLst xmlns:a="http://schemas.openxmlformats.org/drawingml/2006/main">
              <a:ext uri="{FF2B5EF4-FFF2-40B4-BE49-F238E27FC236}">
                <a16:creationId xmlns:a16="http://schemas.microsoft.com/office/drawing/2014/main" id="{9B010DF0-D5D7-4962-B329-22EF6E8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5765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4B50"/>
            </a:solidFill>
          </a:ln>
        </p:spPr>
      </p:sp>
      <p:sp>
        <p:nvSpPr>
          <p:cNvPr id="466" name="SE-074-path-465">
            <a:extLst xmlns:a="http://schemas.openxmlformats.org/drawingml/2006/main">
              <a:ext uri="{FF2B5EF4-FFF2-40B4-BE49-F238E27FC236}">
                <a16:creationId xmlns:a16="http://schemas.microsoft.com/office/drawing/2014/main" id="{FD45182F-8AE5-4CFF-B6F6-5AC100A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4B50"/>
            </a:solidFill>
          </a:ln>
        </p:spPr>
      </p:sp>
      <p:sp>
        <p:nvSpPr>
          <p:cNvPr id="467" name="SE-074-path-466">
            <a:extLst xmlns:a="http://schemas.openxmlformats.org/drawingml/2006/main">
              <a:ext uri="{FF2B5EF4-FFF2-40B4-BE49-F238E27FC236}">
                <a16:creationId xmlns:a16="http://schemas.microsoft.com/office/drawing/2014/main" id="{958968AE-376A-4BC0-89C6-E2E13B2B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4B50"/>
            </a:solidFill>
          </a:ln>
        </p:spPr>
      </p:sp>
      <p:sp>
        <p:nvSpPr>
          <p:cNvPr id="468" name="SE-074-path-467">
            <a:extLst xmlns:a="http://schemas.openxmlformats.org/drawingml/2006/main">
              <a:ext uri="{FF2B5EF4-FFF2-40B4-BE49-F238E27FC236}">
                <a16:creationId xmlns:a16="http://schemas.microsoft.com/office/drawing/2014/main" id="{824859AE-8B87-4C67-91DF-6546C60A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873" y="4216671"/>
            <a:ext cx="131953" cy="126729"/>
          </a:xfrm>
          <a:custGeom xmlns:a="http://schemas.openxmlformats.org/drawingml/2006/main">
            <a:pathLst>
              <a:path w="131953" h="126729">
                <a:moveTo>
                  <a:pt x="0" y="0"/>
                </a:moveTo>
                <a:lnTo>
                  <a:pt x="65977" y="126729"/>
                </a:lnTo>
                <a:lnTo>
                  <a:pt x="131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4B50"/>
            </a:solidFill>
          </a:ln>
        </p:spPr>
      </p:sp>
      <p:sp>
        <p:nvSpPr>
          <p:cNvPr id="469" name="SE-074-468">
            <a:extLst xmlns:a="http://schemas.openxmlformats.org/drawingml/2006/main">
              <a:ext uri="{FF2B5EF4-FFF2-40B4-BE49-F238E27FC236}">
                <a16:creationId xmlns:a16="http://schemas.microsoft.com/office/drawing/2014/main" id="{862DF14F-F959-46F2-BD6F-673007E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16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860"/>
          </a:solidFill>
          <a:ln xmlns:a="http://schemas.openxmlformats.org/drawingml/2006/main" w="0">
            <a:noFill/>
          </a:ln>
        </p:spPr>
      </p:sp>
      <p:sp>
        <p:nvSpPr>
          <p:cNvPr id="470" name="SE-074-469">
            <a:extLst xmlns:a="http://schemas.openxmlformats.org/drawingml/2006/main">
              <a:ext uri="{FF2B5EF4-FFF2-40B4-BE49-F238E27FC236}">
                <a16:creationId xmlns:a16="http://schemas.microsoft.com/office/drawing/2014/main" id="{EEC5491C-F401-4F50-BA9E-003363C6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16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860"/>
          </a:solidFill>
          <a:ln xmlns:a="http://schemas.openxmlformats.org/drawingml/2006/main" w="0">
            <a:noFill/>
          </a:ln>
        </p:spPr>
      </p:sp>
      <p:sp>
        <p:nvSpPr>
          <p:cNvPr id="471" name="SE-074-470">
            <a:extLst xmlns:a="http://schemas.openxmlformats.org/drawingml/2006/main">
              <a:ext uri="{FF2B5EF4-FFF2-40B4-BE49-F238E27FC236}">
                <a16:creationId xmlns:a16="http://schemas.microsoft.com/office/drawing/2014/main" id="{3BF3BE10-98A9-4E40-B8FF-FF339BA7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6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860"/>
          </a:solidFill>
          <a:ln xmlns:a="http://schemas.openxmlformats.org/drawingml/2006/main" w="0">
            <a:noFill/>
          </a:ln>
        </p:spPr>
      </p:sp>
      <p:sp>
        <p:nvSpPr>
          <p:cNvPr id="472" name="SE-074-471">
            <a:extLst xmlns:a="http://schemas.openxmlformats.org/drawingml/2006/main">
              <a:ext uri="{FF2B5EF4-FFF2-40B4-BE49-F238E27FC236}">
                <a16:creationId xmlns:a16="http://schemas.microsoft.com/office/drawing/2014/main" id="{9652A24F-D5B1-452E-ACA7-694835E8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616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860"/>
          </a:solidFill>
          <a:ln xmlns:a="http://schemas.openxmlformats.org/drawingml/2006/main" w="0">
            <a:noFill/>
          </a:ln>
        </p:spPr>
      </p:sp>
      <p:sp>
        <p:nvSpPr>
          <p:cNvPr id="473" name="SE-074-472">
            <a:extLst xmlns:a="http://schemas.openxmlformats.org/drawingml/2006/main">
              <a:ext uri="{FF2B5EF4-FFF2-40B4-BE49-F238E27FC236}">
                <a16:creationId xmlns:a16="http://schemas.microsoft.com/office/drawing/2014/main" id="{237BE0F7-490C-4F70-8789-67A4C19E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16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860"/>
          </a:solidFill>
          <a:ln xmlns:a="http://schemas.openxmlformats.org/drawingml/2006/main" w="0">
            <a:noFill/>
          </a:ln>
        </p:spPr>
      </p:sp>
      <p:sp>
        <p:nvSpPr>
          <p:cNvPr id="474" name="SE-074-473">
            <a:extLst xmlns:a="http://schemas.openxmlformats.org/drawingml/2006/main">
              <a:ext uri="{FF2B5EF4-FFF2-40B4-BE49-F238E27FC236}">
                <a16:creationId xmlns:a16="http://schemas.microsoft.com/office/drawing/2014/main" id="{9BEA992C-227F-43FB-93D5-5E320870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16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86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62535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2026-09-05T17:59:29.4040000Z</dcterms:created>
  <dcterms:modified xsi:type="dcterms:W3CDTF">2026-09-05T17:59:29.4040000Z</dcterms:modified>
</coreProperties>
</file>